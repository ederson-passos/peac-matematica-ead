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notesSlides/notesSlide10.xml" ContentType="application/vnd.openxmlformats-officedocument.presentationml.notesSlide+xml"/>
  <Override PartName="/ppt/ink/ink9.xml" ContentType="application/inkml+xml"/>
  <Override PartName="/ppt/notesSlides/notesSlide11.xml" ContentType="application/vnd.openxmlformats-officedocument.presentationml.notesSlide+xml"/>
  <Override PartName="/ppt/ink/ink10.xml" ContentType="application/inkml+xml"/>
  <Override PartName="/ppt/notesSlides/notesSlide12.xml" ContentType="application/vnd.openxmlformats-officedocument.presentationml.notesSlide+xml"/>
  <Override PartName="/ppt/ink/ink1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05:35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3293 11550 135 0,'0'0'50'0,"0"0"-26"0,0 0 86 0,0 0-44 0,0 0-48 15,0 0 9 1,0 0-8-16,-25-4 14 0,25 4-16 15,0 0 14-15,0 0 9 16,0 0-17-16,-15-4-12 16,15-5-8-16,0 9 8 15,0 0-10-15,0-3 22 16,0 3-23-16,0 0 17 16,0-5-14-16,0 5 16 15,-13-3 3-15,13 3 3 0,0 0 12 16,0 0-16-1,0 0 17-15,0 0-36 0,0 0-2 16,0 0-2-16,0 0-8 16,0 0 4-16,0 0 6 15,0 0-2-15,0 0 7 16,0 0 0-16,0 0 2 16,0 0 10-16,0 0-15 15,0 0-2-15,0 0 12 16,0 0-7-16,0 0 5 15,0 0 2-15,0-8 27 16,0-20-29-16,0-25 20 16,59-27 6-16,9-36 5 15,32-25-36-15,8-23 20 0,19-1-25 16,13-2 0-16,-1 14-1 16,-18 24-3-16,-22 37-3 15,-12 12-47-15,-19 16 21 16,-9 7-49-16,-9 18 9 15,-25 14-3-15,-13 25-34 16,-12 0-104-16,0 0-68 16</inkml:trace>
  <inkml:trace contextRef="#ctx0" brushRef="#br0" timeOffset="715.8">3315 11021 28 0,'0'0'331'0,"0"0"-327"0,0 0 14 16,0 0-14-16,0 0 1 15,0 0 30-15,18-5 24 0,-18 5-6 16,0 0 4-16,0 16 42 15,0 33-28-15,0 18 9 16,-18 22-55-16,-4 7 10 16,-3-12-19-16,-9-12-2 15,6-15-2-15,9-13-3 16,4-12 11-16,15-12-20 16,0-8 3-16,0-8 1 15,0-4-8-15,0 0-39 16,0 0-4-16,0 0 47 15,9-23 2-15,32-15 14 16,5-1-14-16,1-5 2 16,12 4 0-16,-13 3-1 0,-12 5 3 15,-6 24-12 1,-16 5-19-16,-12 3 5 0,0 0 16 16,0 0-15-16,0 11 10 15,0 17-3-15,0-3-45 16,0-14-260-16</inkml:trace>
  <inkml:trace contextRef="#ctx0" brushRef="#br0" timeOffset="1449.11">4812 9432 436 0,'0'0'5'0,"0"0"55"0,0 0 36 0,0 0 1 0,0 0 9 0,0 0 17 16,-46-28-41-16,36 28-20 15,-8 0-14-15,5 61-46 16,-14 26 28-16,8 26-26 16,3-9 13-16,16-4-16 15,0-24-2-15,28-24-13 16,25-11 9-16,21-13 4 15,-8-12-4-15,8-16-13 16,7 0 4-16,-1-8 12 16,-8-41-33-16,-10-15 29 15,-16 0-21-15,-12 0 9 16,-21 12-43-16,-13 8-35 0,0 11-6 16,0 26-69-16,-75 3-36 15,10 4-72-15</inkml:trace>
  <inkml:trace contextRef="#ctx0" brushRef="#br0" timeOffset="1632.87">4477 9765 904 0,'0'0'18'0,"0"0"-10"16,0 0-8-16,0 0 15 0,0 0-1 15,0 0-11 1,354 13-3-16,-320-58-11 0,-34-7-118 16,0-12-110-16</inkml:trace>
  <inkml:trace contextRef="#ctx0" brushRef="#br0" timeOffset="1781.91">4356 9344 171 0,'0'0'808'15,"0"0"-808"-15,0 0 0 16,0 0-1-16,0 0 5 0,0 0-8 16,400 0 1-1,-297-28-64-15,-32-8-130 0,-21 3-230 16</inkml:trace>
  <inkml:trace contextRef="#ctx0" brushRef="#br0" timeOffset="2432.23">5166 9208 358 0,'0'0'402'0,"0"0"-393"16,0 0-6-16,59 264 48 0,3-204-40 16,-3-7-10-1,-7-14 3-15,-11-2 16 16,-7-22 11-16,-13-10-27 15,-2-5 3-15,-7 0-4 0,16-8 18 16,0-36-9-16,3-4 10 16,-3-9-22-16,0 9-1 15,-16 16-24-15,-5 9-11 16,-1 10 11-16,0 13 5 16,0 0 11-16,10 5 18 15,18 42 33-15,-3 1 1 16,9-7-26-16,7-9-17 15,-13-20-1-15,0-12-3 16,-22 0 1-16,10 0 3 16,-10-41 7-16,1-18 43 15,-13-21-42-15,0 7-8 16,0-7-15-16,0 0-27 0,0 8-11 16,15 20-62-16,4 24 56 15,-7 19 25-15,16 9-28 16,-6 9-13-16,-3 27 73 15,8 0-68-15,-2-8-37 16,-3-12 30-16,-16-4 40 16,-6-4 37-16,0 8 34 15,0 4 99-15,0 11-15 16,0 13 3-16,0-3-26 16,0 7-33-16,0-8-57 15,47-16 1-15,5-8-6 16,10-16-1-16,-9 0-4 0,-6 0 4 15,-1 0-8-15,-6 0 18 16,-12 0-7-16,-3 0 2 16,-19-4-8-16,4 4-3 15,-10-4-18-15,0 0-6 16,0-7-24-16,0-10 11 16,0 1-98-16,0-13-231 15</inkml:trace>
  <inkml:trace contextRef="#ctx0" brushRef="#br0" timeOffset="2598.8">6254 9075 923 0,'0'0'22'0,"0"0"-19"0,0 0 29 0,0 0-19 0,0 0-13 0,0 0-26 16,214-11-2-16,-174-42-158 15,-18-7-190-15</inkml:trace>
  <inkml:trace contextRef="#ctx0" brushRef="#br0" timeOffset="2747.67">6301 8622 934 0,'0'0'0'0,"0"0"-6"16,0 0 0-16,0 0-15 15,0 0-96-15,0 0-57 16,294 121-196-16</inkml:trace>
  <inkml:trace contextRef="#ctx0" brushRef="#br0" timeOffset="3070.77">6911 8802 810 0,'0'0'138'0,"0"0"-115"16,0 0 17-16,0 0-40 16,0 0-17-16,0 0-33 15,-9 44-27-15,56-3 76 16,8 11-5-16,-2 4 6 0,6-8-4 16,-12-12 4-16,-7-12-5 15,-18-19 3-15,2-5-6 16,-24 0 16-16,22-37 0 15,-10-19 19-15,10-8-11 16,-16 8-9-16,-6 15-4 16,0 10 5-16,0 3-8 15,0 4-5-15,0 4-19 16,0 7 23-16,0 1-47 16,0 1-2-16,13 6-76 15,15 2-1-15,-10 3-39 0,-2 0-49 16</inkml:trace>
  <inkml:trace contextRef="#ctx0" brushRef="#br0" timeOffset="3281.09">7519 8707 335 0,'0'0'111'0,"0"0"-73"16,0 0-11-16,0 0 51 15,0 0 34-15,0 0-20 16,71 196-36-16,-49-148-28 15,3-7-26-15,-3-14-2 16,-10-15-7-16,-6-4-32 0,-6-8 27 16,0 0-54-1,0-28 40-15,0-29-104 0,-31-15-134 16</inkml:trace>
  <inkml:trace contextRef="#ctx0" brushRef="#br0" timeOffset="3646.54">7519 8707 51 0,'-189'-241'859'0,"189"241"-801"16,0 0-40-16,16 0-14 16,49 0 9-16,21 0 4 15,29 0-14-15,-9-5-6 16,-10-11 2-16,-31 4-14 16,-25 9-21-16,-12-2 12 15,-9 5-8-15,9 0-19 0,-10 5 35 16,16 31 16-16,7 8-2 15,11-8 9-15,17-8-13 16,11-12 14-16,-2-12-16 16,8-4 14-16,-11 0-6 15,12-24 2-15,-25-21 2 16,-16-6 8-16,-15-1-2 16,-21 3 21-16,-10 18-6 15,0 11 34-15,-28 15-33 16,-47 5-17-16,-12 0-9 15,-18 53-21-15,12 15 18 16,19 0-23-16,39-16-14 16,29-24-157-16,6-20-199 15</inkml:trace>
  <inkml:trace contextRef="#ctx0" brushRef="#br0" timeOffset="4429.72">5820 10086 462 0,'0'0'42'0,"0"0"23"0,0 0-10 0,0 0-20 15,0 0-8-15,0 0 23 0,-180 11 31 16,146-2-29-16,0-1 18 15,9 8-35-15,3-4-8 16,10-4-23-16,0-4 6 16,5-4-9-16,7 8-1 15,0-8 4-15,0 0-4 16,0 0-2-16,0 0-15 16,66 0 17-16,48-8 3 15,44-40 30-15,72-33-8 16,43-35 9-16,49-28-18 15,38-20-3-15,34-1 14 16,-32 29-26-16,-70 31-2 16,-84 41-24-16,-106 33-15 15,-56 23-55-15,-39 8 16 16,-7 0-39-16,0 19 90 0,-69 26-3 16,-36-6-263-16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06:54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3854 9472 444 0,'0'0'30'0,"0"0"-20"0,0 0 25 0,0 0-13 0,0 0-21 15,0 0 15-15,0 0-15 16,0 0 44-16,-6 0 8 16,6 0 8-16,0 0-33 15,0 0 8-15,0 0-8 16,0 0-20-16,0 0 8 16,0 0-15-16,0 0 1 15,0 0 4-15,0 0 5 16,0 0 14-16,0 0-13 15,0 0-12-15,0-4 0 16,0 1 16-16,0-2-15 0,0-3 16 16,0 8-14-16,0 0-5 15,0 0 2-15,0 24-7 16,0 29 7-16,0 19 36 16,0 20-19-16,0 12-2 15,0 5-8-15,0-5 9 16,0-8-12-16,22-12 7 15,9-12-18-15,3-16 7 16,28-20 0-16,-3-8-4 16,0-11 0-16,9-13 4 15,0-4-7-15,-9 0-1 16,-13 0 16-16,-5-21-7 16,-7-2 1-16,-9 2 5 0,3 1-4 15,-1 1-2-15,14-1-2 16,-4 3-7-16,3 9 8 15,-6 5-26-15,-6-2-6 16,-9 2-68-16,-19-5-72 16,0 3-206-16</inkml:trace>
  <inkml:trace contextRef="#ctx0" brushRef="#br0" timeOffset="466.95">3808 9925 614 0,'0'0'148'0,"0"0"-124"0,0 0 124 0,0 0-100 16,0 0-5-16,0 0-42 16,387 0 14-16,-319-3-15 15,7-5-1-15,-29 0-1 16,-21-1-19-16,-3 9 6 16,-22-3-54-16,0 3 17 15,0 0-34-15,0 0 44 0,0-5-29 16,0 2-19-1,0-10-72-15</inkml:trace>
  <inkml:trace contextRef="#ctx0" brushRef="#br0" timeOffset="833.13">3842 9508 625 0,'0'0'326'16,"0"0"-321"-16,0 0 34 16,0 0 34-16,0 0-40 15,434-12-2-15,-319-19-9 16,-22 6-22-16,-19 6-5 16,-27 11 2-16,-1-5-43 15,-18-7-39-15,-9 8-71 0,8 0-75 16,-27 3-109-1</inkml:trace>
  <inkml:trace contextRef="#ctx0" brushRef="#br0" timeOffset="1649.1">5178 10114 247 0,'0'0'364'0,"0"0"-284"0,0 0 10 0,0 0-20 15,0 0-44-15,0 0-5 16,0 0 20-16,13-12 7 16,2 7 45-16,-9-2-54 15,22 7 2-15,-9-4-35 0,9-4 0 16,18-4-3-16,1-4-6 15,5 8-3-15,-5-1-27 16,-1 1-9-16,-11 8-62 16,-8 0 36-16,-8 0-56 15,-7-3 17-15,-2-5-64 16,-10-4-108-16</inkml:trace>
  <inkml:trace contextRef="#ctx0" brushRef="#br0" timeOffset="2080.39">5119 9781 566 0,'0'0'60'0,"0"0"-5"0,0 0 16 0,0 0-15 0,0 0 46 16,0 0-48-16,248 0 10 15,-183 0-26-15,-18 0-4 16,-13 0-34-16,-15-12 7 16,-4 12-7-16,-2-4-7 15,-7 0-16-15,0 0-60 16,-6-8-18-16,0 12-160 15</inkml:trace>
  <inkml:trace contextRef="#ctx0" brushRef="#br0" timeOffset="6894.39">16300 8168 95 0,'0'0'392'0,"0"0"-370"0,0 0 61 0,0 0 44 0,0 0-77 15,0 0-13-15,0 0 1 16,-6-59-4-16,6 59-11 15,0 0 12-15,0 0 31 16,0 0-26-16,0 0 6 16,0 0-26-16,0 0 13 15,0 0-26-15,0 0 7 16,0-5-3-16,0 5 2 16,0 0 2-16,0 0-13 15,0 0 8-15,81 0 4 16,46 0 12-16,46 0 0 15,35 0-15-15,25 0-10 0,2 0 0 16,-8 0-1-16,-26-8-12 16,-33 8-16-16,-50 0-43 15,-56 0 19-15,-50 8-84 16,-12 20-134-16</inkml:trace>
  <inkml:trace contextRef="#ctx0" brushRef="#br0" timeOffset="8510.08">2378 8799 494 0,'0'0'90'0,"0"0"-78"0,0 0-10 0,0 0 13 15,0 0-10-15,0 0-1 16,0-69 34-16,0 65-6 16,0 4 18-16,0 0-7 15,0 0 28-15,0 0-64 0,0 0 23 16,13 0-18-1,21 0 37-15,18-8-22 0,10 0 21 16,31 0 0-16,35 8-16 16,24 0-8-16,21 0-7 15,10 0 4-15,16 8-13 16,-16 0-4-16,-25-4 2 16,-16-4-7-16,-30 4 1 15,-19-4 0-15,-6 0 0 16,-7 4 2-16,13 4-1 15,3 8 3-15,-18 1-8 16,-16 2-6-16,-15 1-19 16,-20 5-86-16,-14-1-104 15,-13 4-267-15</inkml:trace>
  <inkml:trace contextRef="#ctx0" brushRef="#br0" timeOffset="13428.1">6784 9465 139 0,'0'0'135'0,"0"0"-135"0,0 0 0 0,0 0 22 0,0 0 26 0,0 0 27 0,0 0 4 15,0-44-30-15,0 44-11 16,0-8-5-16,0 3 17 16,0 1-26-16,0 0 21 15,0 0-15-15,0 4 27 16,0 0-29-16,0-4-22 0,0 0-2 16,0 4 1-16,0-8 13 15,0 8 10-15,0 0 18 16,0 0-12-16,0 0 13 15,0-4-8-15,0-4-22 16,-28 4-11-16,-6 0-2 16,-6 4-4-16,-13 0 12 15,19 0-19 1,-19 0 15-16,13 20-16 0,-13 21 4 16,13 6-2-16,-6 1 5 0,11 4-16 15,17-16 14 1,9-3-3-16,9-13 3 0,0-1-10 15,0 2 3-15,21-6 4 16,20 2 0-16,18-4 3 16,9-2 2-16,19 1 0 15,-1 4 2-15,1 0-7 16,-16-4 3-16,-2 0 0 16,-10 0-5-16,-4 0 6 15,-14-4-21-15,-23 0 19 16,-11 4-2-16,-7 1-1 15,0 10-2-15,0 13 9 16,0 5 27-16,-41 11-26 16,-11 0-1-16,-7 8 0 15,-16-3-7-15,-5-10-16 0,-7-7 5 16,6-16-19-16,-6 4-24 16,35-15 12-16,18-5-169 15,21-8-250-15</inkml:trace>
  <inkml:trace contextRef="#ctx0" brushRef="#br0" timeOffset="13971.03">7665 10082 669 0,'0'0'153'0,"0"0"-144"0,0 0-9 0,0 0 2 0,0 0 8 15,-28 249-12 1,28-198 2-16,-6 10-5 15,-41-9-29-15,1-12-61 16,-19-11-153-16</inkml:trace>
  <inkml:trace contextRef="#ctx0" brushRef="#br0" timeOffset="14920.07">8580 9472 137 0,'0'0'268'0,"0"0"-224"0,0 0 36 0,0 0 1 0,0 0 22 16,0 0-42-1,-53 0 4-15,28 0-21 0,16 0 1 16,-16 4-6-16,-3 21-5 16,9 6 1-16,-8 10-32 15,-1 10 18-15,9 14-15 16,0-1 13-16,4 0-16 16,15 0 2-16,0-7-5 15,0 2-4-15,0-6 4 16,15-1 0-16,16-8 0 0,31 0-11 15,4-4 1-15,2 1 10 16,12-5-8-16,-14-12-16 16,-14-9 19-16,4-7-20 15,-31-8-2-15,3 0-5 16,-10 0 30-16,10-19 2 16,0-29 3-16,-9-9 23 15,-7 1-24-15,-3 4-1 16,-9 4-1-16,0 16-3 15,-27 7-4-15,-32 18 7 16,-3 7-9-16,-19 4 28 16,-6 40-14-16,0 4 6 0,1 12 32 15,27-11-22 1,31-10-21-16,22-6-62 0,6-18-168 16,0-2-227-16</inkml:trace>
  <inkml:trace contextRef="#ctx0" brushRef="#br0" timeOffset="16086.16">6775 9388 139 0,'0'0'94'0,"0"0"-5"0,0 0 51 0,0 0-79 0,0 0-12 0,0 0 11 15,0 0-17-15,-65 0-26 16,65 0 10-16,-6 0 15 16,6 0 43-16,0 0-28 15,-7 0 6-15,7 0-41 16,0 0 7-16,0 0-27 15,0 0 4-15,0 0-4 16,0 0 2-16,0 0 9 16,0 0-12-16,0 4-2 15,53 4 9-15,28 0 12 0,24-3-14 16,16-5 9-16,6 0-4 16,-12 0-7-16,3 0-8 15,-31 0-16-15,-13 0 17 16,-27-9-53-16,-41-7-8 15,-6 8-169-15</inkml:trace>
  <inkml:trace contextRef="#ctx0" brushRef="#br0" timeOffset="20498.87">3529 12159 265 0,'0'0'64'0,"0"0"-46"0,0 0 79 16,0 0-37-16,0 0 8 16,0 0 24-16,6 0-17 15,-6 0-37-15,6 0 12 0,-6 0-15 16,0 0 6 0,0-4-35-16,0 4-5 0,0 0 9 15,6 0 5 1,-6 0 18-16,6 0-9 0,16 0 15 15,3 0-30-15,15 0 19 16,7 0-17-16,15 0 3 16,12 0-9-16,-9 0 4 15,16 0 0-15,-7-4-9 16,-15-3 2-16,3 2 10 16,-9 5-15-16,6-3 10 15,-25-2-14-15,-15 2 6 16,-4-6 0-16,-9 9-5 15,-6 0 6-15,0 0 11 16,0 0-5-16,0 0 32 0,0-4-30 16,0 0 11-16,-12 1-15 15,-22-5-8-15,-13-5-1 16,7-3 0-16,-13 4 4 16,4-4 1-16,-4 1-4 15,0-2 9-15,-6-4-15 16,19 10 4-16,0-6 2 15,12 6-2-15,9-9 2 0,-3 4 3 16,16-12-19-16,0 0 6 16,6-8 11-1,0 7-11-15,0-3 21 16,0 16-17-16,0 0 20 16,0 4-17-16,0 1 10 0,0-6-4 15,0-2 1 1,0-17-2-16,0-2-12 0,25-5-32 15,15-6 22-15,-12 18-8 16,-9 7 31-16,2 11-8 16,-8-2 6-16,-13 7 3 15,15-5 0-15,4-7-1 16,-1-3 4-16,4 2-9 16,6-2 2-16,-3-2-27 15,9 1-38-15,0 7 57 0,-9-2-18 16,9 2 22-1,-6 6 7-15,-3-1 1 0,-4-9-5 16,-8 10 10 0,-1 2-11-16,10 1 13 0,-10 8-10 15,10 0 5-15,-3 0-4 16,9 0 1-16,-4 0 1 16,4 0 0-16,-15 0 4 15,2 0 1-15,-2 0 2 16,-7 0-4-16,6 0 3 15,4 5 10-15,8 7-15 16,11 4 8-16,-14 0-6 16,10 7 2-16,-9 2-10 0,-10-1 13 15,4-7 5 1,-4 6-11-16,-5 5 17 0,5-7-5 16,-12 7-2-16,15-1-11 15,-2 1 7-15,-13-3 2 16,0 3-8-16,0-9 5 15,0 1-6-15,0 5 10 16,0-6-8-16,6 14 0 16,-6-9 5-16,0-8-8 15,0 4 0-15,0-8 0 16,0 0-1-16,0 0 3 16,0 12-9-16,0-8 10 15,0 4-8-15,0 1 5 16,0-6 0-16,0 6 1 15,0-1 7-15,0 4 9 16,-6 4-10-16,-7-5 5 16,13-2-11-16,0-1-2 0,0-4 9 15,0-4-17-15,0-4 5 16,0-8-11-16,0 3 12 16,-15-3 2-16,15 0-7 15,0 5 8-15,-12 7-3 16,-7 0 3-16,3 4 0 15,4-8 12-15,12 4-13 16,-6-12 4-16,6 0-5 16,0 0 2-16,0 0 0 15,0 0 12-15,0 0-9 0,0 0 2 16,0 0 2-16,0 4 10 16,-6-4-16-16,6 0-1 15,0 0 0-15,0 0-4 16,0 0 1-16,0 0 6 15,0 0-6-15,0 0-1 16,0 0 2-16,0 0-26 16,0 0 12-16,12 0 16 15,16 0 7-15,-9 0 1 16,8 0-4-16,4 0 8 16,4 0-12-16,5 0 27 15,-6 0-25-15,12 12 7 0,-5-4-4 16,-7-4-6-1,6 0 3-15,-15-4 5 0,-3 4-7 16,-4-4-1-16,-5 0 0 16,2 4-1-16,4 1 2 15,3-2 2-15,-4 9 14 16,16 1-14-16,7-5 7 16,-23 0 0-16,10-5-9 15,-22 1 0-15,7-4 7 16,-13 0-17-16,0 0 14 15,0 0-8-15,0 0-28 16,0 0-10-16,0 0-19 16,0 0-111-16,0 0-138 15</inkml:trace>
  <inkml:trace contextRef="#ctx0" brushRef="#br0" timeOffset="21315.95">5659 11710 436 0,'0'0'253'0,"0"0"-227"0,0 0 21 0,0 0 1 16,0 0-39-16,0 0 48 15,0 0-4-15,-6 0 26 16,6 0-19-16,0 0 1 16,0 0-31-16,0 0-15 15,0 0-15-15,0 0 6 16,34-3-2-16,12-6 1 15,1 5-5-15,-1-4 6 16,-6 4-12-16,-12-4-13 0,7 8 9 16,5 0-15-1,-9 0-3-15,3 0 12 0,-6-3-59 16,-3-2 15-16,-4-3-97 16,-14 0 13-16,-7-7-39 15,0 6-232-15</inkml:trace>
  <inkml:trace contextRef="#ctx0" brushRef="#br0" timeOffset="21766.32">5646 11422 333 0,'0'0'296'0,"0"0"-255"0,0 0 7 0,0 0 39 0,0 0-23 15,0 0 8-15,168-33-44 0,-122 25-4 16,-12 0-10-16,1 0-6 15,5 8 2-15,-22 0-10 16,10 0-14-16,-9 0-41 16,-7 0-7-16,4 0-90 15,9 0-61-15,-4 0-86 16</inkml:trace>
  <inkml:trace contextRef="#ctx0" brushRef="#br0" timeOffset="25511.86">7017 12144 117 0,'0'0'365'0,"0"0"-339"0,0 0 1 0,0 0 60 16,0 0-48-16,0 0-39 15,0 7-21-15,0-7 20 16,0 0 1-16,0 0 17 16,0 0 32-16,0 0-5 15,0 0-5-15,0 0-4 16,0 0 8-16,0 0-35 15,0 0 17-15,0 0-23 16,0 0 5-16,0 0-5 0,0 0 6 16,0 0 7-16,0 0-5 15,0 0 16-15,0 0-16 16,0 0 37-16,0 0-47 16,0 0 24-16,0-32-20 15,0-8 5-15,-6-20-8 16,6-12 2-16,0-8 1 15,0 0 5-15,0-9-18 16,0 1 6-16,0 0-10 16,0 8-41-16,6 19 44 0,0 22-27 15,-6 22 18 1,0 9 19-16,0 8 9 16,0 0-9-16,0 0-17 0,0 0 9 15,0 8 8-15,0 25 17 16,0 10-10-16,-25 17-3 15,-15 9-3-15,0-2-1 16,-1-6-7-16,13-21-43 16,10 0-34-16,18-20-8 15,0-16-64-15,0-4-179 16</inkml:trace>
  <inkml:trace contextRef="#ctx0" brushRef="#br0" timeOffset="26127.7">7411 11826 76 0,'0'0'598'0,"0"0"-554"0,0 0 26 0,0 0 16 15,0 0-34-15,0 0-23 16,0 249-8-16,0-196-8 15,6-9-10-15,-6-8-3 16,0-8 12-16,0-4-27 16,0-1-62-16,0-15-105 0,0-8-466 15</inkml:trace>
  <inkml:trace contextRef="#ctx0" brushRef="#br0" timeOffset="26828.26">8087 11397 295 0,'0'0'155'0,"0"0"-42"0,0 0 31 0,0 0-61 16,0 0-30-16,0 0-19 15,-7-8-1-15,7 8-16 16,0-8 3-16,0 8 10 16,0 0-30-16,0 0 0 15,0 0-6-15,0 16 3 16,0 20 3-16,-21 20 24 16,-4 9-14-16,-3 3-8 15,0-4-1-15,9-12 2 16,7-3-5-16,-3-10 15 0,15-14-26 15,0-9 11 1,0-16 1-16,46 0-27 0,16 0 28 16,3 0 2-16,3-24 28 15,-9-1 6-15,-12 5-22 16,-13 9-13-16,-12 11 11 16,-10 0-18-16,-12 0 6 15,12 0-39-15,-5 0-17 16,2 0-43-16,-9 0-61 15,0 7-141-15</inkml:trace>
  <inkml:trace contextRef="#ctx0" brushRef="#br0" timeOffset="27210.25">8629 11787 718 0,'0'0'115'0,"0"0"-86"0,0 0 29 0,0 0-8 16,0 0-44-16,37 244 26 16,-37-172-29-16,0 0-6 15,0-3-19-15,0-9 8 16,-12-4-59-16,-22-8-119 15,-6-8-227-15</inkml:trace>
  <inkml:trace contextRef="#ctx0" brushRef="#br0" timeOffset="27894.12">9203 11365 676 0,'0'0'198'0,"0"0"-125"0,0 0-37 0,0 0-36 0,0 0-5 15,0 0 3-15,34-28 4 16,-9 24-1-16,3 4-1 16,-10 0-5-16,10 0-5 15,-6 40 10-15,-4 17 13 16,-5 2-2-16,-7 6-11 15,3-14-18-15,-9-6-7 16,13-21-6-16,15-12-24 16,3-12-26-16,9 0 22 15,22 0 52-15,-15 0 7 16,18-20 13-16,-10 12-7 16,-24 0 27-16,-15 8-30 15,-16 0 2-15,0 12 53 0,0 36 13 16,-9 13-10-1,-38 6-59-15,-12 2 27 0,0-5-26 16,-3-7 17-16,-12-6-20 16,21 1-4-16,-12-3-65 15,9-5-116-15,10-21-335 16</inkml:trace>
  <inkml:trace contextRef="#ctx0" brushRef="#br0" timeOffset="28292.9">10024 11798 544 0,'0'0'290'0,"0"0"-236"0,0 0 2 0,0 0-23 0,0 0-18 16,0 237-5-1,0-177-10-15,0-11-20 0,0-10-32 16,0-19-46-16,0-15-27 16,0-5-97-16</inkml:trace>
  <inkml:trace contextRef="#ctx0" brushRef="#br0" timeOffset="29058.39">10527 10996 383 0,'0'0'250'16,"0"0"-217"-16,0 0 28 0,0 0 7 0,0 0-29 0,0 0 12 15,-28 233-4-15,-12-184-35 16,15-10 0-16,3 2-9 16,16-18 34-16,0 1-21 15,6 4-10-15,0-11-6 0,0-14-12 16,46-3-24-16,13 0 9 16,9 0 27-16,-3-3 4 15,-3-14 4-15,-9 6 3 16,-19 11-16-16,-9 0 5 15,-9 0-1-15,-10 0-8 16,-6 0 9-16,0 0-31 16,0-8-35-16,0-1 6 15,0 5 18-15,6-8 33 16,-6 4 18-16,0 0-3 16,6 0-5-16,-6 8 17 15,0 0 12-15,0 0-13 16,0 0 5-16,0 0 16 0,0 16-7 15,0 25-27-15,0 6 35 16,0 14-26 0,-18 3 35-16,-4-4-23 0,9-7 2 15,1-14-25-15,-3-3-2 16,15 0-23-16,0-11-37 16,0-6-58-16,0-14-130 15,0-5-358-15</inkml:trace>
  <inkml:trace contextRef="#ctx0" brushRef="#br0" timeOffset="29375.96">11296 11979 924 0,'0'0'22'0,"0"0"-17"0,0 0-5 0,0 0-52 0,-41 204-93 16,41-184 7-16,0-7-181 15</inkml:trace>
  <inkml:trace contextRef="#ctx0" brushRef="#br0" timeOffset="29994.87">11863 11333 371 0,'0'0'284'0,"0"0"-236"15,0 0 30-15,0 0 6 16,0 0-33-16,0 0-29 16,-133 145 4-16,133-121-22 15,0-4-8-15,40-4 4 16,13-4-8-16,6-1 8 15,3-3 6-15,31 17 7 16,0-5-13-16,-6 1 4 16,-13 2 3-16,-34-7 8 0,-5 0-4 15,-23 4 8-15,-6-8-9 16,-6 24-9-16,0 0 25 16,-6 21 0-16,-56 7-11 15,-3 0-11-15,-10 0-6 16,4-16 2-16,3-20 0 15,15-19-44-15,7-9-11 16,12-9-41-16,6-51-28 16,15-9-49-16,13-11-17 15</inkml:trace>
  <inkml:trace contextRef="#ctx0" brushRef="#br0" timeOffset="30208.9">11984 11373 706 0,'0'0'245'15,"0"0"-245"-15,0 0 0 16,0 0 2-16,0 0 44 16,0 0-29-16,406-112-17 15,-313 80-8-15,-6 7-24 16,-25 6-70-16,-9 2-54 15,-31 17-201-15</inkml:trace>
  <inkml:trace contextRef="#ctx0" brushRef="#br0" timeOffset="30523.91">12886 11590 283 0,'0'0'239'0,"0"0"-80"16,0 0 20-16,0 0-51 0,0 0-46 15,140 208-38-15,-140-160-8 16,0-4-36-16,0 13-1 16,0-14-47-16,0-5-63 15,0-23-149-15,0-15-394 16</inkml:trace>
  <inkml:trace contextRef="#ctx0" brushRef="#br0" timeOffset="31206.85">14043 11117 36 0,'0'0'456'0,"0"0"-406"0,0 0 34 0,0 0-12 0,0 0-26 0,0 0 62 15,-214 136-21-15,174-72-50 16,6 13-5-16,6-5-21 0,9 8 11 16,-3 4-18-1,16-4 19-15,6-3-22 0,0-13 1 16,0 0-2 0,47-8 0-16,15-8 0 0,25-12-26 15,6-12-7-15,-7-8-111 16,7-16 138-16,-18 0 6 15,-16 0 0-15,-13-16 15 16,-24-12 20-16,-16-4-19 16,-6 0-3-16,0-1-13 15,-6 10-17-15,-41 18-28 16,-15 5 38-16,-3 0 7 16,-3 36 37-16,3 21 0 0,9 3-7 15,10-8 9 1,27-11-39-16,19-18-65 0,0-18-169 15</inkml:trace>
  <inkml:trace contextRef="#ctx0" brushRef="#br0" timeOffset="34004.71">7718 11458 419 0,'0'0'62'0,"0"0"-58"0,0 0 21 0,0 0-24 0,0 0-1 15,0 0 10-15,0 0 0 0,0 0 11 16,0 0 49-16,0 0 16 16,0 0-35-16,0 0-46 15,0 0-5-15,0 0-2 16,0-5-2-16,0-6 4 15,0 11 4-15,0-5 26 16,0 5-21-16,9-4 18 16,3 4-6-16,1-3-10 15,15-5 3-15,-4-9-13 16,17 6 3-16,-7-10 8 16,-6 6-18-16,-3-1 14 15,-10 16-7-15,-9 0-1 0,-6 0 0 16,0 0 18-16,0 0-8 15,0 0-10-15,13 0-4 16,-1 0 2-16,4 0 2 16,-16 0 13-16,0 0-12 15,0 0 3-15,0 0 12 16,0 0 0-16,0 0-11 16,6 8-1-16,0 0-5 15,0 7 11-15,0 6-18 16,-6-1 20-16,0 3-24 15,0 14 12-15,0-6-9 16,0-3-25-16,0-7-54 0,0-21-103 16,0 0-393-1</inkml:trace>
  <inkml:trace contextRef="#ctx0" brushRef="#br0" timeOffset="41881.99">4375 14237 64 0,'0'0'339'0,"0"0"-304"0,0 0-2 15,0 0 25-15,0 0 4 16,0 0-8-16,0 0 26 16,0 16 4-16,0-16-23 15,0 0 15-15,0 8-36 0,0 8 6 16,0 8-37-16,0 4-6 15,-6 4-2-15,-7 1 4 16,7-2 4-16,0 2 6 16,-9 14 4-16,8 9-13 15,-5 13 15-15,0 11-19 16,-10 17 18-16,9 11-17 16,13 8 1-16,-6 4-4 15,6-4 1-15,0-7 1 16,0-13 1-16,0-11 0 15,0-13 2-15,0-17-10 16,0 1 9-16,0-3-8 16,0-9 5-16,0 8-1 15,-28-8 0-15,10-16 6 0,2-3-12 16,10-22 9-16,0-3-18 16,-7 0-2-16,-2-28-6 15,-10-11 23-15,-3-14 8 16,10-11 1-16,2-16-5 15,16-8-8-15,0-20 8 16,0-9-9-16,0-7-10 16,0 3 13-16,0 5-15 15,0 8 10-15,16 19-4 16,2 1-6-16,-5 8 13 16,15 4-15-16,-1 7 11 15,-8 9-10-15,3 12 14 16,-4 9 5-16,16 10-4 0,13-7-10 15,-1 12 9-15,7 3-7 16,9 2 8-16,-3-6-18 16,0 10-29-16,-3 10 39 15,-3 5-21-15,-26 0 11 16,-8 17 21-16,-7 19 3 16,-12 8 36-16,0 8-25 15,-12 12 20-15,-41 0-22 16,-33 0 7-16,-17-3-4 15,-8-9 15-15,-17-4-25 16,14-4 60-16,21-3-65 16,24-14-4-16,32-10-68 15,37-14-110-15,0-3-230 16</inkml:trace>
  <inkml:trace contextRef="#ctx0" brushRef="#br0" timeOffset="42630.97">5271 14895 693 0,'0'0'66'0,"0"0"-39"0,0 0 29 0,0 0-39 0,0 0 61 16,0 0 10-1,-31 8-20-15,3-37-48 0,-6-7 15 16,0-15-22-16,3-26 1 16,3-11-10-16,10-20-3 15,18-17 2-15,0 1-1 16,0 4-4-16,6 7-9 15,34 13 10-15,0 28-32 16,-2 23 6-16,11 10-116 16,-2 22-115-16,-16 17-238 0</inkml:trace>
  <inkml:trace contextRef="#ctx0" brushRef="#br0" timeOffset="43264.94">5594 14273 577 0,'0'0'78'0,"0"0"-66"0,0 0 27 0,0 0-10 16,-28 221-9-16,28-154 23 16,0 10 55-16,0-13-33 15,15-15-13-15,16-18-5 16,3-6-30-16,7-17-15 16,11 3-2-16,17-11-7 0,5 0-11 15,13 0 16 1,6 0 2-16,-22-24-1 0,-3-4 1 15,-15 0-10-15,-19 4-18 16,-12 4 16-16,-16 4-33 16,-6 0-75-16,0 4-11 15,0 0-123-15</inkml:trace>
  <inkml:trace contextRef="#ctx0" brushRef="#br0" timeOffset="43646.15">5668 14497 491 0,'0'0'81'0,"0"0"1"0,0 0 21 0,0 0-63 0,0 0 57 0,0 0-30 0,198-16-3 16,-145 9-47-16,-3 2 3 15,-19 2-17-15,3-5-2 16,-12 3-1-16,-10-3-31 16,0-4-34-16,-5-4-39 15,2 8-20-15,-9-7-75 16,0 10-319-16</inkml:trace>
  <inkml:trace contextRef="#ctx0" brushRef="#br0" timeOffset="44246.16">5653 14157 82 0,'0'0'212'0,"0"0"-211"0,0 0 5 0,0 0 12 15,0 0-11-15,0 0 45 16,0-25 101-16,0 22-30 16,0 3-38-16,0 0-24 15,0 0-19-15,0 0 14 0,0 0-10 16,15-5-22-16,16-2-10 16,16 2 50-1,15-6-19-15,-4-6 0 0,5 6-35 16,-17-5-10-16,13-9-8 15,-13 1-21-15,-11 0 5 16,-17 0-58-16,-2 8-7 16,-16-4-115-16,0 20-104 15</inkml:trace>
  <inkml:trace contextRef="#ctx0" brushRef="#br0" timeOffset="44846.1">6542 13780 474 0,'0'0'176'0,"0"0"-138"0,0 0 5 0,0 0 1 15,0 0-29-15,0 0 51 16,53 24-23-16,-19 4 2 16,13 8 15-16,12 28-5 15,9 8 3-15,6 12-43 0,-15 17 8 16,-6-9-19-16,-13 16-4 16,-24 0 8-16,-16 9 4 15,0-5-12-15,0-12-3 16,0-23-2-16,0-21-37 15,-28-17-30-15,-6-18-174 16</inkml:trace>
  <inkml:trace contextRef="#ctx0" brushRef="#br0" timeOffset="45529.12">7519 14743 161 0,'0'0'353'0,"0"0"-265"0,0 0 17 15,0 0-2-15,0 0-50 16,0 0 0-16,0 0-13 16,25 0-22-16,21 0 37 15,29 0 12-15,12 0-15 16,6 0-41-16,0-9-2 0,-19-7-9 15,-12-4-1-15,-15 8-26 16,-23 0-6-16,-2 4-19 16,-9 0-31-16,-13 4 6 15,0 0-90-15,0 4-3 16,-7 0-319-16</inkml:trace>
  <inkml:trace contextRef="#ctx0" brushRef="#br0" timeOffset="45844.22">7532 14433 144 0,'0'0'636'16,"0"0"-570"-16,0 0 25 15,0 0-59-15,0 0 36 16,0 0-3-16,313 0-45 16,-220 0-20-16,-25 0-5 15,-15 0 3-15,-19-8-26 16,0-3-21-16,-9-2-85 15,-10 1-115-15,-15 9-406 16</inkml:trace>
  <inkml:trace contextRef="#ctx0" brushRef="#br0" timeOffset="47659.22">9190 13944 244 0,'0'0'252'0,"0"0"-207"0,0 0 8 15,0 0 57-15,0 0-47 0,0 0 6 16,78 216-5-16,-78-187-44 16,15-1 4-16,-15-5-7 15,7 14 38-15,-7-9-19 16,0 4 8-16,0-4-37 16,0-12 10-16,0-3-10 15,0-13-4-15,0 0-6 16,0 0-4-16,0 0 6 15,0 0-16-15,0 0 9 16,0-25-1-16,0-19 9 16,0-16 10-16,6-4 9 15,22 8-19-15,-3 4 2 0,15 11-4 16,0 5 4-16,7 13-7 16,-1 2 8-16,-12 17-6 15,-6 4-22-15,-15 0 21 16,-1 0 4-16,-3 8 2 15,-2 20 5-15,-7 8 2 16,12 8-18-16,-12-4 4 16,0 4 4-16,0 0-49 15,0-3-6-15,6-5-92 16,0-20-6-16,10 4-196 16</inkml:trace>
  <inkml:trace contextRef="#ctx0" brushRef="#br0" timeOffset="48842.41">10260 14369 688 0,'0'0'170'0,"0"0"-121"0,0 0 64 0,0 0-83 0,0 0 9 15,-167-245-16-15,151 181 21 16,16-3-34-16,0-18 2 16,0-4 6-16,41-14-17 15,21 2-2-15,-16 1-44 16,-6 16-40-16,1 24-187 15,-17 27-99-15</inkml:trace>
  <inkml:trace contextRef="#ctx0" brushRef="#br0" timeOffset="49342.02">10545 13819 89 0,'0'0'601'0,"0"0"-525"0,0 0-20 0,0 0 23 0,0 0-57 16,0 0 16-16,0 21-3 15,0 19 17-15,0 4-24 16,0 16 9-16,0 4-14 16,0 0-11-16,28-3-1 15,6-17-3-15,19-8-16 16,-13-12-1-16,19-12 7 16,-12-4-28-16,9-8 8 15,3 0 3-15,9-13-12 16,-9-18-10-16,-13-10-78 15,-18 10-82-15,-15-2-374 16</inkml:trace>
  <inkml:trace contextRef="#ctx0" brushRef="#br0" timeOffset="49641.04">10753 14008 778 0,'0'0'46'0,"0"0"-45"16,0 0 41-16,0 0-42 15,0 0-7-15,0 0-26 0,208 24 14 16,-174-24-1-16,-22 0-10 16,-12 0-6-16,0-3-22 15,0-5-77-15</inkml:trace>
  <inkml:trace contextRef="#ctx0" brushRef="#br0" timeOffset="49843.8">10753 14008 503 0,'-40'-189'374'0,"68"189"-358"16,-3 0 20-16,9 0 21 16,-6 0-54-16,-4 0-4 15,4-15 1-15,0 2-18 16,-9-11-30-16,3-4-34 15,-10 5-111-15,-12 7-325 16</inkml:trace>
  <inkml:trace contextRef="#ctx0" brushRef="#br0" timeOffset="50506.79">11361 13431 489 0,'0'0'95'0,"0"0"-51"0,0 0 7 16,0 0 0-16,0 0 43 0,0 0-10 15,81 3-13-15,-19 22 1 16,3 3 4-16,21 8-52 16,-5 12 1-16,6 17-13 15,-19 7 4-15,-21 8-5 16,-29 15-2-16,-18 10 11 15,0 11-12-15,0-11-10 16,-18-25 2-16,-16-16-8 0,6-23-47 16,-13-18-69-1,-24 1-400-15</inkml:trace>
  <inkml:trace contextRef="#ctx0" brushRef="#br0" timeOffset="51458.94">9308 14702 22 0,'0'0'71'0,"0"0"146"0,0 0-73 0,0 0-35 0,0 0-59 16,0 0-7-16,-18 0 20 16,36 0 11-16,32 0 38 15,-4 8-59-15,19 4 21 16,-12-4-50-16,3 0 6 15,3 0-19-15,15-3 5 16,26 6 15-16,20 1-13 16,48-4 39-16,12 4-36 15,21-4 7-15,7 5-25 16,-3-2 8-16,-4-3-11 16,-15-4-31-16,-31-4 13 15,-40 0-5-15,-28 0-47 16,-47-4-14-16,-40-23-203 0,0 2-477 15</inkml:trace>
  <inkml:trace contextRef="#ctx0" brushRef="#br0" timeOffset="52622.23">9156 15540 226 0,'0'0'26'0,"0"0"-13"0,0 0 79 0,0 0-59 0,0 0 35 0,0 0 80 0,0 0-24 0,0 8-20 16,0 9-57-16,0-2 12 16,0 22-17-16,0 6 6 15,13 6-32-15,8 7 1 16,-14-1-9-16,5-6-3 15,-6-9-5-15,10-12 6 16,-10-12-7-16,0-8 6 16,-6-8-10-16,0 0 2 15,0 0-5-15,0-28-23 0,0-16-7 16,0-8 32-16,0-1 6 16,0-2 4-16,19-6 4 15,9 5-9-15,6-4 1 16,6 12-20-16,0 12 0 15,-15 16-23-15,3 20 35 16,-3 0 2-16,-10 0 6 16,10 24 42-16,-16 12 9 15,-2 8-33-15,-1-3 2 16,0 3-20-16,0 3 1 16,7-2-1-16,2-5 1 15,-2 0-5-15,-13-12 14 0,6 8-7 16,-6-4-1-1,0-4-4-15,0-3-1 0,0-6-95 16,0-7-122-16,0-7-409 16</inkml:trace>
  <inkml:trace contextRef="#ctx0" brushRef="#br0" timeOffset="53222.14">10118 16074 207 0,'0'0'550'0,"0"0"-547"0,0 0 93 0,0 0-11 15,0 0-77-15,0 0 12 16,-146-261 1-16,146 196 24 0,0 10-1 16,25-1 1-16,15-5-43 15,16-3-4-15,-10 0-20 16,1 4-37-16,-13 24-34 15,-16 8-127-15,-11 28-138 16</inkml:trace>
  <inkml:trace contextRef="#ctx0" brushRef="#br0" timeOffset="54537.06">10511 15945 455 0,'0'0'130'0,"0"0"-117"0,0 0-4 15,0 0 43-15,0 0 22 0,0 0 3 16,202-12 8-16,-156 12-33 15,1 0 4-15,-1 0 12 16,-5 0-16-16,5 0-37 16,4 0-11-16,-13 0-4 15,-9 0 9-15,0 0-18 16,-28 0 16-16,12 0-14 16,-12 0 10-16,0 0-11 15,0-16 1-15,0 0 7 16,-12 1 8-16,-16 2-6 15,-6 1 4-15,-6 1 2 16,-1-2-14-16,1-11 7 16,3 8-2-16,-13 0-22 15,4-9 20-15,5 2-1 0,16 7 2 16,-2 3 2-16,20 2 1 16,1-1-1-16,6-9-15 15,0-7 14-15,0-3-36 16,0-13 17-16,0 3-1 15,13 1 9-15,14 12-5 16,14-4 2-16,-16 4 11 16,21 3 4-16,-12 14-6 15,0 3 14-15,0 4-10 16,13 0 5-16,-1 4-3 16,1 0 1-16,6 0 4 15,2 0-9-15,-17 0 11 16,2 0-4-16,-12 0 0 15,0 0-2-15,-10 0 1 16,-11 0-4-16,8 0 3 0,4 8-1 16,-13 8 9-16,9 4-5 15,-15 0-1 1,0 4 3-16,0 4-7 0,0-4 9 16,0 8-7-16,0 0 4 15,0 1 18-15,0-2-3 16,0 2-16-16,0-5 3 15,-15 4 0-15,9 0-7 16,-13-5 6-16,-3 1-6 0,4 1 0 16,2-5 0-16,-2 0-2 15,-4 4 2-15,10 0 0 16,-1 0 4-16,-2 0-8 16,8-7 10-16,1-13-16 15,6 3 7-15,0-11-17 16,0 0-21-16,0 0 40 15,0 0 0-15,0 0 1 16,0 0-1-16,0 0-7 16,0-3 2-16,6-10 12 15,29 5-6-15,-8 0 4 16,8 4-4-16,-11 0 2 16,-2 4-1-16,3 0 3 15,-3 0 0-15,2 0 20 16,4 0-7-16,6 0 25 0,7 0-38 15,-1 0 4-15,-15 0-4 16,-19 0-2-16,16 0-2 16,-22 0-2-1,0 0 0-15,0 0-35 0,0 0-55 16,0 0-147-16,0-15-379 16</inkml:trace>
  <inkml:trace contextRef="#ctx0" brushRef="#br0" timeOffset="55053.9">11789 15231 70 0,'0'0'400'0,"0"0"-298"0,0 0 54 0,0 0-4 0,0 0-58 0,0 0-37 16,149 101-28-16,-143-73-4 15,6 0-9-15,1 16 23 16,-4 12-10-16,-3 13 16 16,7 19-24-16,-7 12 13 0,0 5-8 15,-6-14-13-15,0-19-13 16,15-19-10-16,-15-29-11 16,0-9-67-16,0-15-9 15,0 0-273-15</inkml:trace>
  <inkml:trace contextRef="#ctx0" brushRef="#br0" timeOffset="58418.3">11454 9300 760 0,'0'0'56'0,"0"0"-49"0,0 0 35 0,0 0-41 15,0 0 8-15,0 0 50 0,0 285-38 16,0-202 2-1,0-6 25-15,0 3 28 16,-12 4-35-16,-16 17-25 0,28 3-9 16,-7-3-6-16,7-9 1 15,0-28 7-15,0-17-18 16,0-26 3-16,0-13 3 16,7-8-26-16,8 0 12 15,-2 0 3-15,14 0 14 16,8 0 17-16,11 0-12 15,13 0 9-15,9 0-9 0,-9-8 12 16,-6 0-15 0,-19-5-1-16,0 10-1 0,-28-5-9 15,-6 8-28-15,0 0-22 16,0 0-15-16,0 0-102 16,-6 0-182-16</inkml:trace>
  <inkml:trace contextRef="#ctx0" brushRef="#br0" timeOffset="58933.49">11361 9465 666 0,'0'0'101'0,"0"0"-68"0,0 0-5 0,0 0-16 15,0 0-6-15,0 0 96 16,236-13-5-16,-156 5-28 16,7-4-3-16,-28 1-53 15,0 3-1-15,-13 3-12 16,-5-3 0-16,-26 0-32 16,4-4-25-16,-19 8-113 15,0 4-331-15</inkml:trace>
  <inkml:trace contextRef="#ctx0" brushRef="#br0" timeOffset="59799.1">12257 9721 470 0,'0'0'92'16,"0"0"-5"-16,0 0-5 0,0 0-31 0,0 0 24 16,0 0-51-16,0 201 24 15,0-154-17-15,6 6 22 16,0-14-27-16,-6-3 2 15,0-7-25-15,0-5-2 16,0 0 10-16,0-8-11 16,0-16 6-16,0 9 3 15,0-9 0-15,0 0-6 16,0-9-6-16,0-39-5 16,0-8 4-16,22-16 3 15,12 3 0-15,13 13-4 0,12 0 1 16,-7 24-1-1,23 9-6-15,-7 10 6 16,-37 13-5-16,19 0 4 16,-26 32 6-16,4 13 22 0,-21 10-5 15,-7 6-15-15,0-2-2 16,-7-10-50-16,-33-1-33 16,6-16-153-16,6-16-227 15</inkml:trace>
  <inkml:trace contextRef="#ctx0" brushRef="#br0" timeOffset="60633.26">13147 9508 512 0,'0'0'56'0,"0"0"40"0,0 0-35 0,0 0-31 0,0 0-8 0,0 0 15 0,0 29 10 15,-6 2-10-15,-16 10 27 16,-3 18-8-16,3 15 14 16,10 9-45-16,-10 1 10 15,22-15-33-15,0-5-4 16,0-16-3-16,0-8-22 15,47-16-9-15,-13-4-42 16,6-12 9-16,1-8-43 16,-13 0 36-16,12 0-144 0</inkml:trace>
  <inkml:trace contextRef="#ctx0" brushRef="#br0" timeOffset="61064.43">13441 9640 501 0,'0'0'61'0,"0"0"-17"15,0 0 22-15,0 0-7 16,0 0 36-16,0 0-47 16,0 229-9-16,0-173-14 15,0-7 19-15,0-9-10 16,0-16-7-16,7-4-27 15,17-12 2-15,11 0-9 16,-1-4 11-16,12-4-4 16,7 0 7-16,3 0 26 15,-4 0-32-15,-11 0-2 0,-1 0-10 16,-15 0-34-16,3-4-15 16,-22-4-103-16,-6-8-41 15,0 4-163-15</inkml:trace>
  <inkml:trace contextRef="#ctx0" brushRef="#br0" timeOffset="61314.72">13609 9753 670 0,'0'0'182'16,"0"0"-182"-16,0 0 52 16,0 0-22-16,0 0-20 15,0 0-10-15,105 56-4 16,-105-56-11-16,22 0 5 16,-16 0 3-16,0 0 5 15,-6 0-72-15,0-16-98 16,0-8-299-16</inkml:trace>
  <inkml:trace contextRef="#ctx0" brushRef="#br0" timeOffset="61514.88">13609 9753 448 0,'-96'-100'465'16,"111"100"-460"-16,16 0-3 15,3 0 32-15,13 0-34 16,9 0-13-16,-10-8-5 16,1-5-74-16,-13-2-28 15,-22 2-69-15,-12 10-102 16</inkml:trace>
  <inkml:trace contextRef="#ctx0" brushRef="#br0" timeOffset="61998.11">14189 9421 660 0,'0'0'150'0,"0"0"-11"0,0 0-74 0,0 0-23 16,180 240-14-1,-174-180-3-15,-6 8-3 0,0 12-17 16,-19 12-8-16,-34 5 13 15,1-1-20-15,11-15-19 16,20-29-60-16,21-29-126 16,0-23-137-16</inkml:trace>
  <inkml:trace contextRef="#ctx0" brushRef="#br0" timeOffset="62430.42">14750 9886 764 0,'0'0'172'0,"0"0"-161"0,0 0 3 0,0 0-14 0,0 0-11 16,0 0-40-16,363-5-133 15,-351-3-103-15</inkml:trace>
  <inkml:trace contextRef="#ctx0" brushRef="#br0" timeOffset="62663.8">14750 9886 825 0,'46'-141'14'16,"-5"141"87"-16,21 0-43 15,-3-8-29-15,15 0-29 16,-3 0-47-16,-15 4-176 16,-25-1-402-16</inkml:trace>
  <inkml:trace contextRef="#ctx0" brushRef="#br0" timeOffset="63279.77">15513 9568 459 0,'0'0'215'15,"0"0"-170"-15,0 0 28 16,0 0 35-16,0 0-59 16,0 0-11-16,214-67-12 0,-180 67-9 15,-3 0-12-15,-3 0-10 16,-28 23 26-16,0 41-2 15,0 24 13-15,-34 14-20 16,-32-7-12-16,4-7-2 16,16-24 1-16,12-15 2 15,28-26-2-15,6-14-1 16,0-9-4-16,0 0-40 16,6 0 35-16,50 0 11 15,-10-9 45-15,7-6-23 16,-7-1-12-16,7 0 10 15,-13 16-8-15,1 0 6 16,-1 0-12-16,7 0-3 16,-1 0-2-16,-12 0-2 0,6 0-112 15,-27 0-31 1,-13 0-385-16</inkml:trace>
  <inkml:trace contextRef="#ctx0" brushRef="#br0" timeOffset="64028.75">16409 9079 290 0,'0'0'205'0,"0"0"-82"0,0 0-13 16,0 0-45-16,0 0 25 0,0 0-30 15,121 65-49 1,-121-26 4-16,0 9-4 0,0 4-21 15,-16-3 27-15,10-5-27 16,-6 1 20-16,12-14-10 16,0 2 11-16,0-10-6 15,0-7-5-15,0-11 0 16,0-5-10-16,0 0 0 16,0 0 9-16,0 0 2 15,0 0 11-15,12-13-9 16,10 1-3-16,-4-7-28 15,4 10-105-15,-16 1-29 16,-6 0 72-16,0 0 90 0,0 8 77 16,0 0 63-1,0 0-49-15,0-8-91 0,-6 0-40 16,-28-7-299 0</inkml:trace>
  <inkml:trace contextRef="#ctx0" brushRef="#br0" timeOffset="65061.06">16375 9136 82 0,'0'0'496'0,"0"0"-443"0,0 0-35 0,0 0 1 15,0 0 56-15,0 0-21 16,-28-5 26-16,28 5-12 15,0 0-33-15,0-3 2 16,0-2 2-16,0 1-18 16,9 0-16-16,16 4 32 15,15 0 3-15,-6 0-10 16,19 0-25-16,-6 0 15 16,15-4-14-16,-10 4-3 15,-18-3-3-15,-3 3-11 0,-21 0 3 16,-10 0-46-16,0 0 35 15,0 0 19-15,0 0 7 16,0 0-7-16,-22 11 0 16,3 9-11-16,4 0 11 15,9 16 16-15,6 8-11 16,0 0 23-16,0 17-16 16,0-5 4-16,0-4-13 15,0 4 2-15,0-4-4 16,0-8 1-16,0-8-2 15,-7 5 9-15,-5-5-19 16,-10 0 21-16,4 0-20 16,2 0 22-16,10 0-20 15,-6 0 8-15,5 0-1 0,1 5 0 16,-9-5 0 0,2-4-4-16,7 0 9 0,0-9-18 15,6-6 26-15,0-1-25 16,0-8 14-16,0 0-4 15,0 0-1-15,0 0 3 16,0 1-2-16,0 2 4 16,0-3-13-16,0 1 24 15,0-1-22-15,0 0 18 16,0-5-17-16,0 5 12 0,0 1-5 16,0-1 1-1,0-5 0-15,0 2-2 0,0-5 10 16,0 0-9-16,0 0 7 15,0 0 10-15,-16 3-5 16,-8 5 16-16,-29 12-17 16,-3 5 6-16,-9 3-14 15,25-4 0-15,-1-4 6 16,13-9 2-16,16-6-20 16,12-5-11-16,0 0-11 15,0 0-82-15,0 0-217 16</inkml:trace>
  <inkml:trace contextRef="#ctx0" brushRef="#br0" timeOffset="69941.09">16080 11161 278 0,'0'0'280'0,"0"0"-206"0,0 0 15 16,0 0 1-16,0 0-39 16,0 0 23-16,0 0-46 0,0-4-21 15,0 4 0-15,0 0 8 16,0 0 33-16,0 0-23 16,0 0 15-16,0 0-14 15,0 0 16-15,0 0-21 16,0 16-3-16,0 23-16 15,0 22-2-15,0 8 12 16,22 11-9-16,-10-5 22 16,-6 10-19-16,1-5 26 15,-7-4-28-15,0-4 13 16,6-15-13-16,9-9-8 16,4-12 2-16,9-12-9 15,12-4 9-15,-6-8-7 0,13-8 2 16,-16-4 14-16,-3 0-12 15,0 0 11 1,12 0 0-16,6 0-5 0,13 0 2 16,0 0 9-16,9 0-7 15,1 0 6-15,-17 0-10 16,1 0-2-16,-25 0-36 16,-16 0 11-16,-12-21-38 15,0 2-84-15,-46-9-171 16</inkml:trace>
  <inkml:trace contextRef="#ctx0" brushRef="#br0" timeOffset="70456.92">16173 11197 80 0,'0'0'365'0,"0"0"-279"0,0 0 49 0,0 0-52 15,0 0-26-15,0 0-54 16,-46-65 20-16,39 57-13 16,7 8 43-16,0 0-12 15,0 0-11-15,0 0-8 0,22 0 35 16,31 0 10-16,6 0-20 16,9 0-9-16,-3 0-32 15,3 16-6-15,-3-16-1 16,-15 0-59-16,-13 0-89 15,-9-28-147-15</inkml:trace>
  <inkml:trace contextRef="#ctx0" brushRef="#br0" timeOffset="71140">16877 11405 272 0,'0'0'398'0,"0"0"-371"0,0 0 15 0,0 0 12 16,0 0-39-16,0 0 16 15,40 133 29-15,-21-81-20 0,-13-7 13 16,-6-6 10-16,0-3-53 15,0-8 3-15,0-8-12 16,0-7-1-16,0-13-3 16,0 0-23-16,0 0-21 15,34-17-11-15,19-23 58 16,9-12 0-16,9 0 17 16,-3 0-13-16,1-1 9 15,-10 17-13-15,-13 9-8 16,-12 18 8-16,-28 9-18 15,-6 0 18-15,0 4 11 16,0 45 52-16,0 7-28 16,0 16-6-16,-6-4-29 15,-22-12-23-15,22-23-52 16,0-30-183-16</inkml:trace>
  <inkml:trace contextRef="#ctx0" brushRef="#br0" timeOffset="72188.49">17931 11887 333 0,'0'0'163'0,"0"0"-160"0,0 0 49 0,0 0-9 0,0 0 38 0,0 0 62 0,-31 36 25 16,10-36-52-16,-7 0-40 15,-10-16-35-15,-2-29-6 16,0-19-31-16,6-20-4 16,21-4 0-16,4 0 4 15,9 16-10-15,0 20-17 16,0 19 22-16,9 10-30 16,38 7-22-16,-7-9-78 15,0 9-172-15</inkml:trace>
  <inkml:trace contextRef="#ctx0" brushRef="#br0" timeOffset="73387.33">18086 11802 359 0,'0'0'374'0,"0"0"-304"0,0 0 66 0,0 0-49 0,0 0-24 0,0 0-24 16,202 16-6-16,-137-16-22 16,-3 0-1-16,-9 0-10 0,-29-16-7 15,-24 12 2 1,16 0-6-16,-16-3 6 0,0 7 10 16,0 0 30-16,0 0-31 15,0-5 23-15,0 5-23 16,0-8-8-16,0-4-5 15,0-4 9-15,0-8 7 16,0 0-6-16,0-3 13 16,-16-9-14-16,-24 3 3 15,3 0-3-15,3 6 0 16,6 10-9-16,9 9 9 16,-2 5-1-16,-4 3 6 15,-3 0-10-15,0 0 5 0,9 0-5 16,13 0-7-16,0 0 6 15,6 0-6-15,0-9-12 16,0 1 3-16,0-8 7 16,0-7-29-16,0-2-5 15,0-3 43-15,0 4-6 16,0 8 5-16,0-7 10 16,6 14-13-16,13-7-3 15,9 16 0-15,18 0 12 16,-5 0 3-16,17 0 28 15,-5 0-17-15,9 0 8 16,3 0-20-16,3 0 8 16,1 0-7-16,-10 0 3 15,-19 0-5-15,13 0 0 0,-19 0-1 16,-16 0 0-16,4 12 3 16,-10 9-1-16,-12-6 12 15,0 14-13-15,0-1 14 16,0 8-3-16,0 0 2 15,0 3 2-15,0-3-2 16,-34 13 16-16,16-17-29 16,-16 4 2-16,21-15 1 15,-2-6-8-15,9-7 3 16,6-3 1-16,0-5 0 16,0 0 0-16,0 0-1 15,0 0 4-15,0 0-14 0,0 0 8 16,0 0-4-16,0 0 14 15,0 0-7-15,0 0 4 16,0 0 5-16,0 0-9 16,0 0 6-16,0 0-13 15,0 0 3-15,0 0-2 16,0 0-3-16,0 0 5 16,34 0 8-16,6 0 5 15,-12 0-5-15,-3 0-1 16,-19 0-6-16,3 0 4 15,-9 0-3-15,13 0-8 0,-7 3 4 16,15 5 9 0,-14-8-6-16,-1 0-40 0,0 0-87 15,-6 0-174 1</inkml:trace>
  <inkml:trace contextRef="#ctx0" brushRef="#br0" timeOffset="74055.2">19237 11173 326 0,'0'0'357'0,"0"0"-303"0,0 0 55 0,0 0-14 15,0 0-46-15,0 0 34 0,0 0-38 16,71 112-4-16,-25-72-26 15,-5 13 15-15,-13-1-24 16,-16 7 3-16,-12 2-2 16,0-1-3-16,0 12-8 15,-12 0-14-15,-29 0 11 16,7-8-30-16,3-11-3 16,16-25-83-16,9-28-75 15,6 0-240-15</inkml:trace>
  <inkml:trace contextRef="#ctx0" brushRef="#br0" timeOffset="74420.25">19764 11533 816 0,'0'0'150'0,"0"0"-142"0,0 0 63 0,0 0-47 0,0 0-23 16,0 0-1-16,307-19-35 15,-279 10 2-15,-16 9-41 16,-12 0-33-16,0 0-30 16,0 0-131-16</inkml:trace>
  <inkml:trace contextRef="#ctx0" brushRef="#br0" timeOffset="74589.55">19764 11533 894 0,'68'-175'104'0,"-31"175"-101"15,19 0 20-15,15-33 9 16,25-7-32-16,-24 0-24 15,2 7-64-15,-40 18-357 16</inkml:trace>
  <inkml:trace contextRef="#ctx0" brushRef="#br0" timeOffset="78617.42">21094 11081 599 0,'0'0'23'0,"0"0"4"0,0 0 32 0,0 0-25 16,0 0-3-16,0 0 20 16,0 0-1-16,0 0 11 15,0 0 18-15,0 0-30 0,0 0-9 16,0 0-32-16,0 0 1 16,0 0-1-16,-6 0-8 15,-22 0 6-15,15 0 0 16,-14 0 3-16,-14 12-5 15,10 4 6-15,-9-1-4 16,-16 9 7-16,16 13-11 16,-13 3 5-16,7 13 6 15,-1 11-22-15,7 11 9 16,12 5-4-16,15-8 2 0,13-6-6 16,0-3 3-1,0-23 5-15,28 1-14 0,37-18 1 16,-3-7 6-1,-3-11-17-15,10-5 9 0,-17 0 9 16,-18-5-6-16,-15-26 0 16,-13 6-6-16,-6-2 18 15,0 6 2-15,0 5 10 16,0 4-11-16,-6 12-2 16,-34 0-15-16,-1 0-10 15,-24 12 21-15,-3 28-22 16,-6 4 24-16,36 0 6 15,4-11-8-15,34-13-26 16,0-12-109-16,0-8-96 16,41 0-310-16</inkml:trace>
  <inkml:trace contextRef="#ctx0" brushRef="#br0" timeOffset="79569.5">21556 10711 688 0,'0'0'122'0,"0"0"-55"0,0 0-4 0,0 0-10 0,0 0-7 16,0 0-22-16,260-23 2 16,-207 15-18-16,0 8 19 15,-7 0-26-15,-5 0 23 16,-13 0-23-16,-10 31 11 16,-2 2-10-16,-10 19 1 15,0 7-3-15,-6 18 2 16,0 23-7-16,0 0 13 15,0-3-10-15,0-1 11 0,0-20-13 16,0-8 4 0,0-15-1-16,0-14-11 0,0-10-12 15,0-9 9 1,0 0 1-16,0-8 7 0,6 0 14 16,-6-4-12-16,0 1 14 15,0-6-7-15,0-3-1 16,0 8 0-16,0-4 4 15,0 0-4-15,0 4 14 16,-18 1-15-16,-23 6 27 16,1 1-26-16,-22 8 15 15,3 1-13-15,-9-2 0 16,-19-7-3-16,0 9 0 16,16-9-1-16,15-1-3 0,31-10-1 15,25-5-23-15,0 0-96 16,13 0-319-16</inkml:trace>
  <inkml:trace contextRef="#ctx0" brushRef="#br0" timeOffset="88008.45">12620 14898 420 0,'0'0'90'0,"0"0"-72"0,0 0 8 0,0 0 36 16,0 0-39-16,0 0-20 15,0 0 9-15,0-11-3 16,0 11 59-16,0 0 41 15,0 0-4-15,0 0-75 0,0 0 22 16,0 0-27-16,0 0 6 16,0 0-28-16,0 0 6 15,0 0 14-15,0 0-7 16,0 0 15-16,0 0-14 16,0 0-2-16,12 0-10 15,28 0-6-15,47 0 2 16,6 0 13-16,7 0-1 15,-14 0-10-15,-17 0-3 16,-17-8-26-16,-18-1 5 16,-15 1-37-16,-19-8-33 15,0 4-110-15,0 4-54 0</inkml:trace>
  <inkml:trace contextRef="#ctx0" brushRef="#br0" timeOffset="88358.4">12852 14677 521 0,'0'0'303'0,"0"0"-244"0,0 0 6 0,0 0-41 0,0 0 12 16,0 0 14-16,162-7-6 15,-110 7-44-15,-11-8 13 16,11 0-13-16,-5-5-1 15,-7 2-32-15,-6-1-67 16,0 4-115-16,-15 0-364 16</inkml:trace>
  <inkml:trace contextRef="#ctx0" brushRef="#br0" timeOffset="89224.15">14375 13724 246 0,'0'0'246'0,"0"0"-146"0,0 0 29 0,0 0-61 15,0 0-8-15,0 0 13 0,-19 0-26 16,19 0 7-16,0 0-3 15,0 0-12-15,0 0-27 16,0-8-6-16,0 0 4 16,0-9-13-16,13 13 3 15,8 0-4-15,4 4-3 16,3 0-3-16,-16 0 8 16,4 28 0-16,-10 16-9 15,-6 12 12-15,0 1-9 16,0 15-17-16,-22-4 13 15,-9 8-5-15,-3-7 14 16,19-21 1-16,15-9 4 0,0-14-7 16,0-9 7-16,49-8-2 15,23 0 11-15,8-8 25 16,29 0-30-16,-10 0 18 16,-12 0-21-16,-19-8 0 15,-21 3-1-15,-16 5 7 16,-16 0-18-16,-9 0 2 15,-6 0-10-15,0 5-92 16,0 20-166-16</inkml:trace>
  <inkml:trace contextRef="#ctx0" brushRef="#br0" timeOffset="89957.49">14015 14682 589 0,'0'0'82'0,"0"0"-10"0,0 0-1 0,0 0-7 16,0 0-22-16,0 0 18 15,-12 0-16-15,12 0-13 16,6 0-1-16,47 0-8 16,33 8 44-16,35 4-28 0,0-4 8 15,31-8-46-15,3 0 14 16,-9 0-2-16,9 0-24 16,-15-3 12-16,-13-6-37 15,-25-7-57-15,-43 8 58 16,-47 8-138-16,-12 0-206 15</inkml:trace>
  <inkml:trace contextRef="#ctx0" brushRef="#br0" timeOffset="90639.75">14697 15144 250 0,'0'0'312'0,"0"0"-270"0,0 0 59 0,0 0-55 0,0 0 9 16,0 0 7-16,-21 0 4 15,-4 7-8-15,-3 17-7 16,-6 1 20-16,3 19-39 0,-3 3 13 16,6 6-34-1,9 15-4-15,-3-4-7 0,22 0-2 16,0 0-10-16,0-8 5 15,0-7 1-15,22-13-14 16,12-12 19-16,13-9-12 16,-7-10 1-16,0-5 2 15,-2 0 9-15,-4-8-20 16,-6-25 20-16,-16 5-11 16,-12-8 12-16,0 12 1 15,0-7 1-15,0 6 6 16,-47 17-8-16,1 8-5 15,-7 0-10-15,-9 21 12 16,9 30 3-16,19 14-21 16,16-5 18-16,18-20-39 0,0-17-35 15,12-23-147-15,28 0-298 16</inkml:trace>
  <inkml:trace contextRef="#ctx0" brushRef="#br0" timeOffset="92971.45">15658 14879 196 0,'0'0'15'0,"0"0"-11"0,0 0 53 0,0 0 17 0,0 0-54 0,0 0-20 15,0 0 4-15,0 0-2 0,0 0 24 16,0 0 70-16,0 0 3 16,0 0 16-16,0 0-4 15,0 0-15-15,0 0-24 16,0 0-20-16,0 0-3 15,0 0-39-15,0 0 29 16,0 0-17-16,0 0 17 16,0 0-21-16,10 0-5 0,-4 0-5 15,19 0-8-15,9 0-3 16,25 0 3-16,9-12 11 16,0-1-11-16,-9-7 0 15,-12 1-12-15,-7 6-19 16,-12-2-11-16,-10 2-49 15,-18 13-58-15,0 0-119 16,0 0-134-16</inkml:trace>
  <inkml:trace contextRef="#ctx0" brushRef="#br0" timeOffset="93160.5">15658 14879 674 0</inkml:trace>
  <inkml:trace contextRef="#ctx0" brushRef="#br0" timeOffset="93238.3">15658 14879 674 0,'35'-282'38'0,"33"282"36"0,3 0 79 0,10 0-1 16,-7-11-120-16,-21 2-28 15,-13-10-8-15,0-9-31 16,-18-5-77-16,-16 13-172 0</inkml:trace>
  <inkml:trace contextRef="#ctx0" brushRef="#br0" timeOffset="94671.18">17103 14377 214 0,'0'0'242'0,"0"0"-141"0,0 0 55 0,0 0-55 16,0 0-3-16,0 4-33 16,0-4 26-16,0 0-40 15,0 0 6-15,0 0-22 16,0-12-10-16,0-40-16 16,0-28 3-16,13-20-6 0,2-16 8 15,10 3-20-15,-3 24 6 16,-4 22-11-16,-11 31-19 15,-1 20 15-15,-6 16 7 16,0 0-8-16,0 16 5 16,0 48 15-16,-47 24-8 15,-24 12-23-15,-10 0-8 16,13-15-77-16,28-18-48 16,9-22-207-16</inkml:trace>
  <inkml:trace contextRef="#ctx0" brushRef="#br0" timeOffset="95236.41">16489 14870 410 0,'0'0'358'0,"0"0"-281"0,0 0-14 0,0 0 52 16,0 0-22 0,0 0-38-16,366-3-39 0,-279 3 8 15,22 0-22-15,-16 0 4 16,-13 0-6-16,1 0-35 15,-16 0-25-15,-3 0-84 16,-22-13-115-16,-27 5-381 16</inkml:trace>
  <inkml:trace contextRef="#ctx0" brushRef="#br0" timeOffset="95969.53">16917 15352 487 0,'0'0'502'0,"0"0"-437"0,0 0-35 0,0 0-30 16,0 0 16-16,0 0-16 15,19-41 1-15,9 30-1 16,-3 7-3-16,-16 4 3 16,-9 0-1-16,0 0 6 15,0 20 12-15,0 16-1 16,0 12 0-16,0-8-16 16,6-4 0-16,13-4-21 15,9-11-2-15,-4-10 7 16,17 1 12-16,5-7-2 0,10 6 12 15,15-3 20 1,10 9-25 0,-7 2 10-16,13 9-2 0,-34 0 4 15,-25 13-11-15,-22 6 2 16,-6 10-4-16,-6 16-5 0,-81 2 2 16,-46 22-8-1,-22-1 3-15,-19-7-31 0,28-17-38 16,19-25 4-16,40-22-91 15,47-25-334-15</inkml:trace>
  <inkml:trace contextRef="#ctx0" brushRef="#br0" timeOffset="96886.22">16688 15452 495 0,'0'0'201'0,"0"0"-148"0,0 0 29 0,0 0 16 15,0 0 28-15,0 0-53 16,248-120-12-16,-180 88-24 15,-15 4-18-15,-19 8-19 16,-9 4-5-16,-10 4-51 16,-2 4-29-16,-13 8-99 15,0 0-199-15</inkml:trace>
  <inkml:trace contextRef="#ctx0" brushRef="#br0" timeOffset="98101.11">18393 15079 101 0,'0'0'299'0,"0"0"-299"0,0 0-65 16,0 0 43-16,0 0 22 16,0 0 55-16,-28-28 105 15,28 28-43-15,0 0-19 16,0 0-30-16,0 0 2 16,0 0-21-16,0 0-25 15,0 0 1-15,0 0 8 0,0 0 9 16,0 0-23-16,0 0 25 15,0 0-17-15,0 0 14 16,0 0-30-16,0 0 8 16,0 0-19-16,62-20 0 15,25 8 9-15,0-9-8 16,12 2 6-16,-6-1-2 16,-18 4-10-16,-7 4-27 15,-28 7 4-15,-21 2-25 16,-13 3-14-16,-6 0-40 0,0 0-108 15,-47 0-222 1</inkml:trace>
  <inkml:trace contextRef="#ctx0" brushRef="#br0" timeOffset="98500.43">18427 14826 442 0,'0'0'308'0,"0"0"-283"0,0 0 130 0,0 0-70 15,0 0-45-15,0 0-36 16,366 0-4-16,-310 0-7 16,-3-3-46-16,-13-5-40 0,-15 3-141 15</inkml:trace>
  <inkml:trace contextRef="#ctx0" brushRef="#br0" timeOffset="99218.14">19556 15031 543 0,'0'0'44'0,"0"0"-15"0,0 0 45 0,0 0-27 0,347-24-4 0,-272-24 43 0,-1-16-45 15,-21-8 11-15,-19-5-9 16,-28-7-14-16,-6 4-29 16,0 3-2-16,-53 5-21 15,-27 28-11-15,-7 20 20 16,0 24 14-16,13 4 2 16,-7 68 10-16,28 25-2 15,13 11-8-15,18-11-4 16,22-25-33-1,0-25-151-15,0-22-106 0</inkml:trace>
  <inkml:trace contextRef="#ctx0" brushRef="#br0" timeOffset="99599.1">20412 14903 578 0,'0'0'215'0,"0"0"-123"0,0 0 21 0,0 0-40 0,0 208-27 0,0-144-28 15,0-15-12-15,-6-6-6 16,-7-14-17-16,4-17-55 15,-4-12-94-15,13 0-276 16</inkml:trace>
  <inkml:trace contextRef="#ctx0" brushRef="#br0" timeOffset="100263.88">20833 14377 696 0,'0'0'150'16,"0"0"-32"-16,0 0-17 15,0 0-72-15,0 0-26 16,0 0-3-16,59 0 4 16,-31 0-1-16,0 0 0 0,-3 0 12 15,-3 17-8-15,-16-2-3 16,0 9-4-16,-6 20-11 16,0-4 9-16,0-4-19 15,0-7 0-15,0-6-8 16,0-10 8-16,6-1-14 15,22-4 34-15,13-8 2 16,24 0-2-16,9 0 1 16,-9 0-46-16,3 0 32 15,-15 0 28-15,-6 12-28 16,-13 4 28-16,-22 4-10 16,-12 4 13-16,0 4 18 15,0 4-2-15,-12 8-31 0,-47 12-2 16,-22 9-19-16,-18 6 18 15,12-6 2-15,13-17 10 16,21-12-10-16,25-32-2 16,28 0-57-16,0-36-174 15,0-24-333-15</inkml:trace>
  <inkml:trace contextRef="#ctx0" brushRef="#br0" timeOffset="100980.8">21643 14377 105 0,'0'0'403'0,"0"0"-291"0,0 0 25 16,0 0-41-16,0 0-68 15,0 0-8-15,6-8 8 0,13 8-4 16,15 0-16 0,-6 0 11-16,-16 25-8 0,-6 6 37 15,0 13-34-15,-6-8 7 16,0 0-18-16,0-8-3 16,0-11-8-16,0-1 1 15,0-8-7-15,0-8 12 16,0 4-8-16,0-4-16 15,47 0 24-15,9 0-8 16,-4 0 10-16,-5 4 0 16,-13 4 1-16,-15 7 12 15,2 14 6-15,-8 8 43 16,-13 2-33-16,0 13-29 16,0-4 9-16,0-7-9 15,0 3 2-15,0-13-1 0,0-3-1 16,-34 5-20-1,-13-13 3-15,-6 0-69 0,13-16-22 16,12-4-192 0</inkml:trace>
  <inkml:trace contextRef="#ctx0" brushRef="#br0" timeOffset="101863.64">22297 14394 354 0,'0'0'263'0,"0"0"-181"0,0 0-4 0,0 0-49 0,0 0 37 0,0 0-26 16,127-41 3-16,-99 41-20 16,-16 0-13-16,-5 0 24 15,-7 0-5-15,0 0 16 16,0 16-38-16,0 16 16 16,0 0-23-16,0-7-8 15,0-2-21-15,0-7 4 0,6 1 11 16,9-9-11-1,16-8 16-15,-9 11 18 0,12-6 8 16,-15-2-11-16,15 2 35 16,-16 7-27-16,10-1 8 15,6 17-14-15,-15 1 3 16,9 7-8-16,-22 4 19 16,-6 4 3-16,0 0-23 15,0 0-2-15,-6-11-10 16,-34-10-4-16,-13-10-18 15,-3-1-10-15,10-9-67 16,21-3-31-16,16 0-125 0</inkml:trace>
  <inkml:trace contextRef="#ctx0" brushRef="#br0" timeOffset="103344.86">18440 14561 364 0,'0'0'163'0,"0"0"-112"0,0 0 18 0,0 0-69 16,0 0 2-16,0 0-2 15,0 0 42-15,52-103-6 16,-24 95 2-16,-9-1-1 16,3 1 24-16,6 5-9 15,3-10-20-15,-4 13 25 16,1 0-38-16,3 0 8 16,-3 0-10-16,19 0 14 15,-1 16-18-15,-5 1 1 0,5-1-14 16,-6-13 0-16,1 5-6 15,-7-8 7-15,-9 4-10 16,3-4 18-16,6 8-13 16,0-8 10-16,-3 0-9 15,18 0 3-15,-2 0 0 16,-7-15 0-16,-3-18 4 16,-9-3-8-16,-15 0-6 15,-4-4 3-15,-9 16-16 16,0 16-10-16,0 8-39 0,-15 0-79 15,-32 20-65 1</inkml:trace>
  <inkml:trace contextRef="#ctx0" brushRef="#br0" timeOffset="107525.19">9290 6252 207 0,'0'0'177'0,"0"0"-119"0,0 0 12 0,0 0-51 15,0 0 0-15,0 0 4 16,0 0-21-16,0 0 12 15,0 0-10-15,0 0 60 16,0 0 26-16,0 0 20 16,0 0-39-16,0 0-40 15,0 0-6-15,0 0-15 16,0 0 1-16,0 0-3 16,0 0-5-16,0 0 7 15,0 0-9-15,0 0 5 16,0 0 7-16,0 0 5 15,0 0-4-15,0-5-4 0,0 5-4 16,0 0 15-16,0 0-10 16,0 0 14-16,0 0-20 15,0 0 13-15,0 0-10 16,0 0-8-16,34 0 0 16,25 0 4-16,34 0 8 15,15 0-1-15,-9-8 21 16,-6 5-32-16,-12-5 8 15,-13 0-3-15,-15-1-10 16,-13-2 4-16,-21 3-4 16,-4 0 2-16,-15 4-9 15,0-1-2-15,0 2-66 0,-46 3-212 16</inkml:trace>
  <inkml:trace contextRef="#ctx0" brushRef="#br0" timeOffset="111455.49">20734 15845 164 0,'0'0'24'0,"0"0"-16"0,0 0 34 0,0 0 42 0,0 0-21 0,0 0 17 16,0 0-15 0,-15 0-9-16,15 0-8 15,0 0-3-15,0 0-17 0,0 0-27 16,0 0 18-16,0 0-7 16,0 0 22-16,0 0-10 15,0 0 31-15,0 0-18 16,0 0-17-16,0 0-6 15,0 0-3-15,0 0 15 16,0 0-26-16,0 0 5 16,0 0-1-16,0 0 4 15,0 0-3-15,0 5 15 16,0 1-7-16,0-1 13 0,0 7-8 16,0-4-9-16,0-3-7 15,0-2 10-15,15 2-18 16,10-2 18-16,3 5-9 15,6 0 0-15,-3 4 5 16,3-4-8-16,0 0 1 16,-6-4 9-16,-3-4-8 15,3 0 6-15,-9 0-1 16,8 0-13-16,-14 0 17 16,15 0-10-16,-10 0-1 15,10 0 0-15,-9 0 0 16,9 0 0-16,-10 0 4 0,4 0 2 15,-3 0-4 1,2 0 5-16,4 0-12 16,3 0 11-16,0 0-4 0,-16 0 3 15,16 0-5-15,-9 0 0 16,3 0 0-16,2 0-2 16,-8 0 8-16,-4 0-12 15,1 0 9-15,15 0-11 16,-10 0 10-16,10 0-2 15,-9 0 4-15,2 0 0 16,-8 0-7-16,15 0 6 16,-22 0 1-16,0 0-3 15,0 0-2-15,1 0-13 16,-7 0 14-16,15 0 4 16,-9-4 1-16,0 4-3 0,7-4-2 15,2-3 0 1,4-1 0-16,-7-5 0 0,-2 1 3 15,2 1-6-15,-6-2 3 16,0 1 0-16,1 12 8 16,-7 0-8-16,6 0 0 15,9 0 7-15,-2 0-14 16,8-11-2-16,-2-2 4 16,0-11-24-16,2 4-10 15,-8-8-61-15,-7 3-43 16,-6 14-66-16,0-1-150 15</inkml:trace>
  <inkml:trace contextRef="#ctx0" brushRef="#br0" timeOffset="112338.1">21801 15620 148 0,'0'0'148'0,"0"0"-66"0,0 0 24 0,0 0-42 0,0 0-5 16,0 0-14-16,81 0-18 15,-66 0-13-15,-3 0 15 16,1 0 6-16,-7 0 33 0,-6 0-15 15,16 0 13 1,-10 0-34-16,0 0 0 16,0 0-28-16,16 0 6 0,-16 0-10 15,13 0 2-15,-4 0 1 16,-15 0 2-16,0 0-10 16,0 0-10-16,0 12 15 15,0 1 2-15,0 2 1 16,0 6-4-16,0-1 9 15,0 4-8-15,0-1 4 0,0-2-3 16,0-1 3 0,0 0-2-16,0-9-2 0,0-2 0 15,-9-5 0-15,3-4 8 16,6 0-6-16,0 0-2 16,0 0 8-16,0 0-3 15,0 0-10-15,0 0-36 16,0 0-55-16,0 4-127 15,-19 15-141-15</inkml:trace>
  <inkml:trace contextRef="#ctx0" brushRef="#br0" timeOffset="113754.76">23395 14954 585 0,'0'0'86'0,"0"0"-28"0,0 0 7 0,0 0-48 0,0 0 33 15,0 0-3-15,46 0 9 16,1 0 12-16,5 0-1 16,1 0-17-16,-13 0-29 15,-6 0-18-15,-15 0-2 16,3 0-2-16,-10 0 2 15,1 0-3-15,15-11-20 16,-7 7 4-16,-2-1-47 16,-13 2-18-16,-6 3-70 0,0 0-136 15</inkml:trace>
  <inkml:trace contextRef="#ctx0" brushRef="#br0" timeOffset="114220.73">23534 14654 484 0,'0'0'177'0,"0"0"-137"0,0 0 111 0,0 0-16 16,0 0-54-16,0 0-13 16,279 0-49-16,-232-4 2 15,-13-5-16-15,12-10-10 16,-12-6-9-16,-6-3-68 15,-21 12-129-15,-7 4-371 16</inkml:trace>
  <inkml:trace contextRef="#ctx0" brushRef="#br0" timeOffset="115137.54">24471 14369 461 0,'0'0'139'0,"0"0"-3"0,0 0-22 0,0 0-35 16,0 0-49-16,0 0-3 15,0-24-26-15,6 20 47 16,28-8-17-16,-16 12-15 0,1 0-2 16,3 0-7-1,-10 0 5-15,4 0-11 0,-16 0 0 16,0 21-1 0,0 15-10-16,0 11 10 0,0 1 11 15,-22 1-10-15,10-21 6 16,12-17-7-16,0-3-6 15,18-8-18-15,35 0-13 16,28 0 31-16,15 0-4 16,-19 0 5-16,4 9 7 15,-25 7-4-15,-19 4 4 16,-15 8 4-16,-22 4 20 16,0 8-6-16,0 8 18 15,-28 8-37-15,-31 13 11 0,0 3-2 16,-9 0-8-16,-13-16 4 15,7 4-3-15,-7-20 0 16,22 1-3-16,12-22-7 16,20-19-33-16,27 0 4 15,0-8-105-15,0-44-250 16</inkml:trace>
  <inkml:trace contextRef="#ctx0" brushRef="#br0" timeOffset="115901.52">25240 14353 747 0,'0'0'97'0,"0"0"-17"0,0 0-48 0,0 0-32 15,0 0 0-15,0 0 4 0,192 0 30 16,-140 0-10 0,-5 0 27-16,-7 0-29 0,-12 28 7 15,-22-4-29-15,-6 12 11 16,0 4-11-16,0 9-6 15,0-10 5-15,0-6-28 16,0-13 19-16,0-9-49 16,53-6 27-16,-6-2-1 15,15-3 28-15,-16 0 5 16,-12 0 8-16,-3 5 14 16,-15 3-18-16,-16 8 34 0,0 12 0 15,0 20 4 1,0 13-15-16,-16 2 0 0,-15 10-26 15,-31 7 7 1,3-8-8-16,-9-16-4 0,9-16-7 16,19-31 11-16,12-9-4 15,16 0-79-15,-1-5-96 16,13-23-163-16</inkml:trace>
  <inkml:trace contextRef="#ctx0" brushRef="#br0" timeOffset="116186.42">26133 15111 951 0,'0'0'24'0,"0"0"9"0,0 0-8 0,0 0-25 16,-47 208-21-16,47-180-44 16,-6-7-102-16,6-9-77 15,0-12-24-15</inkml:trace>
  <inkml:trace contextRef="#ctx0" brushRef="#br0" timeOffset="116851.51">26433 14369 580 0,'0'0'124'0,"0"0"-84"0,0 0 18 16,0 0 19-16,0 0-37 0,341-176-40 15,-294 176-9-15,-19 0-2 16,-28 32 11-16,0 32 19 16,0 12 89-16,0-8-33 15,-41 4-61-15,7-16 8 16,10-3-22-16,17-13-1 16,7-17-4-16,0-14-3 15,0-9 0-15,7 0-37 16,58 0 18-16,3-12 9 15,-3-8 8-15,-9 4 10 0,-31 11 3 16,-25 5-3-16,0 0-10 16,0 8 3-16,0 25 7 15,0 15 40-15,0-4-18 16,-47 16-16-16,7 4 2 16,-7 0-13-16,-12-3 5 15,-3-9 0-15,3-8-2 16,7-4-41-16,-16-8 29 15,15-15-54-15,19-17-91 16,34 0-241-16</inkml:trace>
  <inkml:trace contextRef="#ctx0" brushRef="#br0" timeOffset="117383.99">27912 14004 456 0,'0'0'503'0,"0"0"-412"15,0 0-23-15,0 0-25 16,-86 221-24-16,45-126 25 16,-12 2-34-16,-2 0 7 15,14-1-10-15,1-12-2 0,3-4 0 16,3-8-5-16,6-8 0 15,3-12-4-15,10-16-24 16,8-19-37-16,7-17-55 16,0 0-217-16,0-32-162 15</inkml:trace>
  <inkml:trace contextRef="#ctx0" brushRef="#br0" timeOffset="117685.2">27531 14329 530 0,'0'0'533'16,"0"0"-470"-16,0 0-18 16,0 0-45-16,0 0-20 15,0 0-17-15,0 21-11 16,0-10 20-16,-6-11 13 0,-16 0 10 16,3 0-138-1,13 0-682-15</inkml:trace>
  <inkml:trace contextRef="#ctx0" brushRef="#br0" timeOffset="118049.5">27953 14887 565 0,'0'0'313'0,"0"0"-212"16,0 0-21-16,0 0-28 16,0 0-46-16,0 0 7 15,0 0 5-15,0 0-16 16,0 0 2-16,0 0-4 15,0 0 0-15,0 0-25 16,0 0 24-16,0 0 2 16,0 0 0-16,0 0-1 15,0 0-10-15,0 0 7 16,0 0 3-16,0-8 0 16,0-17-98-16,0 5-192 0</inkml:trace>
  <inkml:trace contextRef="#ctx0" brushRef="#br0" timeOffset="166847.39">20418 5229 370 0,'0'0'181'0,"0"0"-181"0,0 0-19 0,0 0 16 16,0 0-45-16,0 0 48 16,0 0 13-16,6 0 57 15,-6 0 21-15,0 0 31 16,0 5-38-16,0-5-41 16,0 0-39-16,0 0-2 15,0 0-2-15,0 0 2 16,0 0 9-16,0 0 1 0,0 0 36 15,0 0 10-15,0 0-10 16,22 0-20-16,-4 0-5 16,17-28-1-16,27-25 8 15,24-19 16-15,14-13-36 16,5-3 12-16,10 0-22 16,-22 4 5-16,-13 20-5 15,-27 12-15-15,-25 24-18 16,-28 20-20-16,0 8-5 15,0 0-47-15,0 0-90 16,-53 19-621-16</inkml:trace>
  <inkml:trace contextRef="#ctx0" brushRef="#br0" timeOffset="167242.98">20499 4684 464 0,'0'0'278'0,"0"0"-252"0,0 0 109 0,0 0 32 0,167 240-109 0,-93-163-7 16,-2-10-27-1,-10-10-2-15,-10-9-20 0,1-12-1 16,-19-11-1-16,-6-10-24 15,-9-3 1-15,-7-8-30 16,10-4-16-16,-3 0-166 16,2-31-300-16</inkml:trace>
  <inkml:trace contextRef="#ctx0" brushRef="#br0" timeOffset="167958.03">21748 4960 252 0,'0'0'161'0,"0"0"-91"15,0 0 12-15,0 0 12 0,0 0-41 16,0 0 27-1,-12 5-31-15,12-5 18 16,0 0-21-16,0 0-6 0,0 0-11 16,46-13-2-16,22-18 5 15,10-18-16-15,9-3 0 16,9-12-11-16,-9 3-10 16,-16-3-25-16,-9 12-55 15,-15 12-33-15,-23 21-44 16,-14 19 40-16,-10 0-49 15,0 8-41-15</inkml:trace>
  <inkml:trace contextRef="#ctx0" brushRef="#br0" timeOffset="168440.78">21776 5093 575 0,'0'0'108'0,"0"0"77"0,0 0-83 0,0 0-16 16,0 0-50-16,354 113 0 16,-308-77-35-16,7-13 12 0,-13-3-12 15,-18-7-2 1,-16-5-7-16,0 0-11 0,-6-5-9 16,0-3-53-16,0 0-20 15,0 0-125-15</inkml:trace>
  <inkml:trace contextRef="#ctx0" brushRef="#br0" timeOffset="169575.17">23252 4528 209 0,'0'0'140'0,"0"0"-27"0,0 0 3 15,0 0-40-15,0 0-32 16,0 0-23-16,0 0-12 16,6-5 7-16,-6 5 2 15,0 0 50-15,0 0-7 16,0 0 10-16,0 0-31 16,-12 0-18-16,-29 0-22 15,1 8 0-15,6 0-4 16,3 4 9-16,-3 4 8 15,6 12-13-15,9 0 19 16,7 13-14-16,-3-5 0 0,15 0-5 16,0-8 0-16,0-12-2 15,0 0-4-15,27-12 4 16,-2 4-17-16,31 0 18 16,-9 4-1-16,5 1 2 15,-5-2 0-15,-7 5-3 16,0-4-10-16,-27 0 2 15,9 17 6-15,-22-9 4 16,0 11 1-16,0 1 10 16,0 9 20-16,-28-5-29 15,-19 4 7-15,-6-4-6 0,-9-8-2 16,22-4 0 0,9-12-11-16,-9-4 9 0,18-3-36 15,-3-5 8-15,-3 0-108 16,10 0-5-16,-4 0-244 15</inkml:trace>
  <inkml:trace contextRef="#ctx0" brushRef="#br0" timeOffset="169990.33">23246 4636 345 0,'0'0'79'0,"0"0"8"16,0 0 47-16,0 0 2 15,0 0-18-15,0 0-27 16,242 20-22-16,-171-20-21 0,-3 0-19 16,0 0-24-16,-9-8-5 15,-12-1 0-15,-7 1-12 16,-6 0-40-16,-15 0-23 15,-4 1 18-15,-15-1-53 16,0 8-96-16,-49 0-287 16</inkml:trace>
  <inkml:trace contextRef="#ctx0" brushRef="#br0" timeOffset="171305.79">26086 13166 621 0,'0'0'418'0,"0"0"-375"0,0 0-1 0,0 0 0 15,0 0-42-15,0 0 1 0,133-105 18 16,-86 54 19-16,15-1 29 15,-9-1-10-15,-1-11 18 16,4-4-51-16,-3-1-9 16,21 10-15-16,-15 7-14 15,0 19-28-15,-3 13-42 16,-10 20 7-16,-21 0-19 16,-3 0 0-16,-22 4-103 15,0 4-266-15</inkml:trace>
  <inkml:trace contextRef="#ctx0" brushRef="#br0" timeOffset="171904.94">26061 12858 333 0,'0'0'334'0,"0"0"-315"0,0 0 18 0,0 0 20 0,0 0-18 0,0 0 22 16,72 0-5-16,-57 0 24 16,-9 0-28-16,0 0 5 15,-6 0-38-15,0 0-4 16,0 15-11-16,0 9-4 15,0 4 11-15,0 8-11 16,0 8 15-16,-6-11-11 16,-6 3 23-16,3-13-21 15,9-10 16-15,0-9-20 0,0-4-4 16,0 0-9-16,0 0-7 16,0 0-4-16,0 0 17 15,27 0 5-15,26-12 5 16,15-12 7-16,7 0-11 15,2 0-1-15,10 8-1 16,-12 4-2-16,-7 7 3 16,-22 5-17-16,-21 0 4 15,-9 0-72-15,-16 0-79 16,0 0-285-16</inkml:trace>
  <inkml:trace contextRef="#ctx0" brushRef="#br0" timeOffset="172738.83">27810 11787 522 0,'0'0'263'0,"0"0"-194"0,0 0 34 0,0 0-35 0,0 0-53 15,0 0 16-15,0 0-16 16,0 0 8-16,0 0-1 15,0 11 37-15,0 17-21 16,0 20 5-16,-37 4-20 16,-4 1 6-16,-14 3 5 15,24 9-31-15,-19-10 18 16,-3-7-18-16,29-4-3 16,-11-11 6-16,14-9-12 15,8-17-10-15,1 6-14 16,12-13-13-16,0 0-32 0,0 0-3 15,0-33-65-15,-6-3-112 16,-4 0-277-16</inkml:trace>
  <inkml:trace contextRef="#ctx0" brushRef="#br0" timeOffset="173040.59">27317 11987 137 0,'0'0'198'0,"0"0"-140"0,0 0 72 16,0 0-48 0,0 0-15-16,0 0 6 0,242-72 10 15,-224 104 23-15,10 0-10 16,-9 4-19-16,9-8-11 15,-3 0-46-15,3-8 7 16,12 0-24-16,-6-12-1 16,-3 9-2-16,-3-6-12 15,-6-7-12-15,9 0-38 16,9-4 9-16,-6 0-59 16,6 0-146-16,-21 0-341 0</inkml:trace>
  <inkml:trace contextRef="#ctx0" brushRef="#br0" timeOffset="173720.69">28601 11738 220 0,'0'0'297'0,"0"0"-171"0,0 0 19 0,0 0-59 0,0 0-35 16,0 0 36-16,-28 0-20 15,28 0-10-15,0 0-30 16,0 0 30-16,0 0-45 15,0 0 12-15,0 13-4 16,21-2-1-16,4 14 3 16,3 6-22-16,6-3 8 15,13 0-5-15,-7-12-6 16,-6 1-19-16,-3-9-11 16,-3-8-24-16,0 8 16 15,-16 0 14-15,1-8-5 0,-7 0 4 16,-6 0-79-16,0 0-87 15,0 0-345-15</inkml:trace>
  <inkml:trace contextRef="#ctx0" brushRef="#br0" timeOffset="174270.63">28452 12311 97 0,'0'0'288'0,"0"0"-196"0,0 0-30 0,0 0-42 16,0 0 17-16,0 0 26 16,22-11 9-16,-4-1 8 15,10-4 3-15,19-9-21 16,-1 2-43-16,1-1 32 16,-1 4-38-16,-6 4 18 15,-5-4-13-15,5-5-5 16,0 1-13-16,-6-4-6 0,7-4-6 15,-10 0-56-15,-10 8 13 16,-2 7-33-16,-19 17 25 16,0 0-23-16,0 0 66 15,0 5-153-15</inkml:trace>
  <inkml:trace contextRef="#ctx0" brushRef="#br0" timeOffset="175018.72">28675 12448 266 0,'0'0'152'0,"0"0"-152"0,0 0-72 0,0 0-5 0,0 0 54 16,0 0 23-16,-15-8 199 16,15 8-17-16,0 0-18 15,0 0-21-15,0 0-90 16,-13 8-15-16,7-4-30 15,0-4 15-15,-4 0-19 16,10 0 22-16,0 0-19 16,0 0 32-16,0 0-6 15,0 0-4-15,0 0 9 16,0 0-27-16,0 0-11 16,16 0 10-16,37-31-10 15,21-14 0-15,13 1 13 16,6-16-12-16,-12 19 4 0,-7-7-5 15,-15 20-16-15,-19 9-17 16,-21 2-17-16,-19 17 29 16,0 0-23-16,0 0 14 15,0 0-102-15,-13 25-256 16</inkml:trace>
  <inkml:trace contextRef="#ctx0" brushRef="#br0" timeOffset="175917.78">29822 11762 57 0,'0'0'265'0,"0"0"-104"0,0 0-9 15,0 0-46-15,0 0-38 16,0 0-16-16,0 0-25 0,0 9-10 16,0-9-9-1,0 3 17-15,0-3-8 0,0 0 26 16,0 5 17-16,0-2-2 16,0 2-37-16,0-5 1 15,-6 0-13-15,-6 11 4 16,-16-7-7-16,-6 20-5 15,9 1 9-15,-15 3-8 16,6 0 13-16,15-4-13 16,3-4 12-16,10-9-14 15,6-2 2-15,0-9-2 16,0 0-23-16,0 0 7 0,6 0 7 16,41 0-4-1,-7 0 16-15,1 0-9 16,14 0 6-16,-2 0 0 15,6 0-3-15,9 8 3 0,-15-8 0 16,-7 8-11-16,-5 0 10 16,-20 0-12-16,-2-4 9 15,-19 8 0-15,0-3 4 16,0 14 0-16,0 9 9 16,-40 13-8-16,-7 7 1 15,-6 4 1-15,7-9 2 16,-1-6-6-16,-2-18 8 15,18-15-14-15,-9-8 2 16,-1 0 1-16,1 0-7 16,18 0-6-16,4-8-3 15,5-15-29-15,13-10-18 0,0-11-76 16,6-8-16-16,29 1-300 16</inkml:trace>
  <inkml:trace contextRef="#ctx0" brushRef="#br0" timeOffset="176517.95">29822 11738 240 0,'0'0'163'0,"0"0"-11"0,0 0 24 0,0 0-38 15,0 0-63-15,0 0-1 0,87 0-3 16,-12 0-15-1,11 0-35-15,7-24 5 0,0-4-26 16,-24 4-14-16,-10 8-8 16,-25 5-63-16,-19 11-26 15,-9 0-130-15,-6 0-478 16</inkml:trace>
  <inkml:trace contextRef="#ctx0" brushRef="#br0" timeOffset="184993.41">8220 17233 314 0,'0'0'397'0,"0"0"-315"0,0 0 34 0,0 0-23 0,353-68-40 16,-260 59 10-16,4-2-26 0,-4-10 22 15,6-11-25 1,-6-8-19-16,-6-13-7 0,-7-2 15 16,-5 7-19-16,-29 7 2 15,22 2-3-15,-21-2-3 16,-1 2 0-16,-12 2-11 15,-15 13 2-15,-19 12-52 16,0 8-15-16,-6 4-32 16,-69 0-385-16</inkml:trace>
  <inkml:trace contextRef="#ctx0" brushRef="#br0" timeOffset="185660.68">9429 16443 212 0,'0'0'436'0,"0"0"-388"0,0 0-13 16,0 0 77-16,0 0-30 15,0 0-16-15,236 0-11 16,-183 0-19-16,12 0-15 16,-25-4-9-16,-6 4-2 15,-28 0-7-15,16 0-6 16,-16 0 10-16,0 0-7 15,-6 40 1-15,7 12 20 16,-7 8 3-16,0 0-11 16,0-12-6-16,0-11-7 0,0-13-7 15,0-12-20 1,0-1-41-16,0-6-252 0</inkml:trace>
  <inkml:trace contextRef="#ctx0" brushRef="#br0" timeOffset="186797.62">5287 17959 126 0,'0'0'499'0,"0"0"-468"0,0 0-4 0,0 0 12 15,0 0-35 1,0 0 36-16,0 36 31 0,0-25 2 16,0 6-36-16,0-9 27 15,0-8 1-15,0 0-21 16,0 0-19-16,0-5-11 16,0-31-11-16,0-23-3 15,0-21 20-15,0-9-14 16,0 1 10-16,0 8-15 15,0 8-1-15,0 8-7 16,0 19-6-16,0 18-18 16,0 27 30-1,0 0-2-15,0 0 0 0,-16 23 0 16,-15 21-3-16,-9 13-14 16,0 2-96-16,-1-6-102 0,1-6-404 15</inkml:trace>
  <inkml:trace contextRef="#ctx0" brushRef="#br0" timeOffset="187207.81">5761 17890 564 0,'0'0'27'0,"0"0"11"0,0 0 58 0,0 0-32 0,0 0 13 15,0 0-3-15,295-56 19 16,-224-12-41-16,-3-21-6 15,-15 6-29-15,-25-9-17 16,-28 12-6-16,0 11-14 16,-16 17-7-16,-55 20 24 0,-10 24-5 15,-12 8 0 1,19 12 4-16,-1 52 8 0,17 24 3 16,-4 12-6-16,9-3-2 15,28-21-28-15,16-25-63 16,9-30-81-16,15-21-118 15,57 0-84-15</inkml:trace>
  <inkml:trace contextRef="#ctx0" brushRef="#br0" timeOffset="187625.73">6409 17787 11 0,'0'0'481'16,"0"0"-393"-16,0 0-13 16,0 0-19-16,0 0-28 15,0 0-8-15,233 203 9 16,-159-203 9-16,-6 0-7 15,-3-39 7-15,-12-22-7 16,-19-14 45-16,-12-10-23 16,-22-7-28-16,0 3-1 15,0 13-22-15,-16 20 12 0,-15 28-6 16,-18 20-12 0,-16 8 9-16,-16 0-7 0,-6 32 2 15,7 16-5-15,33-4-1 16,13 0-16-16,22-7-21 15,12-5-32-15,0-9-71 16,52-6-94-16,10-9-170 16</inkml:trace>
  <inkml:trace contextRef="#ctx0" brushRef="#br0" timeOffset="188124.91">7364 17802 587 0,'0'0'89'0,"0"0"-13"0,0 0 20 16,0 0-15-16,0 0-31 15,0 0 14-15,0 4-13 16,0-20-8-16,13-32 1 16,27 0 6-16,6-20 3 0,16-9-47 15,3 5 2 1,-3-8-6-16,4 3-4 0,-11 18-28 15,-8-1-6 1,6 4-13-16,-25 7-45 0,-22 9-51 16,-6 24-98-16,0 16-181 15</inkml:trace>
  <inkml:trace contextRef="#ctx0" brushRef="#br0" timeOffset="188457.56">7318 17048 483 0,'0'0'333'0,"0"0"-286"16,0 0 14-16,0 0 25 16,0 0-40-16,0 0-4 15,86 36-42-15,-73-36 1 16,-4 0-2-16,-9 0-9 16,0 0 10-16,0 0 13 15,0 0-13-15,0 0-25 0,0 12 1 16,0 1-74-16,0 2-193 15</inkml:trace>
  <inkml:trace contextRef="#ctx0" brushRef="#br0" timeOffset="188924.95">8114 17698 461 0,'0'0'150'0,"0"0"-121"0,0 0 1 0,0 0 54 16,0 0-71-16,0 0 35 0,-136 24-46 15,130-16 15 1,0-8 25-16,6 0 26 0,0 0 2 16,-7 0-70-16,7 0-6 15,0 0 0-15,0 0-4 16,0 0-20-16,0 8-32 16,13-4-123-16,27-4-121 15</inkml:trace>
  <inkml:trace contextRef="#ctx0" brushRef="#br0" timeOffset="189440.91">9110 17830 599 0,'0'0'240'0,"0"0"-164"0,0 0 3 16,0 0-54-16,0 0-6 15,0 0 38-15,127 0 12 16,-81 0-39-16,7 0-4 16,-6 0-14-16,-1-7-1 15,7-1-11-15,3-9-2 16,-25 6-20-16,-10 3-25 0,-14 3-2 16,-7-3-81-16,0 4-69 15,0-4-116-15</inkml:trace>
  <inkml:trace contextRef="#ctx0" brushRef="#br0" timeOffset="189655.08">9110 17830 528 0,'-28'-244'91'0,"50"227"-34"15,24 1 60 1,1 9-64-16,-1 2 9 0,13 5 16 16,-12 0-31-16,-7 0-13 15,-12 0-34-15,-16 0-26 16,10-11-89-16,-22-2-264 16</inkml:trace>
  <inkml:trace contextRef="#ctx0" brushRef="#br0" timeOffset="190372.46">10713 18003 297 0,'0'0'287'0,"0"0"-189"0,0 0 10 0,0 0-17 0,0 0-33 16,0 0-23-16,0 20 5 15,0-20-12-15,0 0-19 16,0 0 16-16,0 0 6 0,0 0 27 16,0 0-20-16,0-17-17 15,0-22-17-15,0-18 6 16,0-7-6-16,12-12 9 15,4 0 2-15,2-13-14 16,-11-11-2-16,8 0-17 16,-15 12-15-16,0 24-5 15,0 31 0-15,0 30-4 16,0 3 42-16,0 16 23 16,0 40-23-16,-28 8 0 15,-12 13-9-15,0-10 0 16,-1-3 5-16,7-7 2 0,9-21 2 15,4-13-5-15,8 6-35 16,1-13-96-16,12 0-244 16</inkml:trace>
  <inkml:trace contextRef="#ctx0" brushRef="#br0" timeOffset="210971.66">25218 5317 204 0,'0'0'341'0,"0"0"-331"0,0 0 41 0,0 0-23 16,0 0-14-16,0 0-7 16,0 0-5-16,0-32 1 15,0 32 37-15,0 0 85 16,0 0 7-16,0 0-32 16,0 0-60-16,0 0-11 15,0 0-23-15,0 0 5 0,0 0-11 16,0 0 1-1,0 0 5-15,0 0 4 0,0 0 17 16,0 0-5 0,0 0-2-16,0 0-14 0,0 0-11 15,0 0 6-15,0 0-2 16,0 0 1-16,0 0-7 16,0 0-1-16,0 0-9 15,0 0 17-15,0 0-9 16,0 0 7-16,0 0-11 15,0-4-14-15,0-4-116 16,0-12-370-16</inkml:trace>
  <inkml:trace contextRef="#ctx0" brushRef="#br0" timeOffset="211624.12">25131 4836 212 0,'0'0'394'0,"0"0"-282"0,0 0-29 0,0 0-82 16,0 0-1-16,0 0 0 0,0-12 16 16,0 12 9-16,0 0 2 15,0 0 52-15,0 0 15 16,0 0-23-16,0 0-44 15,0 0-6-15,0 0-21 16,0-4-7-16,6-8-29 16,0 9 25-16,1-2 10 15,-7 1 1-15,0 4 8 16,0 0 1-16,9 0 15 16,-9 0-23-16,6-4-1 15,13-4-37-15,9-4 29 0,-10-8-2 16,4 4-7-1,-3 0 2-15,-4-1 3 0,-9 2-12 16,-6-1-30 0,0 8-97-16,13 0-414 15</inkml:trace>
  <inkml:trace contextRef="#ctx0" brushRef="#br0" timeOffset="213485.86">21909 7531 402 0,'0'0'117'0,"0"0"-100"0,0 0 13 0,0 0 13 0,0 0-4 16,0 0 23-16,0 0 10 15,0 0-1-15,0 0 2 0,0 0-28 16,0 0 15 0,0 0-22-16,0 0-4 0,0 0-15 15,0-28 14-15,0-28-5 16,0-16-13-16,19-21 17 15,3 5-13-15,-10-7 0 16,-6 14-16-16,-6 8-6 16,0 22-4-16,0 22 7 15,0 22-7-15,0 7-1 16,0 0 0-16,0 0-24 16,0 3 15-16,-24 45 17 15,-38 13-9-15,-19 3-3 16,22 1 9-16,19-14-17 0,6-7-40 15,9-3-72 1,-9-18-121-16,6-2 7 0</inkml:trace>
  <inkml:trace contextRef="#ctx0" brushRef="#br0" timeOffset="213903.18">22095 7359 490 0,'0'0'128'0,"0"0"-71"0,0 0 2 0,0 0-41 0,0 0 15 0,0 0 4 15,75 36 12-15,-35-64 2 16,0-12 14-16,7-16 21 16,-7 0-57-16,-6-17 7 15,-9 5-32-15,3 4 2 16,-22 7-1-16,-6 13-4 0,0 16-1 15,0 12 0-15,0 9-16 16,-18 7-25 0,-50 0 4-16,-13 51-5 0,-12 18-14 15,34-1-15-15,12-15-27 16,38-10-113-16</inkml:trace>
  <inkml:trace contextRef="#ctx0" brushRef="#br0" timeOffset="214270.02">22933 7227 187 0,'0'0'397'0,"0"0"-397"15,0 0 0-15,0 0 33 16,0 0-2-16,0 0 25 16,111 39 39-16,-43-39 23 15,-9-28-64-15,3-3 20 16,-9-26-28-16,0-3-21 16,-19-8-6-16,-28-4-10 15,-6 11-13-15,0 14 8 16,-18 19-7-16,-57 15 3 0,-6 13-12 15,-24 0-16 1,-10 41 20-16,1 19 7 0,27 8-12 16,34-4-34-16,25-8-51 15,28-16-13-15,0-12-99 16,9-12-259-16</inkml:trace>
  <inkml:trace contextRef="#ctx0" brushRef="#br0" timeOffset="-214678.85">23829 7066 672 0,'0'0'227'15,"0"0"-187"-15,0 0 49 0,0 0 8 0,353-252-44 0,-219 163-7 0,-1-4-21 0,-6 10-23 0,-12 19-2 16,-35 15-41-16,-27 17-2 0,-41 20-41 16,-12 8-46-1,0 4-93-15,-52 0-261 0</inkml:trace>
  <inkml:trace contextRef="#ctx0" brushRef="#br0" timeOffset="-214478.09">24074 6480 905 0,'0'0'144'0,"0"0"-73"0,0 0-1 16,0 0-25-16,0 0-45 16,0 0-21-16,0 13-27 15,0-2-101-15,-7 9-121 16,-11 5-355-16</inkml:trace>
  <inkml:trace contextRef="#ctx0" brushRef="#br0" timeOffset="-214194.96">24598 7163 861 0,'0'0'90'15,"0"0"-87"-15,0 0-1 16,0 0 1-16,0 0 3 16,0 0-12-16,0-33 12 15,0 33-3-15,0 0-3 16,0 0 0-16,-16 0-6 16,16 0-132-16,0-12-203 15</inkml:trace>
  <inkml:trace contextRef="#ctx0" brushRef="#br0" timeOffset="-213762.62">25292 6922 514 0,'0'0'283'0,"0"0"-177"0,0 0-11 0,0 0-42 0,0 0-10 16,0 0 58-16,286 0-28 15,-166 0-8-15,-5 0-26 16,-9 0-13-16,-26 0-26 15,-24 0-8-15,-31 0-74 16,-19 0-44-16,-6 0-168 0</inkml:trace>
  <inkml:trace contextRef="#ctx0" brushRef="#br0" timeOffset="-213028.95">26570 6549 654 0,'0'0'140'0,"0"0"-45"0,0 0-4 0,0 0-21 0,0 0-18 16,0 0-16-16,-28 0-36 15,28 0 0-15,12 0 7 16,29 0 12-16,-1 0-4 16,6 0 6-16,1 0-21 15,-13 0-4-15,-6 0 3 0,-3 0-19 16,-4 28 8 0,-8-4 12-16,8 20-10 0,-8 8 15 15,-1-4-10-15,1-8-15 16,21-8-6-16,12-12-8 15,16-4-40-15,10-4 42 16,2-4 11-16,0 0 9 16,-27 5 3-16,-19-1 9 15,-28 12 7-15,0 16 43 16,0 8 4-16,-62 12-40 16,-13 4-14-16,-11-4 0 15,-7-11-1-15,0-1-19 16,6-24 13-16,12-12-49 15,35-12-89-15,9 0-141 16,9 0-138-16</inkml:trace>
  <inkml:trace contextRef="#ctx0" brushRef="#br0" timeOffset="-212447.42">27398 6645 789 0,'0'0'117'0,"0"0"-67"0,0 0-25 0,0 0-5 0,0 0-4 16,0 0 33-1,127-32-41-15,-115 32 0 0,-12 0-7 16,6 0 30-16,-6 27-19 16,0 1-10-16,0 8-2 15,0-6-1-15,0-15-2 16,0-3-39-16,16-12-45 16,21 0 18-16,19 0 61 15,-3 0 8-15,-7 0 6 16,-12 9 37-16,7 6-29 15,-17 1-14-15,-8 12 2 16,-16 4-3-16,0 4 12 16,0 5-16-16,0 7 10 15,-56 8-3-15,-15 1 5 0,-16 2-5 16,6-15-2-16,19-11-46 16,16-22-106-16,21 1-172 15</inkml:trace>
  <inkml:trace contextRef="#ctx0" brushRef="#br0" timeOffset="-212146.62">28191 7163 481 0,'0'0'538'0,"0"0"-449"0,0 0-10 0,0 284-57 0,0-216 18 16,-12-11-40-16,0-14-32 15,-16-11-49-15,0-7-101 16,3-22-327-16</inkml:trace>
  <inkml:trace contextRef="#ctx0" brushRef="#br0" timeOffset="-211348.66">28613 6568 657 0,'0'0'187'0,"0"0"-47"0,0 0-40 0,0 0-49 16,0 0-43-16,0 0 4 15,53-31-6-15,-19 26-8 16,6 5 2-16,-12 0 0 16,-9 0-14-16,9 5 13 15,-22 15-1-15,0 4-3 16,-6 8-1-16,0 0 12 15,0-4-12-15,0 0 15 16,0-8-13-16,0-7 4 16,0 2-12-16,6-7-17 0,35 0-25 15,21-3 39-15,-10-2 13 16,-11 2-9-16,-1-2 22 16,-28 13-22-16,-12 1 12 15,0 14-1-15,-6 10 25 16,-62 11-5-16,-19 4-10 15,6 4-7-15,-12-4 6 16,22-16-7-16,21-8-4 16,32-20-13-16,18-12-43 15,0 0-102-15,0-20-221 16</inkml:trace>
  <inkml:trace contextRef="#ctx0" brushRef="#br0" timeOffset="-210765.84">29196 7130 821 0,'0'0'72'0,"0"0"11"0,0 0-15 0,0 0-30 16,0 0-21-16,0 0 38 16,198-160-15-16,-123 87-20 15,5-10 5-15,1-6-20 16,6 9-5-16,-6 3-21 0,-16 25-33 15,-19 8-53 1,-18 29-142-16,-22 10-254 16</inkml:trace>
  <inkml:trace contextRef="#ctx0" brushRef="#br0" timeOffset="-210481.93">29469 6501 582 0,'0'0'484'15,"0"0"-455"-15,0 0 9 16,0 0-38-16,0 0-41 15,0 0-22-15,0 3 1 16,0-3-43-16,0 0 18 16,0 0 65-16,-6 12-5 15,-16 9-8-15,3-9-378 16</inkml:trace>
  <inkml:trace contextRef="#ctx0" brushRef="#br0" timeOffset="-210098.67">29829 6989 327 0,'0'0'410'0,"0"0"-261"16,0 0 4-16,0 0-85 15,0 0-44-15,0 0-20 0,15-3 2 16,-15 3 1-16,0 0-7 16,0 0 8-16,0 0 2 15,0 0 11-15,0 0-15 16,0-5-12-16,0 2 6 15,6-9-33-15,7-1-32 16,2-2 8-16,-2 11 24 16,-1 4-57-16,-6-4-2 15,3 4 56-15,-2 0-46 16,-7 0-301-16</inkml:trace>
  <inkml:trace contextRef="#ctx0" brushRef="#br0" timeOffset="-209179.93">22650 8890 885 0,'0'0'56'0,"0"0"-53"0,0 0 60 0,0 0-38 16,416 33-9-16,-311-30-16 0,10 2 5 16,-16 3-5-1,-24-4-7-15,-29 4 2 0,-24-8 5 16,-22 0-24-16,0 0-49 16,0 0-60-16,-34 0-110 15,-41-20-59-15</inkml:trace>
  <inkml:trace contextRef="#ctx0" brushRef="#br0" timeOffset="-208983.71">22725 8774 238 0,'0'0'784'16,"0"0"-756"-16,0 0 18 15,0 0 24-15,0 0-7 16,428 36-54-16,-295-36-9 16,-12 0-48-16,-22 0-80 15,-31-15-146-15</inkml:trace>
  <inkml:trace contextRef="#ctx0" brushRef="#br0" timeOffset="-208267.95">24858 8370 557 0,'0'0'57'0,"0"0"-50"0,0 0 49 0,0 0-21 0,0 0-2 16,0 0 20-16,-397 248 16 15,345-176 20-15,11 1-12 16,7 7-16-16,22 0-28 16,12-8-17-16,0 0-14 15,0-16-2-15,68-12-12 16,13-16 4-16,12-12-8 15,-7-11-4-15,1-5 8 16,-12 0-5-16,-16-28 10 16,-13-16 14-16,-24-5-7 0,-22 1 0 15,0 8-20-15,0 16-28 16,0 16 15-16,-56 8 33 16,-15 8 0-16,-32 44 18 15,-2 13-17-15,18-1 7 16,19-12-8-16,28-16-5 15,27-13-83-15,13-23-181 16,0 0-274-16</inkml:trace>
  <inkml:trace contextRef="#ctx0" brushRef="#br0" timeOffset="-207352.03">25506 8438 276 0,'0'0'386'0,"0"0"-229"0,0 0-32 0,0 0-86 0,0 0-39 16,0 0-25-16,0-8 7 15,0 0-21-15,0 8 39 16,0 0 17-16,0 0 61 16,0 0-5-16,0 0-16 15,-22 0-43-15,-18 20-9 16,-6 12-4-16,-7 16-1 0,-21 8 6 16,21 8-5-16,13 12 10 15,5 5-8-15,17 2 18 16,-4 2-14-16,22-13-4 15,0-16-3-15,0-12-8 16,40-8-4-16,22-8-3 16,4-12-4-16,8-16-12 15,0 0 13-15,-2 0-1 16,-10-31 11-16,-10-18 8 16,1-3 3-16,-25 4-1 15,-16 16 4-15,-12 4-5 16,0 12-1-16,-6 12 0 15,-59 4-52-15,-15 0-14 0,-17 48 44 16,-2 4 7-16,19 4-10 16,27-4 23-16,19-19-17 15,15-17-126-15,19-16-112 16</inkml:trace>
  <inkml:trace contextRef="#ctx0" brushRef="#br0" timeOffset="-207068.86">26114 9011 914 0,'0'0'74'0,"0"0"3"0,0 0 4 0,0 0-59 0,-28 228-22 15,22-192-13-15,0 0-24 16,-7-3-73-16,13-9 36 16,0-12-83-16,0-12-90 15,0 0-253-15</inkml:trace>
  <inkml:trace contextRef="#ctx0" brushRef="#br0" timeOffset="-206551.72">26461 8425 544 0,'0'0'298'16,"0"0"-227"-16,0 0-18 15,0 0 10-15,0 0-12 16,0 0 5-16,282-19-19 16,-210 7-23-16,-17 4-14 15,-23 8-9-15,-11 0-15 16,-8 0 10-16,-1 39 14 15,-3 17 1-15,4 17 2 0,-13 15 5 16,0 5-16-16,0 3 7 16,0-4 0-16,0-16 1 15,0-16-5-15,6-19 3 16,6-22-37-16,4-15-41 16,-4-4-29-16,1 0-79 15,8-15 34-15,-14-14-51 16,-7 9-122-16</inkml:trace>
  <inkml:trace contextRef="#ctx0" brushRef="#br0" timeOffset="-206317.21">26675 8859 848 0,'0'0'32'0,"0"0"84"16,0 0-14-16,0 0-34 15,354-5-46-15,-280-6-21 16,-27-6-1-16,-7-7-52 16,-6 4-138-16,0 1-279 15</inkml:trace>
  <inkml:trace contextRef="#ctx0" brushRef="#br0" timeOffset="-205819.99">27491 9216 678 0,'0'0'87'0,"0"0"-8"0,0 0 51 0,0 0-31 16,0 0-48-16,0 0-4 15,220-257-14-15,-146 180 3 0,25-10-31 16,-6-6 13 0,4 1-18-16,2 7 0 0,-19 5-19 15,1 13-30-15,-16 14-26 16,-12 13-62-16,-31 20-35 16,-4 20-90-16,-18 0-287 15</inkml:trace>
  <inkml:trace contextRef="#ctx0" brushRef="#br0" timeOffset="-205401.28">27605 8542 263 0,'0'0'510'16,"0"0"-374"-16,0 0-49 0,0 0-1 15,0 0-68 1,0 0 17-16,0 0-19 0,0 0-4 16,0-4-10-16,13-4 0 15,-1-4-2-15,-6 4-11 16,10 4-10 0,-16 0-20-16,0 4 25 15,0 0-36-15,0 0-15 16,0 0-40-16,12 0 22 0,1 0-30 15,2 0-311-15</inkml:trace>
  <inkml:trace contextRef="#ctx0" brushRef="#br0" timeOffset="-204970.33">28266 8954 622 0,'0'0'169'15,"0"0"-116"-15,0 0 51 0,0 0-56 16,0 0-21 0,0 0-21-16,-6-39 11 0,6 27 8 15,0 12-7-15,0 0 6 16,0 0-6-16,0 0-17 16,-13 0-1-16,-9 4-13 15,10 12 0-15,6-8 11 16,-10 0 4-16,16-8 8 15,0 0-1-15,0 0-9 16,0 0-2-16,0 0-23 0,0 0 23 16,0 0-29-1,0 0-12-15,0 0 8 0,0 0-116 16,0 0-154-16</inkml:trace>
  <inkml:trace contextRef="#ctx0" brushRef="#br0" timeOffset="-202837.89">20480 5835 392 0,'0'0'274'0,"0"0"-229"0,0 0 32 0,0 0 5 16,0 0-38-16,0 0-33 15,0 0 20-15,0 0-21 16,0 0 25-16,0 0 3 16,0 0 19-16,0 0-27 15,12 0-4-15,23 0 0 16,30 0-22-16,43 0 23 15,60 0-5-15,24-12 14 16,62-9-11-16,0-7 12 16,-21-3-32-16,-10-2-5 0,-49 2-7 15,-47 10-36-15,-40 5-16 16,-35 1-30-16,-52 6-124 16,0 5-555-16</inkml:trace>
  <inkml:trace contextRef="#ctx0" brushRef="#br0" timeOffset="-192097.93">23187 3184 640 0,'0'0'21'0,"0"0"28"15,0 0-49-15,0 0 4 16,0 0-4-16,0 0 6 0,0 0 20 16,0 0 25-16,-16 0 60 15,16 0-48-15,0 0 15 16,0 0-25-16,0 0-27 15,0 0-2-15,0 0-23 16,0 0 8-16,0 0 0 16,0 0-13-16,0 0 8 15,0 0-4-15,0 0 2 16,0 0-2-16,0 0 3 16,0 0-1-16,0 0 12 15,0 0-6-15,0 0 24 16,0 0-30-16,0-12 21 0,0-24-20 15,-18-13-4 1,12-7 1-16,-10-12 0 0,-3 0-5 16,7-8 11-16,12 8-14 15,-6 8 7-15,6-1-5 16,0 30-12-16,0 10 7 16,0 13-11-16,0 8 2 15,0 0-12-15,0 40-12 16,-28 24 42-16,-19 8 4 15,-5-3 27-15,-16-13-19 16,9-12 0-16,3-16-9 16,25-12-2-16,3-16-6 0,15 0-35 15,4 0-120-15,9-11-363 16</inkml:trace>
  <inkml:trace contextRef="#ctx0" brushRef="#br0" timeOffset="-191410.86">23708 2971 177 0,'0'0'515'0,"0"0"-478"0,0 0 58 15,0 0-29-15,0 0-29 16,0 0-25-16,-53 0 11 0,53 0 16 15,0 0 26 1,0 0 6-16,0 0-4 0,0 0-28 16,0 0-39-16,0 0-4 15,71 0 4-15,16 0 4 16,16 0 30-16,8 0 11 16,-15 0-40-16,-24 0-4 15,-10 0-1-15,-16 0-45 16,-6-12-35-16,-27-8-61 15,-13 4-290-15</inkml:trace>
  <inkml:trace contextRef="#ctx0" brushRef="#br0" timeOffset="-190782.42">24716 3023 275 0,'0'0'209'0,"0"0"-114"0,0 0 31 0,0 0-28 0,0 0-40 16,0 0-57-16,15 8 4 16,-3-8 2-16,1 0 54 15,9-3 32-15,-10-22-23 16,0-7-15-16,4-12-13 15,2-4-27-15,-11-4-9 16,8-1-6-16,-15 9 14 16,0 21-28-16,0 10 28 15,0 10-14-15,0 3 0 16,-40 0-3-16,-16 3-1 16,3 25-30-16,7-4-13 15,18 1-54-15,22-5-35 16,6-1-48-16,0-2-43 0,6 2-267 15</inkml:trace>
  <inkml:trace contextRef="#ctx0" brushRef="#br0" timeOffset="-190586.03">24716 3023 759 0</inkml:trace>
  <inkml:trace contextRef="#ctx0" brushRef="#br0" timeOffset="-190515.09">24716 3023 759 0,'421'180'64'0,"-421"-139"-1"0,0 3-22 16,-6-12-129-16,0 4-53 15,-16-28-32-15,4-8-102 16</inkml:trace>
  <inkml:trace contextRef="#ctx0" brushRef="#br0" timeOffset="-189899.83">25450 2682 123 0,'0'0'445'0,"0"0"-323"0,0 0 3 16,0 0-28-16,22-3-47 15,-3-10-38-15,15 10 13 16,12 3 12-16,-5-5-18 15,5 5-10-15,-12 0 0 16,-12 0-9-16,-3 0-22 16,-13 0-6-16,0 8 28 15,-6 17 1-15,0-9 6 16,15-1 5-16,-15 1-12 16,7-3-5-16,-1-9 2 15,6 0-43-15,22 0 13 16,25 4 33-16,16 0 5 15,27-5-4-15,-3 6 15 16,-12 2-16-16,-28 6-2 0,-19-1 1 16,-24 12-6-1,-16 4 7-15,0 16 13 0,-34 1 58 16,-47 18-38-16,-27-3-1 16,-20-12-26-16,1-7 20 15,22-21-6-15,30-12-20 16,35-12-3-16,22 0-44 15,18 0-66-15,0-17-91 16,46-6-290-16</inkml:trace>
  <inkml:trace contextRef="#ctx0" brushRef="#br0" timeOffset="-189134.21">26461 2630 584 0,'0'0'281'0,"0"0"-158"0,0 0 8 0,0 0-70 0,0 0-33 0,0 0-28 16,-34 16-2-16,68-16-18 16,13 0 20-16,15 0 7 15,9 0 2-15,-18 0-7 16,-19 0-4-16,-12 28-3 16,-22 0 3-16,0 0 2 15,0 8 1-15,0 0-1 16,0-7-11-16,0-5 10 15,0-8-27-15,0-5 12 16,0-2-25-16,24 3 9 0,23 0 19 16,9 0 13-1,3 0 0-15,-13-8 8 0,-12 16-16 16,-21 4 3-16,-13 9 5 16,0 6 2-16,0 10 17 15,-81-1-3-15,-18-1-16 16,18-11 6-16,16-15-6 15,19-9-27-15,18-12-79 16,15 0-87-16,-8 0-461 16</inkml:trace>
  <inkml:trace contextRef="#ctx0" brushRef="#br0" timeOffset="-188199.85">27804 3212 296 0,'0'0'316'0,"0"0"-232"0,0 0-37 0,0 0 13 0,0 0-4 16,0 0 10-16,0 0-8 15,161 0 27-15,-114 0-22 16,15 0-29-16,-10 0-9 16,13 0-24-16,-9-12-2 15,-9 0-2-15,-35-4-29 16,1 3-47-16,-13 6-54 16,0-6-117-16,-19 2-370 15</inkml:trace>
  <inkml:trace contextRef="#ctx0" brushRef="#br0" timeOffset="-187966.93">27804 3212 755 0,'28'-220'38'0,"24"223"133"16,1 9-42-16,15-7-48 16,7-5-59-16,-16 0-22 15,9 0-14-15,-15 0-67 16,-13-5-144-16,-34-10-507 16</inkml:trace>
  <inkml:trace contextRef="#ctx0" brushRef="#br0" timeOffset="-187033.75">27243 2650 725 0,'0'0'4'0,"0"0"98"0,0 0 5 0,0 0-67 0,0 0-39 0,375 0 6 0,-335 0-7 16,-28 0-15 0,-12 0-3-16,0 16 18 0,0 12 13 15,-12 5 26-15,-16-14-11 16,16 1-26-16,6-12-4 15,6 5 1-15,0-1-15 16,0-1 14-16,0 6 2 16,0 2 23-16,0 6-10 15,0 7 14-15,0 13-25 16,0 14 14-16,-53-2-10 16,3-9-3-16,4-12-3 15,21-9-7-15,25-14-19 0,0 2-40 16,0-15-10-1,53 0-140-15,-13 0-209 0</inkml:trace>
  <inkml:trace contextRef="#ctx0" brushRef="#br0" timeOffset="-185800.87">29577 2939 423 0,'0'0'113'0,"0"0"-81"0,0 0-11 16,0 0-11-16,0 0 26 0,0 0 6 16,-34 0 22-16,19 0 2 15,2 0-3-15,1 0-9 16,0-8-10-16,-4 8-26 15,4 0 8-15,-1 0 3 16,-8 0-16-16,-4 0 2 16,3 8-13-16,3 12 3 15,19 8 0-15,0 5 0 16,0-5-2-16,0-1-6 16,7-7 5-16,45-7-2 15,17-9 0-15,2-4 4 16,16-9 6-16,6-43-10 15,-6-24 12-15,-13-4 0 0,-6-5-13 16,-28 5 1-16,-15 16-13 16,-25 25 8-16,0 14-11 15,0 25 9-15,-59 0-1 16,-34 28 2-16,-15 41 3 16,-4 6-1-16,4-3-57 15,21-15-85-15,40-17-285 16</inkml:trace>
  <inkml:trace contextRef="#ctx0" brushRef="#br0" timeOffset="-185552.98">30238 3164 11 0,'0'0'705'0,"0"0"-633"0,0 0 34 0,0 0-67 15,0 0-31-15,-6 228-8 16,-1-179-5-16,1-10-81 16,-9-10-14-16,15-6-12 15,0-23-12-15,0 0-305 16</inkml:trace>
  <inkml:trace contextRef="#ctx0" brushRef="#br0" timeOffset="-184937.1">31066 2498 355 0,'0'0'330'0,"0"0"-257"0,0 0-17 16,0 0 9-16,0 0-46 15,0 0 33-15,-255 224-42 0,243-167 20 16,12-5-2-16,0 4 14 16,0 0-17-16,0-4-19 15,53 4-6-15,21-12-4 16,1-11-7-16,-4-13-33 16,-3-12 23-16,-21-8-20 15,-7 0 33-15,-18 0 8 16,-16-17 27-16,-6-7 35 15,0 9-28-15,0-1 17 16,0 7-36-16,0 6-15 16,-40-2-14-16,-16 5 11 15,-16 0-40-15,-8 20 3 0,-1 21 8 16,35-10 17 0,18-10 1-16,28-9-72 0,0-12-128 15,15 0-242 1</inkml:trace>
  <inkml:trace contextRef="#ctx0" brushRef="#br0" timeOffset="-184088.35">31701 2642 107 0,'0'0'183'16,"0"0"-3"-16,0 0-8 0,0 0-49 0,0 0-29 16,0 0-48-16,0 0 16 15,-52 0 25-15,39 0-49 16,-21 0 2-16,-6 16-17 16,-13 8 7-16,4 16-21 15,-4 4 5-15,19 9-10 16,-4 3-4-16,17 0-5 15,8-8 2-15,13 1 1 16,0-10 3-16,13-6-10 16,46-5 17-16,9-8-20 15,13-9 11-15,5 2-8 0,-5-13-2 16,0 0 7-16,-16 0-17 16,-13 0 2-16,-30-28 17 15,-16-4 4-15,-6-1-4 16,0 10-5-16,-12 6-6 15,-41 14-2 1,-9 3 15-16,-18 7-2 0,8 37 4 16,-8 13-2-16,24-9 4 15,25-8-4-15,9-12-64 16,22-16-80-16,0-12-182 16</inkml:trace>
  <inkml:trace contextRef="#ctx0" brushRef="#br0" timeOffset="-183505.14">32284 2563 586 0,'0'0'114'0,"0"0"-91"0,0 0 80 0,0 0-31 15,0 0-57-15,0 0 21 16,245 0-13-16,-204 0-20 0,-7 3-6 15,-13 5-1 1,-8 4 3-16,-7 12 2 0,0 1 13 16,-6 19-7-16,0 7 3 15,0 6-10-15,0 2-6 16,0-2-7-16,0-12-16 16,0-1-2-16,-6 0-11 15,0-8 26-15,-7-8-39 16,-2 3-13-16,-10-3 37 15,10-7-28-15,-10-6 1 16,25-10-71-16,-6-5-228 16</inkml:trace>
  <inkml:trace contextRef="#ctx0" brushRef="#br0" timeOffset="-183251.99">32452 2891 509 0,'0'0'43'16,"0"0"23"-16,0 0 32 0,0 0 11 16,0 0-7-1,0 0-6-15,251 0-16 0,-177 0-37 16,7 0 0-16,0 0-31 15,-16-4-12-15,-10-12-55 16,-42 4-122-16,-13-1-575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13:00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6722 7487 426 0,'0'0'64'0,"0"0"-16"0,0 0 25 16,0 0-14-16,0 0 1 0,0 0-5 16,0 0-26-1,0 0 14-15,0 0 4 16,0 0 10-16,0 0-24 0,0 0 11 15,0 0-18-15,0 0-8 16,0 0 0-16,0 0-15 16,0 0 20-16,0-20-22 15,22-16 17-15,24-8-16 16,7-5 9-16,28-7-5 16,-1 9-2-16,20-14 0 15,-1-3-1-15,9 0-6 16,-8 7-5-16,-26 13-15 15,-27 24-64-15,-35 4-60 16,-12 16-164-16</inkml:trace>
  <inkml:trace contextRef="#ctx0" brushRef="#br0" timeOffset="633.78">6728 7315 225 0,'0'0'55'0,"0"0"14"0,0 0 12 0,0 0-59 0,0 0 1 0,0 0-4 0,128-44-1 15,-122 44-1-15,3 0-2 16,-3-5 62-16,-6 5-9 16,0-8-36-16,0 8-28 15,0 0 24-15,0 0 8 16,0 13 19-16,0 34-31 15,-28 10 6-15,-6 3 9 16,9-3-26-16,4-18 7 16,8-11-14-16,7-15 12 15,6-13 4-15,0 0-12 16,0 0-10-16,0 0-20 0,0-8 18 16,13-17 2-16,27-3 12 15,6 4-9-15,-11 4 10 16,-1 0-13-16,-10 4-2 15,4-8-5-15,0-1-80 16,-22 2-133-16,-6 2-485 16</inkml:trace>
  <inkml:trace contextRef="#ctx0" brushRef="#br0" timeOffset="1366.81">8248 6709 564 0,'0'0'246'0,"0"0"-193"0,0 0-18 0,0 0-7 0,0 0-17 16,0 0-7-16,-103 56 12 15,85-12-4-15,18 0 20 16,0 5-8-16,0-6-1 16,46-2-21-16,23-9-2 15,24-16-2-15,-7-4-50 16,7-12 40-16,-12 0 8 0,-10 0-1 16,-9-21-17-16,-9-10-5 15,-6-2-3-15,-19 6-4 16,-28 7-38-16,0 3-29 15,0 9-23-15,0-3-362 16</inkml:trace>
  <inkml:trace contextRef="#ctx0" brushRef="#br0" timeOffset="1601.94">8099 6734 250 0,'0'0'511'0,"0"0"-500"16,0 0-9-16,0 0 74 16,0 0-32-16,0 0-42 15,195 0-2-15,-170 0-53 16,-3 0-41-16,-16 0-50 15,-6-21-68-15</inkml:trace>
  <inkml:trace contextRef="#ctx0" brushRef="#br0" timeOffset="1816.6">8099 6734 774 0,'174'-210'176'0,"-174"210"-156"16,15 0 61-16,32 0-18 16,5-8-47-16,13-7 8 15,-15-14-24-15,9 9 0 16,-19 0-41-16,-21 9-69 16,-4 6-69-16,-15 5-151 15</inkml:trace>
  <inkml:trace contextRef="#ctx0" brushRef="#br0" timeOffset="37452.19">9804 6581 228 0,'0'0'86'0,"0"0"-68"0,0 0-5 0,0 0-11 0,0 0 34 16,0 0 44-16,0 0 0 16,0 0-4-16,-28 0 6 15,28 0-33-15,0 0-31 16,0 0-18-16,0 0-6 16,0 7 6-16,0 1-2 15,0-3-8-15,0 3 18 16,0-8-8-16,0 0 0 15,0 0 11-15,0 0 11 16,0 0-4-16,0 0 6 16,0 0-23-16,0 0-1 0,0 0 9 15,0 0-7 1,0 0 9-16,0 0 13 0,0 0-9 16,0 0-4-1,0 0-11-15,0 0 6 16,0 0-3-16,16 0 2 0,15 0 9 15,3 0-13-15,-6 0 13 16,12 0-4-16,-6 0-1 16,-9 0 1-16,15 0-9 15,1 0 21-15,-7 0-19 16,6 0 25-16,1 0-22 16,-1 0 1-16,6 0-4 0,7 0 11 15,-6 0-10 1,-7 0-4-16,13 0 5 15,-7 0 5-15,1 0-2 0,-1 0-6 16,4 0 24-16,-4 0-21 16,-15 0 6-16,25 0-10 15,-9 0 12-15,-7 0-13 16,6 0 0-16,1 12 4 16,-1-1-1-16,1 2 8 15,6-5-8-15,-13-4 5 16,13 4-6-16,-19-5-4 15,12 2 6-15,-5-5-4 16,-1 4 2-16,13 0 4 16,15 4-10-16,-9 4 10 15,3 0-6-15,-3 4 11 0,-7 0-12 16,4-4 9-16,-9-4-10 16,-7 0 4-16,-6-3-1 15,13 2-1-15,-29-3 3 16,29 4-8-16,-13 4 10 15,19 4-13-15,-7 1 16 16,1-1-13-16,-7-4 11 16,-6 4-9-16,-6-5 3 15,-16-2 0-15,16-1 1 16,-9 3 2-16,9 2-6 16,-10-1 6-16,23-1-6 15,-7-2 8-15,0 7 2 16,6 0-7-16,0 4-1 15,1 0-1-15,-4-1 4 0,-9-2-8 16,0-1 13-16,-10 0-11 16,4 4 11-16,-3-8-9 15,-7 9 3-15,4-13-1 16,8-5 0-16,-17 5-5 16,2 0 5-16,-3-4 0 15,-6-4 4-15,6 8-1 16,-6-3-2-16,13 10 0 15,2-2-2-15,-9 3 1 16,-6 4-1-16,7-1 0 16,-7 1 2-16,0-7 9 0,0-9-5 15,6-4-10-15,-6 0 2 16,6 0 2-16,-6 0-20 16,0 0-6-16,0 0-24 15,0-4-45-15,0-29-161 16</inkml:trace>
  <inkml:trace contextRef="#ctx0" brushRef="#br0" timeOffset="38488.74">12713 7207 129 0,'0'0'338'0,"0"0"-297"0,0 0 45 15,0 0 5-15,0 0-39 0,0 0-1 16,-6 0-2-16,6 0 27 16,0 0-50-16,0 0 9 15,0 15-13-15,0 1 20 16,0-3-14-16,6 7-11 16,6-9 1-16,-6 14-12 15,7-1 10-15,2-1-13 16,-8-6 8-16,-1-9-6 15,0 0 0-15,0-8-4 16,-6 0 0-16,0 0-1 16,0 0 0-16,16 0-3 0,-16 0 3 15,0 0-2 1,12-12 4-16,0-12 7 0,4 0-5 16,-4-1-3-16,1 2 0 15,2 10 4-15,-2-7-3 16,-1 12 2-16,4-3-8 15,-4-1 4-15,7 4-6 16,2-5 8-16,-8 9-5 16,-13 4-10-16,12 0 2 15,-12 0 10-15,0 0 1 16,0 0 1-16,0 0 3 16,0 0 9-16,0 0-11 0,0 0 16 15,0 0-17 1,9 0-2-16,-9 0 1 0,7 0-6 15,-7 0-3-15,0 0 9 16,0 0-4-16,0 0 13 16,0 0-11-16,0 0 7 15,0 0-10-15,0-8-1 16,0 8-2-16,0 0-2 16,0-8-13-16,0 8 23 15,0 0 1-15,0 0-1 16,0 0-28-16,0 0-74 15,-16 0-112-15,-15-11-558 16</inkml:trace>
  <inkml:trace contextRef="#ctx0" brushRef="#br0" timeOffset="-186301.77">7739 14469 78 0,'0'0'155'0,"0"0"-149"0,0 0-6 15,0 0 16-15,0 0-15 16,0 0 45-16,0 0 56 15,0 0 11-15,0 0-59 16,0 0 24-16,0 0-34 0,0 0 7 16,0 0-14-16,0 0-20 15,0 0 16 1,0 0-8-16,0 0 22 16,0 0-28-16,0 0-5 0,0 0-6 15,0 0-9-15,-12 0 2 16,12 0-1-16,0 0 4 15,0 0 2-15,-9 5 32 16,-4 2-22-16,-5 9-9 16,8-8 4-16,4 1-14 0,6-6 8 15,0 2-5 1,0-5 0-16,0 8 0 0,-6-5 9 16,6 10-8-16,-6-1 17 15,6-9-6-15,0 5 14 16,0 0-25-16,0-8 23 15,0 5-15-15,0-1-1 16,0-4 6-16,0 0-14 16,-7 0 25-16,7 0-18 15,0 0 25-15,0 0-32 16,0 0 15-16,0 0-10 16,0 0-10-16,0-25-7 15,0-22 3-15,7-26 9 16,27-3 5-16,0-12-5 15,-3 8 18-15,-3 3-21 16,18 1 13-16,1 4-20 0,6 0 10 16,2 4-8-16,-24 8 3 15,3 19-26-15,-6 18 14 16,-15 15-35-16,-1 8 1 16,-12 0-94-16,0 3-31 15,0 30-136-15</inkml:trace>
  <inkml:trace contextRef="#ctx0" brushRef="#br0" timeOffset="-185370.07">7463 14233 307 0,'0'0'138'0,"0"0"-56"0,0 0 41 0,0 0-38 16,0 0-73-16,0 0 24 15,-12 4-18-15,12-4 8 16,0 3-1-16,0-3 17 0,0 8 3 16,0-3-25-16,0 15 16 15,0 8-26-15,0 16 37 16,0 12-46-16,6-4 5 15,0-8-2-15,10 0-1 16,-16-16 1-16,0 5-2 16,0-9 10-16,0-4-9 15,0 0 3-15,0-9 1 16,0-2-14-16,0-5 5 16,6-4 2-16,-6 0-6 15,19 0 2-15,9 0-13 16,-1 0 17-16,14-8 7 15,-16-8-7-15,2-4 8 16,8-4-7-16,-17-1 8 16,4-3-9-16,9 5-8 0,-9-1 8 15,2-4 1-15,4 11-1 16,-15 6-9-16,8 3 4 16,-14 8-43-16,-7 0 22 15,0 0 18-15,0 0 8 16,0 0 8-16,0 0-4 15,0 0 23-15,0 0-3 16,0 0 9-16,0 0-31 16,0 0 6-16,-7-5-3 15,-14-15-10-15,-4 4-16 0,-15-7-2 16,-13-2 23 0,3 1 18-16,-15 4 14 0,12 9-26 15,19 2 15-15,0 9-1 16,34-4-20-16,0-8-5 15,0 0-99-15,0-8-133 16,0 11-84-16,13 1-151 16</inkml:trace>
  <inkml:trace contextRef="#ctx0" brushRef="#br0" timeOffset="-184387.39">8614 13564 336 0,'0'0'195'0,"0"0"-179"0,0 0 86 16,0 0-36-16,0 0-20 15,0 0-1-15,-34-9 6 16,34 9 2-16,0 0-29 15,0 0 2-15,-7 24-12 16,-5 12 14-16,12-4-24 16,0 4 5-16,0-3-7 15,0 6 14-15,0 2 5 0,0-10 1 16,0-3-21-16,0-7 5 16,0-14-10-16,0 1 10 15,0-8-12-15,0 0 12 16,0 0-13-16,0-15 15 15,-28-21 6-15,16-13-8 16,-16-6 6-16,15-9-4 16,13-5-5-16,0 0-6 15,0 2-5-15,0 7 2 16,7 7-15-16,20 9 18 16,-8 16-13-16,3 17-11 15,-16 6 0-15,6 5-9 16,-12 0 21-16,22 0 4 15,-3-12 5-15,9 1 2 16,6-2-14-16,-9 5-12 0,-4 8-15 16,-21 0-19-16,0 0 53 15,0 32 11-15,0 16 27 16,-56 9 8-16,-3-6-32 16,7-2 53-16,11-10-33 15,14-14-20-15,8-5-3 16,19-16-84-16,0-4-116 15,0-8-304-15</inkml:trace>
  <inkml:trace contextRef="#ctx0" brushRef="#br0" timeOffset="-183937.63">8955 13680 635 0,'0'0'77'0,"0"0"-51"0,0 0 37 15,0 0-59-15,0 0 8 16,0 0 7-16,0-57 23 16,0 34 21-16,-6-2 10 0,6-7-14 15,0-13-53-15,0 6 3 16,0 6-9-16,0 2-6 16,0 7-26-16,0 12 4 15,18 12-27-15,-2 0 5 16,-10 0 11-16,0 0 39 15,0 20 26-15,16 8-20 16,-16 12 13-16,0 0-13 16,1 12-12-16,-7-4-44 15,0 12-39-15,0-16 53 0,0-4 13 16,0-16-40-16,0-24-106 16,0 0-107-16</inkml:trace>
  <inkml:trace contextRef="#ctx0" brushRef="#br0" timeOffset="-183817.48">8955 13680 890 0</inkml:trace>
  <inkml:trace contextRef="#ctx0" brushRef="#br0" timeOffset="-183720.24">8955 13680 890 0,'-208'-157'70'0,"208"157"-70"0,22-4-10 0,30-17 11 15,1 10-5-15,-6-1-44 16,-1-4-19-16,-12 11 21 0,7-15-26 16,-1 4-74-16,0-4-78 15,1-4-15-15</inkml:trace>
  <inkml:trace contextRef="#ctx0" brushRef="#br0" timeOffset="-183467.84">9268 13334 245 0,'0'0'335'0,"0"0"-275"16,0 0-17-16,0 0 28 16,0 153-63-16,0-133 7 15,28-8-15-15,-16 0-13 16,10-12-4-16,-16 0-8 0,-6 0 10 16,28 0 15-16,-16 0 1 15,-5-12 35-15,5-9 11 16,-3 2-17-16,-9-9 9 15,19-13-39-15,-13-2-1 16,16 2-23-16,-16 5-35 16,-6 12 19-16,0 12-44 15,0 4-71-15,0 8-71 16</inkml:trace>
  <inkml:trace contextRef="#ctx0" brushRef="#br0" timeOffset="-183070.69">9950 13078 312 0,'0'0'329'0,"0"0"-325"15,0 0 12-15,0 0 43 16,0 0-10-16,0 0-25 16,-245 136 23-16,236-120-45 15,9 8 0-15,0-7 14 0,0-1-13 16,0-9-1 0,40 9 4-16,-6-8-12 0,7 8 0 15,-14-4 4-15,-2 4 1 16,3-4 1-16,-15 4 0 15,-13 4 0 1,0 4 44-16,0 9 20 0,-25 7-41 16,-43 8-12-16,2 4 1 15,4 0-12-15,4-3-5 16,36-21-39-16,9-17-102 16,13-11-284-16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15:08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2825 11494 314 0,'0'0'53'0,"0"0"-27"0,0 0 62 16,0 0-52-16,0 0 34 16,0 0 11-16,0 0-45 15,0-20-7-15,0 20 6 0,0 0 49 16,0 0-29-16,0 0-8 16,0 0-37-16,0 0 7 15,0 0 4-15,0 0-7 16,0 0 1-16,0 0-5 15,0 0 8-15,0 0-8 16,0 0 15-16,0 0-19 16,0 0 17-16,0 0-17 15,0 0 3-15,0 0-6 16,0 0-3-16,-13 0-5 16,-21 4-17-16,-6 15 22 15,-19 14 0-15,6-2 15 0,13 10-14 16,-13-8 4-16,13-2 0 15,12-3 3-15,0-8-8 16,28 1 0-16,28-10-3 16,31 1-10-16,15 1 10 15,-33-5-6-15,27 0 3 16,-3 3 11-16,9 1-5 16,-8-4 5-16,-4 9-4 15,-4-6 4-15,-11 5-4 16,-13-4-2-16,-6-7 2 15,-16 3-7-15,-5 3-3 16,-7 6 5-16,0 19 8 16,0 8 15-16,0 4-1 0,-19 4-16 15,-9-3 8-15,0-13-10 16,-3-13-15-16,3-10-32 16,0-13 11-16,-12 0-3 15,15 0-69-15,-21 0-96 16,5-33-44-16,14-11-148 15</inkml:trace>
  <inkml:trace contextRef="#ctx0" brushRef="#br0" timeOffset="313.66">2679 11546 501 0,'0'0'384'0,"0"0"-357"0,0 0 5 0,0 0 8 0,0 0 39 16,0 0-74-16,279-57-5 16,-229 37-3-16,15 4-85 15,-13 5-57-15,-17-1-180 0</inkml:trace>
  <inkml:trace contextRef="#ctx0" brushRef="#br0" timeOffset="1130.07">3522 11481 183 0,'0'0'143'0,"0"0"-88"0,0 0 8 0,0 0 0 0,0 0 2 16,0 0-30-16,-40 21 20 16,40-18 9-16,-9-3 2 15,3 9-16-15,-1-6-2 16,7-3-11-16,0 5-10 16,0-5 3-16,0 0 4 15,0 0 6-15,0 0-13 16,0 0 10-16,0 0-36 15,0 0 8-15,0 0-9 0,0 0-13 16,22 0 9-16,18 0 4 16,1 0 0-1,-10 0-2-15,9 24 2 0,-12-1-20 16,-9 22 16-16,-19 15-2 16,0 12 1-16,0 5 5 15,-41 10-9-15,1-18 2 16,3 3 7-16,21-20 10 15,10-19-8-15,6-14-2 16,0-7 2-16,6-7-4 16,56-2-20-16,-3-3 22 15,9 0 2-15,-15 0 2 0,-13 5 0 16,-6-2 3-16,-15 5-12 16,-13 1 14-16,7-6-14 15,-13-3 5-15,0 5-35 16,0-5-101-16,0 0-259 15</inkml:trace>
  <inkml:trace contextRef="#ctx0" brushRef="#br0" timeOffset="1696.9">4818 11722 76 0,'0'0'272'0,"0"0"-150"0,0 0-20 0,0 0 0 0,0 0-26 16,0 0-15-16,-52 0 11 16,-4 0-10-16,9 8 17 15,-18 16-18-15,9 16-13 16,10 4-17-16,6 0 0 16,15 5-18-16,25-1-2 0,0-8-11 15,0 0-3-15,0-12-2 16,46-7-1-16,13-1-2 15,3-4-14-15,3-9 6 16,-3-3 9-16,4-4-15 16,-4 0-26-16,-16 0-75 15,1-4-63-15,-13-16-64 16</inkml:trace>
  <inkml:trace contextRef="#ctx0" brushRef="#br0" timeOffset="2045.91">5017 12055 282 0,'0'0'232'15,"0"0"-154"-15,0 0 15 0,0 0-5 16,0 0-63-16,0 0-8 16,50-27 38-16,-32-6 26 15,1-11-28-15,-4-4 2 16,4-4-19-16,-4 3-22 15,-2 9-9-15,-13 13-4 16,12 10-2-16,-12 17-7 16,13 0 2-16,-13 0-20 15,0 0 2-15,9 17 24 16,-3 19 15-16,0 8 4 0,7 0-11 16,2-5-8-1,4-6-11-15,-7 11 10 0,4-4-25 16,-4-4 17-16,-12-4-31 15,19-7 5-15,-19-14-79 16,15 1-8-16,-15-12-3 16,0 0-98-16,0 0-157 15</inkml:trace>
  <inkml:trace contextRef="#ctx0" brushRef="#br0" timeOffset="2147.07">5017 12055 565 0</inkml:trace>
  <inkml:trace contextRef="#ctx0" brushRef="#br0" timeOffset="2228.81">5017 12055 565 0,'74'-36'101'0,"-21"36"-98"0,9-8 40 0,-9 0-6 16,6-8-37-16,-25 0-64 16,6-1-105-16,-34 6-140 15</inkml:trace>
  <inkml:trace contextRef="#ctx0" brushRef="#br0" timeOffset="2678.94">5404 11954 631 0,'0'0'30'0,"0"0"-23"15,0 0-3 1,0 0-1-16,0 0 1 0,0 161 2 15,0-137 9-15,0-4 20 16,0-4-11-16,0-11 12 16,0-5 57-16,-24 0-93 15,-23-8-13-15,13-25-2 16,-6-6-1-16,21-10-1 16,19 1 15-16,0-4 4 15,0 8-1-15,19 11 7 16,-7 21-2-16,4 12-6 15,-4 0 1-15,-6 5 14 16,7 31 31-16,2 0-13 0,-15-4-33 16,13-13-8-1,-7-2-32-15,0-5-15 0,16-3 19 16,2-2-9-16,17-7 42 16,8 8 3-16,17-8 34 15,2 8 10-15,-16 0 0 16,1 4-2-16,-13 4-29 15,-12 8-5-15,-15 9-6 16,-1 14-4-16,-6 6-17 16,-6-1-94-16,0-4-4 15,0-24-74-15</inkml:trace>
  <inkml:trace contextRef="#ctx0" brushRef="#br0" timeOffset="3014.58">5987 11862 426 0,'0'0'199'0,"0"0"-150"0,0 0 23 0,0 0-68 0,0 0-4 16,0 0-28-16,35 209-30 16,-11-189-63-16,-14-8 22 15,-4-7 97-15,-6-5 2 16,0 0-31-16,0-5-97 15</inkml:trace>
  <inkml:trace contextRef="#ctx0" brushRef="#br0" timeOffset="3195.17">5987 11862 941 0,'-114'-68'45'0,"114"68"-36"16,34-7 9-16,28-6 32 15,9 1-32-15,-3 4-10 16,-3 0-8-16,-3 0-17 16,4 8-28-16,-11-3-6 15,-2-10-56-15,-13-2-213 16</inkml:trace>
  <inkml:trace contextRef="#ctx0" brushRef="#br0" timeOffset="3511.75">6474 11862 715 0,'0'0'54'0,"0"0"-17"16,0 0-19-16,0 0 1 15,0 0-3-15,0 0 28 16,121-148-31-16,-115 128 0 15,4 12-13-15,-10 8-3 16,0 0 3-16,0 0-25 16,0 0 13-16,12 12-18 15,-12 28 27-15,0 9 6 16,6 15 0-16,-6 0 1 0,0 0-4 16,0-8-3-16,0-16-60 15,0-7 8-15,0-10-7 16,0-10-51-16,0-13-108 15,0 0-14-15</inkml:trace>
  <inkml:trace contextRef="#ctx0" brushRef="#br0" timeOffset="3614.37">6474 11862 928 0</inkml:trace>
  <inkml:trace contextRef="#ctx0" brushRef="#br0" timeOffset="3680.75">6474 11862 928 0,'87'-36'18'0,"-78"48"-18"0,32-7 2 16,24-5-135-16,-6 0-50 0,-25 0-354 15</inkml:trace>
  <inkml:trace contextRef="#ctx0" brushRef="#br0" timeOffset="4060.61">7132 11658 527 0,'0'0'32'16,"0"0"-27"-16,0 0 2 0,0 0 8 15,-97 16 60-15,91 0 44 16,-6 1-60-16,6-2-9 15,-1 14-23-15,7-1 14 16,0 8-27-16,0-8-2 16,7-4-12-16,39-1-1 15,1-3 0-15,12-7-25 16,3-5 18-16,-16 0-5 16,-6 0 12-16,-27-1-7 15,-13 14 8-15,0-1 34 16,0 20 25-16,-65 16-19 15,-16 0-40-15,0-3-4 16,7-22-69-16,28-23-77 0,27-8-233 16</inkml:trace>
  <inkml:trace contextRef="#ctx0" brushRef="#br0" timeOffset="5393.83">7953 12119 435 0,'0'0'142'0,"0"0"-88"0,0 0 37 0,0 0-24 0,0 0-25 16,0 0 12-16,-6 0-42 15,6 0-12-15,0 0 7 16,0 0 4-16,0 0 4 15,0 0 1-15,0 0 9 16,0 0 10-16,0-8-8 16,0 5-24-16,0-2 11 15,0 5-12-15,0 0-4 16,0-3-11-16,0-2 12 16,0-3-22-16,0-4-52 15,0 4 70-15,0 0-18 16,0 8 6-16,0 0-75 0,12 0 9 15,16-4-80-15,3-8-392 16</inkml:trace>
  <inkml:trace contextRef="#ctx0" brushRef="#br0" timeOffset="6143.01">8065 12119 195 0,'0'0'0'0,"0"0"-171"0</inkml:trace>
  <inkml:trace contextRef="#ctx0" brushRef="#br0" timeOffset="6508.71">8065 12119 200 0,'34'-8'160'0,"-34"8"-115"0,0 0-24 16,0 0 21-16,0 0 28 15,0 0-14-15,0 0-31 16,0 0-10-16,0 0 0 15,0 0-9-15,0 0 17 16,0 0 18-16,0 0 2 0,-25 0 9 16,-9 0-4-1,6 0-27-15,10 0 10 0,11 0-11 16,7 0 10 0,-9 0 23-16,9 0-28 0,0 0 2 15,0 0-23-15,28 0 7 16,53 8-6-16,33 4 22 15,4 1-2-15,3-6-7 16,19 6-8-16,-13-5 5 16,0 3 11-16,-19 6-20 15,-8-9 13-15,-20 12-18 16,-12-4 5-16,-15-5-4 0,6-6-4 16,-25-5 0-16,-6 0-25 15,-3 0 7-15,-19 0-27 16,-6 0-2-16,0-5-109 15,0-3-37-15</inkml:trace>
  <inkml:trace contextRef="#ctx0" brushRef="#br0" timeOffset="7660.17">9169 11990 428 0,'0'0'101'0,"0"0"-52"0,0 0 37 0,0 0 24 0,0 0-31 15,0 0-7-15,121 29-21 16,-87-29-1-16,6 12-44 15,0-8 1-15,-15 4-5 16,3 8 0-16,-9 0 3 16,-13 4-2-16,-6 4 20 15,0 21-12-15,-25-1 11 16,-28 8-17-16,-21-1-8 16,0-2 3-16,8-9-1 0,20-8-3 15,24-12 8-15,10-15-10 16,12-5-39-16,0 0-20 15,0 0-118-15,6-17-47 16,41-11-67-16</inkml:trace>
  <inkml:trace contextRef="#ctx0" brushRef="#br0" timeOffset="8791.04">10713 11212 626 0,'0'0'156'0,"0"0"-16"0,0 0-61 0,0 0-43 15,0 0-21-15,0 0 6 16,-168 230 10-16,128-175-6 16,-6 6 0-16,5 3-3 15,1-12 7-15,21-4-28 16,-2-16 18-16,14-7-14 16,7-17-10-16,0 7-6 15,0-15-3-15,7 8-10 16,21-8 24-16,12 5 9 15,0-5-7-15,1 0 7 16,-1 3-5-16,0-3-6 0,-15 0 5 16,3 0-6-16,-16 0-8 15,4 0 5-15,2 0 6 16,-11 0-11-16,8 0 10 16,-15 0-21-16,6 0 10 15,-6-16-35-15,0 1 29 16,6-10-2-16,7 9-15 15,-1-8-20-15,-12 12 5 16,16 0 1-16,-16 12 14 16,0 0 31-16,0 0 8 15,0 0 50-15,0 9-4 16,0 22-4-16,0 10-23 16,0 6 24-16,-16 17 1 0,4-7-31 15,-1 3-6-15,13-8-6 16,-6-3-1-16,6-10-3 15,0-14-1-15,0-14-26 16,0 1-94-16,0-12-73 16,0 0-266-16</inkml:trace>
  <inkml:trace contextRef="#ctx0" brushRef="#br0" timeOffset="9439.94">11100 12239 697 0,'0'0'175'0,"0"0"-141"0,0 0-7 0,0 0-6 0,0 0-16 16,0 0 37-16,100-208-17 16,-79 172-7-16,-14 12-18 15,5 7-2-15,-12 14-23 16,15 3-16-16,-2 0 0 15,-1 0 10-15,4 28 26 16,9 0 5-16,2-4-3 0,-14 4-15 16,15-12-27-1,-3-4 28-15,-10-8 14 0,-2-4 3 16,14 0-18-16,-8-8-23 16,9-32 41-16,6-24 14 15,-3 0 6-15,-3 0 5 16,-9 0-24-16,-4 15 11 15,-9 9-12-15,7 8-34 16,-7 16 0-16,3 16-1 16,-9 0-5-16,0 0 32 15,0 16 7-15,0 8-59 16,0 0-178-16</inkml:trace>
  <inkml:trace contextRef="#ctx0" brushRef="#br0" timeOffset="9790.31">11795 12067 190 0,'0'0'360'0,"0"0"-284"0,0 0 19 0,0 0-1 16,0 0-35-16,0 0 10 15,68-120-4-15,-27 63-23 16,-17 18-7-16,4-2-33 16,0 5 2-16,-9 13-4 0,2 10-42 15,-8 13-3-15,-1 0 5 16,4 8 27-16,-16 28 13 16,6 8 23-16,0-3-22 15,-6 2-2-15,6-6 7 16,1-9-11-16,-1-8 5 15,3 4-5-15,-9-8-22 16,0 4-80-16,0-4 16 16,0 0-122-16</inkml:trace>
  <inkml:trace contextRef="#ctx0" brushRef="#br0" timeOffset="9908.08">11795 12067 716 0</inkml:trace>
  <inkml:trace contextRef="#ctx0" brushRef="#br0" timeOffset="9989.31">11795 12067 716 0,'46'-141'315'0,"-24"141"-260"0,31 0-35 0,9 0 35 16,-3 0-55-16,-13 0-33 16,1-11-21-16,-13 3-77 15,0-1-46-15,-9 1-37 16,-3 5-206-16</inkml:trace>
  <inkml:trace contextRef="#ctx0" brushRef="#br0" timeOffset="10138.89">12344 11939 51 0,'0'0'468'16,"0"0"-338"-16,0 0-27 0,0 0-22 16,0 236-28-16,0-203-53 15,0-2-2-15,0-3-89 16,0-7-3-16,0-21-88 15</inkml:trace>
  <inkml:trace contextRef="#ctx0" brushRef="#br0" timeOffset="10305.69">12366 11622 1133 0,'0'0'75'0,"0"0"-71"16,0 0-8-16,0 0-62 16,0 0-45-16,0 0-75 15,52 20-279-15</inkml:trace>
  <inkml:trace contextRef="#ctx0" brushRef="#br0" timeOffset="10838.28">12366 11622 652 0,'279'132'5'16,"-279"-115"73"-16,0 10-2 15,0 1-12-15,-13 20-4 16,13-7-8-16,-6 11-24 15,0 0 0-15,-10-12 10 16,16-4-22-16,-6-12-16 16,0 4 9-16,6-11-19 15,0-6-1-15,0-6 10 16,0-5 0-16,0 0 1 16,0 0-1-16,0-25-4 15,0-15 0-15,0-20-2 0,0-5 1 16,0-10-35-16,0 6 15 15,0 2 15-15,0 10 9 16,12 21-36-16,10 8-3 16,-16 16 29-16,13 8-8 15,-13 4 9-15,22 0-3 16,0 0 14-16,3 0 5 16,3 0-5-16,12 12-37 15,-18 0-51-15,-9-4-56 16,-10 4 53-16,-9 9 91 15,0 7 16-15,-28 11 87 16,-40 5 6-16,9 0-18 0,-9-3-31 16,31-13-39-1,9-5-21-15,15-10-2 0,4-9-40 16,9-4-94-16,0 0-80 16,0 0-162-16</inkml:trace>
  <inkml:trace contextRef="#ctx0" brushRef="#br0" timeOffset="11089.99">12852 11975 482 0,'0'0'103'0,"0"0"-19"0,0 0-11 0,0 0-49 0,0 0-7 0,0 0-8 16,34 144 1-16,25-144 1 16,3 0 3-16,16 0-11 15,-4 0-3-15,-5-8-24 16,11-12-84-16,-33 4-123 16</inkml:trace>
  <inkml:trace contextRef="#ctx0" brushRef="#br0" timeOffset="11309.95">13079 11762 969 0,'0'0'23'15,"0"0"-23"-15,0 0-21 16,0 0-70-16,0 0 22 16,0 0-8-16,86 105-8 15,-86-105-70-15,0 0-92 16</inkml:trace>
  <inkml:trace contextRef="#ctx0" brushRef="#br0" timeOffset="11472.92">13079 11762 60 0,'207'-8'647'0,"-166"8"-640"15,5 0-7-15,-12 0-40 16,13 0-89-16,-29 0-123 16,-2-16-41-16</inkml:trace>
  <inkml:trace contextRef="#ctx0" brushRef="#br0" timeOffset="11721.57">13500 11630 171 0,'0'0'177'0,"0"0"65"15,0 0-122-15,0 0-17 16,0 0-36-16,0 0-3 16,41 68-49-16,-7-59 1 15,0-2-14-15,3 1 27 16,3 8-25-16,-12-8-4 15,-15 4-5-15,-4-8-9 16,-9 5 14-16,0 7 3 16,0 12 39-16,0 8-24 15,-40 11-3-15,6-2-11 16,-1-1-8-16,-5-12-46 0,6-8-118 16,9-24-425-16</inkml:trace>
  <inkml:trace contextRef="#ctx0" brushRef="#br0" timeOffset="12904.15">11107 12858 607 0,'0'0'55'0,"0"0"-17"0,0 0 28 0,0 0 19 0,0 0 1 15,0 0-21-15,0 0-22 16,-13 7-22-16,-39 25 2 16,-29 12-20-16,-6 17 21 15,-28 11-22-15,-12 16 6 16,-18 4-6-16,-4 13 6 16,9-10 7-16,-6-15-11 0,44-19 3 15,15-20-4-15,35-18-3 16,33-10-11-16,10-13-25 15,9 0-83-15,0-8-209 16</inkml:trace>
  <inkml:trace contextRef="#ctx0" brushRef="#br0" timeOffset="13454.44">9897 13418 444 0,'0'0'25'0,"0"0"61"0,0 0 48 0,0 0-48 0,0 0-3 15,0 0-35-15,121 69-17 16,-115-58-29 0,-6-11 9-16,0 13-11 0,13-13-1 15,2 8-9 1,-2-4-62-16,-1 4-14 0,4-8-99 16</inkml:trace>
  <inkml:trace contextRef="#ctx0" brushRef="#br0" timeOffset="13785.45">9897 13418 17 0,'34'33'547'0,"-61"11"-517"16,-20-8 26-16,1-8-3 15,5-4-51 1,7-7 44-16,9-10 22 0,19-3-20 16,6-4 24-16,0 0-32 15,0 0-40-15,13 0-30 16,27-11 24-16,13-2 12 16,-7 5 1-16,1 8 15 15,-20 0 35-15,14 0-3 16,-16 0-17-16,-10 0-17 15,10 0-19-15,3-8-2 16,6-12-60-16,-15-8-88 16,2 3-342-16</inkml:trace>
  <inkml:trace contextRef="#ctx0" brushRef="#br0" timeOffset="15222.01">6862 14505 578 0,'0'0'81'0,"0"0"-79"16,0 0 7-16,0 0 25 0,0 0-22 0,375-16 39 15,-276-40 8-15,-3-8 10 16,-15-4-27-16,-16-13 9 0,-31-2-6 16,-21 6-33-16,-13-7 7 15,0 16-14-15,-19 4-5 16,-28 24-10-16,-15 24 5 15,-3 16-39-15,-9 0 26 16,-7 16-4-16,-6 40-29 16,7 28 11-16,-1 20-11 15,22-4 45-15,25-15-31 16,34-29-1-16,0-20-80 16,62-32-135-16,25-4-112 15</inkml:trace>
  <inkml:trace contextRef="#ctx0" brushRef="#br0" timeOffset="15569.04">7745 14225 190 0,'0'0'238'16,"0"0"-171"-16,0 0-14 16,0 0-23-16,0 0-22 15,0 0 3-15,134 169-8 16,-66-169 19-16,-9 0 18 0,0 0-26 16,3-29 6-1,-28-11 4-15,-15-20 0 0,2-4 5 16,-21 0-5-16,13 7-16 15,-7 21 11-15,0 16-2 16,0 17 13-16,-6-2-30 16,0 5-21-16,0 0-67 15,0 0-94-15,0 0-139 16</inkml:trace>
  <inkml:trace contextRef="#ctx0" brushRef="#br0" timeOffset="16519.66">8406 14073 205 0,'0'0'13'0,"0"0"49"0,0 0 56 0,0 0-49 16,0 0-9-16,0 0-14 15,0 103 21-15,0-59 26 16,-12-3-1-16,-1-1-48 16,13-12-17-16,0-7-27 15,0-18 0-15,-6 5-1 16,6-8-11-16,0 0 5 15,0-24-11-15,-9-32 3 16,9-13 13-16,0-6 1 0,0-5-3 16,0 7 3-16,15 13-2 15,32 16-7-15,-7 19 2 16,-6 22-13-16,-3 3 5 16,-3 0 11-16,-16 16 5 15,-5 24 23-15,-7-4 15 16,0 4-38-16,0-3-12 15,0-1-18-15,-19 3 7 16,19-3 21-16,0-8 4 16,0-15 12-16,0-5 9 15,0-8-7-15,0 0-10 16,0 0-3-16,12 0 7 0,16 0 3 16,6 0-13-1,-3 0 8-15,-3 12-3 0,-6-4-3 16,-10 8 6-16,-5-8-7 15,-7 7-1-15,6 6-16 16,0-5-19-16,-6-4 20 16,16 0-10-16,-16-8-11 15,0-4-11-15,0 0-8 16,0 0-49-16,0 0 45 16,0 0 59-16,0 0 11 15,0 0 45-15,12 0-5 16,7-4-14-16,8-8-10 0,-5 4 14 15,3-8-10-15,-3 4 21 16,-10-8 11 0,7-4 16-16,2-9-40 0,-8-11-13 15,-13-4-25-15,0 4-1 16,0 0-5-16,0 12-19 16,-6 0 14-16,-13 24-41 15,-9 8 4-15,16 0 21 16,2 24 16-16,-2 29-98 15,0-2-172-15</inkml:trace>
  <inkml:trace contextRef="#ctx0" brushRef="#br0" timeOffset="17300.54">11414 13680 206 0,'0'0'165'0,"0"0"-24"0,0 0 26 15,0 0-41-15,0 0-4 16,0 0-10-16,0 0-55 16,121-209 5-16,-59 112-33 15,3-15 6-15,3 4-20 16,-3 8-3-16,-9 7-12 15,3 10-14-15,-13 14-24 16,-5 8-64-16,-14 25-22 16,-20 33-86-16,-7 3-122 15</inkml:trace>
  <inkml:trace contextRef="#ctx0" brushRef="#br0" timeOffset="17715.31">11407 13487 482 0,'0'0'168'0,"0"0"-66"0,0 0 29 0,0 0-48 16,0 0-46-16,0 0 28 15,81 0-24-15,-59 0-36 16,-4 0-5-16,4-4-13 16,-16-4-10-16,0 4-64 15,-6-8-11-15,0 12-65 16,0-5 88-16,0-6 51 0,-12-6-413 16</inkml:trace>
  <inkml:trace contextRef="#ctx0" brushRef="#br0" timeOffset="17982.87">11407 13487 772 0,'-18'20'27'0,"18"12"-13"15,0-7 26-15,0-10-25 16,0-7-9-16,0 0-8 16,0 0 2-16,0-4-4 15,0-4 4-15,0 0 2 16,0 0 25-16,0 0-19 0,0 0-8 15,0-4 7-15,25-16 17 16,9-4 4 0,0 4 0-16,0 4-2 0,-22 12 18 15,1 4-25-15,-13 0-17 16,0 0 0-16,9 0 4 16,-9 0-12-16,12 0-27 15,1 0-87-15,-7 0-200 16</inkml:trace>
  <inkml:trace contextRef="#ctx0" brushRef="#br0" timeOffset="18598.73">10908 13993 384 0,'0'0'144'0,"0"0"-86"0,0 0 68 0,0 0-36 16,0 0 7-16,0 0-28 16,-15-53 15-16,-16 45-51 15,3 8-4-15,-6 0-14 16,0 12 11-16,-7 45-23 0,10 10-1 16,-15 10-4-1,18-5 5-15,15-24 9 0,13-8-3 16,0-8 6-16,0-16-15 15,0 0 0-15,41-16-10 16,11 0-7-16,7 0-20 16,-12 0-4-16,-1 0-25 15,-5 0 2-15,-7 0-31 16,-12 0-56-16,-10-8 31 16,0 0 15-16,-5 0-42 15,2-8-133-15</inkml:trace>
  <inkml:trace contextRef="#ctx0" brushRef="#br0" timeOffset="18898.29">11082 14289 542 0,'0'0'55'16,"0"0"-40"-16,0 0 33 16,0 0-26-16,0 0-19 15,0 0 6-15,158 92-6 16,-108-92 26-16,-19-16 43 15,-4-12 30-15,-14-4-45 16,-13 4-23-16,15-9 3 16,-15 6-24-16,0-5-12 15,0 11-1-15,0 9-15 16,0 16-14-16,0 0 24 0,-55 0-23 16,-4 16-9-16,-10 25-26 15,11 3 55-15,17-4 8 16,13 1 2-16,16-18-2 15,12-7-3-15,0-4-78 16,0-12-217-16</inkml:trace>
  <inkml:trace contextRef="#ctx0" brushRef="#br0" timeOffset="19017.89">11082 14289 151 0</inkml:trace>
  <inkml:trace contextRef="#ctx0" brushRef="#br0" timeOffset="19331.66">11082 14289 151 0,'347'100'197'0,"-341"-88"-142"0,1-4 67 15,-7-8 2-15,0 0-48 16,0 0-4-16,0-8 11 16,0-24-63-16,0 0 7 15,0-8-4-15,0-17 20 16,21 1-13-16,4-4-8 15,3 1-21-15,-3 10-1 16,3 13-2-16,-16 20-50 16,16 9 31-16,-9 7-23 15,2 0 31-15,7 0 11 16,-3 0-3-16,21 0 6 0,-11 0-2 16,-8 0-1-1,-14 0-42-15,-1 0-26 0,-12 0 36 16,0 0 34-16,0 15 59 15,-46 21-21-15,-7 4-30 16,-6 0 9-16,10-8 7 16,2-4-24-16,35-8-4 15,5-12-49-15,7-8-49 16,0 0-242-16</inkml:trace>
  <inkml:trace contextRef="#ctx0" brushRef="#br0" timeOffset="19815.38">11916 14289 677 0,'0'0'163'0,"0"0"-113"0,0 0-22 0,-6-180 8 16,12 123-13-16,22 6-16 15,6 10-2-15,-15 21 1 16,-7 12-12-16,3 8 13 16,-8 0 4-16,-1 0-8 15,6 8 12-15,16 9-15 16,-9-2-8-16,-4 9-14 15,-2 9-7-15,-7 6 17 0,-6 10 5 16,0-1 0 0,0 4 5-16,0-12-28 0,0-16-43 15,0-24-119-15,0 0-428 16</inkml:trace>
  <inkml:trace contextRef="#ctx0" brushRef="#br0" timeOffset="19915.91">11916 14289 664 0</inkml:trace>
  <inkml:trace contextRef="#ctx0" brushRef="#br0" timeOffset="19998.88">11916 14289 664 0,'68'-196'304'0,"-68"196"-258"0,0 0 4 16,25-5-38-16,31 5-22 15,-25-4-46-15,3-7-19 0,0 3-63 16,-6-17-102-16</inkml:trace>
  <inkml:trace contextRef="#ctx0" brushRef="#br0" timeOffset="20313.78">12418 13868 230 0,'0'0'286'0,"0"0"-271"16,0 0-15-16,0 0 38 15,-62 0 31-15,37 32-41 16,4 8 19-16,2-4-9 0,13-4 12 16,6 0 17-16,0-15-10 15,0-1-48 1,0-1-6-16,0-2-6 0,12-5 1 16,16 0-13-16,-15-8-24 15,-7 0 39-15,0 7 0 16,-6 1 36-16,0 5 14 15,0 15 26-15,0 0-32 16,0 11-35-16,-25 10-9 16,-21-13-47-16,12-8-83 15,18-28 111-15,10 0-251 16</inkml:trace>
  <inkml:trace contextRef="#ctx0" brushRef="#br0" timeOffset="21080.59">12998 12833 190 0,'0'0'508'16,"0"0"-415"-16,0 0-45 0,0 0-13 0,0 0 3 16,0 0 4-16,0 0-35 15,0 0 11-15,0 0-16 16,0 0 35-16,22 12 14 15,18 29 9-15,25 23 0 16,10 11-22-16,5 2-25 16,13-13-7-16,-12 8-12 15,-13-16-12-15,-9-12-10 16,-6-3-33-16,-25-13-23 16,-10-4-148-16</inkml:trace>
  <inkml:trace contextRef="#ctx0" brushRef="#br0" timeOffset="21763.11">13355 13571 459 0,'0'0'150'0,"0"0"8"0,0 0 7 0,0 0-93 0,0 0-24 15,0 0-23-15,279-28-19 0,-251 8-5 16,18 4-1-16,-18-8-33 15,-9 0 5-15,-13 19-42 16,-6 2 39-16,0 3 31 16,0 0 6-16,0 0 20 15,0 0-11-15,0 0-1 16,0 0-13-16,0 8-2 16,0 8-5-16,0-4 6 15,0-4 2-15,0-5 14 16,0-3-15-16,6 0 6 0,-6 0 5 15,0 0-5 1,16 0-6-16,-16 0 4 0,0 0 3 16,0 0-5-16,0-8 13 15,0-11-14-15,0-5-2 16,0 3 9-16,0 10-7 16,0 6 16-16,0 5-9 15,0 0 18-15,0 0-27 16,0 0-50-16,0 0-81 15,0 0-68-15,0 0-147 16</inkml:trace>
  <inkml:trace contextRef="#ctx0" brushRef="#br0" timeOffset="22513.03">13435 13984 545 0,'0'0'167'0,"0"0"-143"0,0 0 51 15,0 0 7-15,0 0-8 16,0 0-2-16,13 45-29 15,-13 22-8-15,0 5-15 0,0-7 8 16,0-9-27-16,0-8 14 16,12-8-11-16,28-12 1 15,-12-8-5-15,25-12-9 16,0-8-16-16,-7 0-6 16,10 0 5-16,-3 0-35 15,6-8 6-15,-7-12 55 16,4 1-7-16,-16 2-34 15,-15-7-110-15,-19 4-178 16</inkml:trace>
  <inkml:trace contextRef="#ctx0" brushRef="#br0" timeOffset="22728.83">13569 14084 158 0,'0'0'290'15,"0"0"-267"-15,0 0 62 16,0 0-58 0,0 0-27-16,0 0-54 0,133-19-326 15</inkml:trace>
  <inkml:trace contextRef="#ctx0" brushRef="#br0" timeOffset="22878.67">13569 14084 920 0,'24'-188'131'16,"-24"192"-105"-16,47-4 5 16,15 0-31-16,-3 0-1 15,3-9-35-15,-9-22-47 16,-1 11-162-16,-11-1-240 15</inkml:trace>
  <inkml:trace contextRef="#ctx0" brushRef="#br0" timeOffset="23228.03">14114 13868 345 0,'0'0'39'0,"0"0"100"16,0 0 20-16,0 0-39 16,0 0 18-16,0 0-52 15,-59 220-52-15,59-196-34 16,13-4-8-16,27-4 8 16,-6-4-15-16,13 1 11 15,-7-2-2-15,0-2 5 16,-6-1-15-16,-15-8 8 0,-13 8 4 15,-6-5 4 1,0 5 10-16,0 9-10 0,-25 7 33 16,-21 12-38-16,-10 4 5 15,3 0-5-15,29-3 2 16,2-21-42-16,22-13-64 16,0-3-154-16,0-8-286 15</inkml:trace>
  <inkml:trace contextRef="#ctx0" brushRef="#br0" timeOffset="23643.98">14390 14329 422 0,'0'0'121'16,"0"0"-29"-16,0 0-29 15,0 0-50-15,0 0 36 16,0 0-16-16,-6 48 7 16,6-56-21-16,0-11 22 15,0-17-7-15,0-13-11 16,0-7-2-16,0-16-16 16,25 0-5-16,-3 11-7 15,-4 14-16-15,-12 22-25 16,16 17 38-16,-16 8-15 15,0 0 25-15,7 20 14 0,-4 8 31 16,4-7-45-16,-13-6-2 16,12-15-19-16,-12 13 15 15,0-5 6-15,0 7 43 16,0 14 23-16,-47 7-38 16,1 8-16-16,6-4 9 15,21-8-20-15,-3-17-2 16,16-2-66-16,6-13-25 15,0 0-162-15</inkml:trace>
  <inkml:trace contextRef="#ctx0" brushRef="#br0" timeOffset="23835.11">14390 14329 917 0</inkml:trace>
  <inkml:trace contextRef="#ctx0" brushRef="#br0" timeOffset="24027.18">14390 14329 917 0,'307'32'156'0,"-307"-68"-87"16,0-49-52-16,13-2-36 0,27-9 23 15,-6 55 0 1,-15 18-4-16,-4 14 1 0,-9 9-2 16,1 0-33-16,-7 17 32 15,12 19-21-15,-3 15 18 16,4 6-5-16,-1 7-7 16,10 4 1-16,-4-8-3 15,-5-3 13-15,2-18 1 16,-15-6-3-16,0-18-75 15,0 1-55-15,0-16-82 16</inkml:trace>
  <inkml:trace contextRef="#ctx0" brushRef="#br0" timeOffset="24194.39">14824 14193 676 0,'0'0'328'15,"0"0"-264"-15,0 0-2 16,0 0-60-16,100 0 4 16,-66 0-6-16,18 0-25 15,-5-9-76-15,-7-18-75 16,-12-1-77-16</inkml:trace>
  <inkml:trace contextRef="#ctx0" brushRef="#br0" timeOffset="24378.25">14824 14193 266 0,'366'4'448'16,"-366"11"-367"-16,0-7-53 15,0 9-28-15,0-1-14 16,0-4 12-16,0 12-108 16,0 1-106-16,0-2 29 15,0-7 181-15,-6 0-2 16,-6-16 0-16,12 0-116 15</inkml:trace>
  <inkml:trace contextRef="#ctx0" brushRef="#br0" timeOffset="24593.31">15172 14369 384 0,'0'0'309'0,"0"0"-175"16,0 0 27-16,0 0-84 0,0 0-34 16,0 0-23-1,155-104 27-15,-115 56-25 0,-21-1-19 16,-7 1 14-16,-12 12-9 15,0 0-8-15,0 4-9 16,-12 12-11-16,-23 12-52 16,-11 8 10-16,-7 0 10 15,-9 44-63-15,10 4 95 16,-7-4 8-16,25-3 2 16,6-13-44-16,21-20-461 15</inkml:trace>
  <inkml:trace contextRef="#ctx0" brushRef="#br0" timeOffset="24728.93">15172 14369 407 0</inkml:trace>
  <inkml:trace contextRef="#ctx0" brushRef="#br0" timeOffset="24893.21">15172 14369 407 0,'434'-44'263'16,"-400"-44"-210"-16,6-1 41 0,0 21-1 16,1 17-80-16,-23 51-13 15,10 0 3-15,-15 0-9 0,27 0 14 16,-12 31-16 0,-10 18 7-16,4 2-8 15,-3 6-7-15,-7-13-29 16,4-4-66-16,-10-12 5 0,0 4-9 15,-6-12-163-15</inkml:trace>
  <inkml:trace contextRef="#ctx0" brushRef="#br0" timeOffset="25094.06">15739 14237 1030 0,'0'0'100'16,"0"0"-33"0,0 0-22-16,53-12-27 0,-25-12-18 15,18-1-9-15,1 6-77 16,-7-1-71-16,-6 7-195 16</inkml:trace>
  <inkml:trace contextRef="#ctx0" brushRef="#br0" timeOffset="25909.02">14316 12247 379 0,'0'0'260'16,"0"0"-161"-16,0 0 29 0,0 0-47 0,0 0-46 16,0 0 5-16,-13 0-9 15,13 0 10-15,0 0-18 16,0 0 28-16,7 25-22 15,45 11 29-15,29 11 1 0,34 19-18 16,24 1-25-16,35 13-12 16,21-3 3-16,4 7 4 15,8 1-15-15,-11-5 9 16,-10-5-7-16,-13-11 2 16,-27-7-1-16,-25-14-26 15,-34-10-11-15,-25-5-17 16,-16-8-11-16,-27-4 28 15,-13 0-35-15,-6-8-49 16,0-8-183-16</inkml:trace>
  <inkml:trace contextRef="#ctx0" brushRef="#br0" timeOffset="26511.18">16182 13359 403 0,'0'0'315'0,"0"0"-185"0,0 0 24 0,0 0-62 0,0 0-25 16,0 0-43-16,205-141 0 15,-149 130-16-15,-3 2-1 16,-7 1-7-16,1 0-1 0,-13 8-30 15,-16 0-1-15,-11 0-15 16,-7 0-35-16,0 0 50 16,0 0 32-16,0 0 24 15,0 0 20-15,-41 0-18 16,4 0-23-16,-13 0-5 16,13-20 2-16,9-1-108 15,16 10 79-15,12 7 11 0,0-4-9 16,0 8-57-1,0-8-30-15,0 8-215 0</inkml:trace>
  <inkml:trace contextRef="#ctx0" brushRef="#br0" timeOffset="26725.93">16182 13359 583 0</inkml:trace>
  <inkml:trace contextRef="#ctx0" brushRef="#br0" timeOffset="26909.74">16182 13359 583 0,'180'139'215'0,"-133"-118"-139"0,-1-6 12 0,7-2-63 15,-6-1-23-15,-26-7-1 16,-15-5-2-16,-6 0-16 16,0 0 11-16,0-41 6 15,0-15 6-15,0-4-3 16,0-1 4-16,0 9-6 16,-6 4 6-16,-9 24-1 15,9 9 6-15,6 15-2 16,0 0 0-16,0 0 25 15,0 19-35-15,0 1-40 16,0 0-29-16,0-7-125 0,0-13-441 16</inkml:trace>
  <inkml:trace contextRef="#ctx0" brushRef="#br0" timeOffset="27724.97">16924 13836 593 0,'0'0'308'0,"0"0"-219"0,0 0 13 0,0 0-15 0,0 0-51 16,0 196 5-16,12-140-30 15,10 4 3-15,2-7-6 16,-2 7 11-16,-3-7 2 15,2-14-17-15,-14 9-4 16,-7-16 0-16,0-7-1 16,0-14-11-16,0-11-5 15,0 0 6-15,-7-16-11 16,-27-32 10-16,13-12-10 16,8-12 17-16,7-4 10 0,6-9 1 15,0 5 2-15,0-4-3 16,19 4-2-16,15 16-6 15,0 7-3-15,-16 26-11 16,4 18-3-16,-9 13-10 16,8 0 21-16,20-12 7 15,24 1-9 1,15-10-8-16,1-2-11 0,-16 10-66 16,-18 9-28-16,-20 4-34 15,-20 4 37-15,-7 45 107 16,0 10 14-16,0 14 69 0,-59 14 16 15,-22-2 67 1,-18-9-85-16,-3-16-47 0,2-12-16 16,7-15 12-1,25-14-9-15,34-6-5 0,15-13-4 16,13 0-28-16,6 0-63 16,0 0-141-16,0 0-244 15</inkml:trace>
  <inkml:trace contextRef="#ctx0" brushRef="#br0" timeOffset="28124.18">17376 14369 508 0,'0'0'98'0,"0"0"65"0,0 0 5 0,0 0-73 16,0 0-35-16,96-209-14 15,-58 145-11-15,-4 8-14 0,-13 24 19 16,-2 17-40-1,-4 15 0-15,-15 0 8 0,7 3-18 16,-7 41 0-16,12 0 10 16,0-4-8-16,4 1-21 15,-4-9-7-15,7 4 9 16,-10 4 23-16,16 4-2 16,-19-8-2-16,0 5 8 15,-6-18-20-15,0-10-69 16,0-13-72-16,0 0-205 15</inkml:trace>
  <inkml:trace contextRef="#ctx0" brushRef="#br0" timeOffset="28241.76">17376 14369 933 0</inkml:trace>
  <inkml:trace contextRef="#ctx0" brushRef="#br0" timeOffset="28324.94">17376 14369 933 0,'230'-232'33'0,"-230"232"-33"0,0 0-10 0,0 0-131 16,24 0 117-16,4 0 10 15,-9 0-18-15,3-5-230 16</inkml:trace>
  <inkml:trace contextRef="#ctx0" brushRef="#br0" timeOffset="28606.79">17860 14209 689 0,'0'0'95'0,"0"0"-72"0,0 0 2 16,0 0-25-16,158 128-10 16,-124-128-5-16,-12 0-3 15,-4 0-9-15,-18 0 27 16,7-8 57-16,-7-16 21 15,0-16-25-15,0-8-11 16,0-4-21-16,0 4-18 16,0 11-2-16,0 14-1 15,0 10-1-15,0 13-11 0,0 0 10 16,0 0-44 0,0 0-101-16,0 0-106 0,0 0-247 15</inkml:trace>
  <inkml:trace contextRef="#ctx0" brushRef="#br0" timeOffset="28991.25">18434 13984 384 0,'0'0'507'0,"0"0"-417"0,0 0-1 16,0 0-53-16,0 0-34 16,0 0-2-16,0 0-12 15,0 0-24-15,0 24 31 16,0 0 5-16,18 4 12 16,22 5 8-16,7-6-16 15,-13 1-8-15,0-3-17 16,-12-5 4-16,-10-4-24 15,-12-8-220-15,0 0 261 16,0 4 39-16,0-1 58 16,-28 6 25-16,-24 7-41 15,-17-8-70-15,11 20 24 16,11-8-33-16,13 4-2 16,28-3-11-16,6-14-10 15,0-15-74-15,0 0-218 0</inkml:trace>
  <inkml:trace contextRef="#ctx0" brushRef="#br0" timeOffset="52819.93">7919 15593 205 0,'0'0'276'0,"0"0"-242"0,0 0 100 16,0 0-14-16,0 0-52 0,0 0-16 0,0 0 10 15,0 0-56-15,0 0 19 16,-12 0-1-16,12 0 25 15,0 0-34-15,0 0-3 16,0 0 4-16,0 0-16 0,0 0 13 16,0 0-13-1,0 0 14-15,0 0-6 16,0 0 21-16,0-13-7 0,0-27-13 16,0-7 3-16,0-30-5 15,12-7 6-15,7-9-8 16,-10 5-10-1,3 7-1-15,-12 14-11 0,0 18-15 16,7 26 14-16,-1 10-1 16,-6 13 0-16,0 0-9 15,0 5-91-15,0 26-101 16,0 2-58-16</inkml:trace>
  <inkml:trace contextRef="#ctx0" brushRef="#br0" timeOffset="53502.7">7677 15493 399 0,'0'0'98'0,"0"0"-18"0,0 0-54 0,0 0-3 0,0 0 25 15,0 0 1-15,75 0-31 16,-63 0 39-16,4-5 8 16,-10 5-15-16,-6-4-6 15,18 4-15-15,-2 0-22 16,3 0-7-16,2 0 20 0,-2 0-18 15,9 0 28-15,3 16-24 16,-3 0 3-16,-7 0-3 16,-8-8-6-16,-7-8 0 15,-6 8-1-15,0-8-5 16,0 0 12-16,0 0-9 16,0 0 3-16,0 4 0 15,0-4-3-15,0 0-3 16,0 0-6-16,0 0-6 15,6 0 0-15,0-15 18 16,4-6 14-16,-4 13-9 16,-6 4 0-16,0 0-5 0,0 0-1 15,0 4-10-15,0-3-2 16,0-2-2-16,0-7-14 16,0-4 12-16,0-8-123 15,18-12-87-15,17-1 36 16,-17 6-112-16</inkml:trace>
  <inkml:trace contextRef="#ctx0" brushRef="#br0" timeOffset="54370.59">7283 16723 474 0,'0'0'33'0,"0"0"31"0,0 0 43 0,0 0-25 0,0 0-34 16,0 0 15-16,-6 13 13 0,6-30-27 16,0-19 25-16,0-11-49 15,0-19 17-15,0-1-27 16,0-10 4-16,0 10-16 15,0 2-4-15,0 14 1 16,0 2-12-16,6 21 6 16,-6 8-6-16,0 4 4 15,0 12-5-15,0 4 5 16,0 0 8-16,0 4-19 16,-12 36 5-16,-34 8-16 15,11 4-59-15,-5-4-173 0</inkml:trace>
  <inkml:trace contextRef="#ctx0" brushRef="#br0" timeOffset="55017.31">7798 16213 114 0,'0'0'316'0,"0"0"-219"0,0 0 18 0,0 0-43 16,0 0 4-16,0 0 9 16,0 0-22-16,0 0-22 15,0 0-32-15,0-3 19 16,0-13-13-16,0 4 11 0,0-8-24 15,6 8 5-15,22 0-7 16,-15 4-6-16,15 8-14 16,-10 0-10-16,-2 0 18 15,2 20 9-15,-11 7-1 16,-7 6 8-16,0 0-3 16,0 6 5-16,-7 9-6 15,-11-8 0-15,2-7-12 16,16-10-21-16,0-10-30 15,0-9 2-15,47-4-15 16,27 0 46-16,-6 0 26 16,-3 0 3-16,-18 0 2 15,-25 0 14-15,-22 0 22 0,0 16 22 16,0 15 55-16,-62 13-60 16,-16 17-19-1,-37 7-6-15,1 8-22 0,-4-7-7 16,9-22-29-16,29-19-45 15,33-28-26-15,41 0-703 16</inkml:trace>
  <inkml:trace contextRef="#ctx0" brushRef="#br0" timeOffset="56018.1">11556 15031 55 0,'0'0'53'0,"0"0"43"0,0 0 77 0,0 0-19 16,0 0 12-16,0 0-21 16,0-56-39-16,0 48-42 0,0 8-11 15,0-5-33 1,0 5 22-16,0-3-25 0,0 3 21 15,0 0-23-15,0 0 18 16,0 0-5-16,0 16-24 16,0 24 1-16,0 15 0 15,0 19 14-15,0-7-18 16,0 2-2-16,0-2-7 16,0-2-7-16,0-9-17 15,-21-8 11-15,14-24-20 16,1-16-33-16,6-8-66 15,0 0-200-15</inkml:trace>
  <inkml:trace contextRef="#ctx0" brushRef="#br0" timeOffset="56599.73">11240 15516 399 0,'0'0'236'0,"0"0"-207"0,0 0 21 0,0 0-10 0,0 0 23 0,0 0 24 16,0 0-56-16,161 0 2 15,-133 0-18-15,-9 0 10 16,-13 0-25-16,3 0 0 16,-3 0-4-16,-6 0-1 15,0 0 5-15,0 0 2 16,0 0-2-16,0 0 1 15,0 0-14-15,0 0 6 16,0 0-10-16,0 0 13 16,0 24 4-16,0 4 8 15,0 0 22-15,0-4 8 16,0 1-19-16,-6 11 13 0,6-8-32 16,0-4 12-16,0-1-11 15,0-14-1-15,0-9-4 16,0 0-6-16,0-9 10 15,0-30 7-15,41-13 22 16,-10-9-20-16,3 14 4 16,-6 22-10-16,-16 9-6 15,-6 16-33-15,0 0-11 0,1 0-44 16,-7 0-15 0,0 0-21-16,0 0-246 0</inkml:trace>
  <inkml:trace contextRef="#ctx0" brushRef="#br0" timeOffset="57751.02">11296 16563 227 0,'0'0'114'0,"0"0"-32"0,0 0 73 16,0 0-35-16,0 0 7 15,0 0-19-15,-81 48-37 0,81-44 4 16,0 0-43-16,0-4 13 16,0 0-21-16,0 0 2 15,0 0-16-15,-15-20 0 16,15-16-9-16,-7-12-1 15,-11-8 9-15,18 7-9 16,-6 9 17-16,-1 13-17 16,7 2 6-16,-15 9-6 15,15 8-11-15,0 8-10 16,0 0 3-16,-6 0-2 0,-13 29-3 16,4 2 19-1,2 2-36-15,1-10-17 16,12-10-91-16,0-13-208 15</inkml:trace>
  <inkml:trace contextRef="#ctx0" brushRef="#br0" timeOffset="58231.8">11522 16218 256 0,'0'0'303'0,"0"0"-237"0,0 0 13 0,0 0-11 16,0 0 0-16,0 0-20 15,127-32-21-15,-99 32-23 16,-15 0-8-16,-13 0-2 15,0 24 3-15,0 20 1 16,-22 8-4-16,-31-4 2 16,0 4-6-16,19-15 9 15,16-18 2-15,18-6 4 0,0-13-5 16,6 0-86-16,75-24 68 16,18-17 1-16,0 1-8 15,-3 16 3-15,-31 24 14 16,-12 0-2-16,-38 0 10 15,-15 0 9-15,0 24 59 16,0 12 45-16,-21 4-59 16,-38 12-33-16,-3 5-14 15,-10 7 29-15,-2-3-30 16,6-5-6-16,9-9-9 16,25-14-4-16,9-13-56 15,3-12-212-15</inkml:trace>
  <inkml:trace contextRef="#ctx0" brushRef="#br0" timeOffset="58997.94">14645 15051 246 0,'0'0'400'0,"0"0"-301"0,0 0-20 15,0 0 9-15,0 0-45 0,0 0 51 16,0-20-25-16,0 20-5 15,0 0-10-15,0 12-22 16,0 24-9-16,0 21-10 16,0 2-3-16,0 6-8 15,0-1 1-15,0 0 4 16,0-4-14-16,0-4 7 16,0-8-9-16,0-7-25 15,0-14-31-15,0-15-30 16,0-12-135-16,0 0-344 15</inkml:trace>
  <inkml:trace contextRef="#ctx0" brushRef="#br0" timeOffset="59530.42">14362 15557 112 0,'0'0'613'16,"0"0"-544"-16,0 0 42 0,0 0-54 16,0 0-32-1,0 0-8-15,127 0 10 0,-92 0-25 16,-1 0 7-16,-16 0 2 15,10 16 0-15,-3-1-11 16,-3 1-11-16,-10 0 11 16,-6-4-34-16,-6-4 17 15,0 5-10-15,0-6 27 16,0 1 24-16,0 5 2 16,0-1-8-16,0-8-13 15,0 0-5-15,0-4-64 16,0 0 39-16,0 0-6 15,0 0 31-15,0 0 0 16,0 3 34-16,0-3-1 16,0 0 9-16,0 0-24 15,0 0-10-15,0 0 0 16,0-11-2-16,0-14 8 0,22 13-12 16,-10 1 5-16,1 3-5 15,2 0-4-15,-2-4-5 16,-7-1-37-16,-6 10-33 15,0-2-65-15,0 5-78 16,0 0-385-16</inkml:trace>
  <inkml:trace contextRef="#ctx0" brushRef="#br0" timeOffset="60529.87">13956 16663 501 0,'0'0'184'0,"0"0"-119"0,0 0 59 0,0 0-43 0,0 0-13 15,0 0-2-15,65-144-25 16,-49 95-8-16,-4-11-23 16,1 9 11-16,-1-2-18 15,-3 5-6-15,-3 16-7 16,1 12 10-16,-7 4-17 16,0 8 10-16,0 8 6 15,0 0-12-15,0 0-9 16,-7 8-9-16,-14 28 18 15,2 12-23-15,-9 1-86 16,-6-2-218-16</inkml:trace>
  <inkml:trace contextRef="#ctx0" brushRef="#br0" timeOffset="61045.38">14443 16250 22 0,'0'0'696'0,"0"0"-660"15,0 0 18-15,0 0-54 16,0 0-51 0,0 0 51-16,133-37 0 0,-80 30 17 15,-19 7 11-15,-12 0 26 16,-10 0-6-16,-12 12-3 16,0 24-12-16,0-8-31 15,0 8-2-15,0-8-13 16,-12-12 9-16,3 1-2 15,9-9 2-15,0-8-25 16,0 0-33-16,0 0 35 16,34 0 6-16,6 0 21 0,0 0 0 15,-12 8 6 1,-9 3-2-16,-4 1 45 0,-9 4-23 16,-6 12 10-16,0 8-15 15,0 17-7-15,-55 7-14 16,-38 4 2-16,0-8-7 15,12-7 10-15,16-21-15 16,25-17 0-16,18-11-107 16,16 0-311-16</inkml:trace>
  <inkml:trace contextRef="#ctx0" brushRef="#br0" timeOffset="61878.55">17866 14962 290 0,'0'0'297'0,"0"0"-193"0,0 0 50 0,0 0-70 0,0 0 11 15,0 0-30-15,-6 17 24 16,6 19-53-16,0 4 19 16,0 16-20-16,-9 0-20 15,9 1-15-15,0 7-2 16,0 0-10-16,-7 0-28 16,1-4 20-16,6-7-28 0,-6-9 14 15,6-16-46-15,0-9-39 16,0-10-99-16,0-9-343 15</inkml:trace>
  <inkml:trace contextRef="#ctx0" brushRef="#br0" timeOffset="62412">17584 15596 478 0,'0'0'197'15,"0"0"-103"-15,0 0-4 16,0 0-46-16,0 0-44 16,0 0 10-16,139 16-5 15,-111-16 0-15,7 0-5 16,-8 0 5-16,-8 5-5 0,-7-2-1 16,4-3-4-1,-16 0-8-15,6 9-5 0,-6 2 11 16,0-6 7-16,6 15 17 15,-6-9-8-15,0-3 3 16,0-8-9-16,0 0 20 16,0 0-20-16,0 0 48 15,0 0-22-15,0 0-17 16,7 0-12-16,14-16 0 16,-2-12 0-16,9 0 8 15,-10 4-19-15,-11 9-12 16,-1 7-7-16,-6 0-25 15,0 8-11-15,0 0-7 16,0 0-82-16,0 0-162 16,0 0-4-16</inkml:trace>
  <inkml:trace contextRef="#ctx0" brushRef="#br0" timeOffset="65343.07">5987 18026 92 0,'0'0'259'0,"0"0"-185"0,0 0 11 0,0 0 3 15,0 0-11-15,0 0-17 16,-12-3-27-16,12 3-23 16,0 0-3-16,0 0 26 15,0 0-25-15,0 0 17 16,0 0-13-16,0 0 23 15,0 0-24-15,0 0 8 16,-6 0-11-16,6 0-5 16,-16 0 8-16,16 0-8 15,0 11 10-15,0 2-8 0,0 7-10 16,0 0 5-16,-12-4 0 16,12 4 5-16,0-12-4 15,-12-8-2-15,12 0-22 16,0 0 23-16,0 0 18 15,0-28 19-15,0-12 6 16,0-12-2-16,0-13-34 16,12-11-1-16,16-7-6 15,-10-6 4-15,17 1-8 16,-1 16-11-16,-16 15 9 16,4 25-17-16,-16 28-4 15,0 4-11-15,-6 4 2 0,7 28 36 16,-1 0 2-16,0 4 18 15,-6-3-15-15,6 3 25 16,10 20-12-16,2 12 7 16,4 13-18-16,9-1 2 15,3-13-9-15,0-14-47 16,6-17-33-16,-12-16-75 16,-9-16-95-16,-13-4-288 15</inkml:trace>
  <inkml:trace contextRef="#ctx0" brushRef="#br0" timeOffset="65991.74">5873 18039 393 0,'0'0'126'0,"0"0"-40"0,0 0-29 0,0 0 7 0,0 0 38 16,0 0 24-16,0-16-41 16,0 16-30-16,9 0-7 15,3 0-34-15,23 0 0 16,-11 0-14-16,10-8-6 0,1-9-60 16,17-2-21-1,-11-6-39-15,-7 5-141 0</inkml:trace>
  <inkml:trace contextRef="#ctx0" brushRef="#br0" timeOffset="66674.58">6663 17754 514 0,'0'0'104'0,"0"0"-16"0,0 0 27 0,0 0-53 15,0 0-21-15,0 0-17 0,41 0 32 16,30 0 19-16,25 0-13 16,10 0-32-16,-13 4-10 15,21-4-20 1,-21 0 0-16,-12 0-3 0,-13 0-37 15,-9 0 3-15,-19 0-62 16,-15 0-20-16,-3 0-152 16,-22 0-269-16</inkml:trace>
  <inkml:trace contextRef="#ctx0" brushRef="#br0" timeOffset="67141.3">7417 17654 119 0,'0'0'177'0,"0"0"-43"0,0 0-35 15,0 0-4-15,0 0 4 16,0 0-17-16,80 23 12 15,-5-2-60-15,12-6-5 16,-19 2-16-16,-15-5-11 16,-13-5-1-16,-21 2 1 15,-13-1-4-15,-6 5-1 16,0 2 3-16,-6 14 23 16,-47 2-13-16,-6 2 1 0,9-10-18 15,4-2 14-15,15-13-14 16,3-5 0-16,28-3-26 15,0 0-83-15,0 0-174 16</inkml:trace>
  <inkml:trace contextRef="#ctx0" brushRef="#br0" timeOffset="69272.94">8502 17942 308 0,'0'0'170'0,"0"0"-75"0,0 0-29 0,0 0-36 16,0 0-25-16,0 0 62 15,-34 28-23-15,34-28 4 16,0 0 38-16,0 0-16 16,0 0 9-16,0 0-53 15,0 0 7-15,0-16-18 16,0-28 3-16,0-15-7 15,0-13 14-15,0 6-19 16,0 2 4-16,0 5-10 16,0 10 8-16,12 5-18 0,1 8-9 15,-4 8 19-15,-9 8-18 16,0 12 14-16,0 8-10 16,0 0 10-16,0 20-15 15,0 24-12-15,-15 9 21 16,-20-6-28-16,11-6-22 15,2-13-43-15,10-4-109 16,12-9-184-16</inkml:trace>
  <inkml:trace contextRef="#ctx0" brushRef="#br0" timeOffset="82297.92">8787 17469 296 0,'0'0'0'0,"0"0"-60"0,0 0 26 0,0 0 32 16,0 0 2-16,0 0 50 16,0 0-20-16,0-32 70 15,0 32 29-15,0 0-31 16,0 0-44-16,0 0-39 16,0 0 0-16,0 0 52 15,0 0-1-15,0 0-12 16,0 0 8-16,0 0-16 15,0 0 18-15,0 0-40 0,0 0-3 16,0 0-21 0,0 0 4-16,0 0-2 0,0 0 5 15,0 0 18 1,0 0-14-16,0 0 20 0,0-4-30 16,0 4 1-16,0-11 2 15,7 2-4-15,8-3 3 16,-3 3-2-16,16 6-2 15,-3 3 6-15,-3 0-12 16,-4 0 8-16,4 0-2 16,-9 0-20-16,-7 12-1 15,-6 17 9-15,0 2 13 16,0 5 5-16,0 5 3 16,-25 3 1-16,-3-4-7 0,6-8 0 15,16-9 3-15,6-10-10 16,0-9-16-16,0-4-8 15,22 0 0-15,31 0-4 16,-1 0 6 0,-5 0 12-16,-7 0 11 0,-6 0 8 15,-6 0-11-15,-15 12-5 16,-7 4 12-16,-6 11 3 16,0 6 21-16,-19 3 26 15,-49 0-35-15,-13 0 16 16,-6-3-7-16,16 3 19 15,9-5-38-15,16-6-1 16,27-14-4-16,10 2-24 0,9-5-66 16,0 0-140-1,0 0-213-15</inkml:trace>
  <inkml:trace contextRef="#ctx0" brushRef="#br0" timeOffset="107606.33">3901 9785 202 0,'0'0'62'0,"0"0"-60"0,0 0 45 15,0 0-32-15,0 0 31 16,0 0 31-16,0 0 7 0,0-16-9 16,0 16-17-1,0 0-36-15,0 0-8 0,0 0-13 16,0 0 8-16,0 0 3 16,0 0 14-16,0 0 3 15,0 0-12-15,0 0 35 16,0 0-31-16,0 0-7 15,0 0-14-15,0 0-4 16,9 0 2-16,-9 0 2 16,0 0 5-16,0 0 11 15,6 0 12-15,0 0-23 16,7 0 6-16,2 0-7 16,16 0-2-16,-3 0-2 15,6 0 12-15,-15 0-7 0,3 0-5 16,-10 0 5-16,0 0 3 15,10 0-2-15,3 0 0 16,3 0 0-16,6 0-6 16,0 0-2-16,-9 0 1 15,15 0 2-15,-18 0 6 16,-4 0-7-16,-5 0 4 16,-7 0 5-16,16 0 3 15,-4 9-7-15,4-6 1 16,-3 1-6-16,2 0 0 15,-2 0 0-15,3 0 4 16,-4 0-3-16,4 1 4 16,-10-5 0-16,7 0-3 0,-3 3 13 15,-4-3-15-15,10 0 0 16,-10 0 0-16,16 0 5 16,-16 0-4-16,-5 0 3 15,5 0-7-15,3 0 6 16,-2 0-2-16,-13 0 5 15,18 0-6-15,-8 0 0 16,-4 0 7-16,-6 0-13 16,6 0 12-16,0 0-12 15,-6 8 12-15,13-8-4 16,-7 0-1-16,9 0 1 16,4 0 0-16,9 0 2 15,-9 0-3-15,2 0-1 0,-8 0 1 16,-1 0 6-1,10 0-3-15,6 0-4 0,-4 0 0 16,-2 0 5-16,-3 0-10 16,3 0 5-16,-10 4 0 15,7 0 0-15,-4-4 4 16,-9 0-9-16,13 0 18 16,-4 0-21-16,-2 0 14 15,-13 0-6-15,12 0 1 16,-12 0 2-16,0 0-3 15,13 0 0-15,-13 0-1 16,0 0 6-16,9 0-13 16,-9 0 21-16,0 0-25 0,6 0 17 15,0 0-6-15,7 0 1 16,2 0-1-16,-2 0 0 16,-7 0-59-16,6 0-95 15,-12-19-407-15</inkml:trace>
  <inkml:trace contextRef="#ctx0" brushRef="#br0" timeOffset="111853.94">11429 9873 429 0,'0'0'41'0,"0"0"-28"0,0 0 21 0,0 0 14 0,0 0-13 16,0 0 14-16,0-4-8 15,0 4 12-15,0 0 35 16,0 0-5-16,0 0-16 16,0 0-33-16,0 0 24 15,0 0-32-15,0 0 2 16,0 0-11-16,0 0-7 15,0 0-10-15,0 0 6 16,0 0-3-16,0 0-1 16,0 0-1-16,0 0 1 0,0 0 4 15,25 0 4 1,9 0 4-16,6 0-8 0,7 0-2 16,6 0-1-16,-4-8 3 15,4-3 1-15,0 6-4 16,-13-7 9-16,-6 12-12 15,0 0-7-15,-9 0 3 16,3 0 4-16,12 0 1 16,7 0 2-16,-7 0 5 15,13 0-6-15,-13 0 2 16,13 0 2-16,-1 0-9 16,-5 0 3-16,9 0-3 15,-10 0 2-15,7 12 1 0,0-4-6 16,2 4 13-1,11-4-9-15,2 0 12 16,-3-3-20-16,3 3 20 0,-9-5-16 16,9 6 6-16,-3-9 0 15,16 3-2-15,-13-3 6 16,-3 0-8-16,-3 0 10 16,-21 0-6-16,-1 0 0 15,0 0 0-15,-9 0 0 16,10 0-1-16,-7 0 1 15,18 0 0-15,1 0-1 16,15 0 2-16,13 5 4 0,-16 6 0 16,-3-3-5-16,-15-3 6 15,-20-5-4-15,-14 0-1 16,-7 0 0-16,-6 0-2 16,0 0 8-16,0 0-11 15,6 0 11-15,-6 0-14 16,0 0 12-16,0 0-8 15,0 0 3-15,0 0-4 16,0 0-1-16,0 0 5 16,0 0 12-16,0-8 1 15,0-8 9-15,0-1-20 16,0 9 10-16,-6-8-12 16,6 8-1-16,-6-4-4 15,6-8 2-15,-6 4 1 16,6-8 4-16,0-4-5 0,0-8 4 15,0 4-2-15,0 0-5 16,0 4 4-16,-7 0-3 16,-8 0 4-16,9-1-8 15,-13 1-7-15,10 0 11 16,-4-3 2-16,1-2 3 16,6-7-22-16,-10-5 20 15,16 14-13-15,-12 7 14 16,6 0-1-16,-7 8 2 15,-2 3-1-15,-4 10 5 16,19-2-1-16,-12 2 2 16,3-6-10-16,2 1 3 15,1-8-2-15,0 4-18 16,0 1 4-16,6-2 13 0,-6 10 5 16,-10-6 10-16,10 1-7 15,0 0 5-15,-7 0-5 16,7 0-3-16,-16 1 1 15,22 2-2-15,-6 2-2 16,-6-5-1-16,2 3 3 16,-8 5 2-16,12 0 3 15,-10 0 1-15,-9 0-1 16,-3 0-4-16,4 0 0 16,-17 0-1-16,13-4 1 15,-6-4 0-15,3-3 0 0,3 6-3 16,0-3 12-1,-6 4-8-15,10 0 8 0,-29 4-10 16,13 0 4 0,-29 0-6-16,17 0 1 0,5 0 2 15,-27 8-3-15,9 12 5 16,-16 1-11-16,-15-2 18 16,9 1-7-16,9-7 2 15,10-1-4-15,16-9 0 16,5 2 0-16,7-5-2 15,-7 0 5-15,7 0-6 16,-7 0 9-16,1 0-13 0,-10 0 15 16,3 0-10-1,7 0 2-15,6 0 0 0,-1 0 11 16,1 0-5-16,15 0-6 16,-15 0 7-16,-1 0-13 15,1 0 14-15,-6 0-16 16,-1-8 2-16,-2 3 1 15,2 5 5-15,7 0 1 16,3 0 2-16,2 0-1 16,-5 0-4-16,12 0 4 15,-12 0-6-15,15 0-16 16,-15-7 10-16,12-6-15 16,0-3 25-16,9 9-1 15,-2-1 3-15,8 8 8 16,1 0-9-16,6 0 25 15,-1 0-20-15,-8 0-4 0,9 0-2 16,6 0-4-16,-6-5-9 16,6 5 4-1,0 0 5-15,-7 0 4 0,7 0 1 16,0 0 1-16,0 0-4 16,0 0-3-16,0 0 4 15,0 0-15-15,0 0 11 16,0 5 2-16,0 10 1 15,0 9-2-15,0-4 8 16,0 4-9-16,7 4 10 16,-7-8-8-16,0 1 5 0,6 7-2 15,0 0 0-15,16 0-3 16,-16 0 1-16,19 8 4 16,-10-4-3-16,-2 4 5 15,-1-11-3-15,-12-10 2 16,0 1-6-16,0-8 7 15,0-3-7-15,0-2 5 16,0 6-2-16,0-6 0 16,0 5 1-16,0 5-6 15,0 2 9-15,0 1-13 16,0-3 5-16,0-1-2 16,0-9-8-16,0-3-23 15,0 0-87-15,0-39-307 0</inkml:trace>
  <inkml:trace contextRef="#ctx0" brushRef="#br0" timeOffset="130558.07">6710 15901 49 0,'0'0'0'0</inkml:trace>
  <inkml:trace contextRef="#ctx0" brushRef="#br0" timeOffset="130755.46">6710 15901 68 0,'0'0'84'0,"0"0"8"16,-109 40 34-16,97-36-29 15,-7 9-37-15,10-2-59 16,-10 1-1-16,13 9-25 16,-15-6-24-16,14-7 13 15,1 8-51-15,6-11 49 16,-12-5 38-16,12 4 71 16,-6-1-25-16,6 2-8 15,0-5-16-15,0 0-22 0,0 0-35 16,0 0-141-16,0 0-28 15</inkml:trace>
  <inkml:trace contextRef="#ctx0" brushRef="#br0" timeOffset="131722.04">6484 16122 278 0,'0'0'2'0,"0"0"-2"16,0 0-34-16,0 0 21 15,0 0 13-15,0 0 4 16,0 0 15-16,0-4-14 15,0-1-3-15,0 2-1 0,0 3 29 16,0 0-14 0,0 0-13-16,0 0 39 0,0 0-24 15,0 0-6 1,0 0-8-16,0 0 3 0,0 0 14 16,0 0-20-16,0 0 25 15,0 0 8-15,0 0 0 16,0 0-30-16,0 0 34 15,0 0-31-15,0 0 3 16,0 0 5-16,0 0 16 16,0 0 4-16,0 0-30 15,0-5-10-15,6-14 13 16,19-6-7-16,2-3 4 16,1-3 6-16,3 6-11 15,-3-2 14-15,13-1-13 16,-14 3 8-16,4-3-17 15,4-4 13-15,-1 0-5 16,0-4 0-16,19-4-7 16,-13-5-5-16,0 14 12 0,0-2-5 15,1 6-12-15,-16-9 10 16,21 8 4-16,-12-8-9 16,6-5 11-16,-5 9-2 15,17-8 6-15,-11 0 10 16,-1 3-10-16,6 6 7 15,-11-2-7-15,-1 10 2 16,12 2 5-16,-6-2-7 16,1-2 0-16,-10-3 2 0,-10 0-5 15,4 0 19-15,9-4-7 16,-6 8 1-16,6 0-8 16,-3-5 2-16,4 6-3 15,-1-5 0-15,0-1 4 16,-3 1-7-1,3-8 17-15,6-4-4 0,7 0 25 16,-7-4-5-16,6 4-15 16,10-1-16-16,-15 5 5 15,5 0 1-15,-6 0-15 16,-9 5 12-16,4-2-6 16,-8-6 0-16,-8-2 0 15,9 13-1-15,6-8 9 16,-15 12-16-16,-7-8 18 0,16-4-19 15,12-8 19-15,-6 0-14 16,7-5 8-16,-1-3-4 16,-3 8 0-16,13 4 2 15,3-4-12-15,-13 19 18 16,0 2-19-16,-21 2 22 16,-7 6-18-16,4 7 15 15,-4-13-12-15,10-10 8 16,-4-14-2-16,10 5 1 15,-9 16 4-15,3 8-14 0,-16 12 14 16,0 4-14 0,-6 0-1-16,0 0 3 0,0 0-21 15,0 0-7 1,0 0-25-16,0 0-46 0,0 0-54 16,0 0-98-16</inkml:trace>
  <inkml:trace contextRef="#ctx0" brushRef="#br0" timeOffset="133618.35">10406 16539 371 0,'0'0'0'0,"0"0"-4"0,0 0 4 0,0 0 1 0,0 0 1 16,0 0 44-16,-22 8 2 16,22-8-3-16,0 0 29 15,0 0 13-15,0 0-56 16,0 0-12-16,0 0-16 0,0 0 13 15,0 0 2-15,0 0 1 16,0 0-19-16,0-16 6 16,0-17 2-16,16-3 24 15,18-8 6-15,-9-4-31 16,21 1 6-16,-6-6-7 16,-5 9 2-16,5-5-8 15,0 2 0-15,-12-9 0 16,-3-5 4-16,15-7 23 15,-6 9-17-15,0 2 13 16,-9 1-9-16,9 8 3 16,0-9-17-16,7 1-3 15,-7-4 0-15,3 4 3 0,-9 8-4 16,12 4 4 0,-6 8 3-16,0-8 4 0,-9 3-9 15,16-6 2-15,-7-14-3 16,0 5 3-16,6-8 0 15,7 7 0-15,-16 2-19 16,9 10 12-16,-12 9 14 16,0 0-12-16,-16 8 13 15,1-4-2-15,2 0-6 16,-3-4 2-16,1 4-2 16,-7-1 5-16,10 5 6 0,2 0 0 15,10-8-16 1,6-8 12-16,-9 5-14 15,15-5 14-15,1-1-7 0,-7-4 0 16,6 2 0 0,-15-1-3-16,9 4 8 0,6-5-9 15,7-3 8-15,-13-4-4 16,19 0 5-16,-13-4-6 16,6 12 1-16,-12 7-1 15,-15 18-4-15,3 7 10 16,-10-9-16-16,4 6 18 15,2-14-14-15,1-3 14 16,9 5-11-16,0-2 7 0,-10 1-4 16,10 4 1-1,6 0-3-15,-15 8 0 0,-7 12-8 16,-12 8 7-16,16-4-45 16,-10 4 18-16,-6 0-36 15,0 0-79-15,0 0-178 16</inkml:trace>
  <inkml:trace contextRef="#ctx0" brushRef="#br0" timeOffset="136148.96">12852 16775 234 0,'0'0'142'0,"0"0"-142"16,0 0-3-16,0 0-4 0,0 0 4 0,0 0 3 0,0 0 11 0,0 5 52 16,0-5 7-16,0 0 30 15,0 0-8-15,0 0-56 16,0 0-19-16,0 0-5 15,0 0-19-15,13 0 22 16,15-5-7-16,0-18 33 16,9-2 32-16,-9-11-30 15,12 4-15-15,6-4-18 16,1-4-3-16,-1-12 1 16,17-4 12-16,2-9-20 0,-3 1 7 15,3 0-7 1,3 0 0-16,-15 8 3 0,-1-1-5 15,1 5 8-15,-3 9-2 16,-10 2-3-16,-9 2 19 16,25-5-5-16,-3-13 0 15,18-16-7-15,19 1-2 16,-3-8-6-16,6 8 6 16,-7 3-21-16,-5 10 8 15,-16 2 3-15,-3 10 1 16,-15 2 3-16,-1 6 0 15,-12-2 8-15,-9 10-6 16,9-2 0-16,-6 5 1 16,3-8-1-16,3-4-1 0,0 8 12 15,13-9-16-15,-1 2 6 16,-5-5-6-16,5 8-8 16,-18-5 7-16,-3 18 2 15,-3-2-16-15,-10 1 18 16,0-1 0-16,4-6 3 15,3-1-1-15,2 4 1 16,-8-5 5-16,15-3-9 16,3-4 2-16,15-7-1 15,4-14 0-15,9-3-3 16,-1-1 0-16,-2 1 3 16,-9 5-3-16,-1 2 14 15,-12 1-13-15,7-4 2 16,-10 7 0-16,3 6 0 15,0 7 2-15,-15 16-9 0,-4 11 17 16,-3 1-3-16,-5 9-1 16,-7 3-8-16,0 0 5 15,0-5-3-15,0-3 8 16,21-4-5-16,-14-7 4 16,-1 2-7-16,6 9 12 15,-12 5-11-15,6 3-2 16,-6-5 0-16,0 5-1 15,0 0-30-15,0-8-77 0,0 8-156 16</inkml:trace>
  <inkml:trace contextRef="#ctx0" brushRef="#br0" timeOffset="137348.47">17370 16940 404 0,'0'0'327'0,"0"0"-278"0,0 0 25 0,0 0 0 0,0 0-27 0,0 0-43 16,-34 32 12-16,34-32-13 0,-12 0 37 16,12 0-1-16,-7-12-32 15,-11-24 9-15,-10-20-5 16,6-16 2-16,10-13-9 16,5 1-8-16,7 0 20 15,0 16-34-15,0 19 16 16,0 21 0-16,0 17-3 15,0 11-37-15,-6 0 31 16,-15 56 7-16,2 7 1 16,-15 10 6-16,0-5-11 15,-7-12 8-15,23-23-13 0,12-9-35 16,-1-17-30-16,7-2-58 16,0-5-114-16,0 0-267 15</inkml:trace>
  <inkml:trace contextRef="#ctx0" brushRef="#br0" timeOffset="138031.32">17686 16387 368 0,'0'0'139'0,"0"0"-96"0,0 0 45 0,0 0-76 16,0 0 0-16,0 0-11 15,87-49 19-15,-40 34-6 16,-16 15 12-16,-10 0 3 16,-2 0-27-16,-4 0 59 15,-8 39-30-15,-7 9 16 16,0 12-32-16,0-11-4 16,0-1-7-16,0-9-4 0,-22-14 0 15,22-9 0 1,0-12-1-16,0-4-21 0,15 0-21 15,32 0-22-15,6 0 61 16,-1 0-4-16,-11 0 6 16,-13 0-7-16,-28 0 1 15,0 0 8-15,0 24 15 16,0 20 77-16,-28 9-50 16,-37 2 14-16,-32 6-35 15,-8-9 33-15,12-4-37 16,-16-12 6-16,29-20-23 15,21-16-10-15,12 0-57 16,35-28-170-16,12-12-313 16</inkml:trace>
  <inkml:trace contextRef="#ctx0" brushRef="#br0" timeOffset="141694.53">16288 13739 316 0,'0'0'113'0,"0"0"-68"0,0 0 12 0,0 0 2 16,0 0-33-16,0 0-2 15,-6 25-14-15,6-17 7 16,-13-5 16-16,13 2 11 15,0-5 3-15,0 11-7 16,0 2 15-16,-9 19-41 16,9 0 32-16,-6 21-30 0,6-2-3 15,0 1-4-15,0-3-4 16,0 15-3-16,0 0 6 16,-6 0-5-16,6 12 1 15,0 8-7-15,0-4 6 16,0 9-5-16,0-13 3 15,0-8-2-15,-7-8 0 16,1-4 1-16,0-12-4 16,-3-3 18-16,2 3-23 15,-5 4 17-15,6 12-13 16,-7 8 5-16,-2 4 0 16,9 0-2-16,0 5-4 15,-1-5 6-15,1-8 0 0,-3-4-9 16,3-4 20-16,6-4-16 15,-7-3 11-15,7-1-4 16,0-9-2-16,0 14-1 16,0 4 1-16,-12 2 0 15,6 13-7-15,-16 8 13 16,10-3-13-16,-1 3 8 16,-2-16-15-16,9-16 19 15,6-7-5-15,0-9 0 16,0-9 2-16,0 5-5 15,0 8 11-15,0 5-3 16,0 7-2-16,0 1 8 16,0-5-7-16,0-16-4 0,0-9 1 15,0-10 4-15,0-9-5 16,0 0 5 0,0 8-17-16,0 3 25 0,0 9-17 15,6 13 8-15,9-1-3 16,-2-4-1-16,-7-8 0 15,0-17 0-15,-6-3-1 16,0 0 0-16,13 0-7 16,-4 0-1-16,-3 5 17 15,6 7-14-15,-5 4 12 16,14 4-3-16,-14 1-3 16,5-2-4-16,-6-2 3 15,-6-2 1-15,16-2-3 16,-10 3 13-16,12-1-18 15,-2 1 12-15,3 1-6 0,2-1 4 16,-2-1 0-16,-1-2-2 16,-2-5-9-16,18-5 6 15,-3 6-3-15,9 2 0 16,7 5 11-16,-1-3-17 16,10-1 19-16,-9-4-11 15,-7-5 4-15,0 2 0 16,1 7 5-16,-10-4-3 15,15 8 13-15,-5 4-14 16,5-4 5-16,4 4-2 16,-4-12-8-16,-6-8 8 15,19 0-1-15,-6 0 20 16,9 0-17-16,-3 0 16 16,0 0-14-16,3 0 23 0,-3 0-29 15,9 0 25-15,-9 0-26 16,15 0-2-16,-9 0 1 15,10 0 0-15,-7 0-2 16,-9 0 15 0,-6 0-8-16,3 0 4 0,-16 0 14 15,13 0-19-15,-1 0 3 16,1 0-7-16,3 0-1 16,9 0 1-16,-12 0 0 0,-7 0-4 15,-6 0 12-15,7 0-15 16,-19 12 25-16,0 1-29 15,-10-2 14-15,-2-7-3 16,9 4 0-16,-13-8 1 16,-3 0-5-16,-2 0-3 15,17 0 7-15,-2 0 0 16,3 0 4-16,-3 0-1 16,6 0-1-16,-4 0 2 15,-11 0-4-15,8 0 5 16,-2 0-2-16,-3 0-6 15,-4-20-6-15,0 0 5 16,-12 4 8-16,16 4 10 0,-10 4-12 16,-6-5 9-1,12-10-5-15,1-13-6 0,-4-13 0 16,-9-7 11 0,13-4-17-16,-13-4 18 15,6 8-17-15,-6 0 12 0,0 12-11 16,6 0 7-16,-6 0-3 15,0 0 0-15,0-5 6 16,0-2-12-16,0-14 13 16,0 1-14-16,0-4 16 15,0-5-18-15,15 1 16 16,-2 4-9-16,-1 8 2 16,-6 4 0-16,-6-1-5 0,0 6-3 15,0-6 2-15,0-2 1 16,0-2 0-16,0 5-3 15,0 12 8-15,0 0 0 16,0-5-3-16,0-7 0 16,0 1 6-16,0-14-6 15,0 5 6-15,0 0-15 16,0-1 19-16,0 6-14 16,0-10 4-16,0 13 3 15,0 4 0-15,0 4 1 16,0-4-1-16,0-12 9 15,0-1-14-15,0-3 13 16,0-8-16-16,22-4 13 16,-9-1-13-16,8 6 8 15,-2 11 0-15,-1-13-3 16,10-7 6-16,0-12-10 0,-9-4 10 16,3 7-8-16,-4 17 10 15,10 4-11-15,-15 23 6 16,-7 10 0-16,0 6 1 15,3 9 2-15,-9-4 3 16,0 8 3-16,0 0-11 16,0 1 12-16,0-2-15 15,0-7 12-15,0 0-14 16,0-5 7-16,0 2 0 16,0-5-4-16,0 0 8 15,0 3-8-15,0-3 9 16,0 8-8-16,0 4 11 0,0 12-8 15,0 1 0-15,0 11 2 16,0 0-2-16,0 0 1 16,0 0-4-16,0 0 6 15,0-5-1-15,-28 5 8 16,-6 0-20-16,9 0 3 16,-24 0 5-16,24 0 2 15,-9-4 0-15,-6 0-3 16,5-8 7-16,-17 8-4 15,11 0 7-15,-11-4-14 16,-1 8 7-16,-3 0-4 0,-3 0-4 16,0 16 8-1,4-4 6-15,2-4-5 16,13-8-2-16,5 0 8 16,4 0-4-16,4 0 5 0,-14 0-16 15,7 5 4-15,0 2 1 16,9-3 3-16,-15 4 0 15,6-4-4-15,0 4 8 16,-7-8-10-16,10 0-4 16,-3 0 3-16,0 0 5 15,0-8 1-15,9 8 1 16,-3-4 0-16,-6-8 14 0,3 5-3 16,-18-2-6-16,2 5 7 15,-6 0-22-15,25-4 20 16,-9 8-17-16,9 0 7 15,-6 0-2-15,0 0-4 16,-6 0 6-16,-7-4-4 16,-12 0 10-16,13-4-13 15,-16 4 19-15,3 4-23 16,6 0 11-16,19 0 0 16,16 0-6-16,2 0 6 15,10 0-2-15,-13 0 12 16,4 0-25-16,2 0-6 15,-15 0 13-15,10 0-16 16,-10 0 13-16,3 0-20 16,3 0 29-16,10 0-1 0,-16 0 3 15,16 0-1-15,-10 0 7 16,3 0-14-16,-8 0 16 16,14 0-13-16,1 0 13 15,-4 0-8-15,10 0 0 16,-6 4 2-16,-7 4-2 15,3 0-3-15,4 8 0 16,6 0-2-16,6 8-8 16,-6-8 12-16,6 1-2 15,0 2-5-15,0-7 8 16,0 4 0-16,-10 0 0 16,10 12-6-16,-12 8 14 15,-7 9-16-15,-9-1 9 0,-6 0-2 16,0-11-39-16,16-14 32 15,-10-2 8-15,15-6 0 16,1 5 6-16,-4 8 1 16,-2 16-4-16,-10 8-3 15,-3 9-2-15,-3-1-84 16,-41 0-287-16</inkml:trace>
  <inkml:trace contextRef="#ctx0" brushRef="#br0" timeOffset="151503.46">9944 10804 4 0,'0'0'266'0,"0"0"-187"0,0 0 21 0,0 0-28 0,0 0-44 15,0 0 2-15,0 0 15 16,0 0-31-16,0 0 11 15,0 0 16-15,0 0 36 16,0 0-27-16,0 0-1 16,0 0-19-16,0 0 8 15,0 0 9-15,0 0-15 16,0 0 14-16,0 0-39 16,0 0 16-16,0 0-22 15,0 0 19-15,0 0-20 0,0 0 4 16,0 0-1-16,0 0 1 15,0 0-8-15,0 0-2 16,15 0 1-16,50 12 10 16,44 4 12-16,3-8-17 15,27-8-1-15,-2 0 0 16,-10 0 2-16,-34 0-1 16,-6 0 0-16,-41 0-4 15,-21 4-26-15,-16 4-34 16,-9-8-21-16,-40 0-148 15</inkml:trace>
  <inkml:trace contextRef="#ctx0" brushRef="#br0" timeOffset="156483.21">19897 5782 389 0,'0'0'173'0,"0"0"-173"0,0 0-1 0,0 0 1 0,0 0-32 16,0 0-1-16,0 0 33 15,0 0 13-15,0 0 28 16,0 0 97-16,0 0-44 16,0 0-40-16,0 0-45 15,0 0 9-15,0 0-3 16,0 0-14-16,0 0 4 16,0 0-3-16,0 0 24 15,0 0-6-15,0 0 18 16,0 0-15-16,0 0-1 15,0 0-17-15,0 13 1 16,0 7-5-16,0 11-1 16,0 22 2-16,-6 11 4 0,-16 8-8 15,10 8 11-15,-7 5-13 16,13-5 6-16,-10 0-3 16,16-8 1-16,0-11-8 15,0-5 8-15,0-17 0 16,0-6-5-16,0-9 11 15,-6-4-9-15,0-12 6 16,0-4 1-16,6-4 0 16,-6 0 5-16,-10 0-9 15,-9-20-13-15,-9-24 13 16,0-20 0-16,6 0 18 0,3-17-16 16,19-3 1-16,-9 0-3 15,15 0 0-15,0-4-21 16,0-1 9-1,21 5-3-15,14 8 9 0,5 7-3 16,-9 9 18-16,9 4-15 16,0 0 14-16,13 4-16 15,-3 4 7-15,-4 12-11 16,-15 12-6-16,10 8-7 16,-20 7 23-16,20 9-16 15,5 0 17-15,7-8-13 16,15 8 3-16,-9 0-21 15,-19 0-24-15,-21 0-16 0,-19 36 34 16,0 21 38-16,-19 23 40 16,-61 12 13-16,-20 8-11 15,20-11-7-15,5-13-29 16,16-24-6-16,-3-20-45 16,4-12-43-16,-1-20 76 15</inkml:trace>
  <inkml:trace contextRef="#ctx0" brushRef="#br0" timeOffset="157565.07">20799 6059 194 0,'0'0'263'0,"0"0"-177"0,0 0-13 16,0 0-35-16,0 0-17 0,0 0 1 15,0 0 24-15,0-8-4 16,0 8 17-16,0 0 17 16,0 0-2-16,0 0-36 15,0 0-7-15,0 0-20 16,13-4-1-16,21 0 8 16,12 0-11-16,-5-7 2 15,5 11-3-15,-5-8-11 16,-1 8 5-16,6-5-5 15,-5 5-10-15,-1 0 0 16,-6 0-24-16,-6 0-19 16,-9 0 10-16,-1 0-84 0,-18 0-71 15,0 0-221-15</inkml:trace>
  <inkml:trace contextRef="#ctx0" brushRef="#br0" timeOffset="159396.09">20424 6015 424 0,'0'0'38'0,"0"0"-28"0,0 0 37 0,0 0 21 0,0 0-13 15,0 0 14-15,-25 13 31 16,25-13-22-16,0-21-7 16,-15-23-60-16,-4-8 23 15,1-16-9-15,2-4-14 16,10 3-9-16,6 9 5 16,0 17-2-16,0 2-4 15,22 1 0-15,37 0-1 16,15-4-24-16,7-1-45 15,-16 26-159-15,-6 7-322 16</inkml:trace>
  <inkml:trace contextRef="#ctx0" brushRef="#br0" timeOffset="160062.15">20948 5265 462 0,'0'0'10'0,"0"0"-1"0,0 0 17 0,0 0-9 15,0 0-4-15,0 0 35 16,-108 157 13-16,80-109-23 15,3 4 8-15,3-4-1 16,16 4 12-16,6 0-21 16,0 4 1-16,0 5-16 15,0-9-10-15,0-4-8 16,0-8 3-16,0 0-4 0,34-8 0 16,13-15 3-1,5-2-5-15,23-15-6 0,-7 0-4 16,3 0 10-16,-9 0-1 15,-9-7-17-15,-25-6-7 16,9-7 7-16,-21 0 9 16,-4-4-74-16,-12-4-105 15,0-4-315-15</inkml:trace>
  <inkml:trace contextRef="#ctx0" brushRef="#br0" timeOffset="160363.32">20771 5779 706 0,'0'0'32'0,"0"0"-26"0,0 0 96 0,0 0-49 16,0 0-40-16,357 3-13 16,-317-3-35-16,-9-11-90 0,-21-9-6 15,-10 7-51-15,0-7-257 16</inkml:trace>
  <inkml:trace contextRef="#ctx0" brushRef="#br0" timeOffset="160561.41">21094 5422 727 0,'0'0'61'0,"0"0"-46"16,0 0 40-16,0 0-39 16,0 0-16-16,0 0-23 15,329-97-75-15,-323 70-138 0</inkml:trace>
  <inkml:trace contextRef="#ctx0" brushRef="#br0" timeOffset="161028.49">21968 5406 849 0,'0'0'75'0,"0"0"19"0,22 273-27 0,-22-153-17 0,-6-1-48 0,-50-9-4 0,10 1-21 0,-7-19-110 16,-12-19-138-16,9-17-300 16</inkml:trace>
  <inkml:trace contextRef="#ctx0" brushRef="#br0" timeOffset="162462.4">15491 10611 772 0,'0'0'82'0,"0"0"-80"0,0 0-2 0,0 0 0 0,0 0 1 15,0 0-4-15,248 169 6 16,-167-169 1-16,-7 0-2 15,-15 0 15-15,-6 0 7 16,-13 0-18-16,-6 0-6 16,-12 0-1-16,-16 0 1 0,0 0-65 15,-6 0-26-15,0 0-41 16,0 0-100-16</inkml:trace>
  <inkml:trace contextRef="#ctx0" brushRef="#br0" timeOffset="162678.1">15351 10611 266 0,'0'0'359'0,"0"0"-348"0,0 0 96 16,0 0-32-16,0 0-35 15,0 0-24-15,382 4-15 16,-336-11-2-16,-18-9-38 16,-28-1-8-16,0 6-74 15,0-2-38-15</inkml:trace>
  <inkml:trace contextRef="#ctx0" brushRef="#br0" timeOffset="162879.67">15351 10611 744 0,'149'-152'87'15,"-130"152"-56"-15,9 0 79 16,-3 0-53-16,9 0 0 16,6-5-37-16,7-18-20 15,-1-18-11-15,-18-6-55 16,-3-9-83-16,-25 7-248 15</inkml:trace>
  <inkml:trace contextRef="#ctx0" brushRef="#br0" timeOffset="163543.96">16629 10571 761 0,'0'0'74'0,"0"0"-43"0,0 0 31 0,0 0-44 16,0 0-17-16,0 0 27 15,46 0 1-15,-18 0 7 16,3 0-33-16,3 0-3 15,-6 0-23-15,-3 0-17 0,-9-4-39 16,-16-12-61 0,0 0-106-16,0 12-220 0</inkml:trace>
  <inkml:trace contextRef="#ctx0" brushRef="#br0" timeOffset="163715.01">16629 10571 893 0,'-133'-220'27'15,"151"220"-22"-15,10 0 5 16,6 0-10-16,7-5-11 16,-1-10-98-16,-15-6-114 15</inkml:trace>
  <inkml:trace contextRef="#ctx0" brushRef="#br0" timeOffset="164292.32">17444 10703 552 0,'0'0'141'0,"0"0"-70"0,0 0 43 0,0 0-23 0,-6-216-48 15,6 147 1-15,6 2-30 16,13 3-8-16,9-1 1 16,6 14-13-16,-9 2 6 15,9 13-5-15,0 8-18 16,-6 8 15-16,-9 15-22 16,-7 5-17-16,-3 17-38 15,4 39 85-15,-13 24 25 16,12 0-25-16,-12-8 0 15,0-3-24-15,0-9-41 16,0 1 12-16,0-6-30 0,0-10-23 16,0-18-106-16</inkml:trace>
  <inkml:trace contextRef="#ctx0" brushRef="#br0" timeOffset="164525.13">17271 10454 716 0,'0'0'56'0,"0"0"-18"0,0 0 68 15,452-31-28-15,-324-10-78 16,-20 2-5-16,-43-5-68 15,-43 7-147-15,-22 5-231 16</inkml:trace>
  <inkml:trace contextRef="#ctx0" brushRef="#br0" timeOffset="164842.5">17646 9809 967 0,'0'0'104'0,"0"0"-102"15,0 0 45-15,0 0-24 16,301-228-23-16,-214 155-9 16,-7 9-100-16,-27 20-213 0</inkml:trace>
  <inkml:trace contextRef="#ctx0" brushRef="#br0" timeOffset="165440.9">17993 10399 577 0,'0'0'33'0,"0"0"-26"0,0 0 90 0,0 0-19 16,0 0-60-16,0 0-1 16,25 72-9-16,49-56 2 15,1-8 4-15,6-4-1 16,-16 0-7-16,9 4-6 16,-21-8-6-16,-13 17-17 15,-12-10 14-15,-16 5-8 16,-12 5 17-16,0 6 10 15,-28 13 41-15,-49 13-44 16,-13 7 6-16,-3-17 22 0,28 5-35 16,12-19-1-16,13-21-87 15,6-4-126-15</inkml:trace>
  <inkml:trace contextRef="#ctx0" brushRef="#br0" timeOffset="165908.59">19317 10359 659 0,'0'0'151'0,"0"0"-83"0,0 0 28 16,0 0-47-16,0 0-23 16,0 0-1-16,53 48-1 15,-19-32-22-15,-15 8-2 16,15-4-6-16,-22 0-45 15,-6 4-37-15,-6 8-124 16,0 0-85-16</inkml:trace>
  <inkml:trace contextRef="#ctx0" brushRef="#br0" timeOffset="166173.63">19268 10651 759 0,'0'0'18'0,"0"0"44"16,0 0 52-16,0 0-66 16,341-116-35-16,-273 52 16 15,-28 8-28-15,-21-5-1 16,-19 9-15-16,0 4 15 16,-19 9 19-16,-43 6-9 15,3 13-10-15,7 8 5 16,5 12-3-16,19 0 6 15,3 0-8-15,4 0-13 16,8 36-39-16,-2 4-11 0,15 0-54 16,0-12-115-16</inkml:trace>
  <inkml:trace contextRef="#ctx0" brushRef="#br0" timeOffset="166424.4">19649 10407 180 0,'0'0'536'16,"0"0"-533"-16,0 0 12 15,0 0-15-15,0 0-19 16,0 0 9-16,149 72 10 0,-109-68 3 16,7 0 0-16,-13 8 14 15,-9 0-6 1,2 0-8-16,-20-4-3 0,11-4-22 15,4-4-17-15,-16 0-84 16,0 0-78-16,-6-12 95 16,0-16-20-16</inkml:trace>
  <inkml:trace contextRef="#ctx0" brushRef="#br0" timeOffset="166607.54">19649 10407 974 0,'87'-108'30'0,"-87"116"-29"16,22-5 0-16,36-3-1 0,17 0-17 15,12 0 17-15,-7-3-8 16,-5-22-16-16,-29 9-11 16,-40 4-60-16,-6-4-1 15,0 4-67-15</inkml:trace>
  <inkml:trace contextRef="#ctx0" brushRef="#br0" timeOffset="166663.34">19649 10407 753 0</inkml:trace>
  <inkml:trace contextRef="#ctx0" brushRef="#br0" timeOffset="166740.26">19649 10407 753 0,'276'-205'183'0,"-276"205"-127"0,0 0 12 16,25 0-48-16,37 0-22 15,-16 0-51-15,-12-12-29 0,-3-7-168 16</inkml:trace>
  <inkml:trace contextRef="#ctx0" brushRef="#br0" timeOffset="167556.07">17432 11698 309 0,'0'0'283'0,"0"0"-191"0,0 0 12 16,0 0-4-16,0 0-34 15,12 76-51-15,16-48 34 0,-9 5-42 16,-7-9 0-16,10-16-7 16,-16 4 1-16,-6-12 3 15,0 0 5-15,0 0 7 16,0-12-12-16,0-20-2 16,-46-16 11-16,5-4-25 15,7-12 20-15,16-10-8 16,2-6 2-16,16 0-2 15,0 8-2-15,0 16-22 16,16 20 12-16,9 11-36 16,-4 14 22-16,-2 11-2 15,3-8 3-15,9 8 11 16,9 0 14-16,16 0-2 0,-4 0 9 16,-11 0-14-16,-17 0-3 15,-14 0 3-15,-10 8 7 16,0 16 28-1,-16 8-13-15,-36 17 0 0,-7 3-15 16,3-4 0-16,3 4-16 16,19-13-91-16,28-11-154 15</inkml:trace>
  <inkml:trace contextRef="#ctx0" brushRef="#br0" timeOffset="167957.5">17798 11710 778 0,'0'0'12'0,"0"0"5"0,0 0-2 0,0 0 35 15,68-257-26-15,-34 193-17 16,-9 12-7-16,-3 16 7 16,-10 20-4-16,-12 16-3 15,0 0-13-15,6 0-27 0,1 8 37 16,8 16 6-16,-3 17 21 15,7-5-7-15,9 7-17 16,-9 1 0-16,15-3 4 16,-13 3-11-16,-2-5-14 15,-13-2-65-15,-6-8-56 16,0-18-97-16</inkml:trace>
  <inkml:trace contextRef="#ctx0" brushRef="#br0" timeOffset="168138.42">17798 11710 636 0,'127'-249'94'0,"-127"246"-89"0,12 3 45 16,29 0-36-16,5 0 23 15,16 0-12-15,-3-8-25 16,3-5-5-16,-15-7-63 15,-1-3-58-15,-21-6-163 16</inkml:trace>
  <inkml:trace contextRef="#ctx0" brushRef="#br0" timeOffset="168371.62">18427 11309 157 0,'0'0'275'15,"0"0"-193"-15,0 0-34 16,0 0-13-16,0 0-15 15,0 0-20-15,59 233-6 16,-37-206-8-16,3-14 10 16,-10-9 8-16,-2-4-8 15,-1 0-20-15,4-17 21 16,-10-27 3-16,6-3 43 16,-6-9-6-16,10 7-21 15,-16 9-16-15,0 0-19 16,0 20-167-16</inkml:trace>
  <inkml:trace contextRef="#ctx0" brushRef="#br0" timeOffset="168741.47">18942 11212 148 0,'0'0'652'0,"0"0"-593"16,0 0-44-16,0 0-9 16,0 0-6-16,0 0-1 0,-6 73-2 15,12-57-23-15,28 0 22 16,13 0-6-16,-16-7 10 15,9-9 0-15,-12 8 4 16,-10 0-9-16,-2-1 2 16,-16 1 3-16,0 8 20 15,0 9 62-15,-28 11-47 16,-25 8-15-16,-21 0-20 16,15-4 0-16,19-8-65 15,-1-12-100-15,7-8-192 16</inkml:trace>
  <inkml:trace contextRef="#ctx0" brushRef="#br0" timeOffset="170455.47">22858 6175 710 0,'0'0'84'0,"0"0"-79"0,0 0 28 0,0 0-6 0,0 0 15 16,0 0 8-16,115 0 36 16,-62 0-29-16,6 0 9 15,9 0-14-15,6 0-12 16,-2 0-20-16,2-16-12 15,-6 1 2-15,-3 2-10 16,-3 5-6-16,-15-4-30 16,-16 4-8-16,-22 0-30 15,10-3-62-15,-19-1-84 16,0-4-173-16</inkml:trace>
  <inkml:trace contextRef="#ctx0" brushRef="#br0" timeOffset="170687.25">22886 6007 735 0,'0'0'53'0,"0"0"-27"0,0 0 72 15,0 0-26 1,0 0 9-16,0 0-33 0,422 0-34 16,-335 0-14-16,12-12-21 15,-34-20-68 1,-25 0-223-16</inkml:trace>
  <inkml:trace contextRef="#ctx0" brushRef="#br0" timeOffset="185491.3">25519 5758 358 0,'0'0'144'0,"0"0"-132"0,0 0-9 0,0 0 19 0,0 0-16 16,0 0 14-16,0 0 9 15,0 0 10-15,12 0 0 16,-12 0 47-16,0 0-3 16,0 0-43-16,0 0 5 0,0 0-15 15,0 0 7-15,0 0-24 16,0 0 19-16,0 0-7 16,0 0-7-16,0 0-7 15,16 0-10-15,-16 0-2 16,6 0-6-16,-6 0 3 15,0 0-4-15,0 0 6 16,0 0-12-16,0 0 14 16,0 0 0-16,0 0 11 15,0 0-6-15,0 0-1 16,0 0 2-16,12-15 5 16,-6-26 26-16,16-15-10 15,-3-16-4-15,21-13-17 0,0-2-6 16,1 2-9-1,-7-3-2-15,-16 16 2 0,-18 8-29 16,0 12 16-16,0 24 11 16,-12 19-8-16,-35 9 5 15,1 0 10-15,-22 17 4 16,3 22 0-16,-16 14-46 16,0-1-45-16,13-8 15 15,15 0-142-15,7-4 123 16,27-4 30-16</inkml:trace>
  <inkml:trace contextRef="#ctx0" brushRef="#br0" timeOffset="186189.79">24697 6156 529 0,'0'0'135'0,"0"0"-42"0,0 0 6 15,0 0-55-15,0 0-30 16,0 0 4-16,59-4 5 16,21 4 60-16,35-5-30 15,37 2 4-15,31-5-13 0,31-5 2 16,19 5-8-1,8-7-14-15,-8 2-17 16,-19 5-7-16,-40 4 0 16,-41 1-37-16,-53-2-24 0,-67 5-32 15,-13-3-100-15,-53 3-515 16</inkml:trace>
  <inkml:trace contextRef="#ctx0" brushRef="#br0" timeOffset="204395.97">16555 13069 462 0,'0'0'67'0,"0"0"-54"0,0 0-8 0,0 0-5 0,0 0-22 15,0 0 8-15,0 0 14 16,0 0 7-16,-47-23 97 15,47 23 25-15,0 0-19 16,0 0-47-16,-6 0-12 16,6 0-15-16,0 0 6 15,-6 0-28-15,-1 0 3 0,-8 0-9 16,9 8-8-16,-7-8 26 16,13 12-13-16,-12 0 2 15,3 24-14-15,-10 0-2 16,-9 8-16-16,9 0 6 15,-2 5 5-15,-4 2 6 16,-3-2 0-16,3 7 1 16,-3-4 2-16,7 4 5 15,2 8-16-15,0 1 8 16,-8 2-1-16,5 5-11 16,9 0 2-16,1 1 8 0,12-13-1 15,-6-11-6 1,6 2 17-16,0-10-16 15,0-5 15-15,0 16-14 16,-9 0 9-16,-4 12-9 0,-5 0-9 16,-4 8-9-16,3-8 19 15,-2 5-5-15,2 0 11 16,-3-6 0-16,10-7 4 16,-1-3 0-16,-8 2-2 15,8-2-2-15,7 3-1 16,0-4 0-16,-3 12-6 15,9-4 5-15,0-4 4 16,0 5-3-16,0-9 4 0,0 4-4 16,0 4 1-1,0 1-2-15,0 3 2 0,0 0 1 16,-13 8-1-16,-12-4-10 16,-3 0 7-16,1-8 3 15,2 4-8-15,3-7 16 16,3 2-13-16,-2-6 5 15,21 7-1-15,0-8-15 16,0 1-9-16,0-9 23 16,0-1 4-16,0-2-6 15,0-2 9-15,0-6-10 16,0 3 8-16,0 5-3 16,0-2 0-16,0 9 1 15,0 1-2-15,0-5 3 16,0 0 5-16,0-5-4 0,0-6-6 15,0-2 4-15,0-1-3 16,0-3-9-16,15-3-8 16,-15-3-10-16,6-2 19 15,-6 1 3-15,7 8 14 16,-7 8 14-16,0 8-21 16,0 13 19-16,0-9-15 15,0-4-4-15,0-19-10 16,0-19 10-16,0-6 0 15,0 0 4-15,28 0 1 16,9 0-5-16,12 0 12 16,-2 0-8-16,6 5-5 0,-13 7 1 15,-6 1-4-15,-3-2 0 16,-3-7 4-16,6 0 11 16,0-4-9-16,6 0 27 15,19 0-22-15,6 0 10 16,16 0-11-16,15 4 8 15,-9 4-14-15,0 0-12 16,0-3 4-16,-22-5 1 16,3 0 1-16,-9 0 10 15,-13 0-8-15,7 0 8 16,3-5 0-16,3 5-3 16,21 0-1-16,14 0 0 15,20 0 4-15,-8 0-13 16,2 0 22-16,-21 8-15 0,-13 0 8 15,-15 1-12-15,-12 7 13 16,-1-1-4 0,7 1 18-16,-6 4-15 0,2-4 3 15,-12-3-4-15,-9-5-10 16,6-8 11-16,1 0-4 16,-11 0 1-16,4 0 0 15,6 4 2-15,-3-1-2 16,19 2 0-16,-13 3 5 15,3-8-13-15,1 0 13 16,-7 0-16-16,-6 0 0 0,-3 0 8 16,-4-5-20-1,4-3 20-15,-9 5 8 0,24-1-4 16,6 4 3-16,13 0-4 16,22 0 14-16,6 0-14 15,21 0-6-15,-30-8 4 16,-10-13-4-16,-21-7 3 15,-7 0-9-15,-12 0 3 16,-10 4 6-16,-5 4 16 16,-4-4-5-16,3-4 5 15,-5-12-11-15,14-17-10 16,-8-7 1-16,-7-11 4 16,0-5 0-16,0-1 8 15,-6 13-3-15,0 4-4 16,0-8 8-16,0-5-2 0,0-11-8 15,0-8 5-15,0-13 3 16,16-11-1-16,-4-16 4 16,16 7-10-16,-3 17 4 15,3 12 11-15,-9 20-15 16,-13 12 13-16,15 4-11 16,-8-8-4-16,-7-13 5 15,0-7-1-15,-6-13-2 16,0-11-2-16,0-8 0 15,0 12 2-15,0 4-9 16,0 11 19-16,0 1-14 16,22-1 4-16,6-6 0 0,-3-18 6 15,15-7-6-15,-6-9-5 16,0 12 1-16,-9 22 3 16,-3 14-16-16,-10 25 15 15,-12 16-10 1,0 0 8-16,0-12 2 0,-34-4-3 15,-13-5 1-15,-11 2-11 16,-4 14 9-16,-4 1-30 16,20 16 34-16,-1 16-2 15,7 4 4-15,18 0 9 16,4-1 4-16,5-14-13 16,4-10-19-16,9 2 14 15,0-6 5-15,0 9 4 16,0 12-1-16,0 8 2 15,-19 8-5-15,-15 8 11 16,-6 0-8-16,-19 0 0 0,6 0 6 16,-9 0-8-16,10 0 10 15,5 0-8-15,7 0 9 16,-13 0 0-16,13 0-12 16,-28 0 10-16,9 0-9 15,-22 0-1-15,7 0 6 16,-7 0-6-16,0 0 0 15,4-7 13-15,-4 7-9 16,-21 0 22-16,31 0-9 16,-16 0 6-16,0 19-23 15,-9 9 1-15,-9-3 2 0,-16-2-3 16,-7-2-1-16,-17-6-24 16,-4 6 21-16,3-6 3 15,13-7-9-15,31 0-1 16,15-8-12-16,34 0-25 15,25-11-125-15,28-25-252 16</inkml:trace>
  <inkml:trace contextRef="#ctx0" brushRef="#br0" timeOffset="205626.07">25292 7788 390 0,'0'0'238'16,"0"0"-153"-16,0 0 12 0,0 0-38 0,0 0-32 0,0 0-14 15,0 0 16-15,0 0-6 16,0 0 9-16,0 0-1 16,0 0 14-16,0 0-15 15,0 0 1-15,0 0-5 16,0 0-18-16,0 0 15 15,0 0-22-15,0 0 21 16,0 0-21-16,0 0 13 16,0 0-5-16,0 0 10 0,0-13-19 15,0-15 11 1,0-16-5-16,-21-12 7 0,21-8-4 16,-7-16-9-16,7-5-12 15,0-6-5-15,0 10 4 16,0 9 4-16,0 28 8 15,7 13 0-15,-7 10-1 16,15 9-9-16,-15 12 0 16,6 0-4-16,-6 0-29 15,0 0 15-15,0 24 6 16,-46 16 19-16,-22 4-23 16,-7-11-34-16,16-2 56 0,6-18 10 15,19 7-10 1,16-9-11-16,8-3-117 15,10-8-287-15</inkml:trace>
  <inkml:trace contextRef="#ctx0" brushRef="#br0" timeOffset="206307.5">25733 7099 527 0,'0'0'92'0,"0"0"7"0,0 0 20 16,0 0-17-16,0 0-51 0,0 0 10 16,40-45-18-16,0 25-25 15,-6 4 8-15,-3 8-26 16,19 8 0-16,-25 0-15 16,3 0 10-16,6 0 0 15,-22 24-28 1,-12 8 22-16,0 20 10 0,0 1-7 15,0-9 6-15,-28-13-1 16,10-19 4-16,18-4-3 16,0-8-12-16,0 0-70 0,46 0 61 15,29 0 23-15,11 0 4 16,-14 5-4-16,-4 14-7 16,-28 14 7-16,-27-2 3 15,-13 14 33-15,0 7 34 16,-53 12-2-16,-28 4-35 15,-33 8-9-15,-4 9-18 16,-19-9-6-16,32-11-1 16,18-34-23-16,13-11-37 15,33-20-95-15,1 0-291 16</inkml:trace>
  <inkml:trace contextRef="#ctx0" brushRef="#br0" timeOffset="211969.53">27416 6392 67 0,'0'0'517'0,"0"0"-409"0,0 0-7 0,0 0-28 16,0 0-32-16,0 0-25 15,0 0 2-15,0 0 6 16,0 0 9-16,0 0 24 0,0 4-15 16,0-4 10-1,0 0-38-15,0 0 1 0,0 0-11 16,0 0 7-16,0 0-7 16,0 0 12-16,0 0 2 15,0 0-8-15,0 0 18 16,0 0-27-16,0 0-1 15,34 0 11-15,7-8-7 16,27-12-1-16,-3-4-3 16,3 0-8-16,-9 0-31 15,-6 8-8-15,-25 8-34 16,-10 4-25-16,-18 4-106 16,0 0-186-16</inkml:trace>
  <inkml:trace contextRef="#ctx0" brushRef="#br0" timeOffset="212269.54">27345 6100 654 0,'0'0'146'0,"0"0"-105"0,0 0 87 0,0 0-14 15,0 0-71-15,0 0-8 0,400-25-27 16,-319 1-8-16,-16-7-5 15,-25 6-30-15,-25 5-105 16,-15 16-183-16</inkml:trace>
  <inkml:trace contextRef="#ctx0" brushRef="#br0" timeOffset="212954.95">28467 6047 94 0,'0'0'303'0,"0"0"-271"0,0 0 87 0,0 0 14 15,0 0-29-15,0 0-22 0,-114 133-26 16,114-105-33-16,0-8-23 16,0-4 0-16,0 0 0 15,34-8 0-15,6-1 1 16,7-2 8-16,18-5 18 16,9 0-17-16,-6-8 27 15,13-44-27-15,-16-12 13 16,-18-17-18-16,-20 1-5 15,-14-4-1-15,-13 16-11 16,0 4-25-16,-13 3 13 16,-27 29-12-16,-6 9-28 15,-1 23 35-15,-21 0-35 0,-19 28 48 16,-6 24-120 0,6 0-210-16</inkml:trace>
  <inkml:trace contextRef="#ctx0" brushRef="#br0" timeOffset="213450.84">29156 6039 175 0,'0'0'367'0,"0"0"-278"0,0 0 49 0,0 0 5 0,0 0-65 0,0 0 19 16,-62 253-57-16,43-201-22 16,-3-8-18-16,-2 0-20 15,8-16-7-15,-3-8-105 16,13-15-141-16,6-5-282 16</inkml:trace>
  <inkml:trace contextRef="#ctx0" brushRef="#br0" timeOffset="214249.74">29422 5899 158 0,'0'0'79'0,"0"0"-45"0,0 0 74 0,0 0 22 0,0 0-1 0,0 0-29 15,-52 44-12-15,45-33-16 16,-14 10-20-16,8-1-23 15,1 13 3-15,-4-5-10 16,10 8-7-16,6 3 18 0,0-3-3 16,0 5 0-1,0-10-28-15,0-6 4 0,34-1-6 16,7-8-4-16,5-9-6 16,-6-7 10-16,7 0 2 15,-1 0-2-15,13-15 15 16,16-34-4-16,-1-14 13 15,-2-18-18-15,2-2 2 16,-21 2-8-16,-13 1-13 16,-25 20-20-16,-15 4-35 15,-15 20 29-15,-63 20 6 16,-24 16-14-16,-9 0 39 0,2 27 6 16,10 21 2-1,24 1-44-15,23-5 10 16,36-4-62-16,16-8-282 15</inkml:trace>
  <inkml:trace contextRef="#ctx0" brushRef="#br0" timeOffset="-213281.36">30163 5654 479 0,'0'0'241'0,"0"0"-188"0,0 0 6 15,0 0-21-15,0 0-22 16,0 0 39-16,0 0-2 16,115 28-6-16,-75-28 0 15,7 0-23-15,-13 0-2 16,0 0-20-16,-9 0 0 16,-13 4-2-16,10 12-18 0,-10 12-6 15,4 13 24 1,-10 3 6-16,-6 16-4 0,0-4-4 15,0 16-9-15,0-8 11 16,0-3-28-16,-22-14 9 16,-2-14-20-16,2-10-10 15,-3-7-56-15,10-11-43 16,-4-5-96-16,13 0-215 16</inkml:trace>
  <inkml:trace contextRef="#ctx0" brushRef="#br0" timeOffset="-213081.73">30232 5954 822 0,'0'0'56'15,"0"0"-54"-15,0 0 83 16,0 0-43-16,0 0-32 15,406 21-10-15,-338-21-55 16,-9 0-150-16,-25 0-163 16</inkml:trace>
  <inkml:trace contextRef="#ctx0" brushRef="#br0" timeOffset="-212565.57">31106 5702 31 0,'0'0'597'0,"0"0"-550"16,0 0-15-16,0 0 35 0,0 0-25 15,0 0 7 1,-239 25 22-16,205 27-26 0,-6 12 22 16,12 11-27-1,3 2-1-15,19 3-15 0,6-11-16 16,0-5-8-16,0-8 2 15,37-12-7-15,19-8-5 16,3-3-4-16,3-14-4 16,3-15 2-16,9-4 7 15,-15 0 8-15,3-23-10 16,-21-18 11-16,-23-7-4 16,-18 4-5-16,0 3-5 0,0 18 5 15,-40 10 3 1,-34 13-14-16,-13 0 12 0,-6 21 6 15,6 22 4-15,22-2-5 16,15-13 3-16,32-8-3 16,18-8-127-16,0-12-138 15,6 0-256-15</inkml:trace>
  <inkml:trace contextRef="#ctx0" brushRef="#br0" timeOffset="-211866.81">31649 5963 507 0,'0'0'56'0,"0"0"-9"0,0 0-8 0,0 0-33 16,0 0 18-16,0 0 3 16,152-32 13-16,-118 0-22 15,-13 8 24-15,-2-5 24 16,-19-2-31-16,0-2-7 0,0-3-24 15,0 0-4-15,-25 12 0 16,-15 17-7-16,6 7 14 16,-19 0 1-16,13 15 14 15,-1 29-17-15,7 0-1 16,22 9 1-16,12-21-10 16,0 0-8-16,0-13 8 15,31-6-18-15,15-13 9 16,16 0 0-16,-9 0 2 15,0-8-4-15,-7-16-8 16,-18 4-3-16,-6 0-15 16,-10 20 39-16,-12 0 3 0,0 0 0 15,0 0 8 1,0 0 38-16,0 0 6 0,0 0-42 16,0 20-4-16,0-8-5 15,7 8-2-15,-1-8 4 16,22 8-6-16,-10 0-1 15,16 4 2-15,1-4-11 16,5 1-6-16,-6 10 11 16,-15-3-8-16,-19 5 3 15,0 3 13-15,0 3 38 16,-75 2 1-16,-24-2-9 16,-10-3-16-16,-8-6 3 15,-4-3-17-15,34-10-15 16,6-10-15-16,28-3-102 0,32-4-144 15</inkml:trace>
  <inkml:trace contextRef="#ctx0" brushRef="#br0" timeOffset="-210916.89">27478 8052 315 0,'0'0'463'0,"0"0"-430"0,0 0 62 0,0 0-39 16,0 0-42-16,0 0 4 15,112-12 8-15,-44 4-7 16,-3-8-15-16,-3 4 5 16,3-4-2-16,-18 8-14 15,2-4-17-15,-24 1-28 0,-25-2-111 16,0 5-88-16,0 0-115 16</inkml:trace>
  <inkml:trace contextRef="#ctx0" brushRef="#br0" timeOffset="-210541.5">27478 8052 93 0</inkml:trace>
  <inkml:trace contextRef="#ctx0" brushRef="#br0" timeOffset="-210416.92">27478 8052 93 0,'186'-277'322'0,"-180"277"-280"0,1 0 73 0,-7 0 113 16,28 0-129-16,-10 0-33 15,10 0 2-15,-6 0-33 16,9 0-9-16,3-7-20 16,6-5-6-16,1 3 0 15,11-7-32-15,-5 1 5 16,-1-1-45-16,-5-4-105 16,-20-1-206-16</inkml:trace>
  <inkml:trace contextRef="#ctx0" brushRef="#br0" timeOffset="-207769.93">29236 6770 141 0,'0'0'129'0,"0"0"17"0,0 0-48 0,0 0-34 0,0 0-24 16,0 0 33-16,-9 0-5 15,9 0-8-15,0 0 5 16,0 0-27-16,0 0 12 16,0 0-18-16,0 0 19 15,0 0-32-15,0 0 13 16,0 0-26-16,0 0-4 15,0 0 6-15,0 0-5 16,0 0-5-16,0 0 6 16,0 8 6-16,0-5-6 0,0 9 13 15,9 1-14 1,16-2-3-16,3-3-5 0,6 1 4 16,-3-6-8-1,3-3-8-15,7 0 15 0,-7 0 2 16,6 0 5-16,0 5 1 15,-6-2 3-15,-9 2-7 16,9-5 0-16,0 3-2 16,-9-3-2-16,-3 0-2 15,3 5 8-15,3-5-8 16,0 0 12-16,-10 0-12 16,4 0 10-16,-4 0-6 15,-5 0 4-15,2 0-4 16,-2 0 0-16,8 0-7 15,-2 0 6-15,9 0-8 16,-3 0 0-16,-4 0 14 0,-2 0-10 16,-7 0 10-16,-2 0-5 15,2 0 0-15,-6 0-3 16,1 0 2-16,-1 0 2 16,9 0-4-16,4 0 6 15,3 0-11-15,-4 0 14 16,-12 0-9-16,10 0 4 15,-10 0-1-15,0-5 0 16,1 2-2-16,5-2 1 16,-3-3 0-16,-3 8-7 15,1 0 16-15,-7 0-5 16,6 0 0-16,-6 0 4 0,18 0-3 16,4-3-3-16,-3-6-1 15,9 6 1-15,0-5-4 16,-10 3 6-16,-5 5-7 15,2 0 11-15,-15 0-14 16,6-3 3-16,-6 3-5 16,19-5-33-16,-4-3-5 15,-2 4 35-15,-7 0-17 16,-6 4 8-16,0 0-28 0,0 0-37 16,0 0-93-1,0 0-349-15</inkml:trace>
  <inkml:trace contextRef="#ctx0" brushRef="#br0" timeOffset="-207203.31">30318 6704 160 0,'0'0'103'0,"0"0"-81"0,0 0 86 0,0 0-31 0,0 0-16 16,0 0 27-16,75 0-15 0,-69 0-3 15,0 0 30-15,-6 0-3 16,28 0-60-16,-3 5 9 16,-3-1-28-16,18-4-6 15,-9 0-11-15,-3 4 4 16,-9 0-5-16,-4 0-5 16,-15 0 0-16,0 4 5 15,0 8 14-15,0 9-3 16,0 3 11-16,0-5-19 15,-15-2-3-15,8-10 0 16,7-11-45-16,0 0-93 16,0 0-200-16</inkml:trace>
  <inkml:trace contextRef="#ctx0" brushRef="#br0" timeOffset="-206054.11">28821 7788 566 0,'0'0'261'0,"0"0"-243"0,0 0 8 0,0 0 49 0,0 0-46 16,0 0 11-16,313-96-33 16,-285 87 2-16,-16 9-2 15,-12 0-4-15,0 0 14 16,0 17 12-16,0 19-13 16,0 24-7-16,0-4-6 15,0 8 6-15,-12 8-18 16,-10-11 9-16,-3-1-1 15,4-1-2-15,8-6 0 16,7-4-3-16,0-10 1 16,6-6-8-16,0-10-81 0,0-10-55 15,0-10-101 1,0-3-135-16</inkml:trace>
  <inkml:trace contextRef="#ctx0" brushRef="#br0" timeOffset="-205737.31">28861 8093 890 0,'0'0'33'0,"0"0"31"0,0 0 9 0,0 0-50 0,0 0-23 15,0 0-25-15,354 24-85 16,-314-24-164-16,-28-8-390 15</inkml:trace>
  <inkml:trace contextRef="#ctx0" brushRef="#br0" timeOffset="-205405.08">29584 8314 762 0,'0'0'91'0,"0"0"-1"16,0 0 35 0,0 0-91-16,-41 228-8 0,35-184-21 15,6 0 4-15,0-8-9 16,0-12-18-16,0-12-39 16,-9-12-115-16,3 0-268 15</inkml:trace>
  <inkml:trace contextRef="#ctx0" brushRef="#br0" timeOffset="-204687.35">30191 7656 528 0,'0'0'0'0,"0"0"0"0,0 0 9 0,0 0 41 0,0 0 20 16,0 0 37-16,-28 80-15 15,10-48-14-15,-16 16-42 16,-13 8 12-16,-6 16-12 16,13 0-10-16,6 0 8 15,15-3-33-15,10-9 16 0,3-4-8 16,6 0-1-16,0-12-5 16,0-3-6-16,15-5 7 15,32-12-5 1,12-9 1-16,15-7-22 0,7-8 20 15,6 0 2-15,-16 0-8 16,-3-11 7-16,-9-25-5 16,-31-13-20-16,-9-10-50 15,-19-10-18-15,0 5-78 16,0 8 32-16,-53 24 38 16,-21 20 80-16,2 12 22 15,-2 0 168-15,-1 31-143 0,17 14 19 16,-5-1-44-16,11-3 0 15,11-2 5-15,17-6 25 16,17-2-19-16,7-10-11 16,0-9-67-16,0-9-95 15,31-3-290-15</inkml:trace>
  <inkml:trace contextRef="#ctx0" brushRef="#br0" timeOffset="-203823.1">30799 7904 457 0,'0'0'24'0,"0"0"71"0,0 0 4 0,0 0-7 15,0 0 17-15,0 0-30 16,-12 56-2-16,12-44-38 0,0-4 18 16,0 0-51-16,18-8 3 15,23 0-3-15,5 0-9 16,10-31 6-16,-19-10-1 16,3-11 1-16,-18 4-3 15,-9 7-7-15,-13 10-18 16,0 7 14-16,0 15-5 15,0 9-3-15,-41 0-32 16,1 0 37-16,9 0-52 16,-3 13-74-16,6 15 92 15,-6 8 48-15,15 4 27 0,7-8 42 16,2 0-2-16,10-8-55 16,0-12-12-16,0-4-26 15,22-4-3-15,31-4-31 16,9 0 27-16,-3 0-2 15,0-24-3-15,-19 4 20 16,-12-4 0-16,-16 4 17 16,-12 8 1-16,0 4 24 15,0 8 3-15,0 0-22 16,0 0 24-16,0 0 7 16,0 28 10-16,0 8-45 15,-12 4 22-15,0-4 1 0,2 5 1 16,10-5-16-16,0-9 1 15,0 14 13-15,0-9-22 16,0 4 10-16,0 4-7 16,0-4-2-16,0 9-2 15,0-6 2-15,0 2 1 16,0-2 2-16,-18 2 1 16,-16-5 8-16,-19 0 22 15,-6-8 5-15,-3 0-4 16,-3-8-22-16,-3 4 8 15,9-4-23-15,-3-4-3 16,9 12-8-16,0-4-27 16,-3 4-76-16,10 5-140 0,-1-18-231 15</inkml:trace>
  <inkml:trace contextRef="#ctx0" brushRef="#br0" timeOffset="-203207.27">31540 8406 662 0,'0'0'153'0,"0"0"4"0,0 0-47 0,0 0-101 0,0 0-1 16,0 0-1-1,149-202 20-15,-62 127-19 0,12-9 36 16,-12-1-10-16,0 2-34 15,-25 14-5-15,-31 17-55 16,-10 20-50-16,-21 19-200 16,0 13-341-16</inkml:trace>
  <inkml:trace contextRef="#ctx0" brushRef="#br0" timeOffset="-202766.99">31642 7952 814 0,'0'0'111'0,"0"0"-50"0,0 0-32 0,0 0-29 0,0 0-38 16,0 0 30-16,0-28 0 15,7 28 16-15,-7 0 25 16,0 0-33-16,0-8 0 16,0 0-38-16,0-4-142 15,0 1-329-15</inkml:trace>
  <inkml:trace contextRef="#ctx0" brushRef="#br0" timeOffset="-202320.94">32123 8438 406 0,'0'0'50'0,"0"0"-10"16,0 0 49-16,0 0 7 16,0 0 74-16,0 0-50 15,0-29-13-15,0 29-58 16,0 0 5-16,0 0-13 16,0 0-12-16,0 0-29 15,0 0-15-15,0 0-7 16,0 0-28-16,0 0 27 15,0-3 23-15,0 3 19 16,0 0-19-16,0 0 0 16,0-12 0-16,0-9-135 15,0-7-440-15</inkml:trace>
  <inkml:trace contextRef="#ctx0" brushRef="#br0" timeOffset="-172547.78">22911 9689 201 0,'0'0'430'0,"0"0"-428"0,0 0 42 0,0 0 7 15,0 0 6-15,0 0-14 16,0 0 20-16,260 15-36 16,-244-22 26-16,-10-29 19 15,-6-8-31-15,0-8-30 0,0-5-8 16,0 14-3-16,-22-9 8 16,-2 19-17-16,-11 25 6 15,-11 8-4-15,-7 0-11 16,-15 36 18-16,-6 24 3 15,9 9 5-15,18-5-8 16,0-12-12-16,13-12-11 16,28-16-51-16,6-16-16 15,19-8-146-15,61 0 20 0</inkml:trace>
  <inkml:trace contextRef="#ctx0" brushRef="#br0" timeOffset="-172261.86">23441 9712 289 0,'0'0'303'16,"0"0"-303"-16,0 0-30 15,0 0 30-15,0 0 7 16,0 0 40-16,199 69 21 15,-131-69-3-15,6 0 19 16,-2-36-9-16,-4-8 5 0,-16-12-33 16,-11-1-11-16,-29 1-24 15,-12 0-4-15,0 16-8 16,0 8-20-16,-25 8 6 16,-3 12-32-16,16 12 18 15,12 0-93-15,0 0-171 16</inkml:trace>
  <inkml:trace contextRef="#ctx0" brushRef="#br0" timeOffset="-169770.79">18579 6272 217 0,'0'0'166'0,"0"0"-103"0,0 0 46 0,0 0-24 0,0 0-5 0,0 0-18 16,28 0 22-16,-28 0-11 15,0 0-45-15,0 3 20 16,0 6-26-16,0 7 6 16,0 4-27-16,0 4 6 15,0 17-7-15,0-5 0 16,0 8 11-16,-12 4-6 15,-10-4 19-15,10 12-23 16,-1 12 11-16,-2-7-10 16,2 6-1-16,13 2-1 15,0-2 4-15,0 2-8 16,0-1 5-16,0-8-2 0,0 13 2 16,0-17-7-16,0 4 18 15,0-9-16-15,0-2 4 16,7-1-4-16,20 1 3 15,-2 6 1-15,9 13-9 16,0 5 19-16,1 3-18 16,-11-4 15-16,-2-4-14 15,-16-12 14-15,13-12-8 16,-4-11 1-16,-8-18-8 16,5-2-4-16,4-1 6 0,-4 4 0 15,7 4 12-15,8 7-12 16,14 6 19-16,-1 0-26 15,19-5 12-15,9-5-6 16,-9 1 1-16,9 1 6 16,-15-6 2-16,0 6-2 15,-1 6 4-15,17 13 1 16,-1 13-5-16,9 11 5 16,4 0-5-16,-7 4 0 15,-5-8 0-15,-4-3-9 16,3-9-18-16,-3-8 25 0,3 1 2 15,-15-2 1 1,15 1 3-16,-9 0 6 0,16 0-7 16,-4-3-1-16,3-2-2 15,-5 6 0-15,2 3 1 16,-15-8 1-16,-4 1-3 16,-18-18 2-16,-3-7-2 15,-9-11-1-15,-16-2-3 16,7-3 2-16,-4 0-2 15,3 0 2-15,1 0 3 16,-7 0 3-16,-6 0-1 16,0 0 13-16,0 4-9 15,0 0 22-15,0 16-28 16,0 8 9-16,0 8-8 16,0 13 5-16,0-1-4 15,-12 7 7-15,-1 2-11 0,-2-1 9 16,15 5-1-16,0 6-6 15,0 2 0-15,0-1-1 16,0 4-6-16,0-8 4 16,0-3 6-16,0 6-9 15,0 2 14-15,0 3-12 16,0 8 18-16,0-4-20 16,0 9 6-16,0-2 0 15,-13 6-1-15,13-1 6 16,0-3-10-16,0 7 4 15,0-4-5-15,0 4 6 16,13-3 0-16,8-6-10 16,-8-6 1-16,-7-5 9 0,16 0 4 15,-22 8-4-15,18 1 2 16,-2 2-6-16,2 10 15 16,17-1-23-16,-1 5 17 15,-3-5-9-15,3 1 4 16,-6-6 0-16,-22 14 0 15,-6-9-2-15,0 4 1 16,0-4 2-16,0 5 2 16,-34-5 0-16,15 8-5 15,-9-4 5-15,-6 4 2 16,16 5 1-16,-17-5 2 16,17 1-8-16,2 2 11 0,-2 2-11 15,-4-8 8-15,3-1-6 16,-15-4 5-16,6 4-3 15,-3 0-2-15,-3 0-4 16,6-7 2-16,-3 11 0 16,-3-4 0-16,6 1 4 15,-12-9-7-15,6 0 7 16,3 4-3-16,-3-3 6 16,0-1-9-16,-7 8 4 15,23 0-1-15,-4-8 4 16,10 12-2-16,-10-15-3 15,16-5 9-15,-7 1-1 16,-8-9-6-16,2-4-4 0,1 8 3 16,-17 1-1-16,29 3 0 15,-22 7 0-15,10 14-3 16,-10-9 11-16,6-8-14 16,10 9 14-16,-1-1-15 15,7-4 9-15,0 8-4 16,-10-4 2-16,4 5-4 15,-16 3 2-15,9 0 2 16,-8 1 0-16,2-6 7 16,9-2-7-16,4-9 5 15,12-4 0-15,0-3-5 16,0-5-4-16,0 4 3 16,0-4 0-16,0 5-5 15,-22-10 12-15,4 2-6 0,-17 11 2 16,-5 5-4-16,0 10 7 15,15 10-4-15,-3 11-1 16,22 0 0-16,6-3 0 16,0-13 1-16,0-24-9 15,6-24-5-15,34-24 12 16,-12-28-63-16,-21 0-223 16</inkml:trace>
  <inkml:trace contextRef="#ctx0" brushRef="#br0" timeOffset="-166887.93">21534 11430 242 0,'0'0'167'0,"0"0"-126"0,0 0 1 0,0 0 7 0,0 0 24 0,0 0 32 15,0 0-1 1,-18 0-32-16,18 0-6 0,0 0-34 16,0 0 8-16,0 0-30 15,0 0-1-15,0 0-7 16,0 3-2-16,-7-3 16 15,7 4-14-15,0 1 12 16,-9 11-9-16,9 0 2 16,-12 7 1-16,12 5-3 15,-6 13-5-15,-1 7-3 16,-5 4 3-16,-4 4 3 16,4 9-3-16,6 7 5 0,6-8-10 15,0-8 5 1,0-7-4-16,0-6-5 0,0-14 9 15,0-10 0-15,0-7 2 16,0-12-8-16,0 0 6 16,0 0-1-16,0 0 2 15,0 0 6-15,0-23-6 16,0-26 8-16,0 1-6 16,0-16-3-16,0-9 0 15,0-3 4-15,0 0-8 16,0-11 16-16,0-10-23 15,0-4 21-15,0-7-20 16,25 8-6-16,3 19 0 0,-1 14 9 16,-2 7 4-1,9 11 0-15,0 9-4 0,-9 4 3 16,-3 8 5-16,-3 15-3 16,15-2 2-16,0 3-4 15,12 0-13-15,7 7-17 16,0 5-9-16,3 0-33 15,-16 25 38-15,-15 7-6 16,-19 16 30-16,-6-7 14 16,0 10 28-16,-25 1 19 15,-43 9 5-15,3-1-18 16,-4-4 16-16,4-4-32 0,-9-8-16 16,0-4-4-16,-1-16-83 15,4-4-209 1</inkml:trace>
  <inkml:trace contextRef="#ctx0" brushRef="#br0" timeOffset="-165921.9">22430 11707 433 0,'0'0'94'0,"0"0"-41"0,0 0 30 0,0 0-16 0,0 0-45 0,0 0 98 0,-74-93 14 15,34 48-25-15,9-19-62 16,-4-8 7-16,8-11-36 15,20-14-8-15,7-8-9 16,0 1 6-16,34 0-7 0,32 8-15 16,-4 19-11-16,12 13-23 15,-9 16-35-15,-3 16-178 16,-25 17-121-16</inkml:trace>
  <inkml:trace contextRef="#ctx0" brushRef="#br0" timeOffset="-163838.73">22753 11378 321 0,'0'0'149'0,"0"0"-76"0,0 0 29 0,0 0-12 0,0 0-48 16,0 0 15-16,-22 16-8 16,22-16-25-16,0 3 25 15,0 1-7-15,0-4 25 16,0 0-52-16,0 0 12 15,0 0-21-15,0 0 10 16,0 0-9-16,0 0-6 16,0 0 4-16,0-23 19 15,0-22 17-15,0-19-24 16,28-16 4-16,-3-8-16 0,15-17-4 16,7 17-1-16,-7-1-7 15,0 14-15-15,-6 31 3 16,-6 16 17-16,-22 20-23 15,-6 8 16-15,0 0-38 16,13 0 43-16,-1 8-26 16,16 23 20-16,0 10-3 15,-3 11 10-15,-3 7 3 16,-16 14 0-16,-6-5-1 16,0 9 9-16,0-2-15 0,0 2 7 15,-6-13-49-15,-22-16-53 16,9-20-8-16,13-12 55 15,-3-8-51-15,-4-8 0 16,-15 0 19-16</inkml:trace>
  <inkml:trace contextRef="#ctx0" brushRef="#br0" timeOffset="-163588.89">22771 11104 327 0,'0'0'304'0,"0"0"-303"0,0 0 81 0,0 0 61 0,0 0-71 15,0 0-18-15,162 0-7 16,-138 0-39-16,4-3-8 15,6-2-15-15,-9 2-38 16,3-5-101-16,0-1-65 16</inkml:trace>
  <inkml:trace contextRef="#ctx0" brushRef="#br0" timeOffset="-163090.02">23506 10575 411 0,'0'0'108'0,"0"0"12"0,0 0 3 0,0 0-88 16,0 0 28-16,0 0-9 16,0 180-23-16,0-111-2 15,0-8 16-15,0 6 10 16,0 10-34-16,13-2-5 0,2 18-13 16,-9 3-2-16,-6-8 8 15,0 5-13-15,0-29 8 16,0-24-8-16,0-21 3 15,0-19-47-15,0 0-86 16,7-31-90-16,14-30 84 16</inkml:trace>
  <inkml:trace contextRef="#ctx0" brushRef="#br0" timeOffset="-162575.02">23835 10628 234 0,'0'0'372'0,"0"0"-359"16,0 0-6-16,0 0 6 0,0 0 12 15,0 0 32-15,105 200 36 16,-71-132 19-16,-21 4-60 16,9-8 6-16,-16 0-8 15,-6-12-42-15,6 1 6 16,-6-17-14-16,0-12-2 15,0-16-10-15,0-4-17 16,0-4-30-16,0 0-59 16,0-28-123-16,0-28-239 15</inkml:trace>
  <inkml:trace contextRef="#ctx0" brushRef="#br0" timeOffset="-162058.06">23940 10711 579 0,'0'0'242'0,"0"0"-230"16,0 0-8-16,0 0-4 15,0 0 0-15,0 0 6 16,162-111-6 0,-128 94 7-16,0 17-6 0,-16 0 5 15,-11 0-6-15,-7 4 0 16,0 24 2-16,0 16 2 16,0-3 9-16,0 3-12 15,-19-5 5-15,13-6 2 16,6-9-15-16,0-12 7 15,0-12-23-15,0 0-2 0,40 0 0 16,7 0 17-16,5 0-22 16,-18 0 19-16,7 0-9 15,-16 16 17-15,-10 12 6 16,-15 4 33-16,0 8 39 16,0 4-4-16,0 4-18 15,0 1 5-15,-28 7-9 16,-59 4-47-16,-21-7 31 15,-10-2-30-15,3-15 6 16,35-20-8-16,21-8-2 16,18-8-28-16,35 0-83 15,6 0-120-15,0 0-168 16</inkml:trace>
  <inkml:trace contextRef="#ctx0" brushRef="#br0" timeOffset="-161509.03">24877 10359 636 0,'0'0'106'0,"0"0"-8"0,0 0-15 0,266 224-65 0,-210-156-4 15,-25 9 2-15,-9 11 50 16,-22 8-19-16,0 4 31 16,0-11-24-16,-34-5-1 15,-6-16-37-15,-13 4-16 16,-9-16-5-16,3-4-32 16,0-24-18-16,3-23-66 15,3-5-178-15</inkml:trace>
  <inkml:trace contextRef="#ctx0" brushRef="#br0" timeOffset="-156379.36">25900 11278 403 0,'0'0'58'16,"0"0"-58"-16,0 0-23 0,0 0-16 0,0 0 39 15,0 0 18-15,0 0 28 16,-6 0 35-16,6 0 42 15,0 0 4-15,0 0-42 16,0 0-29-16,0 0-47 0,0 0 16 16,0 0-20-1,0 0 36-15,0 0 18 0,0 0-20 16,0 0 3-16,0 0-18 16,0 0 10-16,0 0-21 15,0 0-13-15,0 0 10 16,0 0-4-16,0 0 7 15,0 0 7-15,0 0-18 16,0 0-2-16,0 0-1 16,40 0-14-16,13-5 12 15,21-7 6-15,7-1 1 16,-10-6-4-16,-18 11-10 16,-4-4-47-16,-24 0-18 15,3-4-55-15,-28 0-97 0,0-1-130 16</inkml:trace>
  <inkml:trace contextRef="#ctx0" brushRef="#br0" timeOffset="-156014.73">25999 10980 39 0,'0'0'609'0,"0"0"-520"0,0 0 81 0,0 0-63 0,0 0-24 0,0 0-64 0,341 0-11 16,-294-8-8 0,-32-7-13-16,4-10-92 0,-19 17-147 15</inkml:trace>
  <inkml:trace contextRef="#ctx0" brushRef="#br0" timeOffset="-134565.4">27751 9930 290 0,'0'0'344'0,"0"0"-338"0,0 0 21 15,0 0 18-15,0 0-31 16,0 0 19-16,0 0 6 16,0 0-3-16,-12 0-13 15,12 0 44-15,0 0-31 16,0 0-19-16,0 0-17 0,0 0-3 15,0 0-2 1,0 0 10-16,0 0 1 0,0 0-5 16,0 0 23-16,0 0-11 15,0 0 20-15,0 0-14 16,0 0-11-16,0 0-8 16,0 3 0-16,0 2-2 15,0-5 7-15,0 0-7 16,0 7 6-16,0-7-1 15,0 5-1-15,0-5 5 16,0 0-4-16,0 0 5 16,0 0 11-16,0 0 10 15,0 0 10-15,0 0-24 0,0 0 19 16,0-20-33 0,0-13 8-16,-16-6-5 0,10-10-8 15,-6-7 2 1,-1 4-6-16,-2 4 7 0,15-1-7 15,0 13 4 1,0 5 8-16,-7 10-9 0,1 6 5 16,0 7-3-16,6 0-14 15,0 8 3-15,0 0-6 16,0 0-10-16,-6 0 11 16,6 0-18-16,0 0 16 15,-16 0-18-15,-15 0 29 0,-31 0 10 16,10 11-10-1,-7 17 1-15,9-3-19 0,13 2 14 16,-3 1-47-16,5-3-2 16,23-5-43-16,12-12-236 15</inkml:trace>
  <inkml:trace contextRef="#ctx0" brushRef="#br0" timeOffset="-133266.53">27751 10523 81 0,'0'0'258'0,"0"0"-230"0,0 0-12 0,0 0 0 15,0 0-5-15,0 0-4 16,0 0 7-16,0 5 37 0,-6-2 28 15,6-3 19 1,-6 4-15-16,6-4-39 0,0 8-11 16,-7-8 41-1,7 0-38-15,0 0-1 0,0 4-17 16,0-4-1-16,0 0-4 16,0 0 8-16,0 0 1 15,0 0-22-15,0-12-2 16,19-28 2-16,40-16 33 15,9-24-17-15,25-8 12 16,10-12-26-16,2-10 4 16,16 2-4-16,-16 5-2 15,-2 6 0-15,-17 12-17 16,-27 18-9-16,-18 31-73 0,-23 23 10 16,-18 13-67-16,0 24-60 15</inkml:trace>
  <inkml:trace contextRef="#ctx0" brushRef="#br0" timeOffset="-132130.08">28492 10338 469 0,'0'0'110'0,"0"0"-67"0,0 0 23 0,0 0-47 0,0 0-7 16,0 0-5-16,-87 36-3 15,81-31-3-15,0-2 60 16,0-3 36-16,-16 0-27 15,22 8-12 1,0-3-29-16,0-5-5 0,0 0-12 16,0 0 4-16,0 0-16 15,0 0-6-15,0 0 0 16,0 0-4-16,0 0 3 16,0 4 5-16,0 0 2 15,0 0 4-15,22 4 7 16,-4 0-9-16,4-8 2 15,3 8 0-15,-3-4-8 0,-4 4 3 16,-9-4 0-16,-2 3 2 16,-1-2 10-16,0-2 20 15,-6 2-25-15,6-1 7 16,-6 12-10-16,0 0 13 16,0 9-9-16,0-2-5 15,0 18 2-15,-6 3 1 16,-53 8-9-16,-3 4 8 15,-3-8 5-15,9-4 0 16,10-16 12-16,21 0-20 16,3-16-1-16,16 0-1 15,0-7-7-15,6-5 4 16,0 0-18-16,0 0-2 0,0 0-10 16,0 0 14-16,0 0-79 15,0-13 9-15,0-7-123 16,0-8-389-16</inkml:trace>
  <inkml:trace contextRef="#ctx0" brushRef="#br0" timeOffset="-131534.77">28325 10371 625 0,'0'0'252'0,"0"0"-193"0,0 0-7 0,0 0-22 15,0 0-21-15,0 0 29 0,121-17 21 16,-59-2-25-16,-22 2-11 16,0 9-21-16,-9 0-2 15,3-12 0-15,7 0-29 16,-1 1-56-16,0-6-59 16,1 9-208-16</inkml:trace>
  <inkml:trace contextRef="#ctx0" brushRef="#br0" timeOffset="-130897.81">28988 10186 264 0,'0'0'257'0,"0"0"-180"0,0 0 30 0,0 0-45 15,0 0-37-15,0 0 17 16,53 4-19-16,-47-4-14 15,-6 17-8-15,0 6-1 16,0 1 0-16,0 21 13 16,-53 2-7-16,-5 6-4 15,-11 2 0-15,4 2-2 16,9-1 13-16,22-12-6 16,16-8 8-16,18-11-13 0,0-17-2 15,28 0-15-15,37-8-12 16,9 0 27-16,1 0 27 15,-17-13-15-15,-5-3-9 16,-13 4 15-16,-5 1-1 16,-1 3 5-1,0-5-18-15,-3 9-8 0,3-7-10 16,0-2-26-16,-6-7-55 16,-22 4-99-16</inkml:trace>
  <inkml:trace contextRef="#ctx0" brushRef="#br0" timeOffset="-130083.2">27143 11353 157 0,'0'0'158'0,"0"0"-158"0,0 0 0 16,0 0 20-16,0 0 58 0,0 0 25 15,-28-24-21-15,28 24 16 16,0 0-19-16,0 0 5 15,0 0-20-15,47 0 8 16,15 0 0-16,19 0-25 16,30 0 1-16,16 0-26 15,28 0 10-15,13 0-14 16,24-12 10-16,16 12-12 16,12-16-2-16,-6 16-7 15,-19 0-2-15,-37-8-2 16,-21 8-1-16,-32 0-4 15,-30 0-15-15,-10 0-1 0,-25 0-21 16,0 0-28 0,-18-20-54-16,-22 0-241 0</inkml:trace>
  <inkml:trace contextRef="#ctx0" brushRef="#br0" timeOffset="-111348.95">27509 12529 231 0,'0'0'130'0,"0"0"-80"0,0 0 33 0,0 0-5 0,0 0-23 16,0 0 25-16,0 0 19 16,0 0-14-16,0 0-2 15,0 0-37-15,0 0-4 16,0 0-40-16,0 0 5 16,0 0-6-16,0 0 3 15,0 0 3-15,0 0 1 16,0 0 15-16,0 0-17 15,0 0 14-15,0 0-16 0,0 0 10 16,0 0-13-16,0 0 3 16,0 0 0-16,10 0 2 15,-4 0 19-15,-6 0-14 16,0-25 23-16,0-7-33 16,0-19 26-16,0-18-25 15,0-11 11-15,0 11-13 16,0 10 0-16,-6 2-2 15,6 13-4-15,0 16-2 16,0-8 16-16,0 11-16 16,0 2-7-16,0 7-20 15,0 11-7-15,0 5 16 16,0 0-18-16,-35 16 44 16,-11 29 8-16,-22 3 5 15,15 0-20-15,-6-4 14 0,-3-4-14 16,16-8 1-16,11-12-19 15,23-7-98-15,12-13-149 16,0 0-127-16</inkml:trace>
  <inkml:trace contextRef="#ctx0" brushRef="#br0" timeOffset="-110585.74">27773 12035 149 0,'0'0'314'0,"0"0"-250"0,0 0 41 0,0 0-29 0,0 0-73 15,0 0 4-15,0-4 4 16,6-8-10-16,13 4 3 15,-7-13 22-15,38 6-5 0,-13-6-4 16,3 18-14-16,0 3-6 16,-24 0-3-16,3 0 6 15,-13 3 42-15,-6 38-2 16,0-5 1-16,0 4-37 16,-13-3 5-16,-15-9-4 15,16-9-2-15,6-10-3 16,6-9-17-16,0 0-45 15,0 0-23-15,18 0 40 16,38 0 25-16,-3 0 18 16,0 16 4-16,-13-1 13 15,-6 6-15-15,-22 7 56 0,-12 0 9 16,0 11-7 0,0 2-5-16,-46 3-20 0,-13-4 34 15,-15 4-61-15,-19 13 0 16,-10 7-6-16,4-8-44 15,0-12-37-15,31-24-94 16,27-20-62-16</inkml:trace>
  <inkml:trace contextRef="#ctx0" brushRef="#br0" timeOffset="-109736.5">27971 13014 298 0,'0'0'48'0,"0"0"34"0,0 0 11 0,0 0-30 0,0 0 3 16,0 0 14-1,-25 40-16-15,25-40-36 0,0 0 24 16,0 0 2-16,0 0-8 15,0 0-28-15,0 0-11 16,13-44 38-16,46-21-2 16,34-22-11-16,28-31-18 15,52-18 36-15,16-11-26 16,4 1-1-16,-20 26-19 16,-52 37-4-16,-46 34-10 15,-41 33-17-15,-34 16-5 16,0 0-44-16,-16 12 20 15,-55 33-149-15,-25 10-86 16</inkml:trace>
  <inkml:trace contextRef="#ctx0" brushRef="#br0" timeOffset="-106538.52">28647 12878 174 0,'0'0'162'0,"0"0"24"0,0 0-53 0,0 0-54 0,0 0-53 16,0 0-18-16,0 0-8 16,19 0 12-16,-10 0 1 15,-9-5-5-15,6 5 22 16,-6-4-5-16,0 0-3 0,19 0 1 16,-13 1-5-16,0 3 8 15,4 0-1-15,-4-5 17 16,0 5 2-16,-6 0-3 15,0 0-13-15,0 0-8 16,0 0-17-16,0 0 1 16,0 0-4-16,0 0 0 15,0 0 0-15,-22 0-22 16,-15 0 22-16,-3 0 0 16,-1 20 13-16,-5 8-9 15,18 1-4-15,9-1 2 16,4-12-1-16,15-1-1 15,0-2-16-15,0-5-6 16,62-4-17-16,37-4 20 0,16 0-2 16,-3 0 18-1,-4 0-16-15,-15 0 0 0,-28 0 1 16,-15 0-13-16,-19 0 5 16,-16 11 6-16,-2 2 20 15,-7 15 9 1,-6-4 29-16,0 4-21 0,0 12 8 15,-40 9-4-15,-35 6 2 16,4-7-7-16,-10-4-12 16,13-8-8-16,3-19-2 0,-9-6-29 15,15-11-15 1,12 0-69-16,25-39-71 16,22-22-150-16</inkml:trace>
  <inkml:trace contextRef="#ctx0" brushRef="#br0" timeOffset="-106219.83">28808 12869 550 0,'0'0'142'0,"0"0"-27"0,0 0 23 0,0 0-23 0,0 0-79 15,0 0-25-15,239 0-11 16,-192 0-28-16,-7-8-68 15,-12-12-102-15,-9-4-239 16</inkml:trace>
  <inkml:trace contextRef="#ctx0" brushRef="#br0" timeOffset="-105740.31">29562 12693 439 0,'0'0'172'0,"0"0"-161"16,0 0 7-16,0 0 31 0,0 0-34 16,0 0 49-16,294 0-33 15,-259 0-2-15,-17 8 13 16,-18 24 12-16,0 8 3 16,0 8-34-16,0 12-2 15,-31 4-20-15,-9 5 8 16,12-5-9-16,9-16-16 15,10-16 3-15,9-24-16 16,0-8-38-16,28 0-28 16,25-12 95-16,2-12 15 15,11-4 6-15,8 4 19 16,7 0 7-16,-1 8-31 0,-8 3 13 16,-4-2-17-16,-22 2-12 15,1 5-3-15,-35 8-75 16,-12 0-76-16,0 0-220 15</inkml:trace>
  <inkml:trace contextRef="#ctx0" brushRef="#br0" timeOffset="-102541.15">20967 15837 461 0,'0'0'124'0,"0"0"-113"0,0 0 84 0,0 0-43 16,0 0-14-16,0 0-5 15,0 0-30-15,28-4 12 16,-22 4 43-16,0 0 30 16,0 0-30-16,7 0-1 15,15 0-37-15,0-4 12 16,18-5-19-16,7 9-5 15,6-11-8-15,3-1 2 0,-16 4-6 16,-6 3-2-16,-21-6 3 16,-19 11-29-16,16-4-15 15,-16-9-67-15,0 5-70 16,0-7-106-16</inkml:trace>
  <inkml:trace contextRef="#ctx0" brushRef="#br0" timeOffset="-102110.1">21162 15516 446 0,'0'0'82'0,"0"0"8"0,0 0 15 0,0 0-55 15,0 0 30-15,0 0 45 16,0 0-34-16,192 16-52 16,-139-11-3-16,3-5-11 15,-19 0-21-15,-9 0-8 16,-16 0-16-16,-12 0-38 15,0 0-144-15,0-13-220 16</inkml:trace>
  <inkml:trace contextRef="#ctx0" brushRef="#br0" timeOffset="-99428.53">22886 15360 274 0,'0'0'238'0,"0"0"-238"0,0 0 18 0,0 0-3 16,0 0-4 0,0 0-9-16,-6 8 59 0,6-4 30 15,0-4-1-15,-9 4-14 16,-4 3-43-16,13-2-22 16,-6 11 2-16,-6-8-18 15,12 7 12-15,0 2-5 16,0-1 0-16,-10-4 43 15,4-8-1-15,0 8-13 16,-6-4-6-16,12-8-21 0,0 0 4 16,0 0-3-16,0 0 29 15,0 0-16-15,0-33 10 16,0-22-6-16,-7-17-17 16,-8-9 3-16,15-7 0 15,0 0-8-15,0-1-11 16,0 9 1-16,0 16-18 15,0 20 13-15,0 24-34 16,0 12 34-16,0 8-21 16,-13 33-40-16,-27 27 25 15,-19 16-114-15,-15 12-62 0</inkml:trace>
  <inkml:trace contextRef="#ctx0" brushRef="#br0" timeOffset="-98878.65">22192 15856 129 0,'0'0'556'0,"0"0"-512"0,0 0-6 0,0 0 11 0,0 0-47 16,0 0 70-16,58 0 26 16,8-11 17-16,20 3-64 15,17 8-11-15,30 0-9 16,13 0-16-16,9 0-15 16,-9 0 0-16,-4 0-44 15,-30 0-63-15,-32-4-111 16,-33-9-430-16</inkml:trace>
  <inkml:trace contextRef="#ctx0" brushRef="#br0" timeOffset="-98179.89">22430 16423 72 0,'0'0'327'0,"0"0"-232"0,0 0 4 0,0 0-3 16,0 0-18-16,0 0 15 16,0 0-18-16,0 0-24 15,0 3-5-15,-18 17-10 16,-4 1-36-16,3-1 11 15,4 8-5-15,15 0-11 16,0-1 5-16,22-2 0 16,30-5-1-16,10-8-20 15,25 0 8-15,-16-4-1 16,-2 0 13-16,-17 4-15 16,-5 4 10-16,-13 4 0 0,-6 0 6 15,-28 12 10-15,0 4 3 16,-9 17 11-16,-56-1-22 15,-10-4 1-15,10-4 3 16,-3-16-12-16,15-7-2 16,0-10-20-16,4-11-39 15,2 0-93-15,1-16-183 16</inkml:trace>
  <inkml:trace contextRef="#ctx0" brushRef="#br0" timeOffset="-97946.14">22452 16410 568 0,'0'0'114'0,"0"0"-21"0,0 0 42 0,0 0-59 16,0 0-59-16,0 0-17 16,354 0-36-16,-308-12-108 15,-40 1-224-15</inkml:trace>
  <inkml:trace contextRef="#ctx0" brushRef="#br0" timeOffset="-97376.95">23078 16382 585 0,'0'0'131'0,"0"0"-131"15,0 0 7-15,0 0 25 16,0 0-3-16,0 0 6 16,283-28-35-16,-259 28-5 0,-14 8 5 15,-10 36 37 1,0 25 26-16,-10 15-42 0,-55 4-10 16,3 9-3-16,3-17-5 15,13-16-1-15,24-28 14 16,22-16 38-16,0-16-34 15,0-4-20-15,62 0-7 16,19-21 7-16,-1-15 9 16,-15 13 19-16,-12 2-27 15,3 14-1-15,-37 7 0 16,15 0-22-16,-16 0-4 16,10 0-28-16,-9 0-57 15,-10 0-95-15,10 0-343 16</inkml:trace>
  <inkml:trace contextRef="#ctx0" brushRef="#br0" timeOffset="-94582.4">24049 15877 246 0,'0'0'189'0,"0"0"-178"0,0 0-11 0,0 0 0 0,0 0-15 15,0 0 15-15,0 0 10 16,0 0 43-16,0 0 22 16,0 0 62-16,0 0-21 15,0 0-24-15,0 0-32 0,0 0-22 16,0 0-6-16,0 0-18 16,-22 0-8-16,22 0-6 15,-6 0 15-15,0 0-3 16,6 0 11-16,0 0 0 15,0 0-23 1,0 4 0-16,0 1 1 0,0-5-9 16,12 0-22-16,10 0 10 15,-10 0 5-15,1 0 14 16,-13 0 0-16,0-9 0 16,0-7-2-16,0 0-19 15,-7 8 14-15,-11 0-38 16,-10 8 39-16,9 0 7 15,-9 0 0-15,1 4 13 16,2 19-6-16,19-6-2 16,-1-9 4-16,7-8-9 0,0 0-41 15,0 0-14-15,7-4-1 16,24-23 56-16,-4-3 0 16,-5 7 13-16,-22 10-3 15,0 2 13-15,0 3-23 16,0 8-18-16,0 0-15 15,-22 0-86-15,10 32 97 16,6 0-88-16,6-8-133 16</inkml:trace>
  <inkml:trace contextRef="#ctx0" brushRef="#br0" timeOffset="-91700.41">25379 14879 10 0,'0'0'552'0,"0"0"-495"0,0 0 18 15,0 0-7-15,0 0-16 16,0 0 10-16,0 0-1 16,6 0-34-16,-6 0 0 15,0 0 37-15,0 0-19 16,0 0-5-16,0 0-27 15,0 0 14-15,0 8-25 16,0-5 5-16,-12 5-7 16,-16 9 0-16,-6 2 0 15,-6 9-7-15,9 0 6 16,-4 8 2-16,8-7-2 16,14-1 1-16,7-8-7 0,6-12-4 15,0 12-2-15,6-7-17 16,47-6 12-16,21-7-1 15,13 0-1-15,0 0 16 16,-6 4 4-16,-16 0-5 16,3 9 3-16,-22-2-1 15,-27-3-27-15,3-4 17 16,-22 9-5-16,0 3 18 16,0 12 7-16,-22 11 10 15,-37 14 15-15,-22-1-31 16,1 0 9-16,5-12-10 15,16-12-4-15,13-20-33 0,12-8-23 16,15-8-206-16,13-36-188 16</inkml:trace>
  <inkml:trace contextRef="#ctx0" brushRef="#br0" timeOffset="-91434.29">25466 14867 871 0,'0'0'33'0,"0"0"-17"0,0 0 83 0,0 0-91 0,0 0-8 0,0 0-51 15,353-33-115-15,-325 14-289 16</inkml:trace>
  <inkml:trace contextRef="#ctx0" brushRef="#br0" timeOffset="-90951.49">26086 14770 397 0,'0'0'182'16,"0"0"-172"-16,0 0 21 0,0 0-4 15,0 0-19-15,0 0-3 16,214 81 14-16,-214-29-14 15,0 12-5-15,-19 20-22 16,-43-4-50-16,3 0 19 16,19-19 53-16,6-22 62 15,34-14 45-15,0-17-72 16,0-8-35-16,40 0-25 16,29-25 17-16,2-14 8 15,3 6 11-15,-21 10-9 16,-13 18 0-16,1 5-2 0,14 0-10 15,-14 0 10-15,11 0 15 16,1 0-15-16,-13 0-28 16,-21-8-217-16</inkml:trace>
  <inkml:trace contextRef="#ctx0" brushRef="#br0" timeOffset="-90268.74">25072 15820 127 0,'0'0'549'0,"0"0"-459"0,0 0 83 0,0 0-25 16,0 0-83-16,428-23 6 16,-270-1-30-16,16-9-6 15,-1 2-26-15,-18 6-9 16,-15 6-4-16,-7 7-55 16,-6 4-17-16,-30 8-61 15,-39 0-194-15</inkml:trace>
  <inkml:trace contextRef="#ctx0" brushRef="#br0" timeOffset="-89570.05">25593 16772 28 0,'0'0'622'0,"0"0"-612"0,0 0 50 0,0 0 53 16,0 0-37-16,0 0-40 16,0 36 11-16,0-72 5 15,-15-13-25-15,15-11 31 0,0-12-18 16,0-13-8-16,0 5-31 16,15 16 5-16,-3 8-6 15,23 20-20-15,-23 16-24 16,0 20-12-16,-12 0-10 15,0 24 28-15,0 25 34 16,-24 7-42-16,-17-12-146 16,-11-13-140-16</inkml:trace>
  <inkml:trace contextRef="#ctx0" brushRef="#br0" timeOffset="-89020.53">26055 16250 596 0,'0'0'154'0,"0"0"-61"0,0 0-6 0,0 0-34 0,0 0-49 0,0 0-2 16,192-96-2-16,-186 96-12 15,-6 0 12-15,0 8 0 16,0 24 25-16,0 0-25 16,0 0 5-16,-12-8 1 15,12 0-12-15,0-7 6 16,0-10-5-16,12-7-39 16,35 0-4-16,21 0 27 15,-15-7 21-15,0-1 18 16,-19 8-12-16,-6 0-5 15,-10 0 2-15,-12 0 9 0,-6 8 35 16,0 15-3-16,0 18 0 16,-52-2-36-16,-35 18 6 15,-19 7-11-15,-14-5-6 16,11-2-14-16,4-9-53 16,24-12-137-16,22-11-492 15</inkml:trace>
  <inkml:trace contextRef="#ctx0" brushRef="#br0" timeOffset="-88487.64">27525 15784 639 0,'0'0'254'0,"0"0"-188"0,0 0 0 16,0 0 1-16,0 0-56 0,0 0-7 16,319 0-4-16,-272-11-25 15,-7 11-67-15,-18 0-65 16,-22-4-64-16,0-9-278 15</inkml:trace>
  <inkml:trace contextRef="#ctx0" brushRef="#br0" timeOffset="-88270.12">27618 15493 786 0,'0'0'58'15,"0"0"79"-15,0 0-22 16,0 0-94-16,0 0-21 16,347-5-14-16,-307-7-111 15,-33-1-270-15</inkml:trace>
  <inkml:trace contextRef="#ctx0" brushRef="#br0" timeOffset="-83873.81">21944 17473 551 0,'0'0'36'0,"0"0"-36"0,0 0-26 0,0 0 15 15,0 0 11 1,0 0 14-16,0 0 15 0,-16 4-9 16,16-4 64-16,0 0-15 15,0 0-32-15,0 0-33 16,0 0 11-16,0 0 11 16,0 0 19-16,0 0 2 15,0 0-16-15,0 0 16 16,0 0-17-16,0 0 6 15,0 4-26-15,0-4 10 16,0 0-17-16,0 5 6 16,0-5-6-16,0 0 0 15,0 0-4-15,0 0 6 16,0 0 8-16,0 0-13 0,0 0 23 16,0 0-14-16,0 0 3 15,0 0-9-15,0 0-3 16,28-33-5-16,31-23 5 15,37-28 14-15,37-25-13 16,25-7 22-16,32-4-20 16,17 7 19-16,-14 2-13 15,-20 14-4-15,-39 17-5 16,-38 16-12-16,-44 28 4 16,-27 15-25-16,-25 21 10 15,0 0-25-15,0 0-11 16,0 0-130-16,0 0-418 15</inkml:trace>
  <inkml:trace contextRef="#ctx0" brushRef="#br0" timeOffset="-82875.4">25165 15693 85 0,'0'0'221'0,"0"0"-142"0,0 0 78 0,0 0-45 16,0 0-35-16,0 0-6 16,0 0 21-16,0 4-46 15,0-4-20-15,0-13-22 16,40-18 29-16,41-21 4 15,12-12 6-15,34-25-12 16,31-19 11-16,25-24-15 16,25-9-15-16,3-8 9 15,-16 21-10-15,-27 32-6 0,-54 28 0 16,-49 28-10-16,-52 36-23 16,-13 4-21-1,0 20-33-15,-47 36-14 0,-46 12-529 16</inkml:trace>
  <inkml:trace contextRef="#ctx0" brushRef="#br0" timeOffset="-79361.66">29236 15452 287 0,'0'0'0'0,"0"0"0"0,0 0 9 0,0 0 53 16,0 0-2-16,0 0-33 16,-15 0-14-16,15 0 59 15,0 0 26-15,0 0-3 16,0 0-27-16,0 0-14 15,0 0-40-15,0 0-10 16,0 0 1-16,0 8-2 16,0-5 22-16,0 10 8 15,0 4 42-15,0-6-31 16,0 1-1-16,0 1-36 0,0-10-3 16,0 2-2-16,0-5-2 15,0 0 2-15,0 0 5 16,0 0 12-16,0 0-11 15,0-29 16-15,0-27-14 16,0-16 8-16,0-20-17 16,0-5-2-16,0 1-1 15,0 8-24-15,0 15-25 16,0 13-69-16,0 20 44 16,0 16-20-16,0 21 37 0,0 3 43 15,0 8 16 1,-6 56 29-16,-75 24-29 0,-24 0-83 15</inkml:trace>
  <inkml:trace contextRef="#ctx0" brushRef="#br0" timeOffset="-78757.7">28700 15873 344 0,'0'0'510'0,"0"0"-411"0,0 0 35 0,440 0-58 0,-279 0-39 0,-6-20-30 16,-21-13-7-16,-7 10-16 0,-28-1-43 16,-24-1-118-1,-48 10-290-15</inkml:trace>
  <inkml:trace contextRef="#ctx0" brushRef="#br0" timeOffset="-75397.36">29103 16526 100 0,'0'0'277'0,"0"0"-163"0,0 0-46 0,0 0-22 16,0 0 6-16,0 0-4 16,-109 69 14-16,97-53-47 15,6-8-11-15,6-4-2 16,0-4 2-16,0 0-8 16,0 0-20-16,0 0 22 15,0 0 2-15,0 13 27 16,0 6 28-16,-9 6 25 15,2-2-20-15,1-7-20 16,6 1-35-16,0-6 9 0,0-3-21 16,0 0 17-16,0 1-3 15,0-6 2-15,0-3 42 16,0 0-19-16,0 0 6 16,0-15-32-16,0-37 6 15,0-20-11-15,0-13 11 16,0 1 4-16,13 15-13 15,2 14-3-15,-3 18 0 16,-12 25-5-16,0 0 5 16,0 12-17-16,0 0 0 15,0 0-14-15,0 12 11 0,0 28-14 16,-46 13-44-16,-28 3-200 16,21-9-124-16</inkml:trace>
  <inkml:trace contextRef="#ctx0" brushRef="#br0" timeOffset="-74815.52">29370 16302 449 0,'0'0'177'0,"0"0"-111"0,0 0 19 0,0 0-48 0,0 0-29 16,0 0 26-16,34 0 29 15,-9 0-11-15,-4 0-43 0,4 0 19 16,-3 0-26-16,-10 0 7 16,-12 4-4-16,0 24-5 15,0 8 0-15,0 12-5 16,-6 4 3-16,-22-7 1 15,9-9 0-15,19-12-4 16,0-12 2-16,7-12-38 16,45 0 34-16,10 0-15 15,4-8 17-15,-20-4 3 16,-6 4 2-16,-27 8-3 16,-13 0 8-16,0 8 4 15,0 31 31-15,-47 10-2 0,-18 4-38 16,-3-9 9-1,9-5-8-15,-3-11 2 16,15-3-3-16,-5-1-5 0,11 4-45 16,-5 0-204-16,12-12-181 15</inkml:trace>
  <inkml:trace contextRef="#ctx0" brushRef="#br0" timeOffset="-72082.97">30225 16177 539 0,'0'0'157'0,"0"0"-103"0,0 0 61 0,0 0-20 0,0 0-33 16,0 0-2-16,0 0-27 16,47-15 17-1,-35 7-20-15,1 8 14 0,21 0-19 16,0 0 22-16,25 0-19 16,9 0-6-16,7 0-15 15,-4-8-5-15,-9-12-4 16,-16-4-46-16,-27-12-10 15,-19 8-40-15,0-8-16 16,0 3-125-16,-25 5-290 16</inkml:trace>
  <inkml:trace contextRef="#ctx0" brushRef="#br0" timeOffset="-71852.15">30399 15629 865 0,'0'0'52'16,"0"0"-41"-16,0 0 50 16,0 0-7-16,0 0 2 15,0 0-41-15,233 11-2 0,-193-11-13 16,-6 0-19-16,0 0-86 15,-9 0-130-15,-3-3-421 16</inkml:trace>
  <inkml:trace contextRef="#ctx0" brushRef="#br0" timeOffset="-71385.07">31447 15070 60 0,'0'0'681'0,"0"0"-662"16,0 0 78-16,0 0-44 15,0 0-15-15,0 0-24 0,248-3 11 16,-220 19-24-16,3 12 1 15,-9 12 6 1,-10 9 17-16,-12 26-8 0,0 13-16 16,0 9-1-16,0 0 4 15,0-9-11-15,0-13 7 16,0-22-18-16,0-6-9 16,0-11-17-16,0-11-65 15,0 3-90-15,0-7-277 16</inkml:trace>
  <inkml:trace contextRef="#ctx0" brushRef="#br0" timeOffset="-71166.41">31556 15576 722 0,'0'0'76'0,"0"0"-32"16,0 0 70-16,0 0-89 15,0 0-25-15,0 0-5 16,300-36-146-16,-275 20-235 16</inkml:trace>
  <inkml:trace contextRef="#ctx0" brushRef="#br0" timeOffset="-70969.81">32123 15733 625 0,'0'0'320'0,"0"0"-296"16,0 0 8-16,-99 240-32 15,90-200-43-15,2-12-142 16,1-23-183-16</inkml:trace>
  <inkml:trace contextRef="#ctx0" brushRef="#br0" timeOffset="-70420.15">32545 14983 552 0,'0'0'194'0,"0"0"-193"16,0 0 84 0,0 0-3-16,0 0-29 0,-103 253 8 15,91-189 4-15,6 4-35 16,6-4-23-16,0 0 16 15,0-3-22-15,0-1 14 16,0-9-12-16,0-10-6 16,18-10-1-16,10-15 1 0,0-16 0 15,-3 0-20 1,9 0 20-16,6-27-30 0,1-26 24 16,5-3-57-16,-12 16 37 15,-15 0-2-15,-4 24 6 16,-15 4 18-16,0 8 1 15,0 4-3-15,-40 0 6 16,-28 16-14-16,0 28-13 16,9 5-41-16,12-6-1 15,19-6 68-15,22-17-58 16,6-17-134-16</inkml:trace>
  <inkml:trace contextRef="#ctx0" brushRef="#br0" timeOffset="-69753.23">33078 15244 515 0,'0'0'82'0,"0"0"-80"0,0 0 9 0,0 0-9 0,0 0 22 0,0 0 40 15,149-49 16-15,-149 13-54 16,0 13-22-16,0-2-4 15,-16 9 0-15,-36 12-20 16,5 4-31-16,-6 0 41 16,-9 12-4-16,16 21 14 15,-1 6 98-15,23-6-43 16,8-17 16-16,16 4-27 16,0-12-25-16,0-5-19 15,0-3-3-15,28 0-24 16,19 0 10-16,5-8-18 0,1-20-6 15,-13-8-21-15,1 12-12 16,-20 9 16 0,-8 7 55-16,-7 8 3 0,-6 0 16 15,0 0 104-15,0 11-18 16,0 17-54-16,0 13-32 16,15-2 7-16,-2 6-12 15,5-13-3-15,4 4-6 16,-3-8-1-16,-13-4 6 15,-6 0 1-15,0-5-8 16,0 6 5-16,0 11 14 16,-13 13-19-16,-21-5 20 15,3-1-13-15,-18-19 21 16,2 9-28-16,1-17 0 0,-7-1-5 16,-15 2-58-1,9-9-16-15,6 3-142 16,7-6-369-16</inkml:trace>
  <inkml:trace contextRef="#ctx0" brushRef="#br0" timeOffset="-69120.94">32384 16736 472 0,'0'0'204'0,"0"0"-92"0,0 0 35 0,0 0-80 0,0 0-24 16,0 0 29-16,120-41-24 15,-67-3 2-15,15-16-33 16,4-5-17-16,2 1-5 16,-15 0-47-16,-3 12-42 15,-10 8-43-15,-21 21-55 16,-9 14-52-16,-16 9-188 15</inkml:trace>
  <inkml:trace contextRef="#ctx0" brushRef="#br0" timeOffset="-68887.67">32464 16338 930 0,'0'0'169'0,"0"0"-95"16,0 0-41-16,0 0-33 15,0 0-104-15,0 0-166 16</inkml:trace>
  <inkml:trace contextRef="#ctx0" brushRef="#br0" timeOffset="-68652.51">32886 16788 940 0,'0'0'163'0,"0"0"-102"16,0 0-40-1,0 0-4-15,0 0-34 0,0 0-9 16,53-25-17 0,-41 9-154-16,-12 0-324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22:58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31636 5165 1003 0,'0'0'114'0,"0"0"-50"16,0 0-64-16,0 0-3 16,0 0-78-16,0 0-127 15,-9 88-317-15</inkml:trace>
  <inkml:trace contextRef="#ctx0" brushRef="#br0" timeOffset="4644.5">22545 11630 994 0,'0'0'4'0,"0"0"-8"15,0 0-8-15,0 0-170 0,0 0-182 16</inkml:trace>
  <inkml:trace contextRef="#ctx0" brushRef="#br0" timeOffset="86375.37">33125 6296 244 0,'0'0'870'0,"0"0"-836"16,0 0-24-16,0 0-10 16,0 0-38-16,0 0-24 15,142-24-254-15</inkml:trace>
  <inkml:trace contextRef="#ctx0" brushRef="#br0" timeOffset="-202575.63">19798 11542 715 0,'0'0'46'0,"0"0"-18"0,0 0 64 0,0 0-79 0,0 0-3 15,0 0-5-15,0 0 16 16,0 0 4-16,-6 76 27 16,-16-44 34-16,10 8-54 0,-10 5-23 15,16-1-3 1,-1 0-10-16,1-5 9 0,6-3-5 16,0-11 1-1,0-17 1-15,0-8-2 0,0 0-3 16,0 0 3-16,-6-5 21 15,-22-39 8-15,10-15-28 16,-4-26 10-16,3 1-9 16,-2-9-1-16,8 1-1 15,13 4 0-15,0 16 0 16,0 8-9-16,0 16-2 16,0 12 18-16,0 12-15 0,19 4 14 15,2 7-13 1,26-6-11-16,-7 10 3 0,7 1-2 15,-13 0-19-15,-16 8 1 16,-2 0-20-16,-16 16 52 16,0 20 3-16,0 0 9 15,0 17 64-15,-40-9-66 16,-1 4-2-16,1-8-4 16,6-8-1-16,0 8-1 15,21-8 0-15,13-3-84 16,0 2-16-16,0-14-104 15,25-9-27-15,37-8-175 16</inkml:trace>
  <inkml:trace contextRef="#ctx0" brushRef="#br0" timeOffset="-202025.6">20257 11903 12 0,'0'0'226'0,"0"0"-13"0,0 0-91 0,0 0 12 16,0 0-19-16,0 0-17 16,-19 20-42-16,19-20 10 0,0 0 9 15,0 0-48 1,0-16 9-16,0-24-24 0,-18-9 0 16,18-7-2-16,0 4 0 15,0 8-4-15,0 8-5 16,-10 0-2-16,10 11-3 15,-6 14-8-15,6 3 17 16,-6 8-7-16,6 0 2 16,-13 0-13-16,7 32-29 15,-22 28 41-15,-18 16-40 16,-13 0-123-16,-9-11-159 16</inkml:trace>
  <inkml:trace contextRef="#ctx0" brushRef="#br0" timeOffset="-201092.32">19382 12873 631 0,'0'0'7'0,"0"0"47"0,0 0-13 0,0 0 16 0,0 0 24 0,0 0-20 0,53 141-33 16,-44-94-9-16,-9-6-3 15,0-2-7-15,0 10 12 16,0-1-19-16,0-4 15 16,0-8-9-1,0-11 0-15,0-14-4 16,0-11-3-16,0 0 1 15,0-3 3-15,0-41 47 0,0-17-52 16,-9-7 9-16,-3-8-6 16,12-4 11-16,0-5-13 15,0-2 0-15,0 2-1 16,40 1-23-16,-6 20 16 16,0 15-16-16,-9 25 21 0,-3 9-7 15,-10 15 6-15,7 0-15 16,2 0 14-16,-8-5-4 15,9 5-10 1,-4 0 5-16,4 0 2 0,-4 0 6 16,-5 5 7-16,9 34-2 15,-22 2 17-15,0 7 25 16,0 7-34-16,-53-2-7 16,-9-1 12-16,3-8-13 15,-3 0-2-15,9-4-49 16,0-4-13-16,19-3-144 15,16-14-218-15</inkml:trace>
  <inkml:trace contextRef="#ctx0" brushRef="#br0" timeOffset="-200541.65">19897 13050 657 0,'0'0'40'0,"0"0"25"0,0 0 74 0,0 0-111 16,0 0-13-16,0 0 28 15,68-12-3-15,-37 12-9 16,-9 0-27-16,-3 0 14 15,2 0-17-15,-8 31 6 16,-7 2 5-16,-6 6-3 16,0 18 4-16,0-9-9 0,0 0 2 15,0-11 3-15,0-14-16 16,0-10 7-16,15-9-2 16,51-4-6-16,8 0 8 15,-9 0 9-15,9 0-1 16,-5-9-8-16,-17-10-19 15,-5 7-12-15,-7-9-46 16,-12 18 14-16,-22-10-47 16,-6 13-33-16,0 0-208 15</inkml:trace>
  <inkml:trace contextRef="#ctx0" brushRef="#br0" timeOffset="-199843.58">19556 14124 358 0,'0'0'166'0,"0"0"-48"0,0 0-10 0,0 0-33 16,0 0-33-16,0 0 16 15,0 0-22-15,0 0 32 0,0 0-3 16,12 41-32 0,-2 19 12-16,-10 20-11 0,6 9-8 15,-6-2-24 1,0-15 9-16,0-11-8 0,0-17-6 16,0-16-9-16,0-16-25 15,0-8-24-15,0-4-99 16,0 0-111-16</inkml:trace>
  <inkml:trace contextRef="#ctx0" brushRef="#br0" timeOffset="-199327.68">19503 14068 559 0,'0'0'27'0,"0"0"47"15,0 0 21-15,0 0-36 16,0 0-19-16,0 0-16 16,289-92-2-16,-271 92-9 0,4 0-4 15,-16 20 23-15,-6 16-12 16,0 0-5 0,0 8-11-16,0-8-4 0,-6-8-5 15,-10-7 5-15,16-9-1 16,0-9-2-16,0-3 0 15,0 0-44-15,0 0 3 16,16 0 44-16,21-3 9 16,-9-5 5-16,-6 8-4 15,-16 0-4-15,-6 0 9 16,0 0 15-16,0 24-22 16,-22 16 15-16,-30 15-23 0,-17 6-9 15,10-9-17-15,1 9-6 16,23-22-83-16,14-14-67 15,21-22-403-15</inkml:trace>
  <inkml:trace contextRef="#ctx0" brushRef="#br0" timeOffset="-198611.27">19578 14165 226 0,'0'0'365'0,"0"0"-353"0,0 0 31 15,0 0 72-15,71 204-32 16,-55-140 8-16,-16-3-20 15,0 6-22-15,0 2 14 16,0 8-16-16,0-10-6 16,0 5-39-16,0-15 6 15,-10-1-5-15,10-17-6 16,0-11-11-16,0-11-27 16,0-17 15-16,0 0-121 0,10-12-13 15,8-40-57-15</inkml:trace>
  <inkml:trace contextRef="#ctx0" brushRef="#br0" timeOffset="-198094.82">19596 14117 399 0,'0'0'120'0,"0"0"-71"0,0 0 88 0,0 0-54 0,0 0 5 0,0 0-35 16,301-101-22-1,-242 93-13-15,-19 1-10 0,16 7-4 16,-31 0-2-16,-10 0-4 16,-8 0-18-16,-7 15 20 15,0 17 1-15,0 8 6 16,-47 9-5-16,-15 15-1 16,-3-4 4-16,-9-1-9 15,21-14 4-15,13-16-37 16,18-18-94-16,9-11-156 15</inkml:trace>
  <inkml:trace contextRef="#ctx0" brushRef="#br0" timeOffset="-197477.68">20313 14505 605 0,'0'0'181'0,"0"0"-176"0,0 0 45 0,0 0-14 0,0 0-27 0,0 0-6 15,151-72-1 1,-135 72-4-16,3 0-11 0,-19 0 13 16,0 17 2-16,12 2 0 15,-12 9-2-15,0-3 0 16,9-1 0-16,-2-9-47 15,5-7-8-15,0 5 23 16,-2 2 31-16,2-2 1 16,-6-1 10-16,0 4-4 15,1-4 26-15,-1 8 5 16,3 0-28-16,-3 0-8 16,-6 0 1-16,0 1-4 0,0 2-50 15,0 1-37-15,-6-7-153 16</inkml:trace>
  <inkml:trace contextRef="#ctx0" brushRef="#br0" timeOffset="-196663.14">20266 14577 322 0,'0'0'433'0,"0"0"-379"0,0 0 33 0,0 0-47 0,0 0-16 15,0 0-20-15,53 0 20 16,-13 0 24-16,7-8-8 16,-1 0-19-16,-6 8-2 0,-5 0 2 15,-17 0-21-15,-2 0 0 16,-16 0 4-16,12 8-13 16,-6 9 12-16,-6 2-6 15,0 6 2-15,0-1-5 16,0-4 0-16,0 0 6 15,0-7 7-15,-6-10-2 16,6-3-4-16,0 0 2 16,0 0-6-16,0 0-57 15,0 0-2-15,0 0 36 16,34-12 26-16,6 0 0 16,-9 0 7-16,-3 8-17 15,-15 4 4-15,-13 0 5 0,0 0-45 16,0 0-2-16,0 28 48 15,0 20 13-15,-41 8 7 16,-5 9-16-16,-1-9 2 16,13-12 5-16,3-8-22 15,10-32-19-15,2-4-197 16</inkml:trace>
  <inkml:trace contextRef="#ctx0" brushRef="#br0" timeOffset="-195831.36">19435 16022 353 0,'0'0'496'0,"0"0"-423"0,0 0-26 0,0 0-6 15,0 0-38-15,0 0 23 16,34 184-1-16,-28-132 11 16,10 13-23-16,-16-6 23 15,0 2 11-15,0-17-31 16,0-16-12-16,0-12 2 15,0-16-12-15,0 0-3 16,0 0-3-16,0-12 5 16,0-37 7-16,0-18 10 15,0-13 2-15,0-17-6 16,0-7 0-16,0-5-12 16,0-3-8-16,6 8 9 15,34 11-42-15,1 21 32 16,-10 20-17-16,-10 20 20 0,4 8 6 15,3 12-7-15,0 4 9 16,-3 8-10-16,9 0-4 16,-6 0-22-1,-10 25 35-15,-2 19 5 0,-16 3 21 16,0 14-10-16,-16 6 3 16,-49 5-11-16,-9 9 1 15,-13-5-3-15,-6-7-1 16,19-10-19-16,5-2-47 15,23-17-195-15,15-24-383 16</inkml:trace>
  <inkml:trace contextRef="#ctx0" brushRef="#br0" timeOffset="-195081.45">20164 15977 541 0,'0'0'198'0,"0"0"-180"0,0 0 36 0,0 0-13 15,0 0-36-15,0 0 4 0,-93 233-18 16,80-205 15-16,7-8-6 16,6-20 2-16,0 8-2 15,0-8-4-15,0 0-63 16,40 0 56-16,13-28 2 15,6 3 8-15,-19 6-7 16,7 11 4-16,-25 8 4 16,-10 0-3-16,0 0 3 15,-2 0 18-15,-4 0-18 16,0 0 0-16,-6 0-10 16,0 0-34-16,0-4-21 0,0-8 51 15,0-4 14 1,0-8 3-16,0 12 3 0,0-4 5 15,0 4-10-15,0 8-1 16,0 4 3-16,0 0 13 16,0 0 23-16,0 16 31 15,0 20-34-15,0 12 46 16,0 4-52-16,0 4 1 16,0-4-9-16,0-3 5 15,0-5 3-15,6-4-26 16,-6 0-4-16,0-12-41 15,0-5-37-15,0-18-221 0</inkml:trace>
  <inkml:trace contextRef="#ctx0" brushRef="#br0" timeOffset="-184988.83">21041 11578 675 0,'0'0'120'0,"0"0"-89"0,0 0 83 0,0 0-27 15,0 0-56-15,0 0 11 16,0 0-27-16,-6 0-1 0,6 0 3 16,0 0 21-16,0 0 10 15,0 0-25-15,0 0 22 16,0 0-33-16,0 0 3 15,0 0-15-15,0 0-1 16,0 0-11-16,19 0 1 16,27 0 8-16,7 0-16 15,15 0 4-15,13-9-34 16,12 6-19-16,0-9-59 16,-19 4-144-16</inkml:trace>
  <inkml:trace contextRef="#ctx0" brushRef="#br0" timeOffset="-184356.67">21162 12989 643 0,'0'0'319'0,"0"0"-271"0,0 0 25 0,0 0-18 0,0 0-21 0,0 0 6 15,152 16-28-15,-112-7 4 16,7-1-15-16,-1-5 1 0,-5 2-4 16,5-2-16-1,-12 2-33-15,-21-5-82 0,-13 12-208 16</inkml:trace>
  <inkml:trace contextRef="#ctx0" brushRef="#br0" timeOffset="-183739.83">21342 14690 606 0,'0'0'308'0,"0"0"-284"0,0 0 49 0,0 0-22 16,0 0-22-16,0 0 11 0,192 0-10 15,-130 0-18-15,-3 0-9 16,0 0-6-16,3 0-26 16,-15 0-34-16,-20-8-108 15,-27 8-180-15</inkml:trace>
  <inkml:trace contextRef="#ctx0" brushRef="#br0" timeOffset="-183207.95">21295 15986 744 0,'0'0'225'0,"0"0"-223"0,0 0 98 0,0 0-58 16,0 0-38-16,373 3-4 15,-299-3-15-15,-21 0-27 16,-19 0-44-16,-13 0-40 0,-14 0-84 15,-7 0-229-15</inkml:trace>
  <inkml:trace contextRef="#ctx0" brushRef="#br0" timeOffset="-179026.26">22650 11309 387 0,'0'0'114'0,"0"0"-45"0,0 0 50 0,0 0-43 0,0 0-67 15,0 0-2-15,0 0 2 16,0 5 10-16,0-5 47 16,0 0-9-16,0 0 1 15,0 0-20-15,0 0-7 16,0 0 1-16,0 0-26 15,0 0 14-15,0 0-8 0,0 0 23 16,0 0-21-16,0 0-2 16,-6 0-9-16,-22 0 0 15,10 0-3-15,-10 3-7 16,-3 22 4 0,-16 14 4-16,13 13-2 0,-12 4 2 15,24-7-3-15,16-9 8 16,6-13-12-16,0-10-1 15,0-4-11-15,28-6-18 16,37-7 6-16,15 0 28 16,7 0 1-16,0 0-4 15,-19 0 1-15,-9 8-1 16,-12 4-8-16,-19-3 11 16,-16 2-18-16,-12 5 18 15,0 8 2-15,0 8 31 0,-19 16 4 16,-49 12-34-16,-19 4 3 15,-6 5-4-15,13-13-8 16,12-16-10-16,15-12 4 16,34-28 14-16,-9 0-4 15,28-4-60-15,0-44-154 16,0-12-236-16</inkml:trace>
  <inkml:trace contextRef="#ctx0" brushRef="#br0" timeOffset="-178793.25">22638 11469 329 0,'0'0'307'0,"0"0"-239"0,0 0 29 0,0 0-42 16,0 0-33-16,0 0-22 16,369-144-6-16,-344 133-148 15,-13-2-260-15</inkml:trace>
  <inkml:trace contextRef="#ctx0" brushRef="#br0" timeOffset="-178476.85">23339 11730 778 0,'0'0'52'0,"0"0"4"15,0 0-3-15,0 0-32 16,0 0-19-16,22 232 1 16,-22-191-6-16,0-16-12 15,0-10-8-15,0-15-71 16,-22 0-32-16,22 0-152 15</inkml:trace>
  <inkml:trace contextRef="#ctx0" brushRef="#br0" timeOffset="-178094.63">23339 11730 417 0,'294'88'74'15,"-272"-80"-46"-15,9 9 40 16,9-9 11-16,1 0-60 16,11-8 24-16,10 0-21 15,-3 0 6-15,16-33 38 16,-16-6 10-16,3-10-5 15,-10-15-22-15,-11 4-8 16,-13-12-26-16,-10-1-4 16,-5 1-11-16,-13 8-11 0,0 24-29 15,-19 16 2-15,-49 24 19 16,-10 0 18-16,-2 45-4 16,-7 22 10-16,12 10 0 15,13-5-5-15,10-5-35 16,11 2-234-16</inkml:trace>
  <inkml:trace contextRef="#ctx0" brushRef="#br0" timeOffset="-175679.72">22598 12560 225 0,'0'0'58'0,"0"0"12"0,0 0-19 0,0 0-30 0,0 0 38 0,0 0 54 15,34 0-9 1,-34 0-32-16,0 0-17 16,0 0-26-16,6 0 23 0,-6 0-20 15,0 0 16-15,0 0-15 16,0 5 1-16,0 34-5 16,0 10-23-16,0 10-6 15,-22 2 3-15,-9-5-4 16,3-4 5-16,1 0-7 15,8-11 3-15,0-1 0 16,19-8 3-16,0-4-3 16,0-8-1-16,0-12-13 15,0 4-5-15,0-8-37 16,25-4 14-16,3 0-7 16,-3 0 19-16,-3 0 25 0,-16-4-8 15,12-8 1-15,-2 0-38 16,-10 0 22-16,-6 8-9 15,0-9-19-15,6-10-15 16,0 7-59-16,-6-9-59 16,0 2 11-16</inkml:trace>
  <inkml:trace contextRef="#ctx0" brushRef="#br0" timeOffset="-175512.19">22650 12961 80 0,'0'0'158'0,"0"0"15"16,0 0-101-16,0 0-30 15,0 0 30-15,0 0 7 16,69 141-32-16,-57-93-6 15,-12 4 25-15,0 0-15 0,0-4-8 16,0 4-17 0,0-3-5-16,0-9-21 0,-6-12-14 15,-7-9-97-15,13-11-106 16,0-8-165-16</inkml:trace>
  <inkml:trace contextRef="#ctx0" brushRef="#br0" timeOffset="-175145.75">23218 13243 148 0,'0'0'368'0,"0"0"-301"0,0 0 63 0,0 0-1 16,-19 216-78-16,13-177-19 0,6-6-32 16,0-13 0-1,0-7-13-15,0-13-30 0,-6 0-62 16,-10 0-172-16</inkml:trace>
  <inkml:trace contextRef="#ctx0" brushRef="#br0" timeOffset="-174680.48">23655 13150 123 0,'0'0'184'16,"0"0"-127"-16,0 0 63 15,0 0-36-15,0 0-2 16,0 0-5-16,106 48-10 15,-79-48-20-15,14 0-13 0,-16-8 20 16,15-41-5-16,-18-2 8 16,9-9-40-16,-16-1 2 15,-9 6-19-15,-6 2-4 16,0 13-24-16,0 24 2 16,-6 16 15-16,-40 0 22 15,-16 28-6-15,-19 40-5 16,-6 12 0-16,0 5 0 15,22-13-25-15,19-12-80 16,30-28-21-16,16-8-46 16</inkml:trace>
  <inkml:trace contextRef="#ctx0" brushRef="#br0" timeOffset="-172549.7">22430 14417 530 0,'0'0'89'0,"0"0"-25"0,0 0 19 15,0 0-5-15,0 0-21 16,0 0 6-16,0 0-31 16,41 0 3-16,-20 0-8 0,-2 0 24 15,15 0-23-15,6 0-20 16,7 0 8-16,-7 0-4 15,19 0 4-15,-25-8-15 16,0-7 6-16,-15 10-4 16,-7 2-6-16,-2 3 3 15,-10 0-8-15,0 0 5 16,0 0-23-16,0 19 21 16,0 34 5-16,0 11-3 15,0 11 9-15,0 5-12 16,-16-6 5-16,16-10 1 15,-6-9-2-15,6-22-18 16,0-2-30-16,0-11-50 16,0-7-66-16,0-13-104 0</inkml:trace>
  <inkml:trace contextRef="#ctx0" brushRef="#br0" timeOffset="-172282.13">22644 14802 606 0,'0'0'153'0,"0"0"-150"0,0 0 7 0,0 0 29 0,0 0-29 0,0 0-10 15,394 0-55-15,-347 0-146 16</inkml:trace>
  <inkml:trace contextRef="#ctx0" brushRef="#br0" timeOffset="-172017.04">23333 14990 701 0,'0'0'60'16,"0"0"-59"-16,0 0 3 16,0 0 6-16,0 0-1 15,-53 221-18-15,53-196 1 16,0-6-52-16,0-14-56 16,0 2-150-16</inkml:trace>
  <inkml:trace contextRef="#ctx0" brushRef="#br0" timeOffset="-171765.11">23333 14990 591 0</inkml:trace>
  <inkml:trace contextRef="#ctx0" brushRef="#br0" timeOffset="-171566.14">23333 14990 591 0,'341'-111'77'0,"-307"111"-60"0,12 0 27 0,1 0 36 15,-7-12-36-15,7-21-21 16,-19-11-1-16,-10-3 9 16,4-10 4-16,-10-7-13 15,-12 3-14-15,0 5-8 16,0 9-2-16,0 22 2 16,0 9-14-16,0 16 14 15,0 0 4-15,-52 28 13 0,-23 21-15 16,7 3 0-16,-3-1-4 15,15-15-42-15,25-11-111 16,15-21-78-16,16-4-319 16</inkml:trace>
  <inkml:trace contextRef="#ctx0" brushRef="#br0" timeOffset="-169336.68">22632 15950 517 0,'0'0'8'0,"0"0"-8"0,0 0 0 0,0 0 3 15,0 0 18-15,0 0 57 16,-16 8 6-16,16-8 15 15,0 0 13-15,0 0-38 16,0 3-48-16,0-3-17 16,0 12-5-16,0-4-4 15,0-3-4-15,22-5 4 16,6 0-4-16,3 0 10 16,3 0-2-16,19-5-2 0,-7-23 7 15,4-12-3-15,-19 0-5 16,3-13-1-16,-12 6-26 15,-4-1-13-15,-18-1 14 16,0 13 8-16,0 8-52 16,0 17 4-16,-40 11 35 15,-13 0 19-15,-9 16-3 16,10 27 14-16,17 6 1 16,17-2 7-16,18-6 19 15,0-9-24-15,0-11 21 16,6-10-24-16,34-3 10 15,-5-4-8-15,-11-4-2 0,-2 0 0 16,-3 0-4 0,-4 0 1-16,-2 0-6 0,-13 0 4 15,6 0-14-15,-6 0 14 16,6 0-11-16,-6 4 16 16,22 13 16-16,-4-2-2 15,16 1 11-15,0 4-2 16,-9 4-15-16,16-4-2 15,-14 1-8-15,-14-6 4 16,2 1-4-16,-8 4-10 16,-7 1 12-16,0 10 17 15,0 10 12-15,-28 7 29 16,-47 4-18-16,10-8 5 0,-3-12-29 16,9-3-2-1,13-18-14-15,11 1-7 16,17-7-40-16,-4-5-94 0,22 0-91 15</inkml:trace>
  <inkml:trace contextRef="#ctx0" brushRef="#br0" timeOffset="-169052.47">23419 16150 91 0,'0'0'842'0,"0"0"-818"0,0 0-3 0,0 0 21 0,0 0-40 15,0 212-2-15,0-179-10 16,0-5-64-16,0 0-83 16,0-9-20-16,0-6-96 15</inkml:trace>
  <inkml:trace contextRef="#ctx0" brushRef="#br0" timeOffset="-168671.08">23686 16130 177 0,'0'0'301'0,"0"0"-300"16,0 0 11-16,0 0 47 16,0 0-25-16,0 0-8 0,230-64 30 15,-178 15 32-15,-5-7 4 16,-13 4-39-16,-22-4-30 16,-12 0-17-16,0 7-12 15,0 21-8-15,-34 12-59 16,-19 16 55-16,-12 5 6 15,-3 59-9-15,15 8 21 16,-2 8 15-16,30-3-15 16,12-21-89-16,13-24-270 15</inkml:trace>
  <inkml:trace contextRef="#ctx0" brushRef="#br0" timeOffset="-101392.48">24548 11622 323 0,'0'0'107'0,"0"0"-2"0,0 0-26 0,0 0-65 0,0 0 15 16,0 0-17-16,0 0 0 16,0 0-9-16,0 4 14 0,0-4 21 15,0 0-11-15,0 0-5 16,0 0-12-16,0 0 24 15,0 0-5-15,-6 0 17 16,6 0-14-16,0 0 10 16,0 0-27-16,0 0 8 15,0 4-7-15,-13 1-15 16,13-5 6-16,0 0-1 16,0 0-12-16,0 0 3 15,0 0-1-15,0 0-8 16,0 0 6-16,0 0 1 15,0-17 4-15,0 1-3 16,0 8 2-16,0 8-2 16,0 0-2-16,0 0 4 15,0 3-16-15,-12 14 8 0,6-5 5 16,6-12-85-16,0 0-211 16</inkml:trace>
  <inkml:trace contextRef="#ctx0" brushRef="#br0" timeOffset="-100160.73">25085 11954 22 0,'0'0'215'0,"0"0"-165"0,0 0 28 0,0 0 8 0,0 0-7 16,0 0 38-16,0 0-11 16,0 21-28-16,0-21-13 15,0 0-15-15,0 0 10 16,0 0-23-16,0 0 2 15,0 0-30-15,0-24 2 16,0-12-1-16,0-5 1 16,0-7-1-16,12 1-8 15,-6-10 9-15,-6-3-11 16,16 0 7-16,-16 0 4 16,0-1-21-16,0 10 16 0,0 2-6 15,0 21 0-15,0 4 0 16,0 20 1-16,0-4 3 15,0 8 3-15,0-3-5 16,0-18-4-16,0 6-18 16,0-18-3-16,18 0-21 15,10 6 2 1,-15 7 15-16,-1 12 4 0,-12-1 20 16,9 9 6-16,-9 0 20 15,0 0 6-15,0 0 5 16,0 0-34-16,0 0 1 15,0 0-1-15,0 0 0 16,0 17 0-16,0-1 6 0,-15-8-7 16,-4 7 4-16,19-7-6 15,-6 9 6-15,-3 2-5 16,-4-6 3-16,1 4-1 16,-10 6 1-16,4 9 7 15,-4-7-9-15,-9 11 6 16,3-8-6-16,-6 8 9 15,3-8-16-15,3-9 7 16,15 9 1-16,4-15-16 16,3-1-24-16,6-4-11 15,0-8-147-15,-12 3-217 16</inkml:trace>
  <inkml:trace contextRef="#ctx0" brushRef="#br0" timeOffset="-99177.64">24709 12100 183 0,'0'0'194'0,"0"0"-95"0,0 0 16 16,0 0-54-16,0 0-47 0,0 0-12 15,0 0 0-15,0 0 2 16,0 0 7-16,0 0 33 15,0 0 2-15,0-5-5 16,7 1-15-16,8-4 22 16,4 0-15-16,15-8-5 15,6 8-1-15,0 0 3 16,13-4 22-16,6 0-26 16,-9 4 12-16,-4 0-15 15,-15 0 4-15,3 8-27 16,-12 0 8-16,-16 0-8 15,13-5-10-15,-13 5-6 16,3 0-22-16,-3 0-61 0,-6 0-190 16</inkml:trace>
  <inkml:trace contextRef="#ctx0" brushRef="#br0" timeOffset="-93100.95">24216 13266 117 0,'0'0'210'0,"0"0"-145"0,0 0 52 0,0 0-46 0,0 0-61 16,0 0 18-16,0 0 2 15,7 0-14-15,-7 0-2 16,0 0-4-16,6 0 9 16,-6 0-11-16,0 0 3 15,0 0-10-15,0 0 32 16,0 0-2-16,0 0 4 16,0 0 2-16,0 0-3 15,0 0-15-15,0 0-17 16,0 0-2-16,0 0 7 15,0 0-12-15,0 0 11 16,0 0-4-16,0 0 10 0,0 0 19 16,0 0 2-16,0 0-32 15,6 0-2-15,-6 0 4 16,0 0-6-16,0-4-3 16,0-4 3-16,0 8-4 15,12-8-5-15,-12 5-41 16,0-10-113-16,0 13-67 15</inkml:trace>
  <inkml:trace contextRef="#ctx0" brushRef="#br0" timeOffset="-91985.13">25044 13246 125 0,'0'0'77'0,"0"0"-77"0,0 0-20 0,0 0 19 16,0 0 1-16,0 0 2 15,34 20 90-15,-34-15 69 16,0-5-22-16,0 0-4 15,0 0-52-15,0 0-32 16,0 0-50-16,0 0-1 16,0 8-5-16,0-5 4 15,0 5-5-15,0-4 6 16,0 4 18-16,0-3 24 0,0-2-1 16,0-3-26-1,0 0-11-15,0 0-4 0,0 0 0 16,0 0 2-16,0 0 13 15,0-16 5-15,0-7-15 16,0-10 4-16,0-7-8 16,0 0 9-16,0-8-9 15,0-8 0-15,0-1-1 16,0 1-22-16,7 9-13 16,11 14 7-16,-18 17 13 15,16 16 15-15,-10 0 39 16,-6 0 6-16,6 0-30 15,-6 0-6-15,0 0-7 0,0 0 0 16,0 0 6 0,0 5 0-16,0 10 23 0,0 1-31 15,0 8 3-15,-6 4-8 16,-34 0-3-16,5 0 4 16,-5 5-14-16,6-9-2 15,9-1-37-15,-3 2-78 16,3-9-117-16</inkml:trace>
  <inkml:trace contextRef="#ctx0" brushRef="#br0" timeOffset="-90901.75">24883 13487 313 0,'0'0'126'0,"0"0"-83"0,0 0 0 0,0 0-18 0,0 0-21 16,0 0 0-16,0-12 10 15,0 8 13-15,0 4 30 16,0 0 0-16,0 0 7 16,0 0-6-16,6-4 14 15,22-4-28-15,12 3-6 16,19-2 25-16,3-9-21 0,-3 3-9 15,3-7-30 1,-15 1 7-16,-1-1-10 0,-12-1-3 16,-15 1-23-16,0 4-41 15,2 1-12-15,-8 7-81 16,-13 8-82-16</inkml:trace>
  <inkml:trace contextRef="#ctx0" brushRef="#br0" timeOffset="-86839.22">24409 14770 79 0,'0'0'404'0,"0"0"-369"0,0 0 10 0,0 0 6 16,0 0-30-16,0 0 29 16,0 0-4-16,40 0 7 0,-40 0-19 15,0 0 39 1,0 0-30-16,0 0-12 16,0 0 8-16,0-4-5 15,0 4 2-15,0-4-24 0,0 4 2 16,0 0-14-16,0-4 16 15,0 4-16-15,0-7 9 16,0 2-4-16,0-3-2 16,0 0-3-16,0 0-3 15,6-4 2-15,0 9-11 16,-6 3 11-16,0 0-24 16,0 0 13-16,10 0-17 15,-10 0 9-15,0 0-8 16,0 0-80-16,0 0-183 15</inkml:trace>
  <inkml:trace contextRef="#ctx0" brushRef="#br0" timeOffset="-85341.07">25097 14389 154 0,'0'0'20'0,"0"0"-14"16,0 0-6-16,0 0-16 0,0 0-28 16,0 0 44-16,0 5 11 0,0-5 85 15,0 7 45-15,-12-3-7 16,12-4-56-16,0 0-32 15,0 0 5-15,0 4-17 16,0 1-30-16,0-2-4 16,0-3 0-16,0 8 5 15,-7-3 4-15,1-5 15 16,6 0 0-16,-9 0 31 16,9 0 2-16,0 0-1 15,0 0-23-15,0 0 4 16,0 0-6-16,0 0-7 15,0 0-9-15,0 0-12 0,0 0 1 16,0 0 0-16,0 0-8 16,0 0 9-16,0 0-9 15,0 0 5-15,0-5-1 16,22-6 3-16,-4 2-2 16,10 9-2-16,-9 0 4 15,-4 0-8-15,19 0-5 16,-15 0 8-16,-7 12-13 15,4 12-5-15,-16 1-10 16,0-10-13-16,0 9 18 16,0 9 11-16,0-10 13 15,0 18 2-15,-34 3 23 16,-13 4-2-16,19 1-12 0,-6-2-7 16,16-7-3-16,5-8 0 15,-2-7-14-15,15-9 3 16,0-4-31-16,0-9 37 15,0-3 6-15,28 0-1 16,18 0 6-16,7 0 26 16,3 0 1-16,-10 0-3 15,-6 0-2-15,-15 0-11 16,9 0 9-16,-21 0-26 16,-13 0 0-16,21 0-16 15,-14 0 12-15,5 0-23 16,10 0-27-16,-10 0-120 15,-12-3-307-15</inkml:trace>
  <inkml:trace contextRef="#ctx0" brushRef="#br0" timeOffset="-80844.28">24737 16022 30 0,'0'0'509'0,"0"0"-500"0,0 0 2 0,0 0 0 16,0 0-11-16,0 0-25 16,0 0 25-16,0 0 12 15,0 0 56-15,0 0 95 16,0 0-14-16,0 0-74 0,0 0-60 16,0 0-11-16,0 0 0 15,0 0-4-15,0 0 3 16,0 0 1-16,0 0 10 15,0 3 14-15,0-3 11 16,0 0-29-16,0 0-5 16,0 0-5-16,0 0-8 15,0 0-14-15,0 0 1 16,0 0 17-16,0 0 4 16,0 0 1-16,0 0 2 15,0 0-1-15,0 0-2 16,0 0-48-16,0 0-137 15,0 0-476-15</inkml:trace>
  <inkml:trace contextRef="#ctx0" brushRef="#br0" timeOffset="-79278.42">25419 15709 571 0,'0'0'121'0,"0"0"-98"0,0 0 60 0,0 0-56 0,0 0-13 0,0 0-11 16,233-41 23-1,-205 41-1-15,-10 0 1 0,-11 0-2 16,2 0-8-16,-9 25 6 15,0-9 13-15,0 8 18 16,0-1-30-16,0-6-3 16,0 3-16-16,0-16-8 15,0 8-13-15,0-8-29 16,19 3-5-16,8-7 4 16,-2 13 23-16,9-1 13 15,-6-4 11-15,-9 0 4 16,-7 4 26-16,-12 4 18 15,0 4 46-15,0 8-28 16,-46 12-23-16,-41 8-32 0,6 4-7 16,-5-3-8-16,33-13 3 15,0-16-18-15,41-12-90 16,12-8-304-16</inkml:trace>
  <inkml:trace contextRef="#ctx0" brushRef="#br0" timeOffset="-26305">27478 11422 349 0</inkml:trace>
  <inkml:trace contextRef="#ctx0" brushRef="#br0" timeOffset="-10236.96">19094 5815 552 0,'0'0'117'0,"0"0"-92"0,0 0 125 0,0 0-26 15,0 0-54-15,0 0-11 16,0 0-39-16,0 0-4 16,0 0-13-16,0 0 27 0,0 0-21 15,0 0 18-15,0 0-19 16,0 0 11-16,9 0 2 15,16-33 11-15,22-22 27 16,15-26-32-16,9-11 10 16,10-4-32-1,-1 8 0-15,-5 11-5 0,-10 5-26 16,-9 8-51-16,-4 8-7 16,-18 20 8-16,-34 23-21 15,0 13-25-15,-21 5-108 16,-60 39-100-16</inkml:trace>
  <inkml:trace contextRef="#ctx0" brushRef="#br0" timeOffset="-9970.35">19203 5234 939 0,'0'0'51'0,"0"0"-10"16,0 0 69-16,0 0-44 15,139 208-12-15,-86-152-28 16,-4 0-12-16,-2-16-8 16,-22-7-12-16,-4-10-28 15,-14-10-22-15,-7-10-68 0,0-3-154 16,0 0-269-16</inkml:trace>
  <inkml:trace contextRef="#ctx0" brushRef="#br0" timeOffset="-9587.96">18815 4860 885 0,'0'0'91'16,"0"0"-60"-16,0 0 62 15,0 0-19-15,0 0-16 0,0 0-17 16,307 36-1 0,-199-36-22-16,-2 0 0 0,-19 0-18 15,-13 0-33-15,-27 0-48 16,-35 0-32-16,-12 0-291 15</inkml:trace>
  <inkml:trace contextRef="#ctx0" brushRef="#br0" timeOffset="-8605.63">19863 5815 75 0,'0'0'650'0,"0"0"-529"0,0 0 2 0,0 0-74 0,0 0-21 0,0 0-21 15,0 31 7-15,0-10-14 16,0 11 24-16,0 12-11 16,6 0 17-16,16 12-15 15,-16 1-2-15,0-5-8 16,-6-12-5-16,0-16 4 16,0-9 0-16,0-15-8 0,0 0-9 15,0 0 3-15,0-3 10 16,0-30-2-16,-12-10 3 15,-16-6-1-15,16-11 13 16,5 1-13-16,7-2 11 16,0-8-6-16,0 6-5 15,7-1 0-15,27 0-2 16,6 7-5-16,-9 12-24 16,3 22 14-16,-28 10-16 15,16 13 2-15,-16 0-1 16,-6 0 29-16,6 0 3 15,10 0-2-15,-4 0 6 16,-12 13-7-16,0 15 3 16,0 8-9-16,0 8 9 15,-28 12 44-15,-37-7-17 16,-3 2-26-16,-13-18 10 0,41-9-11 16,0-16-15-16,34-8-77 15,6 0-176 1,0 0-261-16</inkml:trace>
  <inkml:trace contextRef="#ctx0" brushRef="#br0" timeOffset="-8105.13">20492 5751 631 0,'0'0'69'0,"0"0"-33"0,0 0 84 0,0 0-28 0,0 0 2 0,0 0-33 16,69 0-29-16,-45 0-27 15,4 0-5-15,-9 0-3 16,-4 0-23-16,4-8-27 0,-19 3-43 16,0-3-57-16,0-4-43 15,0-7-139 1</inkml:trace>
  <inkml:trace contextRef="#ctx0" brushRef="#br0" timeOffset="-7905.4">20446 5461 752 0,'0'0'53'15,"0"0"60"-15,0 0-9 16,0 0-46-16,0 0-39 0,0 0-19 16,0 0-4-16,192-39-93 15,-164 23-107-15,-28 12-201 16</inkml:trace>
  <inkml:trace contextRef="#ctx0" brushRef="#br0" timeOffset="-4192.86">21829 5024 94 0,'0'0'368'0,"0"0"-300"0,0 0-21 0,0 0 7 0,0 0-39 0,0 0 59 0,0-16-11 15,0 16 7-15,0 0 5 16,0 0-16-16,0 0-15 16,0 0-12-16,0 0-1 15,0 0-16-15,0-7 22 16,0 2-13-16,0 2 17 15,0-5-23-15,0 3 1 16,0 2-18-16,0-6 2 16,-13 6-3-16,-15-2-8 0,4 2 7 15,-4 3 2-15,-6 0-14 16,0 0 9-16,9 0 4 16,-3 0 3-16,-12 11-2 15,21 9-1-15,-3-12-1 16,22-3 0-1,0-5-9-15,0 3-15 0,0 6-3 16,6 7 16-16,35-4 0 16,15 7 11-16,-4-6-2 15,1-1 6-15,-13-4-6 0,-6 3 15 16,0 2-14 0,-15-5 4-16,9-1-2 0,-3 2 3 15,3-1-6-15,0 8 1 16,-16 4 2-16,-12 4-1 15,0 1 1-15,0 6 2 16,0-3 13-16,-6-7 6 16,-10-6-18-16,4-7 4 15,6 5-7-15,-16-5-4 16,16 4-2-16,-13-1 1 16,-9 6 1-16,-6-9-4 15,-6 3-2-15,15-11 0 0,3 0 10 16,10 0-67-1,0-8-47-15,-4-31-86 16,4-2-145-16</inkml:trace>
  <inkml:trace contextRef="#ctx0" brushRef="#br0" timeOffset="-3642.96">21823 5032 327 0,'0'0'0'0,"0"0"0"0,0 0-10 0,0 0 10 16,0 0-1-16,0 0 2 16,0-52 3-16,0 52 51 0,0 0 83 15,0 0-27 1,0 0-26-16,0 0-51 0,0 0 5 16,0-3-12-16,0 3 13 15,0 0 18-15,0 0-25 16,0 0 24-16,0-5-6 15,27 1 3-15,20-7-15 16,18-5 2-16,10-4-27 16,-1-5-14-16,-15 6-13 15,-13 2-48-15,-24-2-74 16,-22 6-184-16</inkml:trace>
  <inkml:trace contextRef="#ctx0" brushRef="#br0" timeOffset="-2992.6">22430 5177 422 0,'0'0'126'0,"0"0"-45"0,0 0-11 0,0 0 42 0,0 0-6 15,0 0-40-15,0-4-36 16,0 4-11-16,0 0 14 16,0 0 11-16,0 0 3 15,0 0-42-15,0 0-5 16,0 0 1-16,0 0 2 0,13 0-3 15,-13 0 2 1,0 0-4-16,0 0 4 0,9 0-2 16,-9 0 3-1,0 0-6-15,0 0-15 0,0 0 10 16,0 0-39-16,0 0-43 16,-9 4 46-16,-22-4-157 15,9 0-370-15</inkml:trace>
  <inkml:trace contextRef="#ctx0" brushRef="#br0" timeOffset="-2060.3">23100 5325 116 0,'0'0'69'0,"0"0"-12"0,0 0 69 0,0 0 34 15,0 0-99-15,0 0-29 16,0 0 1-16,0 0 6 0,0 0-3 15,0 0 20 1,0 0 26-16,0 0-33 16,0 0 9-16,0 0-20 0,0 0 31 15,0 0-31-15,0 0 10 16,0-8-23-16,0-11 8 16,0-14-24-16,0 2-7 15,-6-14-1-15,-3 1 4 16,9-8-9-16,0-4 10 15,0-9-12-15,0-2 1 16,0 3-3-16,0 7-21 16,0 9 4-16,0 28 21 15,0 7 4-15,0 13 15 16,0 0 10-16,0 5-25 16,-7 39 9-16,-27 4 0 0,-3 8-7 15,-3-12-4-15,-16-8-12 16,25 0-19-16,-9-12-3 15,6-4-41-15,27-7 5 16,7-10-28-16,0-3-173 16</inkml:trace>
  <inkml:trace contextRef="#ctx0" brushRef="#br0" timeOffset="-495.2">23767 4864 10 0,'0'0'507'0,"0"0"-500"0,0 0 1 0,0 0 67 16,0 0-33-16,0 0-12 15,0 0 49-15,-6 4 38 16,6-4-36-16,0 0 13 16,0 0-48-16,0 0-12 0,0 0-32 15,0 9 4-15,0-1-1 16,0 7-2-16,0 6 20 15,12-1-21-15,3-1 11 16,16 9-11-16,-9-3-1 16,-9-6-1-16,8 9-8 15,-2-7-23-15,3-1 11 16,-16-4-9-16,12-1-39 16,-18-6 15-16,0-1-102 15,0-8-68-15</inkml:trace>
  <inkml:trace contextRef="#ctx0" brushRef="#br0" timeOffset="70.76">23667 5104 377 0,'0'0'62'0,"0"0"43"0,0 0 21 0,0 0-58 0,0 0-16 15,0 0 33-15,94 0 10 16,-48 0-26-16,7-3 5 16,27-13-29-16,1-4-15 15,-7-4-15-15,1-1-8 16,-16 5-3-16,-13 4-4 15,-18 8-3-15,-9 8-24 16,-19 0-10-16,0 0-100 16,-6 0-226-16</inkml:trace>
  <inkml:trace contextRef="#ctx0" brushRef="#br0" timeOffset="3184.68">25131 4700 411 0,'0'0'126'0,"0"0"-6"0,0 0-5 0,0 0-41 15,0 0-23-15,0 0-40 16,0 8 25-16,0-8-6 0,0 0 13 16,0 0-15-1,0 0 8-15,0 0-19 0,0 0-2 16,0 0 5-16,0 8-16 15,0-4 11-15,0 8-7 16,0 8 6-16,0 20-10 16,-34 12 24-16,-13 12-9 15,-5 0-12-15,5-7-3 16,7-9 1-16,6-16-5 16,21-9-9-16,7-14 6 15,-9-5-13-15,15-4 14 16,0 0-20-16,0 0 5 15,0 0-15-15,0 0 12 16,15 0 4-16,25 0 16 0,7 0 3 16,-16-8 1-16,3 3 14 15,-12-2-15-15,-10 7 3 16,-6 0-2-16,1-4-3 16,8-4 1-16,-2-4 0 15,-13 4-2-15,18 3-3 16,-18 5 0-16,0 0-1 15,0 0 1-15,0-3 3 16,16-5-4-16,-16-4-6 16,0 4-2-16,0 8 5 15,0 0 7-15,0 0-6 16,0 8 9-16,0 15-3 16,0 14 33-16,-16 3 3 15,-2-4-31-15,18-16 7 0,0 1-3 16,0-2-9-16,0-15-9 15,-7 4-17-15,7-8 8 16,0 0-98-16,0 0-178 16</inkml:trace>
  <inkml:trace contextRef="#ctx0" brushRef="#br0" timeOffset="4316.86">25760 5121 411 0,'0'0'153'0,"0"0"-86"0,0 0 15 0,0 0-19 0,0 0-4 0,0 0 5 16,-15 0-10-16,15 0 7 15,0 0-2-15,0 0 11 16,0 4-28-16,0-4-8 16,0 0-8-16,0 0-17 15,0 0-9-15,0 0-2 16,0 0-1-16,0 0-13 16,0 0 10-16,0 0-13 0,0 0 6 15,0 0 4-15,0 0-8 16,0 0 4-16,0 0-34 15,0 0-51-15,0 0 6 16,0 0-9 0,0 0-107-16,0 0-324 0</inkml:trace>
  <inkml:trace contextRef="#ctx0" brushRef="#br0" timeOffset="4899.99">26241 5281 50 0,'0'0'219'0,"0"0"-171"0,0 0 92 0,0 0-40 16,0 0-7-16,0 0 50 16,0 0 1-16,0-60-75 15,0 24-9-15,0-12-28 0,0-4-4 16,6-4-22-1,7-1 11-15,-7 6-2 0,9 7-13 16,-8 11-2-16,-1 17 1 16,-6 4-7-16,0 12 5 15,0 0-1-15,0 0-5 16,0 0-17-16,0 8 6 16,0 4 5-16,0 8-23 15,0-8-12-15,0 0-26 16,-6 8-137-16,-22 4-164 15</inkml:trace>
  <inkml:trace contextRef="#ctx0" brushRef="#br0" timeOffset="5667.79">26982 4860 594 0,'0'0'99'16,"0"0"36"-16,0 0-17 0,0 0-82 0,0 0-19 16,0 0 53-16,0 141-36 15,0-101-11 1,6-4-17-16,-6-12 3 0,0 0-6 16,0 0-6-16,0-8-1 15,0-4-11-15,16 0-7 16,-10-12-75-16,0 12-61 15,22-12-1-15,-22 0-78 16</inkml:trace>
  <inkml:trace contextRef="#ctx0" brushRef="#br0" timeOffset="6054.18">26808 5121 377 0,'0'0'131'0,"0"0"43"16,0 0-2-16,0 0-39 15,0 0-56-15,0 0-24 16,13-4-15-16,43 4 13 16,9 0-9-16,9 0-6 15,1 0-10-15,24 0-25 16,-19 0-1-16,-5-8-16 15,2-13-29-15,-21 1-37 16,-25 1-62-16,-31 2-297 16</inkml:trace>
  <inkml:trace contextRef="#ctx0" brushRef="#br0" timeOffset="9264.07">27732 4752 23 0,'0'0'139'0,"0"0"-121"0,0 0 59 0,0 0 7 0,0 0-2 15,0 0-1 1,0 0-6-16,0 0-32 0,7 0-6 16,-7 0 19-1,6 0 36-15,-6 0 23 0,0 0-19 16,0 0-36-16,0 0-24 16,0 0-20-16,0 0-2 15,0 0-14-15,0 0 0 16,6 0-7-16,-6 0 6 15,0 0 1-15,12 0 13 16,-2 0 33-16,-10 0-27 16,0 0 8-16,12 0-16 15,1 0-7-15,-1 0-8 16,16 0 6-16,-6 4-5 16,-10 8-3-16,-6 0 4 15,13 8-6-15,-10 8 8 0,4 12 13 16,-1 13 8-16,-6 6-4 15,-6 2-3-15,0-1-14 16,0-8-3 0,0-7 1-16,0-14-11 15,0-7 11-15,0-12-5 16,0 4 6-16,0-4 1 0,0-7-14 16,-6-5-14-16,-6 0-49 15,-1 8-57-15,-2-8-157 0,2 0-324 16</inkml:trace>
  <inkml:trace contextRef="#ctx0" brushRef="#br0" timeOffset="9579.2">27779 5168 55 0,'0'0'608'0,"0"0"-519"0,0 0 87 0,0 0-50 15,0 0-30-15,0 0-46 0,260 5-9 16,-194-5-31-16,-11-8-10 15,-17-4-7-15,-11 12-46 16,-20 0-29-16,-7 0-200 16,0 0-322-16</inkml:trace>
  <inkml:trace contextRef="#ctx0" brushRef="#br0" timeOffset="9999.52">28439 5234 600 0,'0'0'76'0,"0"0"-15"15,0 0 2-15,0 0 18 16,0 0-7-16,0 0-13 15,0 0-1-15,81-25-23 16,-81 25-13-16,0 0-10 16,0 0-7-16,0 0-14 15,0-8 7-15,0 5-11 16,0-6-14-16,0 5-24 16,0 4 5-16,0-8-79 15,6 8-278-15</inkml:trace>
  <inkml:trace contextRef="#ctx0" brushRef="#br0" timeOffset="10644.92">28855 4720 461 0,'0'0'228'0,"0"0"-126"0,0 0-22 0,0 0-22 16,0 0-9-16,0 0-9 0,121 0 12 16,-84 4-36-16,3 8-1 15,-12-9-9 1,-15 10-12-16,-13 19-12 0,0 12 15 16,-7 13 3-16,-58 15 9 15,-21-5-3-15,11 2-1 16,1-13 11-16,40-16-9 15,15-8-4-15,13-11 9 16,6-10-24-16,0-3 12 16,12-4-13-16,35-4 13 15,5 0 6-15,10 0 8 0,-3 0-13 16,-6 0 5 0,-13 0-6-16,1 0-7 0,-7 0-68 15,-13 0-166-15,-8 0-495 16</inkml:trace>
  <inkml:trace contextRef="#ctx0" brushRef="#br0" timeOffset="11445.7">29683 4732 387 0,'0'0'163'0,"0"0"-54"0,0 0 34 0,0 0-42 15,0 0-23-15,0 0-26 16,0 0-3-16,0 0-27 16,0 0 3-16,0 16-11 15,0 11 16-15,22 6 5 16,-10 8-17-16,0-2-12 16,-5 2-2-16,-1-10-2 0,-6 5 3 15,15-3-10-15,-15-5 7 16,6 3-7-16,-6-6 5 15,7-1-28-15,-7-8-10 16,0-12-40-16,0-4-87 16,6 0-184-16</inkml:trace>
  <inkml:trace contextRef="#ctx0" brushRef="#br0" timeOffset="11745.22">29549 5045 169 0,'0'0'354'16,"0"0"-167"-16,0 0 64 16,0 0-109-16,0 0-63 15,0 0-29-15,267 0-36 16,-233 0-14-16,0 0-50 0,-21 0-63 16,-13-4-295-16</inkml:trace>
  <inkml:trace contextRef="#ctx0" brushRef="#br0" timeOffset="13792.74">30424 4836 181 0,'0'0'144'0,"0"0"58"0,0 0-46 0,0 0-62 15,0 0-37-15,0 0-19 16,0 0-38-16,0 0 12 15,0 0 17-15,0 0 28 16,0 5-1-16,-6 3 17 16,-7-5-38-16,13 1 0 15,0 4-24-15,0-4-10 16,0 0-1-16,0 9-11 16,0-10 6-16,0 1-9 0,13 0 13 15,2-4 0 1,-2 0 1-16,5 0 4 0,-2 0 7 15,8-8 7-15,4-16-9 16,-9 1-9-16,-3 6-13 16,-10 1 0-16,-6 4 4 15,0 4 4-15,0 4-6 16,-16 4 7-16,-21 0 1 16,-13 0 1-16,19 0 0 15,-3 8-1-15,22 5-6 16,-4 10 10-16,10-2-4 15,6 2 6-15,0-7-6 16,0-4-6-16,0-4-33 0,0-8-5 16,13 0 9-1,8 0 16-15,7 0 10 0,-3-20 6 16,-3 4 12-16,-4-7-5 16,-5 15 2-16,-4-1-2 15,-9 9 0-15,0 0 8 16,0 0 18-16,0 0-15 15,0 0-12-15,0 0 5 16,0 9-2-16,0-1 5 16,0 3 7-16,0 6-13 15,0 6 14-15,0 6-13 16,0-1-3-16,19-5-5 16,9 5-16-16,-4-4 16 0,-2 1-27 15,-10-1 5-15,-5-4 14 16,-1 0 11-16,-6 0 1 15,0-4-17-15,0 0 6 16,0-4 1-16,-6 4 11 16,-35 0 30-16,-5 1 0 15,-19-2-1-15,-10 1 17 16,7 4-13-16,3 1-11 16,12-10-19-16,13 1-3 15,18 4-5-15,10-3-96 16,-1 7-106-16,13-9-321 15</inkml:trace>
  <inkml:trace contextRef="#ctx0" brushRef="#br0" timeOffset="14459.04">30920 5217 9 0,'0'0'436'0,"0"0"-369"0,0 0 48 0,0 0-23 16,0 0-25-16,0 0-3 16,19 0 26-16,-10 0-40 15,-9 0 11-15,0 0-14 0,0 0-10 16,0 0-9 0,0 0-28-16,0 0-2 0,0 0-23 15,0 0 13-15,0 0-3 16,0 0 15-16,0 0 13 15,0 0 28-15,0 0-35 16,0-8-6-16,0 8-9 16,0 0-59-16,0-3-38 15,0-2-164-15</inkml:trace>
  <inkml:trace contextRef="#ctx0" brushRef="#br0" timeOffset="15124">31481 4860 477 0,'0'0'231'0,"0"0"-137"0,0 0 4 0,0 0-55 15,0 0-31-15,0 0 8 16,0 0-14-16,161 0 4 15,-130 0-10-15,-9 0 0 16,-16 4-5-16,-6 9-9 0,0 6-5 16,0 6 19-1,-12-2 5-15,-16 1-3 0,9-7 10 16,13-6-12-16,6-3-16 16,0 4-37-16,31-4-15 15,25 0 38-15,22 5 8 16,-10-1-10-16,-22 4 32 15,-12-1 0-15,-21 1 40 16,-13 1 32-16,0 3-12 16,0 4 5-16,-19 0-25 15,-49 8-19-15,3 0-21 0,-10-12-9 16,1-8-12 0,9-4-61-16,-3-8-118 0,-7 0-196 15</inkml:trace>
  <inkml:trace contextRef="#ctx0" brushRef="#br0" timeOffset="17639.35">22015 5727 99 0,'0'0'137'0,"0"0"-79"16,0 0 117-16,0 0-45 0,0 0-33 15,0 0-7-15,0 0 51 16,0 0-48-16,0 0-25 0,0 0-58 16,0 0-10-1,0 0 0-15,0 0-13 0,0 0 11 16,0 0-2-1,0 0 4-15,0 0 30 0,0 0-1 16,0 0-6-16,0 0-22 16,0 0-1-16,22 3 4 15,24-3-4-15,7 5 3 16,3-5 8-16,-4 0-3 16,-5 0 11-16,-1 0-6 15,-5 0 10-15,-7 0-10 16,12 0-10-16,-12 0 16 0,4 0-19 15,2 0 10 1,0 0-10-16,0 0 10 0,22 0-8 16,-3 0 2-16,10 3 0 15,-4-3 1-15,-3 0 1 16,9 0-3-16,-9 0-2 16,3 5 5-16,3 3-8 15,-15-1 2-15,15 1 0 16,-9 0 0-16,0-3 1 15,9-2-1-15,-9-3 2 16,16 0-4-16,-16 0 4 16,9 0-4-16,-15 0 10 15,9 0-14-15,-4 0 6 16,-5 0 0-16,3 0-2 16,3 0 4-16,0 0-5 0,-3 0 6 15,3 0-4-15,-7 0 6 16,-5 0-10-16,9 0 8 15,2 0-6-15,11 0 4 16,-10 0-1-16,0 0 0 16,9 0 3-16,-9 0-6 15,15 0 7-15,0 0-12 16,-2 0 13-16,2 9-11 16,-6-5 4-16,-2-4 1 15,-11 4 1-15,4-4 0 16,-6 3-1-16,0-3 1 15,15 0-5-15,6 0 10 0,7 0-4 16,-10 0 2 0,22 0-6-16,-18 0 2 0,-1 0 0 15,-15 0 0-15,-3 0 1 16,-3 0-5-16,-29 0 12 16,23 0-10-16,-13 0 11 15,-6 0-11-15,31 5 3 16,3-2-1-16,9 2-2 15,4-5-8-15,5 0 8 16,-12 0 1-16,-3 8 0 16,-3-8 4-16,-3 8-3 15,0-4 4-15,-3 7-6 16,3 2 6-16,-12-5-4 0,-1-8 4 16,1 8-3-1,-7-4 0-15,22-4 4 0,9 0-13 16,4 0 18-1,-7 0-18-15,3 0 11 0,4 0-3 16,-1 0 1-16,-3 0-7 16,-2 0 3-16,-11 0 8 15,4 0-4-15,-3 0 4 16,10 0-1-16,-11 8-1 16,17-4-4-16,-10 4 1 15,3 4 1-15,0-5 0 16,4-7 1-16,8 0-3 15,13 0 8-15,16 0-12 16,12 0 14-16,-10 0-18 0,4 0 6 16,-16 0 4-16,-18 5 2 15,-7 3-2-15,-15-8 0 16,-12 8 0-16,-1-8-3 16,-5 4 5-16,-7-4-7 15,12 0 10-15,7 8-7 16,15-8 3-16,19 3-1 15,12-3 0-15,10 9-5 16,-4-9-30-16,-18 0 35 16,0 0 9-16,-13 0-7 15,-5 0 2-15,-11 0 3 16,-5 0-8-16,-13 0 2 16,7 0 2-16,-7 0-3 0,1 0-1 15,-1 0-5-15,0 0 12 16,7 0-8-16,21 0 7 15,19 0-5-15,0 0 0 16,-7 0-1-16,-2 0-4 16,-10 0 9-16,-15 0-6 15,-13 0 4-15,-6 0-4 16,-6 0 6-16,3 0-4 16,3 0 0-16,6 0-3 15,7 0 1-15,-1 8 2 0,-5-8 0 16,-20 0 2-1,10 0 7-15,-15 4-5 0,-10-4 9 16,0 0-6 0,1 0-14-16,-1 0 3 0,3 0-18 15,-3 0-11-15,0 9 4 16,-6-9 12-16,0 0-20 16,0 0-27-16,0 0-202 15,0 0-341-15</inkml:trace>
  <inkml:trace contextRef="#ctx0" brushRef="#br0" timeOffset="43635.4">26195 14414 270 0,'0'0'208'0,"0"0"-125"0,0 0 13 0,0 0-26 16,0 0-55-16,0 0-15 15,0 0-3-15,0 0-14 16,0 0 9-16,0 0 0 15,0 0 8-15,0 0 16 16,0 0 51-16,0 0 22 16,0 0-29-16,0 0-26 15,0 0-26-15,0 0 3 16,0 0-8-16,0 0-6 16,0 3 13-16,0 13-16 15,0-8 12-15,0 4-3 16,-7-7 12-16,-8-5 20 15,2 0-6-15,7 0-11 16,6 0 12-16,0 0-15 0,0 0 6 16,0 8-20-16,0-8 5 15,0 0-2-15,0 0 6 16,0 0-9-16,0 0 0 16,0 0 4-16,6 0 1 15,47-13-1-15,0-10-2 16,37-6 14-16,-13-3-17 15,-2 13 2-15,-1-2-2 16,1 9-1-16,-29 0 1 16,-6 8 0-16,-9-8 0 0,3 0 6 15,-6 0-12 1,-3 4 6-16,-9-1-8 0,-10 1-28 16,13 5-1-16,-13-1-23 15,9-4-65-15,-15 8-164 16</inkml:trace>
  <inkml:trace contextRef="#ctx0" brushRef="#br0" timeOffset="44716.83">26288 14257 69 0,'0'0'354'0,"0"0"-354"0,0 0-6 16,0 0 6-16,0 0 26 15,0 0 42-15,0 24-8 16,0-21 9-16,0-3 5 15,0 5 18-15,0-5-12 16,0 8-19-16,0 0-24 16,0 7-35-16,0 6 3 15,-22 3-1-15,9-3-8 16,7-6 16-16,-6 1-13 0,-4-3 3 16,4-2 2-16,-7 6-1 15,-9 2 2-15,16 1-3 16,-10 5 13-1,-2-1 7-15,8-9-22 0,10-7 14 16,6-8-7-16,0 0 1 16,0 0-8-16,0 0-4 15,0 0-4-15,0 0-16 16,0 0 21-16,6 0 3 16,22 0 20-16,-9-8-15 15,2 8-5-15,-2 0-15 16,3 0 15-16,-10 0-4 15,0 0 8-15,4-3-7 0,-16 3 9 16,6 0-6 0,-6-5 6-16,6 5-5 0,0-7 0 15,-6 7 6-15,13 0-6 16,-13 0 2-16,15 0-3 16,-8 0-1-16,-1 0-2 15,0 0 6-15,9 0-1 16,-8 0 3-16,-1-5-6 15,-6 2 1-15,0-2-8 16,0-6 7-16,12 3-4 16,4-1 5-16,-10 1-26 15,0-8 3-15,-6 12-68 0,0-15-198 16</inkml:trace>
  <inkml:trace contextRef="#ctx0" brushRef="#br0" timeOffset="47031.11">27711 13868 93 0,'0'0'214'0,"0"0"-176"0,0 0 73 0,0 0-1 0,0 0-55 16,0 0-12-16,0 0 13 15,0 0-15-15,0 0 24 16,0 0 7-16,0 0-17 16,0 0-28-16,0 0 8 15,0 0 10-15,0 0-16 16,0 0-7-16,0 0-14 16,0 0 11-16,0 0-7 15,0 8 29-15,0-4-25 16,0-4 22-16,0 0-33 15,0 0 1-15,0 0-6 16,21 0-8-16,-2 0 3 0,15 0 5 16,7-12-1-16,-1 12 3 15,-15-8-4-15,3 8-11 16,-16 0 10-16,-12 0-10 16,0 0 3-16,0 0 9 15,0 0 1-15,0 16 5 16,0 40-5-16,0 13 21 15,-19 10-17-15,-2 6-4 16,8-13 3-16,7-4-6 16,6-8 3-16,0-16-9 15,0-8 8-15,0-4-20 16,0-4 8-16,-12-3-27 0,-10-14 1 16,-6-6-35-16,22-5 43 15,-13 0-61 1,19 0-115-16,-12-24 80 0</inkml:trace>
  <inkml:trace contextRef="#ctx0" brushRef="#br0" timeOffset="47364.2">27658 14240 558 0,'0'0'208'0,"0"0"-199"0,0 0 44 0,0 0 51 0,0 0-53 15,0 0 2-15,261 0-11 16,-221 0-5-16,-12 0-33 16,-10 0 0-16,-5 0-4 15,2-15-40-15,4 2-40 0,-13 2-93 16,-6 11-153-16</inkml:trace>
  <inkml:trace contextRef="#ctx0" brushRef="#br0" timeOffset="47831.03">28179 14401 660 0,'0'0'102'0,"0"0"24"0,0 0-20 0,0 0-36 0,0 0-10 16,-12 213-33-16,5-181-22 15,-2-4-5-15,3-4-11 16,0-12-4-16,6-4-103 16,0-8-111-16,0 0-180 15</inkml:trace>
  <inkml:trace contextRef="#ctx0" brushRef="#br0" timeOffset="48629.32">28526 14109 640 0,'0'0'30'0,"0"0"25"0,0 0 37 0,0 0-12 16,0 0-37-16,0 0 11 16,-105 232-8-16,105-196-15 15,0-4 4-15,31-8-27 16,9-4 6-16,0-7-5 16,1-10-17-16,-7-3 17 0,0 0-18 15,0 0 10-15,3-36-5 16,-3-16-5-16,-6-15 9 15,0-22 5-15,-15 1-5 16,-7 8-6-16,-6 11-18 16,0 25 21-16,0 21-6 15,0 10 6-15,0 13-5 16,-34 0-41-16,0 0-14 16,3 16-23-16,-10 24-88 15,13 0 5-15</inkml:trace>
  <inkml:trace contextRef="#ctx0" brushRef="#br0" timeOffset="49129.43">29435 14004 347 0,'0'0'407'0,"0"0"-367"0,0 0 72 0,0 0-43 16,0 0-31-16,0 0-1 15,0 89 20-15,0-45-31 16,0 8 22-16,0-1-16 15,0-2 5-15,0-9-33 0,0 0-2 16,0-4-2 0,0 0-23-16,0-11-5 0,0-2-11 15,6-7-14-15,-6-16-49 16,0 0-52-16,0 0-32 16,0-24 9-16,0 1-285 15</inkml:trace>
  <inkml:trace contextRef="#ctx0" brushRef="#br0" timeOffset="49378.77">29329 14209 340 0,'0'0'142'0,"0"0"-77"15,0 0 58-15,0 0-19 16,0 0 47-16,0 0-65 16,87 0-8-16,-53 0-61 15,-9 0-1-15,9 0-16 16,0 0-9-16,7-12-84 16,-17-4-103-16,11 0-136 15</inkml:trace>
  <inkml:trace contextRef="#ctx0" brushRef="#br0" timeOffset="49849.56">29956 13860 767 0,'0'0'73'0,"0"0"13"15,0 0-9-15,0 0-54 16,0 0-20-16,0 0 22 16,127 0-11-16,-71 0 21 15,-10 0-18-15,1 0 36 16,-13 0-43-16,-9 16 3 16,-4-9-1-16,-15 14-8 15,7 7-4-15,-13 12 5 16,0 20-12-16,0 9-11 15,0 14 9-15,0-6-21 0,-19-9 21 16,-9-3 0-16,10-18-23 16,-10-11-35-16,22-16-44 15,-1-3-59-15,-8-17-101 16,9 0-189-16</inkml:trace>
  <inkml:trace contextRef="#ctx0" brushRef="#br0" timeOffset="50129.11">30011 14157 449 0,'0'0'151'0,"0"0"-103"15,0 0 69-15,0 0-5 16,0 0-24-16,0 0-23 16,168 0-2-16,-128 0-44 15,-3 3-13-15,4 2-6 16,5-5-15-16,4 0-93 16,-4 0-152-16,-21-5-203 15</inkml:trace>
  <inkml:trace contextRef="#ctx0" brushRef="#br0" timeOffset="50444.37">30613 14386 78 0,'0'0'684'16,"0"0"-542"-16,0 0-14 0,0 0-48 15,0 0-38-15,0 224-35 16,0-196 0-16,0-4-7 15,0-9 0-15,0-6-10 16,0-5-24-16,0-4-67 16,0 0-111-16,0 0-108 15</inkml:trace>
  <inkml:trace contextRef="#ctx0" brushRef="#br0" timeOffset="50814.29">30960 14317 33 0,'0'0'549'16,"0"0"-476"-16,0 0-3 15,0 0 26-15,0 0-39 16,0 0-38-16,87 128-10 15,-40-115 2-15,12-5 16 16,3-8-9-16,-4 0 21 16,-5 0 6-16,-6-49-7 15,8-23-27-15,-14-16 5 16,-1-12-5-16,-9 0-5 16,-15 11-6-16,-16 25 4 0,0 20-11 15,0 28 14-15,-28 16-4 16,-25 0 0-16,-15 24-4 15,-4 32 1-15,-2 28-3 16,6 4-16-16,3 0-107 16,3-11-306-16</inkml:trace>
  <inkml:trace contextRef="#ctx0" brushRef="#br0" timeOffset="53125.68">26877 15973 549 0,'0'0'292'0,"0"0"-263"0,0 0 19 16,0 0 8-16,0 0-48 0,0 0 24 15,133 40-14 1,-80-31 19-16,-7 7-13 0,7 4 26 15,3-1-22-15,-4 6 1 16,1-5-22-16,-12-4-1 16,-14-8-6-16,-8-4 11 15,-13 0-22-15,0-4-16 16,-6 0-6-16,0 0-56 16,0 0-104-16,0 0-250 15</inkml:trace>
  <inkml:trace contextRef="#ctx0" brushRef="#br0" timeOffset="53709.31">26895 15850 164 0,'0'0'394'0,"0"0"-313"0,0 0 21 0,0 0-19 0,0 0-53 16,0 0 15-16,-25 100-24 16,-9-81 14-16,0 9 1 0,0 0-1 15,0 5-1 1,15-9-24-16,13-9-9 0,0-7-1 16,6-3-1-16,0-5-39 15,0 3 21-15,0-3-2 16,0 0 11-16,12 0 4 15,1 0-4-15,9 0-9 16,-10 0-11-16,0-11-16 16,4-1-61-16,-16 12-103 15,0-8-303-15</inkml:trace>
  <inkml:trace contextRef="#ctx0" brushRef="#br0" timeOffset="53978.49">26895 15850 322 0</inkml:trace>
  <inkml:trace contextRef="#ctx0" brushRef="#br0" timeOffset="54129.28">26895 15850 322 0,'-273'203'186'0,"273"-231"-123"0,0 5 11 0,0-10 88 0,0 5-102 16,-15 12-18-16,3 4 8 15,-1 4-16-15,13 8 25 16,0 0-40-16,0 0-19 15,0 0-6-15,0 17 6 16,47-2 1-16,-1 1 22 16,7-8 10-16,-7 4-13 15,-5-12-19-15,-7 0-1 16,-6 0-18-16,-10 0-66 0,-5-20-73 16,-13-8-190-16</inkml:trace>
  <inkml:trace contextRef="#ctx0" brushRef="#br0" timeOffset="56057.56">27810 15997 332 0,'0'0'237'0,"0"0"-170"0,0 0 64 0,0 0-37 0,0 0-25 15,-25 69-11-15,25-69-48 16,0 0-2-16,13 8-6 15,21-8 28-15,12 0-9 16,-5 0 14-16,27-28-5 16,-22-16-29-16,-21-13-1 15,3-7-14-15,-22 3 7 16,-6 14-78-16,0 22 23 16,0 22 22-16,-28 3 29 15,-18 0 22-15,-7 36-4 16,-6 3-1-16,3 14 11 15,10-13 11-15,21-12-5 0,19-8 9 16,6-4-26 0,0-4-4-16,0 1-2 0,0-13-1 15,31 11 0-15,9-11 1 16,0 0-3-16,-5 0-6 16,5 0-8-16,-6-3-45 15,-15-5 27-15,-7 8 2 16,-12 0 19-16,0 0 14 15,0 0 30-15,0 11 11 16,15 17-4-16,4-3-25 16,-3 11-6-16,2-8-7 15,-5-4 8-15,2 4-14 0,-9 0 3 16,-6 5 2-16,0-6-2 16,0 9 4-16,-15-12 4 15,-32 0 13-15,1 1 17 16,-1-9-28-16,-5-5-6 15,24 1-28-15,9-12-95 16,13 0-165-16</inkml:trace>
  <inkml:trace contextRef="#ctx0" brushRef="#br0" timeOffset="56340.93">28340 16282 371 0,'0'0'482'0,"0"0"-469"0,0 0 56 16,0 0-33-16,0 0-23 15,0 0-13-15,-6 172-1 16,6-167-1-16,0-2-19 16,-9 2 15-16,9-5-22 15,0 0-101-15,0 0-196 16</inkml:trace>
  <inkml:trace contextRef="#ctx0" brushRef="#br0" timeOffset="56558.21">28340 16282 422 0</inkml:trace>
  <inkml:trace contextRef="#ctx0" brushRef="#br0" timeOffset="56739.91">28340 16282 422 0,'168'-39'168'0,"-137"39"-160"0,18 0 1 0,4-41 58 16,6-7 5-16,-31-1-7 16,-16 2 24-16,-12 2-24 15,0 9-12 1,0 4-52-16,-18 20 30 0,-38 12-26 15,-3 0 14-15,0 4 4 16,3 40-17-16,10 8-6 16,21-3 0-16,3-9-1 15,22-21-43-15,0-10-43 0,0-9-181 16,53 0-284 0</inkml:trace>
  <inkml:trace contextRef="#ctx0" brushRef="#br0" timeOffset="57172.29">29295 15958 502 0,'0'0'101'0,"0"0"-19"0,0 0 46 0,0 0-26 16,0 31-33-16,0-10 12 16,0 7-31-16,0 0-30 15,0 3 17-15,0 2-36 16,0-9 5-16,0 4-6 0,0-16-16 16,0 4-40-16,0-8-40 15,0 4 12-15,0-8-26 16,0 0-24-16,0-4-5 15,0 0 49-15,-6 0-75 16</inkml:trace>
  <inkml:trace contextRef="#ctx0" brushRef="#br0" timeOffset="57405.3">29295 15958 558 0,'-167'92'13'16,"201"-104"64"-16,12-4-6 15,1 4-7-15,-1 4 46 16,-18 3-12-16,-9 5-36 0,-4 0-35 16,-8 0-22-16,17 0 1 15,-8 0-12-15,9 0-65 16,-4 0-43-16,-2 0-125 15,9-3-211-15</inkml:trace>
  <inkml:trace contextRef="#ctx0" brushRef="#br0" timeOffset="58108.8">29689 15886 243 0,'0'0'64'15,"0"0"123"-15,0 0-20 16,0 0-74-16,0 0-22 15,0 0-31-15,115 0-11 16,-97 0-11-16,-2 0-11 0,-16-17 1 16,0 1-8-16,0-8 6 15,0 0-6-15,-22 3-8 16,-3 6 7-16,-3 2 0 16,7 13 2-16,-4 0 39 15,19 0 0-15,-16 0 15 16,10 17-54-16,-1-1 7 15,13 0-8-15,0-1-5 16,0 2-17-16,0 2 7 16,0-2 11-16,13-4-13 15,15-5 17-15,-4-8-19 16,4 0 17-16,-3 0-6 0,-3-5 3 16,-4-11 2-16,-2-1 3 15,-16 11 2-15,6-7 0 16,-6 13-2-16,0 0 4 15,0 0-8-15,6 13 4 16,-6 18 0-16,0-3 12 16,6 4 10-16,1-4-9 15,8-3-7-15,-2-6-1 16,-7 6 0-16,6-2-1 16,-3 2-3-16,-2-1-2 15,-7-4 5-15,0 4-4 16,0-1 2-16,0-6 12 15,0-5 11-15,-28-5-17 0,0-2-2 16,-3 3-4-16,-3 9-4 16,6-2-9-16,-6 9 8 15,9 0-37-15,13 0-1 16,2-16-56-16,10-8-131 16,0 0-337-16</inkml:trace>
  <inkml:trace contextRef="#ctx0" brushRef="#br0" timeOffset="58422.1">30272 16126 722 0,'0'0'124'0,"0"0"-41"0,0 0 1 15,0 0-21-15,0 0-35 16,0 0 3-16,53 168-31 16,-53-156 0-16,0 5-29 15,0-2-23-15,0-7-65 16,-13-8-172-16,-2 8-245 15</inkml:trace>
  <inkml:trace contextRef="#ctx0" brushRef="#br0" timeOffset="58771.06">30272 16126 376 0,'248'28'235'0,"-248"-12"-156"0,6-4 29 16,7 0-27-16,-1 4-55 16,10-13-12-16,3 2-7 0,9-5 8 15,6 0-7-15,0-8-7 16,7-25 31-1,-7-6-3-15,-6-9 25 0,-21 8-19 16,-13 3-3-16,0 1-30 16,0 9-2-16,-7 7 1 15,-27 12-1-15,0 8-5 16,3 0-38-16,-3 0-1 16,-6 39-33-16,12 2-57 15,3 3-21-15,10-16-161 16,15-16-45-16</inkml:trace>
  <inkml:trace contextRef="#ctx0" brushRef="#br0" timeOffset="59387.97">31522 15905 392 0,'0'0'393'0,"0"0"-279"0,0 0-35 0,0 0 13 16,0 0-55-16,0 0-4 15,12 32-32-15,-6 4 6 16,-6 1-5-16,0-1-2 16,0-8 0-16,0-12 11 0,0 4-20 15,0-8 11 1,0-4-4-16,0 3-31 0,0 2-32 16,0-1-52-1,0-1-85-15,0-2-36 0</inkml:trace>
  <inkml:trace contextRef="#ctx0" brushRef="#br0" timeOffset="59619.96">31388 16118 711 0,'0'0'82'15,"0"0"-67"-15,0 0-6 0,0 0 13 16,0 0-1-16,0 0 39 16,140-93-39-16,-128 93 4 15,10 0-9-15,-4 0-16 16,10-12-10-16,6-4-121 16,-9-4-135-16</inkml:trace>
  <inkml:trace contextRef="#ctx0" brushRef="#br0" timeOffset="60253.65">31984 15913 438 0,'0'0'321'16,"0"0"-271"-16,0 0-14 16,0 0-6-16,0 0-11 15,0 0-6-15,80 0-2 16,-61 0 16-16,-7-8 3 16,16-16 21-16,-9-1-13 15,-4-11-23-15,-9 13-15 16,-6 10-9-16,0 2-16 0,0 11 12 15,0 0 9-15,-6 0-23 16,-34 24 27-16,6-1-10 16,15-6 5-1,-3 7 10-15,22-8-2 0,0 1 10 16,0-10-7-16,0 1 0 16,0 0 1-16,13-8-7 15,15 0-20-15,6 0 13 16,0 0-45-16,-3-8-12 15,-9-7 27-15,-4-2 27 16,-12 13 4-16,10 4 4 16,-4 0 1-16,-5 0 1 0,5 0 17 15,3 28 18 1,4 4-14-16,-3-4-21 0,-10 8-3 16,0-8-19-1,-6 8 17-15,0 5 3 0,0-13-12 16,0 8 11-16,0-8 6 15,0-9 33-15,0-6-16 16,0-1 10-16,0-7-22 16,-6 10 9-16,-28-3-7 15,0-3-7-15,-7 2-1 16,1 1-2-16,0 4-74 16,-7 0-107-16,16-4-145 15</inkml:trace>
  <inkml:trace contextRef="#ctx0" brushRef="#br0" timeOffset="60602.73">32517 16250 734 0,'0'0'220'16,"0"0"-102"-16,0 0-40 0,0 0-16 0,0 204-57 0,0-175-3 16,-6-6-2-16,-16-3-47 15,10 1-16-15,-1-9-70 16,1-12-173-16</inkml:trace>
  <inkml:trace contextRef="#ctx0" brushRef="#br0" timeOffset="60919.8">32718 16230 532 0,'0'0'190'15,"0"0"-187"-15,0 0 52 16,0 0-34-16,0 0 0 15,0 0-10-15,152 36 51 16,-118-36-6-16,13 0-6 16,-7-12-50-16,-6-29 36 15,-15-10-42-15,-10-6 12 0,-9 2-6 16,0 7 4-16,0 15-8 16,-21 25 8-1,-20 8 31-15,-11 8-19 0,-7 45-4 16,-10 11-12-16,-5 0-80 15,3-8-65-15,9-19-216 16</inkml:trace>
  <inkml:trace contextRef="#ctx0" brushRef="#br0" timeOffset="77905.95">26774 6532 185 0,'0'0'90'0,"0"0"-64"0,0 0 46 0,0 0 33 0,0 0-36 15,0 0-37-15,0 0-7 16,0 0-17-16,0-28 5 16,0 28 33-16,0 0 10 15,0 0-11-15,0 0-17 16,0 0-4-16,0 0-23 16,0 0 28-16,0 0-14 15,0 0 35-15,0 0-20 16,0 0 14-16,0 0-8 15,0 0 14-15,0 0-13 0,0 0-23 16,0 0 8 0,0 0-14-16,0 0-4 0,0 0 1 15,0 0-6-15,0 0 1 16,0 0-15-16,41 0 9 16,-7 12 6-16,19-4 0 15,2 5 4-15,-2-1-6 16,0-12 6-16,-1 0-5 15,-17 0 1-15,-8 0 0 16,-8 0 7-16,-19 0-7 16,0 0 0-16,0 0 8 15,0 0-10-15,0 0 2 16,0 0-4-16,0 8-32 16,0 16 22-16,0 16-11 15,0 4 25-15,0 0 0 0,0 4 9 16,-6-4-17-16,-7 0 20 15,-2-3-17-15,3-10 11 16,-1-3-12-16,-2-7-4 16,15-9-4-16,0-4-5 15,0-5-7-15,0 2 9 16,0 3-13-16,0 12 17 16,0-8-18-16,0 0-23 15,0-4-77-15,0-1 0 16,0-7 8-16,0 0-120 15</inkml:trace>
  <inkml:trace contextRef="#ctx0" brushRef="#br0" timeOffset="78904.67">26929 6889 317 0,'0'0'59'0,"0"0"30"0,0 0-16 0,0 0-53 0,0 0-19 0,0 0 29 15,0 0 7-15,0 0-11 0,0 0 14 16,0 0 28-16,0-3 16 16,0 3-9-16,0-5-4 15,0 5-30-15,0 0-6 16,0 0-31-16,0 0 3 16,0 0-7-16,0 0-6 15,0 0 0-15,0 0 12 16,0 0 2-16,0 0-1 15,0 0 27-15,13 0-27 16,27 0 4-16,22 0 9 16,3 0-16-16,10 0 8 15,-1 0-11-15,-9 0-2 16,-6 0 6-16,-19 0-8 16,-5 0 3-16,-8 0-6 15,-20 0-22-15,-1 0-40 0,-6-16-102 16,0-4-464-1</inkml:trace>
  <inkml:trace contextRef="#ctx0" brushRef="#br0" timeOffset="101203.06">19029 8397 22 0,'0'0'639'0,"0"0"-619"16,0 0-18-16,0 0 31 0,0 0 16 0,0 0-32 0,0 0 33 16,25 0-3-16,-25 0 14 15,0 0-30-15,0 0 15 16,0 0-19-16,0 4-25 16,0 4 3-16,0 5-3 0,0-2 16 15,0 1-8-15,0-4-6 16,0-3-1-16,0-2 10 15,0-3-2-15,0 0-10 16,0 5 0-16,0 3 20 16,0-4 22-16,0 4-20 15,0-8 14-15,0 0-34 16,21 0 15-16,20-16-18 16,18-32 24-16,21-13-8 15,1-19-7-15,6 8-9 16,-19 8 0-16,-9 7-5 15,-19 18-28-15,-21 6 2 0,2 18-34 16,-21 7 14 0,0 8-54-16,0 0-20 0,-6 8-106 15</inkml:trace>
  <inkml:trace contextRef="#ctx0" brushRef="#br0" timeOffset="101472.16">19156 8073 450 0,'0'0'312'0,"0"0"-223"0,0 0 13 0,0 0 15 0,208 220-40 0,-156-168 0 0,-5 4-46 15,-7 1-7-15,7-1-20 16,-13-4-4-16,-9-16-18 16,-4-3-27-16,14-18-29 15,-23-11-84-15,-6-4-154 16</inkml:trace>
  <inkml:trace contextRef="#ctx0" brushRef="#br0" timeOffset="102450.58">20052 8566 559 0,'0'0'97'0,"0"0"-43"0,0 0 41 0,0 0-61 0,0 0 28 16,0 0 7 0,0 152-19-16,0-83 17 0,0 3-48 15,0-13 18 1,6-2-33-16,19-13 2 0,-9-16 4 15,-10-11-12-15,-6-10 2 16,0-7 0-16,0 0-3 16,0-4-1-16,0-35 2 15,0-18-2-15,-6-11-13 16,-1-9 23-16,-2-3-12 16,9 8-10-16,0 4 0 15,0 12-5-15,0 20 12 0,0 8 4 16,0 12-13-1,0 7 12-15,0 9 1 0,16 0 1 16,-4 0 8-16,22 0-2 16,0 0 1-16,-9 0-3 15,9 0 0-15,-28 0-10 16,16 0-1 0,-22 17 11-16,0 7 9 0,0 4 16 15,-9 3 38-15,-44 2-45 16,-12-5 11-16,-3-4-24 15,9 1-5-15,12-14-19 16,19-3-28-16,28-8-40 16,0 0-136-16,0 0-447 15</inkml:trace>
  <inkml:trace contextRef="#ctx0" brushRef="#br0" timeOffset="103200.45">19109 7592 135 0,'0'0'339'0,"0"0"-324"0,0 0 53 0,0 0 54 0,0 0-4 0,0 0 13 16,-6-13-46-16,6 13-1 15,0 0-38-15,0 0-10 16,0 0-9-16,0 0-17 16,0 0 14-16,37 0-22 15,60 0 13-15,30 0 16 16,25 0 14-16,9 0-31 15,-6 0-14-15,-9-4-16 16,-32 4-45-16,-21 0-1 16,-34 0-54-16,-18 0-179 0</inkml:trace>
  <inkml:trace contextRef="#ctx0" brushRef="#br0" timeOffset="103916.15">20793 8494 750 0,'0'0'117'0,"0"0"-33"0,0 0-9 0,0 0-45 0,0 0 36 15,0 0-20-15,133 0-22 16,-92 0-11-16,-7 0-8 16,-22 0-10-16,10 0-3 15,-10 0 2-15,-5 0-49 16,-7 0-21-16,0 0-110 15,0 0-176-15</inkml:trace>
  <inkml:trace contextRef="#ctx0" brushRef="#br0" timeOffset="104101.38">20793 8494 890 0,'-108'-185'112'0,"163"185"-20"0,26 0-4 16,6 0-37-16,-16 0-21 16,10-3-30-16,-13-10-27 15,-28 1-55-15,-40-4-193 16</inkml:trace>
  <inkml:trace contextRef="#ctx0" brushRef="#br0" timeOffset="108812.36">22331 7647 372 0,'0'0'122'0,"0"0"-9"0,0 0-38 0,0 0-75 0,0 0-3 0,0 0-55 0,0 0 58 16,0-32 1-16,0 32 68 16,0 0 31-16,0 0 17 15,0 0-53-15,0 0-24 16,0 0-24-16,0 0 5 0,0 0-1 15,0 0-17-15,0 0 22 16,0 8-21 0,0 5 17-16,0 2-17 0,0 6 16 15,0-10-20 1,13-6 0-16,21-5-1 0,0 0 0 16,25 0 0-16,-7-29 1 15,-5-19 4-15,-7 4-2 16,-12 0 9-16,-16 4-5 15,-12 8-9-15,0 8 3 16,0 8-1-16,-6 12-18 16,-40 4-9-16,-7 0 2 0,0 44-40 15,-9 16 53 1,-12 12 11-16,43-11-5 0,3-13 14 16,16-16 5-1,12-20-2-15,0-1-8 0,0-11-2 16,18 0 3-1,29 0-11-15,-1 0 3 0,16-3-1 16,-9-21-3-16,-7-4 7 16,-18 3-11-16,-15 2 3 15,-13 7-4-15,0-1 14 16,0 17 12-16,0-3-10 16,-13 3 30-16,-2 0-13 15,2 0 22-15,1 28-37 16,12 11 10-16,0 10-6 15,0-5-5-15,34-4-6 0,-3-8-6 16,3 0 6-16,-6-8-35 16,-9 8 24-1,-7-16-8-15,-12 0 22 0,0-4-11 16,0 9 11 0,-12 2 25-16,-35 6-1 0,-18 7-4 15,-9 0-15-15,-1 0 32 16,16-4-34-16,-9 0-2 15,28-7-1-15,0-6-38 16,15 5-41-16,-3-8-105 0,28 0-294 16</inkml:trace>
  <inkml:trace contextRef="#ctx0" brushRef="#br0" timeOffset="109777.25">23308 7572 613 0,'0'0'103'0,"0"0"-85"0,0 0 62 0,0 0-23 0,0 0 0 0,0 216-25 16,0-164 16-16,0 0 10 15,0-8-16-15,0-4-23 16,0 0-17-16,0-7-1 16,0-6-1-16,0-7-4 0,0-7-31 15,0-9 10 1,0-4-67-16,0 0-100 0,0-9-76 15</inkml:trace>
  <inkml:trace contextRef="#ctx0" brushRef="#br0" timeOffset="110080.06">23233 7872 428 0,'0'0'266'0,"0"0"-126"16,0 0 12-1,0 0-36-15,0 0-94 0,0 0-2 16,273 0-20 0,-198 0-19-16,-1 0-82 0,-15 0-102 15,-12 0-169-15</inkml:trace>
  <inkml:trace contextRef="#ctx0" brushRef="#br0" timeOffset="111260.4">24229 7957 64 0,'0'0'194'0,"0"0"-100"0,0 0-14 0,0 0-7 0,0 0-16 0,0 0-44 15,18 88 22-15,-18-68 15 16,0-9 10-16,0-2 33 16,0-1 19-16,0-5-24 15,0 5-51-15,0-3-3 16,0 10-32-16,0 1 29 15,0 5-24-15,-12-1 19 16,12-4-21-16,0-12 0 16,0-4 7-16,0 0 2 15,0 0 16-15,0-36-24 16,0-20 3-16,0-13-2 0,0 9 11 16,12-12-15-16,4 4-6 15,-4-4 2-15,-6-4 1 16,1 20-3-16,-7 12-3 15,0 24 4-15,0 15 1 16,0 5-5-16,0 0-5 16,0 0 5-16,0 44-17 15,-13 12 23-15,-33 13 0 16,-1-5-12-16,13-4-5 16,15-16-38-16,13-12-31 15,6-19-102-15,0-5-166 16</inkml:trace>
  <inkml:trace contextRef="#ctx0" brushRef="#br0" timeOffset="111909.83">24790 7547 275 0,'0'0'234'0,"0"0"-194"0,0 0 32 0,0 0 93 0,0 0-38 0,0 0-45 15,-133 136-28-15,86-108-31 16,7 5-4-16,12-2-14 16,15 2 23-16,13-9-25 15,0 8 2-15,0-11-1 16,0-2-8-16,19-19-8 15,15 0-11-15,13 0 13 0,-13 0 6 16,-12 0-5 0,-10 0 18-16,-6 0-6 0,0 0-1 15,1 0 4-15,8 0-6 16,-3 0-9-16,7 0-12 16,3 0-24-16,-4-8-7 15,-2-3-39-15,-10 3 30 16,-6 3 47-16,0 5 14 15,0 0 25-15,0 0 37 16,0 0-3-16,0 20-32 16,0 16-7-16,0 16 11 15,0 0-6-15,0 4-21 16,0-12 33-16,0 0-31 16,0-7 4-16,-6-8-9 15,-10-10-2-15,16-19-25 16,0 0-75-16,0 0-144 0,0-36-192 15</inkml:trace>
  <inkml:trace contextRef="#ctx0" brushRef="#br0" timeOffset="112544.57">25565 7775 364 0,'0'0'184'0,"0"0"-152"0,0 0 63 0,0 0-16 0,0 0-5 0,0 0 24 0,28 0-36 16,-22 21 20-16,-6 23-30 16,0 12 6-1,0 0-49-15,0-4 4 0,0-7-13 16,0-1-6-16,0-8 1 16,0-12-6-16,0-4 3 15,0-12-15-15,0-4-17 16,0-4-50-16,0 0-26 15,0 0-170-15</inkml:trace>
  <inkml:trace contextRef="#ctx0" brushRef="#br0" timeOffset="112775.08">25398 7936 177 0,'0'0'531'0,"0"0"-517"15,0 0 163-15,0 0-59 16,0 0-49-16,0 0-39 16,335 16-23-16,-283 4-14 15,-18-7-36-15,0-10-50 16,-15-3-212-16</inkml:trace>
  <inkml:trace contextRef="#ctx0" brushRef="#br0" timeOffset="114657.02">26253 7756 295 0,'0'0'101'0,"0"0"-88"0,0 0-13 0,0 0-2 16,0 0-15-16,0 0 17 16,-12 8 4-16,12-8 64 15,0 0 52-15,0 0 17 16,0 0-29-16,0 0-27 16,0 0-14-16,0 0-39 15,0 0-1-15,0-8-16 16,6-1 7-16,41-14-12 15,-1 15 38-15,1 0-40 16,-1 0 7-16,-5 8-10 16,-13 0-1-16,-22 0 0 0,6 0-11 15,-12 16 5 1,0 24 12-16,-12 24-16 0,-69 20 10 16,-18 13-38-16,6-10-42 15,12-10 29-15,13-9-3 16,43-12 51-16,10-3-6 15,15-14 18-15,0-11-15 16,15-7 17-16,50-13-22 16,-3-8 11-16,3 0 0 15,-18 0 3-15,-7-5 1 16,-6-3 24-16,-27 8-17 16,-1 0 5-16,-6-3-16 15,6-2-31-15,3 2-56 0,-9 3-33 16,13 0-74-16,-13 0-118 15</inkml:trace>
  <inkml:trace contextRef="#ctx0" brushRef="#br0" timeOffset="115206.51">26582 7752 554 0,'0'0'127'0,"0"0"-19"0,0 0 44 0,0 0-58 16,0 0-55-16,0 0 2 16,267 0-36-16,-233 0 17 15,6 0-20-15,-15 4 12 16,-16 8-14-16,16 16-9 16,-25 8 8-16,0 17 2 15,0-2 6-15,0 6-1 16,0-1-2-16,0-4-1 15,0 0-6-15,-6-12-25 16,-13-4-6-16,19-12-26 16,-15-7-17-16,9-6-55 0,-7-11-68 15,-2 0-96 1</inkml:trace>
  <inkml:trace contextRef="#ctx0" brushRef="#br0" timeOffset="115409.2">26750 8068 819 0,'0'0'17'16,"0"0"84"-16,0 0-50 0,0 0-8 15,0 0-41 1,365 89-2-16,-290-89-47 0,-16 0-206 15</inkml:trace>
  <inkml:trace contextRef="#ctx0" brushRef="#br0" timeOffset="116255.14">22071 8486 458 0,'0'0'103'0,"0"0"-4"0,0 0 3 0,0 0 11 16,0 0-32-16,0 0-26 16,359 56 5-16,-278-28-33 0,24-1 18 15,22 11-34-15,41-7 36 16,52 2-26-16,44-6 9 15,27-2-3-15,19-5-14 16,10-4-12-16,-1-4 3 16,-9-1-4-16,-25 2-1 15,-24-1-5-15,-38-1-38 16,-37 6 29-16,-31-6-6 16,-31-6-23-16,-37-5-43 15,-25 0-60-15,-50 0-258 16</inkml:trace>
  <inkml:trace contextRef="#ctx0" brushRef="#br0" timeOffset="116959.07">24049 9167 611 0,'0'0'38'0,"0"0"72"0,0 0 15 0,0 0-101 0,0 0 12 16,0 0-33-16,260 41 10 15,-247-30-13-15,-13 14 0 16,0 14 8-16,0 18 32 16,0 16-8-16,-19 15-31 0,-3-4 16 15,10-1-13 1,12-9-4-16,0-15-5 0,0-10-13 15,0-26-25-15,0-2-18 16,0-21-52-16,0 0-69 16,0-5-213-16</inkml:trace>
  <inkml:trace contextRef="#ctx0" brushRef="#br0" timeOffset="117189">24083 9552 496 0,'0'0'340'15,"0"0"-290"-15,0 0 87 16,0 0-42-16,0 0-75 15,0 0-20-15,394 60-7 16,-329-60-60-16,-25 0-183 16,-40 0-269-16</inkml:trace>
  <inkml:trace contextRef="#ctx0" brushRef="#br0" timeOffset="118771.12">27497 9167 479 0,'0'0'334'0,"0"0"-263"0,0 0 11 0,0 0 12 0,0 0-54 0,0 0-32 16,0 0 34-16,149 5-32 16,-103-2 9-16,1-3-18 15,-13 5 4-15,-9-5-1 16,-13 0-8-16,4 3 2 16,-16-3-12-16,6 0-8 15,-6 0-34-15,0 0-55 16,0 0-159-16</inkml:trace>
  <inkml:trace contextRef="#ctx0" brushRef="#br0" timeOffset="118969.33">27497 9167 927 0,'-87'-144'69'16,"115"144"-63"-16,12 0 59 15,7 0 27-15,12 0-78 16,3 0 2-16,-3 0-16 16,-13 0-5-16,1 0-68 15,-35 0-81-15,-12 0-278 16</inkml:trace>
  <inkml:trace contextRef="#ctx0" brushRef="#br0" timeOffset="124399.61">29295 8149 470 0,'0'0'33'0,"0"0"25"0,0 0 42 0,0 0-20 0,0 0-6 16,0 0 31-16,0 0-51 16,-68 0-21-16,68 0 10 15,0 0 6-15,0 0-30 16,0 0-9-16,0 0-4 15,0 0 0-15,0 0-10 16,0 0 14-16,0 0-16 16,0 0 10-16,0 0-5 15,0 0 1-15,0 0 0 0,0 0 11 16,0 0-6 0,0 0 14-16,0 0-17 0,-6 0 14 15,-19 0-16-15,-15 8 11 16,-13 11-11-16,3 9-1 15,4-3-2-15,15 3-4 16,15-4 6-16,10-4-2 16,6-4-2-16,0-4-3 15,0-4 7-15,0 5-18 16,40-2 18-16,19 6 1 16,28 2-2-16,-6 6-1 15,-13 3 3-15,-3 0-5 0,-15-4 7 16,-13-4-4-1,-15 4-5-15,-16-4 4 0,-6 4 6 16,0 8 14-16,0 12-6 16,-19 8 8-16,-27 4-1 15,-16-7-15-15,-3-5 4 16,3-16 0-16,-4-5-14 16,11-10-8-16,14-9-6 15,1-4-8-15,21 0-16 16,19-45-94-16,0-14-258 15</inkml:trace>
  <inkml:trace contextRef="#ctx0" brushRef="#br0" timeOffset="124649.7">29348 8189 167 0,'0'0'230'0,"0"0"-194"0,0 0 120 0,0 0-29 16,0 0-70-16,0 0-39 15,180 0-18-15,-140 0-13 0,0 0-80 16,-12 0-170-16</inkml:trace>
  <inkml:trace contextRef="#ctx0" brushRef="#br0" timeOffset="125032.49">29670 8561 622 0,'0'0'111'0,"0"0"-26"0,0 0-6 16,0 0-57 0,13 205-22-16,61-184 9 0,7-9-3 15,-10-4-4-15,-3-8 8 16,-9 0 2-16,-3 0 9 15,-9-28 1-15,-7-29-8 16,-9-11 12-16,-3-4-19 16,-16 0 10-16,-12 12-16 15,0 7-1-15,-18 17-13 16,-51 25-2-16,-2 11-44 0,-25 0 51 16,3 20-7-1,12 27-24-15,22 10-26 0,13 2 29 16,34-6-62-16,-4-9-365 15</inkml:trace>
  <inkml:trace contextRef="#ctx0" brushRef="#br0" timeOffset="125697.49">28647 9300 399 0,'0'0'164'0,"0"0"-144"0,0 0 31 0,0 0 84 0,0 0 3 0,347 4-50 16,-213 3-2-16,-1-2-9 15,-12-5-55-15,0 0 17 16,-16 0-30-16,-2 0-7 15,-16 0-2-15,-7 0-33 16,-2 0-24-16,-10-16-106 16,-15-9-107-16,-32 10-167 15</inkml:trace>
  <inkml:trace contextRef="#ctx0" brushRef="#br0" timeOffset="126165.53">29301 9645 490 0,'0'0'245'16,"0"0"-231"-16,0 0 10 15,0 0 26-15,0 0-28 16,0 0 28-16,7 28-27 15,8-8-18-15,-15 12-4 16,6 4 2-16,13 0 25 16,3 0-19-16,12 4 41 15,12-7-14-15,1-1-7 16,-1-9-27-16,-5 2 1 16,-1-1-3-16,-15-12-28 0,-10 8-15 15,-15-1-33 1,0 10-37-16,0 7-112 0,-28-8-89 15,0-4 145-15</inkml:trace>
  <inkml:trace contextRef="#ctx0" brushRef="#br0" timeOffset="126913.28">29103 9629 497 0,'0'0'109'0,"0"0"34"0,0 0 44 16,0 0-70-16,0 0-62 0,372 32-15 0,-304-28-27 16,-21-4-7-16,-7 0-1 15,-21 8-10-15,-13 0 3 16,-6 12 0-16,0 4-2 15,0 8 3-15,0 8 2 16,0 5 1-16,0 2-2 16,0 9 0-16,0 1 8 15,0 2-8-15,0 2 12 16,0-9-7-16,0-8-10 16,0-8 4-16,0-16-18 0,0-7-15 15,9-10-57-15,16-3-50 16,-9 0-142-16,-16-3-240 15</inkml:trace>
  <inkml:trace contextRef="#ctx0" brushRef="#br0" timeOffset="127181.12">29503 9945 226 0,'0'0'618'0,"0"0"-601"0,0 0 91 16,0 0 21-16,0 0-82 15,0 0-47-15,341 33-1 16,-260-33-94-16,-16 0-196 16</inkml:trace>
  <inkml:trace contextRef="#ctx0" brushRef="#br0" timeOffset="128229.71">27122 11394 536 0,'0'0'123'0,"0"0"-55"0,0 0 40 15,0 0-11-15,0 0-61 16,356 23-24-16,-325-23-6 16,-9 5-12-16,-22-5 10 0,0 0-9 15,0 0-27-15,0 0-110 16,-12 0-202-16</inkml:trace>
  <inkml:trace contextRef="#ctx0" brushRef="#br0" timeOffset="128432.15">27122 11394 516 0,'-31'-146'393'15,"31"151"-386"-15,31-5 28 16,9 8 46-16,16-8-50 0,-4 0-27 15,1 0-4-15,-6 0-60 16,-13 0-142-16,-22-16-309 16</inkml:trace>
  <inkml:trace contextRef="#ctx0" brushRef="#br0" timeOffset="129411.45">27872 10896 78 0,'0'0'493'0,"0"0"-486"0,0 0 22 0,0 0 53 0,0 0-46 15,0 0-2-15,140 32 22 16,-106-28 35-16,6-4-44 16,-6 8 18-16,-3-4-5 15,-3 1-25-15,6-5-33 16,-15 0 1-16,9 3 1 15,-10 2-8-15,-2 14 3 16,-10 17 1-16,-6 9 1 0,0 10 0 16,0 6 5-1,0-5-1-15,0 4-5 0,-6 1 0 16,-16-6-5-16,-18 1-14 16,15 0-15-16,-9-4-28 15,0-3-8-15,15-21-16 16,10-16-90-16,3-12-230 15</inkml:trace>
  <inkml:trace contextRef="#ctx0" brushRef="#br0" timeOffset="129861.3">28058 11342 378 0,'0'0'206'0,"0"0"-135"0,0 0 27 0,0 0 42 16,0 0-2-16,0 0-34 15,133 39-27-15,-92-23-35 16,15-8-10-16,-19 4-23 16,-3-7-6-16,0-5-3 15,0 0-47-15,-15 0-34 16,-4 0-167-16,-15-5-499 16</inkml:trace>
  <inkml:trace contextRef="#ctx0" brushRef="#br0" timeOffset="130545.23">28700 11358 62 0,'0'0'52'0,"0"0"62"0,0 0 23 0,0 0-34 0,0 0-57 0,0 0 33 15,0 7 51-15,0-7 8 16,0 13-35-16,0-2-32 16,0 5 2-16,0 21-25 0,-19 2 19 15,19 10-21-15,-6 11 0 16,-16 8-5-16,4 4 0 16,-10 8-11-1,-6-11-23-15,21-22-7 0,1-19-12 16,12-28-39-16,0 0-69 15,0-15-36-15,0-50-437 16</inkml:trace>
  <inkml:trace contextRef="#ctx0" brushRef="#br0" timeOffset="134007.23">29181 11686 160 0,'0'0'112'0,"0"0"-45"0,0 0-9 0,0 0-9 15,0 0-8-15,0 0-27 16,0 0-5-16,0 28 26 15,0-28 29-15,0 0 19 16,0 0-14-16,0 4 24 16,0 0-34-16,0-4-14 15,0 16-37-15,0-3 7 16,0-2-15-16,0-2 1 16,0-1-1-16,0-5 6 15,0 2 1-15,0 6 11 16,0 1 33-16,0 1-17 15,0-1 1-15,0-4-13 16,0-5-4-16,0-3-4 16,0 0-7-16,0-20-7 15,0-32 4-15,0-15-10 0,9-18 12 16,9 1-10-16,1-1 14 16,-10 5-20-16,4 8 1 15,-13 8-3-15,0 3 7 16,0 17-23-16,0 21 16 15,0 15-46-15,0 8 20 16,0 11-5-16,0 34 32 16,0 7 11-16,0-8 0 15,-28-4-1-15,3-16-5 16,10-4-22-16,-4-4-20 16,19 4-8-16,0 1-60 15,0-10-46-15,0 1-399 0</inkml:trace>
  <inkml:trace contextRef="#ctx0" brushRef="#br0" timeOffset="135656.54">27010 10921 126 0,'0'0'229'0,"0"0"-173"0,0 0-24 16,0 0-21-16,0 0-3 0,0 0-5 15,19 0 11-15,-19 0 29 16,0 0 25-16,0 0 23 15,0-5-28-15,0-11-8 16,21-8-13-16,4-8-24 16,3-1-18-16,6 5-5 15,-9 12 1-15,9 16-16 16,-6 0 20-16,18 8 16 16,-11 28 88-16,5 0-63 15,6 2-5-15,1-11-28 0,6-7-4 16,-1-12-4-16,-5-8-13 15,-7 0-6-15,-12-19 1 16,-22-26 16 0,-6-3 2-16,0 0-5 0,0 7 13 15,0 13-8-15,-12 9 3 16,6 2-3-16,6 14 0 16,0 3-25-16,0 0-54 15,0 0 14-15,18 28-76 16,-18 11-447-16</inkml:trace>
  <inkml:trace contextRef="#ctx0" brushRef="#br0" timeOffset="137754.36">29007 12344 251 0,'0'0'271'0,"0"0"-183"0,0 0 21 0,0 0-35 0,0 0-27 0,0 0-44 16,-71 47 31-16,71-47-18 15,0 0-9-15,0 5 9 16,0-1 12-16,0 4 12 16,0 0 29-16,0-8 2 0,0 0-28 15,0 0-5-15,0 0-21 16,0 0-1-16,58-33-11 15,29-14 9-15,13-9 13 16,-4 4-16-16,-3 7-8 16,-7 9-1-16,-14 0-4 15,-10 12 1-15,-16 8-1 16,-18 12-21-16,-15 4 7 16,-7 0 2-16,-6 0 14 15,0 33 0-15,0 18 2 16,-13 14 5-16,-27 2-6 15,6 2-2-15,22-21 4 16,5 0-3-16,7-24 0 16,0-16-2-16,31-8-11 0,50 0-2 15,21-28 8 1,25-16 2-16,-3 8-5 16,-15 8 11-16,-28 20-2 0,-35 8-10 15,-27 0 9-15,-19 24 2 16,0 24 11-16,0-4 1 15,0 0-10-15,0-11-3 16,28-18 11-16,0 1-20 16,12-11-2-16,0-5 12 15,7 0-27-15,-1 0 21 16,-5 0 0-16,-10 0-26 0,-4 3-26 16,8-3-12-1,-17 8-72-15,-2-8-450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33:01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3529 11971 212 0,'0'0'149'0,"0"0"-52"0,0 0-4 0,0 0-3 0,0 0-39 0,0 0-13 16,0 0-1-16,0 0-9 15,0 0 19-15,0 0 4 16,0 0 12-16,0 0-39 16,0 0 13-16,0 0-18 15,0 0 10-15,0 0-8 16,6 0 12-16,0 0-8 16,6 0-18-16,16-28 8 15,13-25-11-15,39-19 16 0,13-16-10 16,0-7 5-1,16-2-10-15,-4-4-3 16,-6-3-2-16,-12 8-32 0,-12 4-20 16,-35 23-102-16,-40 33-142 15</inkml:trace>
  <inkml:trace contextRef="#ctx0" brushRef="#br0" timeOffset="267.25">3783 11317 750 0,'0'0'215'0,"6"213"-167"16,47-93 40-16,-7-12-25 15,35-15-58-15,-7 3-1 16,-9-24-4-16,-3-8-5 16,-3-16-49-16,-12-7-8 15,-19-13-71-15,-22-12-248 16</inkml:trace>
  <inkml:trace contextRef="#ctx0" brushRef="#br0" timeOffset="855.76">4629 11898 458 0,'0'0'203'0,"0"0"-160"16,0 0 60-16,0 213 2 15,22-141-76-15,6-8-3 16,-9 0-7-16,8-11-12 15,-14-5 10-15,5-12-3 16,-2-4 21-16,-10-8-29 16,-6-7 9-16,0-9-14 15,0-8 4-15,0 0 3 16,0 0-2-16,0-5-4 16,0-39-4-16,0-28-4 15,0-12-3-15,-6-9 6 16,6-7-14-16,0 4 4 0,6 8-26 15,47 8-12-15,-7 23 25 16,-12 9-3-16,-6 24 15 16,-15 16 0-16,-7 8 10 15,-6 0 8-15,0 0 24 16,0 0-25-16,0 8 21 16,0 16 3-16,0 12-8 15,-19 9-5-15,-43 2-10 16,3 10-1-16,-21-9 6 15,21 0-18-15,9-8 9 16,4-12-78-16,15-20-178 16</inkml:trace>
  <inkml:trace contextRef="#ctx0" brushRef="#br0" timeOffset="1665.75">3522 10675 528 0,'0'0'51'0,"0"0"59"0,0 0 40 0,0 0-50 15,0 0-1-15,0 0-22 16,-102-16-21-16,102 16-43 15,81 0-3-15,40 0 8 16,65 0 35-16,21 0-28 16,7-4-6-16,13-20-19 0,-32-7-7 15,-21 6-24-15,-41 14-52 16,-59 6-40-16,-74 5-316 16</inkml:trace>
  <inkml:trace contextRef="#ctx0" brushRef="#br0" timeOffset="2414.92">5628 11630 761 0,'0'0'114'0,"0"0"-89"0,0 0 1 0,0 0 14 0,0 0-17 15,0 0 19-15,186 0-35 16,-152 0 5-16,0 0-8 0,-9 0-4 16,-13 0 0-16,-2 0-28 15,-10 0-17-15,0 0-8 16,0 0 4-16,0-16-41 16,-22-4-187-16</inkml:trace>
  <inkml:trace contextRef="#ctx0" brushRef="#br0" timeOffset="2597.55">5628 11630 400 0,'-115'-252'620'0,"115"252"-613"16,28 3 3-16,25-3 46 0,6 8-31 15,15-8-18-15,0 0-14 16,-15-8-30-16,-12-23-72 15,-47-2-188-15</inkml:trace>
  <inkml:trace contextRef="#ctx0" brushRef="#br0" timeOffset="8709.04">7070 10575 185 0,'0'0'136'0,"0"0"-128"0,0 0 76 0,0 0 27 16,0 0-45-16,0 0 16 16,0 0-27-16,0 0-28 15,0 0 1-15,0 0 6 16,0 0-6-16,0 0-5 15,0 0 10-15,0 0 2 16,0 0 16-16,0 0-20 16,0 0 4-16,0 0-31 0,0 0 22 15,0 0-9 1,0 0-3-16,0 0 6 0,0 0-18 16,0 0-2-16,-19 0-2 15,-9 17 1-15,-6 6 2 16,-13 26-2-16,-11 15 1 15,-5 24-3-15,5 4 2 16,11-4 2-16,13-3-4 16,22-18 9-16,12 6-12 15,0-16 11-15,0-2-10 16,18-10 4-16,38-6-2 16,3-14-19-16,9-6-12 15,-3-11 33-15,-3-3-9 16,-15-5 8-16,-22 0-12 15,2 0 13-15,-14-13 2 16,-7-11 11-16,-6-8-12 0,0 0-7 16,0 1-18-16,-46 14-35 15,-20 9-20-15,-8 8-27 16,-7 8 40-16,16 40 67 16,16 9 39-16,18-1 11 15,15-12-50-15,16-16-66 16,0-17-143-16,0-11-248 15</inkml:trace>
  <inkml:trace contextRef="#ctx0" brushRef="#br0" timeOffset="9277.21">7699 11029 193 0,'0'0'65'0,"0"0"-65"16,0 0-123-16,0 0 102 0,0 0 21 0,0 0 128 16,-28 15-62-16,22-15 0 15,6 0 16-15,-6 0-75 16,-1 0 13-16,-8 0 63 16,3 8 33-16,-1 13-33 15,-15 2-53-15,3 5-24 16,-9-4-12-16,0-4 1 15,22-12-21-15,6-8 26 16,6 0 2-16,0 0 22 16,0 0 4-16,0 0-28 15,0 0-44-15,0-11-19 16,0-9-107-16,31-1-320 16</inkml:trace>
  <inkml:trace contextRef="#ctx0" brushRef="#br0" timeOffset="9974.45">8161 10775 66 0,'0'0'347'0,"0"0"-243"0,0 0 3 0,0 0 3 0,0 0-71 16,0 0 6-16,0-11 16 16,6 7-30-16,13-1 4 15,3 5-8-15,-10 0-4 16,0 20-19-16,-12 24 19 16,0 17-17-16,0 16 7 15,0 3-10-15,-40 7-2 16,-13 1-1-16,1-7 4 15,11 4-12-15,13-21 16 16,28-25-16-16,0-15 2 16,10-24-2-16,67 0-36 0,38 0 44 15,6-31 12 1,6-6-6-16,-15 5-6 0,-32 16 1 16,-12 8-2-16,-33 8 1 15,-17 0-12-15,-12 0-5 16,-6 8 17-16,0 4 0 15,0 4-53-15,0-11-196 16,0-5-305-16</inkml:trace>
  <inkml:trace contextRef="#ctx0" brushRef="#br0" timeOffset="11891.19">9364 10736 326 0,'0'0'53'0,"0"0"-7"0,0 0 59 0,0 0 13 16,0 0-51-16,0 0 2 0,0 8-1 15,0 8 14-15,0 4-14 16,0 11-15-16,0 18-5 16,0 3-21-16,0 8 17 15,-15 0-30-15,2-7-2 16,13-14-7-16,0 13-8 15,0-16 3-15,0 5-10 16,0-1-1-16,0-16-25 16,0 1-22-16,0-9-111 15,0-9-82-15,0 1-74 16</inkml:trace>
  <inkml:trace contextRef="#ctx0" brushRef="#br0" timeOffset="12172.99">9069 11044 354 0,'0'0'534'16,"0"0"-498"-16,0 0 76 0,0 0 8 16,0 0-95-1,0 0-25-15,307 4 0 0,-238-4-48 16,-17 0-67-16,-11 0-125 16,-41 0-449-16</inkml:trace>
  <inkml:trace contextRef="#ctx0" brushRef="#br0" timeOffset="16469.03">10133 11433 575 0,'0'0'102'0,"0"0"-40"0,0 0 22 0,0 0-46 16,0 0-37-16,0 0-1 16,0 0 13-16,0-52-10 15,31 13 20-15,9-2 2 16,1 1 31-16,-1-9-21 16,0-6 7-16,-6-6-27 15,-15-3 2-15,3-11 0 16,-22 6-12-16,0 0 8 15,0-6-12-15,-34 19-1 16,-19 4 7-16,0 16-4 0,-3 11 0 16,16 14 3-16,-6 6-3 15,27 5-4-15,-3 0 1 16,10 0-2-16,12 0 0 16,0 33-39-16,0 11 14 15,0 12-19-15,40-4 27 16,0 8-22-16,26-9 5 15,-17 6 28-15,-2-12-3 16,-16-6 10-16,-3 9-8 16,-1-7 0-16,-14-2 9 15,-7 10 1-15,-6-10 5 16,0 2 24-16,-6 7 8 16,-62-7-15-16,9-18 0 15,0 1-4-15,19-16-2 16,5-8-17-16,35 0-10 0,0 0-66 15,0 0-98-15,0-16-110 16</inkml:trace>
  <inkml:trace contextRef="#ctx0" brushRef="#br0" timeOffset="16858.21">10989 11245 686 0,'0'0'35'0,"0"0"-20"0,0 0-15 0,0 0 0 16,0 0-55-16,0 0 55 16,-34-36 12-16,34 36 11 0,0 0 23 15,0 0 25 1,0 0-71-16,0 0-64 0,0 0-27 15,0 0-59-15,0-8-80 16</inkml:trace>
  <inkml:trace contextRef="#ctx0" brushRef="#br0" timeOffset="17485.13">11714 10711 539 0,'0'0'27'0,"0"0"96"0,0 0-26 0,0 0-51 0,0 0-11 15,0 0-25-15,283-47-10 16,-277 47 8-16,-6 16-7 16,0 20 57-16,0 3 15 15,-6 2-26-15,-35-5-15 16,29-13-24-16,12-10-8 15,0-1-3-15,0 0-32 16,12-4-13-16,41 0-10 0,34 0 41 16,-13-3-49-16,-6-2-5 15,-27 5 6-15,-29 12 23 16,-12 8 42-16,0 13 51 16,-74 11 80-16,-13-1-65 15,-6 10 18-15,0-9-16 16,12-11-29-16,7-2-35 15,21-3-4-15,7-8-61 16,-1-8-160-16,7-16-428 16</inkml:trace>
  <inkml:trace contextRef="#ctx0" brushRef="#br0" timeOffset="18500.91">6589 11758 383 0,'0'0'78'0,"0"0"-75"0,0 0 61 0,0 0-5 15,0 0-28-15,0 0 20 16,-19 0 30-16,19 0 0 16,0 0 25-16,0 0-12 15,0 4-42-15,0 13-29 16,0 6-22-16,59 1 29 16,22 1-24-16,24 3 0 0,57-17 1 15,39 2-4 1,53-6 19-16,32-2-17 0,8 6 2 15,7 6-3-15,-7-6 10 16,7 14-14-16,6 7 2 16,-12-12-2-16,-7 8 0 15,-15-4 0-15,-13 1 0 16,-11-2 0-16,-1-3 0 16,-10-12-6-16,-8-8 15 15,-16 0-18-15,-34 0 15 16,-19 0-10-16,-28-15 4 15,-27 2-8-15,-26 1-10 16,-12 4-3-16,-27 0 12 16,-23 5-57-16,-18-2-93 0,0-3-317 15</inkml:trace>
  <inkml:trace contextRef="#ctx0" brushRef="#br0" timeOffset="34120.76">8849 12769 448 0,'0'0'54'0,"0"0"-54"0,0 0-19 0,0 0-60 0,0 0 74 16,0 0 5-16,0 0 6 16,0 0 72-16,31 0 11 15,-31 0-6-15,10 0-63 16,-4 0-16-16,6 0-2 16,-6 0-2-16,-6 0 1 15,0 0 15-15,0 0 35 16,0 0 41-16,0 0 28 15,0 0-38-15,0 0-21 16,-6 0-52-16,-28 12 8 0,3 12-17 16,-18 8-1-1,8 9-2-15,10 3-9 0,-3 0 12 16,22 0 0-16,2-8 5 16,10-4-4-16,0-16-2 15,22-8-14-15,59 0-20 16,24-8 30-16,22 0-13 15,16 0-1-15,-19 0 6 16,-28 0 11-16,-15 0-23 16,-44 16 8-16,-22-4 4 15,-2 0 13-15,-13 4 14 16,0 20 40-16,0 16 18 16,-41 20-51-16,-33 12 4 15,-13 4-21-15,-6-11 12 16,22-13-11-16,-4-20-10 0,13-19 3 15,22-25-27-15,3 0-60 16,15-57-157-16,16-30-228 16</inkml:trace>
  <inkml:trace contextRef="#ctx0" brushRef="#br0" timeOffset="34321.11">9395 12681 342 0,'0'0'425'0,"0"0"-412"0,0 0-13 0,0 0-92 16,363-16-245-16</inkml:trace>
  <inkml:trace contextRef="#ctx0" brushRef="#br0" timeOffset="35153.68">5271 15396 376 0,'0'0'135'0,"0"0"-7"0,0 0 5 0,0 0-8 0,0 0-66 15,0 0 24-15,-12 0-18 16,52 0-1-16,19 12-30 15,28 0-3-15,-7-5-21 16,7 2-10-16,0-5-2 16,-6 0-42-16,-29-4 6 15,-2 0-67-15,-38 0-40 16,-12 0-139-16,0 0-272 16</inkml:trace>
  <inkml:trace contextRef="#ctx0" brushRef="#br0" timeOffset="35338.69">5271 15051 857 0,'0'0'96'0,"0"0"4"15,0 0 5-15,0 0-78 16,444 28-27-16,-345-28-20 15,-19 0-87-15,-45 0-161 16</inkml:trace>
  <inkml:trace contextRef="#ctx0" brushRef="#br0" timeOffset="37585.15">6884 15107 188 0,'0'0'105'0,"0"0"38"0,0 0 8 0,0 0-8 15,0 0-29-15,0 0 11 16,6 12-50-16,-6-12-4 0,0 0-19 16,6 0-10-1,-6 0-11-15,0-49-30 0,15-31 16 16,-2-31-16-1,12-6 15-15,9-7-7 0,6 8-18 16,0 24-1-16,-6 15-14 16,-6 38 17-16,-9 14-16 15,-19 25 4-15,0 0-15 16,0 16-9-16,0 48 43 16,-19 20 14-16,-43 9-14 15,-3-6 0-15,3-13-5 16,16-19-59-16,12-15-64 15,21-16-107-15,13-20-62 16</inkml:trace>
  <inkml:trace contextRef="#ctx0" brushRef="#br0" timeOffset="38050.72">7606 14433 647 0,'0'0'45'0,"0"0"-45"0,0 0 0 16,0 0 18-16,0 0 11 16,0 0 18-16,121 0-3 15,-96 20-18-15,-25 21 47 16,0 11-11-16,0 16 7 16,-59 4-64-16,-9 0 1 15,-7-4-6-15,16-15 0 16,19-17 5-16,28-17 1 15,12-2-6-15,12-9-8 16,75-5 7-16,21-3-24 16,4 0 25-16,3 0 5 0,-10-3-1 15,-18-2-4-15,-25 5-11 16,-22 0-33-16,-21 0-90 16,-19 0-6-16,0 21-52 15</inkml:trace>
  <inkml:trace contextRef="#ctx0" brushRef="#br0" timeOffset="38484.48">8936 14662 742 0,'0'0'110'0,"0"0"-43"0,0 0-27 0,0 0-28 0,112 217-12 0,-91-165-27 15,-14 0-40-15,-7-9-2 16,0-6 8-16,0-13 13 15,0-4 6-15,0-16-43 16,0 4-132-16</inkml:trace>
  <inkml:trace contextRef="#ctx0" brushRef="#br0" timeOffset="38667.11">8787 14807 1008 0,'0'0'48'16,"0"0"19"-16,0 0 11 16,0 0-51-16,0 0-26 15,363 31-1-15,-298-31-19 16,3-15-68-16,-27-10-72 16,-29 1-240-16</inkml:trace>
  <inkml:trace contextRef="#ctx0" brushRef="#br0" timeOffset="39133.86">9696 14505 512 0,'0'0'157'15,"0"0"-132"-15,0 0 76 16,0 0-22-16,0 0-74 15,369-111-5-15,-341 111-27 0,-28 47 27 16,0 17 55-16,0 17-9 16,-56 15-32-16,-3-4-9 15,0-4 1-15,3-16-2 16,31-23 19-16,25-17-8 16,0-21-15-16,0-6-4 15,41-5-16-15,11 0 17 16,1 0 3-16,0 0 15 15,-13 0-15-15,1 0 7 16,5 0-7-16,-18 0-12 0,12 0-86 16,-12 0-54-1,-9 0-208-15</inkml:trace>
  <inkml:trace contextRef="#ctx0" brushRef="#br0" timeOffset="39699.23">10821 14305 416 0,'0'0'116'0,"0"0"-86"0,0 0 27 0,0 0 12 0,0 0-58 15,0 0-3-15,-96 212 6 16,71-143 18-16,-15-14 91 16,28-2-35-16,-4-17-37 15,16-15-28-15,0-6 4 16,0-11-27-16,56-4-12 15,9 0 0-15,10-12 12 0,5-20 7 16,-15 4-5 0,-12 0 1-16,-13 8-3 0,-24 11-18 15,-4 9 6-15,1 0-1 16,-7 0-3-16,3-3 16 16,4-5-8-16,-7 0-32 15,-6-9 11-15,0 6-28 16,0-1 53-16,0-1 2 15,0 13 2-15,0 0 0 16,0 0 62-16,0 49-28 16,0 7-8-16,-6 16 35 15,-7 8-18-15,-2-3-7 16,8-1-23-16,1-16-13 16,-6-8-12-16,6-12-34 15,-16-12-39-15,16-12-79 0,-16-16-156 16</inkml:trace>
  <inkml:trace contextRef="#ctx0" brushRef="#br0" timeOffset="40332.12">7091 15496 492 0,'0'0'208'0,"0"0"-205"0,0 0 85 0,0 0 18 0,0 0-41 16,0 0 24 0,0 0 2-16,400-3-36 0,-186 3 6 15,34 3-20-15,25 9 12 16,3 4-22-16,16-3-27 16,8-10-4-16,10-3-6 15,-24 0-26-15,-32 0-64 16,-40 0-22-16,-53 12-225 15</inkml:trace>
  <inkml:trace contextRef="#ctx0" brushRef="#br0" timeOffset="40949.3">8648 16174 648 0,'0'0'42'16,"0"0"-1"-16,0 0 55 0,0 0-48 0,0 0-45 16,0 0 2-16,28 69 1 0,12-54 5 15,7 9 16-15,-1-4-7 16,-12 1 0-16,3 2-19 15,-3-7 13-15,-12 9-9 16,-9 6 16-16,-13 5 0 16,0 16 41-16,-13 12-26 15,-49-7-8-15,-3-12-5 16,3-14-21-16,3-23-1 16,6-8-1-16,7 0-36 15,12-39-70-15,6-27-123 16,28-17-490-16</inkml:trace>
  <inkml:trace contextRef="#ctx0" brushRef="#br0" timeOffset="41098.37">8648 16174 358 0,'-13'-113'750'0,"26"134"-743"15,21-1 39-15,12-17-31 16,13-3-15-16,28 0-26 15,0-31-15-15,0-21-106 16,-13-1-359-16</inkml:trace>
  <inkml:trace contextRef="#ctx0" brushRef="#br0" timeOffset="41697.24">11221 15668 664 0,'0'0'248'0,"0"0"-224"0,0 0 90 16,0 0-78-16,376 0-28 16,-296 0-8-16,-21 0-58 15,-25-3-64-15,-9-17-178 16</inkml:trace>
  <inkml:trace contextRef="#ctx0" brushRef="#br0" timeOffset="41864.08">11200 15444 818 0,'0'0'185'16,"0"0"-153"-16,0 0-2 15,0 0-22-15,409-24-8 16,-316-13-71-16,-31-2-247 16</inkml:trace>
  <inkml:trace contextRef="#ctx0" brushRef="#br0" timeOffset="42447.44">12366 14895 958 0,'0'0'113'16,"0"0"-113"-16,0 0-1 15,0 0-4-15,0 0 3 16,0 0 2-16,158 31-26 16,-143-3 22-16,-2 8 4 15,-13 21 31-15,0-9-24 16,0 1-7-16,0-10-17 16,-13-6 13-16,13-5-2 0,0-5 1 15,0-10-4 1,0-2-13-16,13-6 16 0,14 2 6 15,14 6 5-15,-4 3-2 16,3 7 11-16,-6 18 2 16,-21 15 7-16,-13 24-18 15,-13 8-5-15,-86 17-14 16,-22 3 14-16,-6-11 23 16,0-25 14-16,34-16-2 15,34-37-22-15,31-19-13 16,22-16-86-16,6-51-282 15</inkml:trace>
  <inkml:trace contextRef="#ctx0" brushRef="#br0" timeOffset="42929.89">13147 15103 449 0,'0'0'43'0,"0"0"93"0,-127 260-29 0,93-171-60 0,34-12-15 16,0-10-6-16,0-10-26 0,40-17-6 16,19-16-21-16,15-21-13 15,1-3 11-15,12 0-33 16,-13-36 3-16,-9-16 45 15,-12-4 14-15,-25-4 2 16,-28 12-1-16,0 7-1 0,-13 18-7 16,-67 23 7-16,-23 0-42 15,-14 48 112-15,-4 40-59 16,28 9 18-16,12-1 24 16,34-16 30-16,41-16-83 15,6-40-179-15</inkml:trace>
  <inkml:trace contextRef="#ctx0" brushRef="#br0" timeOffset="43413.05">12065 16306 576 0,'0'0'191'0,"0"0"-165"0,0 0 104 15,0 0 21-15,378 0-69 16,-164-4-22-16,34-44-14 16,6-16-27-16,35-13-19 15,-41 2-1-15,-56 10-234 16,-31 22 207-16,-96 26-466 16</inkml:trace>
  <inkml:trace contextRef="#ctx0" brushRef="#br0" timeOffset="43930.05">12893 16727 476 0,'0'0'185'0,"0"0"-185"0,0 0-20 0,0 0 13 0,0 0-36 16,0 0 22-16,319 100-5 15,-217-95 5-15,-15-1-33 16,-22 4 26-16,-18 8 28 0,-32 4 31 15,-2 4 94-15,-13 12 23 16,-13 4 12-16,-43 12-85 16,-21 0-41-16,-10 1 10 15,-9-1 1-15,9-8-45 16,0-8-1-16,22-21-25 16,13-15-95-16,11-3-199 15,13-58-53-15</inkml:trace>
  <inkml:trace contextRef="#ctx0" brushRef="#br0" timeOffset="44114.95">12831 16719 467 0,'0'0'476'0,"0"0"-457"16,0 0 65-16,0 0-42 15,0 0-42-15,437-116-4 16,-360 76-96-16,-43 11-287 16</inkml:trace>
  <inkml:trace contextRef="#ctx0" brushRef="#br0" timeOffset="44579.23">14316 16230 475 0,'0'0'426'0,"0"0"-391"0,0 0 65 0,0 0-79 16,0 0-21-16,0 0-4 15,375-76-78-15,-350 48-195 16,-16 4-311-16</inkml:trace>
  <inkml:trace contextRef="#ctx0" brushRef="#br0" timeOffset="44762.08">14257 15861 906 0,'0'0'218'15,"0"0"-155"-15,0 0 44 16,0 0-72-16,428-68-35 16,-335-5-48-16,-34 6-122 0,-53 18-723 15</inkml:trace>
  <inkml:trace contextRef="#ctx0" brushRef="#br0" timeOffset="46647.62">15311 15388 227 0,'0'0'422'15,"0"0"-410"-15,0 0-1 0,0 0 44 0,0 0 40 16,0 0 12-16,0 0-40 15,109 20-43-15,-75-20 0 16,-3 4 13-16,-3 0-10 16,-16 0-1-16,4 0-16 15,-10-1-1-15,0 6-6 16,6 3-3-16,1 16 0 0,21 20 12 16,-6 24-10-1,0 16 9-15,-3 25-5 16,-4 3-6-16,-8 4-1 0,-13-7-4 15,0-16 3-15,0-17-14 16,0-21-4-16,6-31-55 16,6-12-14-16,4-16-56 15,-10 0-29-15,-6-23-180 16</inkml:trace>
  <inkml:trace contextRef="#ctx0" brushRef="#br0" timeOffset="46892.97">15500 16038 616 0,'0'0'343'0,"0"0"-304"0,0 0 72 16,0 0-24-16,0 0-63 16,0 0-24-16,320 0-31 15,-268 0-71-15,-11 0-178 0</inkml:trace>
  <inkml:trace contextRef="#ctx0" brushRef="#br0" timeOffset="47126.06">16229 16218 1134 0,'0'0'27'15,"0"0"-16"-15,0 241 20 16,0-169-26-16,0-4-5 0,0-12-59 16,0-12-115-1,0-20-544-15</inkml:trace>
  <inkml:trace contextRef="#ctx0" brushRef="#br0" timeOffset="47759.35">16744 15552 814 0,'0'0'180'0,"0"0"-123"0,0 0-2 0,0 0-32 0,0 0-23 0,0 0-15 16,77 16 15-1,-9-8 24-15,7 9 12 0,-10 7-21 16,-31 4-7-16,6 28-2 15,-40 16 1-15,0 16-1 16,-12 24 8-16,-69-3-14 16,7-5 0-16,0-24-5 15,15-23 10-15,31-26-11 0,28-23 9 16,0-8-6-16,9 0-53 16,69-8 24-16,24-28 32 15,9-8 2-15,23 4 8 16,-19 12-9-16,-16 16 8 15,-19 12-2-15,-24 0-7 16,-25 24-16-16,-22 28 14 16,-9 1-33-16,0-6-157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35:06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19885 4944 459 0,'0'0'50'0,"0"0"-8"0,0 0 41 0,0 0-23 0,0 0-51 15,0 0 8 1,0 0-12-16,0 0-4 0,0 0 9 15,0 0 18-15,0 0 32 16,0 13-5-16,0-13 15 16,0 3-39-16,0-3 1 15,-16 5-3-15,16-2 11 16,0-3-20-16,0 4-13 16,0-4 15-16,0 0-11 15,0 0 21-15,0 0-13 16,0-15-8-16,0-50 6 0,0-22 12 15,34-34-18 1,-12-7 9-16,-22 11-6 0,19 9-13 16,-19 28 3-16,6 31-4 15,-6 21-5-15,0 25-7 16,0 3 9-16,0 0-1 16,0 0-11-16,0 23-9 15,-13 34-11-15,-39 10-21 16,-23 10 4-16,1-9-36 15,3-11 32-15,30-21-36 16,26-33-32-16,15-3-135 16</inkml:trace>
  <inkml:trace contextRef="#ctx0" brushRef="#br0" timeOffset="734.23">20337 4271 173 0,'0'0'123'0,"0"0"-25"0,0 0-18 0,0 0-36 0,0 0 8 0,0 0-39 15,0 0-2-15,0 0-2 16,0 0 1-16,0 0 4 16,0 0 38-16,0 0 26 15,0 0-2-15,0 0 1 0,0 0-19 16,0 0-11-16,0 0 4 16,0 0-2-16,-6 0-37 15,-12 0-3-15,-17 0-9 16,-11 0 0-16,-1 0 1 15,-5 0 3-15,2 16 0 16,19 20-3-16,-3 8 16 16,12 4-15-16,22 4 11 15,0-12-13-15,0-8 0 16,50-4-7-16,9-11 2 16,15 2-1-16,-9-14 11 15,16 10-11-15,-22-7 3 16,-19-3 0-16,-6-2-5 0,-21 6 1 15,-4-1-4 1,-9 8 4-16,0 7-2 0,0 14 9 16,0 15 14-16,-40 5-9 15,-29 2 9-15,11-7-13 16,-11-11-2-16,29-18-3 16,0-7 4-16,27-11-14 15,7-5-3-15,0 0-34 16,6-36-122-16,0-21-57 15,0-10-176-15</inkml:trace>
  <inkml:trace contextRef="#ctx0" brushRef="#br0" timeOffset="936.47">20244 4263 728 0,'0'0'0'0,"0"0"1"0,0 0-4 0,0 0 3 16,0 0-80-16,0 0-151 16</inkml:trace>
  <inkml:trace contextRef="#ctx0" brushRef="#br0" timeOffset="1334.16">20920 4772 492 0,'0'0'185'0,"0"0"-10"16,0 0-43-16,0 0-25 15,6 229-81-15,1-185-5 16,-7 4-18-16,0 4-6 16,0-20-27-16,0 0-79 15,-7-12-76-15,-11-15-250 16</inkml:trace>
  <inkml:trace contextRef="#ctx0" brushRef="#br0" timeOffset="2348.66">21488 4808 144 0,'0'0'165'0,"0"0"-46"0,0 0-15 0,0 0-1 16,0 0-1-16,0 0 0 16,0 0-18-16,0 8-56 15,12-24 2-15,-12-16-3 16,9-16 41-16,-2-16-46 16,-1-8 16-16,-6-13-20 15,6-3 3-15,-6 0-6 16,0 0-12-16,12 11 2 15,-12 13-1-15,16 20-8 16,-10 19 8-16,-6 14-9 16,0 11 3-16,0 0-1 15,0 0-19-15,0 0-6 0,0 4 10 16,0 24 5-16,-6 4 6 16,-28 0 0-16,0 8-30 15,9-8-49-15,-3-4-71 16,22-8-128-16</inkml:trace>
  <inkml:trace contextRef="#ctx0" brushRef="#br0" timeOffset="3065.2">21978 4199 390 0,'0'0'145'0,"0"0"-23"0,0 0-34 0,0 0-22 15,0 0-23-15,0 0 43 16,-34 0-40-16,-1 3-7 16,14 10-9-16,-10-1-6 15,15-1-5-15,10 6-8 16,0-9 2-16,6 3-10 15,0-3-6-15,0 1 0 0,6 2 1 16,34 2-4-16,7-5 6 16,9 0-3-16,-4-1 9 15,1 1-12-15,-6 5 2 16,-7-9 1-16,-6 8-10 16,-9 0 2-16,-10 4-35 15,-9 4 31-15,-6 8 15 16,0 8 3-16,0 12 28 15,-6 4 10-15,-40 0-6 16,-10-3-21-16,9-1 8 16,16-28-22-16,4-1 0 15,-1-19-16-15,9 0-26 16,-21 0-36-16,-1 0-28 0,14-36-96 16,-5-15-137-1</inkml:trace>
  <inkml:trace contextRef="#ctx0" brushRef="#br0" timeOffset="3332.27">21990 4102 457 0,'0'0'94'0,"0"0"18"0,0 0 57 0,0 0-47 0,0 0-56 0,0 0-20 16,186 0-46-16,-133 0 0 16,-13 0-65-16,-6 0-118 15,-21 0-166-15</inkml:trace>
  <inkml:trace contextRef="#ctx0" brushRef="#br0" timeOffset="4013.8">22806 4608 496 0,'0'0'111'0,"0"0"21"0,0 0 14 0,0 0-47 0,0 0-21 16,0 0-32-16,220 224-25 15,-220-171 2-15,0-2-4 16,0 6-1-16,-34 2-18 15,-13-2-7-15,-18-9-17 0,9-16-43 16,10-20-90-16,11-12-320 16</inkml:trace>
  <inkml:trace contextRef="#ctx0" brushRef="#br0" timeOffset="5562.47">23916 4844 476 0,'0'0'120'0,"0"0"-8"0,0 0 15 16,0 0-25-16,0 0-48 0,0 0 19 16,0 16-19-16,0-16-32 15,0 0 19-15,0 0-7 16,0-28 2-16,0-36-29 16,0-48 11-16,18-5-16 15,4-11 5-15,-10 12-4 16,-6 31 0-16,-6 21 1 15,0 20 1-15,0 20-10 0,0 12-2 16,0 12 3 0,0 0-16-16,-6 0 18 0,-46 28-32 15,-4 16-11-15,9 4 9 16,16 4-9-16,3-3-42 16,7-9-77-16,14-12-76 15</inkml:trace>
  <inkml:trace contextRef="#ctx0" brushRef="#br0" timeOffset="6030.15">24390 4227 607 0,'0'0'112'0,"0"0"-4"0,0 0-55 0,0 0 17 0,0 0-24 0,0 0 4 16,295-89-16-16,-243 81-20 15,-5 5-10-15,-13 3-1 16,-9 0-6-16,-10 0-6 16,-9 11 9-16,1 30 0 15,-7 15-2-15,0 4 7 16,0 0-10-16,0-4 5 15,0-8-15-15,0-8-6 16,-28 0-16-16,15-7 9 16,-15-13-51-16,10-9-15 15,-16-6-29-15,0 2-79 16</inkml:trace>
  <inkml:trace contextRef="#ctx0" brushRef="#br0" timeOffset="6264.53">24362 4459 639 0,'0'0'270'15,"0"0"-260"-15,0 0 81 16,0 0 10-16,0 0-56 15,0 0-31-15,416 28-14 0,-323-36-52 16,-19-20-154-16,-43 0-301 16</inkml:trace>
  <inkml:trace contextRef="#ctx0" brushRef="#br0" timeOffset="6895.28">25633 4921 755 0,'0'0'235'0,"0"0"-231"0,0 0 10 0,0 0-14 0,-62 220-7 16,44-184-46-16,-10-7-151 15,3-14-265-15</inkml:trace>
  <inkml:trace contextRef="#ctx0" brushRef="#br0" timeOffset="7445.22">26356 4985 585 0,'0'0'272'16,"0"0"-186"-16,0 0-38 16,0 0-10-16,0 0 12 15,77-277-25-15,-36 189 25 16,-7-1-23-16,0-3-13 16,-6 20 0-16,-16 15 0 15,-12 21-12-15,13 13-1 16,-13 15 3-16,0 8-4 15,0 0 0-15,0 0 2 16,0 8-2-16,0 36 2 0,-59 12-11 16,-3 4-5-16,15-4 3 15,13-20-30-15,15-11-36 16,7-10-26-16,12-10-61 16,0-5-54-16,6 0-262 15</inkml:trace>
  <inkml:trace contextRef="#ctx0" brushRef="#br0" timeOffset="8159.99">27010 4832 322 0,'0'0'227'0,"0"0"-130"0,0 0 47 0,0 0 4 0,0 0-48 16,0 0-38-16,-127-21-33 15,127-2-23-15,0-13-6 16,19-21 0-16,36-15 7 16,17-3-6-16,-10-10 3 15,9 9-4-15,-15 4 6 0,-31 12-12 16,-10 4 1 0,-15 15-18-16,0 13 13 0,0 12-5 15,0 16 15-15,-34 0 1 16,-6 0-1-16,6 0-2 15,-1 21-17-15,11 7-4 16,8 3 2-16,4 2 2 16,12 6 19-16,0 2-4 15,0 3-7-15,46-4 4 16,-5 4-18-16,27-4 18 16,-16 0-23-16,-5 4-6 15,-7-3-22-15,-15-2 36 16,-16 10 14-16,-9-5 8 0,0-4 78 15,-15-1-10-15,-44-14-28 16,0-5-33-16,-15 1-2 16,5 2-5-16,4 1-11 15,3-4-38-15,22-7-91 16,0-5-136-16</inkml:trace>
  <inkml:trace contextRef="#ctx0" brushRef="#br0" timeOffset="8427.03">27751 4905 1084 0,'0'0'49'0,"0"0"-9"0,0 0 0 0,0 0-40 0,0 0-30 15,0 0-5-15,-34 127-86 16,15-114-64-16,-2-6-103 16,2-7-177-16</inkml:trace>
  <inkml:trace contextRef="#ctx0" brushRef="#br0" timeOffset="9126.69">28232 4158 614 0,'0'0'136'0,"0"0"34"0,0 0-73 0,0 0-37 16,0 0-33-16,0 0 25 15,161-3-27-15,-102 3-13 16,-3 0 7-16,-16 3-17 16,-9 33-4-16,-22 13 6 15,-9 10-8-15,-15 18-15 16,-66 11 15-16,-12 4-13 15,-6-3 14-15,24-17 2 16,23-24 2-16,30-20 16 16,22-16-12-16,0-12-10 15,81 0 1-15,40 0-5 16,18-3 12-16,4-10-3 0,-38 9 0 16,-24 4-29-16,-35 0 5 15,-24 0 12 1,-22 0 12-16,0 8-48 0,0 12 15 15,0-4-2-15,-15 1-53 16,-4-14-158-16,13-3-132 16</inkml:trace>
  <inkml:trace contextRef="#ctx0" brushRef="#br0" timeOffset="9442.53">29069 4792 555 0,'0'0'145'0,"0"0"-65"15,0 0-39 1,0 0-10-16,0 0-14 0,0 0 36 16,279-8 6-16,-205-56 12 15,7-4-19-15,-7-20-13 16,-8-1-33-16,-14 5-6 15,-30 11-11-15,-22 18 11 16,0 19 8-16,-12 19-5 0,-63 17-3 16,-18 0-1-1,-9 41-6-15,9 10 13 0,18-2-13 16,29-9 4-16,33-16-47 16,13-16-128-16,0-8-322 15</inkml:trace>
  <inkml:trace contextRef="#ctx0" brushRef="#br0" timeOffset="12939.09">24657 4210 72 0,'0'0'140'0,"0"0"-139"0,0 0 4 0,0 0 26 0,0 0 48 0,0 0-34 0,-22-8-15 16,10-3-13-16,-1-1-6 15,7 4 28-15,6 8 56 16,-22 0-11-16,22 0 9 15,0 0-4-15,0 0-37 16,0 0-18-16,0-5-32 16,0 2 28-16,0-5-29 15,0 8 8-15,-6-5-6 0,0 5 6 16,0 0 32-16,-10 0 4 16,-3 0-5-16,13-4-33 15,-6-4 14-15,-4 5-14 16,-2-2-2-16,18 2 4 15,-6 3-5-15,6 0 10 16,0 0-9-16,0 0 1 16,0 0 1-16,0 0-14 15,0 0 14-15,0 0-15 16,0 0 4-16,0 0 3 16,0 0-19-16,18 0 18 15,22 0 2-15,7 0 1 16,-13 8-1-16,19-5 5 15,-19 5-8-15,0-4 6 16,-9-4-6-16,-3 5-3 16,-10-5 6-16,0 0 0 0,-12 3-3 15,0-3 2-15,0 0-5 16,0 0 1-16,0 0 10 16,0 0-5-16,0 5 0 15,0-2-8-15,0 10 8 16,0 2 1-16,-12 1 2 15,0 1-1-15,-4 2-4 16,16 6 12-16,-6-1-12 16,0 16 8-16,-1-4-4 0,1 4 2 15,6 8-1 1,-6 0 0-16,-9 1-3 16,15 3 5-16,0 7-3 0,0-2 4 15,0 7 0-15,0 0-8 16,0-8 9-16,0-4-9 15,0-8 4-15,0-7-4 16,0-5 2-16,0-1-3 16,0 6-1-16,0-1 4 15,-13-4-6-15,1-20 5 16,12 1-1-16,0-13-63 16,0 0-55-16,0 0-55 15,0 0-179-15</inkml:trace>
  <inkml:trace contextRef="#ctx0" brushRef="#br0" timeOffset="13706.01">24557 4623 168 0,'0'0'5'0,"0"0"-10"0,0 0-14 0,0 0 19 16,0 0 31-16,0 0 104 16,0 0 42-16,0 0-59 15,0 0-14-15,0 0-35 16,0 0-34-16,0 0 14 16,0 0 2-16,0 0-26 0,0 0 10 15,0 0-20-15,0 0 28 16,0 0-23-16,0 0 13 15,0 0-25-15,0 0-8 16,0 0-13-16,13 0-2 16,40 0 15-16,9 0 4 15,3 0 22-15,-3 0-25 16,-10 0-2-16,-5 0-7 16,-7 8-25-16,-21-8-6 15,2 0-61-15,-21 0-151 16,0 0-345-16</inkml:trace>
  <inkml:trace contextRef="#ctx0" brushRef="#br0" timeOffset="15554.61">24703 2975 214 0,'0'0'291'0,"0"0"-280"0,0 0 46 0,0 0-37 0,0 0-20 0,0 0-23 15,-6 17 10-15,6-17 13 16,0 3 12-16,0 5 41 16,0-8-16-16,0 0-26 15,0 0-7-15,0 4 10 16,0-4 3-16,0 0-11 15,0 5 3-15,0 3-4 16,0 0 37-16,0 0 0 16,0 4 56-16,0-4-52 15,0-5-4-15,0 2-23 16,0-5-8-16,0 0 3 16,0 0-9-16,0-41 33 0,0-34-19 15,19-27 2-15,15-9-5 16,6-10-3-16,6 1-10 15,-5 12-2-15,-1 8-1 16,-18 27 0-16,-4 25-3 16,-18 20 10-16,0 20-19 15,0 8 9-15,7 0-32 16,-1 0-188-16,0 0-287 16</inkml:trace>
  <inkml:trace contextRef="#ctx0" brushRef="#br0" timeOffset="16522.34">24582 3023 261 0,'0'0'139'0,"0"0"-47"0,0 0 32 0,0 0-4 15,0 0-51-15,0 0 9 0,0-20 27 16,0 20-44-16,0 0 9 16,0 0-38-16,0 0-4 15,0 0-28-15,0 0-1 16,0 25-11-16,0 14 12 15,22 9 20-15,-16 1-18 16,19-1 19-16,-3-8-21 16,-16-17 6-16,16 2 2 15,-16-20-7-15,-6-5-1 0,6 0-8 16,0 0-10 0,7 0-21-16,21-30 39 0,6-13 0 15,28-17 20-15,-9 0-19 16,0 4 12-16,-19 20-13 15,-24 11 5-15,2 22-5 16,-18 3 4-16,0 0-13 16,0 0 14-16,0 0-11 15,0 0 1-15,0 0-1 16,0 0 0-16,0 0 3 16,0 0-8-16,-6 0 1 15,6 0 9-15,0 0-11 16,0 0 5-16,0 0 14 0,0 0-5 15,0 0 6-15,0 0 18 16,0 0-22 0,0 0 2-16,0 0-3 0,-12 0 2 15,-16 0-10-15,-12-13 8 16,-13 5-3-16,-15-4 1 16,15-4 12-16,-6 4-5 15,13 8-7-15,11 4 0 16,8 0-1-16,14 0 0 15,13 0-16-15,0 0 12 16,0 0-58-16,19 0-55 16,27 4 67-16,-5 21-91 15,5-18-134-15</inkml:trace>
  <inkml:trace contextRef="#ctx0" brushRef="#br0" timeOffset="21234.46">23922 1495 270 0,'0'0'248'0,"0"0"-184"0,0 0-5 0,0 0-7 16,0 0-19-16,0 0-31 15,0 0-2-15,0 0-6 16,0 0 6-16,12 0 7 0,-12 0 40 16,0 8 10-1,0-8 4-15,0 0 7 0,0 12-22 16,0-12 19 0,6 0-49-16,10 0 13 0,2 0-29 15,17-44 27-15,5-28 9 16,19-28 3-16,9-16-20 15,-15-4-15-15,-13-1 8 16,-6 5-7-16,6 3-10 16,-15 26-34-16,-3 26 24 15,-16 37-2-15,7 24 6 16,-13 0-3-16,0 44-27 0,0 24 41 16,0 16 14-16,0 1 7 15,27-26-19-15,14-23 3 16,11-15-5-16,23-21-17 15,12 0 5-15,-7-8 12 16,-8-36 9-16,8 8 0 16,-27 8-9-16,-3 12 3 15,-26 16-6-15,-11 0-5 16,-4 0 4-16,-3 31-52 16,1 13 56-16,11-3-2 15,4-5-11-15,3-8-69 16,3-16-18-16,6-4-41 15,6-8-115-15</inkml:trace>
  <inkml:trace contextRef="#ctx0" brushRef="#br0" timeOffset="21516.37">25571 881 667 0,'0'0'27'0,"0"0"-25"0,0 0 32 0,0 0-26 16,0 0 3-16,0 0-9 15,0 0 39-15,-65 165-7 0,65-141 17 16,0-8 2 0,0 0-32-16,13 1-5 0,-1-1-11 15,16 4 3-15,-9 4-8 16,8-9-22-16,8-2-48 15,-11-10-23-15,-2-3-1 16,-3 0 21-16,-10 0-32 16,-9 0-59-16,0 0-62 15</inkml:trace>
  <inkml:trace contextRef="#ctx0" brushRef="#br0" timeOffset="21715.47">25571 881 905 0,'-71'61'118'0,"71"-61"-114"15,0 0 33-15,0 0-34 16,31 0-3-16,16 0 0 16,8 0 0-16,-24 0-1 15,3 0-61-15,-18 0-39 16,-16 0-121-16,0-25-175 15</inkml:trace>
  <inkml:trace contextRef="#ctx0" brushRef="#br0" timeOffset="21882.25">25633 798 655 0,'0'0'310'0,"0"0"-265"15,0 0-22-15,0 0 1 16,0 0-14-16,0 0-7 15,174 24-3-15,-109-24-21 16,3-21-58-16,-27-2-129 16,-17 2-116-16</inkml:trace>
  <inkml:trace contextRef="#ctx0" brushRef="#br0" timeOffset="22065.9">26114 726 600 0,'0'0'174'15,"0"0"-44"-15,0 0-40 0,0 0-66 16,46 204 4 0,-33-176-24-16,9-8-4 0,-22-4-10 15,0-16-26-15,0 4 0 16,0-4-43-16,0 0-11 16,-35 0-116-16,-5-20-178 15</inkml:trace>
  <inkml:trace contextRef="#ctx0" brushRef="#br0" timeOffset="22317.2">26114 726 650 0,'-40'75'100'0,"68"-50"57"0,18-6-80 16,25 2-62 0,10 3-2-16,6 3 25 0,0 2-31 15,-1-1 4-15,-30-4-8 16,-31-3-6-16,-9-6-5 15,-16 9 7-15,0 12 1 16,-62 13 18-16,-38 7 4 16,-8-4-12-16,9-12 30 15,18-8-37-15,28-16 4 16,25-16-7-16,22 0-6 16,6 0-52-16,0-40-152 15,53-13-161-15</inkml:trace>
  <inkml:trace contextRef="#ctx0" brushRef="#br0" timeOffset="22481.23">26703 1179 374 0,'0'0'192'0,"0"0"-104"0,0 0-63 0,0 0-25 0,71 216-61 15,-55-216-146-15,-16 0-186 16</inkml:trace>
  <inkml:trace contextRef="#ctx0" brushRef="#br0" timeOffset="22648.21">26790 814 797 0,'0'0'318'15,"0"0"-310"-15,0 0-8 16,0 0-7-16,0 0-114 16,0 0-85-16,31 100-157 15</inkml:trace>
  <inkml:trace contextRef="#ctx0" brushRef="#br0" timeOffset="22931.32">27258 1171 487 0,'0'0'516'0,"0"0"-422"15,0 0-33-15,0 0-23 16,0 0-32-16,0 0-11 16,65-52 5-16,-43 32-4 15,-10-1-21-15,-5 9 4 16,-1 9-13-16,0 3-10 15,-6 0-10-15,6 0 17 16,3 36 31-16,4 11 6 16,-1 9 30-16,10 8-30 15,-3-7 0-15,8-9 0 0,-2-4-46 16,-9-16-76 0,-10-15-44-16,-6-13-174 15</inkml:trace>
  <inkml:trace contextRef="#ctx0" brushRef="#br0" timeOffset="23116.95">27258 1171 448 0,'71'28'546'0,"-71"-28"-528"15,0 0 0-15,0 0-18 16,41 0-49-16,27-5 15 15,3-15-44-15,-3 1-152 0,-15-1-392 16</inkml:trace>
  <inkml:trace contextRef="#ctx0" brushRef="#br0" timeOffset="23647.39">27850 1379 99 0,'0'0'380'0,"0"0"-354"16,0 0 27-16,0 0 52 16,0 0-14-16,0 0 32 15,69-113-82-15,-51 41-5 16,10 8 12-16,-6 0-5 15,-4 24-34-15,1 16-15 0,-10 24 6 16,-3 0-23 0,1 17-35-16,5 27 58 0,22 12 20 15,13-4-18-15,12 4 1 16,9-9-2-16,0-14-2 16,-15-9-5-16,-19-16 1 15,-9-8-16-15,-10 0 21 16,-2-24 31-16,-1-32 17 15,-6-17-23-15,-6 1-24 16,0 0-2-16,9 16-53 16,4 12-112-16,5 19-128 15,-11 25-45-15</inkml:trace>
  <inkml:trace contextRef="#ctx0" brushRef="#br0" timeOffset="23963.49">28827 1287 714 0,'0'0'165'0,"0"0"-108"16,0 0-35-16,0 0-3 15,0 0-16-15,0 0 1 16,140-160 1-16,-119 160-1 15,4 0-8-15,-9 8-5 16,2 31 9-16,4 17 6 16,3-3 0-16,3-5-2 0,-10 0 2 15,4-15-4-15,-22-6 6 16,0-10-16-16,0-10 6 16,0 1-16-16,0-8-110 15,0 0-115-15,0-23-145 16</inkml:trace>
  <inkml:trace contextRef="#ctx0" brushRef="#br0" timeOffset="24097.36">28827 1287 672 0,'155'28'321'0,"-155"-28"-296"0,0 0-12 16,12 0-13-16,47 0-3 15,50 0-48-15,-10-8-86 16,-24-8-390-16</inkml:trace>
  <inkml:trace contextRef="#ctx0" brushRef="#br0" timeOffset="25328.95">24449 3653 247 0,'0'0'181'0,"0"0"-144"0,0 0-20 0,0 0 46 16,0 0 39-16,0 0 35 15,6 0-24-15,-6 0-70 16,0 0 25-16,-6 0 16 16,-7 0-25-16,-8 0-23 15,-10 0-26-15,-10 0-2 16,-14 0-3-16,2 12-2 15,0 12 9-15,-27 4-20 0,21 4 18 16,-22 12-18 0,7 5 16-16,-1 3-7 0,10-1 4 15,12 14-4-15,4 3 8 16,2 12-4-16,22 5-4 16,-2 15 4-16,27 0-10 15,0 8-3-15,0 13 2 16,74-5 5-16,13-4-10 15,6-4 10-15,15-7-18 16,-8-21 18-16,-14-4-95 16,1-24 87-16,0-19 9 15,18-5 0-15,32-28-8 0,27 0-3 16,19-28 11 0,9-37 8-16,-12 1 14 0,-19-16-14 15,-27-16-16-15,-26-13-4 16,-36-19-30-16,-17-16-31 15,-48-5-1-15,-7-3 52 16,-22 19 22-16,-43 30 41 16,-37 22 36-16,8 24 15 15,-39 26-51-15,-6 3-3 16,-16 28-16-16,3 0-22 16,-16 0-3-16,29 52-25 15,2 21-86-15,19 18-240 0</inkml:trace>
  <inkml:trace contextRef="#ctx0" brushRef="#br0" timeOffset="47777.21">19603 6545 277 0,'0'0'3'0,"0"0"-2"0,0 0 70 0,0 0 32 15,0 0-7-15,0 0-20 16,0 0-9-16,0 0 4 15,0 4 45-15,0-4-32 16,0 0-31-16,6 0-14 16,-6 0-17-16,0 0 1 15,15 0-6-15,-9 0 9 0,7-36-6 16,9-25 28 0,9-23-10-16,9-9-6 0,6-2-10 15,-12-1 2 1,7 7-12-16,-7 5-8 0,-6 19-4 15,-3 1-19-15,2 25-6 16,-20 14-22-16,5 17 17 16,-12 8-50-16,0 0-69 15,0 41-78-15,0 3-187 16</inkml:trace>
  <inkml:trace contextRef="#ctx0" brushRef="#br0" timeOffset="48393.15">19665 5875 377 0,'0'0'168'0,"0"0"-86"0,0 0 36 0,0 0-77 16,0 0 9-16,0 0 29 0,86-8-15 15,-27 0-23-15,-6 8-1 16,3-5 2-16,-19-3-35 15,-15-3-1-15,-4 3-6 16,-2-9-13-16,-16 2-25 16,0 2-24-16,0 2 48 15,0 6-24-15,-22 2-79 16,-18-2-18-16,-1 5 22 16,17 0 63-16,-4 0 50 15,9 0 21-15,19 0 72 16,0 0-41-16,0 0-1 0,0-7-41 15,0 7 8-15,0-13 18 16,6-7 64-16,19 1-14 16,3 2-15-16,-16 9-9 15,-2 8-30-15,-10 0-16 16,0 0-16-16,0 0-17 16,0 5 13-16,0 10 4 15,0 1-2-15,0 4 5 16,0 1-5-16,0 10 13 15,6 2-22-15,6 11 2 16,-12-4-45-16,0-16-97 0,0-8-196 16</inkml:trace>
  <inkml:trace contextRef="#ctx0" brushRef="#br0" timeOffset="49309.91">19630 7531 105 0,'0'0'534'0,"0"0"-431"0,0 0 11 0,0 0-43 0,0 0-26 16,75-213 42-16,-63 146-48 15,-6 10-5-15,1 13-25 16,-1 24 16-16,-6 8-22 15,0 12-3-15,0 0-2 16,0 0 2-16,0 12 1 16,0 21 7-16,0 6 16 15,0-3-10-15,0-16-12 0,0-20-2 16,0 0-1-16,22 0-25 16,18-12 11-16,13-19 15 15,5-10 8-15,11 9 2 16,-10 20-8-16,-13 0-2 15,4 12-12-15,-25 0 5 16,-19 0-26-16,-6 45 31 16,0 7 2-16,0-9 0 15,0-2-26-15,0-17-62 16,0-1-90-16,0-6-50 16,0-5-260-16</inkml:trace>
  <inkml:trace contextRef="#ctx0" brushRef="#br0" timeOffset="49641.24">20266 7258 288 0,'0'0'326'0,"0"0"-326"0,0 0-12 0,0 0 12 0,0 0-4 16,0 0 9-16,59 80-3 16,-13-80 50-16,7 0 19 0,-6-11 62 15,2-26-27 1,-8-7-37-16,-10-12-38 0,-10-4-9 16,-21-4-15-16,0 16 16 15,0 11-17-15,0 14-6 16,-6 18-17-16,-50 5-50 15,4 0 43-15,-1 41-14 16,0 7 21-16,13 4-64 16,6-16-67-16,12-8-180 15</inkml:trace>
  <inkml:trace contextRef="#ctx0" brushRef="#br0" timeOffset="49891.78">20759 7090 190 0,'0'0'311'16,"0"0"-264"-16,0 0 62 15,0 0 26-15,0 0-55 16,0 0-24-16,28 104-49 15,-28-91-6-15,0 2-1 16,0-10-24-16,0 6-88 16,6-3-31-16,-6-3-62 15</inkml:trace>
  <inkml:trace contextRef="#ctx0" brushRef="#br0" timeOffset="50208.37">20787 7423 1 0,'0'0'321'0,"0"0"-178"16,0 0 47-16,0 0 5 16,0 0-69-16,0 0-17 15,375-208-36-15,-350 187-51 16,3-2 6-16,-22-6-23 15,6-14 11-15,-12 2-11 0,0-15-5 16,0 12-2-16,-40 3-7 16,-6 18 9-16,-1 10-22 15,-6 10 17-15,13 3 4 16,0 0 1-16,-1 0-15 16,14 28-18-16,2 0-64 15,19-4-86-15,6-12-155 16</inkml:trace>
  <inkml:trace contextRef="#ctx0" brushRef="#br0" timeOffset="50724.42">21407 7174 436 0,'0'0'128'0,"0"0"34"0,0 0-36 0,0 0-60 0,0 0-3 16,0 0-16-16,28-180-11 16,12 136-33-16,-6 11 9 15,-9 5-12-15,-3 17 0 16,-10 6 0-16,-12 5-24 15,7 0 17-15,-7 0-3 16,21 0 4-16,-2 0 4 16,9 21 2-16,-3 7 0 15,-4 11-15-15,-8 10-4 0,-7-1-22 16,-6-7 13 0,0 2-32-16,0-14-31 0,0-6-14 15,0-10 19-15,0 7 36 16,0-9-37-16,0-11-83 15</inkml:trace>
  <inkml:trace contextRef="#ctx0" brushRef="#br0" timeOffset="50900.09">21407 7174 663 0</inkml:trace>
  <inkml:trace contextRef="#ctx0" brushRef="#br0" timeOffset="50991.37">21407 7174 663 0,'0'-108'146'0,"22"108"23"0,3 8-52 15,3-4-61-15,-1-4-56 16,-2 0-14-16,3 0-55 15,-9 0-160-15,-4 0-164 16</inkml:trace>
  <inkml:trace contextRef="#ctx0" brushRef="#br0" timeOffset="71606.5">19736 10459 271 0,'0'0'90'0,"0"0"-88"0,0 0-2 0,0 0 60 15,0 0-27-15,0 0 13 16,0 0 28-16,0 0 7 16,0 8-11-16,0-4-6 15,0-4 28-15,0 0-35 16,0 0 13-16,0 0-10 16,0 0-1-16,0 0-25 15,0 0-3-15,0-40-1 16,0-24-22-16,0-13-5 0,0-23 10 15,0 12-1-15,0 8-8 16,0 16-2-16,0 20 4 16,-6 24-10-16,-1 15 4 15,7 5-14-15,-6 0 4 16,0 0-34-16,-9 20-16 16,-16 24 37-16,-4 20 20 15,-17 1-24-15,-4-1-2 16,9-8-27-16,29-15-24 15,5-18-180-15,13-23-100 16</inkml:trace>
  <inkml:trace contextRef="#ctx0" brushRef="#br0" timeOffset="72256.72">20164 9914 261 0,'0'0'244'0,"0"0"-179"0,0 0 70 0,0 0-12 0,0 0-92 0,0 0-6 16,-31 60-12-16,31-48 0 15,0 12 3-15,0-1 16 16,31 2-4-16,15-5-15 16,10 4-13-16,-3-4 8 15,-7 0-12-15,-12-8 5 16,-9 8-2-16,-3-4-4 16,-10 4-3-16,-12 8 8 0,0 8 14 15,0 5 8 1,-34 3-16-16,-25 4 10 15,-15-1-16-15,-13 2-4 16,6-17-37-16,16-8-62 0,3-24-51 16,31 0-78-16</inkml:trace>
  <inkml:trace contextRef="#ctx0" brushRef="#br0" timeOffset="72456.97">19990 9953 948 0,'0'0'54'0,"0"0"-50"16,0 0-4-16,0 0 5 16,357-64-5-16,-252 8-114 15,-18 12-248-15</inkml:trace>
  <inkml:trace contextRef="#ctx0" brushRef="#br0" timeOffset="72739.28">21113 10335 983 0,'0'0'45'15,"0"0"-20"-15,0 260 15 16,0-191-35-16,0-14-5 15,0-19-70-15,0-24-126 16,-7-12-422-16</inkml:trace>
  <inkml:trace contextRef="#ctx0" brushRef="#br0" timeOffset="73155.19">21649 10467 543 0,'0'0'186'15,"0"0"-168"-15,0 0-4 16,0 0 67-16,0-289-13 16,0 201-22-16,0 8 4 15,0 15-30-15,0 14-13 16,0 22-7-16,0 22 3 15,0 7-3-15,0 0-10 0,-6 0 10 16,-10 36 14 0,-2 20 3-16,-23 19-17 15,-18 22-9-15,-3-9-91 16,10-11-189-16</inkml:trace>
  <inkml:trace contextRef="#ctx0" brushRef="#br0" timeOffset="73788.31">22089 9873 572 0,'0'0'70'0,"0"0"-21"0,0 0 42 0,0 0-20 15,0 0-39-15,0 0 2 16,-99 169 15-16,99-150-26 16,34 2 3-16,13-6-4 15,18 2 9-15,3 7-30 16,6 4 12-16,-2 5-8 16,-20 3-10-16,-11-5 0 0,-20 2 5 15,-21-1 5 1,0-4 3-16,0 12 36 0,-34-8-25 15,-18-4 8-15,5-8-26 16,1-12-2-16,-1-8-3 16,7 0-27-16,-7-28-74 15,13-41-120-15,12-19-409 16</inkml:trace>
  <inkml:trace contextRef="#ctx0" brushRef="#br0" timeOffset="73892.38">22089 9873 905 0</inkml:trace>
  <inkml:trace contextRef="#ctx0" brushRef="#br0" timeOffset="73939.2">22089 9873 905 0,'81'-80'250'0,"-22"80"-250"0,15 0-27 0,35-4-58 16,2-40 11-16,-36 0-236 15</inkml:trace>
  <inkml:trace contextRef="#ctx0" brushRef="#br0" timeOffset="74436.95">23801 10535 1014 0,'0'0'0'0,"0"0"-10"0,-99 232 7 16,52-175-7-16,-9-26-180 15</inkml:trace>
  <inkml:trace contextRef="#ctx0" brushRef="#br0" timeOffset="75220.56">24650 10399 243 0,'0'0'296'0,"0"0"-154"0,0 0-2 0,0 0-39 0,0 0-43 15,0 0 0-15,81-164 11 16,-56 59-23-16,3 8-12 15,-22-3-20-15,6 20-6 16,-12 16 10-16,0 28-15 16,0 20-6-16,0 16 3 15,0 0-8-15,0 0-20 16,0 20 20-16,0 16 6 16,0 0-14-16,0 0-3 15,0 5-21-15,-18-9-43 16,-16-1-55-16,0-6-133 0</inkml:trace>
  <inkml:trace contextRef="#ctx0" brushRef="#br0" timeOffset="75653.17">25364 9704 782 0,'0'0'126'0,"0"0"-125"0,0 0 29 0,0 0 13 0,0 0-23 0,375-87-11 16,-329 87-9-16,1 0-12 16,-26 28 12-16,-8 20 20 15,-13 12 47-15,0 12-56 0,0 0 10 16,-34 9-19-1,9-9 10-15,-9 0-12 0,28-8 1 16,-1-7-1-16,-8-18-2 16,15-14-33-16,0-25-95 15,0 0-140-15,0-13-258 16</inkml:trace>
  <inkml:trace contextRef="#ctx0" brushRef="#br0" timeOffset="75820.62">25506 9945 1030 0,'0'0'61'0,"0"0"-60"16,0 0 22-16,0 0-23 16,341 29 0-1,-242-42-57-15,-30-10-210 0</inkml:trace>
  <inkml:trace contextRef="#ctx0" brushRef="#br0" timeOffset="76137.12">26340 10307 967 0,'0'0'132'15,"0"0"-100"-15,22 204 16 16,-10-156-48-16,-5-20-32 16,-7-7-100-16,0-21-355 0</inkml:trace>
  <inkml:trace contextRef="#ctx0" brushRef="#br0" timeOffset="76736.48">27305 10254 811 0,'0'0'225'0,"0"0"-195"0,0 0 35 0,-35-280-40 0,35 179-23 15,0 9-2-15,35 12-15 16,5 11 14-16,-21 30-41 16,-13 22 35-16,-6 17 7 15,0 0 0-15,0 53 3 16,-41 11 9-16,-30 12 6 16,3-12-17-16,0-8-1 15,37-15-2-15,3-13-29 16,9-8-57-16,4-4-90 0,15-8-142 15</inkml:trace>
  <inkml:trace contextRef="#ctx0" brushRef="#br0" timeOffset="76904.42">27305 10254 609 0</inkml:trace>
  <inkml:trace contextRef="#ctx0" brushRef="#br0" timeOffset="77251.8">27305 10254 609 0,'285'-44'207'0,"-285"12"-196"0,56-24-12 15,15-16 10-15,16-4 2 16,-25-1 8-16,-9-3-4 15,-26 0-4-15,-27 11 23 16,0 10 1-16,0 10 6 16,-40 18-6-16,-6 10-9 15,-4 21 12-15,3 0 2 16,7 0-40-16,9 32-5 16,-3 13-2-16,6 7-7 15,16-8 13-15,6 0-10 0,6-8 1 16,0-4-28-16,0-4 17 15,0-4-11-15,0 0-8 16,18-4 4-16,10 5-8 16,6-1 40-16,13 7 4 15,-1 2 9-15,-5-2 4 16,-7-6-13-16,-22 3 11 16,-12-8-1-16,0 12 24 15,-46 1-17-15,-41-2-9 16,-6 2-6-16,-10-6-3 15,32-7 1-15,9 5-48 16,22-14-90-16,27-11-132 16</inkml:trace>
  <inkml:trace contextRef="#ctx0" brushRef="#br0" timeOffset="77635.83">28306 10230 825 0,'0'0'275'0,"0"0"-188"0,-87 213 23 0,59-149-46 15,10-20-58-15,12-3-6 16,-1-18-41-16,7-2-47 16,0-21-26-16,0 0-248 0</inkml:trace>
  <inkml:trace contextRef="#ctx0" brushRef="#br0" timeOffset="78218.19">29041 9821 729 0,'0'0'111'0,"0"0"-86"0,0 0-25 16,0 0 0-16,0 0 10 15,0 0-1-15,140 12-7 16,-140 52 76 0,0 17 40-16,-59 19-71 0,-34-4-8 15,18-16-20-15,1-8 14 16,9-24-17-16,31-19-2 15,15-21-3-15,19-4-8 16,0-4-6-16,12 0-42 16,69 0 33-16,18-16 4 15,22-9 5-15,0 5 4 16,6-3-1-16,-15 10 0 16,-4 5-7-16,-21 8-17 0,-22 0-116 15,-18 0 91 1,-26 0-211-16,-14 8-128 0</inkml:trace>
  <inkml:trace contextRef="#ctx0" brushRef="#br0" timeOffset="78584.58">29856 10266 498 0,'0'0'227'0,"0"0"-133"0,0 0 4 0,0 0-81 0,0 0-4 0,0 0 2 16,301-48-5-16,-233-16 16 15,-21-8-5-15,-28 7 33 16,-19 9-33-16,0 20 12 16,-19 8-14-16,-55 20-19 15,-19 8-11-15,-16 0 9 16,10 8-42-16,12 40-16 16,19-7 39-16,37 11-1 15,9-12 11-15,22-12-218 16,0-12-323-16</inkml:trace>
  <inkml:trace contextRef="#ctx0" brushRef="#br0" timeOffset="78884.45">30684 10423 993 0,'0'0'124'0,"0"0"-77"15,-71 216 4-15,49-144-51 16,4-19-8-16,-10-21-93 16,-6-20-211-16</inkml:trace>
  <inkml:trace contextRef="#ctx0" brushRef="#br0" timeOffset="79966.25">31348 9865 634 0,'0'0'200'0,"0"0"-46"0,0 0-72 0,0 0-24 0,0 0-35 15,0 0-10 1,0-12-8-16,40-12 4 0,7 4 11 16,-1 0-16-16,1 12 14 15,-7 8-13-15,-6 0-10 16,0 0 0-16,-21 28 2 16,-13 21 3-16,0 7-17 15,0 8-25-15,-62 8-59 16,3-8-3-16,0-4-55 15,-3-19 58-15,43-13 18 16,4-17 74-16,15-3 0 16,0-8-3-16,15 0 8 15,32 0-15-15,12-24-5 16,-13 4 8-16,10 4 9 0,-16 4 14 16,-9 12-2-16,-3 0-4 15,0 0 16-15,3 0-17 16,3 0-21-16,0 0-151 15</inkml:trace>
  <inkml:trace contextRef="#ctx0" brushRef="#br0" timeOffset="80415.95">32365 9704 392 0,'0'0'98'0,"0"0"37"0,0 0 57 0,0 0-100 0,0 0-62 16,-56 290-12-16,-9-202 18 15,-16-4 9-15,-5-12-16 0,17-16 18 16,10-15-32 0,32-17 9-16,20-9-5 0,7-10-19 15,0-2-7-15,28-3 7 16,31 0 4-16,22 0 7 15,6 0 13-15,12 0-24 16,9-11 5-16,-15-1-5 16,-18 4-40-16,-4 3 36 15,-37-3-46-15,6 1-55 16,-18-6-258-16</inkml:trace>
  <inkml:trace contextRef="#ctx0" brushRef="#br0" timeOffset="81315.13">32089 9681 435 0,'0'0'59'0,"0"0"-12"0,0 0 50 0,0 0 4 16,0 0-45-16,0 0 19 15,6 8-10-15,-6-8-1 16,22 0-7-16,-4 0 4 0,4 0-29 15,9-8 8-15,3 8-7 16,7 0-13-16,-1 0-1 16,-6 0-14-16,13 0 12 15,-20 0-17-15,4 0 0 16,-9 0-7-16,-16 0-16 16,-6 0-41-16,0 0-106 15,0 0-280-15</inkml:trace>
  <inkml:trace contextRef="#ctx0" brushRef="#br0" timeOffset="92573.25">24511 10775 100 0,'0'0'252'0,"0"0"-239"0,0 0-13 0,0 0 24 0,0 0 49 0,0 0 26 0,0 0-3 0,-68-39-47 16,68 39-12-16,0 0-4 0,0 0-15 15,0 0-9 1,0 0-3-16,-7 0 2 0,7 0 12 16,-12 0 52-16,12 0-37 15,0-8-22-15,-9 8-2 16,9 0 13-1,0 0 1-15,0 0-19 0,0 0 25 16,0 0-18-16,0 0 15 16,0 0-19-16,0 0 9 15,0 0-15-15,0 0 3 16,0 0-1-16,0 0-1 16,0 0-2-16,-6 0 3 15,6 8-2-15,0 0 3 16,0 15-7-16,0 2 8 0,0 2-3 15,0 6 1-15,0 3 5 16,15-3-8 0,-3-2 3-16,1-3-7 15,-1 0 10-15,-2 1-12 16,-4-6 10-16,-6 13-1 0,0-8-5 16,0 9 6-16,0-9-2 15,0-5-1-15,0 2-6 16,0-9 12-16,0-4-20 15,0-4 24-15,0-3-21 16,0-5 13-16,0 15-8 0,0-7 3 16,0 8 0-1,0 0 0-15,0-7 6 0,0 7-13 16,0-9 7-16,0-7-5 16,0 0-9-1,0 0 9-15,0 0-2 16,12 0 7-16,-12 0 0 0,6 0 2 15,10 0 0-15,2 0 3 16,10 8 0-16,13-3 0 16,-4-5 3-16,13 0-6 15,-4 0 8-15,1 0-4 16,-7 0 1-16,0 0 3 16,0 0-5-16,1 0 9 0,-4 0-11 15,19 0 9 1,-3-13-7-16,21 6 2 0,-15 2-7 15,-6-6-1-15,15 11 1 16,-16-5 2-16,-11 1-2 16,-1-4 8-16,-6 0-18 15,-9 8 18-15,15-8-13 16,-6 0 10-16,19 8-2 16,3-8-3-16,3 0-2 15,15 1 1-15,-15-6 2 16,-12 9-2-16,5 4 7 15,-17 0-10-15,-1 0 15 16,-6 0-11-16,-4 0 1 16,10 0-1-16,-6-8 1 15,3 8 0-15,10-5-2 16,-1 5 7-16,16-3-13 0,-10 3 19 16,7 0-16-16,-6 0 6 15,5 0-2-15,-11 0 0 16,5 0 0-16,-6 0-1 15,-6 0 1-15,19 0-1 16,-6 0 10-16,-13 0-18 16,19 0 15-16,-7 0-15 15,10 0 14-15,-3 0-8 16,-1 0 3-16,1 0 0 16,3 0 0-16,-4 3 3 15,-5-3-12-15,-7 5 18 16,-6-5-14-16,-15 0 12 0,3 8-13 15,-4-8 6-15,-5 8-6 16,8-4 4 0,-2 1-2-16,3 2-3 0,-4 1 14 15,10 0-15-15,-9 0 16 16,-4 0-17-16,4-8 16 16,-13 0-7-16,0 8 0 15,-6-8-5-15,0 0 0 16,0 0 5-16,0 0-8 15,0 4 18-15,0-4-14 16,0 4 11-16,0-4-5 16,0 0-2-16,0 0 1 15,0 0-4-15,0 0 5 16,0 0-8-16,0 0 12 0,10 0-1 16,-10 0-5-16,6 0 23 15,-6 0-18-15,0 0 6 16,0 0-7-16,0 0-1 15,0 0 4-15,0-4-4 16,0-8 10-16,6-4-8 16,6-7 2-16,-5-2-5 15,21-16-3-15,-22 5 2 16,6-8 1-16,-12 8-2 16,0 8 3-16,0 4-5 0,9 9 10 15,-9 2-7 1,0 5 5-16,7-4-6 0,-1-4 3 15,12-12-5-15,-2-12 4 16,9-4-2-16,-19 12 0 16,22 4 0-16,-16 16-8 15,-2 8 8-15,-10-5-9 16,0 9-29-16,0-3 7 16,0-2-30-16,0-3-66 15,0 8-316-15</inkml:trace>
  <inkml:trace contextRef="#ctx0" brushRef="#br0" timeOffset="96354.21">20037 13755 525 0,'0'0'189'0,"0"0"-154"0,0 0 19 0,0 0-26 0,0 0-19 16,0 0 20-16,0 0 73 16,0 0-22-16,0 0 11 15,0 0-42-15,0 0-6 16,0-28-33-16,0-35-8 15,0-26 11-15,0-15-10 16,0 4 0-16,0 8 1 16,0 20-6-16,0 27 11 15,0 21-13-15,0 24 4 16,15 0-12-16,-9 3-5 16,-6 38 17-16,13 7 8 15,-1-7-4-15,4-18-8 16,8-23-12-16,17 0-24 0,5-4-9 15,22-40 49-15,1 5 4 16,-10-2 6-16,-1 16-1 16,-2 25-6-16,-25 0-6 15,3 0-10-15,-12 37 13 16,-16 15 12-16,-6 28 14 16,0 8-24-16,0 4 3 15,0-7-5-15,-6-21-7 16,-3-20-25-16,9-36-103 15,0-8-124-15,15-4-148 16</inkml:trace>
  <inkml:trace contextRef="#ctx0" brushRef="#br0" timeOffset="96602.45">20771 13564 654 0,'0'0'154'0,"0"0"-154"0,0 0 0 16,0 0 0-16,0 0-5 15,0 0-61-15,155 103 51 16,-102-103 9-16,3 0 0 16,-9 0 6-16,-16 0 3 15,-4 0-3-15,1 0-10 16,-3-16-25-16,-19 1-61 0,-6 2-53 15,0-3-186-15</inkml:trace>
  <inkml:trace contextRef="#ctx0" brushRef="#br0" timeOffset="96786.23">20771 13564 690 0,'41'-105'320'0,"-20"113"-320"16,-2-4-4-16,28 0 3 0,-13-4-13 16,12 0 6-1,-5 0-31-15,-20-32-136 0,-21-8-224 16</inkml:trace>
  <inkml:trace contextRef="#ctx0" brushRef="#br0" timeOffset="96952.34">20995 13166 639 0,'0'0'424'0,"0"0"-421"15,0 0 12-15,0 0-15 16,0 0-18-16,0 0-41 16,254 41-1-16,-201-82-115 15,-1 16-146-15</inkml:trace>
  <inkml:trace contextRef="#ctx0" brushRef="#br0" timeOffset="97085.79">21509 13238 572 0,'0'0'169'16,"0"0"-166"-16,0 0 13 16,0 0-2-16,0 0-11 15,31 209-3-15,-15-205-64 16,-16-1-225-16</inkml:trace>
  <inkml:trace contextRef="#ctx0" brushRef="#br0" timeOffset="97369.76">21522 13559 759 0,'0'0'131'0,"0"0"-96"16,0 0-9-16,0 0 27 15,0 0-19-15,0 0-17 16,328-197-5-16,-303 129 3 16,-12 4-12-16,-13 0 28 15,0 12-24-15,0 7 6 16,-38 14-12-16,-11 23-2 16,2 3-10-16,1 5-14 15,6 0-17-15,-1 21-5 16,29 27 16-16,6 8-30 0,6 1 35 15,0-18-76-15,0-14-116 16</inkml:trace>
  <inkml:trace contextRef="#ctx0" brushRef="#br0" timeOffset="97534.46">22210 13519 754 0,'0'0'8'0,"0"0"2"0,0 0-5 16,0 0-10-1,0 0-51-15,0 0-51 0,0 125-104 16</inkml:trace>
  <inkml:trace contextRef="#ctx0" brushRef="#br0" timeOffset="97717.55">22269 13014 400 0,'0'0'714'0,"0"0"-711"16,0 0 30-16,0 0-8 16,0 0-25-16,0 0-30 15,-77 112-107-15,89-112-136 16,13-8-462-16</inkml:trace>
  <inkml:trace contextRef="#ctx0" brushRef="#br0" timeOffset="98001.58">22650 13415 968 0,'0'0'55'16,"0"0"-24"-16,0 0-17 15,0 0 21-15,0 0-34 16,0 0 15-16,28-189-12 16,-3 177-8-16,-3 5-12 15,-16 2 7-15,16 5-22 0,-10 0-32 16,1 0-14-16,8 36 77 16,-14 13 22-16,11 7-6 15,-18-1 6-15,6-6-14 16,-6-9-16-16,10-16-5 15,-10-12-54-15,0-4-137 16,0-8-303-16</inkml:trace>
  <inkml:trace contextRef="#ctx0" brushRef="#br0" timeOffset="98167.64">22650 13415 539 0,'109'-161'544'0,"-109"178"-543"0,0-6 11 16,0-6-12-16,0-5-36 16,25 0-58-16,15 0-44 15,7-8-65 1,8-5-266-16</inkml:trace>
  <inkml:trace contextRef="#ctx0" brushRef="#br0" timeOffset="98433.37">23205 13290 785 0,'0'0'87'0,"0"0"-43"0,0 0-44 15,0 0-41-15,0 0 7 16,0 0-26-16,75-128-86 16,-56 128-187-16,-4 0 55 15,-3 20 278-15,1 16 202 16,2-8-38-16,4-3-47 15,3-6-18-15,-10-15 7 16,-6-4-8-16,13 0-39 16,-4 0-56-16,-8-23 13 15,5-18 56-15,-6-11-51 16,10-8-21-16,-4 11-136 16,-6 10-165-16</inkml:trace>
  <inkml:trace contextRef="#ctx0" brushRef="#br0" timeOffset="98735.09">23640 13310 364 0,'0'0'174'16,"0"0"-100"-16,0 0 68 15,0 0-62-15,142-224-63 16,-136 204-17-16,13 8-5 16,-13 12-17-16,-6 12-34 0,6 32 56 15,-6 12 71 1,10 4-40-16,-4 1-26 0,0-10-5 16,7-2 0-16,-7-10-32 15,9-11 30-15,-9-7-36 16,-6-13-5-16,0-8-79 15,0 0-106-15,0-12-128 16</inkml:trace>
  <inkml:trace contextRef="#ctx0" brushRef="#br0" timeOffset="98882.84">23640 13310 879 0,'167'-128'201'16,"-167"128"-174"-16,0 0-25 0,0 0-4 15,22 0-22-15,3 0-78 16,9-4-119-16,-6-16-223 16</inkml:trace>
  <inkml:trace contextRef="#ctx0" brushRef="#br0" timeOffset="99218.7">24623 13351 497 0,'0'0'463'0,"0"0"-431"15,0 0 67-15,0 0-50 16,0 0-40-16,0 0-9 16,248 0-5-16,-221 0-37 15,-8-5-73-15,-19-10-84 16,0 2-25-16,0-3-197 15</inkml:trace>
  <inkml:trace contextRef="#ctx0" brushRef="#br0" timeOffset="99383.21">24623 13351 713 0,'80'-261'436'0,"-80"261"-392"15,0 0-17-15,47 0-16 16,21 0-8-16,3 0-2 15,4 0-1-15,-7-16-33 16,-3-12-86-16,-37-8-326 16</inkml:trace>
  <inkml:trace contextRef="#ctx0" brushRef="#br0" timeOffset="101965.64">26055 13118 202 0,'0'0'260'0,"0"0"-260"0,0 0 0 0,0 0 28 0,0 0-27 16,0 0 50-16,0-28-2 15,0 28 14-15,0 0 14 16,0 0 27-16,0 0-33 16,0 0-36-16,0 0-11 15,0 0-17-15,0 0 16 16,0 0-3-16,0 4 54 16,0-1-32-16,0-3-8 15,0 0-16-15,0 0 5 0,0-36-17 16,0-36-3-1,0-12 17-15,0-24-9 16,0-8 5-16,0 3-9 0,0 21-14 16,0 12 0-16,-9 28 5 15,3 19-22-15,-7 33 7 16,13 0 14-16,0 0 3 16,-12 41-7-16,-16 31 1 15,-6 20 0-15,0 1-55 16,-13-9-87-16,-12-12-224 15</inkml:trace>
  <inkml:trace contextRef="#ctx0" brushRef="#br0" timeOffset="102430.67">26402 12460 606 0,'0'0'102'0,"0"0"51"0,0 0-63 0,0 0-48 16,0 0-30-16,0 0-3 15,292 0-5-15,-271 0-8 16,-2 0-14-16,-10 36 18 15,-9 12 12-15,0 25-1 16,0 3-11-16,0 12-2 16,-15-4-1-16,-10-8-51 0,10-7 37 15,2-25 8-15,13-8 5 16,0-24-55-16,0-12-124 16,0 0-73-16</inkml:trace>
  <inkml:trace contextRef="#ctx0" brushRef="#br0" timeOffset="102656.46">26381 12841 499 0,'0'0'318'16,"0"0"-307"-16,0 0 40 0,0 0 30 15,0 0-49-15,0 0 33 16,241-24-49-16,-206 12-16 16,-11-4-40-16,-11 5-142 15,-4 2-336 1</inkml:trace>
  <inkml:trace contextRef="#ctx0" brushRef="#br0" timeOffset="103096.73">27345 12552 78 0,'0'0'620'0,"0"0"-507"0,0 0 32 0,0 0-84 0,0 0 20 0,0 0-47 15,37 205-8-15,-37-141-23 16,0-7 5-16,0-13-8 16,0-8-17-16,0-13 14 15,0-7-39-15,0-16-63 16,0 0-148-16,0 0-184 15</inkml:trace>
  <inkml:trace contextRef="#ctx0" brushRef="#br0" timeOffset="103312.68">27143 12729 923 0,'0'0'46'15,"0"0"8"-15,0 0-15 16,0 0-19-16,0 0 11 16,0 0 9-16,115 0-21 15,-68 0-19-15,5 0 0 16,7 0-28-16,-3 0-29 16,-3 0-114-16,-1 0-111 0,-11-4-288 15</inkml:trace>
  <inkml:trace contextRef="#ctx0" brushRef="#br0" timeOffset="103697.17">28064 12886 699 0,'0'0'37'16,"0"0"-35"-16,0 0-2 0,0 0 12 15,-6-233 4-15,22 161 60 16,2 3 19-16,1 14-27 15,-10 19-41-15,-3 15 56 16,-6 21-46-16,0 0 0 16,0 0-29-16,0 0-8 15,0 16-8-15,0 16-49 16,-34 8-24-16,0 1-34 0,-6-2-74 16,-1-3-96-1</inkml:trace>
  <inkml:trace contextRef="#ctx0" brushRef="#br0" timeOffset="103962.41">28064 12886 753 0</inkml:trace>
  <inkml:trace contextRef="#ctx0" brushRef="#br0" timeOffset="104312.46">28064 12886 753 0,'289'28'155'16,"-289"-28"-84"-16,6-45-45 0,56-15 13 16,9-16-13-16,-24 16 22 15,2-4-6-15,-2 7-19 16,-7 9-21-16,-9 8 5 16,-15 4 1-16,-10 8-12 15,-6 0 4-15,0 3-2 0,-6 6-7 16,-35 2 5-1,1 17-1-15,0 0 5 0,-13 0 4 16,13 21 2 0,-1 19-2-16,13 0 3 0,16 0-14 15,6-4 6-15,6-3-12 16,0-2-14-16,0 1-4 16,0-7 20-16,12 11-9 15,29-8 20-15,24 11-30 16,9-11 25-16,-6 1-21 15,-15-5 18-15,-19-8-2 16,-34-4 9-16,0 4 1 16,-28 0 25-16,-65 0-25 15,-15 1 3-15,2 2-8 16,13-2-14-16,19-6-9 16,27 6-107-16,13-6-104 15</inkml:trace>
  <inkml:trace contextRef="#ctx0" brushRef="#br0" timeOffset="105228.27">25773 13343 510 0,'0'0'74'0,"0"0"5"0,0 0-3 0,0 0 35 16,0 0-23-16,68 0 9 16,19 0-25-16,31 0-18 15,31 0-12-15,37 0-9 0,3-12-1 16,31-1-12-16,-22 5 12 15,10 8-30-15,-13 0 16 16,-15 16-16-16,-6 9 11 16,0-2-10-16,-13-2 0 15,-9-9-3-15,-19-4 3 16,-6-8-4-16,-25 0 9 16,-30 0-16-16,-26 0 1 0,-12 0 5 15,-12 0-44 1,-9 0-27-16,-13-17-49 0,0 1-265 15</inkml:trace>
  <inkml:trace contextRef="#ctx0" brushRef="#br0" timeOffset="106460.31">27029 13860 276 0,'0'0'176'0,"0"0"-125"0,0 0-51 0,0 0 1 0,0 0 6 16,0 0-7-16,-13 0-6 15,13 0 6-15,0 0 47 16,0 0 27-16,0 0 41 15,0 0-3-15,0 0-14 16,0 0-54-16,0 0-12 16,0 0-5-16,0 0-16 0,0 0 7 15,0 0-16-15,0 0 15 16,0 0-13-16,0 0 2 16,0 0-3-16,28 0 9 15,-9-5 7-15,21-6-15 16,7 3 8-16,21-1-12 15,-16 1 9-15,7 8-6 16,-12 0-4-16,-19 0 1 16,-10 0-1-16,-8 17-5 15,-10 15 6-15,0 24-3 16,-28 4 0-16,-31 4-4 16,-3 8 6-16,3 1-5 15,12-9 12-15,20-16 4 16,14-3-5-16,13-26-5 15,0-7 0-15,0-12-20 0,53 0 5 16,15 0 11-16,19-28-1 16,0-5 10-16,-10 2 16 15,-2 7-18-15,-7-1 28 16,-15 10-16-16,-7 2-12 16,-12 2-3-16,-9 11-31 15,-3 0-43-15,-22 0-228 16</inkml:trace>
  <inkml:trace contextRef="#ctx0" brushRef="#br0" timeOffset="107910.44">24154 16013 886 0,'0'0'101'0,"0"0"-93"0,0 0 93 0,0 0-42 0,0 0-25 15,0 0-6-15,375 12-21 0,-300 1-7 16,-16-10-4-16,-19 2 3 16,-12-5-29-16,-16 0-25 15,-12 0-112-15,0 0-155 16</inkml:trace>
  <inkml:trace contextRef="#ctx0" brushRef="#br0" timeOffset="108109.03">24275 15748 906 0,'0'0'154'0,"0"0"-137"0,0 0 64 15,0 0-43-15,0 0-29 16,400 8-9-16,-332-8-13 15,-21 0-120-15,-47 0-332 16</inkml:trace>
  <inkml:trace contextRef="#ctx0" brushRef="#br0" timeOffset="110757.1">25760 15159 760 0,'0'0'228'0,"0"0"-226"0,0 0 2 0,0 0 29 0,0 0-6 0,0 0-17 15,255 8 15-15,-230 8-8 16,-10 9 14-16,-9 6 7 16,-6 5 0-16,0 5-7 15,0 6-29-15,0 2 18 16,-21-9-18-16,8 4-4 15,1-24 0-15,12 1-5 16,0-18-36-16,0 9 20 16,0-7 10-16,12-5 13 0,-12 11-4 15,0-6 9 1,0 2 3-16,0 14 13 0,0 15 16 16,-28 20-20-16,-52 7-2 15,-20 10-9-15,26-13-1 16,-7-19 2-16,50-18-7 15,3-15-4-15,28 0-33 16,0-8-15-16,0 0-115 16,0 0-187-16</inkml:trace>
  <inkml:trace contextRef="#ctx0" brushRef="#br0" timeOffset="111422.79">26641 15324 24 0,'0'0'228'0,"0"0"-176"0,0 0 67 16,0 0-18-16,0 0 3 16,0 0-6-16,0 0 0 15,0-5-8-15,0 5-35 16,0 0-37-16,-25 0-9 0,-21 0 65 16,12 17-21-1,-7 10-15-15,7 6-19 0,0 3 11 16,9-5-27-16,25 2 3 15,0-13-6-15,0 4-9 16,0-12-6-16,31-7-10 16,31 6 24-16,3-6-9 15,-3-2 3-15,-3 1 7 16,-12 4 0-16,-13 5-7 16,-22-10 0-16,-12 13 5 15,0 4 2-15,0 5 12 16,0 3 1-16,0 4 17 15,-12-1-28-15,-22 10 5 16,-13-5-3-16,7-8-3 16,6 0-1-16,9-20-14 0,25-8-2 15,-12-3-46 1,12-54-79-16,-10-15-317 0</inkml:trace>
  <inkml:trace contextRef="#ctx0" brushRef="#br0" timeOffset="111587.41">26641 15324 978 0</inkml:trace>
  <inkml:trace contextRef="#ctx0" brushRef="#br0" timeOffset="111596.92">26641 15324 978 0,'93'-141'0'0,"-12"141"-7"0,12-28-7 0</inkml:trace>
  <inkml:trace contextRef="#ctx0" brushRef="#br0" timeOffset="112222.2">25398 16338 315 0,'0'0'457'0,"0"0"-332"16,0 0-20-16,0 0-23 15,133 0 12-15,-24 8-24 16,11 8-6-16,14-8-36 0,-1 1-3 16,-6-9-25-16,0 0 0 15,-27 0-24-15,-20 0-39 16,-33-17-34-16,-19-2-80 15,-28 6-249-15</inkml:trace>
  <inkml:trace contextRef="#ctx0" brushRef="#br0" timeOffset="112806.02">25819 16852 766 0,'0'0'159'0,"0"0"-101"0,0 0-2 0,0 0-43 16,0 0 6-16,0 0 30 15,134-20-44-15,-106 20-1 16,-22 4 14-16,-6 32 51 16,0 8-33-16,0 3-21 15,-6 6-11-15,-22-4-5 16,9-2 1-16,13-6-2 16,6-10-1-16,0-6 2 15,0-9-2-15,6-12 3 0,25-4-3 16,9 0 2-16,1 0 1 15,-13 0 0-15,0 0 0 16,3 0 0-16,-4 8 0 16,8 0-4-16,5-5-1 15,-9 2-17-15,-3-5-71 16,-22 3-143-16,-6 2-431 16</inkml:trace>
  <inkml:trace contextRef="#ctx0" brushRef="#br0" timeOffset="113489.68">27184 16354 464 0,'0'0'161'0,"0"0"-72"0,0 0 42 0,0 0-30 0,0 0-9 15,0 0 0-15,24 0-14 16,17 0-20-16,-7 0-15 16,12 0-15-16,7-8-24 15,3 0-4-15,-16-7-13 0,1 7-34 16,-17-5-45-16,4 13-51 15,-28 0-189-15</inkml:trace>
  <inkml:trace contextRef="#ctx0" brushRef="#br0" timeOffset="113689.22">27305 15961 783 0,'0'0'314'0,"0"0"-312"0,0 0 53 15,0 0 17 1,0 0-48-16,0 0-24 0,341 0-9 16,-276-8-78-16,-13-20-224 15</inkml:trace>
  <inkml:trace contextRef="#ctx0" brushRef="#br0" timeOffset="122448.8">28588 16306 792 0,'0'0'204'0,"0"0"-195"0,0 0 0 0,-21-209 9 0,21 122-18 16,6 2 0-16,46 10 20 15,-11 18 10-15,-1 20 6 16,-12 26 0-16,-22 6 12 15,-6 5-30-15,0 0-18 16,0 0-1-16,0 0 1 0,0 0 6 16,0 0-6-16,0 33-12 15,-40 14 12-15,-7 22-7 16,1-8-19-16,-13-14-69 16,12-11-160-16,-8-28-325 15</inkml:trace>
  <inkml:trace contextRef="#ctx0" brushRef="#br0" timeOffset="122930.54">29215 15701 555 0,'0'0'138'0,"0"0"-54"0,0 0 68 0,0 0-67 0,0 0-51 15,0 0 7-15,0 0-29 16,0 0 10-16,0 0-16 16,0 0 29-16,21 0-11 15,4 28 7-15,3-1-18 16,6 14-9-16,-9 12-4 15,-3-2-11-15,12 9 6 16,-16 12-6-16,1 0 9 16,-4-3-18-16,-8-5 6 15,-1-12-13-15,-6-12-30 16,0-24-30-16,0-3-87 0,0-13-62 16,0 0-130-1</inkml:trace>
  <inkml:trace contextRef="#ctx0" brushRef="#br0" timeOffset="123164.26">29255 16154 867 0,'0'0'16'15,"0"0"-11"-15,0 0 61 16,0 0-42-16,0 0-18 0,0 0-6 16,313-41-39-1,-273 10-103-15,-12 2-207 0</inkml:trace>
  <inkml:trace contextRef="#ctx0" brushRef="#br0" timeOffset="123363.45">29869 16346 47 0,'0'0'763'0,"0"0"-748"15,0 0 16-15,9 260 19 16,-9-186-50-16,0-15-125 15,-22-18-85-15,-12-25-349 16</inkml:trace>
  <inkml:trace contextRef="#ctx0" brushRef="#br0" timeOffset="124195.62">30718 15629 371 0,'0'0'59'0,"0"0"29"0,0 0 66 0,0 0-31 16,0 0-53-16,0 0-25 0,0 24-18 16,0-24-2-16,0 3 24 15,0 1 28-15,0 4-2 16,-6 5-46-16,-34-1-2 16,-7 4-14-16,-5 20 6 15,-1-8-5-15,3 19-7 16,19-6 3-16,-3 3-4 15,34-4-6-15,0 1 8 16,0-10-16-16,34-2 6 16,31-9 1-16,10-9-19 15,-1-2 16-15,-9-5-3 16,16 3 5-16,-7 1-4 16,-8 9 12-16,-20-1-2 0,4 8 2 15,-19-4-12 1,-3-8-7-16,-28 12 3 0,0-8-3 15,0 8-10-15,0 12 22 16,0 8 1-16,-34 0 10 16,-13 0-7-16,-12-3-5 15,3-18 2-15,10 2-9 16,-7-25-39-16,7 0-71 16,5-9-214-16,1-30-123 15</inkml:trace>
  <inkml:trace contextRef="#ctx0" brushRef="#br0" timeOffset="124462.74">30948 15540 600 0,'0'0'392'0,"0"0"-364"0,0 0 53 0,0 0-47 0,0 0-34 0,0 0-6 15,347 17-94-15,-294-45-208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2:40:01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 14281 483 0,'0'0'49'0,"0"0"-44"0,0 0 27 0,0 0 13 16,0 0-42-16,0 0 12 15,0 0-12-15,0 0 38 16,-6 0 22-16,6 0 30 15,0 0-19-15,0 0-52 16,0 0 11-16,0 0-19 0,0 0-9 16,0 0-2-16,0 0 3 15,0 0-3-15,0 0-3 16,0 0 2 0,0 0-2-16,28 0 13 0,18 0-12 15,20 3 8-15,8 2-4 16,7-5-8-16,-10 8 3 15,9-8-3-15,-24 0-6 16,-3 0 7-16,-19 0 2 16,-15 0 1-16,-13 0-1 15,-6 0 6-15,0 0-10 0,0 0 10 16,0 0 3-16,0 0 0 16,0 0 25-16,0 0-1 15,-6 0-20-15,-28 0-5 16,15 0-8-16,-9 0 0 15,3 0 5-15,10 0-13 16,2 0 22-16,1-8-15 16,-4 8 1-1,-2-12-8-15,-16-4-7 0,-7-5 12 16,17-2-1-16,-4 3-5 16,6-4 6-16,10 4-12 15,-1-1 7-15,1 1 8 16,-10 4-2-16,16 4 2 0,6-7-6 15,0 2-3 1,-6-2 0-16,6-9-1 16,0 7 0-16,0-2 3 0,0 6 14 15,0 1-13-15,0 8 8 16,0-8-4-16,0-4 2 16,0 0 0-16,12-4-3 15,16-1 3-15,3-6-3 16,-9 6 4-16,6 6-2 15,-10 7 2-15,-12-1-2 16,7 10 1-16,9-2-8 16,-10 2 2-16,16-6 6 15,6-2-4-15,6-2 8 16,1 5-8-16,-10 0 4 0,9 4-2 16,0 4-23-1,7 0 16-15,-13 0 4 0,-6 0-6 16,-16 0-4-16,-6 0 3 15,-6 0 11-15,7 0 2 16,14 4 13-16,-8 12-12 16,8 0 7-16,4 4-9 15,-3 4 1-15,-4-4 2 16,-5 0-1-16,-4 1 10 16,-3 2-9-16,1 6 16 15,-7-1-19-15,0 8 8 16,0-8-4-16,0 4-4 15,0-12 0-15,0 0 0 16,0-3-3-16,0-1 3 0,0-1 3 16,0 6 2-16,0 7-10 15,-7-5 9-15,-8 1-4 16,2-7 0-16,1-1 1 16,-3-8 0-16,8 0 0 15,1 4 8-15,6-9-6 16,0 5 2-16,-6-3-1 15,-6 3-5-15,5-8 4 16,7 4-6-16,0-4 2 16,0 0 1-16,0 0-3 0,0 0-8 15,0 0 7-15,0 0 4 16,0 0 7 0,0 0-2-16,0 0-9 15,0 0 5-15,0 0-1 16,0 0 0-16,0 0 0 0,0 0 2 15,0 0 5-15,0 0-6 16,0 3 5-16,0 5-12 16,0 1 8-16,0-1-4 15,7 4 3-15,11-5-1 16,10-2 9-16,-9 3-6 16,2-4 8-16,4 0 0 15,9-4 11-15,7 0-11 16,-1 9-2-16,0-6-8 15,19 5 7-15,-3-4 3 0,-3-4-8 16,6 8 14 0,-38-4-16-16,-2 0 7 0,15 4-4 15,-15-8-8-15,-10 8-30 16,-9 0-68-16,0 0-224 16</inkml:trace>
  <inkml:trace contextRef="#ctx0" brushRef="#br0" timeOffset="715.31">3125 14265 455 0,'0'0'109'0,"0"0"-39"0,0 0 16 0,0 0-55 0,0 0-9 15,0 0 13-15,-6 0 6 16,34 0 5-16,-9 0-12 16,9 0 26-16,0 0-38 15,-10 0 3-15,23 0-21 16,-23 0-5-16,10 8 1 15,-6-8-14-15,-16 0-22 16,0 0-43-16,-6 0-67 0,0 0-28 16,0 0-13-16</inkml:trace>
  <inkml:trace contextRef="#ctx0" brushRef="#br0" timeOffset="915.54">3125 14265 810 0,'-238'-164'0'16,"284"143"-12"-16,19-2 12 0,-3-2 16 16,-3-3-15-16,9 8-2 15,-21 12-32-15,-13-4-92 16,-21 12-46-16,-13 0-119 15</inkml:trace>
  <inkml:trace contextRef="#ctx0" brushRef="#br0" timeOffset="1381.01">3808 13924 397 0,'0'0'190'0,"0"0"-185"0,0 0 36 0,0 0 26 0,0 229-67 0,0-185 7 0,0-1-2 0,0 1-6 16,0-8 5-16,0-3 8 15,0-5-6-15,0-15-6 16,0-13-33-16,0 0-74 16,0-13-173-16</inkml:trace>
  <inkml:trace contextRef="#ctx0" brushRef="#br0" timeOffset="1598.11">3634 13896 564 0,'0'0'120'0,"0"0"-116"16,0 0 57-16,0 0 33 15,0 0-92-15,0 0-4 16,301-85-14-16,-267 85-43 16,-6 0-28-16,-16 0-4 15,1 0-36-15,-7 0-127 16</inkml:trace>
  <inkml:trace contextRef="#ctx0" brushRef="#br0" timeOffset="1898.99">3634 13896 98 0,'409'144'434'0,"-409"-116"-418"16,0-3-2-16,0-14 8 15,25 2-22-15,15-6-1 16,7-2-4-16,-7-5 5 16,-6 0 2-16,0 0 47 15,-9 0 26-15,-3 0-15 16,-10 0-50-16,10-20 1 15,-10-16-8-15,-12-8-5 0,0-5 2 16,0 1-36 0,-18 16-51-16,-32 8-18 0,-9 8 74 15,13 16-27-15,-7 0 58 16,-3 20 28-16,19 24-26 16,15-8-2-16,16-3-109 15</inkml:trace>
  <inkml:trace contextRef="#ctx0" brushRef="#br0" timeOffset="2130.89">4477 14189 522 0,'0'0'3'0,"0"0"-6"16,0 0 8-16,0 0-13 16,0 0-65-16,0 0-3 15,34 116 31-15,-34-104 16 16,0-9 18-16,0 2-5 16,0-1-118-16</inkml:trace>
  <inkml:trace contextRef="#ctx0" brushRef="#br0" timeOffset="2398.01">4477 14189 131 0,'34'176'466'0,"-34"-176"-443"16,0 0 27-16,0 0 15 15,0 0-53-15,13-15 6 16,40-30 76-16,-13 1-12 16,6 0-43-16,1 0-16 15,-19 3-15-15,0 5-16 16,-16 8 15-16,-12 0-7 15,0 12 2-15,0 0-2 16,-12 12-19-16,-29 1-6 16,7 3 2-16,-6 0 2 15,6 0 10-15,0 0-53 16,3 7 0-16,-3 14-31 0,0-10 10 16,15-7-41-1,10 0-158-15</inkml:trace>
  <inkml:trace contextRef="#ctx0" brushRef="#br0" timeOffset="2680.68">4698 14273 494 0,'0'0'10'16,"0"0"-2"-16,0 0-8 15,0 0 6-15,0 0 1 0,0 0 31 16,207-48 24-16,-188 7 21 16,-4 2-8-16,-8 3-8 15,-7 0-39-15,0 11-23 16,0 9-5-16,0 8-9 16,0 8 2-16,-35 0-32 15,1 0 14-15,0 16 25 16,3 17 0-16,10 3-21 15,8-13-84-15,13-18-133 16</inkml:trace>
  <inkml:trace contextRef="#ctx0" brushRef="#br0" timeOffset="3032.66">5138 13940 296 0,'0'0'191'0,"0"0"-188"16,0 0 15-16,0 0-10 15,0 0-1-15,0 0-2 16,-127 133 28-16,127-118-18 16,0-2 1-16,6-2-15 15,34-6 26-15,22-2-8 16,-15-3 16-16,12 4-31 15,-25 4 6-15,6-3-9 16,-34 18 3-16,7 1 46 16,-13 4 58-16,0 17 6 0,-19 3-90 15,-40 0-12-15,-15 8-12 16,21-15-20-16,7-14-33 16,24-23-10-16,9-4-88 15,13 0-283-15</inkml:trace>
  <inkml:trace contextRef="#ctx0" brushRef="#br0" timeOffset="3563.05">6341 14073 619 0,'0'0'28'0,"0"0"-16"0,0 0 33 0,0 0-43 16,0 0 21-16,0 0-10 15,93-5 40-15,-43-31 17 16,-4-3 1-16,-15-10-30 16,-15 5-35-16,-4-1-6 15,-12 9-26-15,0 21 16 0,-19 7-3 16,-43 8-32-16,-3 0 7 16,-22 40 26-16,1 15-14 15,5 11 1-15,25-15 5 16,31-2-13-16,25-26-46 15,0-15-178-15</inkml:trace>
  <inkml:trace contextRef="#ctx0" brushRef="#br0" timeOffset="3928.81">6775 13764 592 0,'0'0'50'0,"0"0"-49"15,0 0 1-15,0 0 9 16,0 0-8-16,0 0-1 15,34 112-2-15,0-108-1 16,-6 12 0-16,-9-8 1 16,-7-4-2-16,-3 4 1 0,-2 0 1 15,-7 12 0 1,0 12 70-16,0 13-4 0,-28-1-2 16,-13-8-25-16,1-5-15 15,6-18-3-15,9-13-21 16,19 0-22-16,6 0-94 15,0-21-138-15,6-15-201 16</inkml:trace>
  <inkml:trace contextRef="#ctx0" brushRef="#br0" timeOffset="4395.76">7652 14197 840 0,'0'0'38'0,"0"0"3"0,0 0-19 0,0 0-7 16,0 0 9-16,0 0 4 15,394 23-19-15,-288-23-3 16,-10 0 0-16,-43 0-6 16,-13 0-50-16,-34 0-51 15,-6 0-114-15,0-3-140 0</inkml:trace>
  <inkml:trace contextRef="#ctx0" brushRef="#br0" timeOffset="4761.17">7283 14289 249 0,'0'0'213'0,"0"0"-180"16,0 0 86-16,0 0-15 16,0 0-34-16,242-221 12 15,-167 157-35-15,-16-8-46 16,-7 16-2-16,-5-1-18 16,-19 5 19-16,6 12-46 0,-22 16 15 15,1 21 17-15,-13 3 4 16,0 0-41-1,21 0 24-15,4 24 26 0,31 7 1 16,-3 18 32-16,-7 7 15 16,-5 16 44-16,-14 4-29 15,-8 4-5-15,-13-8-41 16,7-12-16-16,-4-19-7 16,10-21-50-16,15-20-107 15,12 0-102-15</inkml:trace>
  <inkml:trace contextRef="#ctx0" brushRef="#br0" timeOffset="5645.62">8787 14073 282 0,'0'0'121'0,"0"0"15"0,0 0-16 16,0 0-61-16,0 0-26 16,0 0-3-16,69 204-25 0,-57-192 0 15,-6 13 2 1,-6-14-3-16,0-7-4 0,0-4 49 16,0 0 3-16,0 0-35 15,-6 0-17-15,-28-28-16 16,-13-8-9-16,13-12 25 15,9-9 0-15,4 1 1 16,15 0 13-16,6 12-11 16,0 0 0-16,0 16 1 15,0 0-8-15,0 4 2 16,21 12-13-16,4 4 6 16,9-8 9-16,0 8 3 15,0-9 0-15,-3 17-6 16,-3 0 2-16,-6 0-1 15,-3 0 2-15,-19 8 1 0,0 25 33 16,0 11-17-16,0 0 17 16,-35 12-28-16,-5-8 9 15,9-4-15-15,9-8-2 16,10-8-49-16,12-4-76 16,0-11-108-16,0-13-325 15</inkml:trace>
  <inkml:trace contextRef="#ctx0" brushRef="#br0" timeOffset="5755.26">8787 14073 354 0</inkml:trace>
  <inkml:trace contextRef="#ctx0" brushRef="#br0" timeOffset="5944.91">8787 14073 354 0,'230'175'61'0,"-205"-175"-39"0,9 0 17 16,0-8 30-16,-9-12 29 15,-10-7-18-15,4-1-2 16,-7 0 7-16,-3 0 3 16,-9-1-61-16,0 1-15 15,0-3-12-15,0 6-2 16,0 9-15-16,0 16-8 16,0 0 23-16,-21 0-31 15,-26 13 21-15,7 15-3 0,6-1-18 16,9-2-63-1,9-5-48-15,16-4 22 16,0-8-84-16,0-5-100 0</inkml:trace>
  <inkml:trace contextRef="#ctx0" brushRef="#br0" timeOffset="6293.69">9544 13984 0 0,'0'0'426'16,"0"0"-354"-16,0 0-9 0,0 0-5 15,0 0-34 1,-140 0 17-16,125 0-24 0,-10 0 27 16,25 9 2-16,0 6-3 15,0 6-21-15,0-2-22 16,0-7-10-16,19-4-9 15,21-3 19-15,-12 2-19 16,-10-3 8-16,-5 5-2 16,-13-1 7-16,0-5 6 15,0 10 7-15,0 7 80 16,0 8-30-16,-6 8-54 16,-41-4-3-16,7-8-19 15,0-8-79-15,15-16-3 16,9 0-29-16,16-8-171 0</inkml:trace>
  <inkml:trace contextRef="#ctx0" brushRef="#br0" timeOffset="6569.2">9544 13984 285 0</inkml:trace>
  <inkml:trace contextRef="#ctx0" brushRef="#br0" timeOffset="6809.78">9544 13984 285 0,'174'-52'197'0,"-174"52"-101"0,0 0-6 0,0 8-19 0,0-4-28 15,0 9-16-15,0 2 1 16,0 1 36-16,0-3-29 16,0 2-11-16,0 6-19 15,0-6 10-15,0 6-9 16,0-1-2-16,0-4-4 0,0-1-3 15,27-7-3 1,-2 5 2-16,9-5-4 0,-6 4 14 16,-3-1-15-1,-19 2 9-15,10-1-7 0,-16 12 14 16,0 8-6-16,0-5 14 16,0-6-4-16,-22-1 4 15,-3-16-15-15,4-4 0 16,8 0-3-16,-2 0-31 15,8 8-66-15,1-4-33 16,6-4-199-16</inkml:trace>
  <inkml:trace contextRef="#ctx0" brushRef="#br0" timeOffset="7126.12">10105 14044 721 0,'0'0'105'0,"0"0"-7"0,0 0-24 0,0 0-59 0,0 193-15 0,0-165 2 15,13-4-2-15,-13-16 0 16,15 0 9-16,-9-8-19 16,-6 0 6-16,0 0-3 15,0 0-36-15,0-16-100 16,0-12-87-16,0-13-121 16</inkml:trace>
  <inkml:trace contextRef="#ctx0" brushRef="#br0" timeOffset="7294.38">10105 14044 351 0,'-121'-233'377'15,"121"233"-271"-15,28 0-2 0,-3-15-49 16,15 7-3 0,22-25-33-16,3-6-19 0,4-2-4 15,-4-11-51-15,-3 4-35 16,-16 7-24-16,-18 18-152 15</inkml:trace>
  <inkml:trace contextRef="#ctx0" brushRef="#br0" timeOffset="7809.32">10338 13832 282 0,'0'0'339'0,"0"0"-271"0,0 0 16 15,0 0-8-15,-31 225-66 16,31-181-7-16,0-8-3 16,0 0-2-16,18-8-5 15,-5-9 14-15,8-6-9 16,-14-6 6-16,5-7-8 15,-6 0 9-15,3 0-9 16,-9 0 4-16,13 0-14 16,15-20 14-16,-3-11 5 0,15-5 42 15,0 0-47 1,-6-8 0-16,-9 8-36 0,-3 7 20 16,-10 9-30-16,-12 12 20 15,0 8 25-15,0 0 1 16,0 0 68-16,0 0 17 15,0 21-27-15,0 15-45 16,0 0-8-16,0 3-2 16,0-6-6-16,16-10-14 15,9 2 1-15,-4-9 15 16,-2-5-17-16,9-6-3 16,-3-5-21-16,-4 0-13 15,4 0-21-15,3 0 28 16,0-16 7-16,-3-9-77 0,-4 1-76 15,-21-4 40-15,0 5-23 16</inkml:trace>
  <inkml:trace contextRef="#ctx0" brushRef="#br0" timeOffset="7991.95">10660 13993 638 0,'0'0'220'0,"0"0"-194"0,0 0-25 0,0 0 2 0,0 0 2 16,0 0-3-16,53 8-1 16,-25-5 0-16,-3-3-2 15,-10 0-38-15,-9 0-66 0,-6-20-177 16</inkml:trace>
  <inkml:trace contextRef="#ctx0" brushRef="#br0" timeOffset="8259.21">10660 13993 550 0,'106'-205'164'0,"-106"221"-67"16,0 7-49-16,27-6-24 15,1-17-24-15,3 8-9 16,16-8-9-16,3 0-16 16,2-8 18-16,13-9-16 15,-18 6 31-15,-13 11-179 0,-6 0 169 16,-28 3 11-1,0 38 65-15,0 7-6 0,0 4-30 16,0 4 0-16,0-7-2 16,0-2 7-1,0-2-31-15,0-18-3 0,-6-10-5 16,-1-9-41-16,-8-8-107 16,-10-12-279-16</inkml:trace>
  <inkml:trace contextRef="#ctx0" brushRef="#br0" timeOffset="8358.71">10660 13993 733 0</inkml:trace>
  <inkml:trace contextRef="#ctx0" brushRef="#br0" timeOffset="8407.96">10660 13993 733 0,'375'-229'0'0,"-344"229"-37"0,16 0 8 16</inkml:trace>
  <inkml:trace contextRef="#ctx0" brushRef="#br0" timeOffset="8675.12">11296 13780 515 0,'0'0'211'0,"0"0"-193"0,0 0 30 15,0 0-38 1,-34 144-10-16,34-124-28 0,34-7-2 15,6 2 1-15,7-3 28 16,-16 0 2-16,9 0 9 16,-6 1-8-16,-6-2 5 15,-3 5-6-15,-4 9 25 16,-14 6 22-16,-7 2 15 16,0 11 32-16,0-5-72 15,0-2-1-15,-41-10-22 16,1-6-38-16,-6-1-154 15,18-16-246-15</inkml:trace>
  <inkml:trace contextRef="#ctx0" brushRef="#br0" timeOffset="22247.09">7386 14265 99 0,'0'0'153'0,"0"0"-131"0,0 0 36 15,0 0-1-15,0 0-22 16,0 0 15-16,0 0-6 16,0-8 7-16,0 8 27 15,0 0-15-15,0 0-30 0,0 0-3 16,0 0-3-1,0 0-11-15,0 0-2 16,0 0-3-16,0 0 25 0,0 0-8 16,0 0 23-16,0 0-15 15,0 0-17-15,0 0-19 16,0 0-5-16,0-9 4 16,6 1 1-16,0 5 2 15,-6-9 4-15,6 12-6 16,1 0 4-16,-7 0-3 15,0 0 3-15,0 0-6 16,0-5 2-16,6-3 0 16,3-3-2-16,-3 3 6 15,-6 4-4-15,0 4 4 16,7 0-8-16,-7 0 8 0,0 0-8 16,6 0-4-16,-6 0 8 15,0 0 0-15,6-5 1 16,6 2 1-16,4-5 4 15,2 0-7-15,-2 3 7 16,3 2-2-16,-13 3-4 16,-6 0-9-16,6 0-2 15,0 0 11-15,16 0 2 16,-4 0 2-16,17 0 10 16,-1 0-8-16,0-4-11 15,-9-1 14-15,-16 5-9 16,3 0 1-16,-12 0 1 0,0 0 5 15,0 0 1-15,0 0 2 16,0 0-4-16,6 0-6 16,7 0 5-16,-7 0-2 15,10 0 1-15,-10 0 1 16,-6 0-5-16,18 0-2 16,-2-3-4-16,3-5 4 15,-13 3-1-15,22-3 3 16,-10 1 5-16,-2 2-5 15,-16 2 0-15,0-2 1 16,0 5-1-16,0 0-3 16,0 0-23-16,0 0 26 15,0 0-29-15,12-11 2 0,-6-9-113 16,-6 4-69 0</inkml:trace>
  <inkml:trace contextRef="#ctx0" brushRef="#br0" timeOffset="77816.99">8341 7592 102 0,'0'0'0'0,"0"0"-30"0</inkml:trace>
  <inkml:trace contextRef="#ctx0" brushRef="#br0" timeOffset="77916.03">8341 7592 158 0,'40'0'209'16,"-40"0"-98"-16,0 3-48 15,0-3-63-15,0 0-39 16,0 0-106-16,0 8-120 15</inkml:trace>
  <inkml:trace contextRef="#ctx0" brushRef="#br0" timeOffset="98733.41">8161 7724 74 0,'0'0'111'0,"0"0"-111"0,0 0-10 0,0 0-101 0</inkml:trace>
  <inkml:trace contextRef="#ctx0" brushRef="#br0" timeOffset="107739.17">8294 7768 174 0,'0'0'0'0,"0"0"-50"0</inkml:trace>
  <inkml:trace contextRef="#ctx0" brushRef="#br0" timeOffset="154635.19">8936 7018 195 0,'0'0'94'0,"0"0"-17"0,0 0-2 0,0 0-62 0,0 0-13 16,0 0 0-16,0 0 0 15,0 0-3-15,0 0 6 16,-6 16 32-16,-3-16-17 16,9 0-1-16,-7 0-6 15,7 0-8-15,0 0 1 16,0 0 9-16,0 0 24 15,0 0-8-15,0 0 10 16,0 0-11-16,0 0-17 0,0 0-7 16,0 0-8-1,0 0 5-15,0 0-3 16,0 0-4-16,0 0-17 0,0 0-83 16,0 0-199-16</inkml:trace>
  <inkml:trace contextRef="#ctx0" brushRef="#br0" timeOffset="156418.72">9851 6377 98 0,'0'0'94'0,"0"0"-17"0,0 0 11 0,0 0 13 15,0 0-49-15,0 0-44 16,0 0-2-16,0 0 1 16,0 0 6-16,0 0-10 15,0 0 2-15,0 0-3 16,0 0 47-16,0 0 32 15,0 0-38-15,0 0-11 0,0 0-13 16,0 0 2 0,0 0-18-16,0 0 13 0,0 0-4 15,0 0 25-15,0 0-4 16,0 0-11-16,0 0-9 16,0 0-8-16,0 0 5 15,0 0-2-15,0 0 6 16,0 0-5-16,0 0 17 15,0 0-20-15,0 0 1 16,0 0-7-16,0 0-2 16,0 0-5-16,0 0 14 15,0 0-12-15,0 0 5 16,0 0 0-16,0 0 0 0,0 0-2 16,0 0-1-1,0 0 3-15,0 0 20 0,6-13 6 16,0-19 37-16,10-16-39 15,-16 0-5-15,6-8-17 16,-6 7 7-16,0 2-8 16,0 2-1-16,0 13 0 15,0 9-1-15,0 14 0 16,0 9-4-16,0 0 5 16,0 0-31-16,-22 32 3 15,-18 28 17-15,-19 1-56 16,-9-5-125-16,-3-4-58 15,24-20-160-15</inkml:trace>
  <inkml:trace contextRef="#ctx0" brushRef="#br0" timeOffset="157099.38">8747 6195 94 0,'0'0'69'0,"0"0"-36"0,0 0-33 0,0 0-123 0</inkml:trace>
  <inkml:trace contextRef="#ctx0" brushRef="#br0" timeOffset="157533.51">8747 6195 67 0,'-112'8'114'0,"91"-3"-26"16,2-2-28-16,4 2-22 15,8-1-38-15,7-4-34 16,-12 4 17-16,12-4 17 0,0 0 42 16,-6 0 26-16,0 0-9 15,-10 0-43-15,16 0 39 16,0 0 20-16,-6 7-10 16,6-7-18-16,0 5-5 15,0-5 23-15,0 0 5 16,0 0-15-16,0 0-42 15,0 0-6-15,0 0-4 16,0 0 3-16,0 0-5 16,22 0 1-16,-10 0 7 15,22 0-9-15,-15 0-1 16,-4 11-21-16,-2 14 0 16,-13 7-3-16,0 8 8 0,0 16 3 15,-35 4-29 1,-17 4-22-16,-1-7 19 0,19-6 46 15,6-6 7-15,28-13 32 16,0-16-3-16,0-7-4 16,0-9-32-16,0 0 0 15,62 0 8-15,-3-13 8 16,9-11-2-16,-15 8-14 16,-7 3-3-16,-5 10-73 15,-16 3-11-15,-10 0-48 16,-9 0-196-16</inkml:trace>
  <inkml:trace contextRef="#ctx0" brushRef="#br0" timeOffset="158614.96">7283 7318 146 0,'0'0'97'0,"0"0"-40"0,0 0 122 0,0 0-72 15,0 0-12-15,0 0 19 0,-34 0 0 16,34 0-21 0,0 0-26-16,0 0 0 15,0 0-38-15,0 0-10 0,0 0-16 16,0 0-6-16,0-3-7 16,22-2 10-16,12 5 2 15,-3 0-2-15,-3 0-1 16,6 0-20-16,-6 13 20 15,-9 10-4-15,-7 6-1 16,-12 3 7-16,0-4-1 16,0 0 2-16,0-4-2 15,0-4 0-15,0 1 1 16,0-14-6-16,0 1-24 16,0-8-15-16,16 0 4 15,2 4 14-15,-12 5 26 0,10 2 6 16,-16 14 1-16,0 6 5 15,0 5 23-15,0 8-20 16,0 0 4-16,0-3-16 16,-22-9-6-16,-6 0 2 15,4-12-23-15,-4 4-67 16,3-16-182-16</inkml:trace>
  <inkml:trace contextRef="#ctx0" brushRef="#br0" timeOffset="159613.51">7299 8381 160 0,'0'0'275'0,"0"0"-243"16,0 0 44-16,0 0 31 0,0 0-22 0,0 0 14 16,-22-8-5-1,22 13-72-15,-18 18-18 0,8 9 21 16,4 1-3-1,-12-2-16-15,5-3 5 0,-9-3-1 16,-5-5 39-16,27-4-18 16,-7-5 4-16,7-6-32 15,0-5-3-15,0 0-14 16,0 0-17-16,0 0-10 16,28 0 35-16,6 0 4 15,-9 4 4-15,3-4-5 16,-16 4-4-16,10 0 6 15,-16-4-25-15,1 0 17 16,-7 0-19-16,0 0 4 0,0 0 17 16,0 0 4-16,0 0-6 15,0 0 9-15,0 0-21 16,0 0-6-16,0 4 9 16,0 4-9-16,6 1 15 15,-6 10-9-15,0 9 21 16,0 5 45-16,0 10-16 15,0 9 16-15,0 1-27 16,0-5 20-16,-6-5-34 16,-7-10-4-16,7-5-13 15,-10-12-14-15,16-12-84 16,0-4-117-16,-6 0-317 16</inkml:trace>
  <inkml:trace contextRef="#ctx0" brushRef="#br0" timeOffset="160529.73">7693 9704 123 0,'0'0'202'0,"0"0"-141"0,0 0 31 16,0 0 24-16,0 0-28 16,0 0-3-16,-68 41-34 15,68-29 5-15,0-8-1 16,0 0-46-16,0 0 13 16,0 5-10-16,27-2 19 15,-2 1-3-15,9 5 8 16,-6 2-18-16,-3-3-7 0,-3 13-9 15,24-10 2-15,-12 9-4 16,-21 4 2-16,-13 8 1 16,0 5 9-16,-40 15 11 15,-13-8-23-15,-6-4 0 16,19-12-4-16,-10-7-10 16,13-14-1-16,3-11-26 15,6 0-3-15,9-8-109 16,-9-36-124-16</inkml:trace>
  <inkml:trace contextRef="#ctx0" brushRef="#br0" timeOffset="160713.76">7485 9704 979 0,'0'0'54'16,"0"0"-49"-16,0 0 12 15,0 0-7-15,0 0-20 16,0 0 7-16,288-3-27 16,-216-22-123-16,2 2-125 15</inkml:trace>
  <inkml:trace contextRef="#ctx0" brushRef="#br0" timeOffset="162012.6">8676 10592 212 0,'0'0'27'0,"0"0"41"0,0 0 80 16,0 0-78-16,0 0 32 16,0 0-11-16,-10 0-28 0,10 0-11 15,-6 0-8-15,0 3-9 16,-13 10-31-16,-9 2 19 16,1 9-22-16,-4 9 12 15,-4 3-7-15,8 0-1 16,8 4 2-16,3 0-6 15,16 4 9-15,0 4-9 16,0-4 2-16,0 0 3 16,16-8-12-16,9-8 6 15,9-8-7-15,-6-7-14 16,6-1 1-16,-9-9 5 0,9-3-4 16,0 0 19-1,-9 0-27-15,-4 0 27 0,-14-20 8 16,-7-8 21-1,0 0-16-15,0 1-10 0,0 14 6 16,-41 9 1-16,7 4-10 16,-12 0 4-16,12 8-9 15,3 20 10-15,9 0-5 16,22-11 0-16,0 2-15 16,0-11-140-16,0-8-140 15</inkml:trace>
  <inkml:trace contextRef="#ctx0" brushRef="#br0" timeOffset="165527.42">9804 10940 511 0,'0'0'14'0,"0"0"39"0,0 0 37 0,0 0-39 0,0 0 22 0,0 0 13 16,81 0-19-16,-62 0-34 16,2 0 34-16,-2 0-8 15,-4 0-10-15,4 0-42 16,0 12 11-16,8 21-11 15,1 3-3-15,-15 11 10 16,-7 2-12-16,-6 2 4 0,0 6-1 16,0-4-9-1,0-14 4-15,0 2-10 0,0-18-20 16,0-15-9-16,0-8-52 16,0 0-25-16,0 0-58 15,0 0-66-15</inkml:trace>
  <inkml:trace contextRef="#ctx0" brushRef="#br0" timeOffset="165759.5">9811 11121 674 0,'0'0'115'16,"0"0"-103"-16,0 0 132 16,0 0-72-16,0 0-54 15,0 0-10-15,260-4-8 16,-226-9-39-16,-6 10-39 16,-16-5-112-16,1-9-128 15</inkml:trace>
  <inkml:trace contextRef="#ctx0" brushRef="#br0" timeOffset="166691.31">10980 10860 618 0,'0'0'81'0,"0"0"51"0,0 0-13 0,0 0-65 16,0 0-2-16,0 0 15 16,0 0-11-16,0 0-29 0,0 0 8 15,9 0-25 1,3-13-10-16,22-26 14 0,7-9-11 16,11-12-3-16,-5-4 5 15,-1 3-5-15,1-3-4 16,-19 7 2-16,-10 10-15 15,-11-1-3-15,-7 20-8 16,0 4 1-16,0 16 24 16,0 8 3-16,0 0 0 15,-41 0-22-15,1 0 12 16,-7 3 10-16,23 13-4 16,2 17 8-16,3-2 0 15,13-2 2-15,-3 3-4 16,9-4-1-16,0 4-1 15,0 0-1-15,9-3-4 16,16-1 1-16,15 3-20 0,-12-7 1 16,-9 4-15-16,-13-3 37 15,9 3-3-15,-15 8 4 16,0-4 17-16,-15 4-5 16,-38 0-6-16,1 0-2 15,-1-8 4-15,25-8-7 16,0-15-1-16,22-5-42 15,6 0-68-15,0-13-307 16</inkml:trace>
  <inkml:trace contextRef="#ctx0" brushRef="#br0" timeOffset="167823.5">11984 9673 336 0,'0'0'134'0,"0"0"-61"0,0 0 33 0,0 0-74 0,0 0 13 16,0 0 29 0,-28 56-25-16,28-43-13 0,0-2 13 15,0 1-1-15,0 1-23 16,22-6-9-16,9-3-12 15,9-4 6-15,1 0-8 16,-1 0 10-16,0 0-12 16,-6-24-1-16,-9-8-1 15,-9-8-7-15,-16 0 3 16,0-4-28-16,0 8 5 16,0 12-1-16,-7 12-31 15,-27 12 26-15,-6 0 9 16,-7 7 14-16,-5 25-34 0,11 1 46 15,1-2 39 1,25-6-7-16,2-9-28 16,13 0-8-16,0-9 1 0,0 1-7 15,0-3-5-15,28-5 0 16,12 0 9-16,1 0 6 16,-1 0-2-16,-3 0 5 15,-9 0-6-15,0 4-61 16,-9 0 23-16,-13 8 26 15,0 4 12-15,-6 9 3 16,0 3 56-16,0-5-34 16,16 6-18-16,-4-6 6 15,-12-7-8-15,0 12 6 0,0 0 1 16,0 5 26-16,-19-5-27 16,-27 8 14-16,-10-8 34 15,10 0-15-15,-7 4-33 16,19-8-8-16,0 0-1 15,9-11-33-15,25-13-30 16,0 0-94-16,0-9-314 16</inkml:trace>
  <inkml:trace contextRef="#ctx0" brushRef="#br0" timeOffset="168708.67">12105 8678 266 0,'0'0'157'0,"0"0"-56"0,0 0-63 0,0 0 3 0,0 0 4 0,0 0-33 16,0 0 14-1,0 24 9-15,0-11 17 0,0-2-8 16,0 1 16-16,0 1-32 16,0-6-16-16,0-2-11 15,0-2 13 1,0-3 21-16,0 0-1 0,0 0 2 15,0 0 22-15,0 0 1 16,0 0-40-16,0 0 8 16,0-31-15-16,0-14-5 15,0-10 2-15,0-10-9 16,6 5 0-16,0 8-4 0,1 3-1 16,-7 18-11-1,0 11 16-15,0 7-20 0,0 13 18 16,0 0-3-16,0 0-17 15,0 0-28-15,-7 28-50 16,-14 0-60-16,2 1-109 16</inkml:trace>
  <inkml:trace contextRef="#ctx0" brushRef="#br0" timeOffset="168912.27">12105 8678 317 0</inkml:trace>
  <inkml:trace contextRef="#ctx0" brushRef="#br0" timeOffset="169090.08">12105 8678 317 0,'226'73'68'0,"-201"-66"44"0,9-7-23 16,-6 0 7-16,25 0-44 16,-19-43 36-16,13-18-39 15,-7-7-3-15,-12 4-20 16,-22 12-14-16,-6 12 3 0,0 16-10 16,0 19 37-16,-6 5-9 15,-35 0-33-15,1 0 5 16,-16 8-6-16,16 21 1 15,9-1-3-15,3-8-16 16,16-12-33-16,12-5-21 16,0-3-145-16,0 0-165 15</inkml:trace>
  <inkml:trace contextRef="#ctx0" brushRef="#br0" timeOffset="169807.72">11916 7427 7 0,'0'0'324'0,"0"0"-303"0,0 0 27 0,0 0-10 15,0 0 14-15,-6 40 40 16,6-32 16-16,0 0 10 16,0-4-30-16,0 1-3 15,0-5-44-15,0 0-22 16,0 0-1-16,0 0-6 15,0-13 17-15,0-23-27 16,0-17 20-16,0-6-21 16,0 7 4-16,0 8-5 15,0 16-4-15,0 15-4 16,0 13 8-16,0 0-4 16,0 0 1-16,0 0-14 15,0 0-45-15,0 8 40 0,0 17-91 16,0-14-24-1,-19 9-88-15</inkml:trace>
  <inkml:trace contextRef="#ctx0" brushRef="#br0" timeOffset="170254.89">12310 7487 424 0,'0'0'181'0,"0"0"11"0,0 0-63 0,0 0-76 0,0 0-22 15,0 0-22-15,-65-236 9 16,65 207-17-16,0 9-2 15,0 0-4-15,0 12-7 16,0 8-5-16,0-3 4 16,0 3 7-16,0 0 5 15,0 0-3-15,0 0-106 16,0 3-69-16,-22 5-205 16</inkml:trace>
  <inkml:trace contextRef="#ctx0" brushRef="#br0" timeOffset="171055.2">11042 6861 478 0,'0'0'169'0,"0"0"-47"0,0 0-32 0,0 0-66 0,0 0 12 16,0 0 7-16,34-180-22 16,-28 131-10-16,-6 5-7 15,0 13 10-15,0 6-13 16,0 9-2-16,0 13-4 16,0 3-10-16,0 0-18 15,0 0-7-15,0 0-28 16,-6 19-17-16,-22 14-45 15,-6-10-110-15,0 10 45 16</inkml:trace>
  <inkml:trace contextRef="#ctx0" brushRef="#br0" timeOffset="171574.48">11308 6501 192 0,'0'0'169'0,"0"0"-45"0,0 0 4 0,0 0-64 15,0 0-20-15,0 0 4 16,168-29-34-16,-162 37-5 15,-6 28-9-15,0 5 24 16,0 15 27-16,-40 12-42 0,12-7 14 16,3-10-9-16,19-15-7 15,6-7-7-15,0-17-7 16,0-9-10-16,31-3-53 16,43 0 67-16,7-15 3 15,12-14 35-15,-7 6 16 16,-17 6-17-16,-29 13-19 15,-21 4-15-15,-13 0-21 16,-6 0-94-16,0 8-59 16,0 16-272-16</inkml:trace>
  <inkml:trace contextRef="#ctx0" brushRef="#br0" timeOffset="182800.46">19897 6485 1129 0</inkml:trace>
  <inkml:trace contextRef="#ctx0" brushRef="#br0" timeOffset="-214494.98">9811 7163 104 0,'0'0'48'0,"0"0"-37"0,0 0 2 0,0 0-13 0,0 0-40 0</inkml:trace>
  <inkml:trace contextRef="#ctx0" brushRef="#br0" timeOffset="-92250.47">14269 13731 927 0,'0'0'44'0,"0"0"-25"0,0 0 20 0,0 0-1 0,0 0-35 16,0 0-2 0,0 0 0-16,19 0 34 0,-19 0 25 15,0 0 14-15,0 0-13 16,0 0-11-16,0 0-10 16,0 0-17-16,0 0 6 15,0 0-28-15,0 0 15 16,0 0-3-16,0 0 17 15,-19 0-16-15,-21-4-12 16,-13-7 7-16,-15 11-4 16,3 0-5-16,-9 0 3 15,-7 0-13-15,7 20 12 0,-13 24-7 16,6 28-8 0,10 33 5-16,-4 11-5 0,23 20 8 15,11-16 5-15,41-19-6 16,0-17 2-16,13-21 2 15,67-7-5-15,13-15 3 16,28-13 0-16,0-12-2 16,19-16-12-16,-1 0 3 15,16-8-37-15,-9-48-20 16,-10-16-37-16,-36-5-54 16,-48 22-329-16</inkml:trace>
  <inkml:trace contextRef="#ctx0" brushRef="#br0" timeOffset="-91266.66">15026 14967 484 0,'0'0'59'0,"0"0"-43"0,0 0-6 16,0 0-9-16,0 0-1 16,0 0 0-16,0 0 17 15,0 8 52-15,0 0 28 16,0-1 18-16,0-7-11 16,0 0-49-16,0 0 4 15,0 0-37-15,0 0 13 16,0 0-10-16,0 0-2 15,0 0 10-15,0 0-18 16,0-31 14-16,0-13-16 0,0-25 3 16,0-3-16-1,0 8 0-15,0-5-9 16,0 5 9-16,0 9-22 16,0 14-15-16,0 10 11 0,0 14 26 15,0 14-10-15,0 3 10 16,0 0-5-16,-22 39 3 15,-24 14-1-15,12 22-5 16,-13-2-30-16,1-13-77 16,5-8-83-16,1-19 6 15,21-14-48-15,13-15 42 16</inkml:trace>
  <inkml:trace contextRef="#ctx0" brushRef="#br0" timeOffset="-90668">15333 14481 542 0,'0'0'169'0,"0"0"-70"0,0 0 31 0,0 0-84 0,0 0-25 16,0 0-20-16,80-51 27 16,-49 51-28-16,-15 0 1 15,9 3-1-15,-19 41 28 16,-6 12 6-16,0-3-27 15,0 15 11-15,-12-12-12 16,-23 0-5-16,17-20 3 16,12-12-5-16,6-20 2 15,0-4-2-15,6 0-6 16,53 0 4-16,21-4 3 16,1-20 1-16,12 12 8 15,-25 9-8-15,-21 3-2 16,-13 0-37-16,-22 0-25 15,-12 0-75-15,6 3-63 16,-6 5 49-16,0-8-113 0</inkml:trace>
  <inkml:trace contextRef="#ctx0" brushRef="#br0" timeOffset="-90017.19">16055 14586 323 0,'0'0'337'0,"0"0"-336"0,0 0 8 16,0 0 65-16,0 0-46 15,0 0 5-15,0 0 39 0,0 0 45 16,0 0-22-16,0 11-22 16,0 22-21-16,0 11 3 15,7 8-22-15,5 4-3 16,-6 0-1-16,7-7-23 15,-4-10 5-15,-3-3-8 16,0-8-6-16,0-11-48 16,1 2-16-16,-1-19-55 15,3 0-244-15</inkml:trace>
  <inkml:trace contextRef="#ctx0" brushRef="#br0" timeOffset="-89017.39">16421 14277 420 0,'0'0'204'0,"0"0"-100"0,0 0 39 0,0 0-50 0,0 0-52 15,0 0-9-15,0 0-9 16,0 0 4-16,0 0-8 15,6 0 19 1,10 0-24-16,15-12 7 0,9-13-10 16,7 5 0-16,-1 9-11 15,-5 3-6-15,-7 8 2 16,-13 0-11-16,4 0 14 16,-9 24-14-16,-16 16 10 15,0 15 10-15,0-6-2 16,-28-1-1-16,-6-7-1 0,9-18-1 15,9-7-3-15,10-16 3 16,6 0-12-16,0 0-1 16,0 0-56-16,0 0-2 15,22 0 39-15,3 0 32 16,9 0-11-16,-16 0 11 16,-2 17 4-16,-4 15 21 15,-12-9 27-15,0 10-3 16,0-5 9-16,0-4-42 15,-34 4 15-15,-19 0-16 16,-15 13-1-16,-3-2-14 16,3-14-2-16,27-2-17 0,23-23-48 15,18 0-142 1,0 0-596-16</inkml:trace>
  <inkml:trace contextRef="#ctx0" brushRef="#br0" timeOffset="58972.76">17317 14193 69 0,'0'0'310'0,"0"0"-246"0,0 0 24 16,0 0-6-16,0 0-48 15,0 0 10-15,0 0 24 0,7 0 6 16,-7 0-29-16,0 0-7 16,0 0-14-16,0 0 15 15,0 0-20-15,0 0 9 16,0 0 13-16,0 0-2 15,0 0-9-15,0 0-11 16,0 0 18-16,0 0-25 16,21 0-12-16,-2 0 12 15,9 4-14-15,18 0 4 16,1 4 9-16,5-5-6 16,-5-3-4-16,-7 0 5 0,1 0-5 15,-20 0-2-15,10 0-18 16,-15 0 13-16,-10 0-37 15,-6 0-2-15,0 0-62 16,0 0-33-16,0 0-27 16,0 0-33-16,0 0-167 15</inkml:trace>
  <inkml:trace contextRef="#ctx0" brushRef="#br0" timeOffset="59554.86">17417 13880 657 0,'0'0'117'0,"0"0"-1"0,0 0-18 16,0 0-80-16,0 0 5 0,0 0-2 16,0 0 29-16,6 0-5 15,34 0 13-15,7 0-8 16,8 0-27-16,10 0-6 16,-9 0-16-16,-3 0-1 15,0 0-37-15,-13 0-14 16,0-12-49-16,1-1-125 15,-23-2-308-15</inkml:trace>
  <inkml:trace contextRef="#ctx0" brushRef="#br0" timeOffset="67416.29">19016 13916 281 0,'0'0'188'0,"0"0"-178"0,0 0-1 0,0 0 15 0,0 0-20 0,0 0 12 0,0 0 44 16,0 5 14-16,0-2-18 0,0 5 24 15,0 4 4-15,0-12-52 16,0 4-26-16,0-4-2 16,0 0 2-16,0 0-4 15,0 0 30-15,0 0 7 16,0 0 22-16,0 0-26 16,0-4-5-16,0-32-26 15,0-17-3-15,0-14-2 16,0-18 2-16,7-3 1 15,11-4 0-15,4 3-4 16,-3 9-13-16,2 5 3 16,-2 18-42-16,-13 17 18 15,16 24 26-15,-16 16 10 0,0 0 11 16,-6 0-7-16,0 12 6 16,0 32-10-16,-12 5-3 15,-29 6-48-15,-5-7-82 16,12-12-11-16,0-12-20 15</inkml:trace>
  <inkml:trace contextRef="#ctx0" brushRef="#br0" timeOffset="68131.82">19348 13310 399 0,'0'0'36'0,"0"0"-28"0,0 0 37 0,0 0 5 15,0 0-1-15,0 0 14 0,0 0 14 16,248-39-31-16,-235 47-18 15,2 7-20-15,-15 22-1 16,0 6-7-16,0 9 0 16,-46 5 18-16,-29 7-17 15,16 0 26-15,-3-3-9 16,22-17 53-16,15-5-56 16,25-14-15-16,0-9-13 15,0-8 6-15,53-8 4 16,34 0 3-16,-7 0 13 15,7 0-11-15,0 0 23 16,-28 0-18-16,-13 0 26 0,-11 0-21 16,-29 0-1-1,0 0-11-15,-6 0-11 0,0 0-26 16,0 15-90-16,0 21 57 16,0 0-159-1</inkml:trace>
  <inkml:trace contextRef="#ctx0" brushRef="#br0" timeOffset="71362.1">20220 13716 317 0,'0'0'87'0,"0"0"-82"0,0 0-10 0,0 0 10 0,0 0 6 15,0 0 43-15,-10 8-12 16,10-8 6-16,0 0 38 15,0 0 19-15,0 0-30 16,0 0-56-16,0 0-17 16,0 0 19-16,0 0 1 15,0 0 14-15,0 0-4 16,0 0 23-16,0 0-21 0,0 0 8 16,0 0-5-1,0 0-16-15,0 0-21 0,0 0 7 16,0 0-13-16,0 0 13 15,0 0-14-15,0 0 0 16,0 0-1-16,0 0-17 16,0 0-15-16,0-8-68 15,-6 8-123-15,-13-5-137 16</inkml:trace>
  <inkml:trace contextRef="#ctx0" brushRef="#br0" timeOffset="71928.99">20632 13908 223 0,'0'0'266'0,"0"0"-196"0,0 0 12 16,0 0 5-16,0 0-9 15,0 0 22-15,0 16-46 16,0-32-12-16,15-32-29 15,4-8 0-15,0-12 46 16,2-17-23-16,-8-2-18 0,-13-6-16 16,0 9 3-1,0 7-4-15,0 29-2 0,0 16-3 16,0 24 0-16,0 8 0 16,0 0-7-16,0 0-20 15,0 8-69-15,0 28 55 16,0 8-15-16,0-3-95 15,0-2-101-15</inkml:trace>
  <inkml:trace contextRef="#ctx0" brushRef="#br0" timeOffset="72544.01">21041 13896 399 0,'0'0'211'0,"0"0"-209"0,0 0 11 0,0 0 50 0,41-232 27 16,-10 143-26-16,3-11-35 15,-13-4-26-15,20 4-6 16,-29 27 0-16,7 16 1 16,2 26 4-16,-14 11 15 15,5 8 1-15,-6 12-5 16,3 0 19-16,-9 0-2 16,0 12-17-16,0 28-8 15,0 12-10-15,-46 4-20 16,12 0-111-16,-13-4-117 15</inkml:trace>
  <inkml:trace contextRef="#ctx0" brushRef="#br0" timeOffset="73595.03">21668 13796 301 0,'0'0'363'0,"0"0"-297"0,0 0 60 16,0 0-43-16,0 0-31 16,0 0-14-16,-13 0-23 15,13 0 3-15,0 0-14 16,0 0 17-16,0 0-13 0,0 0 31 16,0 0-29-1,0 0-4-15,0 0-4 0,0 0-2 16,0 0 0-16,0 0-4 15,0 0-2-15,0 0 1 16,0 0-17-16,0 0-98 16,0-16-307-16</inkml:trace>
  <inkml:trace contextRef="#ctx0" brushRef="#br0" timeOffset="75342.04">22291 13908 237 0,'0'0'139'0,"0"0"-50"0,0 0-23 0,0 0-38 16,0 0-5-16,0 0 38 16,0 0-4-16,0 16 27 15,0-16 12-15,0 0 1 16,0 0-55-16,0 0 17 0,6-28-33 15,13-16-10-15,9-28-10 16,6 0-5-16,12-21 3 16,-6-7-1-16,7 8-6 15,-13 3-13-15,-15 26-10 16,-13 18 2-16,-6 21 19 16,0 12 5-16,9 12 0 15,-9 0-4-15,0 0-4 16,0 17 6-16,0 22 2 15,-9 17-1-15,-22 4-4 16,-16 1-51-16,13-9-166 16,-22-8-83-16</inkml:trace>
  <inkml:trace contextRef="#ctx0" brushRef="#br0" timeOffset="75792.17">22753 13708 111 0,'0'0'368'0,"0"0"-366"0,0 0 7 0,0 0 16 15,0 0 15-15,0 0-3 0,239-8 49 0,-165-48 0 0,7-13-48 0,5-8 34 16,-11 10 0-16,-29-2-27 16,-21 1-33-16,-25 17-2 15,0 10-10-15,0 21 0 16,-40 20-1-16,-31 0-7 16,-26 61 5-16,20 6-22 15,-4 5 10-15,19-20-75 0,22-11-149 16</inkml:trace>
  <inkml:trace contextRef="#ctx0" brushRef="#br0" timeOffset="80621.03">19128 14320 313 0,'0'0'89'0,"0"0"74"0,0 0-36 0,0 0-42 0,0 0-3 16,0 0-13-1,0 0-14-15,102 0-22 0,-83 0 18 16,0 0-9 0,2 0 10-16,7 5-28 0,9-1 7 15,4-4-2-15,8 8-8 16,4-4 1-16,18 0-16 16,4 1 30-16,-7-2-32 15,-3-3 1-15,3 8-3 16,-3-8 9-16,4 0-6 15,-1 0 1-15,-3 0 2 16,-12 0-7-16,15 0 10 16,-9 0-10-16,3 0 14 15,3 0-13-15,-3 0 15 16,19 0-16-16,5-8 11 0,1 5-8 16,6-10 3-1,-12 1-4-15,12 4 0 0,-22 5-4 16,4-6 6-16,-23 9 0 15,-2 0-5-15,3 0 9 16,-1 0-6-16,17 0 2 16,-10-8-5-16,15 0 2 15,13-4-6-15,0 0 10 16,-16 4-6-16,10-1 7 16,-13 9-8-16,-9 0 5 15,9 0-3-15,-9 0 1 16,9 0-2-16,-9 0 0 15,-6 0 6-15,9 0-8 0,-16 0 7 16,7 0-10-16,-7 0 7 16,10 0-5-16,-3 0 5 15,-7 0-2-15,7 0 0 16,0 0-1-16,-7 0-7 16,-5 0 16-16,-13 0-14 15,-1 0 14-15,-8 0-16 16,3 0-4-16,-4 0 0 15,4 0-10-15,3 0 8 16,3 0 2-16,6 0 11 16,-9 0-10-16,3 0 5 15,-22 0-39-15,12 0-65 16,-18-31-98-16,-24 3-818 16</inkml:trace>
  <inkml:trace contextRef="#ctx0" brushRef="#br0" timeOffset="82468.44">20793 14774 70 0,'0'0'591'16,"0"0"-495"-16,0 0-23 0,0 0 32 0,0 0-53 15,0 0 0-15,0 13 35 16,0-13-44-16,0 0-6 0,0 0-13 15,0 0 10-15,0 0-27 16,0 0-7-16,6 0-1 16,41-13 1-16,6 5-2 15,2-7-4-15,-2 15-2 16,-19-5-21-16,-3 5 9 16,-15 0-19-16,-10 0 16 15,-6 5 5-15,0 26 13 16,0 2 4-16,0 6-7 15,-22-3-1-15,-3-11 1 0,13-9 0 16,12-13-47-16,0-3 3 16,0 5-81-16,19-5 44 15,27 4 55-15,1-4 32 16,-13 11 2-16,-6-3 2 16,-16 5 21-16,-12-1-17 15,0 4 49-15,0 4 44 16,-6 8-18-16,-56 8-75 15,-3-4 14-15,-10 8-20 16,-12 1 0-16,13-2-19 16,21-6-177-16,19-14-144 15</inkml:trace>
  <inkml:trace contextRef="#ctx0" brushRef="#br0" timeOffset="82985.26">21587 14686 348 0,'0'0'182'0,"0"0"-46"0,0 0 4 0,0 0-30 0,0 0-61 0,0 245-8 0,0-197-20 0,0-1 7 0,0-3-13 16,0 5-8-16,0-9-7 16,0-4-24-16,0 0-23 15,0-12-113-15,0-19-111 16,0-5-304-16</inkml:trace>
  <inkml:trace contextRef="#ctx0" brushRef="#br0" timeOffset="83670.43">21615 15448 99 0,'0'0'378'0,"0"0"-297"0,0 0 4 0,0 0 14 0,0 0-60 15,0 0 52-15,0 60 4 16,0-56-42-16,0-4-14 16,0 0-5-16,0 0 0 15,0 0-23-15,0 0 3 16,0 0-14-16,0 0 14 15,0 0-10-15,0 0-2 16,0 0-2-16,0 0 0 16,0 0-2-16,0-4 1 15,0 4-5-15,0-4 6 0,0 0-7 16,0 4 5 0,0 0-4-16,0-7-29 0,0-14-68 15,28-3-90 1,-16 0-264-16</inkml:trace>
  <inkml:trace contextRef="#ctx0" brushRef="#br0" timeOffset="129113.99">23962 14417 193 0,'0'0'120'0,"0"0"-50"15,0 0 49-15,0 0-16 0,0 0-32 0,0 0-16 16,-28 0-18-16,28 0 18 16,0 0-11-16,0 0 7 15,-12 0-14-15,12 0 2 16,0 0 9-16,0 0 5 15,-6 0-3-15,6 0-35 16,0 0 12-16,0 0-17 16,0 0 20-16,0 0-22 15,0 0 9-15,0 0-10 16,0 0-4-16,0 0-3 16,0 0-2-16,0 8 1 15,40 0 0-15,0 0-8 16,13-4 18-16,0 1-17 0,-1-5 8 15,-5 0-19-15,-19 0-23 16,-22 0-10-16,6 0-39 16,-12 0-26-16,0 0-47 15,0 0-11-15,-12 0-257 16</inkml:trace>
  <inkml:trace contextRef="#ctx0" brushRef="#br0" timeOffset="129713.28">23956 14120 483 0,'0'0'120'0,"0"0"-13"0,0 0-17 0,0 0-63 0,0 0 39 16,0 0 3-16,-9-3-3 16,9 3-20-16,27 0 28 15,14 0-12-15,-7 0-12 16,25 0-26-16,15 0-16 15,-9 0-8-15,4 0-14 16,-1 0-15-16,-9-24-54 16,-25-12-68-16,-22 8-337 15</inkml:trace>
  <inkml:trace contextRef="#ctx0" brushRef="#br0" timeOffset="130796.29">25472 14016 582 0,'0'0'157'0,"0"0"19"0,0 0-73 0,0 0-67 0,0 0-9 16,0 0-26-16,0-44 10 16,0 12-6-16,0-8-2 15,0-5 29-15,0-6 4 16,0-1-14-16,0 0-16 15,0-4 11-15,12 7-16 16,-5 9 3-16,2 4 0 16,-3 15-1-16,-6 18-2 0,0 3-2 15,0 0 2-15,0 0-3 16,0 24-6-16,-6 8-1 16,-22 0 6-16,6-4-27 15,16-3-2-15,6-10-73 16,0-2-140-16,0-10-213 15</inkml:trace>
  <inkml:trace contextRef="#ctx0" brushRef="#br0" timeOffset="131478.82">25906 13523 171 0,'0'0'428'0,"0"0"-391"0,0 0 28 16,0 0 18-16,0 0-37 15,0 0-17-15,236-12-17 16,-205 12-4-16,-9 32 35 0,-22 12 6 15,0 16 16 1,0 4-18-16,-41 5-8 0,-11 3-25 16,-10-8 5-16,3-4 14 15,18-20-8-15,20-16 2 16,8-16-25-16,13-8-2 16,0 0-36-16,75-8 3 15,18-28 31-15,6 0 2 16,-6 0 9-16,3 25-7 15,-37 11-2-15,-25 0-30 16,-15 0 15-16,-19 11 15 16,0 21-5-16,0 5-32 0,0-9-92 15,0-9-282 1</inkml:trace>
  <inkml:trace contextRef="#ctx0" brushRef="#br0" timeOffset="131944.28">26902 13868 457 0,'0'0'150'0,"0"0"-13"0,0 0-67 0,0 0-21 0,0 0 3 15,0 0-9-15,0 0-14 16,0 0 51-16,0 0 21 16,0 0-53-16,0 0-5 15,0 0-38-15,0 0-5 16,0 8-10-16,-19-4-37 15,-3 7-121-15,-3-11-215 16</inkml:trace>
  <inkml:trace contextRef="#ctx0" brushRef="#br0" timeOffset="132543.18">27509 13924 532 0,'0'0'123'0,"0"0"11"0,0 0-27 0,0 0-78 15,0 0 23-15,0 0-3 0,0-128 11 16,0 68-6-1,0-9-25-15,0 2-20 0,0 6 5 16,0 9-10 0,0 16-8-16,0 19-1 0,0 17-4 15,0 0 1-15,0 9-36 16,0 38 43-16,-46 10-13 16,-1-1-48-16,7-12-20 15,9-11 33-15,15-22-91 16,4 1-77-16</inkml:trace>
  <inkml:trace contextRef="#ctx0" brushRef="#br0" timeOffset="133159.92">28058 13908 607 0,'0'0'64'0,"0"0"11"0,0 0-39 16,0 0-12-16,0 0 67 16,-6-241-26-16,6 174-39 15,0-2 4-15,0 13-30 16,0 15 25-16,0 17-24 15,0 17 41-15,0 7-4 16,0 0 4-16,0 12-22 16,0 27-20-16,-47 14-8 15,-21-1-20-15,15-11 6 16,13-22-11-16,22-11 16 16,18-8-49-16,0 0-93 15,0 0-94-15,0 0-249 0</inkml:trace>
  <inkml:trace contextRef="#ctx0" brushRef="#br0" timeOffset="133593.32">28694 13752 654 0,'0'0'105'0,"0"0"36"0,0 0-88 0,0 0-53 0,0 0-15 0,0 0 14 0,-13 0 2 16,13 0 27-16,-6 0 66 15,-3 0-22-15,9 3-14 16,-13-3-44-16,-5 0-14 0,-4 0-61 16,-3 0-145-16,4 0-417 15</inkml:trace>
  <inkml:trace contextRef="#ctx0" brushRef="#br0" timeOffset="133905.27">28694 13752 430 0</inkml:trace>
  <inkml:trace contextRef="#ctx0" brushRef="#br0" timeOffset="134076.25">28694 13752 430 0,'446'172'91'0,"-437"-216"-57"0,4-9 18 16,6-2 98-16,-10-1-11 16,-9 23-45-16,0 1-22 15,0 0-27-15,0 0-18 16,0 9-23-16,0 2-4 16,0-3-1-16,0 3-22 15,0 2-2-15,0-1 25 16,0-5-6-16,0 9 5 15,0 8-25-15,-9 8 5 16,-10 0-26-16,-9 44-118 0,-25 17-253 16</inkml:trace>
  <inkml:trace contextRef="#ctx0" brushRef="#br0" timeOffset="134459.36">29363 13811 667 0,'0'0'21'16,"0"0"-18"-16,0 0-2 0,0 0 3 16,0 0-4-16,186 0 20 15,-133-44 37-15,0-12-3 16,-13-4 57-16,-18-4-24 16,-3 0-48-16,-19 16 3 15,0 7-26-15,0 14-1 16,0 18-15-16,-47 9-6 15,-34 9-3-15,1 43-46 16,-13 12-23-16,12 8 8 16,22-16-83-16,13 1-234 0</inkml:trace>
  <inkml:trace contextRef="#ctx0" brushRef="#br0" timeOffset="135626.46">26055 14201 481 0,'0'0'97'0,"0"0"-27"0,0 0-15 0,0 0-48 16,0 0 3-16,0 0-8 16,0 11 15-16,0-11 3 15,0 0 37-15,0 5 34 16,0-2-28-16,0 2-14 16,0 3-5-16,0-1 7 15,6 1-41-15,35-3 3 0,-1 3-6 16,6-4 9-1,13-4-11-15,9 8 9 16,19-4-1-16,19 3 11 0,43 6 10 16,15 4-20-16,19-6 8 15,9 5-16-15,22-4 15 16,0 0-21-16,12-8 9 16,16-4-5-16,12 0 4 15,1 0-3-15,-7 0-5 16,-16 0 8-16,-18 0 1 15,0-19-13-15,-34 6 11 16,-31 5-14-16,-44 8 4 16,-37 0-4-16,-37 0 6 15,-9 0-20-15,-16 0-29 0,-6 16-66 16,0-8-192-16</inkml:trace>
  <inkml:trace contextRef="#ctx0" brushRef="#br0" timeOffset="139654.28">28005 14702 452 0,'0'0'121'0,"0"0"-91"0,0 0-11 0,0 0-13 16,0 0-2-16,0 0 12 16,0 0 70-16,0 0 13 15,0 0 17-15,0 0-35 16,0 0-15-16,0 0-25 16,0 0-33-16,0 0 15 15,0 0-16-15,0 0 2 16,0 0-6-16,0 0 5 15,-12 0 8-15,12 0 9 16,0 0 0-16,0 0-15 0,-6 5 13 16,-16-2-22-1,-6 9-2-15,-12 9 11 0,3-2-19 16,-13 6 10 0,3 3-1-16,7 8 2 0,-6 8 0 15,21 4-4-15,-9 16 7 16,0-4-10-16,15-8-5 15,-3 1 3-15,22-9-16 16,0 0 19-16,0-8-6 16,0 0 5-16,22-8 3 15,9-5-21-15,19-2 9 16,-19-13-11-16,15-4 20 16,-6-4-24-16,-5 0 26 15,-7 0-3-15,-10 0 2 16,-2 0-4-16,-4-28 4 0,-12-13-13 15,0 2-1-15,0-2-18 16,0 13-20-16,0 13 26 16,-34 15 30-16,-6 0 15 15,-13 0 28-15,-15 36-20 16,15 0-23-16,0 0-5 16,13-8 3-16,18-5-23 15,22-10-26-15,0-9-193 16</inkml:trace>
  <inkml:trace contextRef="#ctx0" brushRef="#br0" timeOffset="164616.42">32142 10675 436 0,'0'0'250'0,"0"0"-172"0,0 0 24 16,0 0-68-16,0 0-34 0,0 0-1 15,0 0-7 1,0 0 8-16,0 0-7 16,0 0 7-16,0 0 24 0,0 0 44 15,0 5 11-15,0-5-32 16,0 8-27-16,0-8-20 15,0 0-65-15,0 0-21 16,0 0-49-16,0 0 12 16,0 0-3-16,0 0 93 15,0 0 23-15,0 0 10 0,0 0 0 16,0-13-174 0</inkml:trace>
  <inkml:trace contextRef="#ctx0" brushRef="#br0" timeOffset="208713.41">25159 6084 204 0,'0'0'42'0,"0"0"-42"0,0 0-41 0</inkml:trace>
  <inkml:trace contextRef="#ctx0" brushRef="#br0" timeOffset="-84167.03">25547 14101 233 0,'0'0'151'0,"0"0"-61"0,0 0-60 16,0 0-25-16,0 0 9 0,0 0 2 15,0 0-1-15,0 0 9 16,0 0 17-16,0 0-10 15,0 0 9-15,0 0 14 16,0 0-37-16,0 0 13 16,0 0-21-16,0 0-3 15,0 0 10-15,0 0 28 16,0 0 12-16,0 0-21 16,0 0-23-16,0 3-4 15,-16 2-9-15,16-2 7 0,-6 5-10 16,-13 4 5-16,13 1-2 15,-10 7-1-15,4-9 2 16,-10 2 0-16,10-1 4 16,-7 7 18-16,-2 1-6 15,-13 5 3-15,9-1-15 16,-9 7 3-16,15-1-5 16,-3-11 2-16,10-2 6 15,6-9-6-15,0-8 13 16,6 0-1-16,0 0 10 15,0 0-24-15,0 0 15 16,0 0-14-16,0 0 13 0,0 0 7 16,0 0-10-16,0 0-13 15,18-44-18 1,69-41 18-16,40-27 32 0,34-17 14 16,7 1-25-16,-4 12-4 15,-3 8-11-15,-21 0-6 16,-13 23-10-16,-25 4-30 15,-27 26-14-15,-29 30-49 16,-46 25-111-16,0 0-241 16</inkml:trace>
  <inkml:trace contextRef="#ctx0" brushRef="#br0" timeOffset="-82832.97">27208 15557 102 0,'0'0'144'0,"0"0"-105"0,0 0 30 0,0 0 3 0,0 0-55 16,0 0 10-16,0 0 27 16,0 0-10-16,0 0-42 0,0 0-2 15,0 0 6-15,0 0-3 16,0 0-3-16,0 0 7 16,0 0-7-16,0 0-9 15,0 0 9-15,0 0 9 16,0 0 2-16,0 0 13 15,0 0 22-15,0 8 9 16,0-8-31-16,0 0 7 16,0 0-31-16,0 0-13 15,0 0-12-15,0 0 25 16,0 0 14-16,0 3 5 16,0-3 20-16,0 5 21 15,0-5 13-15,0 0-53 0,0 0 29 16,0 0-35-16,16-8-1 15,43-33 17-15,28-23 38 16,34-20-20-16,12-9-29 16,6 5 4-16,-11 4-21 15,-26 16 2-15,3 4-3 16,-30 3-2-16,-16 17-28 16,-13 8-3-16,-30 21-26 15,-16 15-68-15,0 0-86 16,-47 15-149-16</inkml:trace>
  <inkml:trace contextRef="#ctx0" brushRef="#br0" timeOffset="-81336.04">25311 12464 274 0,'0'0'64'15,"0"0"-64"-15,0 0 0 0,0 0 0 0,0 0 22 16,0 0 62-16,15 8 11 16,-15-8-18-16,0 0-10 0,0 0 22 15,0 0 5-15,0 0-45 16,0 0-9-16,0 0-1 16,13 0 13-16,-13 0-11 15,6 0 2-15,-6 0-30 16,6 0-7-16,22 0 3 15,6 0-5-15,3-12 9 16,19-8-12-16,-3 16 5 16,-7 0-2-16,-11 4-8 15,-11 0-14-15,-2 0-4 16,-16 28 8-16,-6 16 14 16,0 12-2-16,0 8 5 15,-28 5-8-15,-3-5 10 16,3 0-10-16,22-16 7 15,0-12-2-15,6-11 0 0,0-14 3 16,0-7-3-16,47-4-18 16,11 0 18-16,11 0 12 15,5 0 16-15,-9 0-18 16,-18-8 12-16,-13 4-21 16,-6 1-1-16,-16-2-1 15,-12 5-40-15,0 0-71 16,0 0-217-16</inkml:trace>
  <inkml:trace contextRef="#ctx0" brushRef="#br0" timeOffset="-70960.9">23881 16824 524 0,'0'0'264'0,"0"0"-227"0,0 0 48 0,0 0-16 0,0 0-45 15,0 0 27-15,0 0 12 16,115 12-43-16,-90-12 5 16,3 0-11-16,-3 4 14 15,3-4-24-15,6 4-4 16,6-4 0-16,-6 0-1 16,-9 0-18-16,15 0-11 15,-6 0-11-15,-21 0-61 16,-7 0-76-16,-6 0-185 0</inkml:trace>
  <inkml:trace contextRef="#ctx0" brushRef="#br0" timeOffset="-70742.83">23881 16824 512 0</inkml:trace>
  <inkml:trace contextRef="#ctx0" brushRef="#br0" timeOffset="-70627.93">23881 16824 512 0,'-148'-108'127'0,"148"108"-51"0,55 0 1 0,-2 0 217 15,22-5-239-15,-23 2-30 16,7-2-5-16,-3 5-20 16,9-4-1-16,-12-4-54 15,-7-8-70-15,-5-4-157 16,-13 1-158-16</inkml:trace>
  <inkml:trace contextRef="#ctx0" brushRef="#br0" timeOffset="-69977.72">24923 16370 529 0,'0'0'104'0,"0"0"12"0,0 0-43 15,0 0-44-15,22 0-26 0,3 0 24 16,15 0 18-1,-6 0-2-15,0 0-2 0,-9 17-14 16,15 6 6-16,-18 1-11 16,-9 12 13-16,-13 9-28 15,0 7 3-15,0 8-10 16,-13 0-2-16,-21 0-4 16,-12-8 5-16,18-11-2 15,3-13 1-15,25-5 1 16,0-6-11-16,0-6 7 15,0 2-29-15,0-9 26 16,40-4 6-16,-9 0 2 0,-3 0 6 16,-9 0 8-1,9 0-5-15,-7 0-7 0,-2 0-2 16,9 0-31-16,-3 0-45 16,-4 0-159-16,-21-17-190 15</inkml:trace>
  <inkml:trace contextRef="#ctx0" brushRef="#br0" timeOffset="-69162.37">25698 16387 139 0,'0'0'146'0,"0"0"-21"0,0 0 4 0,0 0-46 0,0 0-5 16,0 0-9-16,0 0-29 16,16 0-8-16,9 0 17 15,9 0 15-15,6 0-48 16,-6 0 6-16,-3 0-19 16,-9 0-2-16,-16 16-1 15,-6 7 0-15,0 21 3 16,0 9-3-16,-6 3 0 15,-28-4 2-15,15-8-7 16,4-11-17-16,15-10 17 0,0-2-6 16,0-6 9-1,0-7-1-15,15 0-25 0,32-3 28 16,-7-2-7-16,-9 2 6 16,3-2 1-16,-18 1 18 15,15 1-12-15,-16-5 6 16,10 3-12-16,9-3-14 15,6 0-24-15,-5 0-87 16,-11 0-37-16,10-12-146 16</inkml:trace>
  <inkml:trace contextRef="#ctx0" brushRef="#br0" timeOffset="-68745.8">26474 16791 410 0,'0'0'71'0,"0"0"-9"0,0 0 16 0,0 0-52 16,0 0 26-16,0 0 25 0,241-75 6 15,-213 18-15 1,-9-3-42-16,-7-5 19 0,-12 6-26 16,0 10-6-16,0 10-10 15,0 11 26-15,-24 12-10 16,-17 3-4-16,-11 13-14 15,-10 0 9-15,3 8-10 16,-3 33-1-16,15-2-7 16,7 2-19-16,27-10 1 15,13-6-54-15,0-9-86 16,13-16-49-16,49 0-293 16</inkml:trace>
  <inkml:trace contextRef="#ctx0" brushRef="#br0" timeOffset="-67796.74">27590 16446 471 0,'0'0'0'0,"0"0"-8"0,0 0 8 0,0 0-103 15,0 0 94-15,0 0 9 16,28 0 0-16,-28 0 60 16,0 0-6-16,0 0-15 15,0 0 6-15,0 0 35 16,0 0 7-16,0 0-4 15,0 0 4-15,0 0-49 0,0 0-12 16,0 0-16 0,0 0 7-16,0 0-7 0,0 0 8 15,0 0-13 1,0 0-1-16,0 0-3 0,0 0 3 16,0 0 0-16,0 0 2 15,0 0-5-15,0 0 1 16,0 5-3-16,0 6 1 15,0 2 0-15,0 2-1 16,0 10 6-16,-6-1-2 16,-16-8-2-16,9 4 3 15,-5 8 1-15,-4-4-8 16,-6 8 7-16,3 0-4 16,4-7 1-16,-4-5 2 15,25-4 28-15,-6-13-11 16,6 2 18-16,0-5-27 0,0 0 16 15,0 0-20-15,0 0-5 16,0 0-2-16,0-5-3 16,0-27 3-16,46-16 1 15,35-28 24-15,18-17-7 16,28-15 13-16,0-8-14 16,7 8 4-16,-13 16-21 15,-35 20-6-15,-33 31-4 16,-19 22-25-16,-28 14 7 15,-6 5-17-15,0 5-24 16,-6 31-47-16,-40 3-197 16</inkml:trace>
  <inkml:trace contextRef="#ctx0" brushRef="#br0" timeOffset="-67230.6">27450 16799 364 0,'0'0'155'0,"0"0"-74"0,0 0 37 0,0 0 5 0,0 0-23 16,0 0 5-16,168 0-2 15,-75 0-42-15,6 0-12 16,37 0-29-16,-8-8 6 16,5-3-26-16,-15-2 0 15,-10-2-15-15,-21-1-14 16,-19-4-44-16,-31-13-74 16,-2 1-117-16,-20 0-332 15</inkml:trace>
  <inkml:trace contextRef="#ctx0" brushRef="#br0" timeOffset="-66365.69">28334 16033 3 0,'0'0'325'0,"0"0"-174"0,0 0-52 0,0 0 8 0,0 0-15 16,0 0-28-16,0-8-43 16,0 8 14-16,0 0-24 15,0 0 26-15,0 0-12 16,0 0 12-16,0 0-12 15,0 0 12-15,0 0 24 16,0 0-30-16,0 0-3 16,0 0-16-16,0 21 12 15,12 7-23-15,29 20 17 16,5 4-4-16,13 8-3 16,22 8-1-16,-7-8-10 15,1 17 3-15,-10-10 0 16,15-3-2-16,-27-15 4 0,9-5-10 15,-15-12-5-15,-23 0-1 16,10-7-4-16,-18-5-1 16,-4-1 13-16,1-7-9 15,-13-12 1-15,6 0-59 16,-6 0-50-16,0 0-141 16,0-23-470-16</inkml:trace>
  <inkml:trace contextRef="#ctx0" brushRef="#br0" timeOffset="-65466.23">28474 16739 136 0,'0'0'225'0,"0"0"-192"0,0 0-17 16,0 0-16-16,0 0-30 15,0 0 23-15,-7 0 7 0,7 0 83 16,0 0-17-1,0 0 14-15,0 0-14 0,0 0 10 16,0 0-20-16,0 0 4 16,19 0-8-16,9 0-16 15,-10 0-5-15,-2 0-23 16,15 0 12-16,-3 0-11 16,6 0 17-16,6 0-9 15,1 0 8-15,11 0 5 16,-5 0-13-16,-1 0 1 15,1 0-17-15,-13 0 5 16,12 0 4-16,-18 0-20 0,-9 0 9 16,-7 0 1-16,16 0-21 15,-15 0 5-15,8 0 15 16,-8-3-22-16,8-6-23 16,-8-2-18-16,15 3-5 15,-16-1-107-15,-12 5-106 16</inkml:trace>
  <inkml:trace contextRef="#ctx0" brushRef="#br0" timeOffset="-25732.77">1898 15717 36 0,'0'0'467'0,"0"0"-449"0,0 0 46 0,0 0 10 0,0 0-19 0,0 0-47 16,0 0 14-16,0 12-8 15,0-12 19-15,0 0 28 16,0 4 30-16,0-4-33 15,0 7-43-15,0-2 12 16,0-2-22-16,0 5-1 0,0 9-1 16,0 3-3-1,0 0 8-15,0 12 13 0,0 9 11 16,6 6-24-16,22 14 12 16,-3-5-19-16,2-1 5 15,-8-6-2-15,-13-13 9 16,10-16-11-16,-16-12 1 15,0-8 10-15,0 0-2 16,0 0 23-16,0-24-20 16,0-16 1-16,0-9-8 15,0 5-14-15,0 5 7 16,0-2-1-16,6 5-5 16,28 8-3-16,13 0 4 15,18 8-9-15,9 12 14 0,-6 8-29 16,10 0 20-16,2 20-3 15,-33 16 8-15,-13 5 8 16,-34 3 0-16,0 0 0 16,0-4-1-1,0-8-3-15,0-4-10 0,0-20-10 16,0 4-124-16,0-12-102 16,12 0-139-16</inkml:trace>
  <inkml:trace contextRef="#ctx0" brushRef="#br0" timeOffset="-25100.71">3315 16370 196 0,'0'0'819'0,"0"0"-802"0,0 0 47 0,0 0 12 0,-261-232-61 16,255 140 9-16,6-4-11 15,0-9-6-15,19 8-7 16,33 17-12-16,1 24-12 16,15 12-33-16,-15 24-69 0,-7 20-134 15,-5 0-106 1</inkml:trace>
  <inkml:trace contextRef="#ctx0" brushRef="#br0" timeOffset="-24051.26">3702 16274 676 0,'0'0'82'0,"0"0"-38"0,0 0 19 0,0 0-63 15,0 0-13-15,0 0 13 16,93 0 10-16,-52 8 29 0,11 4-7 16,-5-4-1-1,15 8-12-15,-16-11-11 16,-5 10 12-16,-10-10-19 16,-10-2 7-16,-8-3-1 0,-7 0-4 15,-6 0 2-15,0 0 2 16,0 0 32-16,0 0 13 15,0-8-9-15,-19-15-39 16,-27-10 5-16,-1 9-8 16,1 4 3-16,12-12 0 15,-7 0-8-15,7-1 4 16,9-3-5-16,4-3 1 16,2 6-6-16,10 2 6 15,-4-2 8-15,1 5-13 16,12 4 15-16,0 1-12 15,0-10 2-15,0 5-14 0,6-8-26 16,22 12 2 0,-3 7 33-16,3 9-23 15,6 8 14-15,6 0 10 16,25 0 1-16,10 0 14 0,-16 0-7 16,3 8 0-16,-22 1 3 15,-3 7-9-15,4 0 2 16,-7 7 1-16,0 7 3 15,6 1-4-15,-6-3 11 0,-3 0-8 16,3-4 1 0,-12 12 0-16,-3-8 5 0,-19 13 11 15,0-10 2-15,0 2-9 16,0-1 23-16,0-4-21 16,-19 0 12-16,-3-3-22 15,-3 2 12-15,-2-3-13 16,8-12-9-16,10 0-1 15,2-12-28-15,1 0-26 16,0 0-146-16</inkml:trace>
  <inkml:trace contextRef="#ctx0" brushRef="#br0" timeOffset="-23534.25">4617 16398 519 0,'0'0'135'0,"0"0"-120"0,0 0 2 0,0 0-13 0,0 0 5 15,0 0-9-15,0 0 38 16,22 0 52-16,2 5 33 16,23-2-44-16,-1 1-6 15,-5 9-43-15,-7-10-15 16,-6-3-15-16,-10 0-3 0,4 0-38 15,-10 0-27 1,-5 0-40-16,-7-16-116 0,0-7-368 16</inkml:trace>
  <inkml:trace contextRef="#ctx0" brushRef="#br0" timeOffset="-23035.23">4890 15593 407 0,'0'0'141'0,"0"0"-105"0,0 0 109 0,0 0-30 15,0 0-19-15,0 0-17 16,409 88-31-16,-350-40-7 16,3 12-18-16,-22 7 6 15,-21 10-11-15,-19 7-14 16,0 4 3-16,0-3-14 15,-34-9-3-15,-7-19-30 16,-11-10-67-16,-1-7-108 16,-6-16-324-16</inkml:trace>
  <inkml:trace contextRef="#ctx0" brushRef="#br0" timeOffset="-22585.46">6133 16238 666 0,'0'0'20'0,"0"0"45"0,0 0-14 15,0 0-42-15,0 0-9 0,0 0-12 16,248 0-74-16,-242 0-17 16,-6-8 37-16,0-4 19 15,0 0-89-15</inkml:trace>
  <inkml:trace contextRef="#ctx0" brushRef="#br0" timeOffset="-22401.59">6133 16238 1057 0,'-319'-172'50'0,"331"172"-50"16,44 0 0-1,15 0 28-15,32-13-12 0,-17-2-5 16,-8-1-11-16,-16 4-60 16,-28 12-75-16,-28 0-132 15,-6 0-207-15</inkml:trace>
  <inkml:trace contextRef="#ctx0" brushRef="#br0" timeOffset="-21020.51">7051 15850 561 0,'0'0'107'0,"0"0"-1"0,0 0 56 0,0 0-84 0,0 0-18 0,0 0-6 15,139-102-21-15,-104 102-30 16,-1 0-3-16,-10 8-1 15,-8 33 1-15,-16 18-18 16,0 15 2-16,0 9-2 16,-50 9-8-16,4-7 26 0,-1-5 2 15,16-20 7-15,3-20-6 16,22-7 1-16,6-26-4 16,0 1-15-16,34-8-61 15,44 0 66 1,18-15 10-16,3-18 11 0,-6 9 0 15,-18 16-6-15,-29 4 3 16,-21 4-8-16,-16 0-1 16,-9 0-32-16,0 0-11 15,0 0-71-15,0 0-190 16</inkml:trace>
  <inkml:trace contextRef="#ctx0" brushRef="#br0" timeOffset="-20387.69">7572 15845 43 0,'0'0'367'0,"0"0"-258"0,0 0-38 0,0 0 29 0,0 0-43 15,0 0 10-15,59-25 15 16,-44 25-31-16,4 0-5 16,9 0-21-16,6 17 22 0,-3 15-43 15,-3 4 19 1,6 4-23-16,-15 9 1 0,-13-2 2 15,-6 14 0 1,0 3 15-16,0 4-7 0,0-4 13 16,0-3-21-16,0-17 11 15,0-21-14-15,0-6-2 16,0-14-31-16,21-3-37 16,4 0 47-16,31 0 21 15,-9 0 2-15,5 0 5 16,-11 0 9-16,-7 0-7 15,-3 0 11-15,-10 0-18 16,-8 0-11-16,-7 0-8 16,3 0-14-16,-2 8-22 0,-1-3-58 15,12-5-19 1,-8 0-188-16</inkml:trace>
  <inkml:trace contextRef="#ctx0" brushRef="#br0" timeOffset="-20070.45">8493 16418 459 0,'0'0'105'0,"0"0"-10"15,0 0-73-15,0 0 46 0,0 0 40 0,0 0 1 16,0 0-53-1,282-212 6-15,-248 147-22 0,-22 1-23 16,-12 9 1-16,0 6-17 16,-18 6 1-16,-44 14 5 15,-19 9-14-15,-18 20-10 16,6 0 5-16,6 16-23 16,7 37 21-16,21-1-8 15,9 12-27-15,25-4-6 16,25-16-161-16,0-20-116 15</inkml:trace>
  <inkml:trace contextRef="#ctx0" brushRef="#br0" timeOffset="-19304.46">9745 16459 420 0,'0'0'130'0,"0"0"20"0,0 0 65 0,0 0-72 0,0 0-58 16,394 0-42-16,-288 0-18 16,15 0-25-16,-28 0-4 15,-13 0 2-15,-21 0-5 16,-9 0-26-16,-25 0-1 15,-10 0-78-15,-15 0-89 16,0 0-178-16</inkml:trace>
  <inkml:trace contextRef="#ctx0" brushRef="#br0" timeOffset="-18872.54">9770 16483 629 0,'0'0'113'15,"0"0"15"-15,0 0-42 16,0 0-32-16,0 0 53 16,115-253-65-16,-56 161-3 15,-19-5-30-15,0 1-1 16,1 12-8-16,-7 16 0 16,-15 23-1-16,2 30-25 15,-15 15 22-15,29 0-35 16,-11 48 27-16,17 32 12 15,21 20 36-15,-16 5-15 16,7 6-3-16,-7-9-13 16,-11-11-5-16,5-15-5 0,6-19-59 15,-12-17-66-15,-9-32-163 16,-9-8-293-16</inkml:trace>
  <inkml:trace contextRef="#ctx0" brushRef="#br0" timeOffset="-17816.77">11128 16066 282 0,'0'0'186'0,"0"0"-110"0,0 0 58 0,0 0-65 0,0 0 24 0,0 0 8 0,-62 0-19 16,31 0-49-16,3 11 20 16,-6 2-26-16,10 2 0 15,-11 6-5-15,7 3-10 16,4 3 2-16,-4 6-8 16,6-5 6-16,10 0-6 15,12-4-12-15,0 1 0 0,0-6 5 16,6 1-12-1,34-12-11-15,7 9 0 0,21-9 4 16,-15 0 7-16,-1-5-14 16,-24 2 24-16,-15-2-9 15,-7-3 12-15,-6 0 1 16,0 4 37-16,0 4 7 16,0 8-11-16,0 1-5 15,-31 2-26-15,-9 1-6 16,-1 9-26-16,1-1-25 15,0 0-106-15,18-8-230 16</inkml:trace>
  <inkml:trace contextRef="#ctx0" brushRef="#br0" timeOffset="63292.96">14576 6581 114 0,'0'0'454'0,"0"0"-382"0,0 0-33 0,0 0 33 16,0 0-46-16,0 0-10 16,0 0 22-16,0 0 11 15,0 0 20-15,-12 0-4 16,12 0 7-16,0 0-26 15,0 0-22-15,0 0-18 16,0 0 15-16,0 0-21 16,0 0 10-16,0 7 17 15,0-7-14-15,0 0 23 16,0 0-20-16,0 0 11 16,0 0-25-16,0 0 13 15,0 0-11-15,0 0 9 0,0 0-13 16,0 0-7-16,40 0 7 15,25 0 2-15,28 0 19 16,10 0-16-16,8 0 8 16,4-7-13-16,-22 7 5 15,-12-13-5-15,-13 13-19 16,-22 0-14-16,-12 0-8 16,-15 0-5-16,-13 0-20 15,-6 0-63-15,0 0-137 16,0-3-289-16</inkml:trace>
  <inkml:trace contextRef="#ctx0" brushRef="#br0" timeOffset="63907.56">14589 6568 315 0,'0'0'367'0,"0"0"-292"0,0 0 62 0,0 0-63 16,0 0-38-16,0 0-13 0,114-83 23 15,-67 39-13-15,-1-20-20 16,10-5-3-16,16-15 8 16,-4-1-17-16,6 2 2 15,-15 14-6-15,-12 13-3 16,-7 24-6-16,-12 20-30 15,-10 4 5-15,-11 8-6 16,14 0 3-16,-8 0 23 16,15 44 17-16,-4 8 33 15,4 24-11-15,-15 1 7 16,-1-5-25-16,4-4-4 16,-4-12-36-16,-6-12-45 15,0-16-157-15,-6-16-143 0</inkml:trace>
  <inkml:trace contextRef="#ctx0" brushRef="#br0" timeOffset="65424.88">16409 6504 822 0,'0'0'113'0,"0"0"-54"16,0 0 34-16,0 0-65 0,0 0-28 15,0 0 0-15,0 9-4 16,0-9 4-16,0 0 22 16,0 0 12-16,0 0 2 15,0 0-20-15,0 0 5 16,0 0-17-16,0 0-8 0,0 0-8 16,0 0-11-1,0 0-28-15,0 0-72 0,0 0-115 16,0-20-278-16</inkml:trace>
  <inkml:trace contextRef="#ctx0" brushRef="#br0" timeOffset="68253.73">16520 6184 507 0,'0'0'34'0,"0"0"0"0,0 0-34 0,0 0-11 0,0 0 11 16,0 0 82-16,0 0 38 15,0 4 29-15,0-4-27 16,0 4-45-16,0-4-58 15,0 0-19-15,0 0-13 16,-6 0-14-16,0 0-27 16,-6 0-10-16,-1 0 12 0,4 0 18 15,-10 0-5-15,19 0-50 16,-12 0-546-16</inkml:trace>
  <inkml:trace contextRef="#ctx0" brushRef="#br0" timeOffset="69503.9">17630 6493 105 0,'0'0'234'0,"0"0"-227"0,0 0-7 16,0 0 14-16,0 0 5 0,0 0 11 16,0 0 7-16,0 8 8 15,0-8 26-15,0 0 53 16,0 0 0-16,0 0-8 16,0 0-50-16,0 0 15 15,0 0-24-15,0-8-7 16,-18-25-33-16,-10-19 3 15,3-4 1-15,3-16-4 16,22-13-8-16,0-2-1 16,7-6-16-16,48 17 1 15,11 4-26-15,-8 28-84 16,-2 12-183-16,-15 20-375 16</inkml:trace>
  <inkml:trace contextRef="#ctx0" brushRef="#br0" timeOffset="70269.63">18012 6441 344 0,'0'0'160'0,"0"0"-81"0,0 0 36 0,0 0-67 0,0 0-33 0,0 0 47 16,-6 0 25-16,6-17-11 16,0-22-35-16,0-18 34 15,0-7-24-15,0-12-15 16,0 8-30-16,0 4 5 15,18 3-11-15,4 9 0 16,-3 20-1-16,2 0-28 16,-15 12 27-16,1 7-16 15,-7 13-10-15,0 0-31 16,0 0 30-16,-34 33-31 16,-44 27 25-16,-24 4-155 0,9-8-173 15</inkml:trace>
  <inkml:trace contextRef="#ctx0" brushRef="#br0" timeOffset="71005.63">18353 6332 926 0,'0'0'78'0,"0"0"52"0,0 0-38 0,0 0-50 0,0 0-34 16,0 0-7-16,-47 192-1 16,20-167-39-16,2 7-27 15,3-17-15-15,16-2-67 16,6-13-109-16,0 0-171 16</inkml:trace>
  <inkml:trace contextRef="#ctx0" brushRef="#br0" timeOffset="71883.72">18747 5984 461 0,'0'0'44'0,"0"0"14"0,0 0 27 0,0 0-29 0,0 0-39 16,0 0-1-16,6 0-6 15,-6 0-10-15,0 0 27 16,0 0 33-16,0 0 4 0,15 0-39 15,-15 0 19 1,0 0-7-16,0 0 7 16,0 0 7-16,0 0-14 0,0 0-33 15,0 0 3-15,0 0 4 16,0 0-11-16,0 0 22 16,-15 11-19-16,-10 1 6 15,3 9-4-15,-2-2 1 16,24-7 0-16,0 1-6 15,0-6 0-15,0 1-24 16,0 0 20-16,0 0-9 16,46-3 9-16,-6-2 7 15,7 6-3-15,6-1 0 16,-1 0 1-16,4 3-3 16,-9 6 3-16,-7-1-3 0,-9-1-8 15,-9 6 8 1,-16 2-9-16,-6 10 7 0,0 3 4 15,-34 8 31-15,-25-8-13 16,6-8-7-16,19-8-7 16,0-7 1-16,-13-10-10 15,1-3-21-15,-1 0-18 16,-5-11-71-16,18-30-153 16,6-15-204-16</inkml:trace>
  <inkml:trace contextRef="#ctx0" brushRef="#br0" timeOffset="72071.79">18880 5879 699 0,'0'0'28'0,"0"0"-9"0,0 0 4 0,0 0-23 0,0 0-30 0,0 0-57 0,375-44-219 0</inkml:trace>
  <inkml:trace contextRef="#ctx0" brushRef="#br0" timeOffset="72568.53">19463 6385 766 0,'0'0'69'0,"0"0"53"0,0 0-20 0,0 0-94 0,0 0-8 0,0 203-4 0,0-170-15 0,0-1-82 15,-19-12-160-15</inkml:trace>
  <inkml:trace contextRef="#ctx0" brushRef="#br0" timeOffset="73533.73">20012 6172 522 0,'0'0'3'0,"0"0"15"0,0 0-14 0,0 0 11 16,0 0 10-16,0 0 10 0,121-72-1 15,-109 44-11 1,-6 7-6-16,-6-2 13 0,0 10-7 16,0 5-18-16,-40-4 7 15,-13 12-9-15,7 0-3 16,-16 0 0-16,3 0 63 16,0 20-30-16,19 4 24 15,12 4-24-15,15-3-20 16,13-6-13-16,0-7-4 15,0-4-4-15,0-8-31 16,31 0 8-16,25 0 4 16,-3 0 17-16,21-16-5 15,-9-4-13-15,-12-3-24 16,-3 7 1-16,-38-1-26 16,-6 6 19-16,-6-2 56 0,0 13 2 15,0 0 69-15,0 0-12 16,0 0 33-16,0 0-32 15,0 0-9-15,0 0-44 16,0 20 5-16,0 1-2 16,0-2-8-16,28-2-3 15,-3 2-2-15,-9 1 0 16,2-4 0-16,-12 4-8 16,7 1 0-16,-13-1-21 15,0 3 26-15,0 10 8 16,0-1 2-16,0 4 26 15,-37-4 25-15,2 8-28 16,-5-3 21-16,-13-6 13 16,-2-2-19-16,-4-6 10 0,18-10-38 15,-5-13 20-15,6 0-25 16,5 0-7-16,1 0-15 16,16 0-32-16,-10 0-66 15,15 0-214-15</inkml:trace>
  <inkml:trace contextRef="#ctx0" brushRef="#br0" timeOffset="74217.44">20613 5751 572 0,'0'0'94'0,"0"0"22"0,0 0 48 16,0 0-91-16,0 0-5 15,0 0-7-15,320 180-13 16,-246-116-27-16,-34 5 0 16,-27 14 8-16,-13 14-29 15,0 0 4-15,-19 3 24 16,-55-9-28-16,-19-10-18 15,12-17-10-15,-6-16-90 0,19-31-155 16,22-17-589 0</inkml:trace>
  <inkml:trace contextRef="#ctx0" brushRef="#br0" timeOffset="130320.05">14455 8121 246 0,'0'0'156'0,"0"0"-136"0,0 0 42 0,0 0-31 0,0 0-30 0,0 0 26 15,0 0 6-15,0 0 26 16,0 0 53-16,0 0 11 16,0 0-31-16,0 0-55 15,0 0 12-15,0 0-23 16,0 0 12-16,0 0-32 15,0 0 16-15,0 0-13 16,0 0 9-16,0 0 0 16,0 0-11-16,0 0 13 15,22 0-15-15,37 0 26 16,22 0-9-16,12 0 11 16,21-12-23-16,-8-4 7 15,-4-1-14-15,-9 6-3 16,-28-9-4-16,-24 12-22 0,-20-5-2 15,-21 2-43-15,0 2-76 16,-21 6-155-16</inkml:trace>
  <inkml:trace contextRef="#ctx0" brushRef="#br0" timeOffset="130835.41">14316 8185 359 0,'0'0'153'0,"0"0"-25"0,0 0 43 0,0 0-27 0,235-225-109 16,-169 142 8-1,14-6-20-15,-15-11 17 0,16-5-23 16,-7 5-1 0,-15 16-9-16,-3 16-2 0,-22 27-5 15,-21 30 0-15,-13 11-3 16,12 0-15-16,-12 20 1 16,6 27 17-16,0 14 25 15,10 7-12-15,-10-4-8 16,0-8-4-16,1 0-1 15,-1-4-21-15,-6-8-38 16,0-8-37-16,0-19-168 0,0-17-266 16</inkml:trace>
  <inkml:trace contextRef="#ctx0" brushRef="#br0" timeOffset="131586.05">16409 8016 470 0,'0'0'244'0,"0"0"-153"0,0 0 4 0,0 0-26 0,0 0-36 16,0 0 6-16,0 0 14 15,0-67-9-15,0 58-19 16,0-3-4-16,0 12 14 16,0 0-23-16,0 0-4 15,0 0-8-15,-6 0-3 16,-22 0-24-16,9 8-9 0,-3-4-40 15,4-4-3 1,-10 0-126-16,-6 0-500 0</inkml:trace>
  <inkml:trace contextRef="#ctx0" brushRef="#br0" timeOffset="131784.01">16127 7603 609 0,'0'0'205'15,"0"0"-204"-15,0 0 70 16,0 0-13-16,0 0-22 16,0 0-36-16,114-52-20 0,-101 32-130 15,-13 0-63 1,0 12-166-16</inkml:trace>
  <inkml:trace contextRef="#ctx0" brushRef="#br0" timeOffset="132482.99">17457 8168 557 0,'0'0'210'0,"0"0"-116"0,0 0 43 0,0 0-77 0,0 0 6 16,0 0-14-16,-93-264-17 15,93 180 7-15,0 0-27 16,0-5 9-16,0-7-24 15,40 4-4-15,28 15-14 16,4 10-12-16,2 10-13 16,-15 21-60-16,-19 21-170 15,-40 15-315-15</inkml:trace>
  <inkml:trace contextRef="#ctx0" brushRef="#br0" timeOffset="133481.99">17913 7471 200 0,'0'0'146'0,"0"0"-35"0,0 0-44 0,0 0-44 15,0 0-1-15,0 0-12 16,0 4 27-16,0-4 1 15,0 0 22-15,0 0 27 16,0 0-4-16,0 0-17 16,0 0-17-16,0 0-18 15,0 0-19-15,6 0 41 16,12 0-22-16,17 0-25 16,5-16 13-16,22 0 4 15,3 0-11-15,-3 0-8 0,-9 12-8 16,-19 4-17-16,-22 0-27 15,-12 4-12-15,0 39 41 16,0 14 19-16,-46 11 12 16,-7 9-5-16,-9 11-6 15,9-12 12-15,-9 8-7 16,31-16 48-16,3-24-44 16,28-11-3-16,0-17-7 15,0-8 0-15,59-8-18 16,37 0 18-16,10-28-1 15,-7-9 3-15,-3 5-4 16,-31 8 7-16,-18 8-10 16,-26 8-48-16,-14 8-36 0,-7 0-145 15,0 12-139 1</inkml:trace>
  <inkml:trace contextRef="#ctx0" brushRef="#br0" timeOffset="134003.45">18641 7808 326 0,'0'0'221'0,"0"0"-78"0,0 0 46 0,0 0-87 0,0 0-5 0,0 0-16 0,19 141-54 0,-19-94-16 16,0 6-7-16,0-14-4 15,0-6-40-15,0-14-26 16,0-14-112-16,-13-5-190 16</inkml:trace>
  <inkml:trace contextRef="#ctx0" brushRef="#br0" timeOffset="134699.88">19175 7331 446 0,'0'0'93'0,"0"0"9"0,0 0 6 0,0 0-56 16,-174 248-7-16,168-183 14 15,-13 2-32-15,19-3 1 16,0-7-27-16,0-4 22 16,0-22-8-16,19 5 1 15,55-8-12-15,-3-12 2 16,10-8-4-16,6-8 0 15,-6 0-4-15,-1-24 4 16,-18-28-1-16,-25-4 4 16,-9 4-10-16,-28 0-15 0,0 31 8 15,-6 5 12-15,-53 16 0 16,-3 0 17-16,-37 37 7 16,12 15-14-16,0 5-9 15,0 6 12-15,32-10-2 16,2-9-11-16,47-13-87 15,6-18-177-15,0-13-143 16</inkml:trace>
  <inkml:trace contextRef="#ctx0" brushRef="#br0" timeOffset="135197.89">19851 7860 444 0,'0'0'185'0,"0"0"-23"0,0 0 22 0,0 0-36 0,0 0-75 16,0 0-15-16,105 216-17 15,-90-163-40-15,-15-14-1 0,0-6-9 16,0-9-12-16,0 0-38 15,0-3-71-15,0-6-232 16</inkml:trace>
  <inkml:trace contextRef="#ctx0" brushRef="#br0" timeOffset="136095.64">20527 7796 13 0,'0'0'249'0,"0"0"-78"0,0 0-36 0,0 0-20 15,0 0-32-15,0 0-50 16,6 44-10-16,-6-32-9 0,0 0 19 16,0-4 91-16,0 5-16 15,0-13-30-15,0 0-44 16,0 0 11-16,0 0-27 15,0 0 4-15,0-13-17 16,0-27-3-16,0-17 1 16,0-7-3-16,12-8 4 15,-6 8-3-15,-6 17 2 16,0 14-3-16,0 13-4 16,0 16-7-16,0 4 8 15,0 0-5-15,0 0 6 16,0 12-24-16,-31 25 3 15,-18 7 12-15,2 0-44 16,16-8-23-16,9-8-84 0,16-8-122 16,6-1-157-16</inkml:trace>
  <inkml:trace contextRef="#ctx0" brushRef="#br0" timeOffset="136268.77">20527 7796 79 0</inkml:trace>
  <inkml:trace contextRef="#ctx0" brushRef="#br0" timeOffset="136447.03">20527 7796 79 0,'260'64'428'0,"-260"-52"-370"0,12 8 13 0,22-8 87 15,7 0-112-15,11-12 27 16,1 0 4-16,9-12-23 0,-3-28 24 16,3-16-31-16,-9 0-30 15,-19-16 12-15,-15 0-25 16,-19 3-4-16,0 22-12 16,0 18 11-16,-47 20-5 15,-27 9-5-15,-26 0-17 16,-14 29-52-16,14 19-23 15,1 8-38-15,31 8 8 0,15-12-69 16,19-11-214 0</inkml:trace>
  <inkml:trace contextRef="#ctx0" brushRef="#br0" timeOffset="136996.87">21637 7279 583 0,'0'0'282'0,"0"0"-182"0,0 0 27 16,0 0-35-16,232 164-39 15,-151-104 0-15,-7 12-45 16,-27 12 19-16,-29 25-35 16,-18 8 8-16,-6 19-7 15,-75-4-31-15,-18-20-38 16,-3-27-170-16</inkml:trace>
  <inkml:trace contextRef="#ctx0" brushRef="#br0" timeOffset="182058.33">14356 9617 550 0,'0'0'242'0,"0"0"-192"0,0 0 78 0,0 0-70 16,0 0-29-16,0 0 20 16,168-29-27-16,-116 29 4 15,-5 0-12-15,15 0-2 16,-3-3-10-16,9 3-1 16,-9 0-1-16,-6 0-10 15,-19 0-33-15,-6 0-57 0,-10 0-76 16,-18 0-28-16,0 0-159 15</inkml:trace>
  <inkml:trace contextRef="#ctx0" brushRef="#br0" timeOffset="182507.01">14288 9529 627 0,'0'0'50'16,"0"0"51"-16,0 0-28 15,0 0-44-15,0 0 51 16,0 0-11-16,183-218-26 16,-130 159-14-16,-1-5-2 15,17 4-9-15,-4-1-15 16,-13 17 7-16,-11 16-3 16,-13 16-14-16,-16 12 2 0,-3 0-8 15,4 0 13-15,5 4 30 16,16 24 21-16,0 8-36 15,13 8-4-15,-13 8-8 16,6 1-6-16,-9 7-3 16,-3-4 3-16,-15-4-33 15,15-7-20-15,-22-14-56 16,6-10-140-16,-12-18-368 16</inkml:trace>
  <inkml:trace contextRef="#ctx0" brushRef="#br0" timeOffset="183223.97">16093 9596 512 0,'0'0'222'0,"0"0"-98"0,0 0-14 0,0 0-74 15,0 0-30-15,0 0 23 16,-13 28-25-16,13-28-2 16,0 0 31-16,0 0 3 15,13 0 11-15,8 0-25 16,-8-12 6-16,2-7-16 16,-9 2 10-16,1 6-19 0,-1-2-2 15,-6 13 2 1,0 0-3-16,0 0 0 0,0 0-15 15,0 0-3-15,0 0-34 16,0 0-69-16,0 0-92 16,0 0-76-16</inkml:trace>
  <inkml:trace contextRef="#ctx0" brushRef="#br0" timeOffset="183657.34">16046 9056 634 0,'0'0'175'0,"0"0"-26"0,0 0-87 0,0 0-38 15,0 0-15-15,0 0 22 16,9 0-31-16,-9 0-1 16,0 0-16-16,0 0 17 15,0 0 1-15,0 0 4 0,0 0-5 16,0 0 5-16,0 0-5 15,7 0 14-15,-1 0-3 16,0 0-6-16,0 3-5 16,-6-3 0-16,0 5-8 15,0-2-13-15,0-3-6 16,0 8-6-16,0-4-42 16,0 4-49-16,0-3-23 15,0-2-92-15,0-3-149 16</inkml:trace>
  <inkml:trace contextRef="#ctx0" brushRef="#br0" timeOffset="188452.96">17832 9576 516 0,'0'0'127'0,"0"0"-45"0,0 0 20 0,0 0-52 16,0 0-12-16,0 0-18 15,0 0-10-15,-34 0-9 16,22 0 9-16,5 0 27 0,1 0-10 15,-3 0 3-15,-4 0-27 16,7 5 15-16,0-1 25 16,0 4-6-16,6-5-9 15,-10 2-12-15,10-2-1 16,0 2-11-16,-6 3 14 16,-12 15-17-16,18-2 5 15,-13-1 1-15,13-4-13 16,-9-9 11-16,9-7-5 15,0 0 15-15,-6 0 9 16,-7 0 17-16,-15 0 0 16,-18-28-13-16,-7-16-24 15,7-3-8-15,5-22 6 0,7-7-5 16,10-20-6 0,-4-4 7-16,15 0-33 0,4 7 3 15,9 25-2-15,0 24 1 16,0 28 5-16,0 11-50 15,34 5-35 1,6 0-135-16,-6-11-505 0</inkml:trace>
  <inkml:trace contextRef="#ctx0" brushRef="#br0" timeOffset="189584.55">17879 9280 287 0,'0'0'550'0,"0"0"-488"0,0 0-21 0,0 0 2 0,0 0 13 16,0 0 9-16,226-49-27 16,-170 46-32-16,-10-6-3 15,-5 9 2-15,-17 0-3 16,-8 0 7-16,-16 17-8 16,0 19 20-16,0 8-5 15,0 0 3-15,-9-4-19 16,-16-8 6-16,3-12-1 15,10-12-5-15,12-3 0 16,0 2-9-16,0-3 0 16,0 13-11-16,34-2 20 15,12 1 1-15,-12-3 4 16,-9-1 2-16,-19-1-12 0,-6 14 5 16,0 7 0-16,-24 24-9 15,-63 8 18-15,-16 5-12 16,10-14 6-16,22-10-3 15,37-29 0-15,34-16-13 16,0 0-80-16,81-49-229 16,12-7-202-16</inkml:trace>
  <inkml:trace contextRef="#ctx0" brushRef="#br0" timeOffset="189984.42">18868 9596 827 0,'0'0'238'0,"0"0"-216"0,0 0 93 0,0 0-53 0,0 213-46 0,0-164-16 15,0-1 0-15,0-9-17 16,0-10-15-16,0-25-37 16,0-4-133-16,0 0-424 15</inkml:trace>
  <inkml:trace contextRef="#ctx0" brushRef="#br0" timeOffset="190883.65">19302 9087 136 0,'0'0'165'0,"0"0"-56"0,0 0 25 0,0 0 28 0,0 0-15 15,0 0-26-15,0 0-54 16,0 0-21-16,6 0-14 16,3 0-24-16,22 0 17 15,3-4-5-15,0 0 4 16,-6 4-23-16,3 0 14 16,-9 0-13-16,3 16 13 15,9 28 19-15,0 17 3 16,0 7-14-16,-9 4-12 15,-9-4-9-15,2-4 3 16,10 1-10-16,-16-6-8 0,-5-2 1 16,-7-6-15-16,0 2-2 15,0-17-4-15,0-20-15 16,0-4-41-16,0-12-128 16,0-4-140-16</inkml:trace>
  <inkml:trace contextRef="#ctx0" brushRef="#br0" timeOffset="191084.35">19556 9472 628 0,'0'0'495'0,"0"0"-486"16,0 0 27-16,0 0 25 15,0 0-44-15,0 0 4 16,140 13-21-16,-85-13-12 15,4 0-47-15,0-9-43 16,-9 5-192-16,-4 0-506 16</inkml:trace>
  <inkml:trace contextRef="#ctx0" brushRef="#br0" timeOffset="191465.87">20399 9681 736 0,'0'0'378'15,"0"0"-311"-15,0 264 42 0,0-195-49 16,0-22-60-16,0-18-1 15,0-17-39-15,0-8-62 16,0-4-161-16,0 0-398 16</inkml:trace>
  <inkml:trace contextRef="#ctx0" brushRef="#br0" timeOffset="192570.36">20874 9573 262 0,'0'0'85'0,"0"0"-69"0,0 0-16 0,0 0 8 0,0 0 58 16,0 0 15-16,34 39-21 15,-34-34-31-15,0-5-24 16,0 0-10-16,12 0 10 16,-12 0-4-16,0 0 0 15,0 0 84-15,0 7 74 16,0 1-19-16,0 5-58 15,0-5-19-15,0-8-26 16,0 0-20-16,0 0-1 16,0-36-7-16,0-16 10 0,0-28 8 15,0-1 23 1,0-15-30-16,0 4-10 16,0 15-10-16,6 21-2 15,1 29-2-15,-7 18-22 0,0 9 0 16,0 0-19-16,0 40 11 15,-7 12 4-15,-45 12-91 16,-29 1-330-16</inkml:trace>
  <inkml:trace contextRef="#ctx0" brushRef="#br0" timeOffset="193115.97">21482 9516 632 0,'0'0'208'0,"0"0"-130"0,0 0 45 0,0 0-45 0,0 0-53 16,0 0-21-16,0-216 32 15,6 152 6-15,6 3-28 16,-12 14 16-16,0 11-24 15,0 8 1-15,0 20-7 0,0 8-11 16,-12 0-10-16,-13 36 6 16,-9 16-10-16,6 4 6 15,3-4-30-15,-3 0-198 16,-6-16-268-16</inkml:trace>
  <inkml:trace contextRef="#ctx0" brushRef="#br0" timeOffset="193614.97">21950 8890 530 0,'0'0'69'0,"0"0"14"0,0 0 41 0,0 0-35 15,0 0-29-15,394 213-28 16,-342-144-17-16,-24 6 12 15,-22 14 10-15,-6 3 5 16,-6-4 9-16,-47 8-48 16,-15-15-3-16,22-21-42 15,-7-16-173-15,13-32-370 16</inkml:trace>
  <inkml:trace contextRef="#ctx0" brushRef="#br0" timeOffset="-210117.37">15045 11040 468 0,'0'0'168'0,"0"0"-12"0,0 0-112 0,0 0-44 0,0 0-11 16,0 0-26-16,0 0-5 0,0 0 42 15,0 0 48-15,0 0 53 16,0 0-7-16,0 0-59 16,0 0-23-16,0 0-12 15,0 0-29-15,0 0 17 16,0 0 12-16,0 0 37 16,0 0 3-16,0 0 14 15,-7 0-22-15,-5 0-32 16,-4 0-18-16,4 0-22 15,0 0 0-15,2 0 6 16,-8 0 23-16,5 0 11 16,-15 0 17-16,-24 17 44 15,-10-1-51-15,-3-4-10 16,-4 4-9-16,17-5 0 0,11-2-32 16,35-6 41-16,6-3 13 15,0 0-13-15,0 0 0 16,0 0 38-16,0 0 18 15,0 0-12-15,0 0 3 16,0 0-29-16,0 0 8 16,0 0-24-16,0 0 1 15,0 0 5-15,0 0-16 16,0 0 4-16,19 0 3 16,43 8 0-16,18-3 2 15,13-2-2-15,13-3 0 16,-4 0 1-16,-3 0-8 15,-18 0 4-15,-16 0 3 0,-9 0-3 16,-22 0 4 0,-15-16-3-16,-7 4-8 0,-12-4-47 15,0 1-56-15,0 10-178 16</inkml:trace>
  <inkml:trace contextRef="#ctx0" brushRef="#br0" timeOffset="-209520.64">14455 11093 146 0,'0'0'87'0,"0"0"8"0,0 0 61 0,0 0-27 0,0 0-8 16,0 0 4-16,16-33-4 15,-10 25-65-15,6-23-47 16,10 3 8-16,18-21-3 15,7-10 36-15,6-10-24 16,6-3 8-16,-7 8-13 16,10-1 0-16,-9 9-19 15,-6 8 0-15,-13 24-2 16,-16 16-7-16,-2 8-3 0,-16 0-19 16,6 0 14-16,6 4-9 15,16 32 24-15,6 9 12 16,7 2-2-16,5 14 4 15,-5-5-7-15,5-1-5 16,-15-2-2-16,-9-9-11 16,-10 0-43-16,-12-11-70 15,0-10-216-15</inkml:trace>
  <inkml:trace contextRef="#ctx0" brushRef="#br0" timeOffset="-208869.65">16300 10996 693 0,'0'0'96'0,"0"0"64"0,0 0-83 0,0 0-51 16,0 0 25-16,0 0 11 0,-12 0-44 16,12 0-9-16,0 0 21 15,0 0-29-15,0 0-1 16,0-8-17-16,0-4 2 16,0 0 12-16,0 0 3 15,0 4 0-15,-19 8 1 16,19 0 7-16,-9 0 10 15,3 0-18-15,0 0-11 16,-1 0-12-16,7 0-20 16,-6 0 40-16,6 0 3 0,-15-4-38 15,-4-12-80 1,7-4-111-16</inkml:trace>
  <inkml:trace contextRef="#ctx0" brushRef="#br0" timeOffset="-208587.17">16155 10571 502 0,'0'0'219'0,"0"0"-35"15,0 0-43-15,0 0-32 16,0 0-45-16,0 0-57 15,27 0-7-15,-27 0-20 0,0 0 15 16,0-7 4-16,0-6 2 16,0 9 3-16,0 0 6 15,0 4-16-15,0 0 12 16,0 0-12-16,0 0-37 16,19 0-88-16,9 0-55 15,-3 0-195-15</inkml:trace>
  <inkml:trace contextRef="#ctx0" brushRef="#br0" timeOffset="-206839.4">17972 11378 743 0,'0'0'196'0,"0"0"-51"0,0 0-24 0,0 0-62 0,0 0-35 0,0 0 8 16,-186-41-13-16,151 29-18 15,7-4 18-15,4-4-14 16,2-16 7-16,-9-13-10 16,-3-31 29-16,-13-4-27 15,26-4-4-15,2 4-10 16,4 24-3-16,8 7-9 16,7 1-33-16,0 21-26 15,0-2-10-15,7 25-379 16</inkml:trace>
  <inkml:trace contextRef="#ctx0" brushRef="#br0" timeOffset="-205657.48">18527 10600 314 0,'0'0'47'0,"0"0"103"0,0 0 46 16,0 0-26-16,0 0-30 0,0 0-21 15,6-13-50 1,0 13-20-16,-6 0-15 0,0 0 5 16,0 0-10-16,0 13 15 15,0 26-28-15,-6 14 12 16,-47 10-28-16,0-2-18 16,7-9-8-16,12-4 22 15,12-12-9-15,10-8 10 16,12-12 1-16,0 0-34 15,0-16 8-15,40 0-33 16,22 0-2-16,9-16 26 16,4-4 37-16,-7 1 0 0,-15 2 1 15,-1 5-6 1,-5 5 11-16,-19-2-10 0,-3-3 4 16,9-3-1-1,-6-2-76-15,-10 4 28 0,-12-2-28 16,-6 3-48-16,0-5 60 15,0-2 36-15,0-6-32 16,0 10 37-16,0 7 24 16,0 8 4-16,0 0 82 15,0 0 20-15,0 20-17 16,0 16-62-16,-6 8-1 16,6 8 32-16,0 4-23 15,0 0 19-15,0-7-28 0,0-5-9 16,0-5-9-1,0-14-16-15,0-14 2 16,0-11-96-16,0 0-159 0,0 0-260 16</inkml:trace>
  <inkml:trace contextRef="#ctx0" brushRef="#br0" timeOffset="-205323.38">19277 11093 693 0,'0'0'90'0,"0"0"75"15,0 0-43-15,0 0-27 0,25 208-62 16,-25-156-22-16,0-8-5 16,0-4-6-16,0-11-2 15,0-17-47-15,0-12-114 16,0 0-317-16</inkml:trace>
  <inkml:trace contextRef="#ctx0" brushRef="#br0" timeOffset="-204475.5">20012 11124 596 0,'0'0'117'0,"0"0"7"0,0 0 41 0,0 0-108 15,0 0 9-15,0 0-35 16,-22-3-12-16,22-9-10 16,0-12-9-16,0-9-5 15,6-11 1-15,50-12 4 0,-16-11 7 16,-9-7-4 0,-9 7-6-16,-22 3-1 0,0 12-3 15,0 16 4-15,0 19 2 16,0 9 1-16,-12 5 0 15,-16 3 23-15,15 0-21 16,-8 0-4-16,2 11-9 16,4 29-2-16,2 4-15 15,13-3-13-15,0-5-34 16,0 3 25-16,6-10 38 16,41 3 6-16,9-8 5 15,-4-4-3-15,1-4-1 16,-19-4 6-16,-9 1-3 15,-25-2 4-15,0 6 6 16,0 6 41-16,0 9 16 0,-25 8-1 16,-49 1-54-16,-13 6-10 15,6-6-6-15,7-10-11 16,21-6 0-16,19-17 3 16,34 0-43-16,0-8-138 15,0 0-205-15</inkml:trace>
  <inkml:trace contextRef="#ctx0" brushRef="#br0" timeOffset="-204213.91">20678 11157 754 0,'0'0'259'0,"0"0"-236"0,0 0 111 0,0 0-113 0,7 201-21 0,-7-170-56 0,0-3-87 0,0-8-273 0</inkml:trace>
  <inkml:trace contextRef="#ctx0" brushRef="#br0" timeOffset="-203059.42">21447 10993 131 0,'0'0'173'15,"0"0"42"-15,0 0-45 16,0 0-26-16,0 0-34 16,0 0-75-16,16 19-22 15,-16-19 10-15,0 0 15 0,12 0 55 16,-5 0-29 0,-7 0 3-16,0-44-25 0,0-16-14 15,0-16-14-15,0-12-9 16,0 8-5-16,6-1 3 15,-6 21-6-15,0 24-14 16,0 20 17-16,0 16-9 16,0 0 8-16,0 16 1 15,0 20 0-15,0-8 0 16,0 4-15-16,0-7-5 16,-13-18-8-16,-8 9 9 15,-4 0-29-15,3 1 24 16,10-6-15-16,-1 2-48 15,13-6-70-15,0-7-237 16</inkml:trace>
  <inkml:trace contextRef="#ctx0" brushRef="#br0" timeOffset="-202560.69">21829 10535 334 0,'0'0'299'0,"0"0"-213"0,0 0 57 0,0 0-24 0,0 0-64 16,0 0-46-16,0 0 15 16,12-32 1-16,16 24-15 15,0 8-8-15,-16 0 1 16,1 0-3-16,-13 16-8 16,0 32 3-16,-13 21-18 15,-55 6 1-15,-3 18-9 16,-4-4 31-16,17-17 21 15,17-21 35-15,20-27-2 16,21-19-47-16,0-5-7 0,6-5-52 16,62-42 3-1,19-6 9-15,6 6 18 0,-13 17-13 16,-5 19 19-16,-29 11-68 16,-5 0 21-16,-23 24 52 15,-12 8 3-15,10 0-31 16,-10-12-113-16,-6-20-207 15</inkml:trace>
  <inkml:trace contextRef="#ctx0" brushRef="#br0" timeOffset="-202193.37">22244 10371 346 0,'0'0'590'0,"0"0"-498"0,0 0 38 0,127 229-43 15,-86-149-44-15,-10 7-2 16,-16 10-29-16,-15 7-12 16,0-4 0-16,-15-11-13 15,-44-17-21-15,-9-23-45 16,-19-18-45-16,-6-15-355 15</inkml:trace>
  <inkml:trace contextRef="#ctx0" brushRef="#br0" timeOffset="-176315.38">8133 9673 42 0,'0'0'91'0,"0"0"38"0,0 0-125 0,0 0-2 16,0 0 14-16,0 0 74 15,0 8 24-15,0-8-20 16,0 0-17-16,0 0-57 15,0 0 1-15,0 0-11 16,0 0-4-16,0 0 0 16,0 0 6-16,0 0 22 15,0 0-5-15,12 0 18 16,-12 0 8-16,7 0 8 16,2 0-43-16,3 0-8 0,7 0-8 15,9 0 2-15,0 0-5 16,-3 0 1-16,3 0-1 15,-10 0 4-15,10 0-5 16,0 0 1-16,-9 0 3 16,8 0 3-16,4 0-3 15,-3 0-4-15,-6 0 16 16,3 0-7-16,9 0-3 16,0 0 13-16,-15 0-17 15,9 0 5-15,-4 0-2 16,4 0-7-16,6 0 2 15,-9 0 0-15,3 0-3 16,0 0 4-16,-3 0-3 0,3 0 4 16,0 0 0-16,3 0 1 15,3-5-5-15,0 5 7 16,0 0-6-16,-9 0 2 16,-4 0-1-16,-2 0 2 15,9 0-2-15,-9 0 8 16,2 0-4-16,-8 0-1 15,-1 0 1-15,-3 0-2 16,4 0 0-16,-1 0 1 16,16 0-2-16,6 0-1 15,-9 0 0-15,9 0 1 16,-6 0-1-16,-3 0 4 16,3 5-4-16,-16-5 6 15,16 0-7-15,-9 0 2 0,2 0 3 16,4 0 3-16,3 0 1 15,0 0 6-15,-3 8-12 16,9-4 5-16,0 0 1 16,0-4-11-16,-9 0 5 15,9 0-2-15,0 0 0 16,-9 0 1-16,9 0-4 16,-12 0 6-16,3 0-5 15,2 4 4-15,1-4-3 16,-3 0 5-16,3 0-7 15,-3 0 3-15,-10 0 0 16,10 3 0-16,3-3 2 16,0 0-2-16,-16 8 2 0,16-3 2 15,-9 3-1 1,9 0 2-16,-10-4-3 0,4-4 1 16,-3 5-2-16,-7-5 3 15,4 0-4-15,2 3 0 16,-5-3 4-16,-13 0 2 15,28 8-1-15,-16-4-3 16,10 0-3-16,-10 4 1 16,0-8 0-16,-2 9 2 15,8-9 2-15,-11 0-8 16,8 0 8-16,-9 3-4 16,1-3 5-16,-7 4-8 15,18 0 8-15,-2-4-4 0,-10 0 0 16,19 4 1-16,-10 0 0 15,-2-4-1-15,-13 0-2 16,18 0 2-16,-18 0-2 16,9 4 4-16,-9-4-6 15,13 5 4-15,5-5-1 16,-8 0 0-16,8 3 2 16,4-3-5-16,-10 0 10 15,1 0-12-15,-1 0 13 16,-12 0-12-16,16 0 4 15,2 8-2-15,4-8 2 16,-10 4 0-16,1 0-2 16,9 0 6-16,-4 0-9 0,4-4 12 15,3 9-11-15,-10-6 8 16,4-3-4-16,-13 0 0 16,0 5 1-16,10-2-4 15,-10 2 7-15,13-5-9 16,-4 0 11-16,-3 3-12 15,1-3 14-15,2 0-14 16,-2 0 8-16,-7 0-2 16,22 4 0-16,-10-4 0 15,-5 0-3-15,2 0 2 16,-2 0 1-16,-7 0 0 16,16 0-3-16,-16 4 6 0,-6-4-6 15,12 0 3 1,-6 0 0-16,1 0-1 0,-7 0 2 15,15 0-7-15,4 0 11 16,2 0-10-16,-8 0 3 16,15 0-3-16,-10 0 8 15,-11 0-3-15,8 0 0 16,4 0 1-16,-13 0-2 16,16 0 7-16,-16 0-14 15,12 0 16-15,-11 0-14 16,-7 0 12-16,0 0-7 15,0 0 1-15,0 0 0 0,15 0-2 16,-2 0 7 0,-7 0-10-16,0-4 13 0,3 4-14 15,-9-4 14-15,0 4-12 16,0 0 5-16,0 0-1 16,0 0 0-1,6 0 1-15,-6 0 3 0,7 0-4 16,-1-3 1-16,0 3 5 15,10-5-9-15,-10 5 7 16,0-3-8-16,-6 3 3 16,0-5 1-16,0 5 1 15,0 0 1-15,0 0 3 16,0-3-3-16,0-6-4 16,0 9 5-16,0 0-6 15,0-4 6-15,0-8-6 0,0-8-14 16,12-8-47-16,-12-4-51 15,0-1-235-15</inkml:trace>
  <inkml:trace contextRef="#ctx0" brushRef="#br0" timeOffset="-170471.13">11361 9721 281 0,'0'0'187'0,"0"0"-103"0,0 0 55 0,0 0-57 0,0 0-28 0,0 0-15 16,0 0 5-16,0 8-10 15,0-8-31-15,0 0 7 16,0 0 14-16,15 0 22 16,-15 0-25-16,0 0 27 15,7 0-16-15,-7 0-13 16,6 0-19-16,-6 0-3 16,0 0-4-16,0 0 0 0,0 0 6 15,12 8-1-15,-6-3 0 16,-6-5 4-16,7 3 14 15,-7-3-10-15,0 0-1 16,0 0 4-16,0 0-7 16,0 0-2-16,0 0 1 15,0 0-1-15,0 0 4 16,0 0-8-16,0 8 9 16,0-8 5-16,0 0-9 15,0 0 2-15,0 0 17 16,0 0 10-16,0 0-6 15,0 0-12-15,0 0 17 16,0 0-6-16,0 0-5 16,0 0-17-16,0 0-1 15,0-16-4-15,0-4-4 0,0-4 4 16,-25 4 8-16,-3 4-15 16,22-1 23-16,-13 9-17 15,4 0 16-15,15 1-14 16,-13-6 3-16,1-6-1 15,-16-6-18-15,0-3-2 16,16 0 20-16,-23 0-2 16,17 4-2-16,-10 0 8 15,16 4-6-15,-10 4 3 16,9-4 0-16,-5 4 0 0,2-8 0 16,-2-4-6-1,5-1-18-15,-2 1 15 0,2 0 2 16,1 4 3-16,-3 1 8 15,-4-2-3-15,13 6 2 16,-10-1 11-16,4-5-8 16,-7 6-5-16,-3-2-2 15,4-3 4-15,2 4-7 16,4 0 8-16,0 0-7 16,5 8 7-16,-2-4-6 15,-3-8 2-15,-1-4 0 16,-8-5 0-16,8-3-1 15,1 0-3-15,-4 8 8 16,4 0-6-16,-1 9 4 16,1-2 2-16,-3-3-3 0,-10 0-2 15,15-4-1-15,-8 0 2 16,5 0-3-16,4 0 9 16,-9-1-9-16,-10 10 9 15,21-6 9-15,-11 2-10 16,2 2-6-16,-8-2 1 15,11-2-1-15,-9-3-1 16,4 4 0-16,8 1 0 16,-2-6 4-16,0 9-7 15,-4-5 8-15,10 6-6 16,-6-1 6-16,12 8-3 16,-7-4 3-16,-14 3-3 15,14-7 0-15,-5 1 6 0,-10-9-10 16,4-8 13-16,-16 0-18 15,27 0 1-15,-5 3 8 16,-3 13 0-16,8-4 2 16,1 4 4-16,6 0 1 15,-6-4-1-15,0-1-6 16,0-11 0-16,6 0-8 16,-7-3 0-16,7 3-5 15,-15 3 12-15,2 2 0 16,1 2 1-16,-3 6-4 15,2-10 11-15,1 5-3 16,-10 0-2-16,3 0-4 16,19 4 3-16,0-1-3 15,-6 6 2-15,-3 2 0 0,-4 6-4 16,13-14 10-16,-12 14-9 16,-3-14 5-16,2 1-4 15,7 9-6-15,6-2 6 16,-6 9 2-16,6-3 0 15,-13 3-1-15,13-5 1 16,0 1-4-16,-9 1 2 16,9-10 1-16,0 5-13 15,0 0 8-15,0 8 12 16,-6 0-6-16,-7-4 0 0,7 0 0 16,-15-4 0-1,21 0 0-15,-7 3 0 0,1 5 0 16,0-3-4-16,6-1 4 15,-6-1-3-15,6 2-11 16,-16-1 12-16,16 4 1 16,0 0-1-16,0 4-1 15,0-4 1-15,-6 0 1 16,6 3-21-16,0-3 15 16,0 8 5-16,0-3 1 15,0-2 0-15,0-2 1 16,0-6-2-16,-6 5 6 15,6 0-6-15,-13 8 5 16,13 0 1-16,0 0-3 16,0 0 5-16,0 0-6 0,0 0-5 15,0 0-1-15,0 0-11 16,0 0-18-16,0 0-79 16,0 0-181-16,0 0-68 15</inkml:trace>
  <inkml:trace contextRef="#ctx0" brushRef="#br0" timeOffset="-168771.68">9978 6914 42 0,'0'0'0'0,"0"0"0"0,0 0 55 0,0 0 22 16,0 0-40-16,0 0-25 16,-19 75-9-16,4-54 8 15,2-6 23-15,13-6-34 16,-6 3-1-16,0 0 1 16,-9-4-2-16,8 8-19 0,-11-4-59 15,2 0-52-15,-9 0 132 16,19 0 67-16,-3 0-9 15,-3 4-4-15,5-11-38 16,1-5-16-16,0 0-29 16,-3 8-139-16</inkml:trace>
  <inkml:trace contextRef="#ctx0" brushRef="#br0" timeOffset="-167573.52">9745 7215 31 0,'-27'23'224'16,"20"-3"-220"-16,-8-7-2 15,2-5 0-15,7-5-2 16,0 5-8-16,0-8-22 15,0 12 30-15,-10 4 3 16,-2 1 53-16,2 2-34 0,4 6 58 16,-1-9-5-1,7 4-55-15,-10-4-3 0,10-4-17 16,-12-1 1 0,11 2-1-16,-14-5 9 0,8 0 15 15,-2 8 19-15,9 5-7 16,-1 2-22-16,-5 1-5 15,12 1-8-15,-6-6 0 16,-16-2 4-16,22-1-1 16,-12-1-2-16,-1 6 3 15,4-1 24-15,-3 0 21 16,-7 4-15-16,19-4-21 16,-15-9-11-16,2 14 14 15,7-9-15-15,-16 0 2 0,22 4-2 16,-12 0 8-1,-7 4 32-15,-15 4 23 0,6 5-32 16,-6-2-9-16,9-3 19 16,4-4-35-16,2-4 2 15,13 1-5-15,0-9-3 16,-4 4 0-16,-2-1 10 16,6-2 4-16,-7 3-1 15,7-1-2-15,-9-2-4 16,2 3 2-16,1 4-9 15,-4 5 0-15,4 6 0 0,-1-3 4 16,-8 4-6 0,8-7 7-16,-8-10-7 0,14 6 1 15,1-9 2-15,6-1 1 16,-6-3-3-16,-6 9 7 16,-4-1-8-16,-2 7 2 15,5 2 1-15,-2-1-3 16,-4 0 1-16,4-4 5 15,2 3-1-15,7-2-8 16,0-1 8-16,0 0-8 16,-10 4 6-16,4-4-4 15,-1 0 4-15,-2 1-3 16,-4-10 0-16,19 6 3 16,-12-1-8-16,-4-1 12 15,10 6-15-15,-13 2 15 0,4-2-11 16,2 7 4-16,1 3 0 15,-3-3 0-15,-4 1 1 16,7-9-5-16,-4-4 8 16,10-4-8-16,6 0 9 15,0 1-8-15,0 2 7 16,-6-3-8-16,-1 0 4 16,-5 1 0-16,3 2 0 15,-4 6 1-15,1 2-5 16,6 5 12-16,-16-7-12 15,22 2 12-15,-12-2-14 16,5-1 8-16,-8-4-2 0,15-1 0 16,0 2 0-1,0-9-4-15,-6 3 10 16,6 2-12-16,0 3 15 16,-13 0-9-16,7 0 3 0,0 4-2 15,-10-8-1-15,4 0 2 16,12 8-4-16,-6-7 8 15,0 10-13-15,-10 6 14 16,4-6-14-16,-1-2 17 16,7-6-17-16,6-2 8 15,0-10-1-15,0 2 0 16,0-5-1-16,-9 0-2 0,9 0 6 16,0 0-10-1,0 0 17-15,0 0-16 0,0 0 11 16,-6 0-9-16,6 7 6 15,0-7-2-15,0 0 1 16,0 0 2-16,0 0-6 16,0 5 10-16,0-5-12 15,-7 3 10-15,7 5-8 16,-6 1 6-16,6-5-5 16,0-4 2-16,0 0-18 15,0 0-42-15,0 0-178 16,0-8-32-16,0 0-200 15</inkml:trace>
  <inkml:trace contextRef="#ctx0" brushRef="#br0" timeOffset="-147324.84">13627 15231 306 0,'0'0'53'0,"0"0"14"0,0 0 76 0,0 0-56 15,0 0-49-15,0 0 27 0,0 0-21 16,-18 16 7-16,18-16 11 16,0 0-8-16,0 0-13 15,0 0-15-15,0 0-1 16,0 0-16-16,0 5 20 15,0-5-15-15,0 0 15 16,0 3-18-16,0-3 7 16,0 0-3-16,0 0 2 15,0 0 3-15,0 0-16 16,0 0 7-16,0 0-7 0,0 12-6 16,53 4 7-16,52 4 13 15,50-7-12-15,37-5 5 16,32-8-5-16,42 0-4 15,1 0 2-15,6 0 3 16,-19 0-8-16,-25 0 11 16,-15 8-16-16,-34 15 12 15,-28-2-6-15,-19-9 0 16,-30 0-9-16,-29-12 4 16,-27 0-22-16,-29 0 5 15,-18-20-34-15,0-20-78 16,0-4-323-16</inkml:trace>
  <inkml:trace contextRef="#ctx0" brushRef="#br0" timeOffset="-91703.11">24275 6188 578 0,'0'0'43'0,"0"0"-28"0,0 0 65 0,0 0-8 0,0 0-21 15,0 0 24-15,0 0-34 16,0 0-38-16,0 0-2 16,0 0 7-16,0 0 12 15,0 0-19-15,0 0 33 16,0 0 4-16,0 0 29 15,0 0-28-15,0 0 5 0,0 0-6 16,0 0-16 0,0 0-1-16,0 0-19 0,0 0-2 15,0 4-1-15,0 7-5 16,0 10 8-16,0 19-7 16,0 7 5-16,0 14 0 15,0 8 6-15,0 14-6 16,0 6 0-16,0 7 11 15,-6 9-16-15,-6-2 11 16,-10-2-12-16,10-9 1 16,-10-8 2-16,9-27 3 15,1-9 0-15,6-29-6 16,-10-10 12-16,16-9-12 16,0 0-3-16,0 0-2 15,0-45 0-15,-18-30 5 16,-16-26 6-16,15-27 0 0,3-5 6 15,-2-8-5-15,18 5 4 16,-6 9-1-16,-10-3 1 16,16 11-1-16,-6 6-8 15,6 9 2-15,0 20-2 16,0 24-6-16,28 3-16 16,31 18-9-16,28 11 6 15,6 7 25-15,15 9-52 16,19 1 11-16,-21 6-3 0,-19 5-46 15,-32 0-2-15,-36 28 79 16,-19 32 17-16,0 17 124 16,-74 18-30-16,-38 7-18 15,-15 1-5-15,-22-10-54 16,16-17 2-16,12-12-17 16,21-24-4-16,42-20-1 15,30-20-35-15,28 0-218 16,0-16-416-16</inkml:trace>
  <inkml:trace contextRef="#ctx0" brushRef="#br0" timeOffset="-91004.8">25097 6400 114 0,'0'0'507'0,"0"0"-447"0,0 0 18 0,0 0 9 16,0 0-21-16,0 0-12 15,6 0 8-15,28 0-13 16,-6 0 3-16,25 0-37 15,-7 0-4-15,-5 0-11 16,-1 0-9-16,6-8-64 0,1-7-24 16,-13 2-65-16,-34 1-68 15,0-4-254-15</inkml:trace>
  <inkml:trace contextRef="#ctx0" brushRef="#br0" timeOffset="-90850.65">25097 6400 811 0</inkml:trace>
  <inkml:trace contextRef="#ctx0" brushRef="#br0" timeOffset="-90771.15">25097 6400 811 0,'-93'-248'92'0,"139"248"-78"0,23 0-14 16,2-8 17-16,3-21-185 16,-27 1-224-16</inkml:trace>
  <inkml:trace contextRef="#ctx0" brushRef="#br0" timeOffset="-90104.32">26207 6239 354 0,'0'0'309'0,"0"0"-237"0,0 0-29 0,0 0-20 0,-12-11-22 16,12 11 2-16,0 0 20 16,18 0 66-16,35 0-11 15,21 8 26-15,35 8-22 16,12-4-47-16,37-1-3 15,37-6-20-15,25-5 8 16,19 0-14-16,15 0 6 16,22-20-12-16,3-4-1 15,-3 4-1-15,-49-1-26 16,-54 14-48-16,-58 3 50 16,-56 4-104-16,-53 0-140 15,-6 0-263-15</inkml:trace>
  <inkml:trace contextRef="#ctx0" brushRef="#br0" timeOffset="-89373.04">26957 6889 699 0,'0'0'11'0,"0"0"34"0,0 0 58 0,0 0-54 16,0 0-17-16,0 0-16 16,-9 5 6-16,65-29 13 15,21-9 72-15,4 2-77 16,15-5-11-16,-25 11-19 15,4 17 0-15,-41 8-8 16,-9 0-33-16,-25 12-48 0,0 53 83 16,-53 18-15-16,-40 9 8 15,-16 5-7-15,10-12 20 16,6-18 7-16,34-6 12 16,31-25 0-16,28-12-19 15,0-16-13-15,28-8-21 16,59 0 26-16,19 0 8 15,14-13 11-15,-14-14 6 16,-25 10-17-16,-29 9-9 16,-24 5-12-16,-22 3-17 15,-6 0-57-15,0 0-16 16,0 0-79-16,0 0-334 16</inkml:trace>
  <inkml:trace contextRef="#ctx0" brushRef="#br0" timeOffset="-88904.18">27605 7010 541 0,'0'0'78'0,"0"0"45"0,0 0-57 0,0 0-58 0,0 0-5 0,0 0 69 16,180-113-30-16,-99 113-7 16,-28 0 9-16,-7 9-12 15,-24 43 3-15,-22 12 17 16,0 13-19-16,-16-5-28 15,-36-5 18-15,5-6-20 16,-15-17 11-16,37-12-7 16,13-17 14-16,2-10-9 15,10-5-12-15,0 0-12 16,22 0-27-16,59 0 32 16,12-5 14-16,22-6-4 15,-4-1-3-15,-2-1-18 0,-10 5-19 16,-18 8-49-16,-29 0 0 15,-11 0-55-15,-14 0-44 16,-27 0-60-16,7-3-141 16</inkml:trace>
  <inkml:trace contextRef="#ctx0" brushRef="#br0" timeOffset="-88655.16">28601 7335 469 0,'0'0'138'0,"0"0"-68"0,0 0 12 15,0 0-27-15,0 0 20 16,0 0-19-16,238 72-52 16,-157-72 29-16,-7 0 31 15,7-25 32-15,-16-19-48 16,-9-15 6-16,-25-5-49 16,-9-9 15-16,-22-3-20 15,0 12-9-15,-41 12 4 16,-39 16-38-16,-19 24 10 15,-10 12-31-15,-3 23 35 16,-15 38-21-16,13 3-48 16,21-15-45-16,40-30-180 15</inkml:trace>
  <inkml:trace contextRef="#ctx0" brushRef="#br0" timeOffset="-87223.11">27670 4631 3 0,'0'0'236'0,"0"0"3"0,0 0-41 0,0 0-16 15,0 0-29-15,0 0-44 16,0 8-71-16,-12 20-24 16,-22 21-11-16,0 7 0 15,-13 8 8-15,13 5-9 16,-12-2 9-16,5-2-8 15,1-9 26-15,3-12-17 16,21-8-2-16,16-11-4 16,0-14-6-16,0 9-4 15,0-15-21-15,41 3 22 16,27 3-5-16,13-3 8 16,5-4 3-16,-14 4-3 15,2 0-6-15,-21-4 4 0,-13-4-6 16,-18 8-9-16,-10-8 4 15,-6 0-24-15,-6 0 25 16,0-8 12-16,0-12 11 16,0-3-7-16,0 2-7 15,0 9 3-15,0-8-13 16,0 8-13-16,0 0-14 16,0 0 16-16,0 4-7 15,0 8 31-15,0 0-2 16,0 0 2-16,0 0 0 15,0 0-3-15,0 8 3 0,0 24 15 16,0 12 67-16,0 12-46 16,0-4 0-16,0 0-30 15,0-3 0-15,0-13-6 16,0-8-8-16,0-8-37 16,0-8-76-16,0-8-120 15,0 0-497-15</inkml:trace>
  <inkml:trace contextRef="#ctx0" brushRef="#br0" timeOffset="-84975.77">29429 6385 377 0,'0'0'451'0,"0"0"-374"0,0 0-34 0,0 0 8 15,0 0 2-15,0 0 29 16,241-53-58-16,-169 45 11 0,8 4-27 16,-18-5-8-16,-21 6 4 15,-1-1-8-15,-15 0-22 16,-10-4-72-16,-9-4-57 16,-6 4-174-16</inkml:trace>
  <inkml:trace contextRef="#ctx0" brushRef="#br0" timeOffset="-84742.92">29562 6039 495 0,'0'0'46'0,"0"0"134"0,0 0 26 16,0 0-106-16,0 0-32 15,0 0-49-15,307-11-19 16,-258 11-13-16,-11-13-73 16,-17 5-230-16</inkml:trace>
  <inkml:trace contextRef="#ctx0" brushRef="#br0" timeOffset="-82744.2">28294 4291 433 0,'0'0'76'0,"0"0"-57"0,0 0 15 0,0 0-7 0,0 0 29 16,0 0 101-16,-87-28-24 15,71 28-60-15,10 0-17 16,0 0-3-16,6 0-33 16,0 0 8-16,0 0-26 15,0 0-2-15,0-4 3 16,0 0 5-16,0 0 18 0,0-17-23 15,53 1 12 1,15-4 20-16,13-4-8 16,-23 8-26-16,-5 4-2 15,-6 4-16-15,-19-4-36 0,-1 0-14 16,-14 0-106-16,-13 4-175 16</inkml:trace>
  <inkml:trace contextRef="#ctx0" brushRef="#br0" timeOffset="-82478.84">28219 4006 718 0,'0'0'50'16,"0"0"14"-16,0 0 9 15,0 0-72-15,0 0-2 16,0 0 2-16,13 0-3 16,15 0-92-16,-16 0-148 15</inkml:trace>
  <inkml:trace contextRef="#ctx0" brushRef="#br0" timeOffset="-82192.86">28774 4395 628 0,'0'0'355'0,"0"0"-332"15,0 0 11-15,0 0 5 16,0 0-39-16,0 0-20 16,-12 0-47-16,3 0-77 0,9 0 73 15,0 0-3-15,0 0-51 16,0 0-249-16</inkml:trace>
  <inkml:trace contextRef="#ctx0" brushRef="#br0" timeOffset="-81779.24">29007 3934 435 0,'0'0'343'16,"0"0"-245"-16,0 0 17 16,0 0-66-16,0 0-36 15,0 0 2-15,0 0 47 16,0 28-42-16,0 8-6 15,0 8 1-15,0 5-10 16,0 6 4-16,0-2-1 16,0-1-9-16,0-12 7 15,0-13-11-15,0-10 5 16,0-14-1-16,6-3-15 16,28 0-5-16,13 0 21 15,8 0 2-15,-2-11 7 0,-6-1-5 16,-7 7-8-16,0 5-29 15,-6 0-11-15,7 0-12 16,5 0-17-16,-21 17-42 16,3-1-61-16,-22-8-300 15</inkml:trace>
  <inkml:trace contextRef="#ctx0" brushRef="#br0" timeOffset="-80695.9">31326 4756 455 0,'0'0'155'0,"0"0"-7"0,0 0 32 0,0 0-50 16,0 0-53-16,0 0-46 16,0 0-10-16,0 0-9 15,0 0-12-15,16 0 1 16,8 0-4-16,11 0 6 16,-8 0 0-16,-14 0 0 15,-1 24-6-15,-12 1 6 16,0 11 5-16,0 15-2 15,-6 14-6-15,-34 2 0 16,-1 10-4-16,1-5 3 16,15-11-18-16,10-10 16 15,15-7-21-15,0-23-5 16,9-10 2-16,50-11-43 16,15 0 60-16,20 0-1 15,11-11 9-15,3-22-33 0,-21 14-76 16,-22 2-114-16,-37 9-56 15</inkml:trace>
  <inkml:trace contextRef="#ctx0" brushRef="#br0" timeOffset="-80129.09">30960 6147 410 0,'0'0'267'0,"0"0"-171"0,0 0 89 0,0 0-102 0,0 0-39 16,0 0 7-16,19 0-22 15,55 0 28-15,41 0-6 16,18-8 11-16,41-11-31 15,0-1 13-15,5-5-34 0,-17 6-10 16,-35 2 0 0,-28 6-36-16,-25-2-26 0,-33 13-56 15,-35 0-95-15,-6 0-394 16</inkml:trace>
  <inkml:trace contextRef="#ctx0" brushRef="#br0" timeOffset="-79612.97">31348 7127 510 0,'0'0'147'0,"0"0"-35"0,0 0 25 0,0 0-36 0,0 0 16 15,0 0-47 1,0-93-12-16,-6 25-39 0,-16-12 22 16,3 0-24-16,13 8-5 15,-3 6-12-15,9 19-2 16,0 14-1-16,0 22 6 15,0 2-13-15,0 9 9 16,0 0-9-16,-6 0-37 16,-7 13 19-16,1 27 21 15,-16 16-12-15,0 4-9 16,9-8-77-16,-2-16-191 16</inkml:trace>
  <inkml:trace contextRef="#ctx0" brushRef="#br0" timeOffset="-79415.13">31348 7127 314 0</inkml:trace>
  <inkml:trace contextRef="#ctx0" brushRef="#br0" timeOffset="-79163.21">31348 7127 314 0,'301'-202'421'0,"-301"202"-220"16,12 0-122-16,0 0-54 15,4-8 17-15,-16-12 27 16,6 1-20-16,-6-9 19 15,0-13-36-15,6-7-17 16,1-9-14-16,-7-2 2 16,6-5-3-16,-6 15 0 15,0 10 2-15,0 11-2 16,0 15 5-16,0 10-2 16,0 3-2-16,0 0-1 15,0 0-3-15,0 0-26 0,0 16 28 16,0 4-16-16,0 11-34 15,0-2-26-15,-6-9-50 16,6-8-77-16,-7-12-545 16</inkml:trace>
  <inkml:trace contextRef="#ctx0" brushRef="#br0" timeOffset="-78664.89">32275 6704 634 0,'0'0'65'0,"0"0"-31"0,0 0-7 0,0 74-15 0,0-74-4 15,28 0 3-15,6 0 41 16,6 0 42-16,7-33 1 16,-1-11 13-16,-5-4-57 15,-7 8-18-15,-22-5-21 16,-12 22 11-16,0 2-13 16,0 13 20-16,-28 8-21 15,-49 0-9-15,-26 33-11 16,-2 19 10-16,-4 4-25 15,23 4-5-15,33-20-25 0,31-19-63 16,22-21-202 0,0 0-359-16</inkml:trace>
  <inkml:trace contextRef="#ctx0" brushRef="#br0" timeOffset="-77598.59">26148 9452 849 0,'0'0'159'0,"0"0"-115"0,0 0 13 0,0 0-8 0,0 0 3 15,0 0 14-15,254 33-46 16,-167-22 9-16,-6-6-25 16,-10-5-4-16,3 0-6 15,-15 0-19-15,-12 0-17 16,-25 0-27-16,-22-25-9 16,0 14-96-16,-22-10-122 15</inkml:trace>
  <inkml:trace contextRef="#ctx0" brushRef="#br0" timeOffset="-77383.06">26247 9264 893 0,'0'0'19'16,"0"0"-16"-16,0 0 31 15,0 0 37-15,0 0-17 16,0 0-20-16,174 4-34 16,-93-4-13-16,-1-16-39 15,13-5-147-15,-25 1-114 16</inkml:trace>
  <inkml:trace contextRef="#ctx0" brushRef="#br0" timeOffset="-76399.86">31903 3829 641 0,'0'0'199'0,"0"0"-47"0,0 0-24 0,0 0-66 0,0 0-35 0,0 0-1 0,12 5-26 16,1-5 0-16,-4 0 0 15,10 0 14-15,15 0-6 16,6 0 15-16,13 0-13 15,15-9-8-15,-3-2-2 16,3-5-21-16,-15-4-17 0,-6 4-67 16,-29-1-240-16</inkml:trace>
  <inkml:trace contextRef="#ctx0" brushRef="#br0" timeOffset="-76134.7">32024 3601 606 0,'0'0'377'0,"0"0"-328"15,0 0 7-15,0 0-53 16,0 0-3-16,0 0-40 16,0 12-71-16,0-12-91 15,0 16-111-15</inkml:trace>
  <inkml:trace contextRef="#ctx0" brushRef="#br0" timeOffset="-75882.84">32402 4163 1067 0,'0'0'56'15,"0"0"-26"-15,0 0-17 16,0 0-13-16,0 0-66 16,0 0-57-16,-12 0-177 15,12-5 51-15,6-15-179 16</inkml:trace>
  <inkml:trace contextRef="#ctx0" brushRef="#br0" timeOffset="-75450.48">32759 3588 433 0,'0'0'145'0,"0"0"-39"0,0 0 33 15,0 0-42-15,0 0-76 16,0 0-21-16,99 49-2 16,-77-33-42-16,-10 4 6 15,-12 8 8-15,0 8 30 16,0-3 63-16,0-5-5 15,0-4-14-15,0-4-37 16,0-9-7-16,12 1 0 16,16 4-4-16,6-11 8 15,4 7 22-15,-4 4 17 16,6-13 1-16,7 10-23 16,-1 2 1-16,10-10-22 15,-3-5-21-15,6 0-99 16,-13 0-216-16</inkml:trace>
  <inkml:trace contextRef="#ctx0" brushRef="#br0" timeOffset="-74601.25">28092 9031 176 0,'0'0'818'0,"0"0"-743"0,0 0 10 0,0 0-35 0,0-216-22 15,0 119 19-15,0 1-35 16,0 12 1-16,0 16-8 15,0 23 0-15,0 21 0 16,0 20-4-16,0 4-1 16,-18 0 5-16,-23 20-13 15,1 21-20-15,-7 15 4 16,-2 8-30-16,12 0-14 16,-13-12-89-16,19-11-145 15</inkml:trace>
  <inkml:trace contextRef="#ctx0" brushRef="#br0" timeOffset="-74068.06">27404 9581 614 0,'0'0'207'0,"0"0"-70"0,0 0-54 0,0 0-22 0,0 0-30 15,0 0 44-15,242 7 8 16,-84-7-45-16,31 0-2 16,25-12-33-16,0-4 3 15,0 8-6-15,-28 5-36 16,-25-2-50-16,-40-2-114 15,-50 2-536-15</inkml:trace>
  <inkml:trace contextRef="#ctx0" brushRef="#br0" timeOffset="-73470.1">27878 10166 675 0,'0'0'72'0,"0"0"8"0,0 0 54 0,0 0-58 16,0 0-13-16,0 0-3 16,-93 69-39-16,93-42-2 15,25 1-8-15,43-11 0 16,13 2 0-16,6-7-6 16,-7 4-5-16,1 4-6 0,-22 1 4 15,-19 2 1-15,-21 2 1 16,-4 3 2-16,-15 4 15 15,0 0-4-15,-34 8-6 16,-12 8-5-16,-23 1 7 16,4-2-18-16,-9-2-1 15,15-9 5-15,-3-12-35 16,9-24 20-16,13 0-11 16,6-20-51-16,15-40-92 15,19-20-198-15</inkml:trace>
  <inkml:trace contextRef="#ctx0" brushRef="#br0" timeOffset="-73269.11">27872 10254 433 0,'0'0'90'16,"0"0"91"-16,0 0 0 15,0 0-80-15,0 0-86 16,353-112-15-16,-284 96-17 16,-10 4-164-16,-19 12-379 15</inkml:trace>
  <inkml:trace contextRef="#ctx0" brushRef="#br0" timeOffset="-72803.17">28660 10122 640 0,'0'0'183'0,"0"0"-183"0,0 0 0 16,0 0-2-16,0 0 11 16,0 0-13-16,52 180 5 15,23-164-2-15,-7 9-1 16,-3-9 2-16,-9 7 4 15,-10-2 11-15,-15-1 36 16,-9 0-7-16,-3 4 12 16,-10-4-37-16,-9 24-3 15,0-8-4-15,0 12 9 16,-62 9 4-16,-25-10 3 16,-6 1 12-16,13-19-28 0,5-17-7 15,22-12-5-15,13-4-12 16,15-48-99-16,16-12-124 15,9-13-253-15</inkml:trace>
  <inkml:trace contextRef="#ctx0" brushRef="#br0" timeOffset="-72637.1">28712 10166 1048 0,'0'0'12'0,"0"0"-3"0,0 0 31 16,0 0 0 0,397-60-34-16,-270 20-6 0,-9-1-61 15,-31 13-337-15</inkml:trace>
  <inkml:trace contextRef="#ctx0" brushRef="#br0" timeOffset="-63527.64">6294 11417 390 0,'0'0'84'0,"0"0"-79"0,0 0 0 0,0 0 33 15,0 0 5-15,0 0 60 16,0 0-4-16,0-3-17 16,0 3 15-16,0-9-51 15,0 9-7-15,0 0-37 16,0 0 6-16,7 0-5 16,-7 0 20-16,0 0 21 0,0 0-15 15,0 0 10 1,0 0-23-16,0 0 27 15,0 0-33-15,0 0 0 0,0 0-4 16,0 0 8-16,0 0-4 16,0 0 2-16,0 0 3 15,0 0-12-15,0 9 23 16,0 43-22-16,0 32 6 16,0 32-10-16,0 28 0 15,0 25 1-15,0 16-4 16,-7 11 1-16,-33 4-5 15,0-12 7-15,15-31-14 0,3-40 13 16,16-49-37-16,6-32 31 16,0-24-8-16,0-12 11 15,0 0-7 1,0 0 2-16,0-5-3 0,34-26 12 16,19 3 18-16,0 4 0 15,9 4 13-15,-16 4-24 16,1 16-14-16,5 0 3 15,29 11 4-15,12 18 16 16,28 11-10-16,25-8 8 16,30-8-13-16,23-16 12 15,36-8-5-15,-14 0-13 0,-29 0 14 16,-31-17-13-16,-52 9 4 16,-38 5-1-16,-9-1-1 15,-31 4-2-15,3 0-4 16,-6 0 10-16,-28 0-11 15,0 0 10-15,0 0-4 16,0 0 3-16,0 0-3 16,19 0-2-16,-4 0-2 15,10 0 1-15,3 0 12 16,-3 0-15-16,2 0 4 16,-14 0 4-16,9 0-6 15,-22 0 5-15,0 0-1 16,0 0-1-16,0 0 1 15,0 0 3-15,0 0-1 16,0 0 1-16,6-8 0 16,12-20-29-16,-2-12 29 0,3-8 8 15,2-4 11-15,-2 11-7 16,3-3 0-16,2-20-3 16,17-33-2-16,21-42-12 15,-3-30 18-15,-13-19-26 16,-34 15 7-16,-12 20 6 15,-12 33 1-15,-69 32 1 16,10 19-2-16,3 14 5 16,-6 7-14-16,21-12 11 15,0-1-4-15,-9-11-10 16,31 0 4-16,-3 20-14 0,6 15 6 16,22 34 15-1,-7 3-4-15,-8 0-3 0,2 0 16 16,4 0-16-16,-4 0 16 15,19 0-8-15,-6 0 0 16,0 0-25-16,-10 0 10 16,-2-8 15-16,-4 3 14 15,-9-3-8-15,-3 8-8 16,0-3 4-16,-7-6 1 16,7-10-3-16,3-6-4 15,3 1-38-15,0 9 42 16,-12 2 8-16,0 13 15 15,-7 0-8-15,1 0-14 16,15 0 4-16,-10 0 1 0,-5 13-12 16,-50 10-16-16,-22 10 22 15,-49 22-1-15,-29 2 2 16,-5 7 6-16,2-8-6 16,-15 8 39-16,13-12-23 15,21-16 63-15,25-11-78 16,62-17 15-16,52-8-17 15,23-5-24-15,18-39-45 16,12-15-11-16,81 2-35 16,10 13-220-16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3:05:41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7426 9413 187 0,'0'0'138'0,"0"0"-123"0,0 0 64 0,0 0 25 16,0 0-13-16,0 0-14 15,0 0-9-15,0 0-4 16,0 0 9-16,0 0-40 0,0 0 12 16,0 0-21-16,0 0-4 15,0 0-18-15,0 0 10 16,0 0 4-16,0 0 8 15,0 0-1-15,0 0-17 16,0 0 20-16,0 0-20 16,0 39-1-16,0 25 15 15,0 24 18-15,0 5-30 16,0 3 14-16,0-3-22 16,0-18 1-16,0-11-4 15,0-11-16-15,0-17-12 16,13-20-100-16,27-16-107 15,0 0-174-15</inkml:trace>
  <inkml:trace contextRef="#ctx0" brushRef="#br0" timeOffset="466.7">7051 9468 617 0,'0'0'121'0,"0"0"-106"0,0 0 51 0,0 0 12 0,0 0-42 16,0 0 30-16,-6-16-2 0,6 16 3 15,0 0-39 1,25 0 11-16,37 0 7 16,9 0-30-16,3 0-11 0,35 0 4 15,-4 0-18-15,-6 0-14 16,-2 0-9-16,-32 0-34 16,-3-8-58-16,-16 0-135 15,-27 0-168-15</inkml:trace>
  <inkml:trace contextRef="#ctx0" brushRef="#br0" timeOffset="1132.89">7966 9737 173 0,'0'0'90'0,"0"0"-14"0,0 0-43 0,0 0-21 16,0 0-6-16,0 0-4 15,-13 5 55-15,13-2-1 16,-15 5 17-16,-4 4 24 16,1 1-15-16,-4 2-16 15,22-2-12-15,0-2-15 0,0-3-32 16,0 0-3 0,0-8 6-16,0 12-20 0,0-7 20 15,12-2-9-15,22 2-1 16,-6-5 6-16,6 0 9 15,-3 0-4-15,3-5 9 16,1-27-3-16,5-20 11 16,-22 4-21-16,-2 0 13 15,-16 7-17-15,0 13-5 16,0 5 4-16,0 10 3 16,0-3-5-16,-16 16-4 15,-24 0-3-15,9 0-16 16,-15 13-22-16,12 10-30 15,12 1-81-15,9-12-119 16</inkml:trace>
  <inkml:trace contextRef="#ctx0" brushRef="#br0" timeOffset="1498.74">8394 9508 149 0,'0'0'231'0,"0"0"-135"0,0 0 60 16,0 0-16-16,0 0-47 16,0 237 6-16,0-181-72 15,0-15 19-15,0-2-45 16,0-11 3-16,0-7-4 16,0-13-9-16,0-1-32 15,0-7-44-15,0 0 15 16,0 0-44-16,0-7-18 15,0-25 50-15,6-16-63 0</inkml:trace>
  <inkml:trace contextRef="#ctx0" brushRef="#br0" timeOffset="1715.09">8394 9508 712 0,'-152'21'131'15,"152"-21"-57"-15,0-5-50 16,0-3-24-16,0 0 4 16,24 4 20-16,17-7-14 15,-7-6 3-15,0 13-10 0,-3-3-3 16,3-6-2-16,13 5-61 16,-7 4-90-16,13-4-86 15,-13 4-141-15</inkml:trace>
  <inkml:trace contextRef="#ctx0" brushRef="#br0" timeOffset="2147.96">8747 9717 521 0,'0'0'195'0,"0"0"-160"0,0 0 33 16,0 0 38-16,0 0-74 15,0 0 17-15,0 0-7 16,0-24-1-16,0-4-36 16,0-8 7-16,0-5-11 15,6 2 0-15,16 6-2 16,-3 10-14-16,-4 6 10 15,-9 17-27-15,-6 0 21 16,0 0-17-16,0 0 11 16,6 17 5-16,16 14 12 15,-9 10 19-15,-7-2 4 16,12 6-17-16,-8-13-3 0,2 12-6 16,0-8-8-16,-12-4 0 15,7 0-23-15,2-4-4 16,-3-8-40-16,0-4-21 15,1-8 4-15,-1-8-23 16,-6 0-11-16,0 0-94 16</inkml:trace>
  <inkml:trace contextRef="#ctx0" brushRef="#br0" timeOffset="2292.84">8747 9717 484 0</inkml:trace>
  <inkml:trace contextRef="#ctx0" brushRef="#br0" timeOffset="2381.94">8747 9717 484 0,'-112'-44'172'0,"112"44"-134"0,0 0 20 0,7 0 18 15,39 0-74-15,-6-5-2 16,-5-6-53-16,-11-1-63 15,-8 4-146-15</inkml:trace>
  <inkml:trace contextRef="#ctx0" brushRef="#br0" timeOffset="2796.9">9215 9392 517 0,'0'0'85'0,"0"0"-74"16,0 0 75-16,0 0-43 0,0 152-5 15,0-108-26 1,0-8-7-16,0-7 3 0,0-6 45 16,0-6 42-16,0-9-38 15,0-5-29-15,0-3-25 16,0 8-3-16,0-3 0 16,28-1-3-16,19-4-2 15,-7 0-4-15,6 0-8 16,-5 0 2-16,-7 0 13 15,-3 0-18-15,-3 0-13 16,-7-9-47-16,4 1-18 16,3 5-76-16,-3-5-63 15,3-4-111-15</inkml:trace>
  <inkml:trace contextRef="#ctx0" brushRef="#br0" timeOffset="3631.52">10331 9721 272 0,'0'0'166'0,"0"0"-136"0,0 0 25 0,0 0-2 16,0 0 9-16,0 0 10 15,0 0-8-15,0 0 4 16,0 0-2-16,0 0-5 15,0 0-41-15,0 0 19 16,0 0-9-16,0 0 21 16,0 0-43-16,0 0-7 15,0 0-2-15,0 0-9 16,0 0 0-16,0 0-2 16,0 0 9-16,0 0 6 15,0 0-6-15,0 0-11 0,0 0-17 16,0 0-60-16,0 0-167 15,0 0 35-15</inkml:trace>
  <inkml:trace contextRef="#ctx0" brushRef="#br0" timeOffset="4112.71">10452 9275 338 0,'0'0'186'0,"0"0"-116"0,0 0-31 0,0 0-10 0,0 0-29 15,0 0-1-15,0 25 0 16,0-25 1-16,0 0 8 15,0 0 29-15,0 0 18 16,0 0-46-16,0 0-1 16,0 0-8-16,0 0-39 15,0 0 21-15,0 0 13 16,0 0 10-16,0 8 21 16,0 8 21-16,-6 0-14 15,-6-9-33-15,12-7-5 16,0 0-85-16,0 0-86 15,0 0-303-15</inkml:trace>
  <inkml:trace contextRef="#ctx0" brushRef="#br0" timeOffset="7627.71">7352 10744 321 0,'0'0'211'0,"0"0"-205"0,0 0 45 0,0 0 5 16,0 0-7-16,0 0 22 16,0 0-37-16,0 16 20 15,0-1-21-15,0 14 31 16,-6 7-22-16,-10 9 11 15,-3 22-24-15,7 10 0 16,-4 11-12-16,10-16-9 0,6-8 9 16,0-16-8-16,0-7-12 15,22-18 11 1,25-7-16-16,-7-3 3 0,19-13-3 16,9 0-11-16,-15 0-14 15,-1 0 7-15,-11-29-15 16,-7-3 10-16,0-8-63 15,-16 16-86-15,-11 0-91 16</inkml:trace>
  <inkml:trace contextRef="#ctx0" brushRef="#br0" timeOffset="8094.1">7299 11037 676 0,'0'0'25'0,"0"0"42"0,0 0 82 0,0 0-55 16,0 0-42-16,0 0 8 15,174 0-53-15,-134 0 11 16,-9 0-15-16,-9 0-2 16,-4 0 0-16,4 0-1 15,3 0-15-15,9 0-41 16,-22-8-1-16,4 0-52 0,-10-5-54 16,-6 1-19-1,0 12-29-15,0-3-133 0</inkml:trace>
  <inkml:trace contextRef="#ctx0" brushRef="#br0" timeOffset="8409.77">7277 10728 99 0,'0'0'456'15,"0"0"-394"-15,0 0 13 16,0 0-8-16,0 0-27 16,0 0 10-16,59-12 0 15,-31-1-21-15,6 13-9 16,7-8 3-16,-1 8-17 15,6 0-4-15,1-3 0 16,-7-1-4-16,0-9-53 16,7 2-76-16,-7-2-70 15,-6 1-147-15</inkml:trace>
  <inkml:trace contextRef="#ctx0" brushRef="#br0" timeOffset="8929.07">7873 10736 323 0,'0'0'158'0,"0"0"-103"16,0 0 2-16,0 0-25 16,0 0-22-16,0 0 67 15,0 132 8-15,6-72-40 16,22-3-42-16,3-5 13 15,-3-4 6-15,-16-9 21 16,16 5-23-16,-16-8 4 16,4-3-12-16,-10-9-6 15,0-12-6-15,0-7-1 16,1-5-5-16,-1 0-17 0,3 0 23 16,4-25 1-1,5-16 44-15,10-23-27 0,0 1-5 16,3-6-12-16,-9-3 0 15,12 20 1-15,-9 7-2 16,-4 9-1-16,-2 8-35 16,-19 12-13-16,15 13-26 15,-15-1-44-15,7 4-76 16,-7 0-316-16</inkml:trace>
  <inkml:trace contextRef="#ctx0" brushRef="#br0" timeOffset="9291.59">8440 10972 544 0,'0'0'7'0,"0"0"4"0,0 0 25 16,0 0-12-16,22 229-14 15,18-205-2-15,-15-4-3 0,9-12 4 16,12 8 35 0,-11-7-32-16,-1 6 22 0,6-7-21 15,-3-8-12-15,13 0-1 16,3 0-36-16,-13-12-3 15,-6-16-10-15,-15-4 19 16,-7 4-23-16,-12 0-21 16,0 3-81-16,0 1-70 15</inkml:trace>
  <inkml:trace contextRef="#ctx0" brushRef="#br0" timeOffset="9419">8440 10972 744 0</inkml:trace>
  <inkml:trace contextRef="#ctx0" brushRef="#br0" timeOffset="9525.21">8440 10972 744 0,'62'-8'32'0,"-62"8"-17"0,31-7 45 15,37-18 105-15,-9 5-137 16,-25 8-28-16,-6 0-11 15,-9 0-72-15,-13-4-77 16,-6 0-72-16,0 0-287 16</inkml:trace>
  <inkml:trace contextRef="#ctx0" brushRef="#br0" timeOffset="9678.07">8614 10711 405 0,'0'0'572'0,"0"0"-572"15,0 0-9-15,0 0 9 16,0 0 2-16,155 0 2 16,-103-16-8-16,1-4-34 15,-19 9-89-15,-12 11-43 16,-22 0-187-16</inkml:trace>
  <inkml:trace contextRef="#ctx0" brushRef="#br0" timeOffset="10107.29">9110 11081 599 0,'0'0'64'16,"0"0"16"-16,0 0 14 16,0 0-57-16,0 0-7 15,0 0 30-15,71-137-54 16,-49 101 11-16,-16 8-17 15,0 12 2-15,-6 4 2 16,0 12-8-16,0 0 4 16,0 0-20-16,0 12 1 15,0 16 16-15,0 12 3 16,16-15 3-16,-4 6-2 0,1-11 6 16,-7-7-9-16,9-13 4 15,-2 0-4-15,-1 0 0 16,10 0 2-16,-10 0 18 15,16-25 1-15,3-14 25 16,3-10-16-16,-6-7-5 16,12 4-23-16,-6 4-4 15,-9-1-23-15,-3 18 0 16,-3-2-11-16,-7 22-12 16,-3-2 17-16,-9 13-74 15,0 0-9-15,0 0 7 16,0 0-5-16,0 21-104 15</inkml:trace>
  <inkml:trace contextRef="#ctx0" brushRef="#br0" timeOffset="10357.9">9764 10695 202 0,'0'0'197'0,"0"0"-152"0,0 0 60 0,0 0-11 0,0 0-19 15,0 0-9-15,40 237-29 16,-40-181-18-16,0-4 6 16,0-7-20-16,0-6-3 0,0 2-2 15,0-17-14 1,0-4-4-16,0-20 8 0,0 0 6 16,0-8-31-16,0-48-41 15,0-21-92-15,0-11-187 16</inkml:trace>
  <inkml:trace contextRef="#ctx0" brushRef="#br0" timeOffset="10774.36">9764 10695 811 0,'-161'-31'230'16,"161"31"-230"-16,0 0 0 15,34 0 0-15,40-5 14 16,-2-15 4-16,8-4-3 15,1 17-9-15,-7-6-5 0,1 13 1 16,-23 0 1-16,7 0-6 16,-18 0-22-16,-13 0 19 15,-10 0-27-15,-2 0 27 16,-10 16-10-16,0 12 6 16,-6 13 10-16,6-2 5 15,7 9 6-15,2 4-10 16,-2-11 10-16,-1-9-3 15,3-8-16-15,10-12 9 16,-9-8-2-16,9 4-2 16,3-8 3-16,6 0 18 15,-10 0-9-15,-2 0 21 0,-9-32-10 16,-1-12 21 0,-12-4-39-16,0-8-2 0,0-1-4 15,-12 18-9-15,-23 11-31 16,-11 20 22-16,-19 8-8 15,-3 8-67-15,-7 36 41 16,22-5-65-16,19 2-46 16,22-18-260-16</inkml:trace>
  <inkml:trace contextRef="#ctx0" brushRef="#br0" timeOffset="11324.21">11014 11085 535 0,'0'0'341'0,"0"0"-288"0,0 0-11 0,0 0-42 16,0 0-33-16,0 0 19 16,21-12 14-16,-21 12 8 15,0 0 5-15,0 0 59 16,0 0 30-16,0 0-62 15,0 0-40-15,0 0-30 16,0 0-26-16,0 0 11 0,0 0 29 16,0 0 15-16,0 0-12 15,0 0 13-15,0 0-85 16,0 0-150-16,0-5-443 16</inkml:trace>
  <inkml:trace contextRef="#ctx0" brushRef="#br0" timeOffset="11639.85">11122 10567 583 0,'0'0'174'0,"0"0"-72"16,0 0-11-16,0 0-60 15,0 0-31-15,0 0-44 16,0 4 6-16,0-4 38 16,0 0 42-16,0 4 23 15,-28 13 21-15,10-1-47 16,8-1-33-16,-2-2-6 15,12-10-41-15,0-3-69 16,0 0-117-16,0 0-154 0</inkml:trace>
  <inkml:trace contextRef="#ctx0" brushRef="#br0" timeOffset="139695.76">13401 10880 479 0</inkml:trace>
  <inkml:trace contextRef="#ctx0" brushRef="#br0" timeOffset="167212.15">12564 9617 774 0</inkml:trace>
  <inkml:trace contextRef="#ctx0" brushRef="#br0" timeOffset="176899.68">15200 9524 585 0,'0'0'87'0,"0"0"6"0,0 0-70 0,0 0-23 16,0 0 0-16,0 0 5 16,0 0 32-16,0 0 103 15,0 5-54-15,0-5-53 16,0 0-5-16,0 0-28 16,0 0-13-16,0 0-32 15,0 0 38-15,0 0-5 16,0 0-6-16,0 0 18 15,0 0 0-15,0 0 0 0,0 0-11 16,0 0-66-16,0 0-161 16,0-25-449-16</inkml:trace>
  <inkml:trace contextRef="#ctx0" brushRef="#br0" timeOffset="183165.83">19965 9573 677 0</inkml:trace>
  <inkml:trace contextRef="#ctx0" brushRef="#br0" timeOffset="201147.71">16536 13266 346 0,'0'0'133'0,"0"0"-127"0,0 0 28 0,0 0-23 15,0 0-11-15,0 0-42 16,0 0-208-16</inkml:trace>
  <inkml:trace contextRef="#ctx0" brushRef="#br0" timeOffset="207242.72">22291 13543 663 0</inkml:trace>
  <inkml:trace contextRef="#ctx0" brushRef="#br0" timeOffset="-211414.72">1147 10680 200 0,'0'0'416'0,"0"0"-320"0,0 0 81 15,0 0-33-15,0 0-82 16,0 0-38-16,0-5 19 16,0 2-39-16,0 3 22 15,0 0-13-15,0 0 20 16,0 0-8-16,0 0-8 16,0 0 2-16,0 0-17 15,0 0 29-15,0 0-24 16,0 0 5-16,0 0-6 15,0 0-10-15,0 8 4 16,0 23 0-16,0 22 7 16,0 19-1-16,16 4 7 15,-10-3-9-15,0-6 1 0,7 5 1 16,-13 1 2-16,0 3-8 16,0 9 8-16,0-6-8 15,0 1 4-15,0 0-9 16,0-6-5-16,0-7 8 15,0-11-2-15,15-7-4 16,-3-5 15-16,-12-5-14 16,13-11 11-16,-13-11-9 15,6-9 5-15,0 0-15 16,4-5 6-16,-4 2-6 16,6 3 9-16,10 4 12 0,24 4-18 15,7 4 12-15,12-4-5 16,31 0 2-16,38-4 3 15,18-4-3-15,-19 0 6 16,10 0-6-16,-38 4 8 16,-18 1-11-16,28 7 12 15,-29-1-8-15,-5 6 3 16,6-5-1-16,-22-9 0 16,9-11-5-16,-5 0-1 15,2 0 12-15,3 0-9 16,7 0 11-16,6 0-5 15,0 0 0-15,-1 0-5 0,-5 0 2 16,0 0-4-16,12 0 3 16,6 0-7-16,3 0 5 15,-3 5 0-15,1-2-11 16,-7-3 19-16,3 0-6 16,-9 0 1-16,-10 0-3 15,-15 0 0-15,-15 0 4 16,-20 0-5-16,-2-3-7 15,-3-13 8-15,-10-12-4 16,1 3 1-16,-7-3 4 16,3 0 2-16,-9 9 2 15,0-10 0-15,0 1 9 16,0 0-11-16,0-8 7 16,0 4-6-16,-9-12-2 15,-3-8-1-15,-7-1 1 0,19-10-1 16,0-6 2-16,0-7-4 15,0 0 3-15,0-8-1 16,0-4 4-16,19-9-13 16,2-11 2-16,-2-8 3 15,9 16-3-15,-10 15 5 16,-2 29 1-16,3 20 3 16,-19 20-1-16,12 7 5 15,-12 9 9-15,0 0 1 16,0 0-10-16,0 0 4 15,0 0-10-15,0 0 2 0,0 0-18 16,0 0-5 0,0 0-5-16,-12 0 27 15,5 0-5-15,-5 0-1 0,-16-8 9 16,16-8-5-16,-10-7-18 16,-6-2 18-16,9 1-6 15,1 1 9-15,-10 10 2 16,15 1 0-16,-27 12 31 15,-6-4-17-15,-29-3-2 16,-33-6-12-16,-10 9 3 16,-19-12-2-16,-8 4 0 15,-23-4 5-15,-18 12 0 16,-21 0 1-16,-1 4-6 16,-25 0 10-16,19 0-10 0,19 0 55 15,27 0-55 1,48 12 10-16,33 0-13 0,50-3 3 15,15-6-9-15,22-3-5 16,0 0-22-16,0 0-14 16,0 0 46-16,-6 0-14 15,-16 0 9-15,16-3-80 16,0 3-91-16,-1 0-90 16,7 0-264-16</inkml:trace>
  <inkml:trace contextRef="#ctx0" brushRef="#br0" timeOffset="-159042.12">12136 10800 80 0,'0'0'213'0,"0"0"-210"0,0 0-3 16,0 0 82-16,0 0-4 0,0 0-10 15,0 0 13-15,0 0 2 16,0 0-36-16,0-17 6 16,0 17 37-16,0 0-17 15,0 0-43-15,0 0-29 16,0 0 20-16,0 0-14 16,0 0 2-16,0 0 11 15,0 0 10-15,0 0 5 16,6 0-9-16,-6 0 9 15,10-3-27-15,-4-17 20 0,6-21-19 16,22-14 3 0,0 2-7-16,7 1-4 0,-10 12-1 15,-3 16-12-15,-16 8-19 16,-12 8-46-16,6 8-29 16,-6 0-180-16,0 12-98 15</inkml:trace>
  <inkml:trace contextRef="#ctx0" brushRef="#br0" timeOffset="-158174.84">12524 11333 331 0,'0'0'130'0,"0"0"-119"0,0 0 56 0,0 0-22 0,0 0-25 16,0 0 50-16,28 4 55 15,-16-8-24-15,3-28 23 16,4-21-35-16,3-10-12 16,9-10-59-16,3-7 1 0,6-8-17 15,1-1-1-15,-7 1-2 16,18 21-14-16,1 6 7 16,-19 22-26-16,-6 26 13 15,-9 13-17-15,-7 0 2 16,16 8 25-16,6 28 11 15,0 13 1-15,3 7 1 16,-9 12-4-16,-6 8-39 16,-16 1-10-16,-6 10-75 15,0-7 63-15,0-7 20 16,0-17-17-16,0-8-85 0,0-20-151 16</inkml:trace>
  <inkml:trace contextRef="#ctx0" brushRef="#br0" timeOffset="-157942.74">12784 11060 762 0,'0'0'187'16,"0"0"-176"-16,0 0 46 15,0 0 2-15,0 0-57 16,0 0-4-16,375-39-29 0,-322 39-48 16,-13 0-112-16,-24 0-46 15,-4 0-218-15</inkml:trace>
  <inkml:trace contextRef="#ctx0" brushRef="#br0" timeOffset="-157493.7">13386 11237 805 0,'0'0'124'0,"0"0"-121"16,0 0 97-16,0 0-93 0,0 0-6 15,0 0-1-15,-41-205 13 16,41 166-12-16,0 3 12 16,0 28 15-16,0 3-23 15,0 5-2-15,0 0 8 16,0 0-16-16,0 0 7 16,0 32-2-16,0-4 22 15,0 5-1-15,10-10-21 16,14-10-2-16,4-10-15 15,-15-3-50-15,15 0 62 16,-4 0 5-16,17-8 25 16,15-8-11-16,-16 1 12 0,13 7-23 15,-7 0-3-15,1 8-4 16,-7 0-42-16,-6 0-12 16,-9 0-28-16,-10 16-6 15,-15 15 55-15,0 13 19 16,0 9-75-16,0-14-79 15,0-6-241-15</inkml:trace>
  <inkml:trace contextRef="#ctx0" brushRef="#br0" timeOffset="-157143.03">14049 11229 844 0,'0'0'64'0,"0"0"-47"0,0 0-2 0,0 0-15 0,0 0-10 0,0 0 10 16,93 44 3-16,-59-72 47 16,7-5 3-16,-7-6 38 15,-16-10-25-15,16 6-36 16,-27-9-14-16,-1 3-13 15,-6 1 11-15,0 12-9 16,-13 8-5-16,-55 12 2 0,3 11-4 16,-3 5-16-16,15 0 9 15,13 0 0-15,12 21-1 16,3 15 4-16,25 4-68 16,0-8-69-16,0-4-157 15,0-11-276-15</inkml:trace>
  <inkml:trace contextRef="#ctx0" brushRef="#br0" timeOffset="-156939.98">14049 11229 214 0</inkml:trace>
  <inkml:trace contextRef="#ctx0" brushRef="#br0" timeOffset="-156560.75">14049 11229 214 0,'341'-177'318'0,"-341"226"-278"0,0-2 54 0,0 2-10 16,0-9-73-16,0-29 39 15,0-6 32-15,0-5 30 16,0 0-47-16,0 0 21 16,0 0-59-16,0 0-4 0,0-32-13 15,0-21-1-15,0-11-9 16,0-11 2-16,0 3-9 16,13 3 4-16,15 17-2 15,-10 16 1-15,4 11 3 16,-16 17-9-16,0 8 0 15,-6 0-7-15,6 16-30 16,-6 25 47-16,0 11 0 16,0 0-12-16,0-8-51 15,0-12-35-15,0-7 1 16,0-14 61-16,22-3-1 16,18 4 37-16,7-4 73 15,6-3 36-15,-1-5-47 0,1 0-44 16,3 0 27-16,-16 0-44 15,-15 8 11-15,-3 12-12 16,-10 11-8-16,-12 10 4 16,6-2-1-16,-6-14-53 15,7-9-207-15,8-16-248 16</inkml:trace>
  <inkml:trace contextRef="#ctx0" brushRef="#br0" timeOffset="-156126.95">14858 10471 13 0,'0'0'729'0,"0"0"-696"0,0 0-11 0,0 0 0 15,87 0 72-15,-15 0-23 16,2 0-13-16,-6 16-22 16,-15 4-11-16,-7-4-13 15,-11 4-12-15,-23 1-22 16,-12-2-80-16,0-2-161 15</inkml:trace>
  <inkml:trace contextRef="#ctx0" brushRef="#br0" timeOffset="-153147.02">15820 11261 309 0,'0'0'424'0,"0"0"-308"0,0 0-11 0,0 0-21 15,0 0-39-15,0 0-20 16,-13-13-9-16,13 13-15 16,0 0 8-16,0 0 21 0,0 0 38 15,0 0-20 1,0 0-16-16,0 0-23 0,0 0 4 15,0 0-6 1,0 0 0-16,0-3-7 0,41-5 4 16,17-8-2-16,11 4 6 15,2 0 1-15,3 4-8 16,-12 0-2-16,-9 3-20 16,-6 2-30-16,-23-5-12 15,-14 8-82-15,-10-8-168 16,0-1-322-16</inkml:trace>
  <inkml:trace contextRef="#ctx0" brushRef="#br0" timeOffset="-152730.84">15739 11008 647 0,'0'0'160'0,"0"0"-77"0,0 0 73 0,0 0-103 0,0 0-24 16,0 0-20-16,307 0-5 15,-260 0-4-15,-13 0-12 16,0 4 6-16,-6-4-45 15,-4 0-38-15,-8 0-193 16,-10 0-218-16</inkml:trace>
  <inkml:trace contextRef="#ctx0" brushRef="#br0" timeOffset="-151898.64">17172 11414 515 0,'0'0'154'0,"0"0"-90"0,0 0 83 16,0 0-73-16,0 0-63 0,0 0 11 15,-10 0 8-15,10 0 16 16,0-9 4-16,0-15 20 16,0-7-44-16,0-18 11 15,0-7-26-15,0-16 14 16,0-16-15-16,0-1 3 16,0 1-8-16,0 8-5 15,0 7 0-15,0 13 6 16,0 12-10-16,0 9 7 15,0 6-6-15,0 25-7 16,0 8 9-16,0 0-10 0,-6 0 10 16,-6 0-6-1,-10 25 7-15,3 14 7 0,-9 10-5 16,-3 10-4-16,-3 6-39 16,-18-1-40-16,2 0-107 15,4-11-119-15,5-26-271 16</inkml:trace>
  <inkml:trace contextRef="#ctx0" brushRef="#br0" timeOffset="-144175.11">13742 12668 402 0</inkml:trace>
  <inkml:trace contextRef="#ctx0" brushRef="#br0" timeOffset="-97844.73">9001 14445 418 0,'0'0'60'0,"0"0"-26"0,0 0 16 0,0 0 17 0,0 0-55 0,0 0 6 0,0 0 0 15,0 0 13 1,-18 0 39-16,18 0 38 0,0 0 14 16,0 0-73-16,0 0 0 15,-7 0-37 1,7 0 8-16,0 0-7 0,0 0 17 15,0 0-16-15,0 0 20 16,0 0-6-16,0 0-3 16,0 0-9-16,0 0-7 15,53 0-12-15,22 0 12 16,24 0 8-16,6 0-15 0,16 0 11 16,12 0-9-1,-12 0-2-15,0 0-2 0,-21 0-23 16,-7 0 3-1,-19 0-17-15,-27 0-9 0,-20 0-91 16,-8 8-76-16,-19 5-178 16</inkml:trace>
  <inkml:trace contextRef="#ctx0" brushRef="#br0" timeOffset="-96992.48">10949 14414 514 0,'0'0'168'0,"0"0"-70"0,0 0 17 0,0 0-55 15,0 0-34 1,0 0 13-16,31 0 10 0,-4 0 37 16,20 0-34-16,12 0 4 15,28 3-26-15,21 21 13 16,19 1-41-16,7-10 5 16,-1 9 0-1,-12-7-14-15,-16-9-6 0,-24 0-8 16,-7 0-11-16,-21-8-14 15,3 0-45-15,-19 0-77 16,-9 12-149-16</inkml:trace>
  <inkml:trace contextRef="#ctx0" brushRef="#br0" timeOffset="-96145.39">13026 14517 450 0,'0'0'242'0,"0"0"-157"0,0 0 45 0,0 0-30 16,0 0-67-16,0 0 33 15,-6-20-28-15,6 20 5 16,0 0 1-16,0 0-8 15,0 0-7-15,25 0-20 16,49 0 34-16,13 0-34 16,0 0 8-16,27-8-11 0,7 0-12 15,-3-4 1 1,19 1-43-16,-20 11 47 16,-2 0-47-16,-6 0 4 0,-10 0-30 15,0 11-26 1,-18-3-208-16,-13-4-259 0</inkml:trace>
  <inkml:trace contextRef="#ctx0" brushRef="#br0" timeOffset="-95462.31">15212 14522 672 0,'0'0'296'0,"0"0"-265"0,0 0 8 0,0 0-3 15,0 0-29-15,0 0 44 16,388 47-25-16,-255-47 10 16,6 13-11-16,-24-9 10 15,-9-4-22-15,2 16 22 16,-21-13-25-16,0 6-6 15,-19-9-8-15,-3 0-22 16,-12 0-17-16,-19 0-142 16,-34-17-427-16</inkml:trace>
  <inkml:trace contextRef="#ctx0" brushRef="#br0" timeOffset="-82857.67">9857 12793 296 0,'0'0'215'0,"0"0"-163"15,0 0 30-15,0 0-34 0,0 0-43 0,0 0 17 16,0 0 46-16,-19 0-20 15,19 0 46-15,0 0-33 16,0 0-9-16,0 4-35 0,0-4 0 16,0 0-12-1,0 0-4-15,0 0 0 0,0 0-1 16,0 0 8-16,0 0-8 16,0 0 35-16,0 4-17 15,0 4 8-15,0 12-19 16,-15 12-6-16,3 8 7 15,-1 9-8-15,-9 11 2 16,4-4 0-16,-10 4 12 16,-6-4-12-16,9 5 5 15,-9-10-2-15,6 6-2 16,9-13 1-16,7-13-8 16,3-10 4-16,2-9-11 15,7-12-3-15,0 0-12 16,0 0 9-16,0 0-39 15,0 0 15-15,0 0 16 0,7 0 22 16,27 0 6 0,12 0 0-16,-5 0-3 0,-13 0 2 15,12 0-9-15,-15 0 9 16,-10 0-4-16,-2 0 0 16,8-5-8-16,-15 5 8 15,7-3-3-15,-7-5-17 16,22-1 10-16,-16 1-24 15,10-3-46-15,-10 6 41 16,1-2-1-16,-7-1 17 16,3 0-6-16,-9 0 11 15,13-4 3-15,-7 4 17 0,-6-5-1 16,6 1 2-16,-6 4-5 16,0 0 4-16,13 8-1 15,-13 0 2-15,0 0 17 16,0 0 1-16,0 0 33 15,0 0-9-15,0 0-11 16,0 0 10-16,0 36-4 16,-13 13-1-16,-12 15 2 15,-3 12 27-15,1 4 10 16,14 8-21-16,1-3-42 0,-4-1 4 16,10-4-11-1,6-16-5-15,0-15-2 0,0-10-20 16,0-6-16-16,0-13-68 15,6-20-90-15,10 0-327 16</inkml:trace>
  <inkml:trace contextRef="#ctx0" brushRef="#br0" timeOffset="-80389.8">11054 4860 566 0,'0'0'48'0,"0"0"-46"0,0 0-2 0,0 0 2 16,0 0-6-16,0 0-1 15,0 4-5-15,0 0 15 16,0-4-5-16,0 9 14 16,0-9 31-16,0 0-25 15,0 0-2-15,0 0 17 0,0 0-13 16,0 0 12-16,0 0-29 15,0 0 19-15,0 0-9 16,0 0 0-16,0 3-7 16,0 2-5-16,0 2 12 15,0 6-8-15,0-2 45 16,0 2-27-16,0-6 4 16,0 1-14-16,0-8 25 15,0 0-22-15,0 0-4 16,0 0 2-16,0-12 0 15,40-40 23-15,35-20-9 16,11-20 6-16,20-24-36 0,9-17 9 16,18-11-9-16,13 3-4 15,-10 21-24-15,-30 32 9 16,-32 28-12-16,-34 27-23 16,-34 33 17-16,-6 0-11 15,0 0-47-15,0 0-78 16,0 0-212-16</inkml:trace>
  <inkml:trace contextRef="#ctx0" brushRef="#br0" timeOffset="-76877.68">10806 13579 130 0,'0'0'592'0,"0"0"-561"0,0 0-12 0,0 0 59 15,0 0-56-15,0 0 53 16,0 0-4-16,-6 0-8 15,6 0-19-15,0 0-13 16,0 0-16-16,0 0-11 16,0 0-4-16,0 0-9 15,0 0 6-15,0 0 6 16,0 0 12-16,0 0-13 16,0 0 10-16,0 0-12 15,0 0-11-15,0 0-12 0,0 0-69 16,0 0-91-16,0 0-124 15,0 0-189-15</inkml:trace>
  <inkml:trace contextRef="#ctx0" brushRef="#br0" timeOffset="-75994.82">11702 13230 101 0,'0'0'457'0,"0"0"-361"0,0 0-13 0,0 0-22 0,0 0-42 15,0 0-13-15,12-36 13 16,16 24 25-16,-6-4-7 15,9 16-15-15,-3 0-3 16,12 0 1-16,-12 0-15 16,-3 0 23-16,3 24-25 15,-16 4 32-15,-12 8-9 16,0 12 24-16,0 9-32 0,0-1-7 16,0-12-4-1,-12-13-6-15,12-14-2 0,0-13-35 16,0-4-22-16,12 0-8 15,41 0 48-15,28 0 6 16,-7 0 12-16,-9 0 2 16,-9 8-2-16,-25 4 8 15,-16 4-2-15,-15 8 46 16,0 8 25-16,0 12 10 16,-40 17-46-16,-41 11-2 15,-5-8-34-15,-1 0 1 16,6-12-6-16,16-24-9 15,31-8-41-15,12-4-109 16,10-11-304-16</inkml:trace>
  <inkml:trace contextRef="#ctx0" brushRef="#br0" timeOffset="-73946.53">13569 5013 141 0,'0'0'504'0,"0"0"-485"0,0 0-16 16,0 0 6-16,0 0-6 0,0 0-3 15,0 0 0-15,0 0 14 16,0 0 8-16,0 0 43 16,0 0 13-16,0 0-28 15,0 0-36-15,0 0-8 16,0 0 9-16,0 0-13 16,0 0 19-16,0 0 2 15,-10 0 15-15,10 0 5 16,0 0-11-16,0 0-11 15,0 0-17-15,0 0-3 0,0 0 0 16,0 0 1 0,0 0 4-16,0 0 6 15,0 0-5-15,0 0-5 0,0-17 3 16,22-14 1-16,24-26 41 16,23-19-14-16,2-24-12 15,16-24-19 1,6-5 12-16,3-4-11 0,-3 5 0 15,6 20-2-15,-12 20 0 16,-19 28-1-16,-21 28-7 16,-35 27 2-16,-12 5-40 15,-6 33-51-15,-68 27-69 16,-26 0-616-16</inkml:trace>
  <inkml:trace contextRef="#ctx0" brushRef="#br0" timeOffset="-71765.54">13045 13354 357 0,'0'0'351'0,"0"0"-324"0,0 0 0 0,0 0 78 0,0 0-58 16,0 0-5-16,-7 0-22 15,7 0 27-15,0 0 17 16,0 0 19-16,-12 5-29 15,12 3-49-15,-12 4-5 16,-4 4 8-16,4-8-16 0,-1-1 10 16,13-7-6-16,-6 0 8 15,6 0-7-15,0 0 3 16,0 0-9-16,0 0-5 16,0 0-38-16,0 0-7 15,0 13-117-15,0-5-157 16</inkml:trace>
  <inkml:trace contextRef="#ctx0" brushRef="#br0" timeOffset="-71164.7">13947 13310 579 0,'0'0'119'0,"0"0"-112"0,0 0 62 0,0 0 23 15,0 0-45-15,0 0-14 16,223-8-20-16,-204 16-13 16,-13 33 5-16,-6 6-12 15,0 14 17-15,-12 19-8 16,-29 0-2-16,-5 4 0 16,5 1 0-16,7-13 18 15,16-8-7-15,18-8-8 16,0-20 0-16,0-12 1 0,65-20-8 15,28-4 3-15,15 0 1 16,7-4 7-16,-10-15 1 16,-18 2 3-16,-18 17-10 15,-23 0-2-15,-21 0 1 16,-10 12-4-16,-15 20-31 16,0-7-204-16</inkml:trace>
  <inkml:trace contextRef="#ctx0" brushRef="#br0" timeOffset="-69634.28">12049 4784 209 0,'0'0'221'0,"0"0"-150"0,0 0 22 16,0 0-41-16,0 0 5 15,0 0-17-15,0 0-5 16,0 0-27-16,0 0 0 16,0 0 1-16,0 0 6 0,0 0 36 15,0 0 31 1,0 0-21-16,0 0-35 0,0 0 21 15,0 0-9-15,0 0 1 16,0-16-38-16,34-28 14 16,7-24 9-16,18-21 4 15,15-22-12-15,7-7-9 16,-1 10 1-16,-15 20-2 16,10 16-12-16,-29 24-4 15,-5 20-16-15,-29 12-26 16,-12 16-45-16,0 0-42 15,-6 32-229-15</inkml:trace>
  <inkml:trace contextRef="#ctx0" brushRef="#br0" timeOffset="-68035.79">15190 13691 598 0,'0'0'279'0,"0"0"-271"0,0 0 20 0,0 0 2 0,0 0-7 15,0 0 34-15,0 0 12 16,0 0-3-16,0 0-30 16,0 0-11-16,0 0 16 0,0 0-26 15,0-4 2-15,0 0-17 16,0 1-1-16,0 3-7 16,0 0-37-16,0-8-50 15,0 3-279-15</inkml:trace>
  <inkml:trace contextRef="#ctx0" brushRef="#br0" timeOffset="-67385.26">16189 14088 503 0,'0'0'167'0,"0"0"-159"0,0 0 49 16,0 0 2-16,0 0-23 15,0 0 58-15,6-15-42 16,19-54 70-16,15-27-39 0,0-1-22 15,1-3-42-15,-7 4 0 16,-6 15-19-16,-10 26 0 16,4 19 0-16,-22 27-4 15,0 9 0-15,0 0 3 16,0 25-9-16,-56 11 10 16,-9 3-8-16,12 2-36 15,-3-1 6-15,-2-4-81 16,-4 4-502-16</inkml:trace>
  <inkml:trace contextRef="#ctx0" brushRef="#br0" timeOffset="-64368.27">8747 16803 538 0,'0'0'175'0,"0"0"-96"0,0 0 6 0,0 0-27 0,0 0-25 16,0 0 0-16,0 0 5 15,0 0-25-15,0 0 17 16,0 0 24-16,34 0 8 16,6 13-35-16,7 7 13 15,21-4-15-15,-9 0-23 16,3-8 2-16,-3-1-4 16,-19-2-1-16,-6-5-22 15,-15 0 4-15,-13 0-31 16,-6 0-18-16,0 0-30 15,0 0-64-15,-6 0-163 16</inkml:trace>
  <inkml:trace contextRef="#ctx0" brushRef="#br0" timeOffset="-63872.21">8747 16595 175 0,'0'0'287'0,"0"0"-204"0,0 0 42 0,0 0-2 0,0 0-59 0,0 0 43 16,102 4 0-16,-43 0 3 15,9 8-66-15,13 0-12 16,-3 0-7-16,2-4-19 16,7-4-6-16,-13-4-17 15,-5 0-10-15,-17 0-49 16,-18-12-142-16,-21-4-294 15</inkml:trace>
  <inkml:trace contextRef="#ctx0" brushRef="#br0" timeOffset="-63073.28">10338 16122 100 0,'0'0'448'0,"0"0"-391"0,0 0 6 0,0 0 62 0,0 0-61 15,-78 240-13-15,50-176 12 0,0-7-39 16,10-6 13-16,-4-2-15 15,16-5 1-15,6-8-15 16,0-4-8-16,0-16-3 16,0-4-5-16,40-12 2 15,22 0-9-15,9 0 11 16,4 0-1-16,-7-12 5 16,-15-4 1-16,-7 4-1 15,-12 9 8-15,-21 3-19 16,15-5 8-16,-28 2-17 15,18-2-10-15,-11-3-27 16,-7-4-50-16,0 1 28 0,0-2 63 16,0 1-24-16,0 7-8 15,0 5 39-15,0 0 9 16,0 0 17-16,0 0 27 16,0 17 12-16,0 27-41 15,0 12 17-15,0 12 2 16,-25 4 44-16,-3 5-12 15,6 3 3-15,-3-12-44 16,4-11-25-16,21-18 0 16,0-14-30-16,0-17-76 15,0-8-129-15,0 0-19 16</inkml:trace>
  <inkml:trace contextRef="#ctx0" brushRef="#br0" timeOffset="-62789.73">11082 16956 530 0,'0'0'392'0,"0"0"-307"0,0 0-10 0,0 0-50 0,0 0-25 0,0 0 2 16,0-112-8 0,0 100-39-16,0 7 31 0,0 5 6 15,0 0 2 1,0 0-21-16,0 5-31 0,0-1-225 16,0-4-286-16</inkml:trace>
  <inkml:trace contextRef="#ctx0" brushRef="#br0" timeOffset="-62290.26">11535 16451 628 0,'0'0'294'16,"0"0"-254"-16,0 0-26 16,0 0-6-16,0 0-8 15,0 0 2-15,0 0 11 16,127-17-9-16,-112 17 9 15,-15 0-5-15,0 0-4 16,0 0 18-16,0 12-17 0,0 12 6 16,13 4-8-16,-13-3-1 15,6-5 6-15,0-4-16 16,28-5 4-16,-6 2-10 16,3-9-1-16,25 4 8 15,-16 0 2-15,-3 4 8 16,-21 0-10-16,9 5 13 15,-25 2-6-15,0 5 12 16,0-3 20-16,0-2-8 16,0 1-12-16,-31 13-12 15,-25 3 1-15,-31 16-2 16,16-1-31-16,-16 2-26 16,12-5-214-16,17-12-147 15</inkml:trace>
  <inkml:trace contextRef="#ctx0" brushRef="#br0" timeOffset="-61991.28">12325 16791 537 0,'0'0'174'0,"0"0"-77"0,0 0 13 0,0 0-37 0,0 0-56 16,0 0 4-16,6 8-21 16,-6-8-24-16,0 0 12 15,0 0-5-15,0-8-4 16,0 5-89-16,0-5-69 15,0 0-381-15</inkml:trace>
  <inkml:trace contextRef="#ctx0" brushRef="#br0" timeOffset="-61474.89">12973 16370 690 0,'0'0'60'0,"0"0"-49"0,0 0 45 15,0 0 1-15,0 0 19 16,0 0-67-16,227-24-2 16,-215 40-5-16,4 32 16 15,-16 12 28-15,0 9-25 16,-16 7-4-16,-15-4-15 15,-3-4 28-15,6-7-12 16,3-14 10-16,25-14-14 16,0-17-13-16,0-12-1 15,47-4 3-15,18 0-7 16,9-4 8-16,13-17-1 16,-13 6 3-16,-15 7-8 15,-18 8 2-15,-1 0-4 0,-12 0-16 16,3 0-32-1,-9 0-34-15,-4 0-132 0,-12 20-2 16,4-9-324-16</inkml:trace>
  <inkml:trace contextRef="#ctx0" brushRef="#br0" timeOffset="-61141.18">14201 16880 992 0,'0'0'68'0,"0"0"-62"0,0 0-6 0,0 0 0 0,0 0 0 15,0 0 0-15,9-48-7 16,-9 48 6-16,0 0 1 16,0 0 29-16,0 0-4 15,7 0-25-15,-1 0-43 16,6 0-145-16,4-13-150 0</inkml:trace>
  <inkml:trace contextRef="#ctx0" brushRef="#br0" timeOffset="-60706.46">15271 16932 650 0,'0'0'105'0,"0"0"-41"16,0 0 53-16,0 0-52 15,0-273-14-15,0 193 23 16,0 7-34-16,0 10-17 16,0 7-12-16,0 23 11 15,0 17-17-15,0 12-9 0,0 4 8 16,-19 0 1-16,-9 28-5 15,-6 8-35-15,-12 0 2 16,5-3-31-16,10-10 8 16,4 6-50-16,20-9-109 15,1-8-51-15</inkml:trace>
  <inkml:trace contextRef="#ctx0" brushRef="#br0" timeOffset="-60208.47">15900 16739 741 0,'0'0'194'0,"0"0"-136"0,0 0-1 0,0 0 28 0,0 0-24 15,0 0-45-15,0 0-5 16,369 0-1-16,-332 0-20 15,-21 0-4-15,3 0-14 16,-19 0-89-16,0 0-75 0,0 0-9 16,0 0-61-1</inkml:trace>
  <inkml:trace contextRef="#ctx0" brushRef="#br0" timeOffset="-60009.58">16021 16451 502 0,'0'0'346'16,"0"0"-343"-16,0 0 112 15,0 0-88-15,0 0-19 0,0 0-8 16,347 8-79-16,-294-8-172 15</inkml:trace>
  <inkml:trace contextRef="#ctx0" brushRef="#br0" timeOffset="-59426.69">16924 16254 509 0,'0'0'296'0,"0"0"-293"0,0 0 112 15,0 0-46 1,0 0-53-16,0 0-6 0,300-60-8 15,-275 84-4-15,-9 24 9 16,-16 9-14-16,0 26 17 16,-22 14-20-16,-43 11 17 15,-10-8-12-15,7-8 5 16,15-19-1-16,13-22-2 16,15-18-12-16,25-13 10 15,0-12 5-15,0-3-8 16,25-5 18-16,37 0-12 15,9 0 4-15,10 0-4 16,-19-9-13-16,-9 9 14 0,-19 0-2 16,-15 0 5-1,-7 0-14-15,3 12 9 0,-8 12-39 16,-1 0-181-16,6 8-220 16</inkml:trace>
  <inkml:trace contextRef="#ctx0" brushRef="#br0" timeOffset="-58643.54">17658 16130 465 0,'0'0'59'0,"0"0"-35"0,0 0 112 0,0 0-38 16,0 0-36-1,0 0 6-15,41-40 14 0,-41 91 4 16,0 14-40-16,-22 11-7 15,-25 1-32-15,29-10 21 16,5-14-27-16,4-9 9 16,9-20-6-16,0-4 3 15,0-12-7-15,0-4-19 16,0-4 1-16,28 0-9 16,6 0 22-16,0 0-3 0,3 0 3 15,-9-4-20-15,19-1-2 16,-1 5 13-16,-5 0 7 15,5 0 6-15,1 0-20 16,-1 0-2-16,-12 5-301 16,0-5 314-16,-27 0 10 15,-7 0-3-15,0 0-13 16,0-20-3-16,0-4 4 16,0-1-30-16,0 2-55 15,0 2 0-15,0 10 33 16,0 6-131-16,0 5 148 15,0 0 50-15,0 33 213 16,0 19-39-16,-34 8-37 16,-7 8-40-16,16 4 18 15,-2-4 18-15,14 5-84 0,1-5-1 16,2 0-32-16,10-16-13 16,0-16-3-16,0-15-96 15,0-21-222-15,0 0-328 16</inkml:trace>
  <inkml:trace contextRef="#ctx0" brushRef="#br0" timeOffset="-57911.73">18629 16752 802 0,'0'0'115'0,"0"0"-95"0,0 0 9 15,0 0-29-15,0 0-11 16,139 204-38-16,-114-176-29 16,-9-4 78-16,-10-3 8 15,-6-6 57-15,0-3-15 16,0 0-50-16,0-12 5 16,0 0-3-16,0 0 6 15,0 0 8-15,-12-16 1 16,-16-20-1-16,6-12-15 0,16-8 12 15,-7-1-11-15,13-10 0 16,0-10-4-16,0 10 7 16,0 2-14-16,0 17 10 15,34 20-5-15,-15 4 5 16,9 7-4-16,6 9 0 16,-3-3-6-16,3 7 6 15,-6 4-23-15,-9 0 22 16,-4 0-18-16,4 4 21 15,-19 20 2-15,0-1 11 16,0 18-11-16,0 7 18 0,-28 9 12 16,-25 2-27-16,-6 1 24 15,-9-12-25-15,15-7 0 16,1-17-3-16,30-9-40 16,9-15-123-16,13 0-93 15</inkml:trace>
  <inkml:trace contextRef="#ctx0" brushRef="#br0" timeOffset="-57528.11">19023 16993 482 0,'0'0'277'0,"0"0"-201"0,0 0 33 0,0 0-51 16,65-249-43-16,-25 185 8 16,-6 7-11-16,0 9-11 15,-9 16-2-15,-9 15-32 16,-4 17 22-16,-6 0-7 15,-6 13 18-15,13 35 21 16,2 4 8-16,-2 0-27 16,-1-4 5-16,-3 1-7 15,16-10-1-15,-13 2-3 0,4-5-28 16,9 0 23-16,-16 0-28 16,3-4-29-16,-12-3-59 15,0-14-60-15,0-7-320 16</inkml:trace>
  <inkml:trace contextRef="#ctx0" brushRef="#br0" timeOffset="-57392.57">19023 16993 304 0</inkml:trace>
  <inkml:trace contextRef="#ctx0" brushRef="#br0" timeOffset="-57326.8">19023 16993 304 0,'152'-202'504'0,"-106"202"-484"0,22 0-5 0,13-3-41 16,-7-22-53-16,-27 9-107 15,-16 0-313-15</inkml:trace>
  <inkml:trace contextRef="#ctx0" brushRef="#br0" timeOffset="-56979.26">19665 16503 354 0,'0'0'440'0,"0"0"-406"16,0 0 55-16,0 0-14 15,0 160-48-15,0-120 8 16,0 1-35-16,0-5 25 15,0-8 8-15,0 0-14 16,0-4 48-16,0-8-35 16,0 4 4-16,31-4-16 15,-4 8 5-15,8 0-20 16,-17 0 11-16,4-4 12 0,-10-4-9 16,-6-4-3-16,10-7-16 15,-4-5-10-15,1 0-46 16,-7 0 7-1,16 0-9-15,-4 0-57 0,4 0-66 16,3-5-107-16,-10-11-138 16</inkml:trace>
  <inkml:trace contextRef="#ctx0" brushRef="#br0" timeOffset="-56626.82">20319 17032 385 0,'0'0'206'0,"0"0"-75"16,0 0-21-16,0 0-1 16,0 0 2-16,28-224-22 15,-16 147-37-15,0 1-37 16,16 8-11-16,-3 15-3 15,-9 17 3-15,2 21-8 16,-12 15 0-16,10 0 0 16,-4 15 8-16,7 30 0 15,3 3-1-15,6 5-3 0,-10-2-2 16,10-7-27 0,-3 5-2-16,-3-1-46 0,-10-1-277 15,-12 6 354-15,0-9 0 16,0 0-32-16,0-8-10 15,0-16-158-15</inkml:trace>
  <inkml:trace contextRef="#ctx0" brushRef="#br0" timeOffset="-56428.45">20412 16739 542 0,'0'0'353'0,"0"0"-300"16,0 0 1-1,0 0-24-15,0 0-30 0,0 0-15 16,149 0-171-16,-112 0-141 16</inkml:trace>
  <inkml:trace contextRef="#ctx0" brushRef="#br0" timeOffset="-55946.4">20412 16739 471 0,'434'-196'396'16,"-434"228"-343"-16,0 8 23 15,0 12-15-15,6 4-38 16,28 4 39-16,-12 1-56 15,-4-9-6-15,10-12 7 16,-15-16-7-16,-1-8 1 16,-12-12 12-16,16-4 1 0,-10 0-8 15,6 0-3-15,1-24 3 16,8-20 1-16,4-13-3 16,9 1 2-16,0-7 5 15,-6 7-20-15,3 3 9 16,-9 9-4-16,-10 16 4 15,-5 16-12-15,-7 8 0 16,9 4-46-16,3 0 6 16,1 0-59-16,15 0-83 15,-10 0-71-15,4 0-94 16</inkml:trace>
  <inkml:trace contextRef="#ctx0" brushRef="#br0" timeOffset="-55212.43">21429 16539 370 0,'0'0'127'0,"0"0"-87"16,0 0 41-16,0 0 21 16,0 0 40-16,0 0-33 15,34 213-43-15,-34-149-45 16,19-12 20-16,-13-4 2 16,-6-16-20-16,12-12-19 15,-12-12-4-15,0-8-18 16,9 0 18-16,-9 0 10 15,0 0-10-15,0-16-6 16,0-12-15-16,0-13 17 16,0-10 1-16,19-14 3 15,9-7-2-15,-3-4-3 0,9 16 5 16,-6 24-23-16,-10 16 23 16,4 20-25-16,-3 0 17 15,2 0-3-15,-8 23 11 16,-1 13 0-16,-12 0-1 15,0-6-28-15,0-7-84 16,0-7-59-16,0 4 45 16,0 4 127-16,0 4 37 15,0-3 149-15,0 2-32 16,0-2-103-16,0-5-13 0,6-4-2 16,10-4-19-1,2-4-9-15,-11 0-16 0,-1 3 16 16,16-2-2-1,-10 2 1-15,10 2 9 16,-4-1-10-16,4-8 38 0,-10 8-21 16,7-9-6-16,-3-3-3 15,-10 0-7-15,6 0-8 16,4 0 6-16,-10 0 2 16,0 0 2-16,-6 0 18 15,19-3 1-15,9-30-6 16,-1-11 11-16,4-3-32 15,4 2 6-15,-1 6-3 16,-6 10-8-16,-10 9-14 16,1 12 7-16,-10 8-12 15,-3 0 9-15,7 0 14 0,-1 0 0 16,10 13 10-16,-10 6-3 16,22 6-14-16,-15 3-18 15,3 19-10-15,-4 14-17 16,10 11-2-16,-22 5 7 15,16-10 2-15,-10-11-104 16,-12-20 114-16,0-23 17 16,0-13-98-16,0 0-179 15</inkml:trace>
  <inkml:trace contextRef="#ctx0" brushRef="#br0" timeOffset="-55029.98">22250 16819 1012 0,'0'0'162'0,"0"0"-153"0,0 0-9 0,0 0 0 0,0 0-11 16,0 0-5-16,-6 121-72 16,25-117-26-16,9-4-128 15,-3 0 35-15,3 0-121 16</inkml:trace>
  <inkml:trace contextRef="#ctx0" brushRef="#br0" timeOffset="-54697.65">22250 16819 591 0,'441'-83'203'0,"-441"70"-203"15,0 6 4-15,0 2-4 16,0 5 37-16,0 0 127 15,0 0-44-15,0 0-54 16,0 0-46-16,0 5-14 16,0 10-11-16,6-2 6 15,16 3-2-15,2-1-12 16,4 6 13-16,0 2 2 16,-3 2 3-16,-9-9 9 15,2 0-12-15,4-1 15 0,-22-2-16 16,0 2-2-16,0 6 4 15,0-1 19-15,0 4-12 16,0-4 7-16,-28 0-13 16,6-7-1-16,10-6-6 15,0 1-76-15,5 0-153 16</inkml:trace>
  <inkml:trace contextRef="#ctx0" brushRef="#br0" timeOffset="-52548.83">6924 16298 810 0,'0'0'110'0,"0"0"-86"0,0 0 63 0,0 0-25 0,0 0-55 16,0 0 48-16,-13 0-48 15,13 0 33-15,0 0-5 16,0 8 7-16,0 20-19 15,0 20-5-15,25 16 2 16,-3 9-15-16,-3 7-5 16,2 1 10-16,-2 2-15 15,15 9 18-15,0-3-10 16,-3 4-3-16,-3-6 1 16,-9-15-3-16,-19-7 2 0,0-17-1 15,0-20-6-15,0-12-3 16,0-13 20-16,0-3-18 15,0 0 11-15,0 0-6 16,-38-23 2-16,-36-18-16 16,0-11 13-16,27-7 4 15,19-18-2-15,16-7 6 16,12-12-6-16,0-17 8 16,0-3-12-16,0-4-5 15,0-1-8-15,0 13-11 16,0 20 0-16,21 16 28 15,4 12-5-15,9 8-9 16,-6 3 29-16,3 13-28 0,10 8 21 16,-1 12-13-16,6 12 0 15,1 4-17-15,-25 0-6 16,12 0-29-16,6 0 47 16,-15 17 3-16,21 6 8 15,-18-2-25-15,0 18 26 16,-22 10 0-16,-6 7 33 15,0 11 46-15,-55 10-47 16,-17-5-9-16,10 5 2 16,-18-18-6-16,14-6-16 15,-8-13-6-15,15-12-24 16,19-8-54-16,12-8-138 16,22-12-190-16</inkml:trace>
  <inkml:trace contextRef="#ctx0" brushRef="#br0" timeOffset="-51050.75">7699 16695 18 0,'0'0'427'0,"0"0"-360"0,0 0 14 0,0 0-17 16,0 0-38-16,0 0-23 16,-6-4 37-16,6 4 37 0,0 0 56 15,0 0-33-15,0 0-32 16,0 0 6-16,0 0-49 16,0 0 0-16,0 17-19 15,0 19 17-15,0 11-22 16,-16 9 18-16,4-4-9 15,-1-7-1-15,-8-1 0 16,2-8-4-16,-3-4-5 16,16-4 8-16,6-3-16 15,0-14 3-15,0 1 3 16,0-4-23-16,0-8-9 16,28 0-14-16,12 0 20 0,-5 0 13 15,-11 0 11-15,4 0-4 16,-9 0 16-16,3 0-16 15,2 0 14-15,-8 0-11 16,9 0 5-16,-4 0 0 16,-8 0-2-16,15 0-4 15,-10 0-2-15,-5 0-21 16,2-3 23-16,-9-14 3 16,1-2-3-16,-7-6 7 15,6 9-2-15,-6-4 1 16,6 0-9-16,10 8 8 15,-10 3-34-15,-6 6 31 16,6 3-1-16,-6 0 5 16,0 0 2-16,0 0 25 0,0 0-15 15,0 0-10 1,0 0-2-16,0 0 1 0,0 8-9 16,0 17 16-16,0 22 19 15,12 17 28-15,10 13 6 16,-16 7-28-16,0 4 0 15,-6-4-3-15,0-4-19 16,0-15 9-16,0-9-16 16,0-17-8-16,0-10 2 15,7-9-31-15,-1-3-34 16,9-9-19-16,-8-5-216 16,-7-3-411-16</inkml:trace>
  <inkml:trace contextRef="#ctx0" brushRef="#br0" timeOffset="-45538.36">12279 9444 325 0,'0'0'160'0,"0"0"-136"0,0 0 30 15,0 0 11-15,0 0-59 16,0 0-1-16,0 0 1 0,-10 0-6 16,10 0 5-16,0 0 23 15,0 0 63-15,0 0 29 16,0 0-16-16,0 0-30 15,0 0-33-15,0 0-25 16,0 0-8-16,0 0 0 16,0 0 11-16,0 0-6 15,0 0 18-15,-6 0-20 16,6 0 13-16,-6-12-24 16,6-12 13-16,0-8-11 15,0-8-1-15,0-4-1 0,28 4 6 16,12 7-15-16,1 22 17 15,-17 6-18-15,-8 5-10 16,-4 0 0-16,-12 44 12 16,0 17 8-16,0 11 8 15,-28 20-8-15,-31-4 0 16,-3-8 0-16,10-16-14 16,33-11 14-16,-3-21-1 15,22-12-20-15,0 0 9 16,0-7-33-16,28-2-2 15,31-6 9-15,9 2 38 16,7 1 23-16,-10 0-1 16,-6 0 32-16,-10 0-40 15,-2 1 6-15,-22-6-20 0,-4 2-29 16,4-5-53-16,-3 0-90 16,-22 0-119-16</inkml:trace>
  <inkml:trace contextRef="#ctx0" brushRef="#br0" timeOffset="-44922.28">12772 9183 301 0,'0'0'147'0,"0"0"-126"0,0 0 22 0,0 0 6 16,0 0-40-16,-115 238 45 0,115-207 0 16,0 2 56-16,0-10 2 15,0-15-43-15,0-8-40 16,40 0-7-16,7 0 2 16,-7 0 6-16,22 8 26 15,-3-8-41-15,-6 5 3 16,-4-2-14-16,-18-3 2 15,-3 0-6-15,-9 5-15 16,-10-5-34-16,-9 0 8 16,0 0 38-16,0 0-5 15,0 0 6-15,0-5-25 16,0-11-18-16,0 4 11 16,0 4-25-16,0-3 25 0,0 11 14 15,0 0 19-15,0 0 1 16,0 8 1-16,13 15 16 15,-13 21 70-15,12 5-49 16,-6 7 10-16,-6-4-42 16,6-12-6-16,-6-12 0 15,0-24-46-15,16-4-108 16,-16 0-64-16,0 0-100 16</inkml:trace>
  <inkml:trace contextRef="#ctx0" brushRef="#br0" timeOffset="-44289.47">13646 9428 359 0,'0'0'210'0,"0"0"-155"0,0 0 22 0,0 0 55 0,0 0-36 16,0 0-19-16,34 80-30 0,-18-36-13 16,-10 13-3-16,6-1 4 15,1-4-7-15,-4-16-22 16,3-4 5-16,-5-11-3 16,-1-18-11-16,-6 5 17 15,0-8-16-15,0 0 2 16,0 0 0-16,0-28 17 15,0-19-15-15,-34-14 10 16,-7-3-8-16,17-1 0 16,-4 6-3-16,21 6-2 15,7 9 7-15,0 16-12 0,0 4 6 16,0 8-8-16,19-1 6 16,31-2-30-16,2 7 21 15,-11 4-26-15,-1 8 17 16,0 0-30-16,-9 0 48 15,-3 0-21-15,-15 0 14 16,-13 0-28-16,0 0 34 16,0 28 3-16,-41 28 21 15,-24 9-8-15,-9 18-9 16,15-6-3-16,19-9-1 0,12-13-55 16,15-14-231-16,13-21-407 15</inkml:trace>
  <inkml:trace contextRef="#ctx0" brushRef="#br0" timeOffset="-43890.17">14037 9721 786 0,'0'0'161'0,"0"0"-86"0,0 0-33 0,0 0 9 15,0 0-40-15,0 0 23 16,25-104-18-16,-13 39-14 16,-3 17 2-16,4-4 1 15,-1 21-10-15,4 2 5 16,-10 13-6-16,0 8-39 15,0 8 9-15,0 0 3 16,7 0-7-16,9 12 30 16,12 16 10-16,0 8 4 15,-3 5 4-15,-3 11-16 16,-10-1 0-16,-8 1-4 16,8-11-3-16,-12-1-10 0,-6-16-86 15,0 0-35 1,0-15-6-16,0-9-178 0</inkml:trace>
  <inkml:trace contextRef="#ctx0" brushRef="#br0" timeOffset="-43784.05">14037 9721 535 0</inkml:trace>
  <inkml:trace contextRef="#ctx0" brushRef="#br0" timeOffset="-43689.7">14037 9721 535 0,'111'-97'157'0,"-49"77"-142"0,-3-8 110 0,22 1-2 0,-7-6-123 16,-27 10-76-16,-16 2-93 15,-22 1-52-15,-9 0-230 16</inkml:trace>
  <inkml:trace contextRef="#ctx0" brushRef="#br0" timeOffset="-43404.97">14511 9292 133 0,'0'0'338'0,"0"0"-334"16,0 0 13-16,0 0 20 16,40-12-25-16,-33 12 40 15,5 16 17-15,-6 16-25 16,-6 8 33-16,0 0-19 0,0-4-6 16,0-4-40-1,0-4 24-15,13-8 26 0,-13-7-5 16,9-10 13-16,3 1-57 15,1-4-5-15,15 5 3 16,-3-2-18-16,9 10 15 16,0-2-6-16,6-2-2 15,-12-1-3-15,3-5-12 16,3-3-63-16,-6 0-86 16,-3 0-93-16,-4 0-107 15</inkml:trace>
  <inkml:trace contextRef="#ctx0" brushRef="#br0" timeOffset="-42655.56">15066 9421 470 0,'0'0'24'0,"0"0"-7"0,0 0-17 0,0 0 24 0,0 0-7 15,-9 211 29-15,9-175 63 16,0-11-24-16,0-17 7 16,0-8 17-16,0 0-18 15,0-20 1-15,0-37-78 16,15-15 2-16,-8-8-8 16,27 4-12-16,-9 8 4 15,9 15-5-15,6 17-12 0,-12 16 5 16,3 20-5-16,-3 0-50 15,-10 0 47-15,10 12 2 16,0 17 13-16,-9-6-13 16,-7 18-25-16,-3-1-48 15,-9 0 26-15,0 0 21 16,0-8-25-16,0 0 34 16,0-8-63-16,0-12-123 15</inkml:trace>
  <inkml:trace contextRef="#ctx0" brushRef="#br0" timeOffset="-42551.25">15066 9421 666 0</inkml:trace>
  <inkml:trace contextRef="#ctx0" brushRef="#br0" timeOffset="-41655.09">15066 9421 666 0,'199'-49'185'0,"-178"49"-185"0,4 0 8 15,9 0-91-15,7-25-19 16,-7 2 3-16,-10 3 40 16,-8-1 51-16,-4 18 8 15,-5-2 0-15,-7 5 89 0,6 0-9 16,0 0 21 0,16 5-52-16,12 23 8 0,-3 0-37 15,9 8-15 1,0 0-2-16,-5 0-2 0,-1-4 3 15,-6-4 3-15,-16-16-14 16,-12-4 7-16,12-8-9 16,-12 0-13-16,0-20 22 15,0-16 55-15,0-4-20 16,0 4 24-16,0-9-49 16,0 14-10-16,28-2-17 15,-15 2-9-15,15 15-92 16,-10-1-6-16,-12 17 47 0,1 0 34 15,-7 0 43 1,0 20 23-16,0 5 41 0,0-6-45 16,0-2 20-1,0-1-39-15,0 0 3 0,0-4 3 16,0 8-2-16,15 8 6 16,-9 1-9-16,0-6 12 15,1 9-12-15,-1-12 7 16,-6-12 1-16,0-8 8 15,0 0 50-15,0 0 21 16,0-3-15-16,0-22-65 16,0-7-8-16,0 1 0 15,0-10-2-15,0 1-8 16,22 0 9-16,18 12-41 16,-6 8 30-16,-9 12-23 15,-10 8 18-15,-2 0-11 0,-13 0-48 16,0 0 25-16,0 16 27 15,0 7 15-15,0 13-10 16,0 0 12-16,0 9 14 16,0-9 12-16,0-12 38 15,0-4-2-15,0-16-10 16,34 13-12-16,-3-9-11 16,9-5-16-16,7 1 6 15,-7 4-4-15,-6 5-16 16,-6-5 2-16,-16-1-42 15,1-2-7-15,-4-2 33 0,-9-3 21 16,0 0 2-16,0 0 49 16,0 0-21-1,6 0 29-15,-6-15-20 16,0-14-4-16,0 6-6 0,0 3-22 16,0-5-5-16,13-2 1 15,15 2-4-15,-4 1-10 16,4 4 6-16,6 12-12 15,-9 4 17-15,3 4-17 16,-9 0 0-16,9 0 4 16,-16 15 14-16,4 18 11 15,-4 0-10-15,-12-2 0 16,0 1-1-16,0 0-2 16,0 9-65-16,0-14-138 0,-28 1-86 15</inkml:trace>
  <inkml:trace contextRef="#ctx0" brushRef="#br0" timeOffset="-41508.24">16629 9460 295 0,'0'0'0'0,"0"0"-119"0</inkml:trace>
  <inkml:trace contextRef="#ctx0" brushRef="#br0" timeOffset="-41225.75">16629 9460 657 0,'446'-288'275'0,"-446"280"-214"15,0 8-6-15,0 0-21 16,0 0-33-16,0 0 25 15,0 0-26-15,0 0-1 16,0 0-18-16,0 11 19 16,0 6-2-16,22-6 6 15,-3 5-11-15,-4-4 19 16,10 1-5-16,-9-5 2 16,-4 0 4-16,-6-8-10 15,-6 4-1-15,0 4 17 0,0 12 29 16,-28 12-13-16,-37 12-35 15,-22-4 0-15,19-8-1 16,15-20-15-16,35-4-105 16,18-8-200-16</inkml:trace>
  <inkml:trace contextRef="#ctx0" brushRef="#br0" timeOffset="-24406.48">20058 8903 753 0,'0'0'41'0,"0"0"-14"0,0 0 79 0,0 0-46 0,0 0-28 15,0 0 7-15,0 0-16 16,0 0 23-16,34-16 13 15,-34 16 10-15,0 0-22 16,0 0-22-16,0 0-20 16,0 0 3-16,0 0-15 15,0 0 18-15,0 0-22 16,0 24 22-16,7 19-9 0,-1 22-1 16,0 16 8-16,6 14-6 15,-2 6 3-15,2 7-4 16,1-4-1-16,-7 0-2 15,9-12 8-15,-9-3-8 16,7-21 2-16,-13-15-1 16,6-17 0-16,-6-17-2 15,6-10 2-15,4-9 0 16,-10 0-6-16,0 0-5 16,0-45 4-16,0-30 7 15,0-38 3-15,0-15 0 16,0-13 1-16,0 5-4 15,-10 7-7-15,10 5 0 16,0 8-9-16,0 4 10 16,0-1-13-16,10 9 3 0,27 12-29 15,-3 20 34-15,0 16-16 16,6 23-2-16,-6 14 21 16,7 19-14-16,-1 0 8 15,0 3-5-15,1 33 19 16,-17 8 1-16,-11 9 16 15,-13 11-16-15,0 12 11 16,0 13 12-16,-71 14-6 16,-32-2-8-16,-8-5-8 15,-17-16-4-15,1-23 4 16,13-26-2-16,21-18 0 16,40-13-147-16,47 0-62 15,6-16-272-15</inkml:trace>
  <inkml:trace contextRef="#ctx0" brushRef="#br0" timeOffset="-23623.58">21113 9203 703 0,'0'0'167'0,"0"0"-27"0,0 0-57 0,0 0-41 16,0 0-39-16,0 0 12 16,102-20 36-16,-56 20-33 15,7 0 14-15,-13 0-25 16,13 0 7-16,-13 0-8 0,-5 0-12 16,-1-3-1-16,-16 3-24 15,-12-5-12-15,10 2-80 16,-16-5-52-16,0-5-69 15,-16 1-327-15</inkml:trace>
  <inkml:trace contextRef="#ctx0" brushRef="#br0" timeOffset="-23390.03">21113 9203 915 0,'-53'-192'73'0,"53"192"-65"16,34 0 9 0,19-8 53-16,9 0 17 0,-10 8-35 15,1 0-43-15,-13 0-4 16,7 0-5-16,-13 0-11 16,6 0-45-16,-15 8-75 15,-9-4-122-15,-16-4-277 16</inkml:trace>
  <inkml:trace contextRef="#ctx0" brushRef="#br0" timeOffset="-22224.6">23044 8831 206 0,'0'0'59'0,"0"0"68"0,0 0 9 0,0 0-66 0,0 0-6 15,0 0 4-15,0 12 10 0,0-9 21 16,0 5-46-16,0 1 0 15,-6-1-14-15,6 0 4 16,0-5 0-16,0 2-15 16,0-5-26-16,-6 0 13 15,6 0-13-15,0 0 5 16,0 0 24-16,0 0-14 16,0 0 15-16,0 0-20 15,0 0 7-15,0-24-19 16,0-21 12-16,0-27 0 0,0-16-8 15,0-12-4 1,0-8 2-16,0 3-2 16,0 2-20-16,0 6 17 15,0 17-11-15,0 23 9 0,0 25 6 16,0 16-4-16,0 16 3 16,0 0-9-16,0 0-16 15,-13 44 6-15,-27 17 12 16,-13 6 14-16,-15-2-14 15,28-13-25-15,6-8-86 16,9-8-121-16,-3-7-132 16</inkml:trace>
  <inkml:trace contextRef="#ctx0" brushRef="#br0" timeOffset="-21358.58">22170 9268 492 0,'0'0'187'0,"0"0"-120"0,0 0 45 0,0 0-69 0,0 0-26 15,0 0 56-15,260 40-13 0,-105-37 24 16,25 2-41 0,6-5 3-16,3 12-32 0,-15-4-2 15,-22 3-8-15,-19 2-4 16,1-1-4-16,-26 4-91 15,-27-12 40 1,-29-4-97-16,-52 0-279 0</inkml:trace>
  <inkml:trace contextRef="#ctx0" brushRef="#br0" timeOffset="-18310.41">22523 9793 118 0,'0'0'43'0,"0"0"-43"0,0 0-31 16,0 0 31-16,0 0 12 15,0 0 31-15,0 0 44 16,47 8 97-16,-47-8-47 16,0 0-27-16,0 0-10 15,0 0-32-15,9 0-46 0,-9 0-17 16,0 0-4-1,0 0 48-15,0 0-6 0,0 0 29 16,0 0-18-16,0 5 5 16,0-2-41-16,0-3 1 15,0 8-10-15,0 0-7 16,0-4-2-16,0 0 6 16,0-4 7-16,0 12-4 15,0-7 20-15,0-2-17 16,-9 2 13-16,-4-2-7 15,13 1-4-15,0-4-6 16,0 0-8-16,0 0 1 0,0 0 4 16,0 0-10-16,0 0-5 15,7-4 10-15,27-15 4 16,18-6 12-16,10-3-16 16,10 8 4-16,-4 4-4 15,-15 8-12 1,-1 8 2-16,-17 0-36 0,-1 20 33 15,-34 36-3-15,0 17 7 16,-41 7 3-16,-45 4-14 16,-7-12-6-16,18 0 3 15,-6-20 17-15,41-7 12 0,15-13-1 16,19-9-4 0,6-3 8-16,0-4-9 0,13-7-5 15,39-1 1 1,23-8-2-16,-10 0 6 15,9 0 2-15,-21 0 21 0,3 0-13 16,-31 4-3-16,2 0-7 16,-8-1-1-16,-13 2-29 15,16-5-60-15,-10 0-88 16,-5 0-218-16</inkml:trace>
  <inkml:trace contextRef="#ctx0" brushRef="#br0" timeOffset="-17345.29">23494 9785 482 0,'0'0'100'0,"0"0"-56"0,0 0 18 0,0 0-19 0,0 0-43 16,0 0 4-16,0 0-1 15,0 0 3-15,0 0 9 16,0 0 4-16,0 0 16 15,0 0-23-15,0 0 34 16,0 0 42-16,0 0-34 16,0 0-9-16,0 0-23 15,0 8 35-15,0 24-49 0,-22 16 28 16,-3 4-31 0,-9 1 19-16,16-6-23 0,2-6 5 15,10-5 0-15,6-8-1 16,0-4-5-16,0-7-1 15,22-10 0-15,43-3-21 16,9-4 13-16,7 0-10 16,-1 0 15-16,-14 0-10 15,-14 0 1-15,-24 0 1 16,-9 0-12-16,2 0 14 16,-21 0 5-16,7 0-4 15,-7 0 13-15,0 0-8 16,0-16-24-16,0-4-12 15,6-12-7-15,-6 20 18 16,0-4 13-16,0 12 14 0,0-4 2 16,0 8 11-16,0 0 9 15,0 0-17-15,0 0 22 16,0 0-12-16,0 16 0 16,0 24 22-16,0 16 0 15,0 12 53-15,-6 4-46 16,-7-3 4-16,-2-2-38 15,15-10-3-15,0-17-5 16,0-12-18-16,0-15-55 16,0-13-220-16</inkml:trace>
  <inkml:trace contextRef="#ctx0" brushRef="#br0" timeOffset="-8603.23">28080 11237 269 0,'0'0'144'0,"0"0"-46"0,0 0-3 0,0 0-56 0,0 0 20 16,0 0 15-16,0 0 38 16,0 0-20-16,0 0-14 15,0 0-44-15,0 0 31 16,0 8-31-16,0 25-22 16,0 14 24-16,0 17-16 15,0 21 8-15,0 7-23 16,-6 8 26-16,-10 5-29 15,4-2 23-15,5-2-25 16,1-5 9-16,6-8-2 0,0-8-6 16,0-11-1-1,0-17 8-15,13-12-18 16,5-12 18-16,4-8-16 0,3-8 11 16,3 4-6-16,12-4 3 15,13 12-5-15,55-7 0 16,19-6 10-16,41-7 1 15,24-4-4-15,28 0 4 16,10 0-2-16,-10 0 5 16,0-4-9-16,-12 1 0 15,-1-5 4-15,-8 3 2 16,2-15 17-16,-15 12-19 16,-6-8 7-16,-6 12-9 15,-19 4 3-15,-22 0-5 16,-12 0-2-16,-15 0-10 0,-26 0-44 15,-24 0 1-15,-37-16-76 16,-19-4-230-16</inkml:trace>
  <inkml:trace contextRef="#ctx0" brushRef="#br0" timeOffset="-7570.39">28700 11317 571 0,'0'0'196'0,"0"0"-163"0,0 0 48 0,0 0-47 16,0 0-12-16,0 0 1 15,0 0 16-15,0 0 27 16,28 0 31-16,6 0-49 16,6 0-32-16,-9 0-4 15,-3 0-6-15,-15 0-12 0,-13 25-2 16,0 30 3-1,-19 22 5-15,-62 10-1 0,-12 2-7 16,25-4 8-16,3-18 4 16,37-10 6-16,22-18 0 15,6-14-4-15,0-9-12 16,6-12-7-16,53-4 11 16,22 0 2-16,5 0 1 15,7 0 11-15,-12-17-6 16,6 6 3-16,-19 3-3 15,-15 4-9-15,-19-1 11 16,0-3-16-16,-9 5-9 16,-10-5-24-16,-15-12-84 15,0 4-123-15,0-1-254 16</inkml:trace>
  <inkml:trace contextRef="#ctx0" brushRef="#br0" timeOffset="-6888.07">29382 11168 494 0,'0'0'140'16,"0"0"-96"-16,0 0 60 0,0 0 3 0,0 0-50 0,-53 205 15 0,25-164-38 0,10-5-15 15,2 0-5-15,10-8 33 16,6 4-8-16,0-9-31 16,0-2-13-16,0-9 13 0,16 0-16 15,30 0 2 1,1-8-4-16,5 1 3 0,-11-5 7 15,-1 7 5 1,-15-7-3-16,-4 0 12 0,-2 0-8 16,9 0-11-16,-16 0 5 15,16 0 0-15,-9 0-5 16,3-12-23-16,-16-4 1 16,0-4-12-16,0 4 28 15,-6-1-16-15,0 6 23 0,0 3-24 16,0 8 26-1,0 0-5-15,0 0 7 0,0 0 41 16,0 4-10-16,0 40 2 16,10 16 33-16,-10 12-22 15,0 8-27-15,0-8 17 16,0-15-23-16,0-9-11 16,0-24-6-16,0-8-37 15,6-16-81-15,0 0-132 16,-6 0-366-16</inkml:trace>
  <inkml:trace contextRef="#ctx0" brushRef="#br0" timeOffset="-925.56">24657 12629 246 0,'0'0'135'0,"0"0"-29"0,0 0-20 15,0 0-26-15,0 0 12 16,0 0-39-16,-22 19 22 16,22-19-18-16,0 0 52 15,0 0-28-15,0 0-5 16,0 0-21-16,0 0 12 16,0 0 4-16,0 0-33 0,0 0 18 15,0 0-19-15,0 0 22 16,0 0-33-16,0 0-1 15,0-19 4-15,0-26-5 16,0-18 14-16,0-18-9 16,0-4 19-1,0-10-23-15,0-6-1 0,28-3 5 16,-6 3-18-16,2 21 4 16,-17 24 0-16,14 25-1 15,-15 26 11-15,-6 5-16 16,0 0 16-16,0 0-10 15,0 0-17-15,0 0 21 0,0 0-32 16,0 5 23 0,0 26 7-16,-34 18 6 0,-18 7-6 15,-1-4 5-15,25-8-4 16,16-12-83-16,12-12-64 16,0-16-260-16</inkml:trace>
  <inkml:trace contextRef="#ctx0" brushRef="#br0" timeOffset="2720.57">28393 13362 496 0,'0'0'89'0,"0"0"-42"0,0 0-3 0,0 0 7 0,0 0 2 16,0 0 33-1,0 0-34-15,0 12-17 0,0-7-18 16,0-5 20-1,0 0-28-15,0 8 4 0,0 3 0 16,0 6 0-16,-6 2 8 16,6-2-17-16,0 3 12 15,0-1 0-15,0-11 15 16,-6 13-27-16,6-6 3 16,0 6-7-16,0-1 0 15,0-8-1-15,0 12 2 16,0-12-2-16,0 1 3 0,12-10-8 15,16 2 4 1,-10-2-3-16,17 1 4 0,5 4 0 16,-15-8-2-16,24 0 6 15,-18 0-3-15,10 0 8 16,5 0-4-16,-6-36-4 16,1-8 20-16,5-12-18 15,-5 8 3-15,-7-9-5 16,0 13 2-16,-16 4-2 15,-2 8 4-15,-16 1-8 16,0 3 15-16,0-8-19 16,0-5 14-16,0 16-12 15,0 2 3-15,0 15 3 16,-16 0 4-16,-8 8 4 16,-4 0 29-16,-6 0-34 15,9 0 7-15,-9 0-7 0,0 0-6 16,-7 0-6-16,-5 0 6 15,-7 31-3-15,6 10 6 16,-15 3-1-16,4 0 2 16,23-12-12-16,-5 5 22 15,22-9-21-15,2 8 15 16,10 3-10-16,6 6-14 16,0-1-46-16,0 4-222 15</inkml:trace>
  <inkml:trace contextRef="#ctx0" brushRef="#br0" timeOffset="4486.8">29348 13318 67 0,'0'0'369'0,"0"0"-333"0,0 0 19 16,0 0-2-16,0 0 19 16,0 0 7-16,0 0 34 15,0 0-16-15,0 0-35 16,0 0 1-16,0 0-1 15,0 8-9-15,0-3-27 16,0 2 12-16,0 9-28 16,0 17 15-16,0 14-6 15,0 9 10-15,0 9-23 16,0 3-1-16,0 0-5 16,-6 5-1-16,-19-10-2 0,3-10-24 15,10-12 2-15,12-22-91 16,0-19-276-16</inkml:trace>
  <inkml:trace contextRef="#ctx0" brushRef="#br0" timeOffset="6086.24">25199 12055 314 0,'0'0'71'0,"0"0"18"0,0 0-12 0,0 0-7 16,0 0 8-16,0 0 9 16,-21 0-41-16,8 0 26 15,7 0-16-15,6 0-18 16,0 0-21-16,-9 4 21 15,2-4-15-15,1 12 16 0,-12-4-7 16,-4 0-12 0,3 5-3-16,-9-2 0 0,4-3-8 15,2 17-4 1,-6-2 14-16,9 5-15 0,1 13 17 16,8 3-20-16,10 4 0 15,0 0 2-15,0-3-6 16,0-6-2-16,41-11 5 15,-1-4 0-15,13-7-8 16,3-2-1-16,-10 1 10 16,29-8-8-16,-23-8 6 15,7 0-4-15,9 0-12 16,-15-16 17-16,-6-32 4 0,-7-4 2 16,-21-9 12-1,8-6-16-15,-27 3 10 0,0-1-6 16,0 6-8-16,0 6 2 15,-12 5-1-15,-16 20 0 16,-6 8 2-16,9 12-4 16,3 8 7-16,-12 0-8 15,3 0-9-15,-9 40 1 16,0 0-30-16,6 16-78 16,15 1-165-16,-3 7-168 15</inkml:trace>
  <inkml:trace contextRef="#ctx0" brushRef="#br0" timeOffset="14827.67">29763 13190 338 0,'0'0'99'0,"0"0"-48"16,0 0-18-16,0 0-6 0,0 0 7 16,0 0 25-16,0 0-12 15,0 0 14-15,0 0-10 16,0 0 5-16,0 0-14 15,0 0 18-15,0 0-34 16,0 0 17-16,0 0-30 16,0 0 6-16,0 0 25 15,0 0 3-15,0 0 1 16,0 4-30-16,0 4 1 16,0-3-4-16,0 10-15 15,0-7 4-15,-21 8-2 16,15-8 3-16,-13 9-2 15,13-1-1-15,0-1 4 0,-10 9-5 16,10 1 1 0,6 6-4-16,0-3 10 15,0-4-9-15,0 1 2 0,0-1 0 16,0-9-1-16,0 6 0 16,0-6-6-16,22 2 12 15,2-4-18-15,4 10 13 16,-3-15-1-16,3 0 0 15,0 0-5-15,-3-4 1 16,9-4 3-16,-6 4-10 16,-10 0 12-16,10-4-2 15,-9 0 2-15,9 0-1 16,-4-12 0-16,-2-16 0 0,6-8-1 16,3-13 3-16,-3-2-8 15,6-1 12 1,-9 8-7-16,-3 11 3 0,-4 9-4 15,-2 12 5-15,-4-4-3 16,-6-4 0-16,1-4 1 16,-7-4-1-16,0 0-1 15,0 0-3-15,0 0 8 16,0 4-13-16,0 7 16 16,-7 9-16-16,1 8 15 15,0 0-6-15,0 0 3 16,-10 0 3-16,4 0 1 15,-1 0-1-15,-2 0-12 0,-10 0 2 16,-3 0 1-16,-6 8-3 16,-6 17 3-16,9-5-13 15,-10 7-19-15,7-2 6 16,0 3-67-16,0-8-64 16,9-8-328-16</inkml:trace>
  <inkml:trace contextRef="#ctx0" brushRef="#br0" timeOffset="16326.65">26114 12055 56 0,'0'0'321'0,"0"0"-236"0,0 0 0 0,0 0-20 16,0 0-21-16,0 0-31 15,0 0 21-15,0 0 10 16,0 0 58-16,-12 0-15 15,-4 0-37-15,4 0 5 16,-7 12-15-16,10 0 13 16,-10 9-38-16,7 7 7 15,-16 8-20-15,22 0 17 16,-10-5-16-16,4 2 9 0,12-6-5 16,0 1-1-16,0-3 3 15,0-1-4-15,0-1-10 16,46-2 13-16,16-1-13 15,3-12 5-15,4 0 0 16,2-4-4-16,3-4 4 16,-12 0 0-16,-15 0 1 15,-7-4 1-15,-21-20 4 16,9-9-10-16,-10-6 11 16,-12-13-8-16,-6-12 4 15,0-8-6-15,0-9-5 16,0 13-16-16,-18 15 12 15,-16 17-7-15,-13 17 9 0,-12 19 15 16,-15 0-7 0,-7 0 4-16,7 24 2 0,3-1-4 15,24 18-44-15,19-1 11 16,16 8-35-16,12 13-45 16,0-2-183-16</inkml:trace>
  <inkml:trace contextRef="#ctx0" brushRef="#br0" timeOffset="42106.4">30898 12966 322 0,'0'0'260'0,"0"0"-178"0,0 0 34 0,0 0-61 16,0 0-41-16,0 0 34 16,0 0-9-16,10-16-6 15,-10 16-1-15,0 0 30 16,0 0 8-16,0 0-29 15,0 0-33-15,0 0 4 16,0 0 7-16,0 0-9 16,0 0 23-16,0 8-18 15,0 20 0-15,-28 11-12 16,-25 14-6-16,-3 2 7 16,3-6-5-16,13-5 2 15,6-8 0-15,3-8 2 16,16-8-2-16,8-4-2 15,7-11 3-15,0-2-6 16,0-3-15-16,0 4-1 16,0 1-3-16,34-2 22 0,1 5-2 15,5-3 3-15,-6 7-3 16,-3-4-3-16,-3 0 5 16,6 3 1-16,-9-6 1 15,-4-5-1-15,4 0-1 16,-9 0-19-16,-10 0 7 15,-6 0 12-15,0 0-13 16,6 0 10-16,-6 0-17 16,13-13 14-16,-4-3-14 0,-3 1 20 15,0 2-6-15,7 1 4 16,-7 9 3-16,-6-10-6 16,0 13 1-16,0 0 10 15,0 0-1-15,0 0 19 16,0 0 20-16,0 16-20 15,0 21-1-15,0 10-15 16,-25 10-1-16,-3-1 4 16,10-8 2-16,2 0 2 15,4-8-8-15,-1-7 4 16,13-17-10-16,0-8-8 16,0-8-45-16,0 0-73 15,0 0-128-15,0 0-132 0</inkml:trace>
  <inkml:trace contextRef="#ctx0" brushRef="#br0" timeOffset="48588.77">26529 12974 265 0,'0'0'111'0,"0"0"1"0,0 0-44 0,0 0-34 0,0 0 1 16,0 0-6-16,0 0-1 16,0 0 5-16,0 0-18 15,0 0 24-15,0 0 5 16,0 0 20-16,0 0 18 16,0 0-40-16,0 0-19 15,0 0-3-15,0 0-19 16,0 0 13-16,0 0 21 15,0 0-14-15,0 0 25 16,0 0-35-16,0 0 26 16,0 0-31-16,0 0 13 15,0 0-19-15,-21 0 2 0,2 0-3 16,-9 23 3-16,-6 5 10 16,0 1-11-16,3 19 4 15,-3 0 1-15,6 4-2 16,9-8 3-16,4 4-11 15,2-4 6-15,13-3-4 16,0-5-4-16,0 0 6 16,0-4-2-16,35-4-7 15,17-5 7-15,-5-6-9 16,-1-4-1-16,-18-13-13 16,6 0 19-16,-21 0 3 15,-1 0-5-15,-3-9 8 16,-2-23 0-16,-7 7 5 0,0 6-3 15,0-1 8-15,0 20-6 16,0 0-4-16,0 0 8 16,-34 0-8-16,-7 0-6 15,7 0-3-15,0 31 5 16,9-6-2-16,13-6-4 16,-4-10-77-16,16-9-75 15,0 0-289-15</inkml:trace>
  <inkml:trace contextRef="#ctx0" brushRef="#br0" timeOffset="53411.44">25385 13102 295 0,'0'0'130'0,"0"0"-16"0,0 0-19 0,0 0-50 0,0 0 15 15,0 0-6-15,0 0-10 16,0 0-13-16,0 0 37 0,0 0-33 16,0 0 19-16,0 0-17 15,0 0 0-15,0 0 8 16,0 0-10-16,0 0-14 16,0 0-20-16,-6 0 3 15,6 0-4-15,-15 12 2 16,2-8 4-16,13 11-8 15,0-7 2-15,0 1-5 16,0 3 2-16,0 0-3 16,0-4 3-16,13 4-4 15,21-4 2-15,0-3 1 16,0-5-4-16,-9 0 8 16,3 0-10-16,0 0 9 0,-4-13 1 15,-2-15 11 1,-10 0-10-16,10 8-2 0,-22-4 7 15,0 8-4-15,0-8 0 16,0 3-4-16,0 2-2 16,-28 2-2-16,-6 9-21 15,0 8-15-15,9 0 13 16,19 0 5-16,-22 0 11 16,16 36 13-16,-4 5-3 15,4-5 1-15,6 0-4 16,6-8 0-16,0 4-9 15,0-12-2-15,0-8-9 16,34 4 26-16,-3-8-55 16,9-8-8-16,7 0 40 0,-20 0 13 15,8 0-9-15,-11-8 5 16,-24-12-14-16,0-4 8 16,0 4 16-16,0 16-4 15,0 0 8-15,0 4 8 16,0 0 42-16,0 0-30 15,0 0-20-15,0 8-12 16,22 17 12-16,-16-2 3 16,7 13 4-16,8 0-13 15,-2 0 12-15,3 5-12 16,-16-2 10-16,6-3-7 16,-12-3 3-16,0-1 0 15,0-8 31-15,0-8 25 0,0-4 15 16,-12-8-53-16,-16 0 41 15,-12 0-39-15,-1 0-20 16,4 4-38 0,-12-3-80-16,30-5-76 0,-15 3-334 15</inkml:trace>
  <inkml:trace contextRef="#ctx0" brushRef="#br0" timeOffset="54145.55">24102 13490 592 0,'0'0'158'0,"0"0"-25"0,0 0-25 0,0 0-71 0,0 0-2 16,0 0-12-16,0 0 35 15,133-19-9-15,-34 7-26 0,-9 7-5 16,15-2-18-1,-11 3-2-15,-1-5-55 16,-7 9-82-16,-17 0-259 16</inkml:trace>
  <inkml:trace contextRef="#ctx0" brushRef="#br0" timeOffset="54976.27">24374 14189 99 0,'0'0'378'0,"0"0"-317"0,0 0 67 16,0 0-42-16,0 0-47 16,0 0-23-16,-40-5 19 15,40 5 2-15,0 0 20 16,0 0-22-16,0 0-3 16,9 0-10-16,57 0 44 15,36 0 3-15,44 0-27 0,33 0-7 16,42 5-13-16,33-5 13 15,6 0-11-15,16 0-14 16,-9 0-8-16,-7-8-4 16,-18 8-8-16,-37 0-7 15,-16 0 16-15,-49 0-30 16,-7 12 14-16,-34 7-8 16,-31-6 2-16,-21-1-37 15,-19-9-81-15,-28-3-183 16</inkml:trace>
  <inkml:trace contextRef="#ctx0" brushRef="#br0" timeOffset="55926.33">26474 14305 135 0,'0'0'309'0,"0"0"-239"0,0 0 33 0,0 0-24 0,0 0-16 16,0 0 8-16,0 0 22 16,0 12-59-16,0 21 19 15,-13 6-46-15,-15 5 28 16,-3 12-8-16,3-4 5 16,10-7-20-16,-10-1 10 15,22-12-17-15,-1-8-4 16,7-3-1-16,0-6-5 0,0-3 1 15,0 0-1-15,7-7-4 16,27 6-39-16,3-3 32 16,3-4 6-16,1-4-1 15,-13 0 11-15,-1 8-37 16,-20-8 17-16,11 0-23 16,-18 0 0-16,6 0 27 15,-6 0 2-15,0 0-6 16,10 0-2-16,2 0 21 15,-12-8-24-15,13-15-22 16,-1-6-31-16,-3 1 7 16,-3 4-10-16,-6 4 50 15,0 8-14-15,0 7 45 0,0 5 25 16,0 0 57 0,0 0 4-16,0 17-42 0,0 23 12 15,0 8 29 1,0 16 16-16,-6-4-35 0,-3 1 6 15,-3-5-29-15,12-4-15 16,0-13-10-16,0 2-18 16,0-8-10-16,0-18-109 15,0-2-179-15</inkml:trace>
  <inkml:trace contextRef="#ctx0" brushRef="#br0" timeOffset="79541.04">26861 14533 256 0,'0'0'150'0,"0"0"-95"0,0 0 15 0,0 0 30 0,0 0-25 0,0 0 0 16,0 0 6-16,0 0-18 0,0 0 8 15,0 0-40-15,0 0 0 16,0 0-29-16,0-3 16 15,0 3-3-15,0 0 11 16,0 0 5-16,0 0-12 16,0 0 0-16,0 0-12 15,0 0 12-15,0 0-7 16,0 0-5-16,0 0 6 16,0 0-4-16,0 0 0 15,0 0-8-15,-12 3 0 16,-1 10 4-16,-15 2-9 15,10 10 8-15,-10 3-7 0,0-1 7 16,9 6-1 0,7 0-3-16,-3 6 1 0,8 2-7 15,1 6 12-15,6-2-12 16,0-1 3-16,0 0 2 16,19 8-11-16,30-8 4 15,-2-4-6-15,-1-7-5 16,-5-10 18-16,-10-7-10 15,-3-8 8-15,-16-8-1 16,10 0-3-16,-10 0 5 16,10-36-4-16,3-28 9 15,9-4-6-15,-6-13 0 16,3 1 2-16,-10 13-1 16,-2 2-1-16,-19 9-1 15,0 12-13-15,0 8 0 16,-12 11 14-16,-29 22 3 15,-5 3 5-15,-7 0-2 0,-15 0-3 16,-4 36-3 0,-8 3-79-16,5 2-117 0,23-5 178 15,18 12-366-15</inkml:trace>
  <inkml:trace contextRef="#ctx0" brushRef="#br0" timeOffset="89248.75">31366 13675 317 0,'0'0'99'0,"0"0"-77"0,0 0 9 0,0 0-25 16,0 0 0-16,0 0 35 16,0 0 24-16,0 0-18 15,7 0-25-15,-7 0 35 16,0 0-4-16,0 0-1 15,0 5-14-15,0-5 15 0,0 0-22 16,0 0-18-16,0 0 27 16,0 0-2-16,0 0 5 15,0 0-11-15,0 0 15 16,0 0-40-16,0 0 8 16,0 0-10-16,0-21-1 15,0-19 0-15,0-24-3 16,0-16 11-16,15-13-6 15,-2-2-4-15,8-2-1 16,-8 9-2-16,5 16-16 16,-2 16 0-16,-10 23 10 15,0 17 4-15,-6 16 3 0,13 0-35 16,-13 8 27-16,0 45 8 16,0 15 7-16,-34 8-7 15,-19-4-37-15,0-8-79 16,0-12-60-16,32-16 9 15,8-11-141-15</inkml:trace>
  <inkml:trace contextRef="#ctx0" brushRef="#br0" timeOffset="90714.72">26415 15725 116 0,'0'0'354'0,"0"0"-310"0,0 0 27 0,0 0 45 0,0 0-23 16,0 0-4-16,0 0 3 0,0 0-50 16,0 0 3-16,0 0-20 15,0 0 15-15,0 0-35 16,0 0 1-16,0 0-1 15,0-8-5-15,6-8 3 16,22-1 3-16,-3 9 0 16,3 0-6-16,-1 8 0 15,-14 0-8-15,-1 0 3 16,-12 0-17-16,0 41 21 16,0 15-2-16,-18 16 1 15,-29 8-19-15,-9-8-6 16,16-11 18-16,21-14 17 15,7-18-17-15,12-14 12 16,0-10-8-16,0-5-9 16,6 0-16-16,28 0 11 0,-3 0 18 15,-3-5 2-15,6-6 4 16,-9 7-5-16,-3-4-22 16,-4 0-79-16,-8 3-46 15,2 2-81-15</inkml:trace>
  <inkml:trace contextRef="#ctx0" brushRef="#br0" timeOffset="91429.38">26988 15557 531 0,'0'0'48'0,"0"0"-45"0,0 0 5 0,0 0 14 15,-80 236-10-15,80-209-3 16,0-2 21-16,0-14-25 16,0-6 20-16,0-5-14 15,0 0 12-15,34 0-6 16,12 0 5-16,10 0 6 16,-9-5-16-16,-16 2 9 15,-3 0-20-15,-1 3-2 0,-14 0 5 16,-7-5-8-16,-6-3 4 15,0 8-30-15,0-8-12 16,0-8-20 0,0 0 39-16,0 3 2 0,0-2 21 15,0 2 0-15,0 13 5 16,12 0-2-16,-12 0-6 16,0 0-3-16,0 17 6 15,0 23 14-15,0 8 39 16,0 16 18-16,0 0-9 15,0 0 9-15,0-4-51 16,-12-7-13-16,12-17-7 16,0-8-17-16,0-20-73 0,0-8-51 15,0 0-121-15</inkml:trace>
  <inkml:trace contextRef="#ctx0" brushRef="#br0" timeOffset="92177.82">25472 16126 502 0,'0'0'105'0,"0"0"-53"0,0 0 61 0,0 0 24 16,0 0-54-16,0 0-30 15,-34 0-30-15,40 0-14 16,50 0 69-16,15 0-19 15,10 0-9-15,12 0-34 16,9-16-7-16,4-8-9 16,-4-4-21-16,-3 3-51 0,-34 2-100 15,-18 7-369-15</inkml:trace>
  <inkml:trace contextRef="#ctx0" brushRef="#br0" timeOffset="92776.76">26005 16819 585 0,'0'0'105'0,"0"0"-50"0,0 0 40 16,0 0 0-16,0 0-56 16,0 0-15-16,-24 0-18 15,70 0 14-15,41 0 59 16,18 0 11-16,44 0-47 16,19 0-16-16,5-3-5 15,1-2-19-15,0 2 0 0,-35 3-3 16,-6-5-6-16,-30 5-69 15,-32 0 52-15,-31 0-106 16,-6 0-75-16,-27-4-111 16</inkml:trace>
  <inkml:trace contextRef="#ctx0" brushRef="#br0" timeOffset="93476.44">26762 17437 180 0,'0'0'287'0,"0"0"-251"0,0 0 61 16,0 0-16-16,0 0-16 0,0 0-10 0,0 40-13 16,0-40-6-16,0 0 40 0,0 0-12 15,0 0-17-15,0 0 11 16,0 0-13-16,0-16-5 16,0-23-39-16,-12-18 21 15,5-11-21-15,-21 0 12 16,22 4-1-16,-9 3-8 15,-4 9-3 1,7 16 1-16,-10 8-4 0,16 20-5 16,0 8 0-16,-1 0-14 15,-8 8 20-15,-10 36-16 16,3 8-8-16,-2 1-24 16,-4-9-44-16,22-16-35 15,-1-12-58-15,7-8-42 0,0-8-268 16</inkml:trace>
  <inkml:trace contextRef="#ctx0" brushRef="#br0" timeOffset="94028.2">27091 16988 180 0,'0'0'20'0,"0"0"17"0,0 0 20 0,0 0-18 15,0 0 95-15,0 0-18 16,0-4 9-16,0 4-15 16,0 20-66-16,-10 16 42 15,-14 12-63-15,-4 12 17 16,15 4-9-16,1 8-19 16,12-3-3-16,0-17-5 15,0-4 7-15,0-12-8 0,25-8-2 16,21-4 10-16,-6-12-17 15,-5-4 12-15,5-8-12 16,-6 0 6-16,0-3-9 16,-9-42 9-16,-3-7 6 15,-10-4 29-15,-12 7-16 16,0 10-3-16,0 14-11 16,0 14-5-16,-12 11 0 15,-35 0-4-15,-15 16-7 16,9 32 0-16,1 8-2 15,11-4-8-15,7-3 15 0,28-10-64 16,6-22-186 0,0-9-350-16</inkml:trace>
  <inkml:trace contextRef="#ctx0" brushRef="#br0" timeOffset="94777.35">27605 17658 835 0,'0'0'382'0,"0"0"-349"0,0 0 16 0,0 0-49 16,0 0-20-16,0 0-34 15,25 0-116-15,-25 0-160 0,0 8-208 16</inkml:trace>
  <inkml:trace contextRef="#ctx0" brushRef="#br0" timeOffset="95109.17">28213 17859 504 0,'0'0'293'0,"0"0"-196"16,0 0 10-16,0 0-39 15,0 0-26-15,0 0 21 16,0 0-32-16,0 0-16 16,0 0-12-16,0 0-6 15,0 0-26-15,0 3-61 16,6-3-67-16,-6 8-140 15</inkml:trace>
  <inkml:trace contextRef="#ctx0" brushRef="#br0" timeOffset="95342.42">28213 17859 726 0,'462'131'218'0,"-456"-131"-157"16,-6 0-8-16,0 0-53 16,0 0-36-16,0 0-49 15,0 0-123-15,0-3-205 16</inkml:trace>
  <inkml:trace contextRef="#ctx0" brushRef="#br0" timeOffset="98056.67">25506 9629 797 0,'0'0'22'0,"0"0"26"0,0 0 77 0,0 0-72 15,0 0 6-15,0 0-5 0,326 16-47 16,-280-16 1-1,16 0 0-15,-21 0-10 0,5 0 3 16,-12 0-2-16,-9 0-34 16,-9 0-43-16,8 0-52 15,-8-5-96-15,-16-6 55 16,0-1-205-16</inkml:trace>
  <inkml:trace contextRef="#ctx0" brushRef="#br0" timeOffset="98339.07">25605 9476 530 0,'0'0'43'0,"0"0"52"15,0 0 53-15,0 0-11 16,0 0-48-16,0 0-23 16,261-11-32-16,-227 11-24 15,-6 0-10-15,-3 0 0 16,3 0-17-16,-4 0-48 16,-2 0-43-16,-22-5-148 0,0 5-242 15</inkml:trace>
  <inkml:trace contextRef="#ctx0" brushRef="#br0" timeOffset="98656.74">25605 9476 365 0</inkml:trace>
  <inkml:trace contextRef="#ctx0" brushRef="#br0" timeOffset="98822.18">25605 9476 365 0,'-167'-257'317'0,"201"257"-293"0,25 0 160 0,9 0 24 16,-3 0-148-16,4 0-34 16,-17 0-7-16,-5 0-19 15,-7 0 0-15,-6 0 5 16,13-16-4-16,-13-4 7 15,6-4-1-15,7 1-2 0,-19 2-4 16,-4-2 1-16,-2-10-2 16,3-7-16-16,-3-12-38 15,-4 0-75-15,4 4-41 16,-4 16-48-16,-5 12-161 16</inkml:trace>
  <inkml:trace contextRef="#ctx0" brushRef="#br0" timeOffset="100226.23">27323 9192 385 0,'0'0'76'0,"0"0"-26"0,0 0-6 16,0 0-9-16,0 0-33 15,0 0 33-15,0-4 60 16,0 4 10-16,0 0 4 15,0 0-20-15,0 0-16 16,0 0-30-16,0 0-22 0,-6 7-16 16,-6 9-10-16,2 4-4 15,10 9 8-15,0 3-8 16,0-8 9-16,0 7 0 16,0-14 4-16,10-5 3 15,14-8-6-15,23-4 10 16,-1 0-8-16,10 0 2 15,3-52 1-15,-6-24 11 16,-7-17-3-16,-12-10-12 16,-27-6-2-16,-7 13 9 15,0 19-18-15,0 33-6 16,0 24 14-16,-31 20-8 0,-25 8-35 16,-15 48-43-1,-16 16-75-15,0 13-57 16,25-5-249-16</inkml:trace>
  <inkml:trace contextRef="#ctx0" brushRef="#br0" timeOffset="100522.08">27919 9729 247 0,'0'0'513'0,"0"0"-466"0,0 0 9 0,-93 232-20 16,93-183-36-16,0-17-18 15,0-13-64-15,0-14-70 16,0-5-249-16</inkml:trace>
  <inkml:trace contextRef="#ctx0" brushRef="#br0" timeOffset="101070.58">28365 9392 537 0,'0'0'31'15,"0"0"57"-15,0 0-7 16,0 0-45-16,0 0 12 16,0 0 16-16,-65 124-42 15,71-103 15-15,41-14-22 16,12-7 22-16,21 0-17 16,-5-4 7-16,11-43-7 15,-5-18 33-15,-13-19-26 16,-9-8-9-16,-19 7-16 0,-21 10 5 15,-19 14-4 1,0 17-1-16,-31 20-2 0,-37 20-3 16,-7 4-1-16,-5 24 0 15,-13 36-8-15,6 12-62 16,6 1-182-16,29-17-217 16</inkml:trace>
  <inkml:trace contextRef="#ctx0" brushRef="#br0" timeOffset="101754.12">29277 8782 188 0,'0'0'251'0,"0"0"-191"0,0 0 20 0,0 0-23 0,0 0 20 16,0 0 20-16,24-44 16 16,-24 44-46-16,0 0-12 15,0 0-13-15,0 8 2 16,0 25-12-16,-24 11-31 16,-17 7 4-16,1 6 2 15,6-5-3-15,21-4-2 16,4-8-1-16,9-16-1 15,0-4-25-15,0-12 0 16,22-8-2-16,24 0 27 16,1 0-9-16,6 0 3 0,2 0 6 15,-8-4-6-15,-7-12-16 16,-21 8-22-16,-13-8-17 16,16 8-53-16,-22 1 64 15,6 2 11-15,-6 5 39 16,0 0 13-16,0 0 34 15,0 0-14-15,0 0 35 16,0 0-45-16,0 0-19 16,0 0 14-16,0 20 11 15,0 16 3-15,0 8-28 16,-6 8 25-16,-16 5-15 16,-3-9 33-16,4 8-29 15,2-7-8-15,3-10-10 16,4-3-10-16,0-16-38 0,12-4-30 15,0-11-136-15,0-5-111 16</inkml:trace>
  <inkml:trace contextRef="#ctx0" brushRef="#br0" timeOffset="102254.14">29891 9444 626 0,'0'0'197'0,"0"0"-123"0,0 0 55 0,0-200-61 0,0 128 1 15,12 0-53 1,10 0-6-16,-4 11-8 0,-5 20 0 16,-4 18 3-16,-3 23-10 15,-6 0-3-15,0 0-9 16,0 0 17-16,0 20 0 16,-22 8-1-16,-18 0 1 15,15 0-13-15,-3-4-42 16,16-4-7-16,12 4-112 15,0-4-70-15,-6 0-199 16</inkml:trace>
  <inkml:trace contextRef="#ctx0" brushRef="#br0" timeOffset="102703.26">30480 9413 91 0,'0'0'743'0,"0"0"-579"0,0 0-56 16,0 0-35-16,0 0-49 15,0 0-18-15,145 8 7 16,-98-8-13-16,-1 0-2 0,-11 0 1 16,-1-8-39-16,-16 3-23 15,-2-3-28-15,-16-12-90 16,0 8-20-16,0 0-95 16</inkml:trace>
  <inkml:trace contextRef="#ctx0" brushRef="#br0" timeOffset="102902.96">30480 9413 1046 0,'-41'-166'60'0,"41"166"-7"0,7 0-15 15,45 0-18-15,17 0-10 16,2-3-8-16,9-10-2 15,-5 1-49-15,-16 9-54 16,9 3-90-16,-28 0-121 16</inkml:trace>
  <inkml:trace contextRef="#ctx0" brushRef="#br0" timeOffset="103621.08">31723 8546 729 0,'0'0'137'0,"0"0"-70"0,0 0-39 16,0 0-6-1,0 0 7-15,0 0 44 0,0 112-27 16,-50-44-12-16,-8 5-31 16,-1-5-6-16,12-12 3 15,13-4 0-15,6-4 1 16,22-20 5-16,6-8-12 16,0-8-5-16,0-8-27 15,12 1-5-15,35-2 41 16,-7 2-6-16,7-5 8 15,2 3-1-15,-18-3-8 16,3 0 8-16,-12 5-2 0,3-5-3 16,-13 0-3-16,4 0-10 15,9 0-4-15,-4 0 4 16,7-13-20-16,-3-11 2 16,-3 4-18-16,-10 4 14 15,-6 0 39-15,1 12 2 16,-7 4 7-16,0 0 46 15,0 0 53-15,0 0-56 16,0 13-15-16,0 18-27 16,0 18 14-16,0 10 25 15,0 10-28-15,0 6 28 16,-25 6-33-16,-16-5 13 16,20-4-21-16,2-11-1 0,4-17-5 15,8-21-13-15,7-10-41 16,0-13-97-16,0 0-143 15,0 0-114-15</inkml:trace>
  <inkml:trace contextRef="#ctx0" brushRef="#br0" timeOffset="104101.94">32315 9444 980 0,'0'0'89'0,"0"0"-17"0,0 0-7 0,0 0-58 0,0 0 0 0,0 0-1 15,0 237-12-15,0-214-1 16,0 6-11-16,0-5-2 16,0-12-55-16,0 4-70 15,0-4-261-15</inkml:trace>
  <inkml:trace contextRef="#ctx0" brushRef="#br0" timeOffset="104601.01">32718 9544 304 0,'0'0'415'16,"0"0"-303"-16,0 0-29 15,0 0 18-15,0 0-37 16,0-248 6-16,0 168-41 16,7-13-23-16,5-7-5 15,10 3-2-15,2 9 8 16,-8 21-11-16,-4 18 8 15,-5 29-1-15,-7 17-3 0,0 3 8 16,0 11-12-16,-19 37 4 16,-49 9-22-16,-19 2-57 15,0-7 32 1,28-3-28-16,3-13-9 0,38 0 34 16,5-12 34-16,13 0-82 15,0-4-135-15</inkml:trace>
  <inkml:trace contextRef="#ctx0" brushRef="#br0" timeOffset="105316.95">32089 10864 478 0,'0'0'192'0,"0"0"-54"0,0 0 21 0,0 0-74 0,0 0-43 16,0 0 9-16,0 0-16 15,22-24 20-15,30-16-21 16,13-5 11-16,16-15-21 15,6-4-8-15,0 0-12 16,0 0-4-16,-7 8-10 16,-18 16-42-16,-22 12 7 0,-21 8-52 15,-13 20-70-15,-6-5-153 16,0 5-115-16</inkml:trace>
  <inkml:trace contextRef="#ctx0" brushRef="#br0" timeOffset="105602.44">32163 10382 713 0,'0'0'338'16,"0"0"-257"-16,0 0-10 15,0 0-26-15,0 0-34 16,0 0-2-16,0 8-9 16,0-3-26-16,0 3-28 15,0 0-133-15,0 12-251 16</inkml:trace>
  <inkml:trace contextRef="#ctx0" brushRef="#br0" timeOffset="105967.13">32712 11140 760 0,'0'0'404'16,"0"0"-336"-16,0 0-29 0,0 0-3 16,0 0-24-16,0 0 0 15,112 8-12-15,-84-8-21 16,0-16-12-16,-16-15-52 16,7 3-153-16,-19 12-659 15</inkml:trace>
  <inkml:trace contextRef="#ctx0" brushRef="#br0" timeOffset="146199.2">30098 7968 334 0,'0'0'38'0,"0"0"-27"0,0 0 67 0,0 0-40 0,0 0-32 16,0 0 44-16,0 0 27 15,0 0 7-15,0 4-18 16,0-4-15-16,0 0-23 16,0 0 27-16,0 0-30 15,0 0 11-15,0 0-8 16,0 4-20-16,0-4-5 0,0 0 5 16,0 4-16-16,0-4 16 15,0 0-13-15,0 8 5 16,0-3 0-16,0 3 0 15,0-1 3-15,0-2 1 16,0 3-2-16,0-5 5 16,0 5-2-16,0-3 13 15,0-5-10-15,0 0 21 16,0 0-4-16,0 0 20 16,0 0-15-16,0 0 8 15,0-33-18-15,0-6-17 16,0-22-6-16,34 6 12 0,19-19-14 15,0 7 6 1,21-5-2-16,-15 15-27 0,-12 17-11 16,-7 12-16-16,-18 16-39 15,-22 12 36-15,0 0-67 16,0 0 16-16,0 4-26 16,0 8-113-16</inkml:trace>
  <inkml:trace contextRef="#ctx0" brushRef="#br0" timeOffset="146649.03">30070 7567 647 0,'0'0'23'0,"0"0"44"0,0 0 13 0,0 0 26 16,0 0-31-16,0 0-38 0,168 153-19 15,-134-137-12-15,-9 4 2 16,-4-1-3-16,-2-6-10 16,-3-1-3-16,2 8-7 15,-5-8-25-15,8 8-74 16,-8 0-33-16,-7 0-59 15,3-16-212-15</inkml:trace>
  <inkml:trace contextRef="#ctx0" brushRef="#br0" timeOffset="147302.28">30718 7832 233 0,'0'0'13'0,"0"0"19"0,0 0 16 0,0 0-15 16,0 0 59-16,0 0-33 0,0 8-24 16,0-8-28-1,0 0 21-15,0 0 8 0,0 9 17 16,16-9-9-16,-16 3 10 15,6-3-23-15,-6 0-18 16,6 0-7-16,1 0-6 16,-7 0 101-16,12-36-40 15,16-16-12-15,-10-20-29 16,10 3 10-16,-15-7-21 16,8 0-4-16,-21 8-5 15,0 8-3-15,0 19 0 16,0 10 6-16,0 26 1 15,-6 5 7-15,-9 0 33 0,9 0-39 16,-1 0-5 0,1 13-52-16,-6 23-39 0,2 0-57 15,-8-5-23-15,-10 10-85 16</inkml:trace>
  <inkml:trace contextRef="#ctx0" brushRef="#br0" timeOffset="147833.09">31180 7703 200 0,'0'0'57'0,"0"0"-53"0,0 0 3 0,0 0 78 0,0 0-25 0,0 0-27 15,47 28 24-15,-35-35 40 16,10-25 17-16,-3-4-11 16,15-17 7-16,-6 1-72 15,3-12-26-15,-3 4-12 16,-7 0-6-16,-15 11-49 15,-6 10-26-15,0 6 62 16,0 25 19-16,-27 5 6 16,-20 3-5-16,-6 0 11 15,1 31-10-15,-10 18 0 16,15 7-2-16,13-9-26 0,22-11-75 16,12-15-122-16</inkml:trace>
  <inkml:trace contextRef="#ctx0" brushRef="#br0" timeOffset="147978.11">31180 7703 391 0</inkml:trace>
  <inkml:trace contextRef="#ctx0" brushRef="#br0" timeOffset="148247.34">31180 7703 391 0,'289'-152'58'0,"-289"157"-49"0,0-5 2 0,6 3 2 16,-6 2-12-1,6 3 18-15,-6 7 26 16,0-7 58-16,0 12-33 0,19 1-23 16,-4-10-39-1,4 1-7-15,9 4 7 0,12-8-8 16,-6-3 13-16,3-5 22 15,4 0 24-15,5 0 1 16,4-21 21-16,9-18-48 16,9-17 21-16,-9-5-44 15,0 1-1-15,-25-9-9 0,-28 10-11 16,-6-6-21 0,0 14-5-16,0 26 5 0,-18 6-4 15,-35 19 25-15,-15 0-31 16,-7 31-15-16,-5 21-111 15,14 4-122-15</inkml:trace>
  <inkml:trace contextRef="#ctx0" brushRef="#br0" timeOffset="165384.4">28874 4900 371 0</inkml:trace>
  <inkml:trace contextRef="#ctx0" brushRef="#br0" timeOffset="189562.64">24229 3914 261 0,'0'0'64'0,"0"0"2"0,0 0 44 0,0 0-7 0,0 0 7 16,0 0 22-16,0 0-2 0,0 0-64 16,-34 31-15-1,27-31-14-15,7 0-18 16,-6 0-9-16,6 0-15 0,0 0 14 16,-6 0-7-16,6 5 5 15,0 3-4-15,0-8 10 16,0 0-9-16,-6 4 2 15,-10 4-1-15,10 4 7 16,-6 4-10-16,-1 0 10 16,-8-5-11-16,21-6 18 15,0-5 3-15,0 0-13 16,0-5-1-16,34-42-5 16,46-29 21-16,20-17-17 15,8-10 8-15,16-7-11 0,-9 7-4 16,6 6 0-1,-16 9-2-15,-18 24-25 0,-19 28-19 16,-34 16-14-16,-27 20-47 16,-7 0-17-16,0 24-38 15,0 8 69-15,0 8-289 16</inkml:trace>
  <inkml:trace contextRef="#ctx0" brushRef="#br0" timeOffset="189895.84">24210 3236 734 0,'0'0'56'0,"0"0"93"0,0 0-38 0,0 0-84 0,0 0 43 16,0 0 10-16,245 236-6 16,-124-140-42-16,0 1 6 0,-6-5-31 15,-10-7 5 1,-12-25-12-16,-18-12-16 0,-10-12-28 15,-25-24-38 1,-25-12-53-16,-15 0-303 0</inkml:trace>
  <inkml:trace contextRef="#ctx0" brushRef="#br0" timeOffset="190694.49">25698 3994 182 0,'0'0'108'0,"0"0"18"0,0 0-7 0,0 0 3 16,0 0 1-16,0 0 36 16,0 0-90-16,41-8 2 15,-7-33 4-15,34-23-22 0,-3-8-29 16,28-12 3-16,-18-4-16 15,5 3-7-15,-21 13-8 16,-6 8-2-16,-4 8-20 16,-24 16-29-16,3 12-65 15,-28 24-25-15,0 4-95 16,0 0-176-16</inkml:trace>
  <inkml:trace contextRef="#ctx0" brushRef="#br0" timeOffset="191127.52">25652 3400 707 0,'0'0'101'0,"0"0"15"0,0 0-42 0,0 0-62 0,0 0-10 15,0 0 1 1,34-15 1-16,-6 10-8 16,-9 2 11-16,15-2-10 0,-16-7 4 15,4-4-2-15,-16-8-20 16,0 9 10-16,-6 2 11 16,0 9 0-16,0 4 23 15,0 0-5-15,0 0 5 16,0 4-23-16,0 24-32 15,0-16-168-15,0 0-264 16</inkml:trace>
  <inkml:trace contextRef="#ctx0" brushRef="#br0" timeOffset="191694.5">26641 4163 613 0,'0'0'92'0,"0"0"-13"0,0 0 71 0,0 0-77 0,0 0-35 0,0 0 0 15,-59-21-8-15,59 6 8 16,-12 6-28-16,12-3 5 16,-10 5-8-16,4 2-5 0,-6 5 2 15,6 0-3-15,6 0-1 16,0 0-6-16,0 0 6 15,0 0-5-15,0-3-4 16,0-2 18-16,0-3-18 16,0-4 9-16,-16 4-64 15,4-4-6-15,12 4 5 16,-6-5-171-16,-1 2-389 16</inkml:trace>
  <inkml:trace contextRef="#ctx0" brushRef="#br0" timeOffset="193276.45">25946 2438 0 0,'0'0'204'0,"0"0"-136"0,0 0 31 0,0 0 14 16,0 0-53-16,0 0 12 16,0 0-49-16,0 0-8 15,0 0 0-15,0 0 6 16,0 0 40-16,0 0 1 15,0 0 14-15,0 0-16 16,0 0-15-16,0 0-12 16,7 0-11-16,-7 0 10 15,0 0-4-15,0 0 28 0,0 0-48 16,0 0 26-16,12 0-31 16,4-12 11-16,18-12-11 15,12-12-3-15,26-13 4 16,8 2-3-16,22-6 6 15,-2 9-6-15,5 12-1 16,10 12 9-16,12 8-8 16,6 8 4-16,29 0-3 15,5-4 0-15,7 0-1 16,5-4-1-16,-5-4 0 16,-6 8 0-16,-7 4 10 15,-28 4-4-15,-40 4-1 0,-6 43-10 16,-34 6-7-16,-25 4 2 15,12-18-46-15,-6-11-38 16,6-20-126-16,-21-8-273 16</inkml:trace>
  <inkml:trace contextRef="#ctx0" brushRef="#br0" timeOffset="194010.29">28381 2394 612 0,'0'0'63'0,"0"0"-9"0,0 0 5 0,0 0 25 0,0 0-47 16,0 0 19-16,207 0-35 15,-148 0 13-15,-12 0-17 16,-19 0-10-16,-10 0-7 15,-5 0 12-15,-4 0-17 16,3-13 17-16,1-10 11 16,2-1-22-16,-15-12 30 15,6 0-30-15,-6-5 25 16,0 5-13-16,0 4-8 16,0 8-3-16,0 8 7 15,-21 8-10-15,8 8 6 0,7 0-10 16,0 0-18-16,6 0-48 15,0 16-68-15,0 0-243 16</inkml:trace>
  <inkml:trace contextRef="#ctx0" brushRef="#br0" timeOffset="196507.56">29664 3789 632 0,'0'0'40'0,"0"0"0"0,0 0 31 0,0 0 39 16,0 0-52-16,0 0 22 16,0 0 11-16,19 0-21 0,-13 12-18 15,16 12-12 1,3 16 6-16,2 9-5 16,8 23 3-16,-17 0-40 15,-5 5 2-15,-13-2-6 0,0 6-7 16,-7 7-32-16,-73 4-35 15,8-12-58-15,-14-31-406 16</inkml:trace>
  <inkml:trace contextRef="#ctx0" brushRef="#br0" timeOffset="197640.4">26455 1415 552 0,'0'0'79'16,"0"0"-51"-16,0 0 25 0,0 0 42 0,0 0 4 16,0 0-4-16,65 0-46 15,-25 0 3-15,16 0 2 0,3 0-20 16,9 0-11-16,-3 0-22 16,-12 0 8-16,9 0-2 15,-15 0-14-15,-7 0 4 16,-6 0-12-16,-15-3-63 15,9-14-62-15,-16-7-127 16,-12 4-230-16</inkml:trace>
  <inkml:trace contextRef="#ctx0" brushRef="#br0" timeOffset="198022.41">26774 1055 275 0,'0'0'492'0,"0"0"-466"0,0 0 16 15,0 0-8 1,0 0-34-16,0 0-15 0,16-25 9 16,-4 17 12-16,-12 8 0 15,0 0 15-15,0 0 67 16,0 0-85-16,0 0-3 15,0 4-73-15,0 4-95 16,0 0-105-16</inkml:trace>
  <inkml:trace contextRef="#ctx0" brushRef="#br0" timeOffset="198422.4">27016 1800 646 0,'0'0'67'0,"0"0"-57"16,0 0 21-16,0 0-31 0,0 0-20 16,0 0 9-16,-6-36 9 15,0 32 2-15,-10 0 4 16,10 4 28-16,0-4-31 15,-13-4-1-15,10 3-3 16,3-1-14-16,0-3-38 16,6 5-59-16,0 4 33 15,0 0-85-15</inkml:trace>
  <inkml:trace contextRef="#ctx0" brushRef="#br0" timeOffset="198972.31">27664 1692 372 0,'0'0'140'0,"0"0"14"0,0 0-14 16,0 0 9-16,0 0-56 15,0 0 24-15,0 0-52 16,0 0-19-16,0-33-32 16,0-10 9-16,0-45-23 0,6-13 6 15,22-11-8 1,-9 12 17-16,-4 20-28 0,-8 15 13 15,-7 17-6-15,6 16-19 16,-6 12 8-16,0 12-8 16,0 4-11-16,0 4 1 15,0 0-6-15,0 12 8 16,0 37-32-16,-13 15 61 16,-42-1-56-16,30-2-72 15,-9-22-18-15,21-11-144 16</inkml:trace>
  <inkml:trace contextRef="#ctx0" brushRef="#br0" timeOffset="199337.62">28074 1503 89 0,'0'0'251'0,"0"0"-191"15,0 0 64-15,0 0 6 16,0 0-85-16,0 0-17 16,65 113 26-16,-37-113-5 15,3 0 20-15,3 0-8 16,22-49 12-16,-10-23-50 0,1 4-6 15,-16-13-7-15,-10 14-20 16,-21 10 8-16,0 9-16 16,0 29 15-16,-21 14-7 15,-26 5-2-15,7 0-10 16,-13 13 10-16,13 18-97 16,6 2-60-16,15-1-10 15,13-4-69-15</inkml:trace>
  <inkml:trace contextRef="#ctx0" brushRef="#br0" timeOffset="199654.4">28694 1536 91 0,'0'0'530'15,"0"0"-530"-15,0 0 0 16,0 0 27-16,0 0 1 16,0 0 33-16,226-41 37 15,-158-6 8-15,-15-6-85 16,-7-3 9-16,-18-4-12 16,-9 16-6-16,-19 8 8 15,0 11 23-15,0 17 32 0,-31 8-35 16,-19 0-21-16,4 0-19 15,-13 0-9 1,0 20-67-16,19 4-107 0,-7-7-162 16</inkml:trace>
  <inkml:trace contextRef="#ctx0" brushRef="#br0" timeOffset="203934.13">29029 5478 394 0,'0'0'74'0,"0"0"-71"0,0 0 24 0,0 0-21 0,0 0 4 15,0 0 45-15,0 0 21 16,0 0 72-16,0 0 27 16,0 0-51-16,0 0-53 0,0 0-33 15,0 0-37 1,0 0 4-16,0 0-5 0,0 0 0 16,0 0-2-16,0 0 4 15,0 0 20-15,0 8-14 16,0 4 11-16,0 0-19 15,0 8 8-15,0-4-8 16,0-1 0-16,-7 10-4 16,-2 3 8-16,-16 8-7 15,-9 0 9-15,-12 5 7 16,-29 6-9-16,-5 2 30 0,-7-5-31 16,0-4 16-1,-6-8-14-15,0-8-1 0,0 0-4 16,0-16 2-1,-3 4 0-15,-10-4 2 0,-8 5 7 16,-4-6-4 0,-3-3-5-16,6-4 2 0,16 0-4 15,6 0 0-15,6-32 1 16,-9-4-1-16,15-4 9 16,-24-4-17-16,-1-8 9 15,-2 12-2-15,15-4-12 16,19 3 10-16,15 2 2 15,25-5-12-15,-7-5-4 16,7 9 4-16,0 8 3 0,3 15-19 16,-9 14 7-1,6 3-54-15,12 0-23 16,16 0-231-16</inkml:trace>
  <inkml:trace contextRef="#ctx0" brushRef="#br0" timeOffset="204918.58">26368 5630 62 0,'0'0'172'0,"0"0"-21"0,0 0-4 0,0 0-48 0,0 0-19 15,0 0-17-15,0 12-28 16,0-12 4-16,0 0-25 16,0 0 19-16,0 0-19 15,0 0 42-15,0 0-5 16,0 0-3-16,0 0-33 0,0 0 1 15,0 0-16 1,0 0-1-16,0 0-12 16,0 0 2-16,0 0 6 0,0 0 10 15,0 0 22-15,0 0-16 16,0 4-11-16,0-4-5 16,0 0-17-16,0 0 1 15,0 0 19-15,0 0 2 16,-6 0 0-16,-16 8 38 15,22 1-34-15,-12 2-2 16,-1 6-2-16,-2-14-9 16,15 5 1-16,-6-8-3 15,6 0 5-15,0 0-7 16,0 0 11-16,0 0 4 16,0 0 40-16,0 0-17 15,0-16-2-15,6-20-23 16,34-15 3-16,22-2-1 0,-3-4 4 15,0 18-12-15,-19 11-2 16,-18 15-33-16,-9 10-32 16,-13 3-182-16,0 0-273 15</inkml:trace>
  <inkml:trace contextRef="#ctx0" brushRef="#br0" timeOffset="205332.45">26340 5666 368 0,'0'0'179'0,"0"0"-93"0,0 0-7 0,0 0 15 0,0 0-22 15,0 0-17-15,-74-124 31 16,68 71-33-16,-1 2 10 16,-5-6-49-16,-10 13 5 15,16 5-11-15,0 14 3 0,6 5-11 16,0 9 0-1,0-2-2-15,0 5-11 0,0 4 10 16,0 4-15-16,0 0 12 16,0 0-16-16,0 0 21 15,12 12 1-15,29-7 0 16,-1 3-29-16,0-8-84 16,1 0-204-16</inkml:trace>
  <inkml:trace contextRef="#ctx0" brushRef="#br0" timeOffset="206265.5">27029 7118 111 0,'0'0'182'0,"0"0"-40"0,0 0-66 0,0 0-42 15,0 0-27-15,0 0 20 16,-53 20 49-16,34-20 12 16,19 0 15-16,-15 0-20 15,2 0-19-15,7 0-18 16,-9 0-2-16,15 0-31 15,0 0-7-15,0 0 1 16,0 0 13-16,0 0 23 0,0 0-10 16,0-8 13-1,0-16-34-15,40-21 18 16,16-6-22-16,3-1 6 0,0-4-13 16,3 4-2-16,-16 11-7 15,7 13-32-15,-19 4 21 16,-6 4-37-16,-28 4-35 15,0 4-124-15,0 4-160 16</inkml:trace>
  <inkml:trace contextRef="#ctx0" brushRef="#br0" timeOffset="206514.5">26849 6645 839 0,'0'0'36'0,"0"0"66"15,0 0-12-15,0 0-15 16,0 0-44-16,108 220-6 16,-77-191-19-16,10-1-4 15,-13-12 3-15,-4 7-10 16,10-6-28-16,-6-6-75 15,-9-6-106-15,9-5-172 16</inkml:trace>
  <inkml:trace contextRef="#ctx0" brushRef="#br0" timeOffset="206981.5">27739 6986 265 0,'0'0'549'0,"0"0"-370"16,0 0-54-16,0 0-76 16,0 0-23-16,0 0-22 15,6-141 4-15,-6 69-6 16,6 3 13-16,-6 10-4 15,0 2 7-15,0 6-6 16,0 27-12-16,0 4 0 16,0 12 2-16,0 8-11 0,0 0-7 15,0 0 4-15,0 0-28 16,0 0 20-16,0 19-34 16,0 22-8-16,-46 2 5 15,-1 1-173-15,13-8-52 16</inkml:trace>
  <inkml:trace contextRef="#ctx0" brushRef="#br0" timeOffset="207348.58">28039 6773 441 0,'0'0'66'16,"0"0"53"-16,0 0-16 15,0 0-42-15,0 0-36 16,0 0 5-16,35 80 43 16,-4-80-20-16,9 0 18 15,6 0 1-15,-5-31 9 16,15-13-67-16,-19-13 18 15,-3-7-25-15,-28 8-7 0,-6 0-15 16,0 4-16 0,-40 19 15-16,-25 14-27 0,-10 19 4 15,10 0 16-15,9 19 11 16,16 25-11-16,21-3-46 16,7-9-163-1,12-8-82-15</inkml:trace>
  <inkml:trace contextRef="#ctx0" brushRef="#br0" timeOffset="207472.25">28039 6773 129 0</inkml:trace>
  <inkml:trace contextRef="#ctx0" brushRef="#br0" timeOffset="207647">28039 6773 129 0,'469'77'534'0,"-457"-66"-507"0,28-2-7 0,19-9 42 0,22 0 37 16,-7-12-5-16,7-32-22 15,-16-9-25-15,3-4 28 16,-27 6-23-16,-17 7-35 16,-8 3 10-16,-16 10-24 15,0 10 23-15,0 9-26 16,-56 9 11-16,3 3-11 15,-12 0-19-15,-3 3-26 16,3 30-20-16,15-13-44 0,19 0-292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3:16:38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8375 5542 174 0,'0'0'218'0,"0"0"-129"0,0 0 41 0,0 0-12 0,0 0-33 16,0 0-41-16,0 0 11 15,0 0-38-15,-74 4 1 0,67 0-11 16,1-4-7-16,-3 0-1 15,3 0 0-15,-1 4 1 16,7 0 8-16,0-4 66 16,0 0-11-16,0 0 4 15,0 0-53-15,0 0-7 16,0 0-7-16,0 0-16 16,0 0-2-16,0 0 7 15,-6 0 8-15,-22 8 6 16,10-4 29-16,-4 4-21 15,3-8 12-15,19 0-21 16,0 4-1-16,0-4-2 16,0 4 3-16,0-4 6 15,-6 0-7-15,6 0 23 16,0 0-23-16,0 0 11 0,0 0-12 16,0 0-5-16,0 0 5 15,-6 0 0-15,6 0-3 16,0 0 9-16,0 0-3 15,0 0-2-15,0 0 0 16,0 0 5-16,0 0-9 16,0 0 3-16,0 0-9 15,19 0-9-15,9 0 10 16,-22 0 6-16,6 0 4 16,-6 0-8-16,28 0 6 15,-6 0 0-15,-3 5-2 16,3 10-4-16,-9 6 6 0,-4 10-7 15,-15 10 4 1,0 11 3-16,-15 7-3 0,-72 10 5 16,9-9-7-16,-18-4-5 15,31-12 7-15,25-19 1 16,27-14 2-16,13-2 0 16,0-9-15-16,0 0 8 15,41 0-30-15,36-5 37 16,10-15 6-16,-25 12 18 15,-15 8-17-15,-20 0 11 16,-14 0-2-16,-7 0-8 16,22 0 8-16,-16 8-13 15,7 5-6-15,3 2-38 16,-10-2-75-16,-12-5-215 0</inkml:trace>
  <inkml:trace contextRef="#ctx0" brushRef="#br0" timeOffset="816.7">8753 5450 593 0,'0'0'39'0,"0"0"-24"0,0 0 60 0,0 0 13 0,0 0 22 16,0 0-38-16,-25 16-6 15,-2 28 1-15,-8 12 5 16,-2 8-40-16,3-8-8 16,0-12-16-16,22-11-8 15,12-17 0-15,0-4-7 16,0-4-2-16,0 0-25 16,0 0 32-16,24 0-12 0,17-4 8 15,11 4 2 1,4-8 4-16,-9 11 0 15,-7-3-1-15,-15 5-1 16,-3-5 2-16,-16-4-8 0,6-4 8 16,-6 0-4-16,4 0-26 15,-4 0-8-15,-6 0 9 16,0 0 16-16,6-20 10 16,0 4-4-16,7 0 3 15,-4-1-29-15,-3 9 23 16,-6 5 8-16,0 3-5 15,0 0 14-15,0 0 3 16,0 0 25-16,0 24-10 0,0 7 21 16,0 14-20-1,0-5 5-15,0-4-24 16,-6 4 4-16,-10-12-6 0,16-12-10 16,0-8 0-16,0-8-54 15,0 0-55-15,0 0-87 16,0-16-26-16,7-15-104 15</inkml:trace>
  <inkml:trace contextRef="#ctx0" brushRef="#br0" timeOffset="1115.92">9122 5879 0 0,'0'0'531'0,"0"0"-525"0,0 0 49 0,0 0 35 0,0 0-71 0,0 0-19 16,22 44 12-16,9-44-11 16,9 0 28-16,22-32 38 15,-3 0 53-15,9-12-57 16,-15 3-15-16,-13-3-10 16,1 5 19-16,-29 6-35 15,-12-3-1-15,0 5 8 16,0 6 0-16,-68 9-26 15,9 12-5-15,-15 4 2 16,-7 0-13-16,10 36 1 16,9 4-25-16,9 9-37 15,19-5-68-15,21 4-207 0</inkml:trace>
  <inkml:trace contextRef="#ctx0" brushRef="#br0" timeOffset="3431.76">8105 6981 266 0,'0'0'57'0,"0"0"-55"0,0 0 93 0,0 0-37 16,0 0-27-16,0 0 9 16,9 0-5-16,-9 0 17 15,0 0-9-15,0 0 9 0,0 0-10 16,0 5 0-16,0-5-5 15,0 0-10-15,7 0-11 16,17 0-10-16,-24 0 3 16,0 0-1-16,0 3 32 15,0-3-7-15,0 0 14 16,0 0-21-16,0 0 34 16,0 0-15-16,16 0-24 15,3-31-5-15,9-21-2 16,-16-9 23-16,-6-3-33 15,16 0 13-15,-10 0-15 16,1-1-2-16,8 22-7 16,-8 2-3-16,-7 17 1 15,-6 16 9-15,0 8-13 16,0 0 29-16,0 8-7 16,-71 36-9-16,-32 0-12 0,-2 9-78 15,9-9-75-15,37-12-144 16,25-4-327-16</inkml:trace>
  <inkml:trace contextRef="#ctx0" brushRef="#br0" timeOffset="4283.43">8561 6894 142 0,'0'0'336'0,"0"0"-299"0,0 0 2 0,0 0 34 16,0 0-33-16,0 0 0 15,0 0-28-15,-34 0 22 0,34-5-1 16,0-11 27-1,0-4-36-15,0-16-24 0,22-8 5 16,18-8 36-16,-9-4 3 16,-3 4-40-16,-10-4 10 15,4 3-10-15,-22 9-8 16,0-8-3-16,0 21-3 16,0 10 10-16,-28 9 4 15,-3 12 42-15,-3 0 47 16,0 24-22-16,0 16-67 15,9 17 3-15,10-18-4 16,15 2-6-16,0-18-11 16,0 5-20-16,0-3-2 15,15 7-1-15,44 0 23 16,15 0 0-16,-2 0 8 0,8-3-35 16,-24-1 11-16,-3-9-27 15,-28-7 0-15,-16 1 45 16,-9-5 12-1,0 7 95-15,-22 6 3 0,-30 2-63 16,-23 5-23-16,10-3 21 16,3-6-32-16,15-6-1 15,13 3-1-15,10-9-29 16,8-7-22-16,16 0-78 16,0 0-120-16,22 0-195 15</inkml:trace>
  <inkml:trace contextRef="#ctx0" brushRef="#br0" timeOffset="4597.02">9001 7002 597 0,'0'0'30'0,"0"0"2"0,0 0 115 16,0 0 11-16,0 0-66 15,267-217-33-15,-233 169-32 0,-28 4 0 16,-6 4-22-16,0 12 21 16,0 12-17-16,-52 8-6 15,-7 8 4-15,-16 8-6 16,1 36-2-16,-7 12-17 15,22 0-20-15,13-7-129 16,18-10-114-16,22-11-216 16</inkml:trace>
  <inkml:trace contextRef="#ctx0" brushRef="#br0" timeOffset="6311.72">8080 8037 57 0,'0'0'204'0,"0"0"-188"0,0 0 92 0,0 0 29 0,0 0-12 0,0 0-27 16,0 0 9-16,0 3-6 15,7-3-32-15,-7 0-14 16,6 0-29-16,-6 0-7 16,6 0-15-16,-6 0 14 15,0 0-9-15,0-11 26 0,34-25-34 16,0-29 43-16,7-14-21 15,5-14 6-15,-21-4-22 16,3 10 2-16,-7 10-9 16,-8 21-3-16,-7 16-3 15,-6 23 5-15,12 14-9 16,-5 3 10-16,-7 0-8 16,0 0 8-16,0 20 2 15,-19 16-2-15,-15 0-36 16,-6-8-18-16,-19-4-109 15,6-8-178-15,-3-8-340 16</inkml:trace>
  <inkml:trace contextRef="#ctx0" brushRef="#br0" timeOffset="7011.82">8527 7832 423 0,'0'0'197'0,"0"0"-126"0,0 0 3 0,0 0-33 0,0 0-21 16,0 0-6-16,-6-76 11 15,18 44 39-15,35-4-17 16,-7-5-9-16,6-11 7 0,-5-4-27 16,-1 0-13-1,-18 0-5-15,-10 4-1 0,-12 4 1 16,0 11-18 0,0 18 6-16,0 6 12 0,-28 13 6 15,-9 0 16-15,-3 0-1 16,-1 41 4-16,1 6 3 15,18 2-10-15,22-1-17 16,0-4-1-16,0-8-1 16,0-8-3-16,22-4-16 15,3-4-9-15,3 0 0 16,0 4 29-16,-3-4-1 16,9 4 2-16,-16-4-12 15,4 1 19-15,-16 2-8 0,-6-2 5 16,0 11 37-1,0-12-29-15,-28 9 0 0,-18-14 3 16,-13 6-11-16,0-10-5 16,-3 9-14-16,3 16-12 15,25-3-43-15,6-14-35 16,28-10-114-16,0-9-62 16,28 0-111-16</inkml:trace>
  <inkml:trace contextRef="#ctx0" brushRef="#br0" timeOffset="7327.45">8967 7852 328 0,'0'0'133'0,"0"0"-42"0,0 0 42 0,0 0-37 0,0 0-17 0,0 0 0 0,-18 44-31 0,36-55-7 16,38-25 32-16,15-17 26 16,-2-7-71-16,-23 12 16 15,-12 7-27-15,-15 5 5 16,-19 0-17-16,0 8 10 16,-6 9-8-16,-47 11-7 0,-28 8-2 15,1 8 2 1,-13 36-3-16,6 7-19 0,19 1-3 15,37-7-74-15,15-13-92 16,16-9-193-16</inkml:trace>
  <inkml:trace contextRef="#ctx0" brushRef="#br0" timeOffset="8927.07">8074 8626 220 0,'0'0'38'0,"0"0"75"0,0 0 18 0,0 0-103 16,0 0 52-16,0 0-2 0,-68 16 29 15,68-16 25 1,0 0-52-16,0 0-4 0,0 0-17 16,0 0-20-16,0 0-15 15,0 0 25-15,0 0-46 16,0-16-1-16,28-8 11 15,12 0-1-15,25 7 2 16,-3 6-10-16,-9 7-8 16,0 4 16-16,-25 0-23 15,-16 0 21-15,0 15-18 16,-12 21 14-16,0 9-12 16,0 15 4-16,-40 1-10 15,-47 7 9-15,0-17-8 0,29-7 3 16,5-16 9-1,47-11-7-15,6-9-3 16,0-4-17-16,0-4-33 0,31 0 28 16,31 0 25-16,9 0 6 15,-21 0-2-15,-4 0 7 16,-33 0-9-16,-13 0 11 16,12 0-10-16,-6 0 3 15,16 0-23-15,-16 0-88 16,13 0-175-16,-4 0-239 15</inkml:trace>
  <inkml:trace contextRef="#ctx0" brushRef="#br0" timeOffset="9576.12">8648 8438 640 0,'0'0'94'0,"0"0"-10"0,0 0 42 0,0 0-43 15,0 0-38-15,0 0 8 16,-99 176-34-16,71-144-11 16,9-4 0-16,10-8-13 15,9-7 5-15,0-5-6 16,0-1-17-16,9 1-4 15,38-3 27-15,-16-2 1 16,18-3 16-16,-24 0-10 16,9 0 3-16,0 0-2 15,-3 0-8-15,-9 0 0 16,-3 0-6-16,-4 0 4 0,-3 0-15 16,1 0 13-1,-4 0 4-15,-3 0-2 0,1-3-9 16,-7-10 6-16,0 1-12 15,6 4-13-15,0 5 11 16,-6 3-2-16,0 0 20 16,0 0 2-16,0 0 15 15,0 23 6-15,0 21 27 16,0 8 11-16,-6 9-19 16,-13-1-17-16,-3-16-14 0,10-12-9 15,6-16-1 1,6-12-7-16,0-4-51 0,0 0-37 15,0-7-119-15,18-26 28 16,23-8-98-16</inkml:trace>
  <inkml:trace contextRef="#ctx0" brushRef="#br0" timeOffset="9910.52">9029 8810 354 0,'0'0'189'15,"0"0"-73"-15,0 0 15 0,0 0-37 0,0 0-49 0,0 0-9 16,0 89-15-16,6-89 1 16,28 0-14-16,1 0 36 15,5-12-10-15,13-32 53 16,-7-20-57-16,13-5 12 15,-25 1-22-15,-6 4-14 16,-16 8 1-16,-12 12-4 16,0 11-6-16,0 13-14 15,-12 20 12-15,-22 0-4 16,-19 17 2-16,-21 47-6 16,-19 20-33-16,0 4 5 15,12-12-51-15,25-20-205 0</inkml:trace>
  <inkml:trace contextRef="#ctx0" brushRef="#br0" timeOffset="11008.69">8328 9961 468 0,'0'0'27'0,"0"0"13"0,0 0-40 0,0 0-36 15,0 0 36-15,0 0 46 16,0 13 79-16,0-13 31 16,0 0 30-16,0 0-75 15,0 0-29-15,0-13-53 16,0-10-28-16,0-18 14 0,0-23-14 16,0 0 1-1,13-12 9-15,-7 0-13 0,22 19 4 16,-28 13 0-16,6 24 1 15,0 17-4-15,-6 3 1 16,0 0 0-16,0 0-8 16,0 23 8-16,-40 1-6 15,12 4-57-15,-3-8-14 16,-3-4-82-16,0-3-142 16,15-1-100-16</inkml:trace>
  <inkml:trace contextRef="#ctx0" brushRef="#br0" timeOffset="11574.91">8753 9508 457 0,'0'0'336'0,"0"0"-301"0,0 0 94 0,0 0-117 16,0 0-11-16,0 0-1 15,0-15 0-15,16 15-14 16,-4 0 13-16,-12 0-13 16,0 0 12-16,6 15 2 15,-6 17-5-15,0 4 5 16,0 0 2-16,-18-3 8 0,-4-5-9 15,10-4 46-15,-1-17-11 16,13-7-8-16,0 0-28 16,0 0-57-16,47 0 22 15,12 0 25-15,3 0 10 16,-3 0 6-16,-19 0 16 16,-12 0-12-16,-10 0 2 15,-5 0-6-15,-13 0 4 16,9 21-10-16,-9-4-15 15,0-6-47-15,6-3-131 16,-6-8-140-16</inkml:trace>
  <inkml:trace contextRef="#ctx0" brushRef="#br0" timeOffset="11907.11">9144 9858 107 0,'0'0'162'0,"0"0"-110"16,0 0 64-16,0 0 18 16,0 0-33-16,0 0 42 0,112 0-19 15,-44-49-26-15,12-3-31 16,-8-12-11-16,-4 0-13 15,-22 0-43-15,-18 0 11 16,-21 7-11-16,-7 9-1 16,0 20-16-16,-35 24 11 15,-39 4-8-15,-13 16 14 16,7 40-2-16,8 4 11 16,10-4-20-16,28-12-5 15,28-8-82-15,6-11-290 16</inkml:trace>
  <inkml:trace contextRef="#ctx0" brushRef="#br0" timeOffset="12624.02">8648 9476 418 0,'0'0'129'0,"0"0"-126"0,0 0-3 0,0 0 0 16,0 0-18-16,0 0-32 15,40-88-26-15,-27 96 40 16,8 9-65-16</inkml:trace>
  <inkml:trace contextRef="#ctx0" brushRef="#br0" timeOffset="63612.99">8080 11317 133 0,'0'0'173'0,"0"0"-145"0,0 0 40 16,0 0-25-16,0 0-25 15,0 0-18-15,0 0 11 16,0 0 32-16,0 0 9 16,-6 0 46-16,6 0-31 15,-9 0-10-15,9 0-41 0,0 0 7 16,0 0-13-16,0 0 13 16,0 0 7-16,-6 0 7 15,-1 0 10-15,-5 0-32 16,0 0 23-16,12 0-23 15,-16 0 9-15,16 0-21 16,-6 0 8-16,6 0-11 16,0 0 0-16,0 0-9 15,-6 0 18-15,6 0-6 16,0 0-3-16,0 0 15 16,0 0-4-16,0 0-20 15,0 0 12-15,0 0-3 0,0 0 0 16,0 0 9-1,0 0-18-15,0 0 19 0,0 0-13 16,0 0 12-16,0 0-18 16,0 0 12-16,0 0-6 15,0 0 6-15,0 0-3 16,6 0 0-16,16 0 6 16,-4 0 3-16,10 8-8 15,19-4 19-15,5 4-19 16,1-3 7-16,0 3 0 15,-25 0-8-15,6-8 0 16,0 7 1-16,-15 1 0 16,8-3 7-16,4-2 6 15,4 10-12-15,-1-13 12 16,6 0-9-16,0 0-6 0,-6 0 2 16,7 0 0-16,-16 0-1 15,2 0 0-15,8 0 0 16,5 0 12-16,6 0-9 15,7 0 1-15,6 0-2 16,9-13 4-16,-9 5-10 16,-12 0 7-16,-7-4-3 15,-6 9 0-15,-28-5 7 16,10 8-12-16,-4-5 10 16,-12 5-10-16,0-4 13 0,13 0-11 15,-7 4 3 1,-6 0 0-16,6 0-5 0,-6 0 15 15,0 0-20-15,0 0 19 16,0 0-20-16,0 0 0 16,9 0 10-1,-9 0-59-15,0 0-91 0,0 0-349 16</inkml:trace>
  <inkml:trace contextRef="#ctx0" brushRef="#br0" timeOffset="83945.93">15200 6697 49 0,'0'0'48'0,"0"0"-9"0,0 0-24 0,0 0-15 16,0 0-3-16,0 0 3 16,0 0 27-16,0 0 34 15,-22 4 51-15,22-4 5 16,-6 0-23-16,6 0-44 15,0 0 20-15,0 0-31 16,0 0-8-16,0 0-15 16,0 0 13-16,0 0-23 15,0 3 4-15,0-3-5 16,0 0 1-16,0 0 51 0,0 0-9 16,0 0 25-16,0 0-50 15,0 0-1-15,0 0-14 16,0 0 0-16,0 0 12 15,0 0-8-15,0 0 14 16,0-7-24-16,0-1 24 16,-7-4-9-16,-14-8 11 15,21 8-27-15,-6-8 12 16,-1 8 2-16,1 0-10 16,0-1 11-16,6 13-11 0,-6 0 20 15,-4 0-14 1,-2 44-13-16,-22 45 10 0,-6 27 5 15,-1 17-12-15,10 3 6 16,16-15-7-16,15-2 8 16,0-14-16-16,0-13 17 15,46-12-19-15,29-23-1 16,5-21 10-16,13-16-42 16,10-20 16-16,-17 0-8 15,-14-12 11-15,-10-20 6 16,-31-1-40-16,3-6-3 15,-12-9-74-15,-16-4-76 16,-6-1-178-16</inkml:trace>
  <inkml:trace contextRef="#ctx0" brushRef="#br0" timeOffset="84246.19">14604 7090 570 0,'0'0'340'0,"0"0"-331"0,0 0 54 0,0 0 15 0,0 0-65 16,0 0-10-16,0 0-6 16,372-56-13-16,-322 44-40 15,-10 4-73-15,-27-4-104 16,-13-1-342-16</inkml:trace>
  <inkml:trace contextRef="#ctx0" brushRef="#br0" timeOffset="84829.96">14455 6256 718 0,'0'0'175'0,"0"0"-103"0,0 0 59 0,0 0-66 0,0 0-63 0,0 0 7 0,221 0 21 16,-45 4 8-16,23-4-17 0,-4 0 19 15,-15 0-40-15,-28 0-6 16,-10-4-25-16,-49 4-33 15,-46 0-58-15,-47 8-274 16</inkml:trace>
  <inkml:trace contextRef="#ctx0" brushRef="#br0" timeOffset="85497.21">16167 7411 436 0,'0'0'78'0,"0"0"25"0,0 0 38 0,0 0-41 15,0 0-1-15,0 0 15 16,139-21-56-16,-83 21-35 15,-9 0-22-15,-1 0 6 16,-5 0-7-16,-1 0-6 16,-21 0-47-16,2 0-35 15,-21 0-39-15,0 0-109 0,0 0-176 16</inkml:trace>
  <inkml:trace contextRef="#ctx0" brushRef="#br0" timeOffset="85678.28">16167 7411 265 0,'-74'-165'636'16,"123"165"-631"-16,29 0 48 16,18 0 7-16,9 0-43 15,-12-8-17-15,-6-15-43 16,-31 2-184-16,-44 1-307 0</inkml:trace>
  <inkml:trace contextRef="#ctx0" brushRef="#br0" timeOffset="89925.1">17913 6653 149 0,'0'0'72'0,"0"0"-44"0,0 0-19 0,0 0 104 0,0 0-22 16,0 0-49-16,-34 236 19 16,-1-200 82-16,11-11-18 15,8-9-8-15,10-12-52 16,6-4-20-16,0 0 3 16,0 0-33-16,0 0-15 15,0 0-9-15,0 0 1 0,0 0-36 16,6-4-31-1,3-4-38-15,-9 8 56 0,0 0 57 16,0 0 4-16,0 0 38 16,0 0-40-16,0 0-4 15,0 0-4-15,0 0 0 16,0-5 3-16,0 2 1 16,0-9-16-16,0 4-10 15,0 3 13-15,0 2-47 16,0 3 16-16,0 0 46 15,0-5 13-15,0-3 24 16,0 1 27-16,0-1-9 16,0 3-6-16,0-3-27 15,0 8-20-15,0-3 2 0,0 3-1 16,0-5 17-16,0 2-18 16,0-9 27-1,0-1-8-15,13-7-5 0,5-4-16 16,17 4 1-16,-8 0 6 15,-8 8-3-15,3 5-8 16,-10 7-6-16,1 0-1 16,-7 0-8-16,3 0 18 15,3 19 0-15,-5 9 1 16,-7 8 0-16,0 9-25 16,0-1-2-16,0 3-66 15,-13-6 74-15,-15-1 17 16,0 0 2-16,10-4 40 0,-1-4 22 15,19 0-3-15,0-12-40 16,0-7-19-16,0-1 4 16,37-12-11-16,13 8 14 15,3-5 8-15,-1-3 18 16,-5 8 21-16,-7 4-38 16,1 1-7-16,-13-5-9 15,-4 3-19-15,-8 1-79 16,-16 4-234-16</inkml:trace>
  <inkml:trace contextRef="#ctx0" brushRef="#br0" timeOffset="90608.62">18492 6516 728 0,'0'0'141'0,"0"0"-131"0,0 0 7 0,0 0 36 15,-279 229-36-15,239-181-7 16,12-4-3-16,10-8 1 15,11-7-11-15,7-9 9 16,0-8 2-16,0 4-8 16,0-8 0-16,25-5 6 0,22 6-4 15,-7-9 11 1,7 0-11-16,-1 0 9 0,-6 0-10 16,-12 0-2-1,6 0-22-15,-21 0 13 0,-13 0-21 16,0 0 13-1,0 0 2-15,0 0 16 0,0 0-14 16,0 0 12-16,21-9-85 16,-14-14 47-16,5 2 28 15,-6-2-5-15,0 10-21 16,-6 10 31-16,0 3 7 16,0 0 16-16,0 19 15 15,0 22 87-15,0 18-51 16,0-6-16-16,-6-4-43 15,0-6 5-15,0-3-13 16,0-7-2-16,-1-2-35 0,7-6-29 16,0-17-65-16,0-8-161 15</inkml:trace>
  <inkml:trace contextRef="#ctx0" brushRef="#br0" timeOffset="90924.35">18579 7042 554 0,'0'0'85'16,"0"0"-65"-16,0 0-3 0,0 0-5 0,0 0-12 0,0 0 0 15,137 88 4-15,-85-88 26 16,-5 0 72-16,6-12 12 15,-1-28-69-15,4-13-12 16,-16-14 2-16,-9-5-33 16,-9-5 8-16,-22 17-10 15,0 15 0-15,0 18-13 16,-34 23-7-16,-40 4-6 16,-19 0 12-16,0 40-15 15,0 4-34-15,18 0-62 16,22-16-120-16</inkml:trace>
  <inkml:trace contextRef="#ctx0" brushRef="#br0" timeOffset="91439.57">19649 6621 510 0,'0'0'172'0,"0"0"-78"0,0 0 42 0,0 0-49 0,0 0 2 0,0 0-34 15,127 188-37-15,-105-136-15 16,-10-4-1-16,-6-4-2 16,-6 0-5-16,0-7-7 15,0-5-22-15,0-4-14 16,0-12-61-16,0-8-81 15,-34-8-67-15</inkml:trace>
  <inkml:trace contextRef="#ctx0" brushRef="#br0" timeOffset="91624.55">19475 6934 947 0,'0'0'42'15,"0"0"-15"-15,0 0 44 16,0 0-4-16,0 0-55 16,376 27-12-16,-302-27-26 15,-3-3-86-15,-9-5-190 16,-37 3-154-16</inkml:trace>
  <inkml:trace contextRef="#ctx0" brushRef="#br0" timeOffset="91939.95">20406 7074 411 0,'0'0'248'0,"0"0"-208"16,0 0 34-16,0 0 37 15,0-209-13-15,0 141-42 16,0 5-27-16,0-3-25 0,0 19 7 16,0 7-11-1,0 24 9-15,0 16-20 16,0 0-10-16,-7 16-24 16,-21 28 41-16,4 24-1 0,-10-4 5 15,12-7-21-15,16-21-101 16,6-16-91-16,0-20-309 15</inkml:trace>
  <inkml:trace contextRef="#ctx0" brushRef="#br0" timeOffset="92144.55">20406 7074 468 0</inkml:trace>
  <inkml:trace contextRef="#ctx0" brushRef="#br0" timeOffset="92456.03">20406 7074 468 0,'406'-8'271'0,"-391"-33"-253"0,32-18 26 16,5-10 49-16,23-6-58 15,-16 6-20-15,-6-3-2 16,2 4-10-16,-14 12-1 16,-29 12 12-16,-12 3-10 15,0 10 7-15,0 14 8 16,-53 1 11-16,13 12 3 16,-6 4-14-16,-1 0-19 0,-9 25-3 15,25 18-2-15,-9 9 5 16,31 1 1-16,9-5-1 15,0 4-7 1,9-12-12-16,44 4 18 0,-1-8-21 16,7 1 18-16,-3-1-5 15,-16-4 3-15,1 0 5 16,-17-8 1-16,-8-4-5 16,-16 4 11-16,0-8 32 15,0 0 33-15,0 0-34 16,-16-8-31-16,-36 0-12 15,-16-8-66-15,9 0-44 0,6 0-143 16,19 0-61 0</inkml:trace>
  <inkml:trace contextRef="#ctx0" brushRef="#br0" timeOffset="93140.12">21522 6781 656 0,'0'0'32'0,"0"0"37"0,0 0 32 0,0 0-62 16,0 0-17-16,-22 153-21 0,62-149-2 16,22-4-4-16,4 0 5 15,2-21 21-15,-3-26-7 16,-9-6 9-16,-25-3-3 15,-22 4-16-15,-9 8-1 16,0 11-6-16,-15 14 0 16,-38 19-15-16,-12 0 18 15,-31 40 0-15,24 24-5 16,-8 8-40-16,27-11-87 16,19-17-204-16</inkml:trace>
  <inkml:trace contextRef="#ctx0" brushRef="#br0" timeOffset="93438.1">22337 6693 385 0,'0'0'116'0,"0"0"-85"0,0 0-12 16,0 0-5-16,0 0-14 15,75 224-14-15,-75-191-47 16,0-13-82-16,12-9 54 15,-6-11 44-15,-6 0-119 16</inkml:trace>
  <inkml:trace contextRef="#ctx0" brushRef="#br0" timeOffset="93688.6">22337 6693 423 0,'-68'64'474'16,"68"-51"-464"-16,0-5 39 16,9-1 14-16,44-7-47 15,-6 0 18-15,5 0-27 16,1 0-7-16,-6 0-7 16,8 0 1-16,-8 0-21 15,-7 0-72-15,13 0-43 16,-7-4-102-16,-11 4-183 15</inkml:trace>
  <inkml:trace contextRef="#ctx0" brushRef="#br0" timeOffset="93987.6">23171 6917 256 0,'0'0'400'0,"0"0"-275"16,0 0 12-16,0 0-104 15,0-208 24-15,0 139 0 16,0 6-14-16,0 10-20 16,0 14-17-16,0 22 19 15,0 6-12-15,0 6 1 0,0 5-14 16,0 0 0-1,0 0 0-15,-24 41 3 0,-23 3-3 16,7 0-2-16,6-4-27 16,0-8-101-16,21-12-83 15,7-4-108-15</inkml:trace>
  <inkml:trace contextRef="#ctx0" brushRef="#br0" timeOffset="94487.27">23860 6914 501 0,'0'0'28'15,"0"0"-10"-15,0 0 82 16,0 0 19-16,0 0-26 15,0 0-26-15,-19-56-47 16,19 15-10-16,47-3-9 16,5-12 0-16,4-4 2 15,-25 12-2-15,-9-12 1 16,-22 15 4-16,0-2-4 16,-22 14 14-16,-31 13-10 15,-12 16 74-15,-3 4 14 16,0 0-48-16,15 16-21 0,19 20-12 15,15-3-13 1,7 14 0-16,12-2-3 0,0-9-7 16,12 4 6-16,35 8 2 15,6-12-4-15,-1-3-5 16,10-6-2 0,-9-7-9-16,0 5 9 0,-19-6 11 15,-6 1 2-15,-28-4-7 16,0 4 17-16,0 1-6 15,-22 2-4-15,-43 2 0 16,-9-9-17-16,-7-16-28 16,28 0-48-16,19 0-93 15,22 0-56-15,12 0-244 16</inkml:trace>
  <inkml:trace contextRef="#ctx0" brushRef="#br0" timeOffset="94583.89">23860 6914 489 0</inkml:trace>
  <inkml:trace contextRef="#ctx0" brushRef="#br0" timeOffset="94754.18">23860 6914 489 0,'310'-17'21'0,"-264"37"14"0,7-15 38 16,12-5 22-16,10 0-10 16,-23 0-50-16,10-20 39 15,-9-12-25-15,-6-13 7 0,-7 1-43 16,-28-12 2-16,-12 4-9 15,0 0 1-15,0 8 6 16,-40 16-11 0,-13 16 1-16,0 12 11 0,1 8-2 15,11 35-12-15,1 9-16 16,18-11-74-16,16-9-210 16</inkml:trace>
  <inkml:trace contextRef="#ctx0" brushRef="#br0" timeOffset="95404.54">25726 6653 778 0,'0'0'168'0,"0"0"-144"0,0 0 17 16,0 0-11-16,19 176-28 16,-19-124-4-16,0-3-24 15,0-13-21-15,0-8-16 16,0-12 16-16,0-4 40 16,0-9-37-16,0 2-122 15,0-5-102-15</inkml:trace>
  <inkml:trace contextRef="#ctx0" brushRef="#br0" timeOffset="95619.12">25593 6797 639 0,'0'0'363'16,"0"0"-335"-16,0 0 43 15,0 0-16-15,0 0-50 16,0 0 6-16,180 68-11 16,-112-68-20-16,-9 0-55 15,-13-28-102-15,-5 0-205 16</inkml:trace>
  <inkml:trace contextRef="#ctx0" brushRef="#br0" timeOffset="96103.29">26421 6485 87 0,'0'0'624'16,"0"0"-600"-16,0 0 127 15,0 0-55-15,0 0-56 16,0 0-23-16,288-13 8 15,-288 86-20-15,-15 3-5 0,-72 32-4 16,-12-12 2 0,18-12 2-16,22-27 0 15,31-26 13-15,28-18-11 16,0-13-3-16,0 0 6 0,34 0-10 16,25-8 0-1,16-5 5-15,12-6 5 0,-7 7-5 16,-12 7 0-16,-9 5-8 15,-18 0 5-15,-14 0-51 16,-14 0 36-16,-1 17-28 16,-5-1-100-16,-1-8-132 15</inkml:trace>
  <inkml:trace contextRef="#ctx0" brushRef="#br0" timeOffset="96670.72">27190 6392 407 0,'0'0'340'0,"0"0"-330"0,0 0 60 0,0 0-26 16,0 0-26-16,0 0-18 16,-87 176-1-16,65-156 1 15,4 1 0-15,12-9 69 16,-1-1 12-16,7 2-53 16,0-13-21-16,0 8-12 0,13-8 6 15,46 0-1-15,-19 0 0 16,6 4 0-16,-11 4-2 15,-8-5 9-15,-14 2-15 16,9 3 16-16,2-4-14 16,-8 4 6-16,15-8-1 15,3 0-15-15,-6 0-42 16,-3 0-77-16,-10-8 93 16,-15-9 39-16,0 2 4 15,0 2-1-15,0 5 11 16,0 1 14-16,0 7-19 0,0 0 29 15,-6 7 12-15,-3 34-32 16,-4 11 42-16,13 1-5 16,0-9 37-16,0-8-68 15,0-5-6-15,0-6-11 16,0-9-5-16,0-1 1 16,0-7-28-16,0-3-57 15,0-5-151-15,22 0-346 16</inkml:trace>
  <inkml:trace contextRef="#ctx0" brushRef="#br0" timeOffset="96968.69">27878 6781 212 0,'0'0'269'0,"0"0"-249"0,0 0 76 0,0 0-18 16,0 0-41-16,0 0 19 16,34 69 13-16,0-69-6 15,7-28-34-15,-4-24 7 16,3-9-12-16,-12-3-21 16,-9 0 9-16,-10 20-14 15,-9 23 6-15,0 9 6 0,-9 12 17 16,-56 9 30-16,-16 43-57 15,0 4-14-15,7 12-5 16,15-15-57-16,40-14-161 16</inkml:trace>
  <inkml:trace contextRef="#ctx0" brushRef="#br0" timeOffset="97584.96">29249 6504 678 0,'0'0'280'0,"0"0"-236"0,0 0 52 0,0 0-50 0,0 0-29 16,-13 225-8-16,13-176-12 16,0-5 8-16,0-1-10 15,0-2 4-15,0-13-15 16,0-4-11-16,0-16-66 15,0-4 12-15,0-4-63 16,0 0-93-16,0-9-257 16</inkml:trace>
  <inkml:trace contextRef="#ctx0" brushRef="#br0" timeOffset="97784.95">29053 6721 441 0,'0'0'615'0,"0"0"-562"16,0 0-2-16,0 0-14 16,0 0-25-16,0 0 14 15,168 60-25-15,-106-60-1 16,-3 0-23-16,-7 0-3 16,4-16-73-16,-9 4-147 15,-16 8-313-15</inkml:trace>
  <inkml:trace contextRef="#ctx0" brushRef="#br0" timeOffset="98202.33">30042 6797 213 0,'0'0'542'0,"0"0"-494"15,0 0 162-15,0 0-116 0,0-220-57 16,0 180 1-16,0 7-37 16,0 14 29-16,0 19-28 15,0 0 35-15,0 0-27 16,0 0-4-16,-6 0-6 16,-6 0-9-16,-7 19-6 15,-2-7-14-15,8 9 22 16,-2-1-34-16,15 0-62 15,-7 4-86-15,7-12-113 16</inkml:trace>
  <inkml:trace contextRef="#ctx0" brushRef="#br0" timeOffset="98347.25">30042 6797 594 0</inkml:trace>
  <inkml:trace contextRef="#ctx0" brushRef="#br0" timeOffset="98583.32">30042 6797 594 0,'311'-248'213'0,"-311"248"-69"16,6 0-66-16,6 0-70 15,10 0-7-15,3 0-6 0,9 0 3 16,-6 0 2-16,-4 0 6 15,-2 19 25-15,-9 22 8 16,-13 3-18-16,0 7 1 16,0 2-21-16,0-9 7 15,0-8-3-15,0-15-9 16,0-6 4-16,0-2 0 16,46-2-1-16,22-6 2 15,-3-5-1-15,10 0 8 16,-16 0-16-16,3 0 6 15,-16 0-12-15,-5 0-82 16,-17 0-164-16,-8 0-409 16</inkml:trace>
  <inkml:trace contextRef="#ctx0" brushRef="#br0" timeOffset="98900.2">31267 6829 278 0,'0'0'437'15,"0"0"-425"-15,0 0 42 16,0 0 26-16,0 0-80 15,242-20 18-15,-189-24-18 16,-7-4 12-16,-18-4 9 0,-22 8 32 16,-6 4-1-16,0 24-30 15,-40 8 1-15,-28 8 2 16,-19 0-15-16,6 24-10 16,1 8-99-16,15-13-94 15,3 2-369-15</inkml:trace>
  <inkml:trace contextRef="#ctx0" brushRef="#br0" timeOffset="101131.8">18040 7399 389 0,'0'0'221'0,"0"0"-221"16,0 0-23-16,0 0 19 0,0 0-2 15,0 0 12-15,-6 16 9 16,6-16 43 0,0 3 50-16,0-3-7 0,0 9 6 15,0-5-76-15,0 0-31 16,0 0 0-16,0 0 4 15,0 4 1-15,0-5-3 16,6 6 21-16,12 3-15 16,10 0 27-16,13 8 1 15,11 4-15-15,23 1-2 16,24-9-16-16,-12-1 1 16,6-7 6-16,3 8-15 15,-19-7 10-15,-2-6 6 0,-1 2-5 16,-9-5 0-16,10 8 13 15,12-8-17-15,6 0 9 16,15 0-9-16,4 0 4 16,-4 0-4-16,-2 0 1 15,8 0 5-15,-21 0-7 16,10 0 8-16,-10 0-1 16,-6 0-7-16,-1 0 3 15,7 0-4-15,0 0 5 16,0 0-3-16,4 0 6 15,-4 0-10-15,-13 0 6 16,-15 0-3-16,10 0-1 0,-1 0 1 16,4 0-1-1,9 0 4-15,9 0-8 0,-3 0 10 16,12-8-13-16,-12 3 10 16,9-3-6-16,-15 1 6 15,0 7-3-15,-13-5 0 16,-15 5 0-16,10 0-7 15,-10 0 14-15,-1 0-11 16,11 0 13-16,11 0-14 16,7 0 9-16,12-8-8 15,10 0 3-15,2 0 1 16,-2 1-2-16,-10 7 5 16,-12 0-12-16,-6 0 19 15,-7 0-15-15,-3 0 10 16,26 0-7-16,-11 0 3 0,1 3-2 15,-9 1-1 1,2 4 2-16,16-3-5 0,-9-2 9 16,12 5-11-16,-12 0 14 15,-6 1-13-15,-1-6 10 16,-8 2-5-16,15-5 1 16,-7 0 0-16,7 0 0 15,-13 0 3-15,7 0-8 16,12 0 13-16,-6 0-13 15,12 0 11-15,3 0-9 0,4 0 3 16,-4 0 0 0,10 0 0-16,3 0 6 15,-10 0-14-15,-3 0 16 0,-9 0-13 16,0 0 15-16,-6 0-18 16,6 11 14-16,-6-3-8 15,0-4 2-15,-7-4 0 16,-5 5 2-16,12-5 1 15,0 0 7-15,-7 0-10 16,1 0 5-16,-1 0 1 16,13 3-6-16,0-3 3 15,-6 13-3-15,19-10 1 16,-20-3 1-16,1 0-4 16,16 0 11-16,-10 0-13 15,0 0 12-15,-13 0 2 0,-5 0-6 16,-10 0-3-16,3 0 1 15,-3 0 1-15,3 0-6 16,-9 0 8-16,16 0-11 16,-16 0 18-16,3 0-20 15,3 0 16-15,15 0-11 16,7 5 7-16,9-5-4 16,-3 3 4-16,0 6 0 15,-6-9-8-15,0 16 9 16,-6-4-10-16,12-1 15 15,-7 2-12-15,1-5 5 16,0-4-3-16,0-4 0 16,6 0 0-16,-12 0-4 15,-7 0 8-15,-15 0-8 0,3 0 11 16,-9 0-9-16,-1 0 10 16,10 0-16-16,10 0 12 15,2 0-4-15,0 0 0 16,-15 0 1-16,10 0-7 15,-4 0 16-15,9 0-15 16,-9 0 16-16,3 0-15 16,-9 0 6-16,3 12-2 15,3-12 0-15,10 0 0 16,-1 0-2-16,19 0 5 16,-18 0-7-16,-16 0 9 15,-7 0-3-15,-18 0 5 16,7 0-1-16,-7 0-5 0,-9 0 1 15,-4 0-2-15,-8 0-1 16,8 0 0-16,-8 0-25 16,-1 7 13-16,4 6-25 15,-4-1 24-15,-12 8-21 16,0 0-15-16,0-8-231 16</inkml:trace>
  <inkml:trace contextRef="#ctx0" brushRef="#br0" timeOffset="105178.15">25252 8433 188 0,'0'0'331'0,"0"0"-311"0,0 0 77 0,0 0-39 0,0 0-39 0,0 0-9 0,0 0 25 15,0 0 29-15,0 0 30 16,0 0-4-16,0 0-42 16,0 0 22-16,0 0-34 15,0 0 8-15,0 0-32 16,0 0 1-16,-12 0-7 16,-23 0 9-16,-20 0 2 15,8 20-8-15,-24 5 10 16,9 11-15-16,-10 8 10 15,4 8-8-15,9-8 8 0,19-4-13 16,18-4 4 0,16-8-5-16,6-4-2 0,0-4-6 15,47-4-22-15,33-3 22 16,29 2-12-16,-16-7 17 16,18 9-12-1,-24-6 5-15,-12 2-5 0,-29-1-2 16,-6 4 11-16,-12-4-8 15,-21 4 13-15,5 4 1 16,-12 8-1-16,0 4 5 16,0 16 12-16,-25 4-14 15,-43 5 7-15,-6-9-3 16,8-12-6-16,11-12-3 16,8-20-14-16,7-4 9 15,9 0-30-15,9-20-69 16,3-21-101-16,4-3-173 0</inkml:trace>
  <inkml:trace contextRef="#ctx0" brushRef="#br0" timeOffset="105395.18">25165 8642 438 0,'0'0'534'0,"0"0"-531"16,0 0 16-16,0 0 44 0,0 0 25 16,0 0-32-16,434-20-31 15,-319-5-18-15,-10 2-7 16,-18-1-32 0,-12 7-146-16,-57 9-539 0</inkml:trace>
  <inkml:trace contextRef="#ctx0" brushRef="#br0" timeOffset="108094.31">17162 10138 817 0,'0'0'5'0,"0"0"-5"0,0 0 98 0,-87 301-15 16,87-189-27-16,0 1-6 0,0-10-12 15,0-2-13-15,47-5 9 16,9-16-27-16,15-12 10 16,16-19-12-16,15-13-10 15,4-29-6-15,8-7 0 16,-8 0-19-16,-10-15-57 15,-19-26-13-15,-8-11-58 16,-29-7 14-16,-21-6-102 16</inkml:trace>
  <inkml:trace contextRef="#ctx0" brushRef="#br0" timeOffset="108361.23">17010 10611 558 0,'0'0'152'15,"0"0"-118"-15,0 0 111 16,0 0-9-16,0 0-78 15,0 0-15-15,326 20-43 16,-270-36 0-16,-10-7-27 0,-12-2-34 16,-21 5-94-1,-13 1-106-15</inkml:trace>
  <inkml:trace contextRef="#ctx0" brushRef="#br0" timeOffset="108877.87">16964 9829 916 0,'0'0'6'0,"0"0"36"0,0 0 35 0,0 0-9 0,0 0-8 0,0 0-9 15,226-40-6-15,-133 36-31 16,22 0-3-16,-3-8-11 16,8 8-19-16,1-16-89 15,-21 12-187-15,-26 0-510 16</inkml:trace>
  <inkml:trace contextRef="#ctx0" brushRef="#br0" timeOffset="109375.09">18554 10783 195 0,'0'0'803'0,"0"0"-775"0,0 0-5 0,0 0 30 15,0 0 26-15,0 0-45 16,239 81 16-16,-164-77-42 0,-1 4 4 15,-15-8-9-15,3 0-6 16,-22 0-10-16,-15-8-39 16,-13-13-18-16,-12-7-72 15,0 5-115-15,0-6-338 16</inkml:trace>
  <inkml:trace contextRef="#ctx0" brushRef="#br0" timeOffset="109540.73">18716 10462 848 0,'0'0'219'0,"0"0"-214"16,0 0 96-16,0 0-34 16,424-3-66-16,-309-21-2 15,0-4-42-15,-41-8-165 16,-43 11-654-16</inkml:trace>
  <inkml:trace contextRef="#ctx0" brushRef="#br0" timeOffset="113871.35">20868 10074 472 0,'0'0'15'0,"0"0"36"0,0 0-5 0,0 0-4 16,0 0-9-16,0 0 33 15,0 0-19-15,0 0-24 16,-69 16 5-16,69-9 34 16,0 2 2-16,0 11-37 15,0-8-11-15,0 0-13 16,0-8 14-16,0 4-11 16,28-4 29-16,-9-4-1 15,-13 0-15-15,16 0 20 16,3 0-26-16,-4 0 7 15,7-20-5-15,-3-24 11 0,-3-8-12 16,-16-12 5-16,-6 8-16 16,0-1-2-16,0 13-2 15,0 12 2-15,0 16-6 16,-28 4-3-16,-19 12 3 16,7 9 9-16,-13 38-14 15,-9 17 13-15,10 5-3 16,18-10 0-16,34-10-4 15,0-9 2-15,0-16-8 16,28-8 3-16,18-12-16 16,7-4 22-16,3 0-2 15,-4-24 2-15,-11-12 2 0,-1 7 1 16,-21-7-2-16,2 13 3 16,-15-1-11-16,-6 7 16 15,0 14-8-15,0 3 3 16,0 0 16-16,0 0-12 15,0 0-7-15,0 3-8 16,0 30 8-16,13-5 0 16,-1 8-1-16,10-4-2 15,-3 8 0-15,8 8 1 16,1-4-4-16,-9 0 4 16,-13 0 2-16,0-11 0 15,-6-2-2-15,0-10 4 16,0-5-1-16,-18 4 4 0,-35-8 10 15,-15-1-10-15,-13 6 0 16,10-1-2-16,3 8-6 16,9 0-2-16,18-8-19 15,14 0-58-15,27-16-119 16,0 0-190-16</inkml:trace>
  <inkml:trace contextRef="#ctx0" brushRef="#br0" timeOffset="114470.74">21978 9785 599 0,'0'0'73'0,"0"0"-60"0,0 0 108 0,0 0-47 16,0 0-45-16,0 0 0 15,-242 168-17-15,201-83 4 16,14-1 29-16,8 4 24 16,19-11-32-16,0-13-22 15,0-4-12-15,53-12-6 16,15-8-2-16,12-16-4 15,-2-12-15-15,3-12 2 16,-19 0 16-16,-16 0 12 16,-21-12-4-16,-16-28 15 15,-9-8 22-15,0-5-34 0,0 14 3 16,-34 11-1 0,-12 12-4-16,-10 16-3 0,-3 0 7 15,-9 19-6-15,3 34 5 16,12 7-12-16,13-4-1 15,33-8-2-15,7-8-69 16,0-15-66-16,53-25-133 16,12 0-173-16</inkml:trace>
  <inkml:trace contextRef="#ctx0" brushRef="#br0" timeOffset="114804.33">22303 10382 199 0,'0'0'224'0,"0"0"-191"0,0 0 1 0,0 0-12 15,0 0-3-15,0 0 4 16,282 57 21-16,-217-89 48 15,10-16 21-15,-16-9 4 0,-3 1-49 16,-25 0 1 0,-31 12-49-16,0 4 12 0,0 12-7 15,-72 16 12-15,-15 12-26 16,-15 0-11-16,9 12-6 16,0 32 6-16,19 8 0 15,15 0-78-15,12-4-27 16,19-12-195-16,10-15-154 15</inkml:trace>
  <inkml:trace contextRef="#ctx0" brushRef="#br0" timeOffset="115370.42">20592 11201 423 0,'0'0'287'0,"0"0"-240"0,0 0 119 0,356 3-52 16,-176-18-5-16,28-26-43 0,12 10-7 15,-6-1-40-15,-22 20-19 16,-12-1-6-16,-31 13-39 16,-28 0-64-16,-56 0-196 15,-50 25-320-15</inkml:trace>
  <inkml:trace contextRef="#ctx0" brushRef="#br0" timeOffset="116085.35">21708 11550 485 0,'0'0'142'0,"0"0"-16"0,0 0-40 0,0 0-42 0,0 0-13 0,0 0 11 16,0 0 6-16,0 0 14 16,-19 0 22-16,-9 11-50 15,-6 10-2-15,3 11-19 16,-3 0 10-16,6 8-21 15,22 4-2-15,6-12 1 16,0 8-2-16,6-7-7 16,41-6-9-16,9 1 16 15,2-3 0-15,-11 3-14 16,-7 0 19-16,-21-4-8 16,-4 9 0-16,-15-6 4 15,0 1 0-15,0 4 4 16,-15-8-4-16,-38 4-15 0,-27-12-7 15,8 4-88-15,-24-15-157 16,3-5-64-16</inkml:trace>
  <inkml:trace contextRef="#ctx0" brushRef="#br0" timeOffset="116269.33">21534 11662 894 0,'0'0'50'16,"0"0"-4"-16,0 0 65 0,0 0-80 15,0 0-30 1,369 0-1-16,-294-12-97 0,-23-12-137 16,-27 0-275-16</inkml:trace>
  <inkml:trace contextRef="#ctx0" brushRef="#br0" timeOffset="117136.15">23072 11225 632 0,'0'0'293'0,"0"0"-275"0,0 0 50 15,0 0-22-15,0 0-29 16,0 0-3-16,416 4-4 16,-357-4-10-16,-13 0-18 15,-12 0 2-15,-15 0-36 16,-10-4-91-16,-9-12-155 16</inkml:trace>
  <inkml:trace contextRef="#ctx0" brushRef="#br0" timeOffset="117351.97">23187 10968 870 0,'0'0'166'0,"0"0"-137"15,0 0 36-15,0 0 6 16,0 0-22-16,0 0-12 15,353 25-25-15,-294-25-12 16,-3 0-8-16,-3 0-39 16,-28 0-15-16,-4 0-173 15,-21 0-354-15</inkml:trace>
  <inkml:trace contextRef="#ctx0" brushRef="#br0" timeOffset="120832.18">24716 11682 416 0,'0'0'327'0,"0"0"-276"0,0 0 65 0,0 0-33 16,0 0-39-16,0 0-4 15,0 0 26-15,0-88-26 16,0 40 18-16,0-12-27 15,0-21-6-15,0-15-9 16,0-12-10-16,0-8-5 0,0 7 4 16,0 21-5-16,15 19 9 15,-9 25-14-15,-6 29 5 16,0 15-4-16,0 0-9 16,0 0-21-16,0 23-19 15,-21 38 51-15,-32 16-10 16,-6-2-12-16,-16 5-75 15,17-19-42-15,2-9-115 16,9-12 0-16</inkml:trace>
  <inkml:trace contextRef="#ctx0" brushRef="#br0" timeOffset="121797.25">25137 11076 281 0,'0'0'50'0,"0"0"-8"0,0 0 64 0,0 0-64 0,0 0-4 0,0 0 23 15,-18 17-19-15,18-14 31 16,0 5-15-16,0-3 11 16,0-2-33-16,0 6-11 15,0-6-5-15,0 10 1 16,0-10 7-16,0-3 3 0,31 0-6 15,3 0-19-15,22 0 44 16,-4-39-5-16,1-14-10 16,0-10-30-16,-7-6 7 15,-18 5-10-15,-9 4-1 16,-19 12-1-16,0 20-14 16,0 12 14-16,-65 16-26 15,-22 0 22-15,-6 0 2 16,-3 36-7-16,24 8-2 15,20 12-2-15,24 4-1 16,21-4-11-16,7-12 21 16,0-3-11-16,25-18-1 0,31-7-7 15,3-11 6 1,0-5-18-16,-3 0 23 0,-10-13 1 16,-12-15 3-16,-15-4 6 15,0 0-79-15,-10 5 62 16,-9 6 19-16,0 14 8 15,0-2-2-15,0 9 46 16,0 0-20-16,0 0-4 16,0 0-16-16,0 4 11 15,0 12-16-15,0 1 0 16,0-9 0-16,18 20-3 16,10 3-6-16,19 1 5 15,-7 5-1-15,-15 2 3 0,22-2-5 16,-20 3-5-1,1 4 5-15,-21 0-4 0,5 4 12 16,-12 9-1-16,0 2 8 16,-25 2 42-16,-37-6-18 15,-3-10-14-15,-16-13 12 16,1-7-8-16,-1-10-22 16,-12-3-7-16,31-12 0 15,16 0-32-15,21 0-45 16,19 0-209-16,6-12-331 15</inkml:trace>
  <inkml:trace contextRef="#ctx0" brushRef="#br0" timeOffset="122816.19">26188 10985 102 0,'0'0'262'0,"0"0"-91"0,0 0-14 0,0 0-42 16,0 0-31-16,0 0 8 16,0 0-17-16,0 0-1 15,0 0-41-15,0 0 11 16,0 0-25-16,0 0 11 15,0 0-11-15,7-17 4 16,33-11-2-16,13-4-16 16,-1 4-4-16,10 8-1 0,-3 15-2 15,-18 5-34 1,-23 5 4-16,-9 39 0 0,-9 20 31 16,0 16 0-16,-21 9 0 15,-26 3-15-15,-12 12 12 16,13-4-4-16,-10-11 16 15,22-14-13-15,15-14 14 16,19-21-17-16,0-20 8 16,41-8-5-16,45-12-1 15,14 0 6-15,21 0 4 16,-7 0-3-16,-8 8 14 16,-26 8-10-16,-18 4 12 15,-9 0-11-15,-34 1-12 16,9-10-8-16,-22 6-31 15,-6-1-239-15,0-1-505 0</inkml:trace>
  <inkml:trace contextRef="#ctx0" brushRef="#br0" timeOffset="129693.23">27630 11253 485 0,'0'0'53'0,"0"0"11"0,0 0 6 16,0 0-34-16,0 0-16 16,0 0 75-16,0 0 17 15,6 0-28-15,-6 0-44 16,0 0 18-16,0 0-44 15,0 0-11-15,0 0-2 0,0 0 1 16,0 0 8-16,0 0-8 16,0 0 20-16,0 0-13 15,0 12 20-15,10 8-24 16,-4 4 12-16,0 9 1 16,0 19-14-16,0-4 12 15,1 4-13-15,-7-8 13 16,15-13-11-16,-9 5 0 15,-6-15-2-15,0-5 3 16,7-12-5-16,-7 0 0 16,0-4-1-16,6 0-6 15,-6 0 1-15,0 0-1 0,6-15 6 16,9-10 1-16,4-19 7 16,15-5-1-16,-9 6-6 15,25 6-1 1,-19 14-1-16,-3 10-3 0,6 6-10 15,-16 7 12-15,4 0-18 16,9 0 17-16,-9 3-10 16,12 17 13-16,-3 5 4 15,-16 2 1-15,4-2 6 16,-13 3-4-16,-6-4 5 16,0-1-8-16,0-6 20 15,0-6-16-15,0-11-3 0,0 0-5 16,0 0-6-16,22 0-22 15,3-11-17 1,24-21 27-16,-2 0 17 0,-16 12-6 16,-3 12 14-16,-16 8-10 15,-12 0 6-15,22 0-6 16,-10 8 6-16,10 15 16 16,-4 10-8-16,4-9-7 15,-9-4-8-15,-13-12-4 16,27-8-38-16,-8 0-129 15,9 0-179-15</inkml:trace>
  <inkml:trace contextRef="#ctx0" brushRef="#br0" timeOffset="130110.24">29128 11353 632 0,'0'0'156'0,"0"0"-108"0,0 0 45 0,0 0-56 16,-13 208-33-16,13-179 4 15,0-9-7-15,0-12 11 16,0-4-12-16,0-4-9 16,-6 0-4-16,0 0-61 15,-10-4-78-15,-2-28-313 0</inkml:trace>
  <inkml:trace contextRef="#ctx0" brushRef="#br0" timeOffset="130325.07">29103 11016 835 0,'0'0'129'16,"0"0"-83"-16,0 0-8 0,0 0-36 15,0 0 7-15,0 0-9 16,112 16-39-16,-100-16-43 15,10 0-70-15,-10 0-13 16,-6 0-228-16</inkml:trace>
  <inkml:trace contextRef="#ctx0" brushRef="#br0" timeOffset="130856.53">29643 11121 611 0,'0'0'67'0,"0"0"-10"15,0 0 25-15,0 0-25 16,0 0 4-16,-81 221-28 16,81-198 9-16,0 6-37 15,0-18 18-15,0 1-3 0,0-7 1 16,0-5-21-16,0 0-3 15,0 0-14-15,0-5-1 16,0-18 13 0,34-6 10-16,13 1-7 0,5 8 8 15,10 20-7-15,-3 0 1 16,3 0-1-16,-22 41 1 16,-9 18 35-16,-9-7 39 15,-9-4-33-15,-7-4 0 16,-6-11-40-16,0-1 6 15,0-12-7-15,6-12-8 16,22-8-80-16,6 0-98 16,6-19-44-16,-15-19-338 15</inkml:trace>
  <inkml:trace contextRef="#ctx0" brushRef="#br0" timeOffset="144429.48">20464 14758 171 0,'0'0'284'0,"0"0"-282"0,0 0 11 0,0 0 35 15,0 0 7-15,0 0-34 16,0 0 25-16,0 44 15 0,0-36-5 15,0 5 3-15,0 2 13 16,0-2 5-16,0 3-46 16,0-9 0-16,0-2-17 15,0-5 11-15,0 0 10 16,0 0 5-16,0 0-5 16,0 0-5-16,0 0 0 15,0-41-10-15,0-27 11 16,0-36-30-16,0-24 0 15,16-16 9-15,3-2-12 16,15 15 2-16,-16 22-8 16,-8 33 4-16,2 27-22 15,-12 34 25-15,0 15 2 16,0 0-5-16,0 8 5 0,0 40-14 16,-34 16 13-16,-6 13-39 15,12-5-48-15,-3 8-80 16,-3-16-97-16,-1 0-137 15</inkml:trace>
  <inkml:trace contextRef="#ctx0" brushRef="#br0" timeOffset="145144.31">20967 14830 590 0,'0'0'30'0,"0"0"27"0,0 0 57 0,0 0-82 0,0 0-15 16,0 0-12-16,-41-28 15 15,69-12 9-15,13-12 34 16,5-20-13-16,7-20 7 16,-7-4-18-16,-5-9-15 15,-13 0-17-15,-22 13 0 16,-6 17-12-16,0 10 18 16,0 14-13-16,0 15 1 15,-47 15 15-15,13 12-11 16,-6 9 2-16,6 0-7 0,0 0-2 15,15 9 2-15,7 15-11 16,12 16 8-16,0 0-22 16,0 8 17-16,0 1 3 15,18 7-4-15,29 7 13 16,6-2-8-16,2-1 2 16,10-7 2-16,-3 3-25 15,-15-12 24-15,-22 3-8 16,-4-11 9-16,-21 9 0 15,0-1 34-15,0-3 12 16,-40-5-33-16,-6-9-4 16,-7-15-9-16,3-4-16 15,4-8-26-15,-1 0-45 16,29 0-8-16,12 0-73 16,6 0-31-16,0-16-156 0</inkml:trace>
  <inkml:trace contextRef="#ctx0" brushRef="#br0" timeOffset="145478.41">21736 14815 258 0,'0'0'77'0,"0"0"53"0,0 0 52 0,0 0-55 0,0 0 2 15,307-238-56-15,-273 166-7 16,-34 0-23-16,0 0-4 16,0 0-13-16,-6 8-22 15,-35 15 13-15,-11 21-15 16,-17 25 9-16,10 3-11 15,-15 39-12-15,0 25-19 0,-1 8-38 16,23-3-48 0,11-8-57-16,23-14 28 0,11-6-199 15</inkml:trace>
  <inkml:trace contextRef="#ctx0" brushRef="#br0" timeOffset="146110.5">22585 14569 584 0,'0'0'26'0,"0"0"19"0,0 0 27 0,0 0-60 0,0 205 1 15,0-185-6-15,0-16-1 16,0-4 2-16,0 0 3 16,0-8 46-16,0-39 11 15,13-19-41-15,39-9-24 16,10-5-3-16,4 16-2 15,-4 15-6-15,-10 26-38 16,-18 18 24-16,-15 5-20 16,-7 13 42-16,-2 34 130 15,-10 6-33-15,0-14-46 16,0-19-8-16,0-12-43 16,12-8-9-16,22 0-60 15,13-15 61-15,24-14 8 0,-3 17 8 16,1 4 4-16,-4 8 10 15,-13 0-5 1,4 0-6-16,-25 8-6 0,3 9-10 16,-6 2-80-16,-22-7-103 15,-6 4-100-15</inkml:trace>
  <inkml:trace contextRef="#ctx0" brushRef="#br0" timeOffset="146427.59">24102 14538 455 0,'0'0'317'0,"0"0"-308"16,0 0 16-16,0 0 31 0,0 0-51 16,0 0-5-16,108 184-11 0,-108-168-51 15,0-3-28-15,0-13 31 16,0 0-96-16</inkml:trace>
  <inkml:trace contextRef="#ctx0" brushRef="#br0" timeOffset="146609.79">24129 14173 1165 0,'0'0'50'15,"0"0"-46"-15,0 0-4 16,0 0-9-16,0 0-49 16,0 0-54-16,19 8-93 0,9-13-18 15,-16 2-313-15</inkml:trace>
  <inkml:trace contextRef="#ctx0" brushRef="#br0" timeOffset="146943.1">24129 14173 55 0,'314'-20'607'0,"-314"60"-593"16,0 7 32-16,6 14 84 16,0-9-49-16,-6 0-3 0,0-24-40 15,0-3-29 1,0-17-7-16,0-8 6 0,0 0 21 15,0 0-6-15,22 0-23 16,18-16-4-16,19-20 1 16,22 3 6-16,12 13-4 15,-7 20 9-15,-5 0-16 16,-22 8 16-16,-3 48-8 16,-25-4 30-16,-9 4-16 15,-4-7-6-15,-18-13-3 16,0-8-5-16,0-8-19 15,0-12-112-15,0 0-270 16</inkml:trace>
  <inkml:trace contextRef="#ctx0" brushRef="#br0" timeOffset="147493.09">26148 14184 614 0,'0'0'369'0,"0"0"-353"0,0 0 59 0,0 0-14 0,0 233-54 16,12-176-5-16,16 2 7 15,-9-6-16-15,-13 2 14 16,0-10-9-16,-6-9 2 16,0-7-7-16,0-6-34 15,0-15-37-15,0-8-96 16,-12 0-169-16</inkml:trace>
  <inkml:trace contextRef="#ctx0" brushRef="#br0" timeOffset="147708.18">25878 14453 1104 0,'0'0'101'0,"0"0"-95"16,0 0 11-16,0 0 8 16,0 0 30-16,0 0-4 15,341-3-13-15,-260-6-32 16,-13 1 3-16,-15 0-9 15,0-8-28-15,2-12-61 16,-14-8-61-16,-29 5-343 16</inkml:trace>
  <inkml:trace contextRef="#ctx0" brushRef="#br0" timeOffset="149508.82">27258 14794 532 0,'0'0'78'0,"0"0"-45"0,0 0 86 0,0 0-48 0,0 0 29 16,0 0 10-16,0 8-16 15,0-44-15-15,0-23-19 16,0-26 11-16,0-32-47 16,12-19 21-16,13-8-42 0,-3-1 3 15,-10 22-6 1,4 34-10-16,-16 32-10 0,0 34 4 15,0 15 14 1,0 8-5-16,0 0-3 0,0 60-24 16,-40 21 30-1,-22 22-50-15,-4-7-25 0,11-15-130 16,36-29-185-16,7-28-192 16</inkml:trace>
  <inkml:trace contextRef="#ctx0" brushRef="#br0" timeOffset="149957.35">27785 14008 182 0,'0'0'328'15,"0"0"-317"-15,0 0 92 16,0 0-33-16,0 0-9 16,366-64-52-16,-338 100 12 15,-28 28 54-15,0 21 33 0,0 11-70 16,-40-1-19-16,-13 2-1 15,13-17-12-15,12-16 13 16,3-11-17-16,25-21-4 16,0-12-1-16,0-9-3 15,65-6 6-15,3-5 13 16,19 0 64-16,-6 0-30 16,-16 0-6-16,-12 0-30 15,-19 0-6-15,-6 0 0 16,-10 0-10-16,10 12-32 15,-9 4 6-15,2 4-62 16,-8-4-192-16,-13 0-260 16</inkml:trace>
  <inkml:trace contextRef="#ctx0" brushRef="#br0" timeOffset="150490.39">29053 14289 200 0,'0'0'438'0,"0"0"-348"0,0 0 97 0,0 0-84 0,56 216-81 15,-56-168-9-15,6-15-9 16,-6-5-3-16,0-20 7 16,0-8 15-16,7 0 12 15,-7-4-31-15,18-45-4 16,16 2-11-16,7-17 7 15,11 0 4-15,4 23-2 16,3 8-12-16,-6 27-15 0,-13 6 16 16,-6 0 12-1,-6 27 1-15,-22 18 50 0,0-6 15 16,1-6-45-16,-1-10-5 16,9-7-15-16,-2-16-10 15,5 0-8-15,10 0-9 16,0 0 27-16,3 0 18 15,3 8 28-15,-6 9-25 16,6-6 14-16,-3 2-29 16,3 10-12-16,-6-6-3 15,-9 7-57-15,-13-4-76 16,3 0-272-16</inkml:trace>
  <inkml:trace contextRef="#ctx0" brushRef="#br0" timeOffset="150707.6">30551 14497 672 0,'0'0'103'0,"0"0"22"16,0 0-45-16,0 0-70 0,0 0-10 15,0 0-22-15,40 125-122 0,-40-125-8 16,0 0-78 0</inkml:trace>
  <inkml:trace contextRef="#ctx0" brushRef="#br0" timeOffset="150873.85">30545 13976 707 0,'0'0'548'16,"0"0"-523"-16,0 0 10 16,0 0-35-16,0 0-28 15,0 0-53-15,115 12-123 16,-97-12-221-16</inkml:trace>
  <inkml:trace contextRef="#ctx0" brushRef="#br0" timeOffset="151223.18">30545 13976 947 0,'440'32'70'0,"-418"8"-13"16,-4 13 40-16,4 14-41 15,-9 5-53-15,8 5 13 16,-15-13-16-16,1-28-36 15,-7-8 36-15,0-20 5 16,12-8 0-16,-6 0-5 0,-6 0 0 16,16 0 3-1,2-36-7-15,16-12 8 0,25-1-8 16,3 6 4-16,-3 19-2 16,3 19-3-16,-15 5-12 15,-7 17 6-15,-15 32 11 16,3 6 8-16,-16 1 6 15,-12-12-10-15,0-8-3 16,0 0-2-16,6-16-69 16,1-20-151-16,2 0-174 15</inkml:trace>
  <inkml:trace contextRef="#ctx0" brushRef="#br0" timeOffset="152373.21">21581 15756 245 0,'0'0'431'0,"0"0"-355"0,0 0 31 0,0 0 10 0,0 0-67 15,0 0-49-15,-6 0 12 16,33-23-12-16,26-9 38 16,6-1-18-16,3 5 9 15,3 8-18-15,-3 12-12 16,-15 8-1-16,-7 0-15 16,-21 25 16-16,-13 22 12 15,-6 14 31-15,0 3-32 16,0 0 6-16,0-7-12 15,-6-14-3-15,6-14-2 16,0-18-12-16,0-2-31 16,34-9-23-16,18 0 52 15,23 0 14-15,-1 0 4 16,-15 0 4-16,-6 0 16 0,-13 0-19 16,-24 28 6-16,-16 8 18 15,0 24-1-15,-10 12 7 16,-76 12-28-16,-26 1 9 15,-15 3-14-15,0-16 0 16,27-4-2-16,20-20-21 16,40-16-43-16,24-24-53 15,16-8-172-15,9-31-444 16</inkml:trace>
  <inkml:trace contextRef="#ctx0" brushRef="#br0" timeOffset="152979.29">22957 15656 458 0,'0'0'221'0,"0"0"-86"0,0 0 17 0,35 285-102 0,-20-188-7 15,-9-9 11-15,-6-8-13 0,6-12-28 16,-6-19 3-16,13-10 11 15,-7-22-26-15,-6-14-2 16,6-3-4-16,-6 0-5 16,28-3-40-16,12-30 50 15,19-7 0-15,22-8 8 16,0 16-6-16,5 12 1 16,23 16-6-16,-22 4-5 15,0 16 8-15,-16 40 6 16,-9 13 37-16,-22-2-16 15,-21 6 2-15,3-13-13 16,-22-12-3-16,18-16-13 16,10-16-42-16,12-16-50 0,1-16-341 15</inkml:trace>
  <inkml:trace contextRef="#ctx0" brushRef="#br0" timeOffset="154340.26">24923 16534 561 0,'0'0'116'0,"0"0"34"0,0 0-6 0,0 0-103 0,0 0-24 16,22-284 55-16,-16 180-25 16,7-4-16-16,-7 15-3 15,-6 9-10-15,0 20-4 16,0 15-9-16,0 26-10 16,0 15 5-16,0 8-2 15,0 3-16-15,0 58 18 0,-41 14 6 16,-24 14-6-16,3-9 0 15,10-19-22-15,18-17-16 16,34-8-84-16,0-12-135 16,0-20-107-16</inkml:trace>
  <inkml:trace contextRef="#ctx0" brushRef="#br0" timeOffset="154802.49">25553 15756 418 0,'0'0'98'16,"0"0"-89"-16,0 0 115 15,0 0 4-15,0 0-25 16,59 221-38-16,-59-124-48 16,0 6 9-16,0 2-1 0,0-17 20 15,0-24-3-15,0-28-36 16,0-19-6-1,21-14-3-15,-2-3-4 0,9 0 14 16,-3 0 8-16,15 0-13 16,16-7 15-16,9-9-5 15,3 3 7-15,3 2-13 16,-2 7 2-16,-10-1-8 16,-19 5-45-16,-18 0-23 15,-4 0-20-15,-18 33-58 16,0 11 38-16,0 0-150 15</inkml:trace>
  <inkml:trace contextRef="#ctx0" brushRef="#br0" timeOffset="155502.24">26675 16066 474 0,'0'0'327'0,"0"0"-199"0,40 213-14 16,-27-146-21-16,-7-10-51 16,-6-17-39-16,9-13 11 0,-2-10-12 15,-7-14 7 1,0-3-7-16,0 0-4 0,0 0 0 16,12 0-17-1,0-20 18-15,16-24 1 0,6-3 5 16,7-9 1-16,11 12-4 15,1 3 7-15,-6 16-17 16,5 6 8-16,-11 15-1 16,-1 4-12-16,-6 0 13 15,-6 28 1-15,6 20 16 16,-9-8-6-16,-3 8 3 16,-10-23-17-16,0-17 3 0,4-8-4 15,15 0-27-15,3 0 16 16,13 0 15-16,15 0 26 15,-4 0 5-15,1 11-29 16,-3 1 44-16,-3 4-43 16,-13-3 0-16,-15-9-3 15,9-4-14-15,-6 0-79 16,-22 0-168-16,-6-9-413 16</inkml:trace>
  <inkml:trace contextRef="#ctx0" brushRef="#br0" timeOffset="155786.38">28288 16190 780 0,'0'0'189'0,"0"0"-29"0,0 0-80 16,0 256-62-16,18-212-18 15,1-11-32-15,-10-13 29 16,-3-16-59-16,0-4-20 16,1 0-133-16,-7-4 1 15,6-33-146-15</inkml:trace>
  <inkml:trace contextRef="#ctx0" brushRef="#br0" timeOffset="155951.98">28393 15837 965 0,'0'0'289'0,"0"0"-271"15,0 0 17-15,0 0-35 16,0 0-26-16,0 0-61 15,53 49-38-15,-47-41-121 16,-6 3-99-16</inkml:trace>
  <inkml:trace contextRef="#ctx0" brushRef="#br0" timeOffset="156319.6">28393 15837 107 0,'360'116'504'16,"-360"-116"-474"-16,0 0 68 16,0 0 12-16,0 28-40 15,0 16 14-15,9 13-14 16,-3 2 27-16,0 2-72 16,1-5-22-16,-1-12 18 0,-6-16-20 15,0-15-1 1,0-10-3-16,0-3-1 0,15 0-16 15,4 0-9-15,9-16 21 16,18-8 1-16,7 12 14 16,6 0-8-16,9 12 8 15,-9 0-7-15,3 8 12 16,-22 25 0-16,-9 6 25 16,-9 9-23-16,-16 9 7 15,-6-5-17-15,6-12-8 16,-6-4-40-16,0-25-107 15,7-11-300-15</inkml:trace>
  <inkml:trace contextRef="#ctx0" brushRef="#br0" timeOffset="168608.48">1308 13571 429 0,'0'0'68'0,"0"0"-68"0,0 0-1 0,0 0-16 0,0 0 17 0,0 0 12 15,0 0 60-15,7 0-15 16,-7 0-13-16,0 0 19 16,0 0 12-16,0 0-16 15,0 0-15-15,0 0-6 16,0 0-25-16,0 0 26 15,12 0-12-15,-12 0 15 16,0 0-21-16,0 0 19 16,0 0-37-16,9 0 16 15,-9 0-13-15,0 0-1 16,0 0-3-16,0 0 6 16,13 0-16-16,33 0 26 0,13 0-20 15,44 4 4-15,-4-4 23 16,-25 4-25-16,7-4 0 15,-16 0 11-15,3 0-6 16,-3 0 25-16,10 0-27 16,-1 4 24-16,7 0-19 15,-16-4-6-15,15 0 4 16,-5 13-6-16,5-10 6 16,7 9 0-16,12-8-5 15,-5 0 8-15,8 0 1 16,-3-4-4-16,-6 0 3 0,0 0-3 15,0 0-5-15,16 0 2 16,-10 0-3-16,3 0 0 16,4 0 6-1,2 0-9-15,4 0 12 0,9 9-1 16,12 2 2-16,-6 1-16 16,0 4 10-16,0-4-4 15,1-8 0-15,-8 8 1 16,-14-4-5-16,-4-3 11 15,-15-5-16-15,6 0 18 16,-12 8-14-16,12-5 18 16,-7 1-17-16,-5 4 4 0,0-8 0 15,6 0-4-15,12 0 11 16,6 0-14-16,10 0 16 16,0 0-24-1,-16 0 30-15,9 0-25 0,-15 8 15 16,0-3-10-16,-6 7 4 15,-6-9 1-15,-16-3 0 16,-19 0-1-16,17 0-5 16,-17 0 2-16,-6 0-5 15,1 0 17-15,-7 0-19 16,6 0 14-16,7 0-3 16,11 0 0-16,1 0 0 15,22 5-5-15,-19-5 12 16,3 3-19-16,-18 2 24 0,-19-5-22 15,-10 0 18-15,-9 0-11 16,-9 0 3-16,7 0 0 16,-7 0-3-16,0 0 7 15,0 0-14-15,6 0 26 16,-6 0-32-16,0 0 21 16,0 0-12-16,0 0 1 15,0-8 3-15,0-12 3 16,0-16 18-16,0 7-7 15,0-11 2-15,0-7-17 16,0-6 15-16,0-11-18 16,0-4 13-16,0-16-8 0,0-4 2 15,0-14-2-15,0-1-1 16,0-10-7-16,0 5 8 16,0 3-3-16,0 17-5 15,-6 16 11-15,6 24-8 16,-16 20 10-16,4 9-3 15,-1 2 6-15,-15 9-6 16,16-3 0-16,-16-2 2 16,10-4-8-16,-10 9 0 15,15 1-1-15,-8 3-3 16,8 4 7-16,1 0-8 0,-10 0 9 16,-3 0 2-1,-9 0-9-15,-12 0 8 0,-16 4 1 16,9 8-7-16,-12-9 12 15,-22 2-11-15,-22-1 10 16,-5 4-4-16,-10 5 0 16,-3-2 1-16,-1-3-7 15,-14 12 12-15,-4-8-10 16,-3 4 17-16,3-8-25 16,-21 8 23-16,15-7-14 15,-15-9 3-15,24 0 0 16,3 0 0-16,7-17-12 15,0-23 8-15,12 12 4 16,6 0-9-16,-3 3 21 16,-9 10-18-16,-6 11 8 0,-10 4-2 15,-2 0 3 1,-10 0 0-16,15 12-6 0,0 8 9 16,7-16-8-16,12 4 4 15,6-8-4-15,22 0-1 16,19 0-1-16,9 0 0 15,12 0 4-15,-15 0-3 16,9 0 4-16,-9-8-12 16,0 4 22-16,-4-1-17 15,-2-3 17-15,-1 1-19 16,10 3 8-16,-3-4-3 16,9-1-11-16,7-2-13 15,-4 3 19-15,25 4 6 16,-3 4-14-16,6 0 30 0,9 0-21 15,10 0 7 1,-10 0-1-16,7 0-13 0,-22 0-3 16,12 4 16-16,-3 7 0 15,-21 6-11-15,18-5 24 16,-19 12-23-16,13 4 25 16,0-8-26-16,-25-4 13 15,31-16-2-15,-3 8 1 16,3-8 0-16,22 0-6 15,0 8 13-15,-16 0-14 16,-3 8 18-16,-9 4-18 16,6 0 14-16,-6-4-14 15,3-8 8-15,-3 0-1 0,22-3 0 16,-4-5 3 0,4 0-16-16,-7 0 26 15,-2 0-22-15,-14 0 19 16,17 0-5-16,-4 12-5 0,-3 4-6 15,4 7 5-15,2 2 0 16,4-9 1-16,8-8-2 16,1 0-2-16,0-4 8 15,6 15-8-15,-13 14 16 16,7 23-12-16,6 21 0 0,0 19 5 16,0 16-2-16,13 0 5 15,27-8-1-15,-15-11-5 16,9-17 3-16,-22-24 12 15,4 0-16-15,-10-20-1 16,13-12 0-16,2-8 0 16,13-12-37-16,13 0-107 15,-7-44-230-15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07T23:20:46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5680 7623 227 0,'0'0'470'0,"0"0"-425"0,0 0 92 0,0 0-35 0,0 0-73 15,0 0-4-15,0 0 24 16,0 0 28-16,106-12-9 16,-44 12 13-16,19 0-33 15,5 0 23-15,1 9-41 16,12 7-17-16,10-5-8 16,-10-2-5-16,-6-6-9 15,-18-3-33-15,5 0-11 16,-21 0-56-16,-19-12-57 0,-27-12-484 15</inkml:trace>
  <inkml:trace contextRef="#ctx0" brushRef="#br0" timeOffset="1016.07">7699 7667 632 0,'0'0'118'0,"0"0"-47"0,0 0 43 0,0 0-61 0,0 0-34 16,0 0 70-16,0 0-26 15,301-8-15-15,-202 8-7 16,10 0-11-16,-10 16 3 0,-12-3-28 16,-13-9-2-16,13 7 8 15,0-6-22-15,-13 3-4 16,-3-8-18-16,-9 0-37 15,-21 0-140-15,-17 0-433 16</inkml:trace>
  <inkml:trace contextRef="#ctx0" brushRef="#br0" timeOffset="1949.08">9696 7731 394 0,'0'0'441'0,"0"0"-406"0,0 0 46 0,0 0-14 0,0 0 19 0,0 0-10 0,248 0-52 0,-174 5 20 0,7-5-33 0,-7 0 26 0,-9 0-33 16,-18 8 5-16,-7-5-7 16,-6-3-2-16,0 5 0 0,-9-5-20 15,16 0-3 1,-1 0-43-16,0 0-90 0,-6-16-261 16</inkml:trace>
  <inkml:trace contextRef="#ctx0" brushRef="#br0" timeOffset="2731.05">11535 7808 522 0,'0'0'211'0,"0"0"-134"0,0 0 85 0,0 0-96 0,0 0-7 16,0 0 26-16,288 0-41 16,-167-20-15-16,12 7 0 15,-18-6-2-15,-16 19-27 16,-24 0-1-16,-10 0-15 16,-19 0-21-16,-12 0-29 15,-21 32-121-15,-13 0-274 16</inkml:trace>
  <inkml:trace contextRef="#ctx0" brushRef="#br0" timeOffset="3567.68">13668 7828 338 0,'0'0'423'0,"0"0"-365"0,0 0 129 0,0 0-22 16,474 88-127-16,-313-76 11 15,7-12-19-15,-1 0-7 16,-9 0-17-16,-3 0-12 0,-34 0 2 16,-21 12-50-1,-32 5-24-15,-43 2-209 16</inkml:trace>
  <inkml:trace contextRef="#ctx0" brushRef="#br0" timeOffset="10977.96">6570 6568 334 0,'0'0'0'0,"0"0"-5"0,0 0-34 15,0 0-5-15,0 0 2 16,0 0-5-16,0 0 35 0,-34-3 12 15,28 3 92-15,-16 0 20 16,22 0-6-16,-18 0 1 16,12 0-14-16,6 0-37 15,0 0-8-15,0 0-6 16,0 0-26-16,0 0 9 16,-10-8-24-16,4 8 7 15,6 0-8-15,-12 0 43 16,5 0-18-16,7 0 0 15,-15 0-13-15,3 0-9 16,-13 0 19-16,15 0-8 16,4 0 23-16,0 0-6 15,6-8 15-15,0 8-24 16,0-4-8-16,0-4-8 0,0 3 3 16,0-3-9-16,0 0 3 15,0-4-4-15,34 9 6 16,6-13 2-16,13 11 1 15,-6-3-16-15,5 8 4 16,-18 0 0-16,7 0-12 16,-29 32-7-16,-12 21 5 15,0 11-4-15,-25 12 14 16,-43 5-7-16,-12-6 14 16,21-11-6-16,18-15 5 15,13-18 2-15,22-10 0 16,6-9-1-16,0-8-8 0,0-4-2 15,0 0-14-15,41 8 25 16,11-8 10-16,10 0 22 16,-9 4 3-16,-13 8-9 15,-6-4-4-15,-9 8-21 16,-3-4 0-16,-10 0 5 16,1-8-12-16,-4 4-30 15,-3-8-61-15,-6 0-219 16</inkml:trace>
  <inkml:trace contextRef="#ctx0" brushRef="#br0" timeOffset="16485.53">7907 6725 207 0,'0'0'278'0,"0"0"-252"0,0 0 5 0,0 0-7 16,0 0-12-16,0 0 39 15,0 0 41-15,0 0 1 16,0 0 6-16,0 0-48 15,0 0 16-15,0 0-30 16,12 4 17-16,7 9-17 16,30-6-10-16,-8 9-15 15,5 8-4-15,-6 1-1 0,-21 14-1 16,-19 10 10-16,0 10-12 16,0 2 13-1,0-1-10-15,6-15-7 16,7-14 1-16,2-15-1 0,26-16-12 15,5 0-1-15,13 0 11 16,22 0 4-16,-7 0 28 16,-9-11-21-16,3-2 3 15,-15 1-11-15,-19 12-2 16,-6 0-13-16,-3 0-30 16,9 0-15-16,-15 0-86 15,-4 0-101-15,-9 0-107 16</inkml:trace>
  <inkml:trace contextRef="#ctx0" brushRef="#br0" timeOffset="19034.48">10071 6681 295 0,'0'0'101'0,"0"0"-32"0,0 0-25 0,0 0 2 16,0 0 15-16,0 0 20 15,0 0-32-15,0 0 12 16,0 0 9-16,-6 0 9 16,-7 0-25-16,13 0-31 15,0 0 18-15,0 0-37 16,0 0 34-16,0 0-13 0,0 0 14 15,0 0-30 1,0 0-1-16,0 0-8 0,0 0 0 16,0 0 0-16,0 0-6 15,13 0 5-15,27 0 2 16,0-4 10-16,13 4-9 16,-25 0-4-16,-16 0 1 15,-5 20-18-15,-7 25 18 16,0 6 2-16,0 9 6 15,0 4 2-15,0-11-7 16,-13-5 8-16,13-8-13 16,-6-12 7-16,6-15-4 15,0-6 0-15,0-7-11 16,0 0 0-16,0 0-12 0,0 0 20 16,34 0 5-16,-3 0-4 15,9 0 4-15,-5 0-4 16,11 0 2-16,-6 0-26 15,-5 4-35-15,5 4-14 16,-15 1-104-16,3-6-164 16</inkml:trace>
  <inkml:trace contextRef="#ctx0" brushRef="#br0" timeOffset="20149.5">12065 6713 272 0,'0'0'220'0,"0"0"-157"0,0 0 37 0,0 0-1 16,0 0-31-16,0 0 14 16,-16 0-36-16,16 0-35 0,0 0 9 15,0 0-18-15,0 0 5 16,34 0 4-16,0-9 24 16,-9 6-15-16,-3 3 26 15,-3 0-25-15,-10 0-11 16,-9 28-6-16,0 24 1 15,0 17 12-15,0 6-11 16,-34 2-12-16,6-18-3 16,9-14 2-16,19-21-1 15,0-4 1-15,0-7 3 0,13-13-14 16,33 0-30-16,13 0 14 16,9 0 33-16,7-13-8 15,-10-7-3-15,-3 8-24 16,-3 4 9-16,-13 4-68 15,1-3-44-15,-26 7-28 16,-2-5-284-16</inkml:trace>
  <inkml:trace contextRef="#ctx0" brushRef="#br0" timeOffset="21249.45">14471 6845 205 0,'0'0'378'0,"0"0"-293"0,0 0 48 0,0 0-54 0,0 0-20 15,0 0-39-15,-16 0 2 16,16 0-21-16,0 0 10 16,16 0 25-16,9 0 34 15,15 5-13-15,0 18-46 16,7 6 5-16,-13 7-12 16,-15 15-8-16,-19 2-8 15,0 11 4-15,0 4-5 16,-38-4-3-16,4-12 15 15,6-7-31-15,28-26 26 16,0-2-1-16,0-6 0 16,0-11-32-16,69 0 32 15,11 0-8-15,7 0 15 16,0 0 0-16,-16 0 3 0,4-3-7 16,-17 3 13-16,4 0-18 15,-9 0-7-15,-13 0-177 16,-21 0-252-16</inkml:trace>
  <inkml:trace contextRef="#ctx0" brushRef="#br0" timeOffset="24112.19">7358 7082 226 0,'0'0'211'0,"0"0"-160"0,0 0 20 0,0 0-34 15,0 0-33-15,0 0 16 16,0 0 16-16,0 4-20 0,0-4 77 15,0 0 67 1,0 0 2-16,0 0-69 0,0 0-22 16,0 4-42-16,0-4 4 15,0 0-24-15,0 0-4 16,0 0-5-16,0 0-11 16,0 0 0-16,0 0-60 15,0 0-48-15,6 0-182 16,-6-24-199-16</inkml:trace>
  <inkml:trace contextRef="#ctx0" brushRef="#br0" timeOffset="24929.43">9215 7106 809 0,'0'0'158'0,"0"0"-70"0,0 0-8 0,0 0-55 0,0 0-15 15,0 0-11-15,0 4 6 16,16-4 19-16,-16 0 22 15,0 0-4-15,0 0-37 16,0 0-5-16,0 0-22 16,12 0-81-16,1 0-160 15,-7-20-441-15</inkml:trace>
  <inkml:trace contextRef="#ctx0" brushRef="#br0" timeOffset="25745.63">11082 7318 631 0,'0'0'348'0,"0"0"-323"0,0 0 93 16,0 0-91-16,0 0-26 15,0 0 11-15,12 5-24 16,-12-5 23-16,0 0-11 0,0 0 8 16,0 0-1-16,0 0-7 15,0 0-27-15,0 0-139 16,0-13-437-16</inkml:trace>
  <inkml:trace contextRef="#ctx0" brushRef="#br0" timeOffset="26562.25">13308 7346 807 0,'0'0'120'0,"0"0"-66"0,0 0 59 0,0 0-54 16,0 0-58-16,0 0 16 15,25 5-13-15,-19-5-4 16,-6 0 6-16,0 0-12 16,0 0 3-16,0 0-104 15,0 0-181-15,0-24-407 16</inkml:trace>
  <inkml:trace contextRef="#ctx0" brushRef="#br0" timeOffset="27310.48">16489 7407 359 0,'0'0'281'0,"0"0"-178"0,0 0 21 16,0 0-51-16,0 0-19 16,0 0-5-16,0 0 34 15,0 0-34-15,7 0 15 16,5 0-35-16,10 0 15 0,3-4-34 16,9-4 0-16,18 0-9 15,1-4-1-15,9 4 0 16,-3 0-18-16,-3-5 8 15,-10 5-33-15,1-3 5 16,-7 2-45-16,-9 1-33 16,-3 0-70-16,-16 8-5 15,-12 0-3-15,0-3-162 16</inkml:trace>
  <inkml:trace contextRef="#ctx0" brushRef="#br0" timeOffset="27626.08">16617 7061 572 0,'0'0'272'0,"0"0"-202"0,0 0 46 0,0 0-9 0,0 0-78 0,0 0-7 16,204 13-20-16,-148-9-2 15,-9-4-5-15,-7 0-44 16,-15 0-55-16,-4 0-209 15,-8 0-405-15</inkml:trace>
  <inkml:trace contextRef="#ctx0" brushRef="#br0" timeOffset="28442.2">17578 6797 376 0,'0'0'266'0,"0"0"-193"0,0 0-11 0,0 0-23 0,0 0-28 16,0 0 67-16,139-19-26 15,-92 14 5-15,-7 5-25 16,7 0 20-16,-19 0-12 16,-16 0-16-16,3 20-2 15,-8 12-15-15,-7 8 8 16,0 4-4-16,0 0 3 15,0-3-8-15,0-5-12 16,0-12-2-16,0-12-7 16,0 0-9-16,12-4-6 15,35-4 18-15,5 5-10 0,-2-9 20 16,3 11-10-16,-13-3 12 16,-28 12 0-16,-12 5 39 15,0 6 3-15,0 13-20 16,0 17 4-16,-59 11-23 15,-43 8-1-15,9 8 12 16,12-12-28-16,23-19 3 16,23-21 9-16,29-24-29 15,0-12-36-15,6 0-71 16,0-32-237-16</inkml:trace>
  <inkml:trace contextRef="#ctx0" brushRef="#br0" timeOffset="29175.39">18533 6817 354 0,'0'0'45'0,"0"0"54"0,0 0-21 0,0 0-41 16,0 0 14-16,0 0-15 15,316-24 3-15,-316 76 19 16,0 17-24-16,-40 3 61 15,-35 16-57-15,1 1-1 16,-7-6-23-16,22-2 14 16,7-26 1-16,24-14-18 15,28-13-1-15,0-16-10 0,0-4-12 16,21-8-1 0,26 0 13-16,12 0 15 0,15 0 29 15,-15 0-8-15,-6 0-18 16,-3 0 2-16,-26 0-18 15,4 0-2-15,-3 0-6 16,3 4-37-16,0 8-68 16,-3-7-117-16,-10-5-469 15</inkml:trace>
  <inkml:trace contextRef="#ctx0" brushRef="#br0" timeOffset="30907">19909 7174 259 0,'0'0'357'0,"0"0"-274"0,0 0 80 15,0 0-34-15,0 0-55 16,0 0-51-16,10 0 22 0,-10 16-26 16,0 21-1-1,0 15 17-15,0 0-25 0,0-4 19 16,0-4-29-16,0-4 20 16,0-8-18-16,0-16 11 15,0-4-12-15,0-12-1 16,0 0 0-16,0 0-4 15,0-8-1-15,0-32-2 16,0-17-2-16,0-15 18 16,0-8-13-16,37-4 6 15,3 12-4-15,16 12-10 16,-25 24 1-16,-3 19-1 16,-16 14-10-16,-2 3 16 15,-4 0-23-15,0 0 19 16,-6 8 10-16,0 32 5 15,0 0-1-15,0 8-4 0,-6-4-1 16,-22 4-23 0,28-12 0-16,0-12-57 0,0 12 19 15,0-11 20-15,53-5 42 16,21-4 13-16,1-5 13 16,-4-2 4-16,-3-5 13 15,-21 4 11-15,-1-1-33 16,-12 6-21-16,-21 7-1 15,8 0-18-15,-21 4-51 16,0-4-134-16,0-15-183 16</inkml:trace>
  <inkml:trace contextRef="#ctx0" brushRef="#br0" timeOffset="31156.16">20666 7443 323 0,'0'0'254'0,"0"0"-241"0,0 0 28 15,0 0-34-15,0 0 24 16,0 0 23-16,242 52-25 16,-196-52-14-16,-21 0-13 15,9-3-4-15,-12-6-1 0,-10 1-11 16,-12 0-54-1,0 4 0-15,0-8 15 0,0 0-66 16,-21-4-205-16</inkml:trace>
  <inkml:trace contextRef="#ctx0" brushRef="#br0" timeOffset="31323.07">20666 7443 836 0,'-19'-112'189'15,"19"116"-177"-15,31-4 21 16,31 0 10-16,25 0-19 16,-6 0-23-16,-10-17-2 15,10-11-6-15,-35-4-107 0,-39 1-163 16,-7 6-197 0</inkml:trace>
  <inkml:trace contextRef="#ctx0" brushRef="#br0" timeOffset="31473.84">20961 7099 694 0,'0'0'278'0,"0"0"-270"16,0 0 57-16,0 0-51 15,0 0-14-15,0 0 0 16,111 64-8-16,-49-64-31 16,-3 0-122-16,-12-21-86 15,-7-3-348-15</inkml:trace>
  <inkml:trace contextRef="#ctx0" brushRef="#br0" timeOffset="31692.15">20961 7099 272 0,'288'-97'246'15,"-304"109"-157"-15,4 28 35 0,12 0-1 16,0-4-71-16,0 5-30 16,47-18-22-16,11 10-4 15,-2-2-1-15,-9-7 5 16,-13 4-4-16,-15-7 13 15,-13-1-6-15,-6 4 11 16,0-4 20-16,0 0-18 16,-25-4-16-16,-9-8-14 15,-7-8-120-15,1 0-90 0,12 0-276 16</inkml:trace>
  <inkml:trace contextRef="#ctx0" brushRef="#br0" timeOffset="31957.13">21748 7215 669 0,'0'0'61'16,"0"0"-19"-16,0 0 32 16,0 0-74-16,0 0-15 15,0 0-10-15,140 136-17 0,-119-133 7 16,14-3 16-1,-23 0 19-15,16 0 5 0,-10-8 55 16,10-15-18 0,-15-1 6-16,15-4 21 0,-16 3-69 15,-6-6 0-15,0 6-35 16,-6-2-83-16,0 14-134 16,0 5-170-16</inkml:trace>
  <inkml:trace contextRef="#ctx0" brushRef="#br0" timeOffset="32273.32">22291 7130 671 0,'0'0'17'0,"0"0"52"16,0 0 33-16,0 0-57 15,0 0-23-15,0 0-20 16,65 205 4-16,-43-186 1 16,-10 2-12-16,10-9 12 15,24-4-14-15,-12-4 14 16,13-4-7-16,6 0 47 16,5 0-9-16,4 0-14 15,-15 0-22-15,0 0 2 16,-13 0 5-16,6 0-18 0,-9 0-6 15,-3 0-68 1,-16-12-171-16,-12-4-244 0</inkml:trace>
  <inkml:trace contextRef="#ctx0" brushRef="#br0" timeOffset="32556.36">23299 7110 629 0,'0'0'179'0,"0"0"-68"16,0 0-10-16,0 0-80 15,0 0-6-15,-13 213-15 16,13-190-6-16,0-10-21 15,0-5-24-15,0-4 25 16,0-4-22-16,0 0 2 16,0 0-17-16,0 0-51 15,0-20-115-15</inkml:trace>
  <inkml:trace contextRef="#ctx0" brushRef="#br0" timeOffset="32738.58">23299 7110 1018 0,'-199'-76'102'0,"199"76"-60"0,0 0 0 16,0 0-32-16,0 0-2 15,47 0-16-15,-1 0-13 16,7 0 19-16,9 0-28 16,-9-9 17-16,5 2-71 15,-5 7-72-15,3 0-161 16,-10 0-254-16</inkml:trace>
  <inkml:trace contextRef="#ctx0" brushRef="#br0" timeOffset="32989.15">23720 7215 674 0,'0'0'159'16,"0"0"-11"-16,0 0-16 16,0 0-64-16,0 0-60 0,0 0 7 15,87-52-14-15,-53 7 3 16,13 13-3-16,-13 7-1 15,0 10 0-15,-16 3-10 16,10 12 7-16,-15 0-30 16,-1 0-9-16,4 24 3 15,-10 8 38-15,-6 8-3 16,0 4 3-16,0-3 1 16,0-5-8-16,0-8-26 15,0-8-136-15,0-4-45 16,0-16-214-16</inkml:trace>
  <inkml:trace contextRef="#ctx0" brushRef="#br0" timeOffset="33155.78">23720 7215 802 0,'161'-57'146'0,"-154"49"-64"16,21 8-58-16,3-8-13 15,9-4-21-15,22-8 10 16,-9 4-57-16,-1 0-225 16,-5 4-220-16</inkml:trace>
  <inkml:trace contextRef="#ctx0" brushRef="#br0" timeOffset="33687.71">24629 7050 712 0,'0'0'248'0,"0"0"-160"0,0 0 12 0,0 0-66 16,0 0-34-16,0 0-3 16,46 208-15-16,-36-184-155 15,-10 1 146-15,0-1-157 16,0-9-68-16</inkml:trace>
  <inkml:trace contextRef="#ctx0" brushRef="#br0" timeOffset="33971.62">24576 7351 358 0,'0'0'340'0,"0"0"-326"0,0 0 24 16,0 0 47 0,0 0 37-16,0 0-61 0,242-85-9 15,-177 41-14-15,-3-7-8 16,-9-2-9-16,-19 9-4 15,-22 4 9-15,-12 8-25 16,0 8 8-16,0 12 4 16,-12 12-23-16,-44 0 10 15,9 0-10-15,1 4-36 16,6 23-71-16,21 1-32 0,7-3-73 16,2-1-32-16,10-8-97 15</inkml:trace>
  <inkml:trace contextRef="#ctx0" brushRef="#br0" timeOffset="34205.56">25199 7099 325 0,'0'0'174'16,"0"0"-40"-16,0 0-42 16,0 0-37-16,0 0 4 15,0 0 39-15,227 19-47 16,-203-47 17-16,-2-4-22 15,-22 8 23-15,0 0-31 0,0 8 15 16,0 11-31-16,0 5-7 16,-34 0-15-16,-13 0-27 15,1 8-10-15,12 20-81 16,9 1-109-16,10-17-87 16</inkml:trace>
  <inkml:trace contextRef="#ctx0" brushRef="#br0" timeOffset="34471.39">25946 6938 394 0,'0'0'291'0,"0"0"-161"0,0 0-7 15,0 0-114-15,0 0-9 16,0 0-43-16,53 43-36 15,-12-38 0-15,-1-5 71 16,-6 0 8-16,-6 3 29 16,-16 2 7-16,-12 3-31 15,0 12 8-15,0 8-12 16,-28 12 4-16,-43 0-5 16,-31 4-75-16,2-24-55 15</inkml:trace>
  <inkml:trace contextRef="#ctx0" brushRef="#br0" timeOffset="44278.23">19255 6167 280 0,'0'0'131'0,"0"0"-97"0,0 0 66 0,0 0-12 0,0 0 6 0,0 0 1 16,0 0-4-1,0 0-49-15,0 0 29 16,0 0-14-16,13 0 10 16,-13 0-41-16,15 0-9 0,4 0 10 15,21-20-13 1,34-32 17-16,41-28-17 0,37-17 11 16,22-11-17-16,6-8 6 15,3 4-14-15,9 4 0 16,-19 4-6-16,-18 19-27 15,-27 21-20-15,-42 20-97 16,-39 32-153-16,-47 12-271 16</inkml:trace>
  <inkml:trace contextRef="#ctx0" brushRef="#br0" timeOffset="44879.25">19317 5923 122 0,'0'0'400'0,"0"0"-289"0,0 0 41 0,0 0 3 15,0 0-96-15,0 0-21 0,239 92-23 16,-227-64-3 0,-12 4 4-16,0 1 10 15,0-10-7-15,0 2-11 16,0-9 13-16,0-4-17 0,0-4-1 15,0-5-3-15,0 2-14 16,56-5-22-16,3 0 36 16,22 0 35-16,6 0-21 15,6-5 16-15,-19-10-24 16,-9-1 9-16,-15-1-12 16,-25 6-6-16,-4 3-10 15,-21 0-25-15,0 3-57 16,0 1-117-16,0 4-555 15</inkml:trace>
  <inkml:trace contextRef="#ctx0" brushRef="#br0" timeOffset="46160.55">21516 5530 605 0,'0'0'300'0,"0"0"-255"0,0 0 99 0,0 0-55 0,0 0-43 16,434 0-3-16,-329 0-20 0,-9-5 2 15,-9-10-19 1,-22-1 5-16,-12 0-6 0,-7 8-6 15,-24-1 4-15,-16 1-6 16,16 5 3-16,-22-2-1 16,6 5-1-16,-6 0 4 15,0 0 4-15,0-3 0 16,0 3-2-16,6-4 2 16,-6-4-7-16,7-5 6 15,-7-2-7-15,0-6 2 16,0 18 0-16,0-5 3 15,0-4-3-15,0 12 27 0,-7-8-21 16,-5 3 5 0,-10-11-9-16,4 1-4 0,-4-6 1 15,3-7-2-15,-2 5 2 16,8 10-9-16,1-7 5 16,3 17 10-16,-4-14-8 15,13 5 3-15,0-12-13 16,0-20-11-16,28-5 10 15,-3-3-2-15,21 4 16 16,-24 17-4-16,-3 7 13 16,2 7-1-16,7 1-5 15,19 0-6-15,12 4 9 16,15 4-11-16,13 8 5 16,12 0 0-16,0 0-4 0,22 16 9 15,0 4-12-15,-6 0 8 16,-10 1-8-16,-5-2 1 15,-26 6 4-15,-12-2-22 16,-31 5 1-16,-22 9 2 16,-9 3 21-16,0 0 5 15,0 3 0-15,-28-5-5 16,-12-10 9-16,0 3-15 16,0-15 14-16,21-4-8 15,10-12 2-15,9 0-2 16,0 0 6-16,0 0-2 15,0 0-4-15,0 0 7 16,0 0-14-16,0 0 11 0,0 0-10 16,0 0-10-16,0 0 0 15,21 0-2-15,32 0 18 16,21 0 2-16,7 0 1 16,6 0 4-16,-13 0 2 15,-9 0-7-15,-24 0-1 16,-7 0-2-16,-16 0-22 15,-11 0-41-15,2 13-89 16,-9 10-125-16,0 6-220 16</inkml:trace>
  <inkml:trace contextRef="#ctx0" brushRef="#br0" timeOffset="63313.42">6270 9745 690 0,'0'0'41'0,"0"0"-11"0,0 0 50 15,0 0-38-15,0 0-20 16,0 0-2-16,0 0 14 16,0 0-24-16,31 0 47 15,-4 0-16-15,8 0 3 16,-11 0-41-16,11 0-3 16,-8 16 0-16,-2 4 0 15,-15 8 9-15,-10 13 8 0,0 3 10 16,0-5-8-16,0 2-8 15,0-13-7-15,0-8-8 16,0-4-1-16,24-4-8 16,10-1-30-16,25 2 14 15,16-5 28-15,-1 0 2 16,-15 4-4-16,-12 0 11 16,-19 12 3-16,-22 4 0 15,-6 5 31-15,0 11-4 16,0 7-9-16,-59 9 0 0,-16 4-28 15,-24 1 14-15,3-1-10 16,9-16-10-16,35-12 0 16,17-16-8-16,29-7-22 15,6-13-33-15,0 0-58 16,0 0-337-16</inkml:trace>
  <inkml:trace contextRef="#ctx0" brushRef="#br0" timeOffset="64278.69">7578 10142 461 0,'0'0'294'0,"0"0"-248"0,0 0 58 0,0 0-25 0,0 0-45 15,0 0 0-15,-105 0 27 16,58 29-56-16,-9 10 2 16,4 13 0-16,5 4 12 15,25 8-2-15,22-7-13 16,0-9 16-16,0 0-19 16,22 0 2-16,31-16-3 15,9 0-2-15,3-15-18 16,3-1-5-16,-9-16-16 15,9 0-14-15,-9 0 1 0,-6-16-36 16,-7-12-1-16,-11 0 38 16,-1-5-20-16,-28 9 33 15,16 16 33-15,-16 0 5 16,-6 8 4-16,0 0-6 16,12 0 9-16,-6 0 20 15,7 8 7-15,21 0 27 16,6 5-52-16,22-13 25 15,-3 0-22-15,9 0-7 16,-3-13 13-16,-12-19-1 16,-6-8 45-16,-19-4-28 15,-16 4 0-15,-12 4-23 0,0 8 15 16,0 12-24 0,-59 8 14-16,0 8-14 15,-21 0-1-15,-7 0-33 0,12 24-11 16,16 4-8-16,4 8-21 15,30-13-49-15,25 2-120 16,0-9-58-16</inkml:trace>
  <inkml:trace contextRef="#ctx0" brushRef="#br0" timeOffset="64695.17">8533 10447 130 0,'0'0'325'0,"0"0"-313"0,0 0 73 16,0 0 40-16,0 0-65 15,0 0-40-15,0 0 47 16,-31 104 86-16,22-104-75 16,3-20-54-16,6-12-23 15,0-8 27-15,0-1-21 16,15 2 14-16,32 6-20 15,-16 5-2-15,3 25-2 16,0 3-14-16,-16 0-8 16,-2 0-15-16,-10 0 31 15,-6 23 7-15,0 13 2 16,0 5 1-16,0-2 4 0,0 2-3 16,0-8 1-1,0-10-3-15,0-3 3 0,28-8-8 16,-3-8 12-16,3 1-14 15,-10 3 15-15,-2-8 2 16,-4 11-6-16,1-7 7 16,2 4-10-16,4-3-1 15,-1-5-28-15,10 0-160 16,0 0-70-16,-3-13-262 16</inkml:trace>
  <inkml:trace contextRef="#ctx0" brushRef="#br0" timeOffset="65062.83">9169 10511 398 0,'0'0'285'0,"0"0"-249"0,0 0 36 16,0 0 40-16,0 0-99 15,0 0 6-15,-6 76-18 16,12-76 21-16,22 0-22 16,6 0 28-16,-9-28 41 15,9-12 27-15,-22-12-56 16,-6 0-27-16,-6-4 9 0,0 15-20 15,0 13-4-15,-46 17-2 16,-1 11-4-16,-12 0-22 16,-3 39 26-16,10 22-23 15,17-5-85-15,23-8-115 16,6-12-195-16</inkml:trace>
  <inkml:trace contextRef="#ctx0" brushRef="#br0" timeOffset="65191.6">9169 10511 237 0</inkml:trace>
  <inkml:trace contextRef="#ctx0" brushRef="#br0" timeOffset="65413.49">9169 10511 237 0,'415'120'470'0,"-409"-120"-419"0,7-23 130 0,9-21 11 15,-4-13-122-15,10 9-49 16,6 7-1-16,-3 5-20 16,9 8 8-16,-12 9-17 15,0 10-1-15,-9 9 10 16,-7 0-26-16,16 0 9 0,-15 0-12 16,14 33 28-16,-8 15 1 15,3 7 0-15,-10 2 0 16,-12-9 0-16,0-15-15 15,0-10-87-15,0-7-16 16,0-8-51-16,0-8 33 16,-12 0-135-16</inkml:trace>
  <inkml:trace contextRef="#ctx0" brushRef="#br0" timeOffset="65578.32">9792 10447 967 0,'0'0'140'0,"0"0"-140"16,0 0-13-16,0 0 6 15,214-24-23-15,-143-17-60 16,-3 10-265-16</inkml:trace>
  <inkml:trace contextRef="#ctx0" brushRef="#br0" timeOffset="65976.97">10660 10186 487 0,'0'0'161'16,"0"0"-152"-16,0 0 59 15,0 0 53-15,0 0-31 16,0 0-10-16,-294 36-9 16,266-4-59-16,21 4 22 15,7 5-33-15,0-5-2 16,7-8-2-16,48-5-5 15,4-6 8-15,10-5-23 0,-10-5 23 16,-1 1 0-16,-23 1-4 16,-14-9 8-16,-15 12-1 15,-6-8-3-15,0 4 0 16,-12-4 118-16,-56 4-105 16,0-4-13-16,3-4-44 15,-4 0-131-15,17 0-356 16</inkml:trace>
  <inkml:trace contextRef="#ctx0" brushRef="#br0" timeOffset="91471.75">6260 11076 469 0,'0'0'142'0,"0"0"-105"0,0 0 75 0,0 0 7 0,0 0-27 15,0 0-11-15,0 0-45 16,0 0 17-16,0 0-41 15,0 69 25-15,0-17-29 16,-18 12 11-16,-4 4-19 16,10 0 12-16,5-4-9 15,7-8 2-15,0-12-10 16,0-3 7-16,0-8-8 0,0-10-9 16,19 1 13-16,15-12-33 15,0-8-10-15,-6-4 10 16,3 0 25-16,-3 0 10 15,-6 0 0-15,15-12 5 16,-15-8 5-16,6 0-13 16,-10-4 8-16,-12-1-10 15,1-3-20-15,14 17-10 16,-21-1 4-16,0 8 19 16,0 4 12-16,0 0 3 15,0 0 26-15,0 0-28 16,0 27 11-16,0 9 4 15,0 17 15-15,0 3-6 0,0 4-2 16,0 4-4 0,0 5-19-16,0-5 28 0,0-4-27 15,-21-8-1-15,14-16-1 16,7-16-16-16,0-8-78 16,0-12-129-16,0 0-176 15</inkml:trace>
  <inkml:trace contextRef="#ctx0" brushRef="#br0" timeOffset="92190.48">7814 11626 437 0,'0'0'179'0,"0"0"-139"0,0 0 106 0,0 0-33 0,0 0-59 0,0 0-8 0,-335 128 1 15,307-64 10-15,9 5-36 16,13-2 6-16,6-2-23 15,0-1 20-15,37-11-19 16,44-17-10-16,12-13 2 16,9-15-16-16,-2-8 10 0,-1 0-8 15,-3 0 12 1,-25-12-2-16,-9-15-2 0,-21-6-22 16,-23 5 18-1,-2 4-4-15,-16 4 15 0,0 4-17 16,0 16 6-16,0 0 8 15,0 0-11-15,0 0-19 16,6 0-1-16,19 24 34 16,15-12 1-16,6-4-2 15,1-8-12-15,15 0 15 16,-16 0 33-16,1-36 19 16,-7-20-14-16,-6-13-23 15,-15-6 11-15,-19 3-26 16,0 7-2-16,0 25-34 15,-34 20-9-15,-25 20 15 0,0 0 11 16,-9 20 15-16,15 36-8 16,13-7-37-16,12-13-52 15,22-8-16 1,6-12-95-16,0-8-121 0</inkml:trace>
  <inkml:trace contextRef="#ctx0" brushRef="#br0" timeOffset="92689.53">8701 11879 101 0,'0'0'366'0,"0"0"-239"0,0 0 4 0,0 0-32 0,0 0-28 16,0 0-60-16,21 216 17 15,-21-200-9 1,0-8 6-16,0-8 28 0,0 0 7 15,0 0 11-15,0-16-58 16,0-28-13-16,0-8 0 16,0-8 20-16,19-5-19 15,15 9 12-15,-6 17-8 16,-3 14-4-16,9 17-1 16,-6 8-14-16,-10 0 3 15,4 0-13-15,-10 28 20 16,-5 5 8-16,-7-2-7 0,0-3 3 15,0 1-2-15,0-1 2 16,0-5 0-16,0 10-8 16,0-9 16-1,0 0-13-15,0-8 11 0,34-8-12 16,0 0-2-16,-9 0 5 16,2 0 3-16,-2 4-4 15,3 1-9-15,-15-2-44 16,8 6 49-16,-14-2-23 15,-1-7 2-15,6-8-17 16,-12 0 8-16,0 0-101 16,9 0 2-16,-9 0 29 0,7 0 8 15,5-4-18 1,-6-12-92-16</inkml:trace>
  <inkml:trace contextRef="#ctx0" brushRef="#br0" timeOffset="93553.57">9336 11954 297 0,'0'0'126'0,"0"0"-27"0,0 0 12 16,0 0 11-16,0 0-33 16,0 0-16-16,-46 182-58 15,64-167 1-15,38-2 2 16,-3-13-15-16,-13 0 10 0,13-9 11 16,-19-38 20-16,0-18-9 15,-22 1 4-15,-12-5-38 16,0 10-1-16,0 10-6 15,-46 21-29-15,-1 16 25 16,7 12-15-16,6 0 24 16,0 40-24-16,3 17-27 15,9-1-112-15,10-4-133 16</inkml:trace>
  <inkml:trace contextRef="#ctx0" brushRef="#br0" timeOffset="93705.4">9336 11954 504 0</inkml:trace>
  <inkml:trace contextRef="#ctx0" brushRef="#br0" timeOffset="93886.99">9336 11954 504 0,'329'165'224'0,"-283"-225"-126"0,7 4 42 15,15-4-60-15,-3 7-64 16,-18 25-15-16,-7 12-2 0,0 16-15 16,-18 0-15-1,-3 0 2-15,-7 21 13 0,4 27 16 16,-4 8 2-16,-12 8 8 16,0 1-10-16,0-1-3 15,0-9-78-15,0-7-45 16,0-15-26-16,0-14-89 15,-28-19-82-15</inkml:trace>
  <inkml:trace contextRef="#ctx0" brushRef="#br0" timeOffset="94056.4">9925 12100 189 0,'0'0'750'16,"0"0"-698"-16,0 0 25 0,0 0-11 15,0 0-65 1,81 51-1-16,-41-51-18 0,-9 0-43 16,37-40-9-16,-9-12-101 15,16 8-85-15,-16 0-270 16</inkml:trace>
  <inkml:trace contextRef="#ctx0" brushRef="#br0" timeOffset="94353.26">10694 11862 511 0,'0'0'257'16,"0"0"-222"-16,0 0 38 15,0 0-19-15,0 0-47 0,0 0-6 16,-207 36-2-16,200-19-1 16,7-1-8-1,0 0-15-15,0-1 19 0,47-2-13 16,-1-1-5-16,1-4 23 15,-7 8 1-15,-12-8 4 16,-16 4 1-16,-12-8 8 16,0 4 1-16,0 8 49 15,0 16 6-15,-40 8-4 16,-40 9-61-16,5 2-4 16,4-10-11-16,3-13-95 15,9-17-231-15</inkml:trace>
  <inkml:trace contextRef="#ctx0" brushRef="#br0" timeOffset="95302.72">6149 13050 347 0,'0'0'399'0,"0"0"-364"0,0 0 146 16,0 0-57-16,0 0-59 16,0 0-26-16,-267 91-17 15,267-66 1-15,0 11-20 16,0-8-2-16,0 13 6 15,25-5-14-15,21-5 8 0,23-2-4 16,11-6-3-16,1-3 3 16,-10 1-3-16,-9-5 0 15,-15 4 6-15,-23-4-5 16,4-4 0-16,-28 0 10 16,0 4-4-16,0 12 1 15,-34 4 12-15,-31-4-14 16,-22 0-2-16,0-3 1 15,7-9-37-15,-7-5 16 16,31-11-35-16,3 0-45 16,1-4-144-16,18-47 69 15,15-21-378-15</inkml:trace>
  <inkml:trace contextRef="#ctx0" brushRef="#br0" timeOffset="95453.69">6108 13074 818 0,'0'0'89'0,"0"0"-77"16,0 0-24-16,0 0 18 15,0 0-6-15,0 0 7 16,335-60-7-16,-248 48-135 16,-28-1-315-16</inkml:trace>
  <inkml:trace contextRef="#ctx0" brushRef="#br0" timeOffset="95969.57">7358 13307 572 0,'0'0'132'0,"0"0"-64"0,0 0 90 0,0 0-97 16,-347 216-16-16,347-152-22 15,0-7 6-15,0-14-25 0,59-14-4 16,34-6-4-16,-7-15-8 16,23-8-13-1,-28 0-24-15,-16-8 0 0,3-23-45 16,-15-13-24-16,-13 3-10 16,6 1-57-16,-18 12-88 15</inkml:trace>
  <inkml:trace contextRef="#ctx0" brushRef="#br0" timeOffset="96201.64">7358 13307 167 0,'456'188'217'16,"-450"-176"-105"-16,19 4-18 15,9 0-28-15,12 0-26 0,7-12-2 16,21-4-8 0,1 0 7-16,-1 0-6 0,4-12 27 15,-10-24-12 1,6-16-22-16,-27 0 8 0,-22-1 9 15,-25 9-35-15,0 5 9 16,0 11 28-16,-31 11-42 16,-25 9-2-16,25 8-27 15,-16 0 16-15,13 20-33 16,-6 24-45-16,6 0-104 16,15 1-55-16</inkml:trace>
  <inkml:trace contextRef="#ctx0" brushRef="#br0" timeOffset="96601.57">8452 13467 112 0,'0'0'55'16,"0"0"-17"-16,0 0 29 16,0 0 2-16,0 0 41 15,0 0 7-15,0 56-47 16,0-56-65-16,-12 0 13 15,12-25 79-15,0 2-86 16,0-9 26-16,0 4 27 16,0-5 5-16,28 13-42 15,6 1-10-15,19 7-17 16,-13 7-4-16,7 5 3 0,-13 0-12 16,-16 0 10-1,4 8-8-15,-16 25 11 0,-6 3 6 16,0 8 11-16,0-8-10 15,0-4-1-15,0-13-2 16,0-6-1-16,6-5-6 16,13-4-21-16,9 1 22 15,0-5-18-15,-3 7 16 16,-4 1 4-16,4-4-3 16,-9 0-70-16,-4 12-55 15,0-8-25-15,4 4-55 16</inkml:trace>
  <inkml:trace contextRef="#ctx0" brushRef="#br0" timeOffset="97234.64">9150 13507 372 0,'0'0'191'0,"0"0"-118"0,0 0 27 0,0 0 8 15,0 0 16-15,0 0-48 0,-40-24-12 16,18 48-52-16,10 3-12 16,-1 14-27-16,13-9 16 15,0-3-4-15,0-6 15 16,6-7-5-16,41-8 2 15,-7-8 3-15,13 0-20 16,-6-16 20-16,-7-36 3 16,0-16 20-16,-12-12-19 0,-28 0-4 15,0 3-15 1,0 29-28-16,0 16-23 0,-15 24-34 16,-26 8 61-16,-5 0-85 15,-1 32 75-15,-5 24-239 16</inkml:trace>
  <inkml:trace contextRef="#ctx0" brushRef="#br0" timeOffset="97404.41">9150 13507 253 0</inkml:trace>
  <inkml:trace contextRef="#ctx0" brushRef="#br0" timeOffset="97601.44">9150 13507 253 0,'412'57'502'0,"-384"-98"-474"0,7-23 26 16,17-5 63-16,7-3-117 15,-19 33 0-15,-5 14-14 16,-8 14 6-16,-2 11-6 15,3 0-34-15,0 3 9 16,-3 38 39-16,3 6 2 16,-3-2-2-16,2-6-3 15,-14 2-38-15,-13-2 20 0,0-3-91 16,0-6 112-16,0-11-6 16,-19-15-3-16,-15-4-64 15,9 0-293-15</inkml:trace>
  <inkml:trace contextRef="#ctx0" brushRef="#br0" timeOffset="97768.28">9904 13290 668 0,'0'0'167'16,"0"0"-167"-16,0 0 0 15,0 0-66-15,55 0-98 0,-30 0-45 16,15 0-187-16</inkml:trace>
  <inkml:trace contextRef="#ctx0" brushRef="#br0" timeOffset="98050.48">10474 13130 482 0,'0'0'270'16,"0"0"-267"-16,0 0 57 16,0 0-26-16,0 0-33 15,0 0-1-15,-90 164 0 16,90-127-5-16,0-6 0 0,9-6-7 16,16-5 11-16,3-9 2 15,-15 2-7-15,-13 3 15 16,15-4-8-16,-15 24 44 15,0-8 12-15,0 13-57 16,0-2 20-16,-28-6-27 16,-18-10 7-16,-16-10-112 15,3-10-167-15</inkml:trace>
  <inkml:trace contextRef="#ctx0" brushRef="#br0" timeOffset="102263.48">11200 13811 439 0,'0'0'262'0,"0"0"-221"0,0 0 124 16,0 0-67-16,0 0-29 15,0 0 15-15,0 0-19 16,114 0-18-16,-73 0 1 16,5 0-5-16,22 5-19 15,4-5 7-15,8 0-26 16,1 0 7-16,6 0-7 16,-19-12-10-16,-9-4-31 15,-19 3-1-15,-12 2-15 16,-15-14-14-16,-13 2-34 15,0-2-214-15,-19-2-303 16</inkml:trace>
  <inkml:trace contextRef="#ctx0" brushRef="#br0" timeOffset="102516.64">11469 13511 367 0,'0'0'297'15,"0"0"-263"-15,0 0 163 16,0 0-68-16,0 0-42 16,0 0-4-16,159-13-44 15,-125 13-29-15,6 0-9 0,6-11-1 16,1-1-7-16,-1 8-45 15,4 0-83-15,-13 4-203 16,-9 0-374-16</inkml:trace>
  <inkml:trace contextRef="#ctx0" brushRef="#br0" timeOffset="103161.82">13339 13944 659 0,'0'0'277'0,"0"0"-198"0,0 0 19 15,0 0-64-15,0 0-18 0,0 0-13 16,0-228 33-16,0 156-6 16,0-13 13-16,16-3-27 15,8-1 2-15,-2 1-18 16,-3 24-4-16,2 12 0 16,-8 15-13-16,-13 26-2 15,0 11-1-15,0 0 19 16,0 32-1-16,-53 32-1 15,-21 20-27-15,-1 16-3 16,4-12-28-16,9-15-66 16,15-25-177-16</inkml:trace>
  <inkml:trace contextRef="#ctx0" brushRef="#br0" timeOffset="127408.37">2974 15079 549 0,'0'0'142'0,"0"0"-137"0,0 0 53 0,0 0 13 16,0 0-38-16,0 0 16 16,0 0 13-16,0 0-16 15,0 0 11-15,0 0 16 16,0 0-15-16,-16 0-39 16,4 0-7-16,-13-9-9 15,-3 9 1-15,0-7-4 16,-3-1 2-16,-9 4-2 15,-7 0 2-15,-15 0 4 16,9 0-4-16,1-4-4 16,-16 3 6-16,9 2-7 15,-16-1 7-15,16 4-4 16,-3 0 7-16,-3 0 14 16,-3 7-17-16,15 10-1 0,-9-5-6 15,10 3 9-15,5 2-8 16,1-9 6-16,11 4-8 15,-17-8 5-15,24 4-1 16,-37 9 0-16,-4 2 3 16,11 1-6-16,-4 0-2 15,21 4 4-15,10 1 2 16,-3 3-4-16,-6-9 7 16,18 6-14-16,-15-1 12 15,15-1-2-15,-12 2 0 16,3 11 0-16,-3-8-1 0,0 13 10 15,6-2-18-15,3-3 18 16,-9 0-16-16,12 0 10 16,-2 5-6-16,2-2 3 15,9 6 0-15,7-1-1 16,6 0 3-16,0 4-8 16,0 1 12-16,0-2-16 15,0-3 16-15,0 1-12 16,0-9 2-16,13 8 4 15,8 0 0-15,10 0 2 16,-9 8-11-16,25 1 18 16,-7-6-24-16,0 1 16 15,7-4-3-15,-7-8 2 0,6 9-1 16,7-5-1 0,9 0 2-16,31 4 0 0,0-3 1 15,0 3-1-15,0-5 9 16,-31-3-12-16,-9 0 7 15,0 1-6-15,15-10 8 16,-3 3-6-16,3-3 1 16,7-10 1-16,-10 2-4 15,15-10 10-15,1 2-17 16,-7-7 17-16,-8 0-17 16,-4 4 13-16,-4-4-9 15,17 1 7-15,-16 3-2 0,15-5 0 16,1 5 4-1,11 1-10-15,-8-1 12 0,3 3-12 16,-7-3 9-16,-15-4-7 16,9-4-5-16,-15 0 3 15,3 0-10-15,-10-4 11 16,7-23 4-16,-7-6 2 16,1-3-6-16,-7 0 10 15,-6-12-10-15,0 4 5 16,-9-5 0-16,16-7 3 15,-1 4-3-15,0-7 0 16,0 2 2-16,-15-3-5 16,-9 4-11-16,-16-4 6 0,0 3-13 15,0-7 19 1,0 8 1-16,-28 4 1 0,-6 4 4 16,3-4 1-16,-3 11 0 15,6-6-3-15,3 6 18 16,-9 5-20-16,-6-3 13 15,-7-6-13-15,-15-4 3 16,9 6-3-16,1-1 0 16,-7 4-1-16,9 8 2 15,-9 3-5-15,0 1 10 16,-21 0-6-16,5-4 3 16,-5 9 6-16,-1-5-9 15,-6-1 16-15,7 1-6 16,8 4-9-16,4 12 10 0,9 3-10 15,3 9-1-15,4 0-16 16,17-3-26-16,4-5-90 16,25-12-229-16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95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A6ADE0C-8C4C-6981-6CC9-E0DB8E35248E}"/>
                  </a:ext>
                </a:extLst>
              </p14:cNvPr>
              <p14:cNvContentPartPr/>
              <p14:nvPr/>
            </p14:nvContentPartPr>
            <p14:xfrm>
              <a:off x="1141920" y="2994120"/>
              <a:ext cx="2013120" cy="12031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A6ADE0C-8C4C-6981-6CC9-E0DB8E3524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2560" y="2984760"/>
                <a:ext cx="2031840" cy="122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74D436A-82A8-1A75-4E04-C30A8862CA36}"/>
                  </a:ext>
                </a:extLst>
              </p14:cNvPr>
              <p14:cNvContentPartPr/>
              <p14:nvPr/>
            </p14:nvContentPartPr>
            <p14:xfrm>
              <a:off x="856080" y="899280"/>
              <a:ext cx="11050200" cy="55922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74D436A-82A8-1A75-4E04-C30A8862CA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6720" y="889920"/>
                <a:ext cx="11068920" cy="561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D270810-C7EF-1E28-30E0-17A3AED1E8E0}"/>
                  </a:ext>
                </a:extLst>
              </p14:cNvPr>
              <p14:cNvContentPartPr/>
              <p14:nvPr/>
            </p14:nvContentPartPr>
            <p14:xfrm>
              <a:off x="2419920" y="2309760"/>
              <a:ext cx="2265480" cy="29790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D270810-C7EF-1E28-30E0-17A3AED1E8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0560" y="2300400"/>
                <a:ext cx="2284200" cy="299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61C809B-F6A1-F14F-CE24-1D5E466181E5}"/>
                  </a:ext>
                </a:extLst>
              </p14:cNvPr>
              <p14:cNvContentPartPr/>
              <p14:nvPr/>
            </p14:nvContentPartPr>
            <p14:xfrm>
              <a:off x="877320" y="1801440"/>
              <a:ext cx="11095920" cy="5173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61C809B-F6A1-F14F-CE24-1D5E466181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7960" y="1792080"/>
                <a:ext cx="11114640" cy="519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DCD62A8-7301-ADDC-D606-62F0305F0754}"/>
                  </a:ext>
                </a:extLst>
              </p14:cNvPr>
              <p14:cNvContentPartPr/>
              <p14:nvPr/>
            </p14:nvContentPartPr>
            <p14:xfrm>
              <a:off x="6773400" y="1692000"/>
              <a:ext cx="5203080" cy="4275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DCD62A8-7301-ADDC-D606-62F0305F07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4040" y="1682640"/>
                <a:ext cx="5221800" cy="429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BCFF9F4-B441-29AD-F9DF-C141AA0F227E}"/>
                  </a:ext>
                </a:extLst>
              </p14:cNvPr>
              <p14:cNvContentPartPr/>
              <p14:nvPr/>
            </p14:nvContentPartPr>
            <p14:xfrm>
              <a:off x="1231200" y="3801240"/>
              <a:ext cx="5104800" cy="2421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BCFF9F4-B441-29AD-F9DF-C141AA0F22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1840" y="3791880"/>
                <a:ext cx="5123520" cy="244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6628A52-1A9C-208E-8AA7-F0AD62B7F135}"/>
                  </a:ext>
                </a:extLst>
              </p14:cNvPr>
              <p14:cNvContentPartPr/>
              <p14:nvPr/>
            </p14:nvContentPartPr>
            <p14:xfrm>
              <a:off x="6999840" y="194760"/>
              <a:ext cx="4776840" cy="6019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6628A52-1A9C-208E-8AA7-F0AD62B7F1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0480" y="185400"/>
                <a:ext cx="4795560" cy="603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61FD88F-D543-C792-5E08-689F004AF635}"/>
                  </a:ext>
                </a:extLst>
              </p14:cNvPr>
              <p14:cNvContentPartPr/>
              <p14:nvPr/>
            </p14:nvContentPartPr>
            <p14:xfrm>
              <a:off x="454320" y="1291680"/>
              <a:ext cx="11564640" cy="4805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61FD88F-D543-C792-5E08-689F004AF6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960" y="1282320"/>
                <a:ext cx="11583360" cy="482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A6901B0-87E6-78A5-5BE2-363EE17C4AA1}"/>
                  </a:ext>
                </a:extLst>
              </p14:cNvPr>
              <p14:cNvContentPartPr/>
              <p14:nvPr/>
            </p14:nvContentPartPr>
            <p14:xfrm>
              <a:off x="412920" y="344880"/>
              <a:ext cx="11435400" cy="6131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A6901B0-87E6-78A5-5BE2-363EE17C4A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560" y="335520"/>
                <a:ext cx="11454120" cy="615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AEEC200-3D29-7812-AF0A-30D97B0F62D2}"/>
                  </a:ext>
                </a:extLst>
              </p14:cNvPr>
              <p14:cNvContentPartPr/>
              <p14:nvPr/>
            </p14:nvContentPartPr>
            <p14:xfrm>
              <a:off x="324720" y="1962000"/>
              <a:ext cx="11066760" cy="40514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AEEC200-3D29-7812-AF0A-30D97B0F62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360" y="1952640"/>
                <a:ext cx="11085480" cy="407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7994CAD-596E-B7AA-3B1F-612D1A5A8887}"/>
                  </a:ext>
                </a:extLst>
              </p14:cNvPr>
              <p14:cNvContentPartPr/>
              <p14:nvPr/>
            </p14:nvContentPartPr>
            <p14:xfrm>
              <a:off x="345960" y="1740960"/>
              <a:ext cx="9069840" cy="44370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7994CAD-596E-B7AA-3B1F-612D1A5A88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6600" y="1731600"/>
                <a:ext cx="9088560" cy="445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14</Words>
  <Application>Microsoft Office PowerPoint</Application>
  <PresentationFormat>Widescreen</PresentationFormat>
  <Paragraphs>14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2026-07-07T13:42:31Z</dcterms:created>
  <dcterms:modified xsi:type="dcterms:W3CDTF">2026-07-07T23:24:03Z</dcterms:modified>
</cp:coreProperties>
</file>