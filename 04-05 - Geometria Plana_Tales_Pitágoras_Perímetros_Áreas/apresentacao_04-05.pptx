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0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1.xml" ContentType="application/vnd.openxmlformats-officedocument.presentationml.notesSlide+xml"/>
  <Override PartName="/ppt/ink/ink12.xml" ContentType="application/inkml+xml"/>
  <Override PartName="/ppt/notesSlides/notesSlide1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ppt/notesSlides/notesSlide14.xml" ContentType="application/vnd.openxmlformats-officedocument.presentationml.notesSlide+xml"/>
  <Override PartName="/ppt/ink/ink16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25:25.2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13814 15183 78 0,'0'0'130'0,"0"-8"-112"16,0 8-17-16,0 0-2 16,0 0-18-16,0 0 11 15,0 0 8-15,0 0 46 16,0 0 38-16,0 0-14 15,0 0-34-15,0 0-30 16,0 0-3-16,0 0-2 16,0 0-2-16,0 0 1 15,0 0-5-15,0 0 10 16,0-3-5-16,0-10 7 16,0 5-2-16,0-7 15 0,9-2-9 15,3 5-2 1,7 0-1-16,-4 0-4 0,-2-1 0 15,-7-2-2-15,22-9-2 16,-3 0 0-16,3-4 1 16,-1 0 0-16,-2-5-1 15,-3 5 1-15,3 0 11 16,3-4-4-16,0 4 18 16,-4-4-16-16,17 5-5 15,-7-6 6-15,0 9-8 0,6-12 2 16,-9-4 0-1,10-1-5-15,-1 5 2 0,-6 0 12 16,6 5 10-16,-21-2 17 16,3 9-9-16,5 9-10 15,-8-10-15-15,9 6-6 16,-9-2-2-16,2-3 10 16,4-4-12-16,-3 8 6 15,-4 0-2-15,4 3 2 16,-9 9 9-16,-1-3-1 15,10-14 0-15,2 6-11 16,4-6-6-16,0-3 5 16,-3 8-28-16,-3 4 24 15,-10 0-2-15,-6 8 6 16,-6 8-29-16,0 0-58 16,0 0-84-16</inkml:trace>
  <inkml:trace contextRef="#ctx0" brushRef="#br0" timeOffset="844.99">14738 13944 162 0,'0'0'12'0,"0"0"42"0,0 0 5 16,0 0-5-16,0 0-2 15,0 0 6-15,0 0-26 16,133 0 16-16,-93 0-14 16,7 0-15-16,-1-20-14 15,-5 4 4-15,-7-9-8 16,12 10 11-16,-27 2-9 15,9 2 2-15,-16 7-5 16,4 4-6-16,-16 0 6 16,0 0-22-16,0 0-15 15,0 0 2-15,0 0 33 16,0 20 2-16,0 16 10 16,0 0 11-16,0 12 0 15,-10 12 6-15,-21 1-23 0,-9 14 21 16,0-3 2-16,12-15 10 15,3-1-3-15,16-31 17 16,9-17-49-16,0-8-2 16,0 0-152-16,0-41-52 15</inkml:trace>
  <inkml:trace contextRef="#ctx0" brushRef="#br0" timeOffset="2182.9">12921 15805 295 0,'0'0'69'16,"0"0"-29"-16,0 0 15 15,0 0-36-15,0 0-19 16,0 0 11-16,18 28-10 16,-12-8 26-16,-6 13 33 15,0 3-8-15,0 3-12 16,0 17-24-16,0-7-7 15,0-5-7-15,0 0-2 16,7-4 1-16,-7 4 1 0,0-8-1 16,0-12 10-16,0-4 13 15,0-15-13-15,0 2-6 16,0-7 2-16,0 0-7 16,0 0 0-16,0 0-14 15,0-24 0-15,0-3 14 16,0-14 8-16,0-11-7 15,0-4 4-15,-13-8 0 16,13 0-5-16,-6-13 0 16,6-3-12-16,0 0-2 15,0 8 11-15,0 8-23 0,6 11 6 16,28 9 9 0,7 12-9-16,-10 8-3 0,18 8 5 15,-2 4 16 1,-7 4-4-16,-9 8 3 0,9 0-31 15,-12 0-6-15,-28 32 40 16,0 20 5-16,0 20 27 16,0 0-20-16,-28 8 1 15,-18-19-8-15,-1-9-3 16,13-12 8-16,-6-4-9 16,21-12 0-16,-2 4 21 15,21-15 0-15,0-5-22 16,0-5-1-16,0-3-35 15,0 0 15-15,21 4 21 0,-2 1 15 16,-10-2 4 0,4 13 31-16,5 9 16 0,4 6 9 15,-10 2-17-15,16 3-6 16,-9-8-32-16,-13-9-20 16,10-14-11-16,2 7-45 15,-12-12 20-15,10 0-18 16,-16 0-36-16,18 0-22 15,4-12-10-15,3-20-49 16</inkml:trace>
  <inkml:trace contextRef="#ctx0" brushRef="#br0" timeOffset="2511.08">13541 15881 284 0,'0'0'101'0,"0"0"-53"0,0 0-35 16,0 0-8-16,0 0 0 16,0 0 17-16,46 185-5 15,-24-161-16-15,9-9 5 16,-3-2-6-16,18-9-3 15,1 4-1-15,-7-8 0 16,7 0-2-16,-13 0 2 0,0 0-9 16,-9 0-19-1,-10 0-44-15,4 0 31 0,-13-12 13 16,0-16-2-16,3-4-4 16,-9-1-32-16,0 10-71 15</inkml:trace>
  <inkml:trace contextRef="#ctx0" brushRef="#br0" timeOffset="2655.1">13541 15881 258 0</inkml:trace>
  <inkml:trace contextRef="#ctx0" brushRef="#br0" timeOffset="2743.87">13541 15881 258 0,'105'0'198'0,"-105"0"-191"0,22 0 15 16,18 0-2-16,-6 0-42 15,-15 0-58-15,-13-20-34 16,-6 12-11-16</inkml:trace>
  <inkml:trace contextRef="#ctx0" brushRef="#br0" timeOffset="2927.18">13668 15632 477 0,'0'0'25'16,"0"0"-23"-16,0 0 2 16,0 0-4-16,155-3-25 15,-124-25-13-15,-3 0-68 16,-10-5-50-16,-18 17-27 15</inkml:trace>
  <inkml:trace contextRef="#ctx0" brushRef="#br0" timeOffset="3209.36">13668 15632 283 0,'474'-100'51'16,"-468"120"14"-16,-6 4-27 15,13 4-13-15,-13 8-10 16,0 8 22-16,0 1-28 16,0 7 6-16,0-13 15 15,0 14 1-15,0-4-26 16,0-13-5-16,0-5-5 15,0-7-63-15,0-12-18 16,0-12-10-16,0 0-8 0,-13-15-103 16</inkml:trace>
  <inkml:trace contextRef="#ctx0" brushRef="#br0" timeOffset="3442.72">14083 15368 338 0,'0'0'25'0,"0"0"-16"16,0 0 3-16,0 0 0 0,0 0-8 15,0 0-1-15,255 0-3 16,-218 0-22-16,-9 0-31 15,0 0 37 1,-10 0-77-16,4 4-98 0</inkml:trace>
  <inkml:trace contextRef="#ctx0" brushRef="#br0" timeOffset="3726.12">14083 15368 20 0,'406'100'43'0,"-406"-84"57"0,0 8 14 16,0 5-5-16,0 7-63 15,0 8-26-15,13-8-11 16,-4-8-9-16,16-8 8 15,9-4 0-15,13-4 25 16,12 4 18-16,9-13 1 0,0 5-20 16,-3 1-29-16,-3-9-2 15,-15 0-1-15,-7 0-8 16,-15-32 5-16,-4-17-7 16,-14-3 1-16,-7-7-7 15,0 15-4-15,0 8 5 16,-28 15 9-16,-19 12-12 15,-6 9 10-15,-9 0 8 16,4 0 23-16,-1 5-23 16,3 27 0-16,9 8-14 15,16 13 14-15,3-6-101 16</inkml:trace>
  <inkml:trace contextRef="#ctx0" brushRef="#br0" timeOffset="5675.09">15271 13359 425 0,'0'0'92'16,"0"0"3"-16,0 0-31 15,0 0-28-15,0 0-25 16,0 0 30-16,0 0 6 16,0 0-12-16,0 0 19 0,0 0-18 15,6 0-29 1,-6 0-7-16,9 0-62 0,-2 0-98 15,-1-8-165-15</inkml:trace>
  <inkml:trace contextRef="#ctx0" brushRef="#br0" timeOffset="7056.79">15767 15596 187 0,'0'0'416'0,"0"0"-329"0,0 0-31 16,0 0-45-16,0 0-11 16,0 0 0-16,161-16 17 15,-120 4-5-15,-4 9 21 16,-9-5-19-16,-16 8 6 16,4 0-17-16,-4 0-6 15,7 0-6-15,2 0 2 16,7 0-87-16,-22 0-99 15,-6 0-199-15</inkml:trace>
  <inkml:trace contextRef="#ctx0" brushRef="#br0" timeOffset="7212.26">15767 15596 390 0</inkml:trace>
  <inkml:trace contextRef="#ctx0" brushRef="#br0" timeOffset="7273.91">15767 15596 390 0,'53'-192'86'0,"-7"192"-30"16,7 0-41-16,-3-8-27 15,-13-20-54-15,-16 12-144 16</inkml:trace>
  <inkml:trace contextRef="#ctx0" brushRef="#br0" timeOffset="8355.42">16762 15336 387 0,'0'0'62'0,"0"0"-54"16,0 0 17-16,0 0 1 15,0 0 3-15,121-61-2 16,-87 38-4-16,-15-10-20 16,3-3 21-16,-4 8 14 15,-12 0-9-15,-6 8-22 16,0 0 3-16,0 3-10 16,0-2 0-16,0 7-4 0,-6 4-9 15,-40 3-19-15,-7 5 2 16,-9 0 30-16,15 25 3 15,1 15 2-15,12 5 1 16,15-6 9-16,13-3 18 16,6-11-23-16,0-17-10 15,0-5-17-15,6-3 14 16,28 0 3-16,25 0 21 16,-12 0-15-16,6 0 10 15,-7 0-16-15,-12 0-14 16,0-3-8-16,-6-17-22 15,-9-9 42-15,-7 9 4 0,-12-4 3 16,0 9 5 0,0 10 16-16,0 1-18 0,0-4-6 15,0 8-2-15,0 0 3 16,0 0-8-16,0 0 10 16,0 0 29-16,0 12-1 15,0 12 6-15,0-4-32 16,-6 21 8-16,0-13-15 15,6 3 0-15,0 2 3 16,0 3 1-16,0-8-4 16,0 4 5-16,0 0-3 15,0-5 7-15,0 3-8 16,0-7-1-16,0 1 2 16,0 1-2-16,0 3 3 0,0-1 12 15,-25 21-4-15,-31 1 28 16,3 7-27-16,-15-9 2 15,15 2 1-15,1-13 2 16,5-4-4-16,7-8-13 16,0 9-37-16,-7-2-84 15,13 5-181-15</inkml:trace>
  <inkml:trace contextRef="#ctx0" brushRef="#br0" timeOffset="8955.04">17417 15448 54 0,'0'0'262'0,"0"0"-167"0,0 0-18 15,0 0-43-15,0 0-26 16,0 0-6-16,-19 92 14 16,19-84-13-16,0-4 39 15,0-4-4-15,0 5 1 16,12-5-13-16,22 0 32 16,7 0-22-16,5 0-34 15,-12-28 5-15,25-17-7 16,-12-7 2-16,-7-12 6 15,-12-4-3-15,-22-1 0 0,-6-3 3 16,0 16-4 0,0 8-4-16,-6 12-6 0,-34 24 2 15,6 12-1-15,-13 0-30 16,-6 19 35-16,-2 25 7 16,8 13 2-16,7-1-8 15,9-3 12-15,15-6 2 16,10-11-5-16,6-11-10 15,0-14-47-15,22-11-107 16,43 0-63-16,3 0-138 16</inkml:trace>
  <inkml:trace contextRef="#ctx0" brushRef="#br0" timeOffset="9388.94">18114 14834 11 0,'0'0'235'0,"0"0"-223"0,0 0 74 15,0 0-12-15,0 0-21 16,0 0-26-16,47 0 6 16,-47-11-7-16,0-14 31 15,0-3-31-15,0 9-6 16,-16 2-20-16,-9 9-10 15,-9 8-5-15,13 0-27 16,-4 0-2-16,-3 4 44 16,9 17 9-16,4 10 10 15,9 2 36-15,6-10 7 16,0 1-62-16,0-19-17 16,40-5-105-16,0 0 17 0,-6-13-82 15</inkml:trace>
  <inkml:trace contextRef="#ctx0" brushRef="#br0" timeOffset="51419.05">14731 10664 284 0,'0'0'64'16,"0"0"-5"-16,0 0-11 15,0 0-31-15,0 0-17 0,0 0 0 16,0 0 0-16,0 0 6 15,0 0 17-15,0 0 13 16,0 0-11-16,0 8-23 16,0-8 0-16,0 0-2 15,0 0 0-15,0 0 0 16,0 0 2-16,0 0-2 16,0 8-4-16,0-8-6 15,0 12-6-15,0-4 0 16,0-5 2-16,0 13 11 15,0 4 3-15,0 1 6 16,0-1 4-16,0 0-3 16,0-1 17-16,0-6-19 15,0-1-5-15,0-1 0 0,0 2-1 16,0-1 3 0,0 4 3-16,0 4-5 0,0-4 5 15,0 1-5-15,0 2 8 16,0 6 1-16,0 3-1 15,0-1 2-15,0-2-6 16,0-5-1-16,0-4 3 16,0-1-5-16,0 1 0 15,0-8 0-15,0 9 0 16,0-6-1-16,0 2 0 16,0 7 0-16,0 0 9 15,0-1-5-15,0 6-3 16,0-5 0-16,0-12-2 15,0 16-2-15,0-12 3 0,0 4 0 16,0-4 2-16,0 1-4 16,0 3 7-16,0 4-3 15,0-1-1-15,0 1-2 16,0 1 3-16,0-1-2 16,0-9 0-16,0 9 1 15,0-3-1-15,0 2 1 16,0-2 2-16,0 7 0 15,0-4-2-15,0 4 2 16,0-4 0-16,0 0-3 16,0 4 0-16,0-4-1 15,0 1 2-15,0 2-2 16,0 1 3-16,0 4 12 0,-6 5 1 16,-9-2 21-16,8 2-10 15,7-9-12-15,-6-4-9 16,6-8-5-16,0 16 0 15,0 0 3-15,0 4-3 16,0 4 5-16,-6-3 4 16,0-2-8-16,-3-3 5 15,2 1 3-15,1-6-8 16,0 2 4-16,6 3-2 16,-6-4-3-16,0 4 3 15,-1-4-6-15,-2 0 4 16,3 0-1-16,-7-8 4 0,13 8-1 15,-6 0-3 1,0-8-5-16,-3 9 3 0,-4-10 4 16,13 6-5-1,-6-5 1-15,0 4-7 0,-7-4 6 16,4 12 3-16,3-5-2 16,-6 2 2-16,12 3 0 15,-13-4 0-15,13-4 0 16,0-4 1-16,0 0 1 15,0-4 1-15,0 0-6 16,0 4 5-16,-9 5-5 16,3 2 6-16,6 1 1 15,-7-4-3-15,7-4 3 0,0 1-2 16,0-1-1 0,0-1-1-16,0 1 0 0,0 4-1 15,0-7-2-15,0 3-3 16,0 8 5-16,0-5 1 15,0-2-5-15,0 2 10 16,0 2-10-16,0-9 7 16,0 4-3-16,0 4 1 15,0-4-11-15,0-4 5 16,0 1-2-16,0-2 0 16,0 6-3-16,0-1 4 15,0-1 7-15,0 1-1 0,0-3-2 16,0-1-21-16,0-4 17 15,0 0 6-15,0 4-2 16,0-1 6-16,0 2-3 16,0 2 5-16,0-2-9 15,7-2 4-15,8 2-4 16,-15-1 4-16,13-4 2 16,-13 4-2-16,12-4 0 15,-12 0-2-15,6-5 4 16,3 14-9-16,-9-13 6 15,7 0 1-15,-1 4 0 16,-6-5 1-16,6 6-1 16,-6-1 0-16,0-4 0 15,6 5 1-15,-6-9-4 0,0 7-1 16,13-7-12 0,-13 0-18-16,0 0 20 0,0 0 2 15,0 0 0-15,0 0 11 16,0 0 2-16,0 0 12 15,0 4-3-15,0-4-6 16,0 0 2-16,0 0-12 16,9 0 8-16,-3 0-4 15,0 0 2-15,-6 0 0 16,7 0 4-16,-1 0 3 16,0 0 2-16,10 0-9 15,-10 0-2-15,0 4 2 16,0-4 7-16,0 0-7 0,1 0 13 15,2 0 7-15,3 0-5 16,-6 0-2-16,7 0-5 16,-4 0 9-16,4 0-14 15,-1 0 1-15,0 0 1 16,10 0-1-16,-10 0-2 16,4 0 1-16,-4 0 1 15,1 0 0-15,2 0-3 16,-2 0 2-16,-1 0-5 15,10 0 4-15,3 0-4 16,2 0 3-16,8 0-1 16,-11 0 7-16,4 0 0 15,0 0-14-15,-3 4 14 0,-3 0-7 16,3 4 5 0,-4-8-1-16,-8 5-3 0,5-5 10 15,-8 0-11-15,8 3 0 16,-5-3-3-16,2 0 6 15,4 8 1-15,2-4-4 16,4 0 8-16,9 0-4 16,0 0 1-16,0-4 0 15,-3 9 0-15,10-6-5 16,-7 9 8-16,0-4-8 16,-9 0 1-16,-3 0 1 15,-4-3 3-15,4-2-4 16,-16-3 8-16,16 0-10 15,-10 0 5-15,1 0-4 0,8 0 7 16,-2 0-1-16,9 0-9 16,-3 0 7-16,2 4 3 15,1 0-5-15,3-4 2 16,3 0-1-16,1 0-3 16,-1 0 4-16,-3 0-3 15,-3 12 7-15,0-7-7 16,-10-2-2-16,4-3 2 15,-10 0 0-15,7 0 2 16,3 0-2-16,5 0 3 16,-8 0 6-16,21 0-9 15,-12 0 6-15,3 5-7 16,3-5 0-16,-6 0 0 16,-3 8 6-16,3-8-6 0,-9 0 2 15,2 0 0-15,-2 0 1 16,-4 0 9-16,10 0-9 15,9 0-1-15,0 0 4 16,1 0 5-16,-11 0-18 16,10 0 15-16,-6 0-8 15,3 0 3-15,-3 0-3 16,6 0-1-16,-15 0 1 16,9 0 4-16,0 0-1 15,-10 0-2-15,17 0 3 16,-17-8-2-16,10 8-2 0,0 0 0 15,-16-5-1 1,7 5 2-16,3-3-10 0,2 3 17 16,-2-5-9-16,3 5 2 15,3 0 1-15,6-3 0 16,0 3-2-16,13 0 0 16,-7-9 2-16,0 9-4 15,-9 0 5-15,-3 0-8 16,0 0 5-16,-16 0-11 15,23 0 19-15,-17 0-8 16,10 0 4-16,-3 0-4 0,3 0-1 16,6 0 1-1,6 0 4-15,-6 0-1 0,13 0-2 16,-7 0 4 0,-15 0-2-16,3 0-3 0,-10 0-6 15,10 0 5-15,-9 0 1 16,15 0 1-16,0 0 8 15,-15 0-6-15,15 0-1 16,-6 0-1-16,-3 0 0 16,9 0 4-16,-6 0-5 15,6 0 0-15,-3 0 4 16,3 0-4-16,-12 0 3 16,-10 0 2-16,7 0-10 15,2 0 11-15,4 0-13 0,3 0 15 16,6 0-16-16,0 0 6 15,-3 0 2-15,3 0 0 16,0 0 7-16,-6-4-7 16,-9 4 4-16,3 0-8 15,-4 0 8-15,4 0-5 16,3-4 1-16,3 4 0 16,-10 0 1-16,10 0 1 15,-3 0-4-15,3 0 7 16,0 0-8-16,-3 0 7 15,-10 0-6-15,-3 0 6 16,-5 0-7-16,-7 0 3 16,0 0 0-16,0 0 7 0,0 0-6 15,0 0-2 1,0 0 3-16,0 0-2 16,0 0 5-16,0 0-10 15,0 0 4-15,0 0-14 0,0-3-40 16,-28-2-112-16,-44 2-397 15</inkml:trace>
  <inkml:trace contextRef="#ctx0" brushRef="#br0" timeOffset="54067.58">9156 12853 597 0,'0'0'71'0,"0"0"-61"15,0 0-7-15,0 0 49 16,0 0-30-16,-313 244-1 16,279-183 8-16,19-5-7 15,15 1 23-15,0-2-5 0,0-7 7 16,27-7-39-16,20-13-8 16,6-17-7-16,9-11-28 15,12 0-41-15,4-23 12 16,-10-29 44-16,-3-9-26 15,-9 5-24-15,-22 1-35 16,-16 14-165-16</inkml:trace>
  <inkml:trace contextRef="#ctx0" brushRef="#br0" timeOffset="54399.78">9544 13126 430 0,'0'0'215'16,"0"0"-208"-16,0 0 11 16,0 0 11-16,0-209-5 15,0 157-24-15,0 8-1 16,12 7-8-16,-6 22-8 15,1 15 9-15,8 0-38 16,-9 4-102-16,13 37 148 16,15 6 14-16,0 6 0 15,7 2 0-15,-14 1 1 16,4 5-7-16,-15-6-8 0,-16 2-3 16,0-17-16-16,0-16-15 15,0-20-135-15</inkml:trace>
  <inkml:trace contextRef="#ctx0" brushRef="#br0" timeOffset="54530.25">9544 13126 411 0</inkml:trace>
  <inkml:trace contextRef="#ctx0" brushRef="#br0" timeOffset="54599.7">9544 13126 411 0,'-180'-8'91'0,"245"4"-82"0,16-32-8 0,-7 4-9 16,1-12-41-16,-38 11-174 15</inkml:trace>
  <inkml:trace contextRef="#ctx0" brushRef="#br0" timeOffset="54784.04">10037 12861 240 0,'0'0'245'16,"0"0"-175"-16,0 0 27 15,68 229-16-15,-55-178-41 0,14-2-21 16,-8-9-19 0,-3-16-17-16,-10-7-32 0,-6-17-39 15,0 0 15-15,0 0-53 16</inkml:trace>
  <inkml:trace contextRef="#ctx0" brushRef="#br0" timeOffset="55166.11">9677 12901 270 0,'0'0'249'0,"0"0"-247"16,0 0-2-1,0 0 27-15,0 0-11 0,388-136-15 16,-320 111-1-16,-15 10-10 16,-13 2-37-16,-21 5 36 15,9 8-19-15,-16 0 25 16,10 0-32-16,-10 0 37 16,7 13 26-16,9 15-9 15,18 5 11-15,-6 6 1 16,7 2-11-16,-1 2-5 15,1 1 31-15,9-3-25 16,-4-2-13-16,1-3-5 16,6-7-1-16,9-1 0 15,7-8 1-15,5-17-6 0,-8 6 11 16,-10-9-21-16,-16 0 15 16,-21 0-44-16,3-32-18 15,-28 8-13-15,0-16-35 16,0 16-18-1</inkml:trace>
  <inkml:trace contextRef="#ctx0" brushRef="#br0" timeOffset="55349.38">10673 12922 458 0,'0'0'86'0,"0"0"-86"0,0 0-85 0,0 0-97 15</inkml:trace>
  <inkml:trace contextRef="#ctx0" brushRef="#br0" timeOffset="55516.49">10673 12922 940 0,'-13'-269'5'0,"26"269"-5"0,14 0-38 16,14 0-28-16,5 0-60 16,1 0-9-16,-7-5-36 15,0-11-189-15</inkml:trace>
  <inkml:trace contextRef="#ctx0" brushRef="#br0" timeOffset="55699.5">11113 12568 62 0,'0'0'132'16,"0"0"2"-16,0 0-17 15,0 0-40-15,0 0-6 16,0 0-26-16,356 172 28 16,-337-115-55-16,-3-4-1 15,-10-9-13-15,0-8 10 0,-6-8-14 16,0-12-34-1,6-4-69-15,-6-9-20 16,0-3-320-16</inkml:trace>
  <inkml:trace contextRef="#ctx0" brushRef="#br0" timeOffset="56048.83">11094 12488 449 0,'0'0'163'0,"0"0"-163"16,0 0-54-16,0 0 5 15,0 0 29-15,0 0 19 16,360 16-5-16,-304-4-7 0,-10 16 13 16,1 9 56-16,5-1-4 15,-5 4-17-15,21-8-7 16,25-12-25-16,0-17-3 15,0-3-5-15,22 0 5 16,-16-19 11-16,-18-17 1 16,-19-12 8-16,-37-9 10 15,-19-7-14-15,-6-3-16 16,0 6-61-16,-19 9 7 16,-43 27 42-16,3 22-18 15,0 3-52-15,-9 28 78 16,9 28 1-16,-15 4-88 0</inkml:trace>
  <inkml:trace contextRef="#ctx0" brushRef="#br0" timeOffset="56432.16">12719 12195 264 0,'0'0'134'0,"0"0"-125"0,0 0 20 16,0 0 24 0,0 0-1-16,0 0-16 0,-180 69 13 15,171-29-15-15,9-8 4 16,0 4 15-16,9-12-28 15,56-4-25-15,38-8-14 16,-10-4 11-16,12-4 4 16,-12-4-2-16,-12 8-6 15,-19-4 5-15,-22 1-11 16,-28 2 13-16,-12 1 0 16,0 8 2-16,-46 25 31 15,-35 14-33-15,-18 14-38 16,-3-5-20-16,15-16-107 15,16-12-151-15</inkml:trace>
  <inkml:trace contextRef="#ctx0" brushRef="#br0" timeOffset="57480.08">11643 13644 559 0,'0'0'20'0,"0"0"-20"16,0 0-10-16,0 0-28 16,0 0 31-16,0 0 7 15,-6 72 25-15,6-41 39 16,0 13 36-16,0 17-3 0,6 8-70 16,41 3-6-16,11 3-19 15,17 2-4-15,6-2-3 16,-1 6 5-16,1-5 6 15,-10-3-3-15,3-9-5 16,1-17 2-16,18-11-6 16,12-15-81-16,10-21-28 15,0 0-6-15,-28-13-40 16</inkml:trace>
  <inkml:trace contextRef="#ctx0" brushRef="#br0" timeOffset="58429.15">12511 14622 431 0,'0'0'64'0,"0"0"-2"16,0 0-16 0,0 0-30-16,0 0-10 15,0 0-3-15,0-4 10 16,0 4 6-16,0 0 43 0,0 0-27 16,28 0 6-16,25 8-13 15,6 4 4-15,15 0-10 16,1 0-16-16,-4 0-1 15,-3 4-1-15,-9 1 6 16,-19-6-6-16,1 1 0 16,-26-8-4-16,-2-4 0 15,-13 4 2-15,0-4-2 16,0 0 0-16,0 0 3 16,0 0 5-16,0 0-7 15,0 0-1-15,0 0-15 16,0-4 15-16,0-20 2 0,0 0 28 15,0-4-18-15,-13 0-4 16,-2 0 5-16,2 3 5 16,-8 6-12-16,14-1 4 15,7 4-18-15,0 11 13 16,0 5-10-16,0 0 1 16,0 0-5-16,0 0 6 15,0 5-16-15,0 3 15 16,0 3-48-16,0-11-19 15,0 0-141-15,0 0-344 16</inkml:trace>
  <inkml:trace contextRef="#ctx0" brushRef="#br0" timeOffset="58946.43">12719 14662 392 0,'0'0'130'16,"0"0"-130"-16,0 0 25 0,0 0 35 16,0 0 26-16,0 0-27 15,161-188-37-15,-136 144-18 16,3 15-4-16,-28 17-64 15,0 12-64-15,0 0-69 16</inkml:trace>
  <inkml:trace contextRef="#ctx0" brushRef="#br0" timeOffset="73916.05">15779 12858 262 0,'0'0'64'0,"0"0"-5"0,0 0 45 0,0 0-45 0,0 0-2 15,0 0-14-15,0 0 28 16,-12 0-13-16,6 0-4 16,-10 0-22-16,4 0-28 15,-7-8 5-15,-2-1-8 16,2 1-2-16,-9-4 8 16,16 12-10-16,-4 0 7 15,-9 0-4-15,4-4 0 16,-10 1 0-16,-3-6-8 15,-13 1-10-15,19 0 18 16,-12 8 0-16,6 0-7 16,-7 0 14-16,10 0-7 0,3 4 0 15,-6 17-4-15,10-6 3 16,8-3-7-16,-3 0 4 16,-2-4-12-16,15 0 16 15,-13 4 2-15,-3 4 10 16,4 4-5-16,-10 13-4 15,3 6-3-15,3 10-9 16,10-9-22-16,-4 0-32 16,-2-4 5-16,18-8 26 15,0 4 26-15,-7 0 10 16,-5 4-4-16,-3 0 3 16,2 8-3-16,1-8-2 15,2-8-1-15,10-3 3 16,0-1 0-16,0-1-4 15,0 2-3-15,0 3 4 0,28 0 3 16,0 0-5-16,-15 1 3 16,21-6-19-16,0 1-6 15,-9 1 27-15,3-6-7 16,-4-7 11-16,-2 4-8 16,-3-4 6-16,9-7-9 15,0-5 6-15,12 0-31 16,6 0 10-16,1 0 22 15,6-5-1-15,-7-7 4 16,7 9-6-16,-13-10-5 0,0 1 2 16,-12-7-27-1,-3-14 28-15,-3 2 5 0,6 2 7 16,-10-3 0-16,-5 0-7 16,21 0 0-16,-6-4 0 15,-3-4-28 1,-4-8-107-16,-8-4-53 0,-1-9 74 15</inkml:trace>
  <inkml:trace contextRef="#ctx0" brushRef="#br0" timeOffset="73990.97">15807 13069 154 0,'0'0'127'0,"0"0"-127"0,0 0-269 0</inkml:trace>
  <inkml:trace contextRef="#ctx0" brushRef="#br0" timeOffset="85472.24">15547 10382 64 0,'0'0'72'0,"0"0"-72"0,0 0-18 0,0 0 18 15,0 0 36-15,0 0-4 16,0 0-10-16,-6 0 9 16,6 0-11-16,0 0 4 15,0 0 27-15,-10 0 8 16,10 0-28-16,-6 0-14 0,6 0 16 15,-6 0-30-15,6 0-3 16,0 0-10-16,0 0 5 16,0-3 5-16,0 3 2 15,0 0 8-15,0 0 5 16,0 0 13-16,0 0-15 16,0 0 32-16,0 0-36 15,0 0 3-15,0 0-10 16,0 0-2-16,0 0-6 15,0 0 6-15,0 0-1 16,0 0 1-16,6 0-2 16,0 0 0-16,10 0-1 0,-10 0 5 15,6 0-8-15,1 0 12 16,2 0-6-16,4 3 1 16,-4 5-1-16,-2 1 3 15,-7-5 0-15,-6 0-3 16,22 0 3-16,-16 0-2 15,6 4 4-15,1-8-5 16,15 12 1-16,0-4-1 16,-4-4 0-16,4-4 1 15,-15 7-3-15,15-2 4 16,-16-5-4-16,-6 3-3 16,7-3 0-16,-4 0-4 15,3 0 4-15,7 0 4 16,3 5-4-16,-4 7-8 15,10-4-9-15,0 12 1 0,-3-8-32 16,-3-3 15-16,-10-6 16 16,-6 1 15-16,-6-4-11 15,13 0 14-15,-13 0 2 16,15 0 4-16,-3 12 2 16,10 0-1-16,-3 0 9 15,-7 4-12-15,4-3-2 16,-4-2-5-16,16-7 6 15,-16-4-18-15,7 0-43 16,-10 8 45-16,10-3 8 0,-7-5 7 16,4 3-1-16,2 2 2 15,4-2 1-15,-10 9-8 16,-5 9 1-16,-1-5-1 16,0 7 7-16,-6-6 1 15,0-1 22-15,16 0-6 16,-10-9 26-16,6 1-36 15,10-3 2-15,-10-2-6 16,16-3 4-16,-9 13-6 16,-1-1 1-16,4 4 2 15,-9 0 6-15,2-1 6 16,-9-2-8-16,0-5 10 16,1-4-15-16,-1 1-2 15,0-2 1-15,0 9-1 16,-6 12 12-16,10 4 14 15,-4 5 0-15,0-6-17 0,0-7-9 16,7-4-5-16,8-4-11 16,-2 9 0-16,-4-6 16 15,-2 1 0-15,-7-4 0 16,0 4 4-16,0-8-3 16,-6 5 0-16,16-9 0 15,-4-1 1-15,10 5-2 16,-3 1 0-16,-1 3 1 15,4 3-1-15,-10 10-3 16,4-1 3-16,2 4-1 16,-5 0 5-16,2-8-8 0,-2-4-6 15,-1-11 0 1,10 2-4-16,-4-7 13 0,4 13 2 16,-16-10-1-16,13 13 7 15,3-8-5-15,-10 9 3 16,16-9-1-16,-16 4-8 15,7-4 5-15,-10 3-2 16,10 2-2-16,-7-1 3 16,10-4 0-16,-3 0 0 15,8-5-4-15,1 14 2 16,-3-9-1-16,-3 0-1 16,-3 0 1-16,8-8 6 15,-14 4-1-15,-1 0-2 0,4 0 4 16,2 4-8-1,4 4 6-15,-10-4-5 0,1 3 4 16,2-6-6-16,-2 3 6 16,12-4-2-16,-4 4-1 15,13 0-6-15,0-3 5 16,-3 14-26-16,-3-7-14 16,0-4 31-16,-3 8 10 15,-13-8 4-15,16 4-1 16,-6 0 12-16,-3 4 3 15,9-3-10-15,-10-2-5 16,4-2 5-16,-3-6 1 0,-13 5 8 16,9 8 17-1,-9-4 8-15,1 1-29 0,-7 2 6 16,0-7-3-16,0 5-7 16,0-5 7-16,0-1 1 15,0 1 2-15,0 0-7 16,0 0 28-16,6 4-30 15,0 1 8-15,0 3-7 16,-6-1-2-16,0 6 3 16,6-6-9-16,-6 6-1 15,16-4 1-15,-10-2-1 16,7 1 0-16,-7 0 0 16,3 0 6-16,-9 1-10 15,6-6 8-15,-6 1-4 16,6 1 0-16,1-6-2 15,-1 6 0-15,-6-5 4 16,6 3 1-16,0-3-1 0,4 4-4 16,2 1 6-16,7-5-7 15,-10-1 4-15,9-2-2 16,-11 3-2-16,-7 3 3 16,6-2-1-16,9-1 2 15,-8 8-1-15,11-4 0 16,-2-1 0-16,-4-3-1 15,-6 5 1-15,7-9 0 16,2 12 1-16,-2-4-4 16,-1 0 7-16,10-5-9 0,-16 6 9 15,13-9-9 1,-10 4 2-16,-9-4-2 0,12-4-23 16,-6 0 21-16,1 4 2 15,14 1 6-15,-2 6-2 16,-7-3 2-16,10 12 7 15,-16-4-8-15,0-4 4 16,1 1 7-16,-7-10-9 16,9 9 12-16,-9-12 5 15,0 5-5-15,6-2-10 16,0 2 3-16,1 6 1 16,-1-7-3-16,6 12-2 15,-3-8-6-15,-2 0 3 0,-1 0 0 16,0-4 0-16,0 1-2 15,0 6-2-15,16-6 8 16,-3 3-1-16,2 4-3 16,-2 4 1-16,3-8-1 15,-10-4 0-15,-6 4-2 16,1-8-3-16,2 0 5 16,-9 0 0-16,0 3 5 15,0 2-5-15,0-5 16 16,18 8-6-16,-5 0-8 15,-7-4-1-15,3-4-1 16,-2 0 0-16,-7 0 0 16,0 0 6-16,12 0-4 15,-6 8 12-15,10-5-10 0,-4 5 2 16,7-3-3-16,-13-1-2 16,16-4 5-16,-10 0-6 15,-6 0-1-15,-6 4 1 16,10-4 4-16,-10 8-1 15,6-1 3-15,0 6-4 16,6 3 17-16,-5-4-6 16,8 0-11-16,-3 0-2 15,7-3 0-15,-10-2-4 16,4 1 12-16,-7-4-8 16,0 0 0-16,0 0 0 15,10 8-2-15,-10-4 2 0,13 4-1 16,-4-4-7-1,-2-3 8-15,-7 6 0 16,15-3-2-16,-2 4 8 0,0 4-10 16,-4-4 10-16,-2 4-12 15,-1-3 2-15,-3 2 4 16,-3 1 3-16,1-7 3 16,-7-1-12-16,0 0 4 15,6 0 1-15,0-8-61 16,-6 12-12-16,12-1 30 15,-12 6 22-15,0 7 22 16,0 0-4-16,0 4-12 16,0-8-90-16,-12-12-4 0,-22-8-250 15</inkml:trace>
  <inkml:trace contextRef="#ctx0" brushRef="#br0" timeOffset="86672.27">18065 10703 29 0,'0'0'190'0,"0"0"-176"0,0 0 16 0,0 0-30 15,0 0 6-15,0 0 131 16,0 0-25-16,0 8-45 15,0 0-25-15,0 17 10 16,0-5-4-16,0-1-20 16,0 9-2-16,0-3-4 15,0 7 16-15,0 12-28 0,0 1 5 16,0 14-12-16,-13-2-3 16,7 7 1-16,6-4-1 15,0-12-22-15,-6-4-37 16,0-19-44-16,-4-22-58 15,10-3-93-15</inkml:trace>
  <inkml:trace contextRef="#ctx0" brushRef="#br0" timeOffset="87005.82">17900 11073 562 0,'0'0'80'16,"0"0"-77"-16,0 0 7 15,0 0 12-15,0 0-10 16,0 0-11-16,313-16-2 16,-247-9-3-16,-20 5 3 0,-6 4 1 15,-12 8-42-15,-15 8-62 16,2-3 10-16,-9-2-98 16</inkml:trace>
  <inkml:trace contextRef="#ctx0" brushRef="#br0" timeOffset="87322.42">18306 10855 215 0,'0'0'192'15,"0"0"-182"-15,0 205 17 16,0-141-13-16,0-12-5 15,0-16-9-15,0-3-24 16,0-25-84-16,0 0-31 0</inkml:trace>
  <inkml:trace contextRef="#ctx0" brushRef="#br0" timeOffset="87638.39">18468 11104 346 0,'0'0'141'0,"0"0"-139"0,0 0 5 16,0 0-1-16,0 205-1 15,0-161 3-15,0-3-1 16,0-13 2-16,0-13-9 16,0-10 0-16,0-5-131 15</inkml:trace>
  <inkml:trace contextRef="#ctx0" brushRef="#br0" timeOffset="87871.95">18539 10760 244 0,'0'0'214'15,"0"0"-214"-15,0 0-22 16,0 0-88-16,0 0-91 16</inkml:trace>
  <inkml:trace contextRef="#ctx0" brushRef="#br0" timeOffset="88337.16">18539 10760 438 0,'208'208'72'16,"-208"-180"-37"-16,0 13-1 0,0 3-11 16,0-4-3-1,0 4 7-15,6 0-19 0,-6-5-5 16,0-9-2-16,15-7 7 16,-15-7-8-16,7-16-3 15,-7 0 1-15,6 0-1 16,-6 0-2-16,0 0-1 15,0-24-28-15,0-8 24 16,0-8 3-16,0 0 6 16,0-17 1-16,0 1-7 15,0 0-14-15,0-4-8 16,28 8-21-16,3 7-3 16,9 14-65-16,-12 7 44 15,6 7 61-15,-15 14 12 16,-4 3 1-16,4 0 11 0,9 0 12 15,-4 0-13-15,11 0-8 16,-14 0-2-16,-8 0-23 16,-13 3-119-16</inkml:trace>
  <inkml:trace contextRef="#ctx0" brushRef="#br0" timeOffset="88437.15">19041 10957 266 0,'0'0'172'0,"0"0"-56"15,0 0-63-15,0 0-35 16,0 0-18-16,0 0-3 15,-226 200-50-15,226-200-126 16</inkml:trace>
  <inkml:trace contextRef="#ctx0" brushRef="#br0" timeOffset="88754">19041 10957 522 0,'0'216'30'16,"34"-213"-17"-16,7-3-7 16,11 0 20-16,1 0-18 15,3-3 16-15,-16-33-18 16,13-20 56-16,0-4 9 15,-32-9-44-15,4 5-24 0,-19 16-3 16,-6 16-9-16,0 24-31 16,-6 8 25-16,-47 0-9 15,-15 44-27-15,-12 12-78 16,8-4 29-16,4-8-59 16</inkml:trace>
  <inkml:trace contextRef="#ctx0" brushRef="#br0" timeOffset="89020.2">19497 10855 275 0,'0'0'254'0,"0"0"-224"15,0 0 29-15,0 0-36 16,0 218-5-16,-22-151 12 16,16-3 9-16,-6-15-32 15,-1-9-3-15,13-16-2 16,0-8-2-16,0-16-11 16,0 0-43-16,0 0-37 15,0-16-121-15,0-23-16 16</inkml:trace>
  <inkml:trace contextRef="#ctx0" brushRef="#br0" timeOffset="89436.95">19416 10739 389 0,'0'0'258'0,"0"0"-223"15,0 0-17-15,0 0-13 16,0 0 41-16,0 0-40 15,187 0-5-15,-125 0-1 16,-16 0 4-16,1 0 1 16,-13 0-4-16,-16 0-2 0,4 0-22 15,-10 0 14-15,-5 0 5 16,-1 5-2-16,0-5 1 16,0 8-16-16,-6 4 14 15,0 7 7-15,0 22 31 16,0 11 0-16,0 16-31 15,0-8-13-15,0-4-24 16,0 5-11-16,0-14 25 16,0-6 6-16,28-13 14 15,-6-4 0-15,-4 0 3 16,10-16 0-16,3 0 0 16,3 0-59-16,7-8-8 15,-1 0 59-15,-6 0 6 0,-15 0-31 16,2-16-24-1,-21-8 1-15,0-8 4 0,0 7-97 16</inkml:trace>
  <inkml:trace contextRef="#ctx0" brushRef="#br0" timeOffset="89670.84">19909 10949 458 0,'0'0'90'0,"0"0"0"0,0 0-24 0,0 0-63 0,0 0-3 16,0 0-4-16,109 3-63 15,-109 2 18-15,0-5 48 16,0 0-55-16,-22 0-199 15</inkml:trace>
  <inkml:trace contextRef="#ctx0" brushRef="#br0" timeOffset="89835.56">19909 10628 774 0,'0'0'44'0,"0"0"31"15,0 0-4-15,0 0-71 0,0 0-29 16,0 0-52-16,168 47-168 16,-153-47-305-16</inkml:trace>
  <inkml:trace contextRef="#ctx0" brushRef="#br0" timeOffset="90252.98">20412 11057 123 0,'0'0'78'0,"0"0"-13"15,0 0-29-15,0 0-36 16,0 0-55-16,0 0-69 16,80-161 20-16,-73 181 104 15,-7 16 180-15,0 0-41 16,0 5-8-16,12-2-50 16,4-3-32-16,-4 0-38 15,10-8-11-15,-10-7-8 16,0-6 5-16,1-7-6 15,-4-8-6-15,-3 0 15 0,-6 0-2 16,19-36 2-16,3-19 70 16,-10-9-28-16,7-8-35 15,-19 8-7-15,0 3-60 16,15 9-27-16,-15 24-91 16,0 12-173-16</inkml:trace>
  <inkml:trace contextRef="#ctx0" brushRef="#br0" timeOffset="90602.33">20874 10888 428 0,'0'0'162'0,"0"0"-146"16,0 0-16-16,0 0-2 16,0 0-29-16,0 0 8 15,127 213 17-15,-87-197 6 16,1-9 0-16,-10-7-2 16,3 0-10-16,0 0-51 15,-6-23-12-15,-4-18 31 16,-8 10 37-16,-4-13 7 0,-12-9 38 15,0 13-17-15,0 0-11 16,0 7-7-16,-12 14 23 16,-16 2-26-1,22 14-9-15,0 3-57 0,6 0-147 16</inkml:trace>
  <inkml:trace contextRef="#ctx0" brushRef="#br0" timeOffset="90986.07">21575 10628 37 0,'0'0'414'15,"0"0"-396"-15,0 0 61 16,0 0-24-16,0 0-25 15,0 0-27-15,-35 75-3 16,35-39 0-16,0-11-3 16,41-6-10-16,-7 9-1 15,12-3-8-15,-5-1 11 16,-1 1 0-16,-6-2-4 16,-15-3 15-16,-13-4 0 15,-6-3 3-15,0 2 1 16,0 1-7-16,-19 0 3 15,-33 1 0-15,-23-1-2 0,16-1-4 16,-9 1 1-16,15 1 5 16,13-1-6-16,12 0-47 15,22-9-150-15</inkml:trace>
  <inkml:trace contextRef="#ctx0" brushRef="#br0" timeOffset="91301.43">21882 11076 438 0,'0'0'149'0,"0"0"-110"15,0 0 6-15,0 0-11 16,0 0-25-16,133-224-2 15,-118 204-7-15,-2 12-6 16,-13 3 5-16,21 5-8 16,-8 0 4-16,5 0 2 15,4 0 3-15,12 13 13 16,7 23-13-16,-4 12-13 16,-3 4-8-16,-6 9-13 0,-3 3-16 15,-16-9-21 1,-3 1-61-16,-6-15 8 0,0-25 20 15</inkml:trace>
  <inkml:trace contextRef="#ctx0" brushRef="#br0" timeOffset="91437.97">21882 11076 660 0</inkml:trace>
  <inkml:trace contextRef="#ctx0" brushRef="#br0" timeOffset="91518.26">21882 11076 660 0,'269'-257'300'0,"-269"257"-294"0,65 0 11 0,4 0 32 16,17 9-58-16,-27-9-99 16,-6 0-27-16,-19 0-184 15</inkml:trace>
  <inkml:trace contextRef="#ctx0" brushRef="#br0" timeOffset="153435.01">22871 11265 45 0,'0'0'340'0,"0"0"-257"0,0 0-24 0,0 0-13 16,0 0-26-16,0 0-4 16,0 0-1-16,0 0-14 15,0 0 16-15,0 0 22 16,-19 8 48-16,19-8-44 15,0 5 13-15,0-5-42 16,0 0 3-16,0 0-17 16,0 0-5-16,28 0-4 15,31 0 9-15,9 0 4 16,3 0-4-16,4 0 6 16,-1 0-1-16,-15 0-10 0,-6 0-6 15,-7 0-55-15,-18 0-82 16,-22 0-37-16,-6 0-179 15</inkml:trace>
  <inkml:trace contextRef="#ctx0" brushRef="#br0" timeOffset="153666.13">22905 11044 370 0,'0'0'155'0,"0"0"-141"15,0 0 75 1,0 0-39-16,0 0-22 0,409 41-28 16,-344-33-3-16,-12-8-52 15,-13 0-46-15,-18 0-28 16,-16 0-197-16</inkml:trace>
  <inkml:trace contextRef="#ctx0" brushRef="#br0" timeOffset="154863.94">24195 11517 139 0,'0'0'480'16,"0"0"-433"-16,0 0 6 0,0 0-53 0,0 0 0 15,0 0 8-15,-25-272 6 16,25 167-14-16,0 9 0 16,0 9-5-16,0 26-6 15,0 25-14-15,0 28 14 16,0 8-1-16,0 8-29 15,0 48 41-15,0 16 27 16,0 13-9-16,0-10 2 16,0-11-7-16,0-15-12 15,0-32 2-15,25-2-1 16,9-15-4-16,6 0-25 0,13-24 27 16,9-24-5-16,-10-5 7 15,1 9-5-15,-13 24-30 16,-5 12 5-16,-17 8-31 15,-2 0-8-15,-16 44 67 16,6 5 34-16,-6-1-21 16,0-7 3-16,0-2-15 15,0-6 3-15,0-5 5 16,0-1 25-16,6-10-2 16,7 3 1-16,-1-12 29 15,16-5-38-15,6-3-22 16,6 0 3-16,1-11-5 0,5-26 5 15,-12 5 13-15,-9-4 20 16,3 0-20-16,0 4 7 16,3-8-24-1,3-4 22-15,6 7-23 0,1 10 0 16,-23 10-6-16,10 17-14 16,-22 0-27-16,16 5 6 15,3 34 41-15,9 25 52 16,6 2 6-16,-6 14-36 15,0-5 11-15,-9-6-23 16,3-13-7-16,-9-17-6 16,-4-22-20-16,-9-13-45 15,-6-4-93-15,0-4 16 16,0-41-62-16</inkml:trace>
  <inkml:trace contextRef="#ctx0" brushRef="#br0" timeOffset="155163.81">24951 11212 696 0,'0'0'32'0,"0"0"22"0,0 0 7 0,0 0-55 15,354 0-6-15,-286 0-14 16,-22 0-92-16,-5-3-45 15,-29 3 35-15,7 0 97 0,-4 0 19 16,-2 0 29-16,15 20 30 16,3 29 24-16,3 10-41 15,12 1-10-15,-12 1-15 16,0 6-16-16,-15-10 3 16,-4-9-4-16,-15-20-5 15,0-20-29-15,0-8 6 16,0 0-94-16,-21-52-312 15</inkml:trace>
  <inkml:trace contextRef="#ctx0" brushRef="#br0" timeOffset="155317.06">25444 10968 782 0,'0'0'167'0,"0"0"-167"0,0 0-33 15,0 0-66-15,0 0-186 16,0 0-224-16</inkml:trace>
  <inkml:trace contextRef="#ctx0" brushRef="#br0" timeOffset="155598.93">26040 11365 341 0,'0'0'163'15,"0"0"-146"-15,0 0 27 16,347 140-7-16,-260-115-19 16,-1-17 4-16,-39-8 33 0,-13 0-55 15,-6-21 7-15,-22-43-7 16,-6-11 17-16,0-10-8 16,0 4-9-16,-6 30-59 15,-28 11 15-15,-6 23 11 16,-19 17-29-16,-3 0-70 15,-10 33 34-15,10 27 61 16,10-4 24-16,11 0 12 16,13-23-12-16,22-17-216 15</inkml:trace>
  <inkml:trace contextRef="#ctx0" brushRef="#br0" timeOffset="156064.34">26802 11378 373 0,'0'0'169'0,"0"0"-50"16,0 0-26-16,0 0-59 15,0 212-34-15,0-176-7 16,0-16-1-16,0-8 0 16,0-12 8-16,0 0 20 15,0 0 49-15,0-16-45 16,0-21-2-16,0-18-19 15,0-14 0-15,13-7-6 0,55-12 8 16,6 0-19 0,-2 7 3-16,2 18 6 15,-27 35 5-15,-20 11 0 0,-8 17-68 16,-7 0 55-16,-2 53 13 16,-10 11 4-16,0 8-4 15,0-8-12-15,0-7-74 16,0-13-25-16,0-8 31 15,0-5 80-15,0-6 25 16,12-6 44-16,41 6-18 16,21-13 11-16,7-4-51 15,6-8 8-15,-16 4 12 16,3 8 15-16,-21 12-41 16,-25 12 25-16,6 4-7 15,-34 4-11-15,13-16-12 0,-7-15-2 16,0-13-89-16,10-13-207 15,-16-27-181-15</inkml:trace>
  <inkml:trace contextRef="#ctx0" brushRef="#br0" timeOffset="156962.7">24235 12368 405 0,'0'0'209'0,"0"0"-111"0,0 0-77 0,0 0-19 15,0 0 32-15,0 0 11 16,34-4 10-16,-34 12 23 15,0 36-30-15,0 20 12 0,0 16-51 16,0-8-9-16,-6-11-12 16,-10-17-14-16,16-28-17 15,0-12-22-15,0-4-3 16,10 0-20-16,55 0 67 16,28-28 21-16,15 0 12 15,-2 0-10-15,-4 12-2 16,-21 12-8-16,-35-1-33 15,-15 5-41-15,-9 0 33 16,-10 0 16-16,-6 9 15 16,10 7 15-16,-10 0 6 15,7-12-4-15,-13 4 6 16,6-8-1-16,0 0 1 16,9 0 1-16,-2 0 14 0,-7-8 7 15,0-17 60-15,10-11-27 16,-4-3-2-16,22-25-51 15,13-8-1-15,12-13-6 16,3 17-2-16,-16 19-13 16,-12 30 9-16,-21 19-5 15,-1 0-49-15,10 3 60 16,3 38 32-16,9 7 10 16,6 0-27-16,-6 12-10 15,13-8-4-15,-22 12 5 16,-4 1-6-16,-21-1 0 15,0-8-6-15,0-15-37 0,0-30-55 16,0-11-46-16,-21 0-92 16</inkml:trace>
  <inkml:trace contextRef="#ctx0" brushRef="#br0" timeOffset="157129.94">25385 12300 262 0,'0'0'442'0,"0"0"-416"0,0 0 55 0,0 0-58 0,0 0-23 15,0 0-52-15,227 88-37 16,-175-93-103-16,-11-23-195 16</inkml:trace>
  <inkml:trace contextRef="#ctx0" brushRef="#br0" timeOffset="157250.01">25953 12283 270 0,'0'0'149'15,"0"0"-18"-15,0 0-36 16,0 0-24-16,0 0-45 16,0 0-26-16,207 141-12 15,-207-117 10-15,0 4-37 16,0 0-10-16,-18 12-72 16,-38-8-85-16</inkml:trace>
  <inkml:trace contextRef="#ctx0" brushRef="#br0" timeOffset="157512.18">25866 12609 190 0,'0'0'174'0,"0"0"-51"15,0 0 10-15,0 0-32 16,353-28-36-16,-257 12-12 16,-9-5-31-16,-15-2-21 15,-10-18 0-15,-28-3-2 16,-9-16 1-16,-25-8-5 15,0-16 5-15,0-1-31 16,-13 17-59-16,-33 16 38 16,5 28 45-16,1 24-1 15,-13 0-28-15,13 24 36 16,0 40 15-16,6 4-15 16,6-11-45-16,9-5-224 15</inkml:trace>
  <inkml:trace contextRef="#ctx0" brushRef="#br0" timeOffset="157796.04">26808 12544 445 0,'0'0'83'16,"0"0"-39"-16,0 0-5 15,0 0-21-15,0 0-14 0,0 0 1 16,382-28 12-16,-342-16 49 16,-12-4-9-16,-3 0-49 15,-25 16 13-15,0-1-9 16,0 13 4-16,-34 12-16 16,-25 8-49-16,-9 0-38 15,9 45 67-15,-16 15-35 16,16 4-48-16,-9-15-367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28:24.3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5739 8558 97 0,'0'0'136'0,"0"0"-112"0,0 0-1 0,0 0-23 15,0 0 0-15,0 0 0 16,0 0 1-16,0 0-2 16,0 0 4-16,0 36-5 0,0-36 4 15,0 0 10-15,0 0 12 16,0 3 27-16,0-3-3 16,0 0 11-16,0 0 1 15,0 0-28-15,0 0 2 16,0 0-19-16,0 0 3 15,0 0-9-15,0 0 8 16,0 0-17-16,0 0-1 16,0 0 1-16,0 0 3 15,0 0 9-15,0 0-7 16,0 0 6-16,0 0-9 16,0 0 15-16,0 0-12 15,0 0 4-15,0 0-4 0,0 0-4 16,7 5 3-16,-7-5 3 15,15 4-7-15,-9 4 0 16,0-4 0-16,7 0 7 16,-13 0-7-16,28 0 0 15,-16 1 0-15,-6-2 0 16,22 9 0-16,-6 12 0 16,3 9 1-16,21 11 25 15,16 4-19-15,10-4 8 16,-10-8-15-16,-3-12-8 15,-13-12-36-15,-12-9-57 16,-34 5-46-16,0 1-263 16</inkml:trace>
  <inkml:trace contextRef="#ctx0" brushRef="#br0" timeOffset="865.81">6958 8939 60 0,'0'0'121'0,"0"0"-71"0,0 0-13 0,0 0 21 16,0 0 15-16,0 0-20 16,53-16 5-16,-41 4-24 15,10 0 15-15,3-13-9 0,30-3 5 16,-2-8-22-16,18-3-19 16,32-10-4-16,-4-2-9 15,-6 2 2-15,-19 5-43 16,-21 16-34-16,-19 8-17 15,-12 12-41-15,-22 8-170 16</inkml:trace>
  <inkml:trace contextRef="#ctx0" brushRef="#br0" timeOffset="1730.96">6623 9485 124 0,'0'0'50'0,"0"0"-32"0,0 0 29 0,0 0-18 16,0 0 7-16,0 0 7 15,0-9 20-15,0 9 12 16,0 0 19-16,0 0-49 15,0 0-30-15,0 0-14 16,0 0-2-16,0 0-7 16,0 0 1-16,0 20 4 15,0 0 6-15,0 24 36 16,0 13-12-16,0 23 18 16,0 16-6-16,0 8-7 15,0-4-28-15,0-15-3 0,0-17-1 16,6-16-4-1,0-11-3-15,-6-18-85 0,0-18-127 16</inkml:trace>
  <inkml:trace contextRef="#ctx0" brushRef="#br0" timeOffset="10007.75">5680 9272 0 0,'0'0'75'0,"0"0"1"0,0 0-7 0,0 0-28 0,0 0-33 16,0 0 29-16,0 0-23 15,-6 0 15-15,6 0-14 16,0-4 13-16,0 4-4 0,0 0-10 16,0 0-1-16,0-4 8 15,-6 4 6 1,6 0-14-16,0-4 26 0,0 4-31 16,-9-8 19-16,9 8 4 15,0 0 3-15,0 0-22 16,-6 0-6-16,6 0-6 15,0 0 0-15,0 0-4 16,0 0 6-16,0 0-4 16,0 0 1-16,0 0 1 15,0 0 0-15,27 12 4 16,8-1 0-16,-4 10-1 16,9-1-4-16,-12 4 1 15,-10 8-2-15,-2 4 1 0,2 8-2 16,-18 0 6-1,0-3 2-15,0-2-1 0,0-6 5 16,0-10-18-16,0-15-38 16,7-8-129-16</inkml:trace>
  <inkml:trace contextRef="#ctx0" brushRef="#br0" timeOffset="11572.34">6316 8104 14 0,'0'0'125'0,"0"0"4"0,0 0-63 16,0 0-23-16,0 0-26 15,0 0 14-15,0 0-31 0,6 0 3 16,-6 0-3 0,0 0 0-16,0-3 13 0,0 3 20 15,0 0 20-15,0 0 4 16,0 0-7-16,0 0-49 16,0 0-1-16,0 0-3 15,0 0-2-15,0 0-3 16,0 0 8-16,0 0-1 15,0 0 4-15,6 0-6 16,1 0 6-16,5 0-3 16,4 0 0-16,-16 0-1 15,12 8 1-15,0 0 0 16,-2-1-4-16,15 1 9 16,-4 0-10-16,-8-3 11 15,15 3-12-15,-4-8 4 0,10 4-1 16,1-4-12-1,11 0 13-15,-6 0 1 0,1 0-1 16,-10 0-4-16,3 0 12 16,-13 0-13-16,4-8 3 15,3-9 1-15,6-11-27 16,0-8-22-16,13-3-37 16,-1 3 29-16,-5 11-11 15,-23 17-148-15</inkml:trace>
  <inkml:trace contextRef="#ctx0" brushRef="#br0" timeOffset="12876.78">7163 9765 1 0,'0'0'0'0</inkml:trace>
  <inkml:trace contextRef="#ctx0" brushRef="#br0" timeOffset="13286.8">7163 9765 22 0,'0'0'104'16,"0"20"3"-16,0-20-56 15,0 0-32-15,0 0-19 0,0 0-13 16,0 0-5-16,0-4-3 15,0 4 21-15,0 0-5 16,0 0-2-16,0 0 14 16,0 0 24-16,0 0-7 15,0 0-6-15,0 0-14 16,0 0 1-16,0 0 13 16,0 0 25-16,0 0-9 15,0 0-11-15,0 0-4 16,0 0-16-16,0 0-6 15,0 0-1-15,0 0-15 16,0 0-17-16,0 0 9 0,0 0 27 16,0 0 8-16,0 0 46 15,0 0-38-15,0-3 15 16,0-10-21-16,-7 1-1 16,7-4 0-16,0-9 3 15,0 10 29-15,0-9-24 16,0-9 4-16,0-3-16 15,22-16-7-15,25-4 2 16,27-4-11-16,-9 4-1 16,-3 12-7-16,-25 12 5 15,13 11-39-15,-13 18-56 16,-3 3-22-16,-6 0-16 16</inkml:trace>
  <inkml:trace contextRef="#ctx0" brushRef="#br0" timeOffset="16485.75">5755 9501 41 0,'0'0'139'0,"0"0"-134"0,0 0-5 0,0 0-23 15,0 0-9-15,0 0 29 16,0 0 3-16,0 0 0 16,0 0 4-16,0 0 55 15,0 0-31-15,0 0-16 16,0 0-11-16,0 0 15 16,0 0 12-16,12 0 5 0,-12 0-12 15,6 0 1 1,-6 0-10-16,0 0 5 15,0 0 34-15,0 0-23 0,0 0 10 16,7 0-24-16,-1 0-3 16,9 0-5-16,4 0-6 15,9-8 0-15,18-17 0 16,1-3 4-16,-1-4 3 16,7-4 2-16,-19 11-6 15,-12 10-3-15,-3 7-3 16,-7 0-18-16,10 0-29 15,2-8-10-15,-2-1-50 0,-9 2-161 16</inkml:trace>
  <inkml:trace contextRef="#ctx0" brushRef="#br0" timeOffset="18019.14">6629 7985 9 0,'0'0'52'0,"0"0"52"0,0 0-24 0,0 0-30 16,0 0-14 0,0 0-6-16,0 0-13 15,0 0-9-15,0 0-7 16,0 0 1-16,0 0 9 0,0 0 20 15,0 0-14-15,0 0 11 16,0 0-22 0,0 0 15-16,0 0 7 0,0 0 12 15,0 0-2-15,0 0-18 16,0 0 11-16,0 0-22 16,0 0 14-16,0 0-21 15,0 3 3-15,0 25 3 16,0 5 4-16,0 6 8 15,-6 2-6-15,-6 3-2 0,12-4-5 16,0-4-14-16,0-4 1 16,0-4-23-16,0 0-51 15,-10-4-122-15</inkml:trace>
  <inkml:trace contextRef="#ctx0" brushRef="#br0" timeOffset="19432.12">7029 9388 95 0,'0'0'12'0,"0"0"-12"0,0 0-46 0,0 0 32 16,0 0 14-16,0 0 27 15,0 0-20-15,0 0 20 16,0 0 58-16,0 0 10 16,0 0-17-16,0 0-35 0,0 0-6 15,0 0-4-15,0 0 2 16,0 0-31-16,0 0-4 15,0 0 1-15,16 0-1 16,9 0 8-16,21 0 14 16,16 0 5-16,9 0-19 15,10 12-5-15,0 9 2 16,-19-6-10-16,-31-7-20 16,-3-8-27-16,-22 0-126 15</inkml:trace>
  <inkml:trace contextRef="#ctx0" brushRef="#br0" timeOffset="23596.81">19869 3043 450 0,'0'0'128'16,"0"0"-18"-16,0 0 32 0,0 0-83 0,0 0 5 0,428-64-5 16,-301 56-23-16,28-4-22 15,6-4-7-15,25 4 33 16,16-4-25-16,18 0 9 16,0-4-22-16,0-4-4 15,-24 8-12-15,-29-4-32 16,-27 0-31-16,-47 0-110 0,-47 0-283 15</inkml:trace>
  <inkml:trace contextRef="#ctx0" brushRef="#br0" timeOffset="25077.74">20052 3048 224 0,'0'0'161'0,"0"0"-124"0,0 0 37 16,0 0 13-16,0 0-18 15,0 0-16-15,6 3 15 16,-6-3-31-16,0 0 12 16,0 0-29-16,0 5 2 15,0-5-10-15,0 0-6 16,0 0 5-16,0 0-6 15,0 0-5-15,0 0 6 16,13 0 1-16,-1-5 1 0,16-26 8 16,12-26 1-16,29-11-1 15,8-20-2-15,32-17-10 16,5-11-5-16,26-8 10 16,-1-12-16-16,-12 16 8 15,-6-5-2-15,-21 9-3 16,-26 20-30-16,7 3-3 15,-29 1 13-15,-5 3 5 16,-13-3-8-16,13 4 11 16,-1 12-12-16,7 28 12 15,-19 8 12-15,-6 19 4 16,-16 18 10-16,-12 3 34 16,0 0-12-16,0 0-30 0,0 0-4 15,6 0-10-15,-6 0 0 16,7 0-7-16,-7 0 19 15,0 0 0-15,0 0 17 16,0 0 17-16,0 0-15 16,0 0-11-16,0 0-5 15,15 0-2-15,-15 0 5 16,6 0 7-16,7 3-4 16,15 30 18-16,12 11 1 15,6 8-14-15,20-4-10 16,8 1-2-16,7-10-4 15,12 2 4-15,-7 31-4 0,1 0 6 16,22 20 1 0,24 8-3-16,19-23 9 0,9 11-10 15,13-8 1-15,-1-12-2 16,-24-4-6-16,-31-4 6 16,-3-19-9-16,-47-2 2 15,-21-14 3-15,-16-13-9 16,-10-4-19-16,-2-8 2 15,-10 0 9-15,-3 0 10 16,-6 0 8-16,0 0 6 16,0 0 8-16,0 0-10 15,0 0 5-15,0 0-6 16,0 0-7-16,13 0-3 16,5 0 10-16,-2 0 0 0,-16 0-9 15,0 0-9-15,0 0-11 16,0 0 22-16,0 0-19 15,0 0-11-15,6 4-19 16,-6-4 33-16,0 0 20 16,0 4 3-16,0-4 2 15,0 0 3-15,0 0 9 16,0 0-8-16,0 0 17 16,0 0-9-16,0-8-14 15,-53-12-33-15,-40 4-177 16</inkml:trace>
  <inkml:trace contextRef="#ctx0" brushRef="#br0" timeOffset="25826.89">21968 2903 11 0,'0'0'53'0,"0"0"22"0,0 0-6 0,0 0 29 0,0 0 32 15,0 0-31 1,56-21 2-16,-50 21 8 0,7 0-24 16,21 0-35-1,19 0-39-15,21-3 3 0,13-21-7 16,6 0 30-16,15-5-28 15,-15 9 14-15,13 1 8 16,9 7 8-16,12-1-4 16,25-3-14-16,15-4-13 15,22-3 0-15,16-10-16 16,-10-3-1-16,-9 4-19 16,-12 0-19-16,-32 8-17 15,-30 8-8-15,-50 8-56 16,-62 8-189-16</inkml:trace>
  <inkml:trace contextRef="#ctx0" brushRef="#br0" timeOffset="26994.8">20812 2398 53 0,'0'0'185'0,"0"0"-84"0,0 0 1 0,0 0-46 16,0 0 5-16,0 0-9 0,0 0-38 15,9 0-9-15,3-4 23 16,1-1-16-16,-7 2 10 15,10 3 29-15,-16 0 22 16,6 0-12-16,19 0-31 16,2 0 3-16,26 3-6 15,3 14 5-15,-9-6-27 16,5 2 9-16,-18 2-14 16,7 6 1-16,-10 2-1 15,-3 10-1-15,-10 8-3 16,-9-2 1-16,-9 5-27 15,0-11-47-15,0-5-80 0,0-20-198 16</inkml:trace>
  <inkml:trace contextRef="#ctx0" brushRef="#br0" timeOffset="28308.88">21429 1784 111 0,'0'0'203'0,"0"0"-131"0,0 0-25 0,0 0-30 0,0 0-4 16,0 0-5-16,34-12-3 15,-34 9-5-15,0 3-1 16,0-5 1-16,12 1 1 16,-12 4 7-16,0 0 24 15,0 0 9-15,0 0-12 16,7 0-29-16,-1-4-10 15,6-4 3-15,-3 4 7 16,-2-1 17-16,-7 2 14 0,0 3 23 16,6 0 2-1,-6 0-33-15,0 0-13 16,0 0-6-16,0 0 14 0,0 0-15 16,0 0 3-16,0 0-5 15,0 0 9-15,0 0-4 16,6 0 3-16,6 0-1 15,10 0 15-15,12 0 9 16,13 3-24-16,12 10 2 16,27-5-8-16,8-8-4 15,14 0-5-15,-3-4-10 16,4-36-17-16,-28-9-25 16,-35 2 0-16,-33 11-77 0,-13 16-176 15</inkml:trace>
  <inkml:trace contextRef="#ctx0" brushRef="#br0" timeOffset="29191.83">22830 2157 246 0,'0'0'126'0,"0"0"-87"0,0 0-4 0,0 0 3 0,0 0-11 16,0 0-13-16,-52 12 13 15,33 0 28-15,3-4 20 0,4 1 17 16,6-1-76-16,0-1 12 15,-16 14 0-15,-9 10 11 16,-3 21 3-16,-13 20 8 16,7 1-5-16,12-1-34 15,3-20-11-15,25-8-6 16,0-8-23-16,0 0-44 16,0-8-6-16,0-15-122 15,0-13-223-15</inkml:trace>
  <inkml:trace contextRef="#ctx0" brushRef="#br0" timeOffset="31389.58">21088 2650 26 0,'0'0'15'0,"0"0"123"0,0 0-47 0,0 0-68 0,0 0-16 16,0 0 52-16,0 0 19 16,0 13 9-16,0-13-11 15,0 0-8-15,0 0-21 16,0 0-2-16,0 0-13 15,0 0-19-15,0 0 3 16,0 0-11-16,0 0 21 16,0 0-9-16,0 0 30 15,0 0-18-15,0 0 5 16,0 0-10-16,0 0-12 16,0 0-1-16,0 0-11 15,6-5-4-15,34-23 4 0,25 0-6 16,16-8 13-16,21-4-14 15,-2-4-5-15,-20 7-24 16,-15 6-14-16,-31 15-76 16,-34 7-107-16,0 6-144 15</inkml:trace>
  <inkml:trace contextRef="#ctx0" brushRef="#br0" timeOffset="32322.6">21816 1600 6 0,'0'0'228'0,"0"0"-73"0,0 0-59 0,0 0-30 16,0 0 3-16,0 0-42 15,0 0-4-15,0 0-8 16,0 0 59-16,0 0 6 16,0 0-13-16,0 0-14 15,0 0-5-15,0 0-14 16,0 0-26-16,0 0-8 15,0 0-5-15,0 0 0 0,0 20-1 16,0 19 5-16,0 5 2 16,0 5-1-16,0-9 9 15,0-4-5-15,0-4-4 16,0-4-39-16,0-11-17 16,0 7-26-16,0-12-52 15,-21-4-60-15,14-8-141 16</inkml:trace>
  <inkml:trace contextRef="#ctx0" brushRef="#br0" timeOffset="32738.68">21950 1756 44 0,'0'0'121'0,"0"0"-104"0,0 0 9 0,0 0 80 0,0 0 4 0,0 0-33 15,-28 229 4-15,15-185-30 16,7-8-51-16,6-20-12 15,0-12-114-15,0-4-313 16</inkml:trace>
  <inkml:trace contextRef="#ctx0" brushRef="#br0" timeOffset="33686.71">22452 2381 402 0,'0'0'109'0,"0"0"-47"0,0 0-13 0,0 0-16 0,0 0-9 15,0 0 55-15,0 0-1 16,105 69-30-16,-52-41-19 0,9-4-18 16,-9-4-9-16,0-12-2 15,-1-4-4-15,-11-4-47 16,-13 0 1-16,-16 0-40 16,-12 0 4-16,0 0-32 15,0 0-138-15</inkml:trace>
  <inkml:trace contextRef="#ctx0" brushRef="#br0" timeOffset="34034.56">22452 2381 301 0</inkml:trace>
  <inkml:trace contextRef="#ctx0" brushRef="#br0" timeOffset="34119.68">22452 2381 301 0,'127'-147'213'0,"-96"150"-206"0,9 13 79 0,29-4 0 0,-10 1-32 0,-7-5-26 15,-11-1-22-15,-13 1-6 16,6 0 0-16,-22 0-35 15,10-8-30-15,-16 0-34 16,6 0-41-16,-5 9-153 0</inkml:trace>
  <inkml:trace contextRef="#ctx0" brushRef="#br0" timeOffset="34536.71">22579 2049 199 0,'0'0'234'0,"0"0"-196"15,0 0 46-15,0 0-13 16,0 0-28-16,199 32 39 15,-153-20-20-15,1 8-17 0,-7-4-31 16,6 4-7 0,-11-4-7-16,11 0-23 0,-12-8-34 15,6-4-75-15,-21-4-73 16,-3 0-187-16</inkml:trace>
  <inkml:trace contextRef="#ctx0" brushRef="#br0" timeOffset="36002.18">26595 1315 381 0,'0'0'42'0,"0"0"-14"0,0 0 8 0,0 0 5 0,0 0 6 16,0 0 27-16,0-16 18 16,0 16 11-16,0 0-42 15,-13 0-20-15,-27 0-26 16,6 0-6-16,-19 0-9 15,-15 24 2-15,-19 16 4 16,6-4 4-16,16 0-11 16,-9 0 2-16,9 5 4 15,15-5 1-15,19-8-1 16,3 8 8-16,0-4-11 16,28 0-4-16,0-5-4 0,0-6-9 15,16-9-17-15,43 8 18 16,28-4-8-16,15 4 14 15,3 4 3-15,-12 1 5 16,0-2 0-16,-18 6 1 16,-23-6-7-16,-17-3-6 15,-23 9-6-15,-12-1-2 16,0 3 20-16,-12 2 0 16,-54 3 30-16,-36-3 2 15,-3-2-17-15,-4 1 4 0,-18-12-4 16,22 0-15-1,2-4-15-15,26-8-21 0,15-8-108 16,37 0-180 0</inkml:trace>
  <inkml:trace contextRef="#ctx0" brushRef="#br0" timeOffset="36817.82">27258 2045 368 0,'0'0'212'0,"0"0"-120"0,0 0 11 0,0 0-15 0,0 0-39 16,0 0-1-1,25 0-3-15,37 0-2 0,-3 0-28 16,9 0 9-16,-9-8-20 16,0 0-4-16,-13 0-15 15,-12 3-15-15,1 5-14 16,-23 0-45-16,-6 0-2 16,-6 0-75-16,0 0-70 15</inkml:trace>
  <inkml:trace contextRef="#ctx0" brushRef="#br0" timeOffset="36969.4">27258 2045 113 0</inkml:trace>
  <inkml:trace contextRef="#ctx0" brushRef="#br0" timeOffset="37051.72">27258 2045 113 0,'233'-212'622'0,"-227"212"-498"0,0 0-4 0,10 0-29 15,8 0-91-15,10 0-30 16,19 0-122-16,-6-9-137 16</inkml:trace>
  <inkml:trace contextRef="#ctx0" brushRef="#br0" timeOffset="37799.75">28427 2273 142 0,'0'0'180'0,"0"0"-60"0,0 0-32 0,0 0-39 0,0 0 17 16,0-67-13-16,0 42 3 15,0-7-11-15,6-12-42 16,28-12 21-16,0-5-22 16,4-14 11-16,-4-2-4 15,-6-7 25-15,-10-24-12 16,-2 15-13-16,-10-2-8 16,6 30 7-16,-5 29 1 15,-7 20-7-15,0 8 6 0,0 8-5 16,0 0 35-16,0 0-18 15,0 0-20-15,0 0-6 16,0 24 4-16,0 24-4 16,-53 12-13-16,-34 5-32 15,0 7-96-15,13-13-2 16,21 6 20-16,19-13-192 16</inkml:trace>
  <inkml:trace contextRef="#ctx0" brushRef="#br0" timeOffset="38665.64">29103 2206 302 0,'0'0'50'0,"0"0"-12"0,0 0 11 0,0 0-10 15,0 0-25-15,0 0 19 0,0-33-10 16,0 17 50-16,0-9 22 16,0-2-37-16,12 3-42 15,35-5-5-15,-1-7 20 16,1-8-31-16,-7 8-8 16,-6-12-2-16,0 4-1 15,-15 0 10-15,9 4 1 16,12 4 34-16,-15-16 25 15,15-8-26-15,-6 7-33 16,-21-3 11-16,-13 24-9 16,0 12 7-16,0 0-5 15,0 9 24-15,-25 3-12 16,-9 3 4-16,6 5 13 16,16 0-26-16,-10 0 0 0,3 0-2 15,1 0-6-15,-4 16 6 16,3 12-10-16,-8 8 4 15,-1-3-13-15,3-2 13 16,-3 13-1-16,9-3-3 16,19 3-6-16,0-4 9 15,0-4-18-15,31 0 11 16,44 13-47-16,-7-2 15 16,-9 1-72-16,-19-12-43 15,-21 8 59-15,-19-8 58 16,0-3 39-16,-19-5 60 0,-49 0 68 15,-10-4-57-15,4 0-44 16,6-7-27-16,9-6-4 16,19-2-30-1,21-9-30-15,3 0-54 0,10-13-162 16</inkml:trace>
  <inkml:trace contextRef="#ctx0" brushRef="#br0" timeOffset="39082.35">29695 2301 289 0,'0'0'239'16,"0"0"-180"-16,0 0-22 0,0 0-16 0,0 0-6 16,0 0 21-16,363 8 21 15,-304-44-19-15,-13-11-8 16,-5-14-10-16,-7-3-20 15,-6-8-39-15,-22 0-73 0,-6 11-3 16,0 14 48-16,-53 6 67 16,-21 17 19-16,-1 16 111 15,10 4-11-15,-3 4-72 16,0 0-31-16,9 0-5 16,-9 20-11-16,21 12-33 15,7-4-102-15,15-8 40 16,19-12-171-16</inkml:trace>
  <inkml:trace contextRef="#ctx0" brushRef="#br0" timeOffset="39615.86">30684 1559 142 0,'0'0'64'0,"0"0"-6"0,0 0 55 0,0 0-12 15,0 0-56-15,0 0-9 16,196-56-15-16,-168 24 2 16,-16 0-4-16,-12-4-10 15,0 0-2-15,0 0-4 16,-6 4 10-16,-28 24-13 16,-7 0-2-16,-5 8 2 15,-1 0 10-15,-5 24-8 0,2 20 23 16,19-12-1-16,16 0-24 15,15-16-57-15,0-8-140 16</inkml:trace>
  <inkml:trace contextRef="#ctx0" brushRef="#br0" timeOffset="48257.91">26663 3039 181 0,'0'0'64'0,"0"0"-35"0,0 0-15 0,0 0-8 0,0 0-5 0,0 0 25 0,0 0 36 0,0 0-26 16,0 0 2-16,0 0 23 16,0 0 20-16,0 0-24 15,0 0-1-15,0 0-31 16,0 0 5-16,0 0-16 0,0 0 28 16,0 0-7-16,0 0 1 15,0 0-6-15,0 0-20 16,0 0-5-16,0 0 0 15,0 0-10-15,0 0 10 16,0 0 0-16,0 0 1 16,0 0 8-16,0 0-14 15,40 0 0-15,31 0 0 16,63-3 11-16,61-13 19 16,59-12-20-16,66-5 19 0,83 1-20 15,56-8 6 1,49-1 0-16,13 10-4 0,-37 11-11 15,-78 16-10-15,-84 4-40 16,-101 0-70-16,-82 0-116 16</inkml:trace>
  <inkml:trace contextRef="#ctx0" brushRef="#br0" timeOffset="61662.98">4502 10302 266 0,'0'0'8'0,"0"0"-7"0,0 0 2 0,0 0 7 0,0 0 29 16,0 0 19-16,0 0-20 16,-71 16-18-16,71-16 59 15,0 0-14-15,0 0-6 16,0 0-15-16,0 0-7 15,0 0-15-15,0 0 1 0,0 0 19 16,0 0-11 0,0 0-5-16,0 0-9 0,0 0 1 15,0 0-17-15,6 0 11 16,34 0-11-16,13-19 2 16,22-18 0-16,11-10-2 15,7-14 1-15,-12 13 2 16,-22 8-8-16,-19 24 4 15,-18 4-3-15,-10 12-11 16,-6 0-9-16,16-5-32 16,3-3-10-16,9-3-13 15,0-17 0-15,-9 11-27 0,-9-2-175 16</inkml:trace>
  <inkml:trace contextRef="#ctx0" brushRef="#br0" timeOffset="62295.9">5085 9845 255 0,'0'0'115'0,"0"0"-36"0,0 0-39 0,0 0-22 15,0 0 11-15,0 0 18 16,6-3-3-16,-6 3-15 15,7 0 34-15,8 0-1 16,4-9-16-16,9 9-25 16,3-4 5-16,3 0-12 15,12 4-8-15,-12 0-4 16,7 0-2-16,-7 0 0 16,0 0-19-16,-16 0 12 15,4 0-18-15,-16 0-1 16,-6 0-27-16,0 0 5 15,0 8 48-15,0 24 25 16,-28 12 18-16,-24 5-39 16,5-5 7-16,13-4-9 0,6-8-2 15,28-16-2-15,0-16-50 16,0 0-158-16,16-32-262 16</inkml:trace>
  <inkml:trace contextRef="#ctx0" brushRef="#br0" timeOffset="63328.02">3541 10949 187 0,'0'0'74'0,"0"0"-73"0,0 0 6 0,0 0 13 0,0 0 38 16,0 0 46-16,-34 19-37 15,34-19-20-15,0 0-12 16,0 0 26-16,0 0-33 15,0 0-3-15,0 0 7 16,0 0 19-16,0 0-14 16,0 0 1-16,0 0-12 15,0 0-9-15,0 0 14 0,0 0-12 16,0 0 5-16,0 0-19 16,0 0-5-16,0-19-7 15,15-18 7-15,16-11 23 16,10 3-13-16,-13 1-10 15,6 5 12-15,-9 6-24 16,2-6 11-16,1 14-19 16,-9 14-22-16,-7-2 12 15,-5 9-9-15,2 4 7 16,-9 0-7-16,0 0-48 16,0 0 12-16,0 0-12 15,0 0-38-15,0 0-273 16</inkml:trace>
  <inkml:trace contextRef="#ctx0" brushRef="#br0" timeOffset="63779">3609 10531 5 0,'0'0'239'0,"0"0"-118"0,0 0-4 0,0 0-47 0,0 0-19 0,0 0-25 15,25 52-7-15,9-35 8 16,-6-2-12-16,3 9 7 16,3 9 9-16,-6 6 18 15,6 5-10-15,-21-3 14 16,5-1-25-16,4 0-21 15,-16-8 7-15,0 4-12 0,7-8 9 16,-4-7-9 0,-3-10-4-16,0-7 0 0,-6-4-45 15,0 0-114-15,0 0-190 16</inkml:trace>
  <inkml:trace contextRef="#ctx0" brushRef="#br0" timeOffset="65626.86">6397 7290 122 0,'0'0'174'0,"0"0"-61"0,0 0-19 0,0 0-8 15,0 0-41-15,0 0-17 0,-34 12-7 16,34-12-1 0,0 0 5-16,0 0-11 0,0 0 16 15,0 0-18-15,0 0-8 16,0 0 11-16,0 0 0 16,0 0-7-16,0 0 3 15,0 0 13-15,0 5-15 16,0-5 15-16,0 0-21 15,0 0 5-15,0 0-7 16,0 0 15-16,0 0-15 16,0 0 10-16,0 0-9 15,0 0 1-15,0 0-6 0,0 0 3 16,0 0-1 0,0 0-10-16,0 0 11 0,0 0 13 15,0 0 5-15,0 0 6 16,0 0-16-16,0 0-8 15,12-25 0-15,22 1 2 16,13-7-1-16,5-6 8 16,10-3-4-16,-21 8-5 15,-10 4 2-15,9 4-2 16,-18 12 0-16,-4 4-12 16,-12 8-1-16,-6 0-22 15,0 0 18-15,0 0-40 16,16 0-6-16,-4 0-87 15,-5-12 101-15,5 8-24 16,-3-4-70-16,-9 4-97 0</inkml:trace>
  <inkml:trace contextRef="#ctx0" brushRef="#br0" timeOffset="66259.98">6422 7042 278 0,'0'0'63'0,"0"0"-2"0,0 0-26 0,0 0-16 16,0 0-10-16,0 0 21 16,0 0-2-16,0 0 15 15,0 0 36-15,0 0-26 16,0 0-18-16,0 0-17 15,0 0-2-15,0 0-11 16,0 0-4-16,0 0 8 16,0 4 11-16,0 4 13 15,27 4-1-15,8 12-8 0,17-4-20 16,1 20 29-16,21 0-26 16,-9-3 6-16,4-6-12 15,-10-7-2-15,-25 9-1 16,0-17-4-16,-28-1 5 15,0-2-11-15,0-9-1 16,-6-4-30-16,0 0-147 16,0 0-334-16</inkml:trace>
  <inkml:trace contextRef="#ctx0" brushRef="#br0" timeOffset="67825.73">7953 9933 336 0,'0'0'133'0,"0"0"-81"0,0 0-11 0,0 0-19 0,0 0-4 16,0 0 8-16,-15 0-6 16,15 0 3-16,0 0 5 15,0 0 4-15,0 0-2 16,0 0-10-16,0 0-8 15,0 0-12-15,0 0-11 16,0 0 11-16,0 0 0 16,0 0 17-16,0 0 23 15,0 0-21-15,0 0 12 0,0 0-26 16,0 0 10 0,0 0-12-16,0 0-3 0,0 0-18 15,0-19 18-15,28-6 11 16,6-6-4-16,12-6 1 15,-5-3-5-15,5 1-3 16,1-6 0-16,-7 5 3 16,-6 7-1-16,-9 5 3 15,-3 13-5-15,-10-1-9 16,-6 3-24-16,10 5-33 16,8-4-46-16,-2-4 12 15,-16 4 5-15,1 9-57 16,-7 3-49-16</inkml:trace>
  <inkml:trace contextRef="#ctx0" brushRef="#br0" timeOffset="68257.9">8046 9504 195 0,'0'0'182'0,"0"0"-87"0,0 0-39 0,0 0-22 0,0 0-7 15,0 0 51-15,59 12-2 16,-3 16-13-16,9 4 1 16,16 9-25-16,-13 3 9 15,-3-4-11-15,-3 1-21 16,-9-14-16-16,-19 10 6 15,-22-1-6-15,7-5-17 0,-4 5-18 16,-8-7-14 0,-7-17-31-16,0-12-339 0</inkml:trace>
  <inkml:trace contextRef="#ctx0" brushRef="#br0" timeOffset="88724.9">11187 17337 449 0</inkml:trace>
  <inkml:trace contextRef="#ctx0" brushRef="#br0" timeOffset="92285.64">13829 17433 354 0,'0'0'420'0,"0"0"-368"16,0 0-8-16,0 0-44 15,0 0-88-15,0 0-218 16</inkml:trace>
  <inkml:trace contextRef="#ctx0" brushRef="#br0" timeOffset="99297.71">2974 15224 180 0,'0'0'54'0,"0"0"-43"0,0 0 12 0,0 0 2 16,0 0-25-1,0 0-6-15,0 0-10 0,0-5-4 16,0 5 20-16,0 0 19 16,0 0 21-16,0 0 23 15,0 0-5-15,0 0 28 16,0 0-33-16,0 0-39 16,0 0-14-16,0 0-4 15,0 0-1-15,0 0-18 16,0 0 7-16,0 0 16 15,0 0-1-15,0 0 3 16,0 0 12-16,0 0-11 16,0 0 1-16,0 0-6 15,18 0 3-15,-2 0-2 16,-16 0-26-16,0 0 7 0,12 0 20 16,-12 0 18-16,0 0 7 15,0 0 6-15,0 0 7 16,0 0-17-16,0 0-21 15,6 0-7-15,16 0-37 16,3 0 9-16,3 0 11 16,-4 0-20-16,-8-3 33 15,-4-18 11-15,-5 9 35 16,-1 4 8-16,-6 8-12 16,0 0 25-16,6 0-35 15,3 0-21-15,4 0-2 16,-1 0-5-16,22 0 7 15,7 0 5-15,-23 0-5 0,22-8-9 16,-12 0 6-16,-9 8 6 16,9-4 2-16,6 0-4 15,0-3 0-15,6-6 8 16,1-7-6-16,5 4-3 16,-5 8-2-16,-10 0 2 15,-4-1 0-15,-8 9-3 16,3 0 3-16,3 0 4 15,2 0 5-15,8 0 3 16,5 0-12-16,0 0-1 16,-6 0-3-16,13 0 4 15,-16-3 1-15,-3 3 0 16,-10 0-2-16,16 0-1 16,1 0 2-16,17 0 5 0,10-12 0 15,-3 0-4-15,-6 0-1 16,-13 4 9-16,0 4-4 15,-12 0 9-15,6 4-11 16,-9 0 10-16,-3 0 0 16,3 0-2-16,-3 0-1 15,-10 0-1-15,22 0 4 16,-6 0 4-16,3 0-4 16,3 0-5-16,19-8 4 15,-7 8-10-15,10 0-2 0,-3 0-2 16,-1 0-2-1,-5 0-14-15,-7 0 11 0,-12 0 7 16,-3 0 1 0,-9 0 8-16,2 0-4 0,16 0 27 15,7 8-23-15,5 3 4 16,1-6-13-16,5-5-5 16,4 0-6-16,-9 0 11 15,-16 0-3-15,-3 0 9 16,-1 20 0-16,14-4 18 15,5 0 4-15,7 4-25 16,0-12-3-16,-1 0 0 16,-2 0-8-16,-25-8 8 15,9 0 0-15,-22 0-4 0,-12 0 11 16,0 0-5-16,16 0 1 16,-10 0 0-16,19 0 0 15,-3 0-3-15,24 0 0 16,-12 4 1-16,6-4-2 15,1 0 6-15,-10 0-9 16,3 0 11-16,-22 0-13 16,10 5 12-16,-10-5-4 15,4 0 1-15,9 8 6 16,-4-5-9-16,4-3 1 16,9 0-2-16,0 0 2 15,7 0-5-15,-1 0 3 16,-9 0-6-16,-22 0 7 0,10 4-2 15,-7 0-10-15,16 0 12 16,6 4 3-16,7-3 0 16,5-2-6-16,13-3 1 15,-6 0-4-15,9 0-8 16,-16 0 10-16,-12 0-5 16,-9 0 6-16,-19 0 1 15,10 0 3-15,-4 0-5 16,10 0 8-16,18 0-12 15,-2 0 18-15,17 0-12 16,4 0 4-16,0 0-2 16,16 0 2-16,-13 0-2 15,-3 8 0-15,-13-8 1 0,-12 0-7 16,0 8 11 0,13-8-10-16,-1 0 7 0,-5 0-4 15,-7 0 2-15,-9 0 0 16,15 0-2-16,6 0 4 15,1 0-7-15,-1 0 16 16,-24 0-21-16,-3 0 20 16,9 0-17-16,-28 0 8 15,0 0-1-15,12 0 3 16,-6 0 2-16,22 0-3 16,6 0-1-16,0 0-2 15,-3 0 1-15,10 0-5 0,-13 0 7 16,-16 0-6-1,3 0 8-15,-8 0-4 0,-7 0 0 16,6 0 3-16,0 0-7 16,28 4 10-16,-9 1-7 15,9 11 7-15,19-8-11 16,-13 7 11-16,16-2-6 16,-3-5 4-16,-13 7-1 15,6-10-6-15,-11-5 8 16,-4 0-13-16,-4 0 9 15,-5 0-3-15,-9 0 1 16,-7 0 0-16,6 0 1 16,4 0 0-16,-4 0 0 15,7 0 4-15,-4 0 10 16,4 0-11-16,2 0-2 0,-2 0 6 16,9 0-11-16,-16 0 8 15,1 0-2-15,2 0 1 16,-2 0 2-16,5 0 0 15,4 0-1-15,6 0 2 16,3 0-3-16,9 8-3 16,13 0 0-16,-13-4-1 15,1-1 1-15,-7-3 5 16,0 5-5-16,0-2 0 16,-3 2-3-16,-3-2 8 15,6-3-15-15,0 0 8 16,6 0-6-16,1 0-17 0,-10 0 22 15,-3 0 3 1,-10-8 0-16,4 0 7 0,-4 1-4 16,10-1 11-16,0 0-8 15,-22 0-6-15,19-4 3 16,3 12-1-16,0-8 0 16,-3 0-3-16,9 0 1 15,-15 3 0-15,2-2-1 16,-15 7-13-16,16 0 12 15,-16-5 4-15,7 2 2 16,-7-2-1-16,0-6-3 16,-6 6 0-16,22 5-3 15,-3-12 3-15,8 4 0 0,1 0 0 16,-3-4 4-16,3 8-8 16,-9 0-2-16,-4 1 5 15,-9 3 0-15,7 0 1 16,-7 0 0-16,6-8 3 15,4 8-4-15,-4-5 12 16,1 1-17-16,2-4 13 16,-9 8-14-16,1 0 4 15,-7 0 3-15,12 0 0 16,3 0 0-16,-2 0 3 16,5-8 0-16,-8 0-1 15,8 0 5-15,-11 0-8 0,14 0 5 16,-14-1-7-16,5 9 3 15,-6 0 0-15,-6 0-10 16,0 0 10-16,0 0 15 16,6 0-9-16,-6 0 10 15,0-3-10-15,10-1 8 16,-10 4-12-16,0 0-1 16,0-8-1-16,6 8 0 15,-6 0-2-15,18 0 1 16,-11 0 0-16,14 0-3 15,-2 0 2-15,-4 0 4 16,-15 0 1-16,13 0-3 16,-13 0 0-16,12 0 3 15,-12 0-2-15,6 0 8 16,-6 0-7-16,10 0-4 0,2 0 7 16,1 0-6-16,2 0 3 15,-3 0 6-15,1 0-8 16,-1 0 0-16,4 0 0 15,-4 0 8-15,1 0-10 16,2 0 4-16,-3 0-4 16,1 0 8-16,-13 0-3 15,0 0-3-15,0 0 0 16,0 0 1-16,0 0 0 16,6 0-1-16,3 0-5 15,4 0 2-15,-1 0-14 16,-6 0 15-16,4-4 2 0,-10 4 0 15,0 0 0-15,0 0 1 16,0 0 8-16,0 0-7 16,6 0-4-16,-6 0 7 15,6 0-10-15,0 0 10 16,0 0-9-16,-6 0 6 16,7 0-2-16,-7 0 0 15,0 0 0-15,0-4-4 16,0 4 10-16,0 0 11 15,0 0-8-15,0 0 12 16,0 0-13-16,0 0-5 16,0 0-3-16,0 0-13 15,0 0 12-15,0 0-3 0,0 0 0 16,0 0 5 0,0 0-2-16,0 0 2 0,0 0-2 15,0 0 1-15,6 0 0 16,3 0-4-16,-9 0 8 15,0 0-8-15,0 0 8 16,0 0-5-16,0 0 3 16,0 0 14-16,0 0-15 15,0 0 5-15,0-8-6 16,0-16-20-16,0-8-121 16,-56-12-772-16</inkml:trace>
  <inkml:trace contextRef="#ctx0" brushRef="#br0" timeOffset="103044.39">11082 13639 237 0,'0'0'234'0,"0"0"-127"0,0 0 27 0,0 0-38 16,0 0-67-16,0 0-9 16,0 0-1-16,-34 0 1 15,34 0-17-15,-13 0 8 0,-8-3-8 16,2 3 7-1,-21 0 11-15,-1 0-7 0,-5 0-6 16,-10 0 2-16,3 0 3 16,-6 0 4-16,19 0 9 15,-13 0-23-15,-9 3-6 16,-9 9 0-16,-10 9 3 16,1 7 0-16,-7 8 1 15,6 0-7-15,13 3 12 16,15 2-5-16,-12-10 0 15,10 10-2-15,2-1-13 16,0 4-7-16,0-4-20 16,26 13 12-16,-8 6 22 15,17 6 7-15,-10 15 8 0,0 1-6 16,-3-1 7-16,3-8-9 16,9-8-8-16,4-8-13 15,15-4 17-15,0-4-2 16,0 9 6-16,0-2 6 15,6 9 1-15,22 0-7 16,0-7 6-16,-3-9-8 16,9-7 8-16,12-10-4 15,1 5-2-15,21-8 4 16,-3-7-8-16,31 2 7 16,-18-6-3-16,3-1 2 15,-7-8 16-15,-6 0-17 0,-9-4 10 16,0 0-9-16,-3-4-4 15,-3 0 1 1,12 0-4-16,-19 0-5 0,4 0 6 16,2 0 0-16,1 0 8 15,6 0-7-15,3 0 6 16,-3-24-6-16,9-4 3 16,-15-5-11-16,15-3-33 15,-15-8-55-15,0-12 28 16,-1 7 37-16,-11-6 28 15,-1 7 6-15,6 12 41 16,-18-5-23-16,0-11-3 16,13 4-15-16,-10-16-4 15,3-8-31-15,-6 0-1 0,-16-5 28 16,-6 5 8 0,-6 8 4-16,0-4 48 0,-6-16 12 15,-34-1-64-15,-19-7-18 16,-3 0 18-16,-3 24-9 15,-10 7-54-15,1 14 63 16,2 14 18-16,-8 18 27 16,-1 7 23-16,-21 8-5 15,-4 0-63-15,-14 36-19 16,20 8-93-16,7 0-98 16</inkml:trace>
  <inkml:trace contextRef="#ctx0" brushRef="#br0" timeOffset="128939.24">16254 8453 82 0,'0'0'237'0,"0"0"-149"0,0 0-34 16,0 0 2-16,0 0-36 16,0 0-3-16,0 0 4 0,0 0 18 15,0 0 4 1,0 0 49-16,0 0 10 0,0 0-44 15,0 0-24-15,0 0-22 16,0 0 2-16,0 0-11 16,0 0 0-16,0 0 1 15,0 0 8-15,0 0 5 16,0 0-1-16,0 0 4 16,0 0-5-16,0 0 10 15,0 0-23-15,0 0 0 16,0 0 2-16,15 5-8 15,22 18 8-15,25 10-1 16,13-1 10-16,12-4-10 16,-10-5 5-16,-9-6-2 0,-15-5-12 15,-19-3 5-15,-21-9-30 16,-13 0-63-16,0 0-126 16,-25 0-439-16</inkml:trace>
  <inkml:trace contextRef="#ctx0" brushRef="#br0" timeOffset="129856.87">17218 8782 6 0,'0'0'22'0,"0"0"57"0,0 0 15 0,0 0-15 15,0 0 19-15,0 0-40 16,0-8 9-16,0 8-26 15,0 0-8-15,0 0 22 16,0 0 36-16,0 0 5 16,0 0-32-16,0 0-19 15,0 0-23-15,12-11-1 16,16-14-20-16,19-14 17 16,34-22-16-16,24-11 13 15,28-13-12-15,-6 5 0 16,22 8-2-16,-31 16-1 15,-31 16-28-15,-41 20-95 0,-36 16-158 16</inkml:trace>
  <inkml:trace contextRef="#ctx0" brushRef="#br0" timeOffset="135518.44">16034 9308 129 0,'0'0'48'0,"0"0"-26"0,0 0-22 15,0 0-7-15,0 0 7 0,0 0 7 16,0 0 8-1,0-16 68-15,0 16 18 0,0 0-50 16,0 0-37-16,0 0-6 16,0 0-8-16,0 0 0 15,0 0 0-15,0 0 0 16,0 0 10-16,0 0 13 16,0 0 12-16,0 0-8 15,0 0-3-15,0 0-20 16,0 0 2-16,0 0 4 15,0 0 1-15,0 0 35 16,0 0-38-16,-7 0-1 0,1 0-7 16,0 0-20-1,6 0 17-15,-9 0 3 0,3 0 33 16,6 0-11-16,0 0 6 16,0 0 8-16,0 0 8 15,0 0-33-15,0 0 23 16,0 0-33-16,0 0 10 15,0 0-7-15,0 0-4 16,0 0 0-16,0 0 3 16,0 0-9-16,0 0 15 15,0 0-17-15,15 4 18 16,10 8-10-16,9 4 6 16,0 7-3-16,6 2-3 15,1-1 5-15,-10 1-5 16,3 6 1-16,-19-7-2 0,-15 8-7 15,0 4-11-15,0-7 10 16,0-6 5-16,0-7-39 16,0-16-103-16,0 0-123 15</inkml:trace>
  <inkml:trace contextRef="#ctx0" brushRef="#br0" timeOffset="136833.63">17624 9725 74 0,'0'0'53'0,"0"0"40"0,0 0-54 0,0 0 17 16,0 0 38-16,0 0-53 15,-12 4-26-15,12-4-13 16,0 0 1-16,0 0-2 15,0 0 6-15,0 0 22 16,0 4 15-16,0-4 25 16,0 4-8-16,-6 1 1 15,6-2-33-15,0-3-8 16,-7 0-19-16,7 0-3 16,-9 0 1-16,9 0-2 15,0 0-4-15,-6 8 12 16,0-4 11-16,-7 4 13 15,13-4 3-15,-15 8-20 0,15-4 0 16,-6-4-11 0,-1 0 4-16,7-4 5 0,-6 0 7 15,6 0 6-15,0 0-19 16,0 0 17-16,0 0-12 16,0 0 18-16,0 0-23 15,0 0 8-15,0 0-1 16,0-12-11-16,0-8-2 15,0-12 5-15,0-4-11 16,0-4 11-16,13-5-17 0,8-2 13 16,20 6-1-1,-17 13-25-15,4 4 16 0,0 4 4 16,3 12-18-16,3-8 0 16,13-4-15-16,15 0 5 15,-3-4-121-15,0-4-101 16</inkml:trace>
  <inkml:trace contextRef="#ctx0" brushRef="#br0" timeOffset="137848.16">16133 9532 18 0,'0'0'1'0,"0"0"-1"0,0 0 0 16,0 0 7-16,0 0 25 15,0 0 75-15,0 0-34 16,0 0 3-16,0 0 42 0,0 0-41 15,0 0-17-15,0 0-12 16,0 0-20-16,0 0-3 16,0 0-6-16,0 0 14 15,0 0-6-15,0-3 12 16,0-10-9-16,28-7 0 16,24-8-1-16,17-12-16 15,11-8-13-15,1 4 0 16,18-9-41-16,-18 14-96 15,-22 3-53-15</inkml:trace>
  <inkml:trace contextRef="#ctx0" brushRef="#br0" timeOffset="138681.41">17491 9421 149 0,'0'0'258'0,"0"0"-239"0,0 0-17 0,0 0-4 16,0 0 5-16,0 0 5 15,59 0 42-15,-44 0 14 16,4 0 45-16,9 7 22 15,6 9-46-15,6 5-52 16,25-1-12-16,4 3-19 16,-4 9 6-16,3-7-8 0,-15-2-7 15,-7-10-16-15,-24-5-12 16,-4-8-71-16,-18 0-159 16</inkml:trace>
  <inkml:trace contextRef="#ctx0" brushRef="#br0" timeOffset="141246.81">16434 7808 221 0,'0'0'125'0,"0"0"-108"0,0 0-1 0,0 0 7 0,0 0-19 15,0 0 23-15,0 0 9 16,0 0 11-16,0 0 7 16,0 0 3-16,0 0-22 15,0 0-29-15,0 0-6 16,0 0 2-16,0 0 2 0,0 0 0 15,0 0 15-15,0 0-12 16,0 0 0-16,0 0 4 16,0 0-3-16,0 0 14 15,0 0 10-15,0 0 1 16,0 0-23-16,0 0 17 16,0 0-25-16,0 0 14 15,0 0-11-15,0 0 2 16,0 0-5-16,0 0 2 15,0 0 15-15,0 0-12 16,0 0 14-16,0 0-17 16,0 0 0-16,0 0-4 0,0 0 0 15,9 0 0-15,3 12 2 16,16 8 0-16,-9 0 5 16,9 5-14-16,-3-6 15 15,9 5-14-15,6-3 8 16,6 2-4-16,-18-7 2 15,19 0-1-15,-13-4-4 16,-9-7-16-16,9 3 14 16,0-8-6-16,-3 3 12 15,3-3-1-15,13 5 2 16,-7-2 0-16,-6-3 0 16,6 0 0-16,1 0 0 15,-7 0 0-15,6 0-10 16,-9 0 4-16,-3 0 9 15,0 0-8-15,-9 0 8 0,2 0-3 16,-8 0 3-16,5 0-3 16,4-3 0-16,-3-13-9 15,2-4 4-15,-2-5-9 16,3 6 7-16,-10-10 11 16,0 9-5-16,-5 8 1 15,20 1 0-15,-14-2-3 16,2 5-3-16,4-7 3 15,3-2-32-15,-10 5-29 16,-6-8-28-16,-6 8 1 16,0-1-164-16</inkml:trace>
  <inkml:trace contextRef="#ctx0" brushRef="#br0" timeOffset="142278.41">16837 7872 295 0,'0'0'76'0,"0"0"-36"0,0 0-40 0,0 0 2 16,0 0 7-16,0 0 1 15,0-8-10-15,0 8 1 16,0 0 35-16,0 0 12 16,0 0 1-16,0 0-23 15,0 0 0-15,0 0-18 16,0 0 14-16,0 8 11 16,0 24 23-16,0 4 22 15,0 9-34-15,0 2-19 16,0-3-21-16,0-3 5 0,0-1-9 15,0-8-14-15,0 4-62 16,0-8-65 0,-16-8-40-16,16-15-279 0</inkml:trace>
  <inkml:trace contextRef="#ctx0" brushRef="#br0" timeOffset="142732.87">16989 7904 234 0,'0'0'29'0,"0"0"-29"0,0 0-1 15,0 0-15-15,0 0-32 0,0 0 31 16,-47 136 17-16,47-124 69 16,0 9 45-16,0-1 0 15,0 8-35-15,0 8-49 16,0 0 16-16,0 0-25 16,0-4-7-16,0-4-14 15,0-3 0-15,0-6 0 16,0-7-6-16,0-7-21 15,0-5-77-15,0 0-206 16</inkml:trace>
  <inkml:trace contextRef="#ctx0" brushRef="#br0" timeOffset="143211.26">17190 7849 37 0,'0'0'362'0,"0"0"-318"0,0 0-12 0,0 0-23 0,0 0-6 0,0 0 20 15,0 75 43-15,6-27-7 16,-6 12 50-16,0-4-23 16,0-4-38-16,7-11-48 15,8-13-60-15,-3-4-94 16,1-12-90-16</inkml:trace>
  <inkml:trace contextRef="#ctx0" brushRef="#br0" timeOffset="147441.28">16235 10102 319 0,'0'0'253'0,"0"0"-227"0,0 0 22 0,0 0-25 15,0 0-23-15,0 0 0 16,0 0-6-16,0-28 6 16,0 28 11-16,0 0 51 0,0 0 30 15,0 0-35-15,0 0-43 16,0 0-8-16,0 0 2 16,0 12-11-16,0 4 6 15,0 8-1-15,0-4-1 16,0 5 3-16,0 3 8 15,0-1-11-15,0 1 10 16,0 0-10-16,0-16 5 16,0-4-6-16,0-8 0 15,0 0-24-15,0 0 1 16,0 0 16-16,0-20 1 16,0-8 6-16,-6 4 0 15,6-7-10-15,0-6 22 16,0-3-16-16,0-4 4 15,0-1 0-15,25 9-15 0,3 13-22 16,-10 10 15-16,-12 10 14 16,10 3 3-16,-16 0 5 15,25 0 0-15,-4 0-1 16,-2 0-7-16,9 0-30 16,-16 11-7-16,-5-2 17 15,-7 7 15-15,0-8 11 16,0 7 2-16,0-7-3 15,0 9 6-15,0-9 12 16,0-8-8-16,0 8-4 0,0-8-3 16,0 0-4-1,0 0-30-15,0 0-4 0,0 3 38 16,0 2 2-16,0 7 20 16,9-4-5-16,-9 3 23 15,12-2-9-15,-12-1-2 16,0 8 5-16,0 4-22 15,0 4 4-15,-12 4 5 16,-44 0 20-16,3-4-23 16,-12 1-4-16,25-14-7 15,0-7 2-15,18-4-3 16,10 0-6-16,12 0-25 16,0 0-101-16,0 0-55 0,0 0-120 15</inkml:trace>
  <inkml:trace contextRef="#ctx0" brushRef="#br0" timeOffset="147823.26">16542 10302 374 0,'0'0'122'0,"0"0"-117"0,0 0-3 15,0 0 6-15,0 0-4 0,0 0 4 16,161-180-8-16,-142 148 6 16,3 8 35-16,-16 19-27 15,-6 5 2-15,0 0 19 16,0 0 7-16,0 0-19 15,0 5-17-15,6 11 35 16,0-1-26-16,0 2 16 16,1-5-15-16,8 4-6 15,-9-4-7-15,7 8 0 16,-1 5-3-16,-12-6-24 16,16 6-31-16,-16-6-58 15,0-7-46-15,0-7-106 16</inkml:trace>
  <inkml:trace contextRef="#ctx0" brushRef="#br0" timeOffset="147917.01">16542 10302 155 0</inkml:trace>
  <inkml:trace contextRef="#ctx0" brushRef="#br0" timeOffset="147990.74">16542 10302 155 0,'174'-112'130'0,"-146"112"-127"0,12 0 88 0,-3 0-26 15,25 0-65-15,-21 0-5 16,-1-12-87-16,-22 0-101 0</inkml:trace>
  <inkml:trace contextRef="#ctx0" brushRef="#br0" timeOffset="148372.68">17178 9986 450 0,'0'0'42'0,"0"0"-30"15,0 0-7-15,0 0 5 16,0 0-10-16,-115 80 4 15,115-56 3-15,0 0-2 16,0 12-1-16,12-15 6 16,23-2-5-16,-14 1-1 15,-2-8-4-15,-7 1-4 16,-12-2-7-16,0-6 0 16,0-2 11-16,0 14 13 15,0-6 25-15,-31 1-24 16,-3 4 9-16,-12-8-23 15,5 0-7-15,20-8-35 16,2 0-85-16,13 0-167 16</inkml:trace>
  <inkml:trace contextRef="#ctx0" brushRef="#br0" timeOffset="148623.47">17311 10215 430 0,'0'0'0'0,"0"0"55"16,0 0-18-16,0 0 19 15,0 0-17-15,0 0-22 16,34 84-17-16,-21-76 6 16,5-5 18-16,4-3-21 15,3 0 15-15,9 5-10 16,0-2 9-16,0 10-17 15,-9-6-11-15,-10-2-45 0,4 3-31 16,-19-8-8-16,0 0-143 16</inkml:trace>
  <inkml:trace contextRef="#ctx0" brushRef="#br0" timeOffset="148838.97">17311 10215 572 0,'53'-61'53'0,"-13"61"-28"0,0 0-21 15,1 0 17-15,-1 0-10 16,-21 0-11-16,2 0-17 16,-8 0-68-16,-13 0-30 15,0 0-82-15</inkml:trace>
  <inkml:trace contextRef="#ctx0" brushRef="#br0" timeOffset="148992.81">17630 9994 227 0,'0'0'524'0,"0"0"-486"0,0 0 26 15,0 0-27-15,0 0-34 16,0 0-3-16,196 20-15 15,-171-20-163-15,-4-28-66 16</inkml:trace>
  <inkml:trace contextRef="#ctx0" brushRef="#br0" timeOffset="167857.92">16982 7387 347 0,'0'0'120'0,"0"0"-105"0,0 0 4 0,0 0-18 15,0 0-2-15,0 0 2 16,0 0-1-16,0 0 0 15,0 0 33-15,0 0 21 16,0 0 2-16,0 0-29 16,0 0-3-16,0 0-24 0,0 0-4 15,0 0 4 1,0 8 6-16,0-4-3 0,0 0 3 16,0 0-7-16,0 0 5 15,0-4-6-15,0 0 2 16,0 7 0-16,0 2 10 15,0 7-7-15,0-5 5 16,0 6-8-16,0-9-2 16,0 0-14-16,0 4 11 15,0-4 5-15,0-4 4 16,0 0 11-16,0 1-12 16,0 3 7-16,0-1-6 0,0-3-8 15,0 8 3 1,0-4 0-16,0 0-6 0,0 4 7 15,0 1 0-15,0 3 0 16,0-4 0-16,0 7 1 16,0-7-2-16,0-4-16 15,0 0-14-15,0 0-3 16,0 5 29-16,0-1 5 16,0 4 3-16,0-8 31 15,0 12-1-15,0-8-19 16,0 0-6-16,0 3-15 15,0-10 7-15,0-5 0 16,0 8-13-16,0-8-2 0,0 0 12 16,0 0 3-1,0 0 15-15,0 4 8 0,0 4 8 16,0 4-12 0,0-4-8-16,0-4-11 0,0 4-9 15,0 1-12-15,0-9 13 16,0 3 0-16,0-3 8 15,0 12 35-15,0 1-3 16,0 6 4-16,0 1-29 16,0-8-4-16,0 4-3 15,0-3-9-15,0-10-2 16,0-3 11-16,0 8 4 16,0 0-4-16,0 4 20 15,0 4-15-15,0-4 12 0,0 1-16 16,0-2-1-16,0-2 0 15,0-1-14-15,0 0 9 16,0 0-9-16,0-5 12 16,0 9 4-16,0-4-8 15,0 0 14-15,0 1-15 16,0-1 13-16,0 0-7 16,0 0 1-16,-6 0 0 15,6-4-2-15,-6 8 4 16,0 3-6-16,0 2 10 15,-10-1-3-15,10 4 3 16,0-7 4-16,6-2-8 16,0 1 0-16,-6-4 0 0,6 0 0 15,-7 0-4-15,-2 0 8 16,9 1-14-16,0-1 16 16,0 0-14-16,-6 7 9 15,6 1-5-15,-13 4 2 16,13-4-3-16,0-4 3 15,0 1-2-15,-6-5-1 16,0 0-3-16,0 0-2 16,6 4-20-16,-9-4-15 15,9 4 3-15,0 4 31 16,-7-5 9-16,1 6 2 16,6-1 32-16,-6-4-22 0,6 4-3 15,0-8-9 1,0 4 0-16,0 0-1 0,0 0 1 15,0 0 4-15,0 0-1 16,0 4 27-16,0-4 1 16,0 0-3-16,-6 0-25 15,6-8 5-15,-16-4-7 16,16 4-2-16,0-4-3 16,0 0-3-16,0 4-6 15,0 5 13-15,0 2 2 16,0 1-1-16,-6 9 10 15,0-6-10-15,0 1 3 16,6-3-3-16,0-1-2 0,0-4-11 16,0 0-19-16,0-5 1 15,0 5 4 1,0 1 26-16,0-1 0 0,0 8 23 16,0-4-13-16,0-1 7 15,0 6-16-15,0-9 5 16,0 3-6-16,0-3 0 15,0 5-4-15,0-1 9 16,0 0-8-16,-7 4 6 16,7 0-2-16,0 0 1 15,0 1-2-15,0-6 0 16,0 1 1-16,0-7-4 16,0 3-6-16,0-1 9 15,0 1-3-15,0 0 0 0,0 0 6 16,0 5-7-16,-6 7 2 15,6-1 2-15,-6 1 1 16,6 1 0-16,-9-9-2 16,9 4 3-16,0-4-7 15,0-4 10-15,-7 3-9 16,7-6 7-16,0 7-6 16,0-1 1-16,0-3-1 15,0 9 3-15,0-6-9 16,0 6 5-16,0-5 8 15,0 4-8-15,0-4-19 16,0 0 3-16,0 0-9 16,0 0 21-16,0-3 4 15,0 6 8-15,0-3 5 0,0 0 6 16,0 8 8-16,0-7-22 16,0-2-1-16,0 1-11 15,0-4-26-15,0 5 14 16,0-5 7-16,0 4 13 15,0-1 1-15,0 2 2 16,0-1 5-16,0-4 25 16,0 3-17-16,0-3-3 15,0 4-10-15,0-4-6 0,0 0-7 16,0 1 3 0,0-1 8-16,0 0 4 0,0 3-1 15,0-6 4 1,0 7-8-16,0-4 6 0,0 3-2 15,0-2-1-15,0-1 0 16,0 0-1-16,0 0-5 16,0 0 4-16,0 4 4 15,0 4-5-15,0-4 6 16,0 1-4-16,0 2 1 16,0-3 0-16,0 5 4 15,0-6-4-15,0-3 16 16,0-4-13-16,0 9-4 15,0-10 6-15,0 5-10 0,0 1 5 16,0-1 0-16,0 3 0 16,0-3 0-1,0-3 0-15,0 2-7 0,0-2 7 16,0-2-22-16,0 5 12 16,0 0 7-16,0-3 3 15,0 7 3-15,0-1 7 16,0-6-9-16,0 15 1 15,0-17 0-15,0 5 4 16,0 1-2-16,0-9-3 16,0 8 17-16,0-8-18 15,0 8 0-15,0-8 0 16,0 3 0-16,0 2 1 16,0-5 4-16,0 0-10 15,0 0 1-15,0 8 3 0,0-4 1 16,0 0-5-16,0 4 4 15,0 4 1-15,0 0 0 16,0-4 2-16,0 0 2 16,0-8-3-16,0 0-2 15,0 0-4-15,0 0-2 16,0 0 4-16,0 8 3 16,0 0 6-16,0 0 3 15,0 0 13-15,0-4-8 16,0-4-7-16,0 0-7 15,0 0-65-15,0-4-52 16,0-20-233-16</inkml:trace>
  <inkml:trace contextRef="#ctx0" brushRef="#br0" timeOffset="171320.09">16403 9576 101 0,'0'0'119'0,"0"0"-23"0,0 0 29 0,0 0-72 16,0 0-48-16,0 0-3 15,0 0-2-15,0-24-20 16,0 21 20-16,0 3 2 16,0 0 36-16,0 0-9 0,0 0 30 15,0 0-9 1,0 0-15-16,0 0-18 0,0 0-17 15,0 0 0-15,0 0-15 16,0-5-3-16,0 5 18 16,0 0 26-16,0 0 3 15,0 0 49-15,0 0-48 16,0 0-20-16,0 0-10 16,0 0-5-16,0 0 4 15,0 0 2-15,0 5-4 16,0 11 6-16,0 7 32 15,0 6 1-15,0-1 7 16,0-5-25-16,-16 2-18 0,16-6-6 16,0-2-28-1,0-4-9-15,0 2 2 0,0 6-2 16,0-2-48-16,-12 13-11 16,-7-3-27-16,-3-1 1 15,10-17-77-15</inkml:trace>
  <inkml:trace contextRef="#ctx0" brushRef="#br0" timeOffset="172203.08">17417 9604 262 0,'0'0'61'0,"0"0"21"0,0 0-5 0,0 0-18 15,0 0-13-15,0 0-24 0,0 0-20 16,0 0 1-16,0 0 17 16,0 0 0-16,0 0 0 15,0 0 5-15,0 0 14 16,-7 0 18-16,1 8-8 15,-6 9 5-15,6-1-18 16,-4 0-1-16,10 4-21 16,0 3-5-16,0-2-2 15,0 7-10-15,0 0 6 16,-6 0-6-16,0-4-3 16,0 8-15-16,-7-11-15 15,13-10-240-15,-9 1-378 0</inkml:trace>
  <inkml:trace contextRef="#ctx0" brushRef="#br0" timeOffset="177331.15">16902 9408 97 0,'0'0'120'0,"0"0"-73"0,0 0-47 0,0 0-44 0,0 0-3 16,0 0 47-16,0 0 73 15,0-12 21-15,0 12-37 16,-13 0-8-16,7 0-3 16,6 0-20-16,0 0-15 15,0 0-9-15,0 0-1 16,0 0 3-16,0 0-2 16,0 0 11-16,0 0 29 15,-6 0 34-15,6 0-14 16,0 0-10-16,0 0-46 15,-6 0-6-15,6 0-29 16,0 0-17-16,-9 0-14 16,-4 0 56-16,7 0 4 0,-16 0 2 15,22 0 57-15,0 0 10 16,0 0-33-16,0 0-21 16,0 0-7-1,0 0-8-15,0 0-36 0,0 0-20 16,0 0 32-16,0 0 23 15,0 0 1-15,16 0 13 16,2 0 24-16,4 8-1 16,-10 1-34-16,23-9 5 15,-17 8-7-15,4-8-7 16,-16 0-12-16,-6 0 19 16,0 0 10-16,0 0 2 0,0 0 12 15,0 0-17-15,0 0-7 16,6 0-8-16,0 7 6 15,10-7-8-15,-10 0 5 16,-6 4 3-16,0-4-14 16,0 0 15-16,0 0-2 15,0 0-5-15,0 4 8 16,0 0-17-16,0 0 17 16,0 4 1-16,0 8 3 15,0-8-3-15,0 1-1 16,0 2-4-16,0 1 3 15,0-4 1-15,0 16-4 16,0-4-16-16,0 5 2 0,0-6-24 16,-15 9 27-1,2-3 15-15,1-1 0 0,-10 7 29 16,22-1 5-16,0-7 17 16,0-3-42-16,0-8-9 15,0-3-89-15,0-9-28 16,0 0-216-16</inkml:trace>
  <inkml:trace contextRef="#ctx0" brushRef="#br0" timeOffset="177781.94">16837 9661 129 0,'0'0'82'0,"0"0"-80"0,0 0 61 0,0 0-26 16,0 0 17 0,0 0 15-16,40-16-18 15,-28 8-42-15,-12 3-4 0,13 5-5 16,-13 0-5-16,0 0-36 15,0 0-1-15,0 0 42 16,0 0 4-16,0 0 23 16,0 0-8-16,0-3-6 15,0-9-13-15,6 12-105 16,-6 0-181-16</inkml:trace>
  <inkml:trace contextRef="#ctx0" brushRef="#br0" timeOffset="184973.99">16306 16763 411 0,'0'0'70'0,"0"0"-70"0,0 0 15 0,0 0 5 16,0 0-17-16,0 0 10 15,0 0 3-15,0-11 9 16,0 11 26-16,0 0 7 16,0 0-41-16,0-8-17 0,0-9-6 15,0-2-6-15,0-6 8 16,0 1 4-16,0 4-9 15,0 8 9-15,10 4-21 16,-4 0-33-16,-6 8 29 16,0 0 11-16,0 0 5 15,0 0 9-15,0 0 11 16,0 0-11-16,0-8-15 16,0-4 5-16,0 4 10 15,0-5 25-15,0 6 16 16,0-1-11-16,0 0-24 15,0 0-6-15,0 3-20 16,0-3-31-16,12 5-19 0,1-5-7 16,2-4 41-16,-2-8 36 15,-7 4 7-15,0 0 7 16,10 4 9-16,-16 12 28 16,6 0-16-16,0 0 12 15,0 0-37-15,7 0 10 16,8 0 1-16,20 0 0 15,-1 0 18-15,13 0 23 16,15 0 18-16,9-5-39 16,26-3 15-16,24 0-30 15,19-4-3-15,21 1-19 16,19-5-4-16,22-1 0 16,0-2-53-16,-13-1 52 0,-15 3-3 15,-41 13-25-15,-40 0-65 16,-37 4-34-1,-49 0-76-15</inkml:trace>
  <inkml:trace contextRef="#ctx0" brushRef="#br0" timeOffset="207256.84">25999 8674 329 0,'0'0'34'0,"0"0"-21"0,0 0 43 0,0 0-3 0,0 0-26 0,0 0-15 16,0 0 9-16,0 0 18 15,0 0 24-15,0 0-10 16,0 0-19-16,0 0 14 15,0 0 7-15,0 0 1 16,0 0-29-16,0 0 12 16,0 0-5-16,0 0-10 0,0 0-9 15,0 0-7-15,0 0 7 16,0 0-14-16,28 0 0 16,6 4-1-16,25 17 25 15,16-10-22-15,-10 5-2 16,3-4-1-16,-15-7-7 15,-13-2-16-15,-12-3-67 16,-3 8-30-16,-10 1-156 16,-9 7 7-16</inkml:trace>
  <inkml:trace contextRef="#ctx0" brushRef="#br0" timeOffset="208454.37">27398 8694 238 0,'0'0'233'0,"0"0"-167"0,0 0 0 0,0 0-12 0,0 0-22 16,0 0-32-16,12-12-1 15,0 4 1-15,4 0 23 16,3-8 46-16,8-8 10 16,8-5-43-16,5-10-3 15,13-1-18-15,12-12-5 16,9-5-10-16,1 6-6 16,-10 2 5-16,-10 18-49 15,-24 18-88-15,-21 13-33 16,-10 0-101-16</inkml:trace>
  <inkml:trace contextRef="#ctx0" brushRef="#br0" timeOffset="208921.12">27478 8874 436 0,'0'0'116'0,"0"0"-52"0,0 0 3 0,0 0-28 0,0 0-14 16,0 0 30-1,0 0-25-15,25 0 8 16,9-3 1-16,13-30-8 15,15-6-30-15,3-14 12 0,22-7-1 16,-1-8-12-16,7 11-2 16,-12 2-6-16,0 15 1 15,-7 4-3-15,-15 12-11 16,-12 4-4-16,-13 7-86 16,-34 13-117-16</inkml:trace>
  <inkml:trace contextRef="#ctx0" brushRef="#br0" timeOffset="209755.53">26774 9596 51 0,'0'0'0'0,"0"0"-25"0,0 0 25 0,0 0 4 16,0 0 20-16,0 0-6 16,34-59-8-16,-27 46 19 15,-7 5 88-15,6 8-36 0,-6 0 6 16,0 0 18-1,0 0-21-15,0 0-7 0,0 0-33 16,0 0-15-16,0 13 0 16,0 7 2-16,0 16 13 15,0 11-4-15,-6 14 24 16,-19 7 6-16,9 0-20 16,-8 0-27-16,2-4-17 15,9-11-6-15,1-17-1 16,12 0-9-16,0-16-20 15,0-12-22-15,0-8-96 16,0 0-160-16,0-17-221 16</inkml:trace>
  <inkml:trace contextRef="#ctx0" brushRef="#br0" timeOffset="210237.6">27143 9532 43 0,'0'0'199'0,"0"0"-99"0,0 0-43 15,0 0-36-15,0 0-11 16,0 0-7-16,0-8 9 15,0 8 25-15,0 0 29 16,0 0 18-16,0 0 27 16,0 5-8-16,0 26-43 0,0 18-11 15,0 3-16 1,0 4-5-16,0-4-20 0,0-4 3 16,0-7-9-16,0-5-4 15,0 0-4-15,0-13-43 16,0-7-17-16,0-7-51 15,0-9-107-15,0-9-327 16</inkml:trace>
  <inkml:trace contextRef="#ctx0" brushRef="#br0" timeOffset="210603.53">27543 9476 403 0,'0'0'72'0,"0"0"4"0,0 0 29 0,0 0 21 0,0 0-29 0,0 221-32 15,-6-149 18-15,-12 1-40 16,2-9-11-16,4-9-28 16,12-6 1-16,0-17-5 15,0-16-20-15,0-8-33 16,0-8-58-16,0 0-101 15,0 0-257-15</inkml:trace>
  <inkml:trace contextRef="#ctx0" brushRef="#br0" timeOffset="213583.71">25981 9311 26 0,'0'0'117'0,"0"0"-59"0,0 0-39 0,0 0-5 0,0 0 26 0,0 0-7 16,0 0-8-16,0 0 4 15,0 0-24-15,0 0 0 16,0 0 13-16,0 0 30 16,0 0-13-16,0 0 16 15,0 0 1-15,0 0-15 16,0 0-3-16,0 0-21 15,0 5 13-15,0-5 36 16,0 12-14-16,34 0-12 16,-3-5-17-16,-3 22 8 15,0-1-20-15,3 8 16 0,-16 9-21 16,-3 10 14-16,-12 6-16 16,0-5-2-16,0-9-18 15,0-6-56-15,0-1-72 16,-6-8-70-16</inkml:trace>
  <inkml:trace contextRef="#ctx0" brushRef="#br0" timeOffset="-214497.14">26681 8333 16 0,'0'0'189'0,"0"0"-170"0,0 0-7 0,0 0 16 0,0 0 35 15,0 0-48-15,0 0 4 16,0 0 18-16,0 0-2 16,0 0-35-16,-6-4 0 0,6 4 0 15,0 0 11-15,0 0 30 16,0 0-10-16,-6 0-5 16,6 0-16-16,0 0 10 15,0 0-1-15,0 0-3 16,0 0 18-16,0 0-33 15,0 0 12-15,0 0-4 16,0 0 5-16,0 0 12 16,0 0 34-16,0 0-7 15,0 0-18-15,0 0-17 16,0 0-14-16,-6-4-8 16,0 4 6-16,-10-3-11 15,16-2 15-15,-6 5-7 0,0 0 2 16,6 0 42-16,-7 0-11 15,7 0-21-15,0 0-11 16,0 0-12-16,0-3-3 16,0 3-14-16,0 0 19 15,0 0 9-15,0 0-1 16,19 0 4-16,34 0 1 16,3-5-3-16,15-3-7 15,16-8-26-15,9-8-95 16,-9 0-6-16,-1-9 6 15,-5 2-43-15,-22 7-17 16,-19 7 167-16,-27 9 13 0</inkml:trace>
  <inkml:trace contextRef="#ctx0" brushRef="#br0" timeOffset="-213532.02">28039 9689 28 0,'0'0'80'0,"0"0"-69"0,0 0-11 0,0 0 26 15,0 0 23-15,0 0 45 16,25-8 28-16,-25 8-33 15,0 0-34-15,0 0-10 16,0 0-13-16,0 0-6 16,0-13-7-16,0-2 23 15,0-6-26-15,0-7-15 16,10-11 7-16,14-2 0 16,4-7 19-16,25 0-5 15,15-16-22-15,10-8-1 16,18-1-77-16,-3 10-52 0,-19 22-123 15</inkml:trace>
  <inkml:trace contextRef="#ctx0" brushRef="#br0" timeOffset="-205270.76">30179 749 531 0,'0'0'119'0,"0"0"-53"0,0 0-2 0,0 0-10 16,0 0-43-16,0 0 7 15,0 0-18-15,0 0-13 16,-28 0-9-16,28 0 22 15,0 0 7-15,0 0 16 16,0 0 36-16,-6 0-30 16,-22 0 3-16,3 0-28 15,-9 0 5-15,-6 0-4 16,6 0-5-16,-1 0 2 0,-5 0 3 16,9 0-2-16,-3-15 1 15,-12 7 4 1,11-9 4-16,-11-2-13 0,-1-1 9 15,1 3-10-15,-16 5 2 16,-3 8-10-16,-3 0 9 16,2 4 1-16,-2-4-7 15,0 1 14-15,3-2-15 16,6 1 12-16,-15 0-14 16,5 4 15-16,10 0-10 15,-3 0 5-15,4 0-11 16,-11 0 5-16,-2 8 12 15,-10-3-4-15,-5 2 0 0,-7-3 0 16,-10-4 0-16,10 0 3 16,0 0 16-1,-6 0-10-15,3 0-5 0,9 0-2 16,16 0-3-16,2 0 3 16,11 0-8-16,-11 0 2 15,4 0 1-15,-15 0-13 16,-13 12 14-16,6 12 0 15,-9-4 2-15,3 0-7 16,6-4 11-16,-6 4-18 16,6 4 16-16,0 1-12 15,-6 11 8-15,13 3-1 0,-7 10-7 16,-6 7 5 0,-10 4-2-16,17-7-19 15,-7-6 20-15,6 1 0 0,12-4 3 16,16 0 2-16,13 5-3 15,-13 7 2-15,-15 0-7 16,-1-4-1 0,-18 17-8-16,-6-13 14 0,-3 4 4 15,30 1-15-15,-2-10 30 16,6 6-14-16,15 2 0 16,6-10 0-16,13-2-3 15,16-14 5-15,18-10-5 16,0-2-5-16,0-1 2 15,0 4 6-15,0 12-4 16,0 12 7-16,24 4-7 0,17 4 1 16,-1 1 0-16,0-1-1 15,7-8 3-15,-1 4-9 16,-5-4 15-16,-7-4-17 16,12 5 21-16,1-2-22 15,6-2 13-15,15-9-6 16,6-4-18-16,13-4 21 15,25-8-4-15,24-12 1 16,10 0 3-16,27 0 5 16,-11 4-5-16,5 8 3 15,-21 12 1-15,-19 1 0 16,-6 11-4-16,12-8 1 0,1-5 2 16,-1-11-6-16,16-7 2 15,-10-10-13-15,-12-3 28 16,1 9-13-16,-1-1 3 15,6-5 1-15,13-3-1 16,15 0-2-16,13-3-2 16,5-33 5-16,-11 0-5 15,-29 0 8-15,-2 8-10 16,-44 0 3-16,-6 7-2 16,6-7 2-16,0 0-4 15,0 0 2-15,0-4 0 16,3 0 0-16,-9 0 2 15,18-4-17-15,-3 3 13 0,-2 10 1 16,-1-2-7-16,-6 14 8 16,-6-2-22-1,0 9 0-15,-1 0 9 0,-11-3-17 16,12 2-16-16,-7-11 0 16,13 1 33-16,0-10 4 15,-6 1 9-15,-6 4-9 16,-13 4 10-16,-9 8 34 15,9-4-7-15,-3 4 4 16,31-4-27-16,-9-4 0 16,12 0-4-16,-18 4 0 15,-22-4-21-15,3 0 20 16,-3-1 1-16,-7-14 0 16,-5 7 24-16,-1-1-17 0,1-11 31 15,9 0-21-15,3-4 5 16,3 0-20-16,3 0 3 15,-6 8-1-15,-19 7-2 16,-6 2-2-16,-6 3 1 16,-22-4-3-16,7-4-3 15,-7 0 2-15,-6-5-4 16,0 6 7-16,0-9 0 16,0 3 0-16,-31-7 2 15,-16-8-8-15,-8-12 6 16,-17 0-27-16,-15-1 6 15,13 1-7-15,12 16 17 16,9 0 22-16,1 7-10 0,11 14 10 16,-5 7-2-16,-1 0 5 15,1 8 8-15,-7-1-13 16,-3-10-2-16,10-1-8 16,-7 0 10-16,6-4-2 15,-15 7-5-15,4 6 14 16,-17 3-2-16,-5 3 2 15,-20-2-10-15,7 2 1 16,13-3-14-16,27-8 7 16,13-4 0-16,27-4-15 15,-15 0 14-15,0 4 2 16,-12 8 13-16,15 0 4 16,-9-4 0-16,-6 4-10 0,-13-12-8 15,-15 0 0-15,-19-4-4 16,-6 8-7-16,0-5 22 15,6 6-7-15,7-6 10 16,11 6-1-16,11 2-2 16,11 9-11-16,-6 8 0 15,-9 0 7-15,3 0-15 16,0 0 16-16,10 13-6 16,9-5 0-16,9-8-4 15,9 0 0-15,3 0-15 16,4-5-40-16,15-19-144 15,0 1-159-15</inkml:trace>
  <inkml:trace contextRef="#ctx0" brushRef="#br0" timeOffset="134914.15">9972 9347 192 0,'0'0'28'0,"0"0"8"0,0 0 86 0,0 0-25 15,0 0-58-15,0 0-14 0,0 0-15 16,0 0 13 0,0 9-23-16,0-9 24 15,0 0-14-15,0 0 15 16,0 4-20-16,0-4 8 16,0 4 14-16,0 4-3 0,0 0 14 15,0 0-7-15,0-4 30 16,0 0-42-16,0-4 10 15,0 0-28-15,0 0 14 16,0 0-14-16,0 0 12 16,0 4 9-16,0 4-2 15,-13-3 9-15,13-5-4 16,0 0 29-16,0 0-33 16,0-21 11-16,47-60-20 0,52-42 27 15,22-37-6 1,19-22-6-16,15-1-4 0,-10 1-19 15,-5 7 13-15,-7 6-17 16,-18 0 0-16,-22 1-56 16,-12 40-19-16,-29 20-79 15,-24 43-160-15</inkml:trace>
  <inkml:trace contextRef="#ctx0" brushRef="#br0" timeOffset="135430.38">9770 9742 452 0,'0'0'117'0,"0"0"-29"0,0 0 53 0,0 0-34 16,0 0-64-16,0 0-3 15,-40 0-40-15,40 0 4 16,15 0-1-16,44 0 22 16,16 0 38-16,24 0-44 15,22 0 7-15,25 0-23 16,43 0 12-16,15 3-11 15,10 21 17-15,16 0-17 16,-4-8-4-16,-12 0-28 16,-12-12 16-16,-22-4-45 15,-35 0-61-15,-24 0-10 16,-53-20-56-16,-68 0-145 0</inkml:trace>
  <inkml:trace contextRef="#ctx0" brushRef="#br0" timeOffset="136212.07">11550 7703 205 0,'0'0'249'0,"0"0"-233"0,0 0 42 0,0 0 70 15,0 0-19-15,0 0-51 16,-161-44 0-16,161 44-30 16,0 0 2-16,0 0-14 15,0 0 4-15,0 57-12 16,40 27 21-16,35 32 24 15,18 13-22-15,12 7 3 16,44-3-29-16,9 3 0 16,25 0-4-16,-25 4-1 15,-31 5-6-15,-34-5 6 0,-31-7-34 16,-37-13 9-16,9-20-47 16,-28-43-52-16,-6-26-206 15</inkml:trace>
  <inkml:trace contextRef="#ctx0" brushRef="#br0" timeOffset="137048.73">9863 7808 566 0,'0'0'12'0,"0"0"53"0,0 0 47 0,0 0-51 0,0 0-24 0,0 0-19 16,-180 52-14-16,140 4-3 16,-6 21 55-16,-1 11-7 15,13 12 7-15,15 4-28 16,4 0-7-16,15-12-13 15,0-7 1-15,49-13-3 16,23-11-6-16,21-17 0 16,9-21 10-16,-3-15-20 0,-12-8 16 15,-19 0-15-15,-21-16 11 16,-41-27-3-16,-6-6 1 16,0 1-3-16,-28 8-1 15,-31 12-13-15,-15 11 15 16,9 14-19-16,-10 3-13 15,1 0-30-15,15 0-13 16,13 3-74-16,5 14 22 16,26-1 85-16,15 4 24 15,0-9-37-15,40-6-270 16</inkml:trace>
  <inkml:trace contextRef="#ctx0" brushRef="#br0" timeOffset="137745.61">12604 7904 86 0,'0'0'411'0,"0"0"-329"0,0 0 33 0,0 0 48 0,0 0-83 16,-186 236-46-16,158-167-15 16,28-5 9-16,0-12-20 15,0-7-4-15,69-6 5 16,11-6-18-16,7-5-7 15,6-12 8-15,-12-5 6 16,5-11-8-16,-27 0 9 16,-18 0-20-16,-1-11 19 0,-21-22-38 15,2-3 38-15,-21 5-2 16,0 6-1-16,0 9-1 16,-40 16 6-16,-13 0 13 15,-15 5-13-15,9 34-2 16,-3 17-63-16,37-7-148 15</inkml:trace>
  <inkml:trace contextRef="#ctx0" brushRef="#br0" timeOffset="138477.51">10908 10595 464 0,'0'0'199'0,"0"0"-148"0,0 0 102 0,0 0-58 16,0 0-65-16,0 0-6 16,-40 44-21-16,18 17-6 15,4 6 6-15,11 10 1 16,7-9 4-16,0-12-4 16,41-12 10-16,30-16-12 15,31-11-4-15,10-17-12 16,9 0 2-16,-6 0 9 15,-16-41-1-15,-25-18 2 16,-21-13-14-16,-25-9 12 16,-28 5-37-16,0 12 28 0,-9 28-11 15,-69 19 22-15,-24 17-2 16,-25 17 0-16,6 47 7 16,15 11-6-1,32 5-7-15,49-23-190 0,25-21-102 16</inkml:trace>
  <inkml:trace contextRef="#ctx0" brushRef="#br0" timeOffset="139576.56">10893 10487 280 0,'0'0'215'0,"0"0"-165"16,0 0 16-16,0 0-2 0,0 0-9 16,0 0 34-16,-7 8-10 15,7-8-39-15,0 0 5 16,0 0-21-16,0 0 22 15,0 0-32-15,0-8 0 16,7-25-13-16,49-6-1 0,2-9-2 16,11-1-25-16,-10 13 17 15,-7 8-21-15,-11 9 3 16,-29 14-55-16,10 5-73 16,-22 0-66-16</inkml:trace>
  <inkml:trace contextRef="#ctx0" brushRef="#br0" timeOffset="141941.5">5240 11654 255 0,'0'0'256'0,"0"0"-256"0,0 0 1 0,0 0 38 16,0 0 8-16,0 0-4 15,0 0-6-15,0-4-8 16,31 0 25-16,16 4 30 15,55 0 9-15,44 0-35 16,74 0 26-16,96 28-32 16,66-12-35-16,58-8-15 15,-12-8-4-15,-35 0 2 16,-58 9-67-16,-96 6-69 16,-71 14-326-16</inkml:trace>
  <inkml:trace contextRef="#ctx0" brushRef="#br0" timeOffset="145789.01">19444 10218 62 0,'0'0'50'0,"0"0"-50"0,0 0-20 0,0 0-28 0,0 0 4 15</inkml:trace>
  <inkml:trace contextRef="#ctx0" brushRef="#br0" timeOffset="145860.7">19444 10218 57 0,'-34'-88'0'0,"28"80"-57"15</inkml:trace>
  <inkml:trace contextRef="#ctx0" brushRef="#br0" timeOffset="146653.53">19382 10066 33 0,'0'0'162'0,"0"0"-140"16,0 0 13-16,0 0-24 16,0 0-11-16,0 0-2 15,-40 0-58-15,40 0-2 16,0 0 62-16,0 0 19 0,0 0 73 15,-6 0 16-15,0 0-28 16,-7 0-75-16,13 0 6 16,0 0-10-16,0 0-2 15,0 0-15-15,0 0-95 16,-9 0 103-16,3 0 8 16,6 0 67-16,-13 0-27 15,13 0-40-15,0 0-27 16,0 0-53-16,0 0 22 15,0 0 35-15,0 0 23 16,0 0 116-16,0 0 11 16,0 0-46-16,0 0-17 15,0 0-55-15,0 0-9 16,0 0-23-16,0 0 0 16,0 0-29-16,0 0 45 0,0 0 7 15,0 0 31-15,0 0 2 16,0 0 0-16,0 0-22 15,0 0-10-15,0 0-2 16,0 0-18-16,0 0 10 16,0 0-7-16,0 0 16 15,0 0 0-15,0 0 33 16,0 0 28-16,0 0-35 16,-6 0-17-16,0 0-5 15,-3 0-8-15,9 0 4 0,0 0 0 16,0 0 2-1,0 0 2-15,0 0 1 16,0 0 18-16,0 0 12 0,0 0-16 16,0 0 31-16,0 0-35 15,0 0 34-15,0-5-36 16,0-18 3-16,0-13 1 16,34-16 3-16,6-25 6 15,13-7-18-15,21-29 7 16,1-26-14-16,11-22 15 15,14-15-14-15,2-17 5 16,-9-7-1-16,6 3-4 16,-12-4 13-16,-13-4-8 15,7-6 10-15,-16-14-5 0,3 16-6 16,-9 21-3-16,-18 24 15 16,-1 18-18-16,-18 23 13 15,9 2-6-15,-10 13-1 16,20 12-6-16,-10 15-8 15,3 6 3-15,18 6-51 16,4 1-28-16,-9 12-42 16,-13 16-155-16,-22 16-235 15</inkml:trace>
  <inkml:trace contextRef="#ctx0" brushRef="#br0" timeOffset="147786.5">20926 6516 228 0,'0'0'273'0,"0"0"-220"0,0 0-22 0,0 0-22 16,0 0-9-16,0 0 0 0,0-31-9 15,0 26 9-15,0-3 0 16,0 8 21-16,0-4 0 16,0-4 27-1,0-3-9-15,0-2-27 0,0-2-4 16,0-2-5-16,0 9-3 16,0 0 4-16,0 5 23 15,0-5-4-15,0 8-3 16,0 0-18-16,0 0 43 0,0 0-15 15,0 0-21-15,0 0-9 16,0 8-17-16,0 28 3 16,0 11 14-16,7 9-7 15,33 21 14-15,-6 3-10 16,6 4 3-16,1 9-3 16,-1 7-20-16,0 8-12 15,7 8 7-15,12 4 19 16,9 13 2-16,-3 4-5 15,10 2 5-15,-17 2-3 16,11 0 8-16,-10-10-36 16,-4-2-20-16,-2-9 26 0,0-4-3 15,0 1 16 1,-13-1-28-16,-12 0 47 0,-10-3 30 16,-8-8 10-16,-4-10-1 15,0-2-12-15,-6-21-2 16,12 4-17-16,1-16 3 15,-4-4-10-15,10-4-2 16,2 5-10-16,4-1-14 16,-3-4-56-16,-16 1-230 15</inkml:trace>
  <inkml:trace contextRef="#ctx0" brushRef="#br0" timeOffset="148852.63">19609 9958 261 0,'0'0'171'0,"0"0"-124"0,0 0-42 0,0 0-5 0,0 0-30 0,0 0 5 16,0-13 25-16,-19 6 56 16,-3 7 20-16,4 0 48 15,-1 0-11-15,4 0-41 16,-4 0-37-16,19 0-24 16,0 0 9-16,0 0-18 15,0 0 18-15,0 0-20 0,0 0 21 16,0-5-5-1,0 5 5-15,0 0-21 0,0 0-13 16,53 0 3-16,40 0 10 16,40 0 6-16,16 0-3 15,25 0 6-15,-1 0-7 16,7 0 5-16,6 0-7 16,9-3 0-16,7-2 2 15,3-6-2-15,-16 11-2 16,-16-8-15-16,-27-1 12 15,-37-2-17-15,-16-2 14 16,-19 9-7-16,-15 4 8 0,-6 0-7 16,3 0 10-1,-4 0 2-15,-5 0 4 0,6 0-3 16,-1 0 1-16,-18 0-4 16,19-4-21-16,-19 4 15 15,-6 0-32-15,-16 0-110 16,-12 0-70-16</inkml:trace>
  <inkml:trace contextRef="#ctx0" brushRef="#br0" timeOffset="149335.51">21990 9665 226 0,'0'0'151'0,"0"0"-125"0,0 0 0 0,0 0 13 0,0 0-11 0,0 0-20 16,208 168-8-16,-183-159-25 15,-25-6-297-15</inkml:trace>
  <inkml:trace contextRef="#ctx0" brushRef="#br0" timeOffset="150350.75">20747 10367 431 0,'0'0'229'0,"0"0"-199"0,0 0-20 15,0 0-7-15,0 0 4 0,0 0-14 16,40-8 1-1,-28 8 6-15,16 0-1 0,-9 0 1 16,-13 15 14-16,-6 26 19 16,0 3-3-16,0 0-20 15,0 4 17-15,0-7-4 16,0-10 18-16,-12-15-8 16,12 0-7-16,0-12-26 15,0-4-13-15,12 0-14 16,56 0-32-16,-9 0 52 15,9 0 2-15,-21 0-17 16,-13 0 4-16,-22 13 8 16,1 3 6-16,-13-4 4 15,0 7 39-15,0 6 21 0,-25-2-26 16,-43 14-27-16,15-1 7 16,-28 4-14-16,1 4-4 15,5-11-46-15,23-2-83 16,18-31-87-16</inkml:trace>
  <inkml:trace contextRef="#ctx0" brushRef="#br0" timeOffset="151483.49">19503 7202 463 0,'0'0'89'0,"0"0"-69"0,0 0 7 0,0 0 1 0,0 0 15 0,0 0-27 15,0 0 32 1,0 5 18-16,0 26 17 15,0 30-31-15,-34 11-28 0,-25 11-21 16,3 2 1-16,10-1-4 16,15-15 0-16,9-14-5 15,16-6 10-15,6-13-3 16,0-4-2-16,0-11-12 16,0-2-11-16,40-15-25 15,7 4-23-15,-13-8-20 16,19 0 44-16,-19 0 13 15,-16 0 32-15,4 0-4 16,-22 0 0-16,25 0 12 16,-3 0-7-16,12 0 1 0,-9 0-8 15,2 0-4-15,8 0-21 16,-23 0 22-16,-6 0-8 16,-6-8 13-16,0 4 4 15,0-15-1-15,0 6-82 16,0-7-264-16</inkml:trace>
  <inkml:trace contextRef="#ctx0" brushRef="#br0" timeOffset="151648.9">19717 7796 234 0,'0'0'254'0,"0"0"-181"15,0 0 20-15,-34 256-16 16,34-187-25-16,0-5-45 15,0-4-4-15,0-8-3 0,0-16-4 16,0-11-44-16,0-25-64 16,0 0-241-16</inkml:trace>
  <inkml:trace contextRef="#ctx0" brushRef="#br0" timeOffset="152739.64">22257 7130 336 0,'0'0'180'0,"0"0"-127"0,0 0-3 16,0 0 10-16,0 0-16 16,0 0 49-16,-19 44-30 15,19-11-36-15,0 6-13 16,-9-3-8-16,3 17-4 15,-1-1-1-15,-11 8 4 16,-10 4 2-16,9-3 10 16,-2-13-6-16,8-17 0 15,13-10-11-15,0-13-4 0,0 0-22 16,0-8-35-16,0 0-18 16,25 0 11-16,-3 0 63 15,6 4 5-15,-4-4 1 16,10 0-1-16,1 0-4 15,5 0 4-15,-9 0-12 16,9 0 2-16,-6 0-17 16,-12 0 2-16,-10 0-17 15,-12 0 7-15,0 0-6 16,0 0 13-16,0-9 23 16,0-15-2-16,0 12-16 15,0-12-39-15,0-4-98 16,0 12-97-16</inkml:trace>
  <inkml:trace contextRef="#ctx0" brushRef="#br0" timeOffset="152898.71">22477 7543 418 0,'0'0'127'0,"0"0"-93"16,0 0 7-16,0 0 18 16,0 0-16-16,0 0 43 15,-13 221-20-15,13-145-35 16,0-12-6-16,0 8-18 15,0-16-10-15,0-12 3 16,0 1-18-16,0-9-144 16,0-8-138-16</inkml:trace>
  <inkml:trace contextRef="#ctx0" brushRef="#br0" timeOffset="155563.23">15218 11851 390 0,'0'0'204'0,"0"0"-199"0,0 0 10 0,0 0 30 15,0 0-8-15,0 0-35 0,-74-25 12 16,74 25-14-16,0 0 0 15,0 0 7-15,0 0 2 16,0 0 10-16,0 0 11 16,0 0 45-16,0 0-42 15,0 0-13-15,0 0-19 16,0 0 10-16,0 0 13 16,0 0-7-16,0 0 5 15,0 0-8-15,0 0 3 16,21 0-5-16,60 0 7 15,59 0 21-15,74-11-10 16,86-30-15-16,60-19-1 16,43-19-9-16,9 10-4 15,-30 8-1-15,-66 42-21 0,-117 19-107 16,-119 19-319-16</inkml:trace>
  <inkml:trace contextRef="#ctx0" brushRef="#br0" timeOffset="158977.5">29624 7246 400 0,'0'0'43'0,"0"0"3"0,0 0 7 0,0 0-9 16,0 0-37-16,0 0 22 15,0 0-12-15,-16-11 23 0,16 11 27 16,0 0 44 0,0 0-68-16,0 0-24 0,0 0-3 15,0 0-12-15,0 0-4 16,0 0-10-16,0 44 1 16,0 28 9-16,0 24 28 15,22 13-11-15,-3 10-6 16,9 2 4-16,-10-1-10 15,4 9 3-15,-22-6-4 16,12-6 7-16,-12-1-8 0,7-3 18 16,-7-5-19-1,6-4 8-15,-6-4-6 0,0-19 0 16,0-17 1 0,0-24-5-16,0-20-5 0,21-20-63 15,-2 0-23-15,-3 0-152 16,-16 0-229-16</inkml:trace>
  <inkml:trace contextRef="#ctx0" brushRef="#br0" timeOffset="159459.43">29655 9128 415 0,'0'0'146'0,"0"0"-130"0,0 0 21 0,0 0 31 0,0 0-27 15,0 0 85-15,350-20-92 0,-198 20 9 16,22 0-22-16,40 7 34 15,28 25 2-15,24-4-17 16,29-3-33-16,6-14 6 16,24-6 6-16,-2-5-16 15,-29 0-6-15,-46 0 0 16,-62 0-3-16,-65-5-54 16,-49 2-22-16,-38 3-99 15,-19 0-110-15</inkml:trace>
  <inkml:trace contextRef="#ctx0" brushRef="#br0" timeOffset="160459.67">30058 8635 323 0,'0'0'181'0,"0"0"-86"0,0 0-15 0,0 0 10 15,0 0-28-15,0 0-31 16,-16 0-7-16,16 0-20 16,0 0 10-16,0 0-6 15,0 0 49-15,0 0-15 16,0 0 20-16,0 0-36 16,0 0 5-16,0 0-11 15,0 0-4-15,0 0-7 16,0 0-6-16,0 0-6 15,0 0-6-15,0 0-4 16,0 0-17-16,22-5 26 16,25-3 4-16,5 4 6 0,17 4 2 15,-4 0-7-15,-3 0 2 16,3 0 3-16,3 0-12 16,-21 0-17-16,-13 0 13 15,-16 0-20-15,-18 0-3 16,0 12 20-16,0 12 13 15,0 8 12-15,0 0-7 16,-6 8-10-16,-12 9-11 16,-4-2 0-16,-3 6-20 15,3-6 30-15,4-2-3 0,2-5-25 16,16-12-96 0,0-3-50-16,0-9-23 0</inkml:trace>
  <inkml:trace contextRef="#ctx0" brushRef="#br0" timeOffset="160709.26">30098 8926 697 0,'0'0'187'0,"0"0"-177"0,0 0 1 0,0 0-11 0,0 0-59 0,0 0-156 16,65-44-201-16</inkml:trace>
  <inkml:trace contextRef="#ctx0" brushRef="#br0" timeOffset="161495.97">29711 7547 97 0,'0'0'244'0,"0"0"-217"0,0 0 57 16,0 0 14-16,0 0-15 0,0 0-8 16,-28-16 0-16,28 16-63 15,0 0 11-15,0 0-10 16,0 0 18-16,0-3-14 15,0-14-11-15,0 5-6 16,0-4 0-16,-6 8 16 16,6 4-13-16,0 4 37 15,0 0-16-15,0 0-3 16,0 0-19-16,12 0-2 16,41 0 1-16,21 12 0 15,19 20 1-15,16 17 5 16,24 10-14-16,13 21 14 15,37 13-6-15,21 3 4 16,10 8-10-16,16 1-6 0,-10-2 5 16,0 10-3-16,-6 0-14 15,-6-1 5-15,-28-4-24 16,21 0 7-16,-27-7-29 16,-1-6-30-16,-11-2-20 15,-23-9 3-15,-12-7 64 16,-6-21 35-16,-15-16-7 15,-7-28-26-15,-25-12-36 16</inkml:trace>
  <inkml:trace contextRef="#ctx0" brushRef="#br0" timeOffset="162291.34">31366 7086 561 0,'0'0'129'0,"0"0"-126"0,0 0 19 0,0 0 6 16,0 0 17-16,0 0-10 0,-145 77-15 16,145-58-4-16,0-7-4 15,12 1-9-15,41 2 6 16,3-2-14-16,3 3 8 16,-7 12-6-16,4 0 0 15,-25 11 0-15,-3-3 0 16,-9 0-6-16,-19-3 8 15,0 3-6-15,0 5 3 16,-19 3 8-16,-40 4-12 16,-15-9-26-16,5-6-56 15,4-17-14-15,25-16-75 16</inkml:trace>
  <inkml:trace contextRef="#ctx0" brushRef="#br0" timeOffset="162473.84">31394 7094 761 0,'0'0'195'0,"0"0"-185"16,0 0 2-16,0 0-12 15,0 0-3-15,0 0-64 16,366-40-234-16</inkml:trace>
  <inkml:trace contextRef="#ctx0" brushRef="#br0" timeOffset="163522.66">28774 8016 22 0,'0'0'474'0,"0"0"-407"0,0 0-18 0,0 0 54 0,0 0-33 16,0 0-42-16,174-31-26 16,-109 31 5-16,-3 0-7 15,-15 3-1-15,-13 30-4 16,-16 6-8-16,-18 14 12 16,0 7-19-16,0 0 20 15,-12 0-27-15,-16-11 9 16,16-18-3-16,12-10 4 15,0-14-16-15,0-7-40 16,12 0 25-16,44 0 20 16,-10 0 22-16,7 0-24 15,-34 0 0-15,-4 0 3 16,-15 0 27-16,0 8 37 0,0 21 1 16,0 3-1-16,0 8-12 15,-6 8 19 1,-50 4-4-16,-3-4-40 0,-21-7-11 15,-1-10-34-15,7-15-12 16,21-11 0-16,19-5 14 16,28 0-325-16</inkml:trace>
  <inkml:trace contextRef="#ctx0" brushRef="#br0" timeOffset="164473.03">31215 9400 538 0,'0'0'67'0,"0"0"-52"0,0 0 33 0,0 0-5 15,0 0-11-15,0 0-30 16,-214 181-1-16,192-166 5 16,22 1-6-16,0-4 0 15,0 1 29-15,0-5-2 0,0 0-20 16,0-4-7 0,34-4-40-16,6 4 9 0,1 0 21 15,5-1 3-15,1 10 14 16,-13 3-10-16,0-1 3 15,-9 2 0-15,-10-9 2 16,4 0 1-16,-7-8-3 16,4 0-2-16,-4 0 1 15,-6 0-14-15,0 0 10 16,-6 0-16-16,7 0 17 16,2-12 4-16,-3-9-16 15,0 2-15-15,1 7-12 16,-1 4-45-16,-6 0-44 15,0 8 49-15,0 0 51 16,0 0 32-16,0 0 0 16,0 3 134-16,0 30-20 15,0 11 3-15,0 17 16 0,0 2-37 16,-6 6-37-16,-22-5-45 16,3-5-14-16,3-14-22 15,10-5-52-15,12-20-133 16,0-15-56-16</inkml:trace>
  <inkml:trace contextRef="#ctx0" brushRef="#br0" timeOffset="166304.34">26213 11569 659 0,'0'0'175'0,"0"0"-175"0,0 0 0 0,0 0 34 15,428 0 46-15,-112 0 3 0,44 0-58 16,46-27-14 0,16-13-11-16,-28-9-7 0,-44-7-79 15,-77 12-303-15</inkml:trace>
  <inkml:trace contextRef="#ctx0" brushRef="#br0" timeOffset="184621.62">4369 10904 304 0,'0'0'0'0,"0"0"-15"0,0 0 15 0,0 0 14 0,0 0 14 15,0 0 24-15,0 0-18 16,0 0-10-16,-19-19-9 16,19 19 17-16,0 0-22 15,-6 0 8-15,6 0-17 16,0 0 24-16,0 0 23 0,0 0-7 15,0 0-2 1,0 0-26-16,0 0-10 16,0 0 2-16,0 0-2 0,0 0 1 15,25 0 18-15,3 0 4 16,0 0-5-16,-10 3 34 16,4 1-43-16,3-4 16 15,3 0-28-15,6 0 19 16,3 0-10-16,13 0 15 15,-10 0-21-15,6 0 13 16,1 0-11-16,-7 0-2 16,-15 0 10-16,9 0-10 15,0 0 4-15,13 0-1 0,-1 0-7 16,7 0 7-16,9 0 2 16,-9 0-8-16,-7 0-4 15,1 0 4-15,-1 0 1 16,1 4 8-16,5 12-4 15,-2-4 4-15,-3 4 0 16,5-7-18-16,-5-6 12 16,-7 2-5-16,0-5 2 15,-15 7 0-15,9 1 1 16,-6-4 4-16,-9 5-3 16,21-1-2-16,-18-5 6 15,12 5 3-15,-9-4-13 0,9-4 4 16,0 0-1-1,6 0-1-15,-9 0 4 0,3 0 2 16,-12 0 10-16,-3 0-19 16,9 0 15-16,-4 0-12 15,11 0 5-15,11 0 4 16,10 0-4-16,-3 0 0 16,-1 0-5-16,-11 0 9 15,11 0-7-15,-18 0 10 16,-6 0-18-16,-3 0 16 15,3 0-9-15,6 0 2 16,-3 0 1-16,3 0-2 16,0 0 0-16,7 0-8 0,-7 0 22 15,19 0-18-15,-13 0 14 16,6 0-16-16,-5 0 10 16,-1 0-4-16,6 0 0 15,1 0 1-15,-7 0-5 16,1 0 12-16,-7 0-17 15,6 4 18-15,-9-4-16 16,9 0 16-16,1 4-14 16,-1 1 5-16,0 3-1 15,7-5-1-15,-7 2 2 16,13-2 0-16,-7 1 13 16,-5 0-20-16,-1-4 14 0,-12 0-12 15,0 0 10 1,3 4-9-16,3-4 9 0,6 5-5 15,0-2 2-15,-5-3-1 16,-17 0 1-16,16 0 7 16,0 0-16-16,0 0 14 15,-3 0-13-15,4 0 8 16,-1 0-2-16,0 0 0 16,6 0 7-16,7 0-16 15,-7 0 21-15,6 0-25 16,1 0 26-16,-1 0-18 15,-5 0 9-15,-7 0-4 16,-16 0 0-16,-5 0 0 16,2 0-3-16,-2 0 11 15,-1 0-11-15,16-3 14 16,-15-2-20-16,8 1 17 0,4 0-12 16,-9 4 6-1,2 0-2-15,4 0 0 0,-10 0 6 16,1 0-13-16,2 0 18 15,-9 0-15-15,1-4 13 16,-7 4 2-16,0 0-10 16,0 0 10-16,0 0-11 15,6 0 2-15,-6 0-4 16,0 0 9-16,0 0-14 16,0 0 17-16,0 0-10 15,0 0 6-15,0 0-12 0,0 0-10 16,0 0-63-1,-68-3-282-15</inkml:trace>
  <inkml:trace contextRef="#ctx0" brushRef="#br0" timeOffset="189084.26">11290 16298 541 0,'0'0'9'0,"0"0"-4"0,0 0 2 15,0 0 4-15,0 0-7 16,0 0 12-16,0 0 24 16,0-8 21-16,0 8 62 15,0 0-41-15,0 0-40 16,0 0-36-16,0 0 12 15,-10 0-16-15,10 12-1 16,-12 29 1-16,12 14 2 16,0 17 3-16,0 9-7 0,0 7 5 15,0 0 1-15,0-4-7 16,0 1 5-16,12 3-4 16,-2 1 0-1,-4 6-1-15,-6 6-1 0,0 3 4 16,0 4-2-16,0 8 8 15,0-7-9-15,0-5 6 16,12-19 3-16,-6-26-5 16,1-15-4-16,8-19 1 15,-3-6 0-15,-5-2 9 16,-7-6-5-16,0 6-1 16,6 7 0-16,-6 0 5 0,0-8-5 15,0 0-4-15,0-8 1 16,0-8 0-16,0 0-13 15,0 0 9-15,0 0 3 16,0 0 2-16,0 0 16 16,0 0-14-16,0 0 0 15,0 0-3-15,0 0-1 16,0 0 0-16,0 0-11 16,0 0 11-16,0 0 1 15,0 0-6-15,0 0 9 16,0 0-10-16,0 0 14 15,0 0-5-15,0 0 0 16,0 0-2-16,0 0 0 0,0 0 1 16,0 0 12-1,0 0-11-15,0 0 14 0,0 0-15 16,15 0 5-16,-15 0-3 16,7 0-1-16,-1 0-2 15,34 0 0-15,7 0 12 16,18 0-5-16,22 0 17 15,15 0-18-15,19 0 19 16,-3 0-19-16,18 0 11 16,-3 0-16-16,7 0 0 15,-7 0 1-15,7 0 2 16,-7 0-8-16,4 0 8 16,2 8-11-16,-6 12 14 15,1-7-1-15,-1-2-6 0,-12-7-2 16,0-4 2-16,-16 0 0 15,-12 0 0-15,-12 0 5 16,-19 0-13-16,-9 0 19 16,-7-4-17-16,-5 0 12 15,5 4-7-15,-12-7 1 16,0 7 0-16,-15 0-14 16,-13 0-49-16,-6 0-82 15,-6 0-251-15</inkml:trace>
  <inkml:trace contextRef="#ctx0" brushRef="#br0" timeOffset="190333.1">11522 17646 268 0,'0'0'132'0,"0"0"-125"0,0 0 2 0,0 0-9 16,0 0 0-16,0 0 0 16,0 0 0-16,0 0 14 15,-6 0 53-15,0 0 15 16,0 0-20-16,-4 0 28 15,4 0-28-15,6 0-5 16,0 0-27-16,0 0-3 16,0 0-10-16,0 0-16 0,0 0 18 15,0 0-17-15,0 0 17 16,0 0-17-16,0 0 12 16,0 0-8-16,0 0 9 15,0 0-12-15,0 0-3 16,0 0 0-16,0 0 8 15,0 0-11-15,0 0 5 16,0 0-4-16,0 0 4 16,0 0-2-16,0 0 11 15,0 0-4-15,0 0-5 16,0 0 5-16,0 0-14 16,0 0 14-16,6 0-6 0,35 0 4 15,-1 0 9-15,6 0-11 16,10 0-6-16,3 0 3 15,0 3 0-15,3 10-2 16,-9 2-1-16,-7 6-7 16,7-1 8-16,-25 0-1 15,6-4-16-15,-15-4 18 16,-13-8-11-16,-6 0-2 16,0 1 4-16,0-5-2 15,0 8 12-15,0 3 0 16,0 14 0-16,-47 11 8 15,22 8-12-15,-15 4 7 16,12-1-3-16,10 2 2 16,-4-1 0-16,22-8 3 15,0-8 0-15,0 0-10 0,0-15 0 16,0 6 0-16,0-15-56 16,0-8-144-16,0 0-193 15</inkml:trace>
  <inkml:trace contextRef="#ctx0" brushRef="#br0" timeOffset="191057.34">11376 16274 113 0,'0'0'0'0</inkml:trace>
  <inkml:trace contextRef="#ctx0" brushRef="#br0" timeOffset="191168.43">11376 16274 268 0,'-21'-80'16'0,"14"80"-16"16,-5 0-22-16,12 0-82 15,0 0 24-15,0 0 32 16</inkml:trace>
  <inkml:trace contextRef="#ctx0" brushRef="#br0" timeOffset="193064.23">11200 16382 269 0,'0'0'2'0,"0"0"11"16,0 0 19-16,0 0-29 15,0 0 3-15,0 0 4 16,34 0 22-16,-34 0-18 15,0 0 27-15,6 0-14 16,-6 0-15-16,0 0-11 16,0 0 2-16,0 0 4 15,0 0 10-15,0 0 22 16,0 0-26-16,0 0 9 16,0 0-22-16,0 0 23 0,0 0-16 15,0 0 12-15,0 0-11 16,0 0 1-16,0 0 5 15,0-3 6-15,0-17 8 16,0 4-3-16,0-4 10 16,0-5-9-16,15-3 2 15,-15 1-7-15,0-6-7 16,7 5-4-16,-7 0-8 16,0 12 16-16,0-4-18 15,0-8 33-15,0 4-27 16,0 4-2-16,0-4 7 15,0 4-18-15,0 4 8 16,0-1-1-16,0 1 0 16,0 0 4-16,0-8-11 0,0-3 8 15,0-3-8-15,0 7 3 16,0 3-1-16,0 4 9 16,0 8-5-16,0-8 1 15,0-1-2-15,0 1-4 16,0 5-10-16,0 7 13 15,0-1 2-15,0 2-7 16,0-5 9-16,0 3-3 16,0 2-14-16,0-1-9 15,0 4 8-15,0 0 4 16,0 0 11-16,0 0-29 16,0 0 28-16,0 0 3 15,0 0 17-15,0 0-8 0,0 0 7 16,0 0 2-16,0 0 3 15,0 0-1-15,0 0-18 16,0 0-4-16,0 0 11 16,0 0-18-16,0 0 15 15,0 0-10-15,0 0 8 16,0 0-4-16,0 0 4 16,0 0 0-16,6 12 17 15,6 4-15-15,4 4 0 16,-4-9 2-16,1 17-8 15,14-3 0-15,-14-1 13 16,15 4-6-16,-3 0-4 0,9 0-3 16,-6 0 6-16,6 0-5 15,-9 1 4-15,9-6-4 16,0 5 5-16,0-7-1 16,-9 2-3-16,3 6 1 15,-4-5 4-15,10 3 2 16,-12-2-9-16,18 3 10 15,1 0-13-15,-1-4 12 16,7 9-18-16,-7-5 18 16,6-1-13-16,-5 1 5 15,-10 0-1-15,9-3 2 16,-12 3 3-16,6-4-10 16,-3-1 14-16,3-2-21 15,0 2 20-15,7-2-15 0,-1-1 9 16,-6 5-2-16,6-2 0 15,-9-2 6-15,16 2-12 16,2-7 14-16,-8 9-18 16,-4-9 10-16,13-1-3 15,-13 1 1-15,3 4-2 16,0 5 3-16,1-1 1 16,-1 7-3-16,22 5 6 15,-9 0-8-15,-7 0 13 16,7-3-14-16,-13-5 15 15,29-4-18-15,-29-4 12 16,6 5-3-16,-5 2 3 16,-17 6 0-16,4 3-2 15,13 0 0-15,-17-5-2 0,26-3 13 16,-19 1-15-16,-3-5 9 16,0 0-12-16,3 1 3 15,-9-2 3-15,18 1-1 16,-6 4 7-16,-9-8-12 15,3 4 15-15,-3-4-20 16,-4 1 23-16,-2-1-17 16,3-4 9-16,-10-1-4 15,0 1 0-15,4 1-1 16,-4-6-2-16,1 18 6 16,2-13-5-16,4 0 14 0,-7 0-18 15,16 4 12-15,-6-4-4 16,3 4 0-1,2 4-2-15,-2-4 2 0,-3 0 2 16,-10-4-3-16,10-3 4 16,-9-1 3-16,-1-4-5 15,3 0 6-15,-2 3-6 16,-1-2 5-16,4 2-3 16,-10-3-4-16,6 1 0 15,-12-5 6-15,13 0-7 16,-7-4 2-16,3 3 13 15,-9 2-11-15,6 3 12 16,1-5-11-16,-7-3 6 16,6 5-4-16,-6-5-4 0,0 0-6 15,0 0 12 1,0 4-6-16,0 0-2 0,0 3 28 16,6 1-20-16,0 9 1 15,4-5-5 1,14 4-4-16,-11 0-1 0,2-8 5 15,-2 4-10-15,-13-8 11 16,6-4-9-16,-6 0 10 16,0 0-8-16,0 0 1 15,0 0-20-15,0 0-22 16,0 0-61-16,-40 0-252 16</inkml:trace>
  <inkml:trace contextRef="#ctx0" brushRef="#br0" timeOffset="193898.17">10893 17109 61 0,'0'0'7'0,"0"0"85"0,0 0-26 0,0 0-22 0,0 0 1 16,0 0 20-16,15 0-36 15,-15 0-1-15,6 0 10 16,-6-5 15-16,0 5-10 15,0 0 28-15,0 0 0 16,0 0 4-16,0 0-42 16,0 0 0-16,0 0-33 15,0 0 17-15,0 0 8 16,7 0-5-16,11 0-4 16,16 0-16-16,13 0 55 0,15 0-23 15,18 0-2-15,-2 0-27 16,3 0 0-16,5 0-3 15,-5 0-56-15,-13-8-24 16,-9-8-129-16,-6-4 61 16,-19 8-40-16</inkml:trace>
  <inkml:trace contextRef="#ctx0" brushRef="#br0" timeOffset="194946.84">12824 17842 190 0,'0'0'34'0,"0"0"4"0,0 0 60 0,0 0-19 16,0 0-62 0,0 0 1-16,-6 0 24 15,6 0-27-15,0 0 20 0,0 0 20 16,0 0 25-16,0 0-58 16,0 0 7-16,0 0 12 15,0 0 25-15,0 12-15 16,0 4-22-16,0 9 1 15,0 11-16-15,0 12 25 16,0 15-23-16,0 14 14 16,0 12-27-16,6-6-3 15,-6 2-3-15,7-5-24 16,-7-7-48-16,0-18-152 16,0-19-126-16</inkml:trace>
  <inkml:trace contextRef="#ctx0" brushRef="#br0" timeOffset="200025.34">16341 12300 597 0,'0'0'65'0,"0"0"17"0,0 0 31 16,0 0-80-16,0 0-14 15,0 0-6-15,0 0-5 16,86 0 16-16,-39 0 37 16,27 0-7-16,19 0-23 15,34 0-19-15,41 0-9 16,40-40 4-16,18-37-2 15,3-15-10-15,-36 4 5 16,-60 16-34-16,-71 31-97 16,-62 41-319-16</inkml:trace>
  <inkml:trace contextRef="#ctx0" brushRef="#br0" timeOffset="211869">25612 12200 397 0,'0'0'180'0,"0"0"-172"0,0 0 5 0,0 0 46 0,0 0 13 0,0 0 6 16,0 0 4-16,0 0-26 15,0 0-15-15,0 0 26 16,0 0-31-16,0 0-10 15,0 0-25-15,0 0 2 16,0 0-2-16,28 8 2 16,-4 15 8-16,45 6-5 15,17 2 25-15,60 2-31 16,43-10 13-16,44-15-8 16,49-8 3-16,19-8-8 0,-1-39-2 15,-27-9-19 1,-43-5-44-16,-57 22-62 0,-55 10-188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33:29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18908 14381 107 0,'0'0'114'16,"0"0"-95"-16,0 0-2 0,0 0 4 0,0 0 17 15,0 0 18-15,0 0-9 16,0-12 2-16,0 12 10 0,0 0 25 15,0 0-21-15,0 0-38 16,0 0 6-16,0 0-26 16,0 0-5-16,0 0 8 15,0 0 0-15,0 0 6 16,0 0 20-16,0 0 3 16,6 0-7-16,0 0-10 15,16 0-5-15,3-8-8 16,3 0 2-16,0 8-14 15,-10-3 12-15,4 3-7 16,-3 0 4-16,-13 0 1 16,9 0 2-16,-2 0-3 15,-1-5 7-15,10 1-6 0,-4 0-10 16,10-4 14 0,-3 8-17-16,3 0 8 0,0 0-1 15,-3 0 1-15,3 0-2 16,-10-4 3-16,4-1-1 15,-3-1 0-15,2 6 0 16,4-9 1-16,-3 9 5 16,-4 0-9-16,4 0 6 15,3 0-2-15,9 0-1 16,6-4 1-16,-6 0-1 16,1-4 7-16,-4 8-11 15,-10-5 19-15,-2 2-24 0,3 3 18 16,-10 0-18-1,16 0 7-15,-10 0 2 0,10 0 1 16,-3 0 5-16,15 0-9 16,1 0 11-16,-13 0-8 15,12 0 4-15,-12 0 1 16,-16 0-3-16,22 0 2 16,-15 0-4-16,15 0 3 15,0 0-7-15,7 0 9 16,-4 0 0-16,-3 0-3 15,0 0-4-15,-12 0 4 16,-10 0-7-16,-6 0 6 16,0 0-1-16,16 0 13 15,-3 0-11-15,9 0 8 0,3-4-6 16,-3 0-5 0,6-4 9-16,-6 8-6 0,-4 0-1 15,-11 0-1-15,2 0-8 16,4 0 8-16,9 0-3 15,-3 0 11-15,3 0-8 16,-1 0 6-16,-2 0-5 16,3 0 2-16,-9 0-6 15,9 0 6-15,0 0 0 16,3 0-3-16,3 0 0 16,12 0 0-16,1 0 4 15,-13-8-18-15,12-9 19 16,-12 14-9-16,-6 3 5 0,-3 0-1 15,3 0 0-15,-9 0 6 16,2 0-9-16,13 0 16 16,-3 0-21-16,10 0 16 15,-1 0-9-15,0-12 1 16,1 12-2-16,-13-5 0 16,-4 5-1-16,-2 0-1 15,3 0 1-15,-3 0 1 16,12 0 4-16,-9 0-3 15,15 0 10-15,-6 0-9 16,0 0 0-16,-9 0 1 0,-3 0 1 16,5 0 1-16,-8 0-6 15,9 0 10-15,3 0-13 16,9 0 12-16,-18 0-12 16,18 0 10-16,-15 0-8 15,-3 0 4-15,-4 0-4 16,4 0 1-16,-9 0 3 15,8 0-4-15,-2 0 8 16,15 0-8-16,0 0-1 16,6 0-2-16,-15 0 4 15,9 0 3-15,-15 0-2 16,9 0-1-16,-10 0-2 16,4 0 10-16,-3 0-12 15,2 0 17-15,-2 0-20 0,9 0 17 16,6 0-12-1,-9 0 5-15,3 0-2 0,-10 0 2 16,4 5 0-16,-10-5-4 16,10 0 12-16,9 0-16 15,-3 0 11-15,0 0-6 16,-3 0 2-16,9 0 1 16,-12 0-2-16,9 0 2 15,3 0-6-15,-6 0 12 16,6 0-20-16,-16 0 27 15,10 8-26-15,-3-4 20 0,9-1-14 16,6-3 6 0,1 13 1-16,11-13-1 15,11 0-3-15,-5 0-3 16,11 0 14-16,-17 0-16 16,-5 0 17-16,-1 0-16 0,-12 4 6 15,7 0 2-15,-1 0-3 16,7 4 8-16,-1-8-10 15,7 4 12-15,0-4-11 16,2 4 9-16,4-4-10 16,-6 3 10-16,-7-3-6 15,-5 5 1-15,21-5 0 16,-22 8-1-16,-3-4 7 16,4-4-10-16,5 4 10 15,16-4 2-15,-3 0-6 16,3 0 11-16,3 0-11 0,3 0 0 15,-2 0-2 1,2 0 0-16,-16 0-3 0,1 0 7 16,3 0 2-16,-3 0-3 15,-1 0 2-15,1 0 2 16,3 0-9-16,-3 0 2 16,6 0 0-16,-4 0-2 15,4 0 6-15,-6 0 9 16,0 0-13-16,9 0 14 15,-10 0-13-15,7 0 4 16,3 0-3-16,-15 0-2 16,12 0 0-16,-13 9 0 15,10-9-4-15,-3 0 13 0,6 0-18 16,-3 0 11 0,2 0-9-16,-5-9 10 0,0 1-4 15,-4 0 2-15,4 3 2 16,6-2-3-16,3-5 1 15,3 4 7-15,-3-9-6 16,-9 10 3-16,-7-1 2 16,13 0-12-16,-18 0 5 15,-7 8 0-15,12-8-1 16,-12 8-2-16,7 0-1 16,-1 0 8-16,0 0 12 15,13-12-15-15,6-1 10 0,3 2-8 16,-16-1 0-1,1 4-3-15,-19 0 0 0,9 3-4 16,3-3 11-16,-5 8-16 16,5 0 18-16,6 0-5 15,7 0 0-15,3-4-5 16,-10 4 4-16,1-3-4 16,-13-2 1-16,-3 5-4 15,-9 0 3-15,-10 0 2 16,4 0-9-16,2-3 17 15,1 3-15-15,15-5 15 16,0 5-10-16,-6 0 1 16,18 0 0-16,-5-3 0 15,-16 3 4-15,-4 0-11 0,13 0 14 16,-9 0-11 0,15-5 9-16,-12 5-8 0,-3 0 5 15,-3 0-2-15,-16 0 0 16,13 0 1-16,-4 0-6 15,-2 0 7-15,-1 0-12 16,10 0 20-16,-10 0-16 16,16 0 13-16,-9 0-9 15,9 0 4-15,-1 0 0 16,-8 0 0-16,0 0 0 16,-10 0 7-16,3 0-4 15,1 0-10-15,15 0 10 16,-10 0-11-16,10 0 9 15,-9 0-3-15,-4 5 0 16,16-5 5-16,-9 3-10 0,-10-3 13 16,10 5-18-1,-3-2 20-15,21 2-3 0,0-2 0 16,13-3-6-16,9 0 1 16,-15 0-1-16,-1 4-2 15,-12 1 8-15,-3-5-16 16,-9 0 18-16,18 0-17 15,-6 0 20-15,7 0-9 16,5 0-3-16,1 0 7 16,24 0-7-16,-3 0 7 15,7 3-14-15,-16 2 17 0,9-5-16 16,-22 0 21-16,1 0-23 16,-7 0 16-16,-6 0-7 15,-3 0 13-15,-3 0-2 16,0 0 5-16,3 0-16 15,9 0 9-15,1 0-3 16,14 0-10-16,-2 0 14 16,-6 0-16-16,-1 0 9 15,-12 0-4-15,-3 0 0 16,-3 0 1-16,6 0 2 16,-6 0 0-16,3 0 2 15,3 0 6-15,7 0-19 16,5 0 16-16,-6 0-9 15,1 0 1-15,-7 0 0 0,-16 0-1 16,4 0 7-16,-9 0-15 16,-7 0 4-1,-6 0 2-15,6 0-40 0,-6 0 1 16,0 0-39-16,0 0-106 16,-47 0-454-16</inkml:trace>
  <inkml:trace contextRef="#ctx0" brushRef="#br0" timeOffset="5745.19">20561 9793 20 0,'0'0'141'0,"0"0"-133"0,0 0-1 0,0 0 13 16,0 0-16-16,0 0 0 0,0 0 23 15,12 0-13-15,-12 0 73 16,6 0-10-16,-6-4-19 16,0 0-42-16,0 4 31 15,0 0 23-15,0 0-36 16,0 0 1-16,0 0-32 15,0 0 10-15,0 0-8 16,0 0-10-16,0 0 3 16,6 0-3-16,-6 0-7 15,7 0 9-15,-7 0 0 16,0 0 6-16,0 0 3 16,6 0-4-16,-6 0 19 15,9 0-16-15,-9 0-3 16,6 0-1-16,7 0 11 15,8 0-9-15,-8 0 3 16,5 0 3-16,-11 0-8 0,14-4 12 16,-8 4-2-16,8 0 8 15,-14-3-8-15,17 3 4 16,-8 0-15-16,-4 0 3 16,16 0-3-16,-9 0 0 15,9-9 7-15,-10 9-1 16,16-4-9-16,-12 0 9 15,3 0-11-15,-3 0 5 16,-4 4 0-16,-5 0 0 16,2 0-9-16,4 0 6 15,9 0 3-15,-3 0-1 0,9 0 9 16,0 0-8 0,-6 0 7-16,-4 0-9 0,4 0 2 15,-3 0 0-15,3-8-4 16,0 8 9-16,-16 0-10 15,16 0 9-15,-9 0-10 16,-13 0 0-16,16 0 6 16,-4 0 3-16,10 0-2 15,-3-3-1-15,9-6-1 16,0 5-4-16,-6 0-2 16,-9 4 2-16,3 0 2 15,-4 0-6-15,-5 0 9 16,8 0-1-16,-2 0 1 0,-4 0 0 15,-2 0 0 1,5 0 0-16,4 0-3 0,-3 0 8 16,9 0-5-16,-1 0 6 15,-2 0-11-15,3 0 9 16,-3 0-4-16,-3 0 7 16,6 0-4-16,-16 0 14 15,22 0-16-15,-15 0 4 16,21 4-1-16,-6 0 3 15,19 0 0-15,-7-4-6 16,7 0-1-16,-6 0 1 16,-7 0-2-16,-12 0 9 0,-10 0-15 15,-8 0 14-15,8 0-8 16,16 0 4-16,-6 0 1 16,19 0-4-16,-7 0 0 15,-3 0 3-15,19 0-1 16,-16 0 1-16,-9 0 0 15,-3 0 21-15,0 0-17 16,-3 0 12-16,9 0-15 16,19 0-2-16,9 0-2 15,-3 0 1-15,9 0-2 16,-15 0 3-16,-1 0-10 16,-24 0 15-16,7 0-17 15,-17 0 18-15,10 0-13 0,-3 5 8 16,15-5-3-1,0 3 0-15,13-3 1 16,9 0-5-16,-3 0 4 0,3 0-3 16,-15 0-13-16,-16 0 15 15,3 0-13-15,-13 0 10 16,-21 0-1-16,0 0 5 16,0 0 0-16,19 0 6 15,3 0-13-15,-10 0 14 16,22 0-5-16,7 8 0 15,-1-4-4-15,13 0-4 16,-1-4-5-16,-5 0-9 0,-1 0 11 16,-12 0 4-16,-12 0 10 15,-16 0-12-15,1 0 14 16,-7 0-4-16,6 0 2 16,0 0-2-16,22 0 0 15,-3 0 3-15,9 0-3 16,0 0 3-16,0 0-9 15,-9 4 15-15,3 0-12 16,0-4 5-16,-4 0-4 16,-2 0-1-16,-10 0 0 15,16 0 0-15,-3 9 5 16,3-6-12-16,12-3 15 16,-15 8-16-16,3-8 17 0,6 4-16 15,0 0 12 1,-3-4-5-16,3 0 0 0,1 0 2 15,-8 0-4 1,14 0 11-16,-4 0-19 0,3 0 20 16,-12 0-18-16,0 0 13 15,-15 0-5-15,5 4 0 16,16-4 5-16,7 5 3 16,11-5-6-16,10 0-1 15,-3 0 9-15,9 0-20 16,-21 0 12-16,-13 0-4 15,-3 0 4-15,-9 0-4 0,3 0 2 16,-4 0 0 0,13 0 17-16,-3 0-15 15,10 3 9-15,14-3 0 0,-2 0-11 16,0 0 5-16,9 0-9 16,-9 0 6-16,-7 0-2 15,-12 0 0-15,7 0 2 16,-23 0-10-16,10 0 16 15,-16 0-16-15,16 0 15 16,3 0-16-16,3 0 13 16,13 0-4-16,9 0 0 15,3 0 2-15,0 0-5 16,3 0 6-16,-16 0-8 16,1 0 14-16,-7 0-16 15,6 0 16-15,7 0-13 0,15 0 4 16,-2 0 0-16,8 0 0 15,-6-3 1 1,-3-2-9-16,-12 5 16 0,-7 0-14 16,-5 0 18-16,-7 0-11 15,12 0-1-15,7 0 3 16,15 0-3-16,1 0 2 16,-4 0-10-16,3 0 16 15,-9 0-18-15,-7 0 20 16,-11 0-17-16,5 0 13 15,-5 0-7-15,14 0 2 16,-8 0 1-16,12 0-2 0,0 0 3 16,9 0-3-1,0 0 5-15,-9 0-10 0,-6 0 14 16,-7 0-17-16,-12 0 8 16,1 0 0-16,-1 0 4 15,6 0 0-15,0 0-4 16,-15 0 6-16,9 0-9 15,0 0 14-15,7 0-13 16,-1 0 11-16,6 0-1 16,1 0-4-16,-1 0 1 15,7 0 3-15,-13 0-5 16,-5 0 1-16,11 0 2 16,-6 0 7-16,1 0-11 15,-7 0 15-15,-3 0-5 16,-3 0-6-16,0 0-2 0,-10 0-4 15,16 0 0-15,7 0 2 16,5 0-4-16,1 0 7 16,-1 0-10-16,-6 0 7 15,-5 0-5-15,-11 0 3 16,17 0 0-16,-7 0 5 16,0 0 0-16,6 0-7 15,-6 0 11-15,-3 0-18 16,-3 0 18-16,6 0-14 15,-15 0 6-15,-4 0-2 0,-8 0 1 16,5 0 0-16,0 0-8 16,4 0 10-1,3-8-6-15,2 0-68 16,-21-8-153-16</inkml:trace>
  <inkml:trace contextRef="#ctx0" brushRef="#br0" timeOffset="12323.79">24517 9617 78 0,'0'0'133'0,"0"0"-28"0,0 0 15 0,0 0-37 15,0 0-50-15,0 0-5 16,0 0-15-16,0 0 15 0,0 0-25 16,0 0 1-1,0 0-3-15,0 0 24 0,0 0-8 16,0 0 24-16,0 0-10 16,0 0-20-16,0 0 4 15,0 0-15-15,0 0 0 16,0 0-3-16,0 0 3 15,0-5 2-15,0 5 15 16,0-3 0-16,0-5-2 16,6-5 3-16,13-7-18 15,3 1 11-15,-4-6-11 16,4 9 0-16,-16-7 4 16,13 10-11-16,-13 1 14 15,9-4-8-15,-8 8 1 16,-1-7-5-16,16-2 5 15,-4-7-75-15,10-9-16 16,-3 14-24-16,-10-5-25 0,-2 12-85 16</inkml:trace>
  <inkml:trace contextRef="#ctx0" brushRef="#br0" timeOffset="12689.82">24976 9115 220 0,'0'0'294'0,"0"0"-203"0,0 0 41 16,0 0-68-16,0 0-28 16,0 0-30-16,40-64-6 15,-24 44 3-15,-4 4-3 0,7 4 0 16,-4 1-1-1,4-2-38-15,9-3-110 0,-16 0 4 16,10 0-155-16</inkml:trace>
  <inkml:trace contextRef="#ctx0" brushRef="#br0" timeOffset="13022.19">25351 8674 62 0,'0'0'234'15,"0"0"-185"-15,0 0 47 16,0 0-21-16,0 0-49 16,0 0 15-16,87-116-40 15,-75 100 5-15,4-4 0 16,-10 4-12-16,6 4 2 16,-5-4-16-16,8-1-38 15,10 1-54-15,-3 1-50 16</inkml:trace>
  <inkml:trace contextRef="#ctx0" brushRef="#br0" timeOffset="13358.8">25906 8045 234 0,'0'0'92'0,"0"0"-76"16,0 0-4-16,0 0-12 15,0 0-35-15,0 0-29 16,109-173-105-16,-109 161 83 16,12-8 86-16,-12 0 95 15,0 0-68-15,0 3-27 16,0-2-102-16</inkml:trace>
  <inkml:trace contextRef="#ctx0" brushRef="#br0" timeOffset="13672.75">26381 7423 213 0,'0'0'304'16,"0"0"-304"-16,0 0-22 16,0 0-8-16,0 0-31 15,0 0-7-15,114-152 45 16,-101 127-7-16,15-6 16 15,-28 6-212-15</inkml:trace>
  <inkml:trace contextRef="#ctx0" brushRef="#br0" timeOffset="13922.65">26957 6902 201 0,'0'0'7'0,"0"0"-7"16,0 0-7-16,0 0-113 15</inkml:trace>
  <inkml:trace contextRef="#ctx0" brushRef="#br0" timeOffset="15604.81">24384 9581 53 0,'0'0'156'0,"0"0"-49"0,0 0-72 0,0 0-21 16,0 0 7-16,0 0 21 15,0 0-18-15,0 0 1 16,0 0 12-16,0 0-8 16,0 0 22-16,0 0-27 0,0 0-24 15,0-8-21-15,0 3 11 16,0-3 10-16,0 0 10 16,-10 5 33-16,4-2-6 15,-6-2 32-15,-1-1-39 16,-2-5-30-16,3 1 0 15,5 1-32-15,-14-6-14 16,14 1 32-16,-11 0 11 16,-10 8-43-16,22 4 2 15,-7-7-32-15,-2 3-45 16</inkml:trace>
  <inkml:trace contextRef="#ctx0" brushRef="#br0" timeOffset="15852.55">24384 9581 277 0</inkml:trace>
  <inkml:trace contextRef="#ctx0" brushRef="#br0" timeOffset="15937.04">24384 9581 277 0,'-363'-221'208'0,"351"205"-172"0,5 0-36 16,-8-1-117-16,-4 2 20 15,7 2 34-15,-4 10 63 16,-2-5 37-16,5-4-37 15,-8-1-57-15</inkml:trace>
  <inkml:trace contextRef="#ctx0" brushRef="#br0" timeOffset="16220.09">23674 9019 72 0,'0'0'39'0,"0"0"128"16,0 0-36-16,0 0-36 15,-28-12-43-15,15 8-15 16,7-7-37-16,0-2-9 15,0-3-5-15,6 0-61 16,-16 4-31-16,16 3 24 16,-12 6 46-16,-1 3-121 0,-14-8 44 15</inkml:trace>
  <inkml:trace contextRef="#ctx0" brushRef="#br0" timeOffset="16602.66">22939 8635 326 0,'0'0'159'15,"0"0"-135"-15,0 0 6 16,0 0-30-16,0 0-9 15,0 0-47-15,-155-53 11 16,130 37 25-16,-3 4 11 0,0-12 9 16,3 0-13-1,13-4-149-15</inkml:trace>
  <inkml:trace contextRef="#ctx0" brushRef="#br0" timeOffset="16835.95">22585 8161 85 0,'0'0'335'0,"0"0"-335"16,0 0-197-16</inkml:trace>
  <inkml:trace contextRef="#ctx0" brushRef="#br0" timeOffset="16935.58">22585 8161 464 0,'-93'-289'64'16,"59"269"-64"-16,6 0-10 15,10 4 9-15,18-12-64 16,0 15-109-16</inkml:trace>
  <inkml:trace contextRef="#ctx0" brushRef="#br0" timeOffset="17271.62">22285 7620 492 0,'0'0'19'16,"0"0"-19"-16,0 0-46 16,0 0-32-16,0 0 57 15,0 0 19-15,-109-128 4 16,97 99 21-16,-1 1 11 16,4-4-34-16,-16 4-109 15</inkml:trace>
  <inkml:trace contextRef="#ctx0" brushRef="#br0" timeOffset="17684.78">21689 7227 436 0,'0'0'76'0,"0"0"-76"0,0 0-22 16,0 0-24-16,0 0 39 15,0 0 0-15,-6-209-12 16,6 193 19-16,-22 16 33 15,-2 0-33-15,-4 0-116 16</inkml:trace>
  <inkml:trace contextRef="#ctx0" brushRef="#br0" timeOffset="51191.01">24436 9712 50 0,'0'0'240'0,"0"0"-240"0,0 0-12 0,0 0-10 0,0 0-78 16,0 0-56-16</inkml:trace>
  <inkml:trace contextRef="#ctx0" brushRef="#br0" timeOffset="51473.28">24436 9712 5 0,'-12'-15'218'0,"12"15"-89"16,0 0-87-16,0 0-42 16,0 0-7-16,0 0-20 0,0-4-29 15,0 0 24-15,0 4 29 16,0 0 3-1,0 0 44-15,0 0 45 0,0 0-26 16,0 0-61-16,0 0-2 16,0 0-69-16,0 0 0 15,0 0 4-15,0 0 65 16,0 0 29-16,0 0 12 16,0 0 11-16,0 0-21 15,0 0-31-15,12 0-24 16,1 0 20-16,-1 0 2 15,-2 0-13-15,-10 0 8 0,0-8 3 16,0 3-9 0,6-6-35-16,-6 3 30 15,0 0-18-15,0 4-117 0</inkml:trace>
  <inkml:trace contextRef="#ctx0" brushRef="#br0" timeOffset="51556">24471 9668 83 0,'0'0'27'16,"0"0"-27"-16,0 0-57 15,0 0 15-15,0 0 31 16</inkml:trace>
  <inkml:trace contextRef="#ctx0" brushRef="#br0" timeOffset="51623.39">24471 9668 7 0,'18'36'40'15,"-5"-36"4"-15,2 0-16 0,-9 0-28 16,0-3-14-16,-6-17-63 16</inkml:trace>
  <inkml:trace contextRef="#ctx0" brushRef="#br0" timeOffset="54673.83">23916 9019 83 0,'0'0'60'0,"0"0"-8"0,0 0-46 0,0 0-5 15,0 0-2-15,0 0-10 16,0-27 8-16,0 27 3 16,0-9 51-16,0 9 1 15,0-4-14-15,0 4 26 16,0 0 9-16,0 0-28 16,0-8-40-16,0 4-5 15,6-4 4-15,-6-4-11 16,12 4 14-16,-6-5-7 15,10 5 6-15,-10-3 7 16,0 3 8-16,0-4 2 16,7-1-19-16,9-2-4 15,-4-1-27-15,16-1-22 0,-12 1-3 16,-3 5-25 0,-13 7 54-16,9-1 23 0,-15 5 2 15,0 0 88-15,6-3-58 16,7-2-22-16,15-11-5 15,12 1-5-15,7-1-7 16,-16-4-13-16,15 7-30 16,-18 10-6-16,-16 3 25 15,4 0 29-15,-10 0 2 16,-6 0 46-16,13 0 12 0,2 0-41 16,-3 0 2-1,7 0-13-15,3 0-1 16,-10 0-4-16,-6 0-1 0,10 0 0 15,-10 0-5 1,6 0 4-16,7 0 2 16,-3 0-2-16,2 0 6 0,-2 0 1 15,-4 0-6-15,7 0 6 16,-13 0-5-16,16 0-1 16,-16 3 0-16,22 2 0 15,-10-5 9-15,4 3-9 16,3 2 5-16,-3-5-2 15,-10 0 1-15,10 3-4 16,-10 1-2-16,-6 0-3 16,7 5 3-16,2-9-2 0,-9 3 8 15,7 2 1-15,-1-5-3 16,-3 3 14-16,10 2-4 16,-7-2 0-16,4 6-8 15,-4 2-1-15,-5 5-6 16,-1 1 2-16,0-6-4 15,-6-6 10-15,0-2-4 16,0-3 3-16,0 0 12 16,0 5-15-16,0-1 3 15,15-1-4-15,-8 10-4 16,5 3-2-16,-6-4-12 16,4-4 17-16,-4-5-24 15,-6-3 19-15,0 0-58 16,0 0-87-16,0 0-51 0</inkml:trace>
  <inkml:trace contextRef="#ctx0" brushRef="#br0" timeOffset="69758.08">24685 7904 23 0,'0'0'99'0,"0"0"-69"0,0 0-30 16,0 0-63-16,0 0 30 15,0 0-5-15,0 0 38 16,0 0 2-16,-10-12 133 16,10 5-69-16,0-1-53 15,0 3-13-15,0 5-1 16,0 0 1-16,0-8 16 0,0-4-16 16,0 9-6-1,0-6 6-15,0 1 0 0,0 8 21 16,0 0 41-16,0 0-5 15,0 0-14-15,0 0 0 16,0 0-27-16,0 0-7 16,0 0-5-16,0 0-4 15,0 0 3-15,0 0 5 16,0 0 18-16,0 0-18 16,0 0 15-16,0 0-21 15,0 0 5-15,0 0 1 16,0 0-8-16,0 0 30 0,0 0 4 15,0 0-7 1,0 0-16-16,0 0-11 16,0 0-19-16,0 0 1 0,0 0-8 15,0 8 18-15,-12 4 4 16,-1 8 4-16,-14 4 12 16,8-4-10-1,-3 0 1-15,10-7 1 0,6-2-8 16,6-3-18-16,-7 0 2 15,7-8-4-15,-15 9 24 16,2-6 0-16,-5-3 0 16,2 8 4-16,-2 0-3 15,2 1 3-15,4-6 1 16,6 2-10-16,-1-5-3 16,-5 0 7-16,3 3 1 0,3 5 0 15,-7 0 2-15,1-3 0 16,2-1-2-16,-2-4 7 15,6 0-14-15,-7 0-4 16,13 0-11-16,0 0-33 16,0 0 33-16,0-9-3 15,0 6 25-15,0-5 14 16,-9 3-14-16,3-3 0 16,-6-4-77-16,-16 1-182 15</inkml:trace>
  <inkml:trace contextRef="#ctx0" brushRef="#br0" timeOffset="69874.7">24257 7965 14 0,'0'0'132'0,"0"0"-98"0,0 0-34 0,0 0-11 0,0 0 11 16,0 0 0-16,0-69 0 15,0 65 7-15,6-16-16 16,12 8-32-16,4-8-61 16</inkml:trace>
  <inkml:trace contextRef="#ctx0" brushRef="#br0" timeOffset="70606.7">24257 7965 145 0,'86'-165'111'15,"-73"165"-111"-15,-7-12-16 16,6 7-20-16,10-3 34 16,-9-3 2-16,2-1 2 15,-3 4 2-15,-5 0-7 16,5-4 6-16,-12 12 0 0,0 0-1 16,0 0 18-1,0 0 5-15,0 0-2 16,6 0-23-16,10 0-12 15,-16 0-13-15,18 0 9 0,-11 0 13 16,-7 0 3-16,9 0 28 16,-9 7 32-16,0 6-14 15,0-1-32-15,6-4-13 16,0-4-1-16,0 3-4 16,-6-7-20-16,0 8-2 15,0-3 22-15,13 3 8 16,-7 4 16-16,-6 0-6 15,9 8-5-15,-2-8-7 16,-7 0-1-16,0 1-2 16,0 2 7-16,0 1 6 0,0 0 37 15,0-4 22-15,0 4-31 16,0 0-19-16,0 1-5 16,0-6-16-16,0 1-2 15,6-4-37-15,-6 0 10 16,6 0 22-16,-6 0 7 15,0 4 1-15,0-4 16 16,0 5 1-16,0-1-6 16,0-9-12-16,6 5 1 15,-6-3-5-15,0-2-5 16,16 2 7-16,-16 3 4 16,6-4 20-16,-6 4-12 0,6-8 11 15,7 0-21-15,-1 0-2 16,3 0-15-16,-2 0-18 15,-1 0 29-15,4 0 6 16,-10 0 25-16,0 0-7 16,7 0 9-16,14 0-19 15,8 0-6-15,-11-16-2 16,4 4-14-16,6-8-14 16,-15 4-12-16,3 0 34 15,-10 4 6-15,0 7 13 16,-12-3 5-16,0 8 13 15,0 0-5-15,0 0-26 16,10 0-5-16,2 0-22 0,1-8 4 16,-1 0-17-16,-12-4 7 15,0-4-66-15,0 4-74 16</inkml:trace>
  <inkml:trace contextRef="#ctx0" brushRef="#br0" timeOffset="82947.07">25438 8638 156 0,'0'0'186'0,"0"0"-149"0,0 0-18 0,0 0-12 16,0 0-7-16,0 0-64 15,0 0 64-15,0 0 13 16,0 0 76-16,0 0-31 16,0 0 4-16,0 0-40 15,0 0-18-15,0 0-4 16,0 0 0-16,0 0-7 15,0 0 5-15,0 0-2 16,0 0 8-16,0 0 1 16,0 0-5-16,0 0-6 15,6 0 2-15,0 0-1 16,10 0 0-16,-10 0-11 16,-6 4 4-16,12 0 2 0,-12 0 7 15,0 0 3 1,0 0 34-16,7-4-6 0,-7 0-23 15,9 0-5 1,-3 5 6-16,7 3-16 0,-7 7 17 16,0-2-7-16,-6 3 17 15,0-5 14-15,16 1-28 16,-10-7 2-16,6-2-5 16,1 2-10-16,2 2-1 15,-9 1 11-15,0 5-4 16,16-2 11-16,-16 6-10 15,1 2 6-15,5-2 6 16,0-9-9-16,10 4-7 0,-10-8-14 16,4 0-17-16,3 4 36 15,-13 0 0-15,0 4-8 16,-6 0 20-16,0 0-4 16,15 4 17-16,-8-4 3 15,-1 4-20-15,6-8-5 16,10 0-2-16,-16 1-19 15,0-2 2-15,7 5 1 16,-4 0 16-16,-3 4-10 16,-6 9 11-16,0-10 1 15,0 6 8-15,0-6-9 16,0-2-3-16,0 6-1 16,0-2-10-16,0 2-1 15,6-2-9-15,-6-1 24 0,0-1 1 16,0 1 12-16,0-3 19 15,0-5-23-15,0 4-3 16,0-9-5-16,0 14-2 16,0-6-11-16,0 10 10 15,0-6-2-15,0 10 0 16,0-1 4-16,0 1 9 16,0-2 22-16,0 1-3 15,-6 1-17-15,6-2-4 16,-15-2-8-16,2-6 2 0,13-15-2 15,0 0-5-15,0 0-73 16,0-12-112-16</inkml:trace>
  <inkml:trace contextRef="#ctx0" brushRef="#br0" timeOffset="84095.83">26743 8461 7 0,'0'0'354'0,"0"0"-298"0,0 0-40 0,0 0-16 0,0 0-5 16,0 0-21-16,-49 85 4 15,49-73 21-15,0-9 1 16,0 10 4-16,0 10 62 16,-13 6 16-16,-5 3-29 15,-4 0-27-15,10-4-17 16,-1 0-8-16,4 0 7 15,9-3-7-15,-12 7 16 16,12 0-1-16,0 0-1 16,-13 4 1-16,1 4 5 15,12 0-8-15,-16 0-10 16,4-8-3-16,12-4-1 16,0-11 1-16,0-1-8 0,0-4 6 15,0 4 4-15,-6 0-2 16,6 4 7-16,-7-9 0 15,7-2-7-15,0-6-1 16,0-3-21-16,0 0-7 16,0 0 21-16,0 0 1 15,0 0 7-15,0 0 17 16,0 0 5-16,0-3-2 16,0-9-20-16,0-4-11 15,0-9-11-15,0-6-3 16,7-2-20-16,-1-3 7 15,12 4 20-15,-8 0 14 0,2 4-16 16,1-4-7-16,-13-1-32 16,0 2-97-16,12-10-120 15</inkml:trace>
  <inkml:trace contextRef="#ctx0" brushRef="#br0" timeOffset="84927.71">26988 8342 87 0,'0'0'81'0,"0"0"-57"0,0 0-5 0,0 0-9 0,0 0-10 16,0 0-6-16,103 23-34 16,-91-2-16-16,0-6 56 15,-5-7 39-15,-7 5 23 16,0 3-13-16,0 4 23 15,0 8 23-15,0 4-42 16,0 0-33-16,0-4 2 0,0-4-5 16,-13-4 12-16,-5-4-7 15,-10-4 33-15,-6-4-16 16,9 5 22-16,-22-6-25 16,13 9-12-16,-12 0-12 15,-10 4-12-15,9 4 0 16,1 4 1-16,-1-8-5 15,7 1 8-15,21-18-8 16,4-3 2-16,15 0-4 16,0 0-17-16,0 0-12 15,0 0-34-15,0 0 51 16,28-16 14-16,0 1 8 16,12-6-8-16,0 1 6 0,7-8-6 15,12 4-22-15,0 4-33 16,-19 12 2-16,-12 8-1 15,-22 0 23-15,0 0 35 16,-6 0 13-16,0 12 21 16,16 4-12-16,-4 0-19 15,-12 1-6-15,13-6-44 16,2 6-24-16,-9-1 39 16,-6 0 26-16,0 4 6 15,0-9 25-15,0 1 45 16,0 1-61-16,0-5-3 15,0 4-2-15,0-1 7 0,-21 6 32 16,2-1 16 0,-21 0 22-16,-1 0-11 0,-5 0 7 15,-1 0-51-15,1-3 23 16,6-2-3-16,-7-3-15 16,7 0-20-16,6 1 6 15,-13 2-17-15,25 1 0 16,4-7-2-16,12-5-54 15,6 0-130-15,0 0-235 16</inkml:trace>
  <inkml:trace contextRef="#ctx0" brushRef="#br0" timeOffset="89981.2">22939 9532 163 0,'0'0'56'0,"0"0"-56"0,0 0-2 0,0 0 2 0,0 0 6 16,0 0 24 0,0 0 58-16,-6 0-25 0,6 5-12 15,0-5-42-15,0 0-9 16,0 0-2-16,0 0 2 16,0 0 27-16,0 0 16 15,0 0 0-15,0 3-9 16,0 1-7-16,0 1-27 15,0-2 0-15,0-3-7 16,0 8-1-16,0-3-10 16,0-2 18-16,0 2-1 15,0-2 3-15,0 6 0 16,0-1 1-16,0 0-6 16,0-8 3-16,0 0-21 0,0 0-62 15,0 0 66 1,0 3 17-16,0-3 10 15,0 8 5-15,0-3-9 0,0 7 3 16,0-4-2-16,0 4-7 16,0-8 4-16,0 0-2 15,0 0-2-15,0-4 17 16,0 0 6-16,0 0 11 16,0 0-4-16,0 0-30 15,0 0 0-15,0 0-32 16,0 0 11-16,6-4 21 15,0-4 1-15,-6-4 8 16,0-1 1-16,6-2-10 0,-6-9 0 16,6-9-4-16,10 5-21 15,3 0 1-15,-19 0-1 16,21 4 22-16,-21 8 6 16,0 1 18-16,0-2-4 15,0-3 0-15,0-9-16 16,0 6 6-16,6-1-14 15,7 7 11-15,-7 6-9 16,0 3 10-16,10-4-4 16,2-4 1-16,4-4-2 15,25-4 0-15,-23-4-4 16,32-5-6-16,-25 2-11 0,-3 2 21 16,0 9-12-16,-16 12 10 15,1 0 4-15,-13 4 7 16,22 1-9-16,-10-2 0 15,10 1 0-15,-4-4-7 16,16 4 6-16,-9-8-18 16,9 4 12-16,-6 4-79 15,12-4-57-15,-15 0-55 16</inkml:trace>
  <inkml:trace contextRef="#ctx0" brushRef="#br0" timeOffset="91056.64">21950 8895 12 0,'0'0'44'0,"0"0"52"0,0 0-14 0,0 0-16 15,0 0-24-15,0 0-5 16,65-16 6-16,-50 11-16 15,-8 5 14-15,-1-3-8 16,6 3 9-16,-3 0-22 16,-9 0 22-16,7 0-20 15,5 8 18-15,-6 16-6 16,16-1-18-16,-16 10 0 0,13-13-13 16,-4 0 0-1,4 0 2-15,-19-8-10 0,6 4 3 16,10-4 2-16,-16-7-82 15,0 2-167-15</inkml:trace>
  <inkml:trace contextRef="#ctx0" brushRef="#br0" timeOffset="91822.97">22043 9280 138 0,'0'0'12'0,"0"0"55"0,0 0-2 0,0 0-8 16,0 0 27-16,0 0-32 15,52-108-25-15,-36 83-14 16,-10 1 14-16,19 4-11 16,-3-4 6-16,6-4-12 15,3-4 3-15,9-12 10 16,28-13 19-16,-3 2-12 0,10 2-23 16,-7 6-5-1,-15 14-2-15,-1 10-28 16,-24 6-9-16,3 13 0 0,-15 4-11 15,-10 0-17-15,-6 13 51 16,0-2-131-16</inkml:trace>
  <inkml:trace contextRef="#ctx0" brushRef="#br0" timeOffset="104561.28">15454 12560 257 0,'0'0'66'0,"0"0"-26"0,0 0-32 0,0 0 17 0,0 0 33 16,0 0-9-16,0 0-5 15,0-8 1-15,0 8 60 16,0 0 8-16,-10 0-27 16,10 0-56-16,-6 0-1 15,0 0-26-15,6 0 3 16,0 0 0-16,0 0-6 15,0 0 1-15,0 0 11 0,0 0 4 16,0 0-9 0,0 0-1-16,0 0-6 0,0 0-4 15,0 0-26-15,6 0 18 16,35-8 2-16,5 8 10 16,7-4 0-16,27 1 9 15,7-5-7-15,22-5 8 16,24-7-9-16,13-4 7 15,21-8-16-15,7 4-8 16,-7 7 4-16,-5 6 7 16,-7 15-3-16,-16 0 7 15,1 0-2-15,-1 20-6 16,-5 5 18-16,14-10-18 16,-2 1 0-16,15-8 2 0,-6-4-7 15,-3 8-15-15,-3-8-44 16,-22-4-19-16,-9 8 38 15,-31-8-108-15</inkml:trace>
  <inkml:trace contextRef="#ctx0" brushRef="#br0" timeOffset="105993.61">16341 12364 61 0,'0'0'51'0,"0"0"-3"0,0 0 0 0,0 0-20 0,0 0 69 16,0 0-11-16,0 12-51 15,0-12-5-15,0 0-12 0,0 0-2 16,0 0-16-16,0 0 0 15,0 0-6-15,0 0 4 16,0 0 4-16,6 0 22 16,-6 0-8-16,0 0 25 15,0 7-22-15,0-2-19 16,0 3-10-16,0-4 10 16,0 8-5-16,9-12 8 15,-9 4-3-15,0-4 7 16,6 0 18-16,-6 0 12 15,0 0-20-15,0 0-7 16,0 0-8-16,0 0-2 0,0 0-21 16,0 0 21-16,0 0 0 15,0 0 8-15,0 0 5 16,0 0-11-16,13 0-2 16,-1-25 0-16,22-2-21 15,-12-5-6-15,-10 0 16 16,16 4 5-16,-9 0 5 15,-7 3 2-15,4 1 10 16,-16 4 10-16,6 4-21 16,6-7 0-16,16-2-1 0,3-3-22 15,10 0-31 1,-1-8 20-16,6 12-27 16,-5-4 24-16,-7 4 16 0,-6 7 21 15,-3 1 13-15,-4 4 0 16,4 1-12-16,9-2-1 15,0-10-13-15,0 7-30 16,19-17 7-16,-6 13-76 16,5 0-40-16,-5 12 94 15,-26 5 58-15,-8 3 58 16,-7 0 44-16,10 0-17 16,8 0-83-16,11 0-2 15,5 0-14-15,6 0 12 16,1 0-2-16,6 0-4 15,-4 0 8-15,-9 31 9 0,-9 5 18 16,16-8-17-16,-7-7-10 16,-6-6-13-16,7-7-31 15,-20 0 29-15,-21 9 15 16,0-1 24-16,0 20 61 16,0 8 1-16,0 4-59 15,-15 4-3-15,3-4-18 16,-1-7 12-16,4-5-14 15,9-8 1-15,0 4 16 16,0-4 0-16,0 3-6 16,-13 2-7-16,13 3-8 15,-6-3-35-15,-6-14-38 16,2-15-382-16</inkml:trace>
  <inkml:trace contextRef="#ctx0" brushRef="#br0" timeOffset="106792.57">17184 12376 268 0,'0'0'193'0,"0"0"-190"0,0 0-3 0,0 0-9 16,0 0 2-16,0 0 7 15,-68 0 55-15,68 0 18 16,0 0 11-16,-6 0 13 15,6 0-45-15,0 12-51 0,0 0 7 16,0 4-8-16,0-4 5 16,0-4 3-16,0-4-16 15,6-4-2-15,0 0 5 16,-6 0-2-16,0 0 7 16,0 0-6-16,0-4 5 15,0 0-1-15,0 4-7 16,0 0 4-16,0 0 10 15,0 0-8-15,-6 16 5 16,0-4-2-16,-1-8 0 16,7-4-8-16,0 0-37 15,0 0-41-15,0-4 85 16,0-4 2-16,13-4 16 0,-13 12-17 16,6 0-4-1,-6 0-69-15,0 0-75 0,0 0-240 16</inkml:trace>
  <inkml:trace contextRef="#ctx0" brushRef="#br0" timeOffset="107858">16768 10435 246 0,'0'0'130'0,"0"0"-123"0,0 0-4 0,0 0 1 0,0 0 11 15,0 0 23 1,0 229 3-16,7-182-1 0,-7-6 38 16,0-10 17-16,0-6-70 15,9-14-20-15,-9-11 1 16,0 0-6-16,0 0 2 16,0 0 25-16,0-36-1 15,0-19-26-15,-22-9-6 16,-6-13-4-16,16-3-5 15,-7-4-14-15,19 4-1 16,0 8-34-16,0-9-1 16,19 13 31-16,27-4-45 15,1 8-60-15,0 23-73 16</inkml:trace>
  <inkml:trace contextRef="#ctx0" brushRef="#br0" timeOffset="108390.72">16976 10010 85 0,'0'0'103'16,"0"0"-90"-16,0 0-13 15,-34 236 5-15,0-180-2 16,-3-7 37-16,9-10 1 16,6-14-3-16,10-17-30 15,12 0 61-15,0-4 18 16,0-4-69-16,0 0-6 16,40 0-7-16,0 0-10 15,7 4-8-15,-13 16 8 16,-6 4 5-16,-16 4 5 15,1 4 78-15,-1 0-43 0,10-7-8 16,-4-10-32 0,10 9 11-16,0-8-10 0,13 1 24 15,-10-1-20-15,-10-12-3 16,-8 4-2-16,-7-5 5 16,-6-3 4-16,0 0-9 15,0 0 0-15,0 0-10 16,6 0-1-16,3-23 11 15,4-21 26-15,5-9-2 16,4-2-24-16,3-2-1 16,9 9-4-16,6 7-37 15,-6 2-62-15,13 11 55 16,-28 12 26-16,2 7-5 0,-8 9 11 16,-13 0 4-16,0 20 13 15,0 24 94-15,0 13-11 16,0-6-26-16,0-2-24 15,15-9-25-15,-9-8 37 16,-6-4-43-16,0-3 4 16,0 3-3-16,0-4-1 15,0-1-2-15,0-6-7 16,0-9-53-16,0-8-105 16,0 0-26-16,0-8-115 15</inkml:trace>
  <inkml:trace contextRef="#ctx0" brushRef="#br0" timeOffset="108558.12">17311 10559 815 0,'0'0'2'0,"0"0"9"0,0 0-22 0,0 0-23 0,354-8-93 15,-280-8 7-15,-21 0-157 16</inkml:trace>
  <inkml:trace contextRef="#ctx0" brushRef="#br0" timeOffset="108973.63">18232 10315 220 0,'0'0'0'15,"0"0"-85"-15,0 0 85 16,0 0 73-16,0 0-29 15,0 0 67-15,-71 92-31 0,71-76-47 16,0 8-14 0,18-4 30-16,29 8-17 0,-13 5 14 15,19-2-37-15,-19-3-6 16,0-4 1-16,-22-7-4 16,-12-14 3-16,0 2-3 15,0-2 50-15,-28-3-5 16,-24 8-45-16,-29 4 5 15,0 4-15-15,4 4 5 16,9-12-27-16,27 0 14 16,29-8-36-16,12 0-76 15,0 0-113-15</inkml:trace>
  <inkml:trace contextRef="#ctx0" brushRef="#br0" timeOffset="109274.71">18694 10571 287 0,'0'0'106'16,"0"0"-41"-16,0 0-1 15,0 0-4-15,0 0-35 16,0 0 3-16,273 65-7 15,-239-65-20-15,12-8 39 16,-5-28 6-16,-1-5 9 0,-18-3-52 16,-16 4 24-16,-6-4-27 15,0 11-46-15,-40 14-81 16,-47 19 0-16,-22 0 66 16,-8 19-54-16,-20 26-207 15</inkml:trace>
  <inkml:trace contextRef="#ctx0" brushRef="#br0" timeOffset="109957.87">17978 9668 361 0,'0'0'80'0,"0"0"-56"0,0 0 40 16,0 0-17-16,0 0-25 0,0 0 0 15,248 0-22 1,-220 8-15-16,6 9-11 0,3-9-37 16,3-5-157-16</inkml:trace>
  <inkml:trace contextRef="#ctx0" brushRef="#br0" timeOffset="110157.89">17978 9668 374 0,'142'-164'82'15,"-117"168"-79"1,9-4-3-16,-6 0-125 15</inkml:trace>
  <inkml:trace contextRef="#ctx0" brushRef="#br0" timeOffset="110855.99">17559 8967 410 0,'0'0'140'0,"0"0"-69"0,0 0 7 0,0 0-46 0,0 0-21 15,0 0-11-15,0-224 1 16,19 144-1-16,9-9-21 16,-4 9-12-16,-8 11-28 15,-4 22-128-15,-12 19 25 16,0 20 52-16,0 8 112 15,0 0 26-15,0 0 81 16,-12 19 16-16,-16 9-41 16,-6 8-19-16,-13 5-31 15,7 11-32-15,-13 4-17 16,32 0-108-16</inkml:trace>
  <inkml:trace contextRef="#ctx0" brushRef="#br0" timeOffset="111488.71">18179 8874 348 0,'0'0'72'0,"0"0"40"0,0 0-5 0,0 0-82 0,0 0-8 0,0 0-17 15,-12-75 19-15,12 47-15 16,0-5 38-16,12 5 13 16,-12-4-41-16,0-8-5 15,0-1-9-15,0-6-3 0,-40 3-90 16,-25 8 85-16,3 11 1 16,3 10 7-16,12 10 18 15,1 5 42-15,-1 0-34 16,13 0-24-1,6 0 1-15,28 20 0 0,0 13-6 16,0 3 6-16,0 4 9 16,62 0-12-16,4 4 0 15,14 4 0-15,1 4 2 16,-16 0 1-16,-3-7 4 16,-16-6-10-16,-5-10 7 15,-16-14-8-15,-16-2-2 16,3-9 6-16,-12 0 1 15,0 0 34-15,0 0 19 16,-12 0-34-16,-28 4-20 0,-1-8-5 16,7 0-23-16,12 0-67 15,22 0-100-15,0-20-42 16</inkml:trace>
  <inkml:trace contextRef="#ctx0" brushRef="#br0" timeOffset="111822.37">18682 8854 269 0,'0'0'111'0,"0"0"-16"0,0 0-53 0,0 0-38 16,0 0 39-16,0 0-11 15,71-11 40-15,-43-17-7 16,-16-5 15-16,4-3-45 16,-16 0-8-16,0 8-19 15,0 0-8-15,0 12 0 16,-28 0-16-16,-25 8-26 16,-21 8-67-16,-1 0 43 15,-12 0 66-15,29 28-2 16,5 1 2-16,25-14-49 15,28-15-1-15,0 0-141 16,12 0-149-16</inkml:trace>
  <inkml:trace contextRef="#ctx0" brushRef="#br0" timeOffset="112104.69">19255 8414 192 0,'0'0'2'0,"0"0"30"0,0 0-2 15,0 0-10-15,0 0-2 16,0 0 13-16,242-193 2 15,-242 176 27-15,-34 14 12 16,-25 3-72-16,-9 0-3 16,0 44-2-16,9 8 4 15,18 1-21-15,23-9-160 16</inkml:trace>
  <inkml:trace contextRef="#ctx0" brushRef="#br0" timeOffset="122248.73">14697 15813 351 0,'0'0'82'0,"0"0"-70"0,0 0-5 0,0 0 4 0,0 0-6 16,0 0-5-16,0 0 20 16,-28 0-1-16,28 0 52 15,0 0-15-15,0 0-22 16,0 0-32-16,0 0 22 15,-6 0-4-15,6 0 20 16,0 0-12-16,0 0-5 16,0 0 3-16,0 0-13 15,0 0 3-15,0 0-10 16,0 0-5-16,0 0 9 16,0 0-4-16,0 0 1 15,0 0 8-15,0 0 0 16,0 0-12-16,0 0-6 15,0 0 1-15,0 0 0 16,0 0-1-16,0 0-6 0,0 0 11 16,0 0-2-16,0 0 0 15,0 0 1-15,0 0 7 16,0 0 0-16,0 0-16 16,0 0 7-16,0 0-3 15,0 0-1-15,0 0 0 16,0 0 4-16,0 0 1 15,0 0-1-15,0 0 2 16,0 0-6-16,0 0 10 16,0 0-6-16,13 0 10 15,2 0-17-15,10 0 10 16,-3 7-3-16,-4-7 1 0,-2 13-7 16,-10-9 4-16,0 9 4 15,0-7-8-15,0-1 13 16,10 7-16-16,-4 1 16 15,1-2-12-15,8 1 5 16,4 12 1-16,9 4 0 16,7 5 7-16,-1 6-14 15,-6 2 4-15,-9-2-2 16,-10 2-107-16,-15-9-76 16,0-5-200-16</inkml:trace>
  <inkml:trace contextRef="#ctx0" brushRef="#br0" timeOffset="122796.62">14858 16783 314 0,'0'0'24'0,"0"0"5"0,0 0-18 0,0 0 108 0,0 0-54 0,0 0-41 16,-21-60 45-16,21 12-25 16,0-21 10-1,34-26-19-15,53-29-29 0,12-5-8 16,9-11 13-16,4 8-22 16,-22 27-16-16,-31 33-30 15,-25 36-61-15,-15 36-43 16,-19 0-256-16</inkml:trace>
  <inkml:trace contextRef="#ctx0" brushRef="#br0" timeOffset="123296.73">15900 15969 437 0,'0'0'281'0,"0"0"-245"0,0 0 15 0,0 0-15 0,0 0-28 16,0 233-4-16,0-165 20 16,0 5-21-16,0 2 15 15,0-3-16-15,0 1 12 0,0-9-14 16,0-11-4 0,0-17-23-16,0-21-45 0,0-15-13 15,0 0-12-15,-6 0-22 16,-34-28-127-16</inkml:trace>
  <inkml:trace contextRef="#ctx0" brushRef="#br0" timeOffset="123495.08">15460 16387 497 0,'0'0'74'0,"0"0"-59"15,0 0 38 1,0 0 13-16,0 0 13 16,0 0-30-16,301-41-32 15,-249 33-17-15,1-7-43 0,-6 7-80 16,-7-1-156-16</inkml:trace>
  <inkml:trace contextRef="#ctx0" brushRef="#br0" timeOffset="124127.88">17243 15894 541 0,'0'0'63'16,"0"0"-57"0,0 0 25-16,0 0-26 0,-34 236-4 15,21-184 6 1,-27-4-7-16,-13 4 8 0,-40 4-8 16,0-7 20-16,-28-13-18 15,-6-13 25-15,6-18-4 16,16-5 29-16,24 0-36 15,19-45-16-15,31-15-11 16,10-4 11-16,21-5 10 16,0 2 2-16,0 7 7 15,12 7-2-15,22 30-8 16,-22 10-1-16,4 13-8 16,-4 0-14-16,10 5 14 0,9 34 41 15,25 10-7-15,9 15 0 16,16 0-20-16,5-8 10 15,7-7-22-15,-6-13-2 16,0-16-13-16,-6-4-22 16,-7-16 16-16,1 0-34 15,-10 0-14-15,-13-13-65 16,-17-15-7-16,5-3-394 16</inkml:trace>
  <inkml:trace contextRef="#ctx0" brushRef="#br0" timeOffset="124594.59">17919 15941 316 0,'0'0'76'0,"0"0"22"0,0 0 19 0,0 0 14 16,0 0-35-16,0 0-39 15,99 205-29-15,-83-157-19 16,-16-4 4-16,0 8-6 15,0-4 0-15,0 9-4 0,0-6-6 16,0-7-27 0,0 0-23-16,0-19-144 0,0-17-114 15</inkml:trace>
  <inkml:trace contextRef="#ctx0" brushRef="#br0" timeOffset="124827.47">17751 16258 316 0,'0'0'253'0,"0"0"-253"16,0 0 0-16,0 0 3 0,0 0 14 15,0 0-13-15,221-32 49 16,-187 32-40-16,6 0 22 15,6 0-35-15,1-8-3 16,15-16-118-16,-9 0-188 16</inkml:trace>
  <inkml:trace contextRef="#ctx0" brushRef="#br0" timeOffset="125743.5">18827 15773 518 0,'0'0'161'0,"0"0"-107"16,0 0 43-16,41 229-56 16,-7-145-24-16,0 7-15 15,6 6 11-15,0-1-10 16,-2 13 5-16,-17-9 12 15,-2 1 20-15,-10-1-24 16,-3-17-8-16,-6 2 11 16,0-17-18-16,0-8 0 15,0-7 9-15,0-17-10 16,0-9 13-16,0-15-14 16,0-7 3-16,0-5-2 15,-27 0 0-15,-8 0 0 16,4-20-2-16,4-24-8 15,5-17-2-15,9-19 24 0,13-12-16 16,0-17 8-16,0-7-8 16,0-8-9-16,0 4-19 15,0 7-6-15,0 13-12 16,0 20 40-16,0 20 20 16,7 20-9-16,8 3 2 15,4 13-3-15,9 4 0 16,-10 9-18-16,10 3-31 15,-9 8-15-15,9 0 48 16,12 0 16-16,0 0 8 16,1 0 6-16,5 0-12 15,-21 0-2-15,-3 11-1 16,-10 5-6-16,-12 9 7 16,0-2 50-16,0 13-17 0,-46-7-8 15,-1 3-24-15,1-4-2 16,11-8 6-16,7-8-7 15,16-4 4-15,6-8-4 16,6 0 0-16,0 0-46 16,0 0-87-16,6-13 40 15,34 2 93-15,1-1 4 16,5 12 6-16,7 0 10 16,9 0 18-16,3 0-22 15,-9 12-7-15,-10-4-7 16,-27 0 2-16,-19 4-4 0,0 4 4 15,0 12 79-15,-59 13-40 16,-15-5-14-16,-7-5-2 16,-12-15-10-16,12-8-15 15,16-8-3-15,9 0-99 16,44-8-143-16,12-31-134 16</inkml:trace>
  <inkml:trace contextRef="#ctx0" brushRef="#br0" timeOffset="126209.09">20511 16218 461 0,'0'0'74'0,"0"0"16"0,0 0-47 0,0 0-43 16,0 0 0-16,0 0-26 16,248 25-100-16,-226-25-119 15</inkml:trace>
  <inkml:trace contextRef="#ctx0" brushRef="#br0" timeOffset="126412.52">20511 16218 572 0,'-65'-196'32'16,"99"196"12"-16,25 0 4 15,0 0-48-15,9 0-2 16,0-25-129-16,-21-11-378 0</inkml:trace>
  <inkml:trace contextRef="#ctx0" brushRef="#br0" timeOffset="127109.59">21602 16563 410 0,'0'0'49'0,"0"0"-49"0,0 0 0 0,0 0 9 0,0 0 46 15,0 0 55-15,0-29 15 16,0-18-88-16,-15-30 26 16,15-18-27-16,0-26-25 15,0-12-11-15,40 2-14 0,16 10-19 16,-9 21-18 0,-7 31 16-16,-9 25 35 0,-16 28 2 15,-8 12 2-15,-1 4 15 16,-6 0-19-16,0 0 0 15,0 4-29-15,0 36-47 16,-47 16 17-16,-5 8 28 16,-10 9 19-16,9 0-79 15,6-14-144-15</inkml:trace>
  <inkml:trace contextRef="#ctx0" brushRef="#br0" timeOffset="127659.77">22043 16330 174 0,'0'0'555'0,"0"0"-519"0,0 0-26 15,0 0-1-15,0 0-8 16,0 0-1-16,207-233-4 0,-160 174-20 16,-13-2-5-16,-21 1 26 15,-7-4-8-15,-6-8 11 16,0 0-7-16,0-5-45 15,0 13-26-15,-34 12 3 16,-4 24-11-16,4 16 79 16,-12 12 7-16,12 0 94 15,6 0-50-15,9 32 23 16,19 0-49-16,0 16 32 16,0 9-26-16,0 7-7 15,34 0-15-15,13 0-2 16,5 0 0-16,1-4-13 15,0-8 7-15,3 1-8 16,-4 11 12-16,-24-4-7 0,-9 0 9 16,-19-4 9-16,0-16 4 15,0-4 13-15,-19-20-25 16,-21-16-1-16,-10 0-51 16,4 0 46-16,-7-28-7 15,13 1-65-15,0 7-103 16</inkml:trace>
  <inkml:trace contextRef="#ctx0" brushRef="#br0" timeOffset="127942.4">22806 16406 646 0,'0'0'47'0,"0"0"-18"0,0 0-1 0,0 0-9 16,446-104 23-16,-359 20-34 15,-13-4-8-15,-46-1 2 16,-22 9-1-16,-6 13-1 16,-6 6-12-16,-56 17 9 15,-9 11 3-15,-19 25 0 16,-3 8-42-16,6 0-42 15,-6 49 25-15,19 15-38 16,9-3-220-16</inkml:trace>
  <inkml:trace contextRef="#ctx0" brushRef="#br0" timeOffset="128257.55">23801 15620 565 0,'0'0'83'0,"0"0"-64"15,0 0-3-15,0 0 24 16,0 0 15-16,394-172-38 15,-332 112-10-15,-38 16-2 16,-24 3 12-16,0 5 48 16,-52 13-65-16,-23 15-38 15,4 8 38-15,-16 8-6 16,7 51-14-16,-7 21-20 16,6-3-90-16,28-21-525 15</inkml:trace>
  <inkml:trace contextRef="#ctx0" brushRef="#br0" timeOffset="133503.79">25057 10371 211 0,'0'0'292'0,"0"0"-292"0,0 0-1 0,0 0-10 0,0 0 11 0,0 0 0 15,0-25 7-15,0 25 24 16,0-3 38-16,0 3 52 16,0 0-45-16,0-5-44 15,-25 2-27-15,9-1-7 16,-9-9 4-16,-2 10 1 15,2-10-2-15,-16 1-1 16,1 1 20-16,0-2-19 16,-7 9 27-16,-8-4-3 15,14 8 26-15,1 0-38 16,9-3-1-16,-3-5-12 16,-7-9-7-16,14 1-29 0,-14-4 8 15,4 4 28-15,-19 4 4 16,4 4 14-16,-17 8-16 15,-2 0 12-15,-3 0-6 16,-1 0-2-16,22 17-1 16,1-10-2-16,24-3-3 15,-6-4-5-15,15 4 2 16,-9 0-5-16,3 5 2 16,-9 7 3-16,-12 4 1 15,5 7 2-15,1 1 0 16,-6 0-1-16,12 0 2 15,-1-3-3-15,-5-1-11 16,9-1 9-16,-15-2 2 16,12 2-1-16,6-2-2 0,-19 7 5 15,7 8 3-15,-7 0-3 16,-5 9 0-16,5 2 5 16,-9-3-19-16,19 4 27 15,-3-7-19-15,-16-2 11 16,31-1-5-16,-21-2 0 15,12 0 0-15,6-5-2 16,-7 10 5-16,4-10-10 16,-9 18 7-16,-16-1-9 15,19-4 11-15,-3 8-6 0,6-4 4 16,0 1-1 0,6 6 0-16,-3-7-1 0,15-4-4 15,4-8-12-15,-1-8 16 16,-2 1-6-16,9 3 3 15,-13 8 10-15,-9 8-4 16,3 4-1-16,-3 12 3 16,-6 0-8-16,16-3 6 15,-4-17-10-15,16-4 10 16,6 0-5-16,0-7 8 16,-19-2 1-16,10 10 4 15,-16 7 1-15,3 7-7 16,4 6 4-16,-4-5-13 15,10 4 15-15,-1 1-12 16,7-14 12-16,6 9-7 0,-9-7 4 16,9-5-6-16,0 4 0 15,0 4 3-15,-6 9-3 16,-13 2 7-16,13 6-3 16,6-10 3-16,0-10-6 15,0 7 0-15,0-16-2 16,0 0 2-16,6 0 0 15,13-3 6-15,9 3-6 16,-1 7-1-16,4 2 9 16,4 3-19-16,-1 4 20 15,-6-4-20-15,-16 4 12 0,0-8-2 16,-12-7 7-16,0-9-5 16,0-9-2-16,0-6 5 15,13-1-16-15,2 4 8 16,-2 4 0-16,8-4-4 15,-2 0 4-15,0 8 5 16,2 1-2-16,-2-1 0 16,3 0 1-16,2 3-9 15,4-2 2-15,6-9 2 16,7 8-18-16,-1-9 17 16,7-2 10-16,-1 7-5 15,-6 4 0-15,13-4 2 16,15-4-4-16,-9 3 7 15,16-2-15-15,-16-1 15 0,9 0-12 16,-9 0 9-16,-25-4-5 16,12 0 6-16,-12 4-1 15,7-4 4-15,-1 4-2 16,7-4-4-16,-1-7 10 16,7-6-14-16,6 2 8 15,3-5 12-15,3 0-10 16,9 0 14-16,-6 0-10 15,-15 16-7-15,22-1-6 16,-17 9 4-16,11-7-5 16,-10-1-1-16,9-4 1 15,-15-1 8-15,-1-3-4 0,1 5 1 16,3-1 10 0,9 4 0-16,-3-4-11 0,9 1 0 15,10-10-3-15,-1-3 3 16,1 0-20-16,0 0 14 15,-10 0 12-15,3 0 2 16,1 0 1-16,-1 0 3 16,13 0-4-16,6 0-4 15,0 0-7-15,13-3 10 16,-20 3-14-16,10 0-7 16,-15 0 12-16,-16 0-5 15,10 11 7-15,-10-3 4 16,9-8-4-16,1 4 0 0,24-4 3 15,0 0-5 1,10 0 12-16,-16 0-16 0,6 4 9 16,-3 5-3-16,-9-6 0 15,-7 2 4-15,-8-5-4 16,-10 7 1-16,-3-7-7 16,-13 4 12-16,16 0-12 15,-15-4 12-15,-7 4-5 16,6-4-1-16,-15 0-1 15,10 0 0-15,-1 0-10 16,0-27 6-16,13-18 4 16,-3-7-8-16,-4 11 18 0,-15 5 1 15,-3 13 1 1,-16 10 20-16,4-6-9 0,3-14-12 16,9-7-7-16,-4-24 2 15,4-12-10-15,0-13-27 16,-15 1-5-16,-1 12 8 15,-6 16 29-15,-6 16 10 16,0 8 13-16,0-4 11 16,-18-1-24-16,-10-11 4 15,-13-12-8-15,1-3-12 16,15 2-4-16,3 5 7 16,10 12 6-16,-7 0-5 15,4 4 2-15,-4-1-3 0,-2 1-11 16,-10-8-19-1,-3-4 14-15,-1 0-16 0,-5 4 24 16,0 3 11-16,6 10 19 16,3 3 3-16,-3 3 21 15,-7 2-6-15,7-10-24 16,-6-3-13-16,-13-12-21 16,19-8-2-16,-19 0-10 15,1 7 33-15,5 1 0 16,-9 24 0-16,10 0 8 15,-1 8 22-15,-5-4-16 16,-1-5-14-16,6-3-5 16,-8-11 5-16,-4-1 7 15,-10-1-1-15,-2 5-10 0,3 13 8 16,9 6-4 0,-3 9 13-16,9-8-1 0,1-4-12 15,5-4-34-15,-15-12 32 16,3 3-40-16,-15 2 35 15,-7-2 0-15,-6 5 7 16,16 8 4-16,15 4 25 16,-3 9 7-16,13-2-21 15,-1 1-15-15,7-8-4 16,0-12-19-16,-1 0 20 16,1-9 0-16,6 1 6 15,-13 5 6-15,-5 3 3 16,-10 0 1-16,-3 0-9 15,24-5-1-15,7-7-6 16,15 4-57-16,4 0 42 0,15 11 8 16,0 13 10-16,0 1 3 15,0 11 18-15,0-1 26 16,0 1-22-16,0-12-2 16,0-7-23-16,0-14-1 15,28-7-15-15,0 20 13 16,-3 4-3-16,-10 12 6 15,-2 4 10-15,-13 3-8 16,0 2 8-16,12-13-10 16,10-9 0-16,-10-6-15 15,7-10 11-15,-10 5-14 16,-9 13 18-16,0 2 0 0,0 9 6 16,0 4 25-16,0 0-26 15,-9-8 4-15,9 1-9 16,0-14-6-16,-7 5-31 15,-5-4 33-15,-16-4 2 16,3 4-32-16,-27-13-30 16,-17-10 38-16,23 2-14 15,6 18-19-15,12 10-39 16,21 21 76-16,-11 0 22 16,-29 0-65-16,-27 33-326 15</inkml:trace>
  <inkml:trace contextRef="#ctx0" brushRef="#br0" timeOffset="136100.6">21708 16976 28 0,'0'0'211'0,"0"0"-200"0,0 0 8 0,0 0 37 16,0 0 54-16,0 0-43 15,0 0-21 1,-71 17-25-16,71-17 6 0,0 0 9 16,0 0-4-16,0 0-32 15,0 0 0-15,0 0 0 16,0 0 17-16,0 0 28 15,-22 0 31-15,9-5-38 16,-8 5-25-16,8 0 14 16,13 0-7-16,-6 0 2 15,6 0-16-15,0 0-6 0,0 0 0 16,0 0 0-16,-6-4 4 16,-10 4 19-16,16-4-1 15,0 4 3-15,0 0 10 16,47-8-33-16,108-8 12 15,105-16 27-15,128-29 7 16,102-22-35-16,43-25-13 16,16 11-6-16,-75 12 1 15,-120 41-80-15,-146 41-245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36:11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7504 8153 195 0,'0'0'33'0,"0"0"-5"0,0 0-8 0,0 0 12 0,0 0-30 16,0 0-4-16,21 0-3 15,-14 4 5-15,-1 0 9 16,-6-4 25-16,0 4 11 16,6-4-38-16,-6 0 26 15,0 0-2-15,0 0 19 16,0 3-21-16,0-3 2 16,0 5-26-16,0-5-5 15,0 0-5-15,0 0 5 16,0 0 6-16,0 0 7 15,0 0 31-15,0 0-27 16,0 0 19-16,0 0-20 0,0 0-15 16,0 0-1-16,0 0 1 15,0 0-3-15,0 0-12 16,0 0 12-16,0 0-32 16,0 0 28-16,0 0 6 15,0 0 0-15,0 0 11 16,0 0-11-16,0 0 18 15,0 0-18-15,0 0 1 16,0 0 10-16,0 0-3 16,0 0-5-16,0 0 9 15,0 0 2-15,0 0 14 16,0 0-15-16,0 0-12 0,0 0-2 16,0 0 3-16,0 0-7 15,0 0 15-15,0 0-6 16,0 0 6-16,0 0-7 15,0 0 5-15,15 0-5 16,4 0-3-16,9 0 6 16,-9 0 1-16,-7 0-1 15,3 0 23-15,-8 0-23 16,5 0 8-16,10 0-14 16,-4 0 7-16,10 0-7 15,6 0 2-15,-9 0-7 16,-3 0 8-16,3 0-11 15,31 0 8-15,-19 0-3 0,-9 0 6 16,6 0-5-16,-28 0 2 16,0 0 0-16,16 0-1 15,-4 0 2-15,4 0-7 16,3 0 17-16,-3 0-23 16,2 0 21-16,-2 0-10 15,-9 0 1-15,-1 0-1 16,4 0 0-16,-10 0 1 15,22 0-3-15,-22 0 8 16,12 0-17-16,-5 0 23 16,-4 0-25-16,4 0 22 15,5 0-8-15,10 0 1 0,12 0 2 16,-6-5-6 0,13 2 3-16,-13-1-5 0,-15 0 7 15,15 4-5-15,-16 0 3 16,10 0 0-16,-9 0 1 15,9 0-1-15,-10-4 0 16,-2 0 2-16,3 0-13 16,-4-1 29-16,4 5-33 15,-1 0 31-15,10 0-30 16,-6 0 24-16,-10 0-12 16,1 0 2-16,-7 0-3 15,9 0 2-15,-2 0-4 16,-1 0-3-16,4 0 16 0,-10 0-16 15,0 0 12 1,0 0-6-16,7 0 2 0,2 0 0 16,-2 0 3-16,-1 0 6 15,10 0-14-15,-4 0 17 16,10 0-14-16,-9 0 14 16,9 0-20-16,-10 0 17 15,4 0-9-15,-3 0 10 16,9 0 0-16,-10 0 7 15,-2 0-14-15,-4 0 11 16,10 0-11-16,-10 0 5 16,28 0-1-16,1 0-10 15,-1 0 8-15,0 0-5 16,-15 0 0-16,3 0 3 0,-3 0-6 16,3 0 10-16,-16 0-17 15,10 0 16-15,-4 0-13 16,4 0 7-16,-3 0 0 15,3 0 1-15,-10 0 0 16,0 0-1-16,-2 0 5 16,8 0-8-16,10 0 7 15,-15 0-7-15,27 0 11 16,-22 0-13-16,4 0 6 16,-9 0-2-16,8 0-2 15,-15 0 3-15,19 0 0 0,-9 0 7 16,2 0-9-1,-11 0 14-15,20 5-19 0,-8-5 15 16,9 4-10-16,0-4 2 16,-10 0 0-16,-5 0 0 15,2 0 7-15,-15 0-16 16,13 0 21-16,-7 0-23 16,0 4 17-16,-6-4-9 15,22 0 3-15,-16 0 0 16,22 0 5-16,-16 0-4 15,7 0-2-15,-3 0 7 16,2 0-9-16,4 0 13 16,-10 0-20-16,1 0 12 15,-13 0-4-15,28 0 2 0,-22 0 0 16,6 0-1 0,4 0 4-16,-10 0-8 0,6 0 11 15,1 0-10-15,2 0 16 16,-2 0-19-16,-1 0 9 15,3 0-2-15,-2 0 0 16,-1 0 0-16,4 0-4 16,-4 0 12-16,1 0-12 15,15 0 12-15,-4 0-12 16,4 0 11-16,13 0-13 16,-14 0 7-16,4 0-1 15,-9 0 0-15,-9 0 4 16,-13 0-14-16,15 0 21 15,-15 0-19-15,6 0 18 16,-6 0-16-16,6 0 6 0,-6 0 0 16,13 0 0-16,-1 0 2 15,16 0-4-15,-15 0 5 16,2 0-9-16,-3 0 14 16,7 0-12-16,-10 0 8 15,10 0-6-15,-13 0 2 16,0 0 0-16,4 0 0 15,-4 0 2-15,0 0-8 16,6 0 15-16,-12 0-16 16,7 0 15-16,-1 0-16 15,3 0 9-15,-3 0-3 16,7 0 2-16,-7 0 0 0,0 0 0 16,4 0 5-16,-10 0-10 15,0 0 13-15,0 0-12 16,0 0 13-16,0 0-4 15,0 0 2-15,0 0-3 16,0 0-4-16,0 0 1 16,0 0-6-16,0 0 14 15,0 0-19-15,0 0 20 16,0 0-20-16,0 0 8 16,0 0-2-16,0 0 4 15,0 0 0-15,0 0 16 16,0 0 2-16,0 0 27 15,0 0-31-15,0 0 4 16,0 0-14-16,0 0-8 0,0 0-6 16,0 0-10-16,0 0-16 15,0 0-66-15,-69 0-135 16</inkml:trace>
  <inkml:trace contextRef="#ctx0" brushRef="#br0" timeOffset="2848.35">10527 7222 370 0,'0'0'46'0,"0"0"-45"0,0 0 31 0,0 0 27 15,0 0-30-15,0 0-16 16,0 0-6-16,-40 0 9 16,40 0 28-16,0 0 1 15,0 0-16-15,0 0-12 16,34-7-14-16,37-18 8 0,31-7 29 16,16 1-22-16,31-6 12 15,12 1-25-15,25-8 14 16,28-5-16-16,19-10 0 15,15-9-3-15,0-5-7 16,-16 1-34-16,-2 15-37 16,-63 21-8-16,-74 28-78 15</inkml:trace>
  <inkml:trace contextRef="#ctx0" brushRef="#br0" timeOffset="3964.58">10474 7163 75 0,'0'0'57'0,"0"0"-35"0,0 0-9 16,0 0 10-16,0 0 12 0,0 0-14 16,53-13-12-16,-53 5-9 15,18 8 15-15,-11-12 44 16,8 9 11-16,-2-6-27 16,-13 9 7-16,12 0-39 15,-12 0 18-15,6 0 4 16,-6 0 4-16,0 0-10 15,0 0-10-15,0 0 9 16,0 0-5-16,0 0 4 16,0 12 0-16,-18 29-2 15,-10 10-16-15,-3-2 51 16,-3 3-40-16,27-16-13 0,1-8-5 16,6-16-3-16,0-8-4 15,0-4 6-15,0 0 1 16,0 0 0-16,25-40 7 15,28-5-7-15,-7-7-11 16,-6 13-21-16,-12 19 13 16,-6 3 13-16,-16 9 5 15,-6 8-2-15,0-8 6 16,0 8 13-16,0 0 0 16,0 0 3-16,0 0-8 15,0 0-11-15,-21 0-4 16,-4 0-30-16,-3 0-16 15,-12 0 8-15,5 20 42 0,-5 1 0 16,15 2 14-16,-3-10-13 16,10 2 35-16,18-10-10 15,-10 3-17-15,10 3-9 16,0-2-4-16,0-1 0 16,0-5 4-16,0 5-17 15,0-3 35-15,0-5-18 16,0 0 0-16,0 0-6 15,0 0 6-15,0 0 3 16,10 0-3-16,2 0-14 16,-6 0 8-16,1 0 12 15,-7 0-13-15,21 0 7 0,-14 0-2 16,5 0 4 0,-6 0 2-16,0 0 0 15,10 0 1-15,-4 0 0 0,1 0-2 16,2 0-6-16,-9 0 1 15,1 12-81-15,-7 7-99 16,0 6-97-16</inkml:trace>
  <inkml:trace contextRef="#ctx0" brushRef="#br0" timeOffset="5046.62">12952 6861 354 0,'0'0'258'0,"0"0"-222"0,0 0-29 0,0 0-6 0,0 0 18 0,0 0 20 16,-7 225-23 0,7-169 0-16,0-8-1 0,0-11 32 15,0 2-19-15,0-3-11 16,0-7 16-16,0-14-30 15,0-10 3-15,0-5 2 16,0 0-3-16,0-36 2 16,0-21 0-16,0-7-5 15,0-3 1-15,0-14 6 16,0 1 0-16,0-8-18 16,22-5 3-16,37 5 6 15,0 4-31-15,15 8-7 16,-5 32 5-16,-29 19 21 0,0 17 2 15,-15 8 1 1,-13 0 2-16,-2 20-1 0,-10 32 6 16,0 4 2-16,-16 9-5 15,-43-1-37-15,7-8-52 16,5 0 10-16,-3-4 81 16,13-8 3-16,22-8 69 15,8-16 33-15,7-7-79 16,0-5-3-16,13-8-18 15,49 0 14-15,3 8-9 16,9-8-5-16,-5 8-2 16,-29 4 8-16,-15 8-12 15,3-4 9-15,-16 4 8 16,-6-7-7-16,0-2-12 0,10-3-34 16,-4 12-31-16,-5-8-11 15,-1 1-11-15,-6-2-17 16,0-3-152-16</inkml:trace>
  <inkml:trace contextRef="#ctx0" brushRef="#br0" timeOffset="5395.09">13767 7002 185 0,'0'0'79'0,"0"0"-33"0,0 0-5 0,0 0-14 0,0 0 28 16,0 0-10-16,-40 92 14 16,40-87-46-16,21 6 15 15,20-11 8-15,-1 8 6 16,-15 4-41-16,9 0 9 15,0-12-8-15,-15 0-4 16,-4 0-6-16,4 0-30 16,-7 0 16-16,10 0 22 15,-10 0-14-15,-6 0 13 0,4-12-3 16,-10 0-52-16,0 4-84 16</inkml:trace>
  <inkml:trace contextRef="#ctx0" brushRef="#br0" timeOffset="5547.68">13767 7002 662 0,'47'-24'7'0,"-26"24"-7"16,26 0 10-16,-7 0 15 15,-6 0-25-15,-3 0 0 16,-9-12-82-16,-22-16-143 0</inkml:trace>
  <inkml:trace contextRef="#ctx0" brushRef="#br0" timeOffset="5728.52">13814 6697 710 0,'0'0'224'0,"0"0"-213"16,0 0-21-16,0 0 14 15,0 0-8-15,0 0-25 16,167 4-68-16,-111-4-135 16,-10-36-308-16</inkml:trace>
  <inkml:trace contextRef="#ctx0" brushRef="#br0" timeOffset="5878.41">13814 6697 551 0,'455'-24'97'0,"-436"85"71"0,3 2-118 16,6-2-31-16,-4 3-19 16,4-8-18-16,-9-9-99 15,-4-6-4-15,-8-21-69 16,-7-20-103-16</inkml:trace>
  <inkml:trace contextRef="#ctx0" brushRef="#br0" timeOffset="6062.34">14176 6557 698 0,'0'0'186'0,"0"0"-186"16,0 0-16-16,0 0 14 15,0 0-22-15,0 0-10 16,134 75-89-16,-106-62-157 15</inkml:trace>
  <inkml:trace contextRef="#ctx0" brushRef="#br0" timeOffset="6311.81">14176 6557 278 0,'335'272'270'0,"-322"-272"-242"16,14-20 67-16,11-32-50 0,18-8-28 15,9 3 12-15,-13 18-23 16,-2 6-12-16,-19 14-23 15,-3 15 12-15,-16-4-20 16,-6 8 14-16,-6 0-46 16,0 31 69-16,0 22 2 15,10 15 14-15,2 8 3 16,7 4 3-16,9 0 29 16,-10-3-35-16,4-13 4 15,-10-12-20-15,4-12-22 16,-16-24-37-16,0-16-37 0,0 0-151 15</inkml:trace>
  <inkml:trace contextRef="#ctx0" brushRef="#br0" timeOffset="6478.05">14669 6801 790 0,'0'0'0'15,"0"0"-4"-15,0 0 4 16,0 0 0-16,0 0-10 16,0 0-40-16,127 64-126 15,-99-64-330-15</inkml:trace>
  <inkml:trace contextRef="#ctx0" brushRef="#br0" timeOffset="6761.04">14511 6208 671 0,'0'0'163'15,"0"0"-163"-15,0 0-32 16,0 0-86-16,0 0-10 16,0 0-115-16</inkml:trace>
  <inkml:trace contextRef="#ctx0" brushRef="#br0" timeOffset="7243.42">15432 6878 326 0,'0'0'126'16,"0"0"-99"-16,0 0 24 15,0 0 13-15,0 0-24 16,0 0-2-16,127 67-2 16,-93-87 30-16,0-19-18 15,-3-2-16-15,-9-7-24 16,-9 8-7-16,-7 12-1 15,-6 8 0-15,0 8-30 16,0 12 15-16,0 0-39 16,0 0-41-16,0 0-59 15,0 0-169-15</inkml:trace>
  <inkml:trace contextRef="#ctx0" brushRef="#br0" timeOffset="7628.53">16229 6704 349 0,'0'0'186'0,"0"0"-185"16,0 0 42-16,0 0 12 15,0 0-13-15,0 0-13 16,-68 0-3-16,27 0 29 16,-5 25-43-16,-1 27 9 15,13 17-6-15,10 3 16 16,24 0-29-16,0-12-4 15,18-15-26-15,50-14 22 16,4-11-9-16,-4-7 14 16,-3-13-8-16,-3 0 9 15,-16-13-31-15,-11-31-55 0,-35-1-37 16,0 2-224-16</inkml:trace>
  <inkml:trace contextRef="#ctx0" brushRef="#br0" timeOffset="7809.79">16229 6704 482 0,'19'174'132'16,"-19"-174"-100"-16,21 0-24 16,66 11 32-16,-9 2-35 15,2 2 3-15,-24 6 1 16,-19 7-9-16,-21 0-1 16,-16 0 1-16,0 0-5 15,0-4 5-15,0-4-50 16,-22-8-79-16,-3-12-182 15</inkml:trace>
  <inkml:trace contextRef="#ctx0" brushRef="#br0" timeOffset="8110.46">16663 6870 391 0,'0'0'44'16,"0"0"38"-16,0 0 12 15,0 0-30-15,0 0-48 16,40 220-16-16,1-183-9 16,-1-14-17-16,-3-15 16 15,-3-3 10-15,-6-5 17 16,-3 0 1-16,-3-21 12 0,-10-11-28 16,10-12-4-16,-16 8-8 15,0 0-5-15,7 0 15 16,8 8 3-16,-8 4-2 15,-7 12 9-15,0 12-20 16,-6 0 5-16,0 0-20 16,0 12-88-16,0 16 44 15,0-9-186-15</inkml:trace>
  <inkml:trace contextRef="#ctx0" brushRef="#br0" timeOffset="8525.23">17172 6989 204 0,'0'0'78'15,"0"0"-33"-15,0 0 95 16,0 0-91-16,0 0 26 16,0 0-5-16,139-172 7 0,-133 172-49 15,-6 5 6-15,0 38-4 16,0 9 34-16,0 9-46 16,0-9-15-16,0-16-6 15,0-8 8-15,0-16-3 16,0-8 5-16,0-4 1 15,0 0-2-15,0 0-2 16,19 0-4-16,21 0 0 16,7 0 0-16,2-11-25 15,-11 2-27-15,-4 1-127 0,-13 4 36 16,4 4 33 0,-9 0 110-16,-10 0 23 0,0 0 35 15,6 0-10-15,16 0 8 16,13 0-4-16,5 0-49 15,13-12 10-15,9 0-5 16,-9-8-15-16,-12-4 8 16,-13-16-2-16,-12 8-4 15,-22-4-2-15,0 4-16 16,0 15 4-16,-16 17 17 16,-55 0-32-16,-16 0-86 15</inkml:trace>
  <inkml:trace contextRef="#ctx0" brushRef="#br0" timeOffset="13288.68">8468 6842 329 0,'0'0'91'0,"0"0"-82"0,0 0-9 0,0 0 23 16,0 0 55-16,0 0-53 16,-16 0-8-16,4 0-13 15,6-5-3-15,6-3-1 16,0 1 2-16,0 2-6 15,0-3 8-15,0 0 7 16,0 0 8-16,-6-4 8 16,-16 4-25-16,22 5 8 15,-12 3 14-15,-7 0-20 0,3 0 18 16,-2 0-4 0,-4 0 31-16,4 0-42 0,-17 0 16 15,11 0-23-15,-10 0 8 16,-7 11-6-16,13 1-2 15,10 1 16-15,-4 3-11 16,-3 7-4-16,10 10 9 16,8 3-17-16,1 8 16 15,6 0-18-15,0-4 7 16,0-4-1-16,0-4-5 16,28-12-10-16,3 8 12 15,16-15-2-15,2-2-8 16,-2-11 9-16,24 0 7 0,-9 0-16 15,-3 0 16 1,15-24 8-16,-15-16-8 0,3 4 3 16,-3-4 0-16,-6-5-6 15,3 9 1-15,-25 0 0 16,-3 8 4-16,-16 9-10 16,-6 6 12-16,-6 1-4 15,0-4 10-15,0 1-3 16,0-6-7-16,0-15 0 15,0-4-6-15,0-12-27 16,0 0 16-16,-12 8-2 16,-13 12 19-16,3 11 5 15,-12 13 12-15,10 8 41 16,-17 0-36-16,-15 0-22 16,-9 41-36-16,-9-2 8 15,-1-3-85-15,10 0-169 0</inkml:trace>
  <inkml:trace contextRef="#ctx0" brushRef="#br0" timeOffset="21082.01">8549 8859 196 0,'0'0'0'0,"0"0"-14"0,0 0 14 0,0 0 8 16,0 0 0-16,0 0 30 16,0 0-6-16,-47-77 64 15,32 66-18-15,-4-2-15 16,3 6-10-16,-2-6-17 16,5 5 4-16,-2 4 3 15,3-4 21-15,5 0-32 16,1 0-4-16,0-4-23 15,6 0 31-15,0 5-25 0,-9 2 20 16,2 5-17-16,-5 0 20 16,12 0-16-16,0 0-18 15,0 33-1-15,0 19 1 16,0-1 1-16,0 10 9 16,0-9-20-16,0-4-6 15,0-4-11-15,-12-8-14 16,5-12-25-16,-8-16-57 15,3-8-16-15,5 0-82 16</inkml:trace>
  <inkml:trace contextRef="#ctx0" brushRef="#br0" timeOffset="21181.98">8549 8859 519 0</inkml:trace>
  <inkml:trace contextRef="#ctx0" brushRef="#br0" timeOffset="21315.36">8549 8859 519 0,'-317'8'105'0,"345"-8"-105"15,59 0 0-15,6-4 32 16,-6-16-38-16,-59 12-9 16,-10 4 13-16,-2 4-12 15,-4 0-15-15,7-5-7 16,-4 2-20-16,16-10 27 0,-3 2-49 15,0-1-52 1</inkml:trace>
  <inkml:trace contextRef="#ctx0" brushRef="#br0" timeOffset="21597.88">8747 8570 245 0,'0'0'309'0,"0"0"-273"0,0 0-8 16,-12 101 52-16,12-42-35 15,0 6-16-15,0-6-25 16,0-6-8-16,0-9-3 15,0-8 2-15,0-8-36 16,0-12-19-16,0-4-14 16,0-12-93-16,0 0-247 15</inkml:trace>
  <inkml:trace contextRef="#ctx0" brushRef="#br0" timeOffset="21831.54">8949 8863 13 0,'0'0'679'16,"0"0"-645"-16,0 0-34 16,0 0 43-16,0 0-37 15,0 0-12-15,0 172-14 16,0-160-13-16,0-8-15 15,0 1-21-15,0-5 34 16,0 0-138-16</inkml:trace>
  <inkml:trace contextRef="#ctx0" brushRef="#br0" timeOffset="22014.56">8949 8863 30 0,'34'-245'877'16,"-34"245"-872"-16,6-4-5 15,6-8-37-15,10 0-144 16,-3-8 39-16,-4 4-110 16</inkml:trace>
  <inkml:trace contextRef="#ctx0" brushRef="#br0" timeOffset="22580.15">9203 8751 171 0,'0'0'55'16,"0"0"47"-16,0 0-8 16,0 0-14-16,0 0-34 15,0 0-12-15,-22 232-17 16,22-196-5-16,0 1 8 0,0-6-16 16,0-3 32-16,0 1-3 15,0-9 12-15,0-4-35 16,0-13 30-16,0-3-30 15,0 0 7-15,0 0-17 16,0-19-20-16,-6-26 4 16,0-10-21-16,0-10 36 15,-1 1-33-15,7-4-8 16,0 3-17-16,0 9 47 16,0 4-37-16,0 21 0 15,19 6 43-15,-4 13-16 16,-2 12 11-16,-1 0-12 0,16 0 15 15,-9 0 4-15,9 0 1 16,-10 0 3 0,10 0 0-16,-6 0-2 0,-16 0 4 15,-6 0 3-15,0 12 2 16,0 16 33-16,-15 8-33 16,-38 8 27-16,-6 5-34 15,-3-6 15-15,9-2-1 16,13-9 7-16,21-17-21 15,19-10-38-15,0-5-131 16,0 0-47-16,53-13 152 16</inkml:trace>
  <inkml:trace contextRef="#ctx0" brushRef="#br0" timeOffset="22673.62">9203 8751 293 0</inkml:trace>
  <inkml:trace contextRef="#ctx0" brushRef="#br0" timeOffset="22865.03">9203 8751 293 0,'347'120'194'0,"-347"-120"-150"0,19 0-9 0,9 0 99 16,12 0-83-16,0 0-19 15,1-8 9-15,5-20-30 16,1-12 19-16,-20 3-29 16,-2 1 1-16,-25-4-2 15,0 4-9-15,0 4-2 16,0 8-56-16,0 16 28 0,-12 8-10 15,-41 0 31 1,-9 28-22-16,3 16-2 0,7 1-22 16,30-9-79-16,16-13-108 15</inkml:trace>
  <inkml:trace contextRef="#ctx0" brushRef="#br0" timeOffset="23134.16">10133 8707 602 0,'0'0'53'0,"0"0"-53"16,0 0 1-1,0 0 2-15,0 88 4 0,0-48 1 16,0 4 39-1,0-5 4-15,0-6-24 0,0-1-27 16,0-12-7-16,0 0-5 16,0-4-49-16,0-12 2 15,0-4-47-15,0 0-80 16,0-40-171-16</inkml:trace>
  <inkml:trace contextRef="#ctx0" brushRef="#br0" timeOffset="23463.95">10133 8707 240 0,'-56'-149'487'0,"84"145"-487"16,6-8-50-16,19 3 27 16,-7 1 19-1,7 5-37-15,-13 3-10 0,-5 0-82 16,-1 0-28-16,-22 0 7 15,0 0 122-15,-12 0 32 16,0 16 54-16,0 7 42 16,0 6-1-16,0 7 12 15,-6 4-62-15,6 1-17 0,0-5-28 16,0-8-2-16,0 0-42 16,28-1-26-16,13 6 56 15,-7-5 14-15,-3-4 4 16,24-4-4-16,-14-16 0 15,5-4-23-15,-27 0-24 16,9-4-4-16,-16-24-167 16</inkml:trace>
  <inkml:trace contextRef="#ctx0" brushRef="#br0" timeOffset="23663.5">10400 8715 793 0,'0'0'0'16,"0"0"-41"-16,0 0 34 16,0 0-91-16,0 0-42 15,0 0-123-15</inkml:trace>
  <inkml:trace contextRef="#ctx0" brushRef="#br0" timeOffset="23796.32">10400 8715 636 0,'273'-237'187'0,"-273"256"-187"15,21-2-15-15,-2-9-94 16,-7-8-116-16</inkml:trace>
  <inkml:trace contextRef="#ctx0" brushRef="#br0" timeOffset="24148.41">11035 8743 701 0,'0'0'68'16,"0"0"-68"-16,0 0-35 15,0 0-17-15,0 0-76 0,0 0 121 16,134-65-38-16,-128 45-117 16,12 12-15-16,-18 8 177 15,0 0 19-15,0 0-16 16,0 8-2-16,0 20 76 16,0 4 111-16,0 1-102 15,0-2-12-15,0-6 1 16,7-14-36-16,14-3-22 15,-2-8 1-15,-4 0 5 16,-2 0-22-16,9-8 13 16,2-39-5-16,10-14-9 15,1-3-29-15,-17 12-45 0,-5 16-4 16,-13 11 25 0,0 25-68-16,0 0-170 0</inkml:trace>
  <inkml:trace contextRef="#ctx0" brushRef="#br0" timeOffset="24412.16">11581 8671 145 0,'0'0'260'0,"0"0"-252"16,0 0 34-16,0 0 5 15,0 0-34-15,0 0 16 16,96 108-22-16,-71-100 11 15,15 0-15-15,-12-4 49 16,19-4-35-16,-7 0 17 0,7 0-21 16,-7-41 18-16,0-2 0 15,-15-1 12-15,-10 8-3 16,-15 7-40-16,0 9 0 16,0 8-10-16,0 4-41 15,0-4-89-15,0 8-218 16</inkml:trace>
  <inkml:trace contextRef="#ctx0" brushRef="#br0" timeOffset="25186.32">12130 8481 82 0,'0'0'79'16,"0"0"3"-16,0 0 2 16,0 0-32-16,0 0 33 15,0 0-27-15,0 49-58 16,0-41 22-16,0 4-15 15,0 4 20-15,0 8-27 0,6 0-9 16,0 0-8-16,4-4 17 16,2-7 2-16,-6-13-1 15,7 0 22-15,-4 0-16 16,-9 0 21-16,6-5-21 16,-6-19 33-16,6-4-32 15,-6 8 0-15,0 8-3 16,6 4-5-16,-6 8 0 15,0 0-3-15,0 0 3 16,0 0-35-16,0 0-4 16,0 0 7-16,0 0 24 15,7 0 8-15,14 0-9 0,-8-4 3 16,-1-12 6 0,-6 4-1-16,-6 3 7 0,0 1-11 15,0 5 15 1,0 3-7-16,0 0-3 0,0-4 15 15,0-4-15-15,0 0-50 16,0 8-71-16,-18 0 76 16,-16 0 45-16,9 0 61 15,-3 0 18-15,6 20-18 16,4 4 4-16,5 4-47 16,-8 8-9-16,14 0-7 15,1 0-1-15,6 0 9 0,0-3-9 16,0-2 27-1,6-3-11-15,28 0 6 0,1-3-16 16,-11-6-6-16,-2-6 5 16,-16-9-7-16,-6 0 2 15,0 0 2-15,0 12 30 16,0 8 15-16,0 12 21 16,-28 9-60-16,4-6-9 15,-4 2-3-15,9-10-9 16,10-6-99-16,9-17-30 15,0-8-99-15</inkml:trace>
  <inkml:trace contextRef="#ctx0" brushRef="#br0" timeOffset="25512.18">12539 9031 312 0,'0'0'563'0,"0"0"-544"0,0 0 10 0,0 0-16 16,0 0-13-16,0 0-3 16,133-193-17-16,-86 126 15 15,-22 22-51-15,-10 13 53 16,-8 24 3-16,-7 8 2 16,0 0-2-16,0 0-2 15,0 0-23-15,0 4-5 16,12 16 22-16,-6 5 10 15,-6-2-5-15,16 9-2 0,-16 4 1 16,0 5-20-16,0 3 19 16,0-12-42-1,-22-8-34-15,-3-12 10 0,-3-12-54 16,0 0-64-16</inkml:trace>
  <inkml:trace contextRef="#ctx0" brushRef="#br0" timeOffset="25630.25">12539 9031 776 0,'220'-257'52'16,"-195"257"-35"-16,3 8 23 15,6 5-34-15,0-6-4 16,7-7-2-16,5 0-150 16,1-23-151-16</inkml:trace>
  <inkml:trace contextRef="#ctx0" brushRef="#br0" timeOffset="25911.28">13472 8859 632 0,'0'0'257'0,"0"0"-193"16,0 0 0-16,0 0-30 15,0 0-26-15,0 0-8 16,224 28-32-16,-172-25-35 16,-17-3-83-16,-17 0-39 15,-18 0-158-15</inkml:trace>
  <inkml:trace contextRef="#ctx0" brushRef="#br0" timeOffset="26095.12">13662 8614 819 0,'0'0'130'0,"0"0"-111"16,0 0-6-16,0 0-4 15,0 0-9-15,0 0-26 16,313-4-73-16,-251-28-270 16</inkml:trace>
  <inkml:trace contextRef="#ctx0" brushRef="#br0" timeOffset="26678.48">14945 8671 607 0,'0'0'145'0,"0"0"-145"0,0 0-60 0,0 0 38 0,0 0-16 0,0 0 3 16,6 228-74-16,-6-184-142 15</inkml:trace>
  <inkml:trace contextRef="#ctx0" brushRef="#br0" timeOffset="26993.42">14725 9043 647 0,'0'0'44'0,"0"0"-25"16,0 0 120-16,0 0-28 15,0 0-58-15,388-51-17 16,-317 26-28-16,-9-11-16 16,-22-13 8-16,-15-10-6 15,-25-10 3-15,0-3-19 16,0 4-14-16,-18 12 18 15,-44 12 10-15,3 16 8 16,-16 16-9-16,16 12 5 16,-3 0 0-16,16 0-45 0,-1 40-39 15,7 12-43-15,9 8-66 16</inkml:trace>
  <inkml:trace contextRef="#ctx0" brushRef="#br0" timeOffset="27227.86">15525 8874 584 0,'0'0'209'0,"0"0"-175"0,0 0-3 15,0 0-31-15,0 0-37 16,0 0-81-16,102 185-74 16,-102-185-319-16</inkml:trace>
  <inkml:trace contextRef="#ctx0" brushRef="#br0" timeOffset="27379.97">15593 8430 1023 0,'0'0'0'0,"0"0"-45"15,0 0-40-15,0 0-100 16,0 0-88-16</inkml:trace>
  <inkml:trace contextRef="#ctx0" brushRef="#br0" timeOffset="27696.64">15801 8815 807 0,'0'0'0'0,"0"0"-4"0,0 0 1 16,0 0-2-16,0 0 5 15,0 0 72-15,99-64-27 16,-71 31-7-16,-15-3-32 15,-1 4 18-15,4 4-24 16,-4 3-8-16,0 10-44 16,1 7-17-16,-4 8-1 15,-3 0-21-15,-6 0 91 16,6 32 16-16,-6 20 56 16,0 12-33-16,0 9 6 15,0-1-42-15,0-8-3 16,0-8-24-16,0-15-86 0,-12-13 46 15,-10-13-96 1,-2-15-285-16</inkml:trace>
  <inkml:trace contextRef="#ctx0" brushRef="#br0" timeOffset="27788.43">15801 8815 930 0</inkml:trace>
  <inkml:trace contextRef="#ctx0" brushRef="#br0" timeOffset="27875.87">15801 8815 930 0,'53'-16'89'0,"-53"16"-83"16,34 0 5-16,12 8 26 0,7 3-37 16,-6-11-25-1,-1 0-126-15,-24 0-163 0</inkml:trace>
  <inkml:trace contextRef="#ctx0" brushRef="#br0" timeOffset="28078.78">15848 8281 509 0,'0'0'541'0,"0"0"-532"16,0 0-9-1,0 0-69-15,0 0 39 0,167-60-124 16,-136 40-127-16</inkml:trace>
  <inkml:trace contextRef="#ctx0" brushRef="#br0" timeOffset="28542.08">16468 8923 309 0,'0'0'481'16,"0"0"-481"-16,0 0-2 15,0 0-13-15,0 0 0 16,0 0 6-16,139-177 18 15,-111 157-18-15,-15 9 1 16,-4 11 8-16,-9 0 0 16,0 7 14-16,0 22 5 15,0 2-3-15,18-6 5 16,-5-9-18-16,2-8 10 16,4-8-8-16,-7 0-6 15,4 0 2-15,-10 0 17 16,13-8 16-16,-4-25-25 0,10-3-4 15,3-8-5 1,6-8-1-16,6-4-85 0,7 8-71 16,-13 12 1-16,-9 20 60 15,-13 16 81-15,-12 0 15 16,0 0 81-16,0 20-31 16,0 16-50-16,-6 12-23 15,-13 0-158-15</inkml:trace>
  <inkml:trace contextRef="#ctx0" brushRef="#br0" timeOffset="28743.1">17063 8722 485 0,'0'0'124'0,"0"0"-6"0,0 0-2 15,0 0-74-15,0 0-30 16,0 0-3-16,174 213-18 15,-134-194 9-15,7-2-7 16,-13-5-46-16,12-12-55 16,-12 0-42-16,-9 0-49 15,3-24-37-15</inkml:trace>
  <inkml:trace contextRef="#ctx0" brushRef="#br0" timeOffset="28926.09">17063 8722 843 0,'261'-36'74'16,"-261"40"-58"-16,27 5-20 16,20-9 8-16,-13 3-8 15,-22 2-46-15,-12-5-154 16,0 0-278-16</inkml:trace>
  <inkml:trace contextRef="#ctx0" brushRef="#br0" timeOffset="29091.54">17324 8489 541 0,'0'0'329'0,"0"0"-324"16,0 0 50-16,0 0-45 15,0 0-10-15,0 0-60 16,220 29-119-16,-199-29-161 16</inkml:trace>
  <inkml:trace contextRef="#ctx0" brushRef="#br0" timeOffset="29225.01">17324 8489 231 0,'282'29'278'16,"-270"-17"-194"-16,22 16 34 15,0 11-30-15,13 10-19 16,-1 4-37-16,-21 2-17 0,3-2-3 15,-9-9-12-15,-10-5-8 16,-9-11-109-16,0-3 52 16,0-14-38-16,-56-11-52 15</inkml:trace>
  <inkml:trace contextRef="#ctx0" brushRef="#br0" timeOffset="29810.22">17510 8510 705 0,'0'0'194'0,"0"0"-177"16,0 0 4-1,0 0 17-15,0 0 26 0,0 0-58 16,350 0 6 0,-263 0-12-16,-22 0-8 0,-3 0-9 15,-22 0-29-15,-15 15 29 16,-3 2-6-16,-16-1 17 15,6 4 1-15,-12 4 3 16,0 4-22-16,0 5 19 16,0-6 1-16,0-2 4 15,0-14 4-15,0-11 4 16,0 0 6-16,0 0-8 16,0 0 2-16,0-8-8 15,13-16-4-15,21-12 2 0,12 0 2 16,-5 4 0-16,-7 8-8 15,-16 16-1-15,-2 8-5 16,-10 0 8-16,-6 0 12 16,0 32-4-16,0 8 8 15,0-4 5-15,0-12-15 16,0-7 0-16,0-14-21 16,0 2-26-16,28-5 30 15,-3 0 7-15,9 0 1 16,0 0 18-16,12 0-8 15,1 0-1-15,12 0 4 16,3 0-11-16,-3-8-13 16,-13-17-4-16,-12-3-18 15,-6 4 34-15,-9 0 16 16,-13 0 30-16,-6 0-5 0,0-4-33 16,0 4-24-16,0 7-37 15,-18 14 36-15,-23 3-74 16,-5 0 58-16,-10 24-30 15,19 4-90-15</inkml:trace>
  <inkml:trace contextRef="#ctx0" brushRef="#br0" timeOffset="30308.7">19764 8782 449 0,'0'0'465'0,"0"0"-428"0,0 0 19 0,0 0-55 0,0 0 18 0,0 0-19 15,87 72-9-15,-69-36-74 0,-18-3-61 16,0-13-47-16,0-9-120 15</inkml:trace>
  <inkml:trace contextRef="#ctx0" brushRef="#br0" timeOffset="30774.14">19764 8782 727 0,'-53'144'188'16,"93"-144"-180"-16,13 0 31 15,34-3 0-15,0-49-9 16,27-24-7-16,-21-9-18 16,-34 1-5-16,-18 16-9 15,-41 16-9-15,0 20-19 16,-53 19 35-16,-28 10-26 0,-12 3 27 16,13 3 2-16,5 38 2 15,10-1-3-15,25 0-32 16,24-8-61-16,16-4-154 15,0-7 8-15,0-10 9 16,34-7 198-16,19-4 32 16,15 0 15-16,13 0-13 15,0 8-2-15,-1 8-39 16,-21 8 39-16,0-4 33 16,-9 5 42-16,-26-9-10 0,4-8 8 15,-15-4 69-15,-1-4-25 16,16 0-31-16,0-9 14 15,12-30-13-15,1-5-19 16,-23-13-65 0,-18 4 4-16,0 10-7 0,-6 3-26 15,-75 20-37-15,-5 12-10 16,-23 8 67-16,32 0-79 16,-4 32-43-16,0 8-196 15</inkml:trace>
  <inkml:trace contextRef="#ctx0" brushRef="#br0" timeOffset="31373.17">16629 9733 37 0,'0'0'502'0,"0"0"-420"0,0 0 64 0,0 0-23 16,0 0-49-16,0 0-13 0,-282-4-30 15,251 28-27-15,9 8 13 16,16 4-34-16,6-4 17 15,0 4-3-15,6-11-15 16,62-6 7-16,4-14-3 16,24-5-5-16,-3 0-19 15,-13-29-69-15,7-11-43 16,-28-4-29-16</inkml:trace>
  <inkml:trace contextRef="#ctx0" brushRef="#br0" timeOffset="31689.23">16629 9733 315 0,'360'-40'251'0,"-360"84"-172"16,9-3-46-16,3-10-33 15,22-7-6-15,-15-4-53 16,-7-8 50-16,4-8-2 16,-10-4 11-16,-6 0 0 15,0 0 79-15,0-19-18 16,0-30-41-16,0-7-15 15,-6-8 1-15,-10-8-6 16,16 0-5-16,0 3-36 0,0 22-9 16,0 18 20-1,16 25 20-15,-16 4 3 16,0 0 14-16,0 20-3 0,0 16 2 16,0 13-6-16,0-5-19 15,0-8-14-15,0-13-3 16,0-15-30-16,0-8-173 15</inkml:trace>
  <inkml:trace contextRef="#ctx0" brushRef="#br0" timeOffset="31956.48">17156 9400 604 0,'0'0'145'0,"0"0"-6"0,0 0-26 0,0 0-108 0,0 0-5 15,0 0-39-15,236-108-112 16,-211 88-266-16</inkml:trace>
  <inkml:trace contextRef="#ctx0" brushRef="#br0" timeOffset="32454.93">17156 9400 465 0,'375'28'63'15,"-375"9"-48"-15,0-9 6 16,0-5-15-16,0 10-1 16,0-9-1-16,-6-4 4 15,-9 4-5-15,8-4 4 16,1-8 2-16,6-4-9 0,0-8-14 15,-6 0 7-15,0-20-10 16,6-24 10-16,0-9-18 16,0-2-57-16,0 2 50 15,0 13 25-15,0 8 7 16,25 12 11-16,15 16 20 16,-12 4 23-16,-7 0-29 15,-8 11 22-15,-7 38-10 16,-6 7-9-16,0 0-21 15,0 1 5-15,0-18-12 16,0-11 0-16,0-11 1 0,0-13 0 16,0 0 51-1,0 0 11-15,0 0 4 0,0-1-47 16,12 5 2-16,35-3-22 16,-1 7-14-16,-5-1-6 15,-26 6-46-15,-2 7-6 16,-13 9 36-16,0-10 27 15,0-3-80-15,0-20-88 16,0 0-153-16</inkml:trace>
  <inkml:trace contextRef="#ctx0" brushRef="#br0" timeOffset="32774.11">18272 9485 670 0,'0'0'0'0,"0"0"0"0,0 0-3 16,0 0 11-16,0 0-16 16,0 0 15-16,-152 0-18 15,124 44 22-15,1-5-2 16,20 5-4-16,7-7 28 15,0-10 10-15,7-6-17 16,42-14-3-16,16 6-18 16,-12-13-10-16,3 0 9 15,-3 0-16-15,-13-20-5 16,0-12-12-16,-21-1-47 0,2 5-41 16,-21 9-72-1,0 7-135-15</inkml:trace>
  <inkml:trace contextRef="#ctx0" brushRef="#br0" timeOffset="33288.25">18272 9485 295 0,'255'91'0'0,"-221"-79"-42"15,0-4-87-15,-9-8 63 16,9 0 66-16,-6 0 0 16,-10 0-58-16,-2 0 58 0,-10-8 31 15,-6-28 175 1,0 0-190-16,0 5-16 15,0-2-3-15,0 9-4 0,0 4-69 16,0 12 7-16,0 8 69 16,0 0 51-16,0 0 27 15,0 13-16-15,0 14 15 16,6-2-32-16,0 3-39 16,7-5 16-16,8 10 22 15,-8-6-30-15,15-2-6 16,-10-9-11-16,4-1 6 15,-10-10 23-15,-5-5 8 16,-7 0-1-16,0 0 18 16,12 0-37-16,-3 0-10 15,4 0 8-15,-1 0-21 16,16 3 18-16,-16 10-6 0,10-5 3 16,-9-1-1-16,-7 1 0 15,15-8 1-15,-8 0 3 16,-1 0-7-16,1 0 21 15,15 0-20-15,6 0 29 16,6-11-31-16,0-14-1 16,1-3-5-16,-23-3-6 15,4-10 7-15,-22-3-8 16,0 0-11-16,0 5-61 16,-22 22 27-16,-18 17 23 15,-13 0-230-15,-6 8 233 16</inkml:trace>
  <inkml:trace contextRef="#ctx0" brushRef="#br0" timeOffset="33723.14">19389 9493 523 0,'0'0'184'0,"0"0"-148"0,0 0 44 0,0 0-14 0,0 0-29 16,0 0-37-1,86 172 0-15,-64-136-1 0,18-8 0 16,-21-12-15-16,15-4 26 15,-15-8-10-15,-4-4 6 16,-9 0 18-16,19 0-10 16,3 0 1-16,12 0 2 15,1 0-12-15,-1-16-5 16,0 4-35-16,1-4 9 16,-17 3-38-16,4 13 22 15,-15 0-25-15,2 0 32 16,-2 0 33-16,-13 0-6 0,12-3-12 15,-6-5-67-15,22-9-35 16,0 2-92-16,-9 3-26 16</inkml:trace>
  <inkml:trace contextRef="#ctx0" brushRef="#br0" timeOffset="35436.01">19696 8045 6 0,'0'0'909'0,"0"0"-886"0,294-225-20 0,-99 97 40 15,44 0 11-15,71-13 4 0,38-3-29 16,24 7 5 0,-25 20-18-16,-37 22-3 0,-84 26-13 15,-71 22-37-15,-55 18-51 16,-54 14-109-16,-40 15-119 15</inkml:trace>
  <inkml:trace contextRef="#ctx0" brushRef="#br0" timeOffset="36103.06">19971 7744 464 0,'0'0'172'0,"0"0"-152"0,0 0 104 0,0 0-35 0,0 0-44 16,0 0-18-16,25 184-13 0,-25-136-5 15,-6-8-3 1,-13-11-5-16,13-9 5 0,6-9-6 16,0-11 9-16,0 5-15 15,0-5 6-15,0 0 0 16,13 4 9-16,21-4 9 16,0 0 5-16,-9 0-20 15,-4 0 4-15,-14 0-7 16,-1 0-3-16,-6 0-38 15,6 0 4-15,-6 0-15 16,22-12-31-16,-10-1-85 16,1 5-244-16</inkml:trace>
  <inkml:trace contextRef="#ctx0" brushRef="#br0" timeOffset="37201.35">23568 5398 396 0,'0'0'265'16,"0"0"-211"-16,0 0-27 0,0 0-18 0,0 0-18 15,0 0 1-15,0 0 1 0,0 0 7 16,0 0 10 0,0 0 54-16,-21 11 26 0,-14 5-37 15,-5 4-48 1,28-12 7-16,6-3-4 0,6-5 14 15,0 0 1-15,0 0 29 16,0 0-47-16,0 0 18 16,0 0-17-16,0-24-5 15,40-4-1-15,13-8-4 16,15 16-4-16,-28-1-2 16,19 9 9-16,-19 12-24 15,-12 0 16-15,-22 12-16 0,-6 65 5 16,-114 42 9-1,-88 42-24-15,-43 20-82 16,3 11-99-16,41-20 74 0,67-35 142 16,69-33 135-16,37-39-21 15,28-21-68-15,0-24-6 16,28-20-28-16,53 0-12 16,31 0 6-16,21-20-14 15,16-4 8-15,-10-1 0 16,-12 9-2-16,-34 4-5 15,-18 12-21-15,-50 0-136 16,-16 0-293-16</inkml:trace>
  <inkml:trace contextRef="#ctx0" brushRef="#br0" timeOffset="38034.55">24334 5654 429 0,'0'0'162'0,"0"0"-22"0,0 0-15 0,0 0-55 0,0 0-14 0,0 0 39 15,28 237-74-15,-6-153-6 16,-10 0-13-16,16-12-4 16,-9-8-12-16,-13-15 7 15,-6-5 6-15,0-12-10 16,0-8 2-16,0-12 9 16,0-8-4-16,0-4-18 15,0 0 21-15,0 0 2 0,0 0 9 16,0-16-9-1,0-20-1-15,0-16 0 0,-6-12-7 16,-1-20-1-16,-5-9-16 16,-3-4 15-16,2 2-8 15,13-1 15-15,0 7 4 16,0 5 13-16,0 11-15 16,40 9-2-16,19 17-1 15,16 22 6-15,5 9-6 16,13 16 6-16,7 8 20 15,21 44-12-15,0 4-4 16,12-3-7-16,-25-5-21 16,4-12-7-16,-44-4-14 0,-21-4 18 15,-47 1-23 1,0 2 36-16,-47 5 7 0,-68 0 2 16,-36 0-73-16,-32 0-119 15,3-3-139-15</inkml:trace>
  <inkml:trace contextRef="#ctx0" brushRef="#br0" timeOffset="38268.71">24529 5954 45 0,'-52'21'370'0,"46"-12"-212"16,6-6-111-16,0 13-47 16,0-4 7-16,6 12-7 15,46 1 28-15,1-2 36 16,0 10 18-16,9-1 30 16,-3 4-76-16,3-4 28 15,-3-5-38-15,15-2-10 16,-9-9-16-16,4-8-7 0,11-4 0 15,-15-4-18-15,-24 0 20 16,-20 0-29-16,-8 0 34 16,-7 0-33-16,0 0 1 15,16 0-73-15,-10 0-39 16,22 0 8-16,-6-32-249 16</inkml:trace>
  <inkml:trace contextRef="#ctx0" brushRef="#br0" timeOffset="38667.68">25633 6356 781 0,'0'0'12'0,"0"0"0"0,0 0 52 0,0 0 25 0,0 0-59 16,0 0 7-16,220-277-30 15,-167 193 9-15,-6 7-16 0,-1 2-13 16,-5 11-29-1,-7 20-47-15,-6 24-51 0,3 20 47 16,-16 0 79 0,-3 51 14-16,-12 18 85 0,13 14-22 15,-7 2-57-15,10-9-6 16,2 1-60-16,4-13-3 16,-4-4-35-16,-5-16 12 15,-13-12 1-15,0-16-64 16</inkml:trace>
  <inkml:trace contextRef="#ctx0" brushRef="#br0" timeOffset="38967.58">25807 6035 667 0,'0'0'246'16,"0"0"-222"-16,0 0 31 15,0 0 26-15,353 0-54 16,-247-20-11-16,-4 0-16 16,-37 0-31-16,-3 8-25 15,-37 12-14-15,-9 0 43 16,-16 0-31-16,24 0 40 16,11 12 18-16,11 20 43 15,7 4-16-15,15 8-7 16,-9 5-6-16,3-1-12 0,-9-1-4 15,-19-6-20-15,-16-13-3 16,-18-17-100-16,0-11-140 16</inkml:trace>
  <inkml:trace contextRef="#ctx0" brushRef="#br0" timeOffset="39133.25">26821 5578 345 0,'0'0'653'0,"0"0"-653"15,0 0-47-15,0 0 2 0,0 0-214 16,0 0-385-16</inkml:trace>
  <inkml:trace contextRef="#ctx0" brushRef="#br0" timeOffset="39367.83">27230 5995 459 0,'0'0'234'15,"0"0"-160"-15,0 0-51 16,0 0 3-16,468 141-15 16,-340-141 52-16,-1 0-17 15,-16-33 9-15,-8-19-4 0,-23-12-28 16,-33 0-23-1,-22-5-1-15,-25-3 0 0,0 25-96 16,0 14 1 0,-41 25-13-16,-30 8-42 0,-31 33 42 15,-10 22 7-15,-3 17-27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38:08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2806 9164 144 0,'0'0'103'0,"0"0"-67"0,0 0-18 0,0 0-10 0,0 0-1 16,0 0 15-16,0 0 13 15,0 0-11-15,-6 0-10 16,6 0 27-16,0 0 5 15,0 0-8-15,0 0-25 16,0 0-6-16,0 0-6 16,0 0 5-16,0 0 3 15,0 0 11-15,0 0-9 0,0 0-8 16,0 0 3-16,0 0-5 16,0 8-1-16,6 0 3 15,7 0-6-15,8-1 2 16,-8-2 1-16,-7-2-1 15,0 2 6-15,0-2 12 16,16 5-1-16,-3 1 2 16,21 2-10-16,0 2-5 15,7-5 1-15,-1 4-4 16,4-9 0-16,-13 2-3 16,-3-5 1-16,-18 0 4 15,15 3 0-15,-16-3 5 16,10 0-9-16,-3 9 6 15,2-1-4-15,4-4 0 0,0 0-2 16,3-1-1 0,10 2 6-16,-1-5-6 15,-6 0 7-15,0 0-11 16,-9 0 7-16,-3 0 0 0,6 0 2 16,-10 0 7-16,1 0 2 15,2 0-9-15,7 0 10 16,3 0-10-16,10 0 20 15,14 0-22-15,-2 0 18 16,0 0-14-16,0 0-2 16,-7 0-1-16,-6 0-1 15,-5 0 0-15,-8 0-1 16,4 0-4-16,-3-5 10 0,6-6-6 16,1 3 9-1,-17-1 1-15,10 6 9 16,-9-2-7-16,2 5-8 0,4-3 1 15,9 3-5-15,13-8 8 16,15-4-4-16,-9 4 0 16,-7 0 1-16,1 0 1 15,-7-1-8-15,-12 9 3 16,-3 0-2-16,9 0-1 16,0 0 3-16,6 0 0 0,0 0 5 15,7 0-10 1,-1 0-2-16,-5-8-8 0,-16 0-14 15,-19 0-1 1,3 8-8-16,-9-3 9 0,0 3 2 16,6 0-37-16,-6-9-103 15,0 6-196-15</inkml:trace>
  <inkml:trace contextRef="#ctx0" brushRef="#br0" timeOffset="9643.66">9048 8614 239 0,'0'0'42'0,"0"0"-40"0,0 0 3 0,0 0 43 0,0 0-20 16,0 0-7-16,0 0-20 15,-19 0 13-15,19 0 17 16,0 0-8-16,0 0-14 16,0 0-8-16,0 0 14 15,0 0-6-15,0 0 20 16,0 0 1-16,0 0 12 0,0 0-20 15,0 0-13 1,0 0-9-16,0 0-1 0,0 0 0 16,0 0-12-16,0 0 2 15,0 0 0-15,0 0 7 16,0 0 8-16,0 0-8 16,0 0 0-16,0-4 4 15,0 4 1-15,0 0 2 16,0 0 4-16,19 0-1 15,-10 0-1-15,10 0-2 16,-7 0 16-16,10 0-5 16,-10 0 5-16,10 0 0 15,3 0-9-15,3 0 1 0,-10-4-11 16,10 4 11 0,12-4-11-16,-15-1 11 15,3 2-4-15,0 3 14 0,-3-4-12 16,9 0 8-1,0 0 3-15,-9 0-20 0,15 0 2 16,-12 4 6-16,6 0-16 16,0 0 16-16,-9 0-14 15,3 0 9-15,-3 0-6 16,-3-4 1-16,5 0-8 16,-8-4 6-16,-7 4 4 15,16-4 7-15,-9 4-5 0,-4 0 1 16,10 4 3-16,9-5 6 15,-6 5-1-15,6 0 0 16,-9-3-8-16,15-5 0 16,7 0-5-16,0-4 6 15,-20-1-3-15,8 10 6 16,-11-2-6-16,4-2 5 16,0 3 3-16,9-8 5 15,4-1-4-15,14 6-1 16,-14-6-7-16,12 5 3 15,-13 0 0-15,13 0-5 16,-13 4 7-16,6-4-9 16,-12 5 6-16,7-5-6 15,5-5 2-15,-5 6 0 16,-1-1-4-16,13 0 13 0,-13 3-17 16,13 1 14-16,-13 4-12 15,19-4 11-15,-10 0-13 16,-11 1 7-16,2-5 1 15,10 0 1-15,-26 3 5 16,-2 1-12-16,-10 0 1 16,1 4-21-16,9 0-41 15,-4 0-48-15,-12 0-24 16,1 0-48-16,-7 0 1 16</inkml:trace>
  <inkml:trace contextRef="#ctx0" brushRef="#br0" timeOffset="10842.8">9283 8373 186 0,'0'0'152'0,"0"0"-74"0,0 0-15 0,0 0-34 0,0 0 4 0,0 0-17 16,0 5 9-16,0 3 4 16,-15 3 9-16,3 1 18 0,-1 12-26 15,-21 4-26-15,0 13 4 16,-19-1-6-16,19 0 2 15,3-4-2-15,-3-8 2 16,12-8-4-16,10-4 10 16,-1 1-4-16,-2-9 21 15,9 0-14-15,0-5-11 16,6 1 5-16,0-4-14 16,0 0 4-16,0 0-1 15,0 0-1-15,0 0-10 16,0 0 1-16,0 0 2 15,0 0 10-15,6 0-3 16,22 0 5-16,-10 0 3 16,4 0 2-16,-16 0-1 15,0 0 2-15,7 0-4 0,8 0 2 16,-2 0-1 0,9 0 2-16,6 0 1 0,-3 4 1 15,3 0-7-15,-6 1 0 16,6-2 0-16,-15 2 0 15,-7-5 0-15,4 0-4 16,-10 0 8-16,-6 0-12 16,0 0 16-16,0 0-9 15,0 0 5-15,0 3 4 16,0-3-5-16,0 0-3 16,0 0-1-16,0 0 1 15,0 0-2-15,6 0 8 0,-6 0-12 16,22 0 6-16,3 0-39 15,9-39-122-15,6-5-325 16</inkml:trace>
  <inkml:trace contextRef="#ctx0" brushRef="#br0" timeOffset="42367.78">5687 9408 30 0,'0'0'102'0,"0"0"-9"0,0 0-42 16,0 0-43-16,0 0-3 16,0 0 1-16,0 0-3 15,0 0 1-15,-28 13 9 0,28-13-6 16,-6 0 34-1,6 0-5-15,0 0 8 0,-7 0 1 16,7 0-32 0,-6 0-7-16,6 0-2 0,0 7-5 15,-6-3 3-15,6 0 14 16,-6 4 0-16,6-8 19 16,0 0-16-16,0 0-17 15,0 0-2-15,0 0-1 16,0 8 0-16,0-8-7 15,-10 8 3-15,10 4 9 16,-6 1-13-16,0-2 15 16,0 1-7-16,6-4 1 15,0 5-15-15,0-5 2 0,-6 7-33 16,-1 1 44-16,-8 4-11 16,-4 1 9-16,7 2 2 15,-4-6 0-15,10 2 2 16,-6-6 0-16,6-1-1 15,6-4-3-15,0 3-21 16,0 2-30-16,0-1 29 16,0 4-3-16,-16 0 27 15,10 8 4-15,-7-8 3 16,13 0 7-16,0 1-12 16,-6-1 0-16,6-1 1 0,-15 18-3 15,2-1 8 1,-5-9-13-16,-4 10 10 0,-3-5-5 15,10-8 2-15,9 12 0 16,-7-16 4-16,13 0-4 16,-15 4-3-16,15-8-2 15,0 4 5-15,0 4-6 16,-13-4 1-16,13 4 2 16,0-4 3-16,0-7-1 15,0-1-3-15,0 3-2 16,0-3 6-16,0 9-4 15,0-2 8-15,0-2-6 16,0-2 5-16,0 6 1 16,-6-6-4-16,6-3 0 15,0-3-2-15,0 3-3 16,0-8 4-16,0 0-34 0,0 0 32 16,0 4 3-16,0-1 1 15,19 5 0-15,-4 0 4 16,-15 1 22-16,13-5-2 15,-1 0-1-15,10-4-17 16,-4 4-8-16,4-4 3 16,3 0-3-16,-4 0 2 15,7 0 27-15,-9 0-19 16,9 0-5-16,-3 0 2 16,3 4-1-16,12-4-3 15,13 0 3-15,-1 0-7 0,10 0 2 16,-3 0-3-1,-12 0 1-15,-13 0 2 0,0 0-2 16,-9 0-28-16,15 0 25 16,-6 0-12-16,-6 0 11 15,3 0-16-15,-3 0 22 16,0 0 2-16,3 3 15 16,-3 2-13-16,0 3 15 15,-3 0-5-15,9 0-9 16,6-1 3-16,0-2-8 15,13-2-2-15,-13 2-7 16,13-1 5-16,-3-4 4 0,2 12-4 16,-11-12 1-1,5 4 3-15,1-4-2 0,12 0 2 16,-4 0-6-16,-2 0 9 16,0 0-6-16,-19 0-11 15,6 12-3-15,1-4 3 16,5 4 14-16,-6-8 17 15,-9 1 16-15,3-5 0 16,-6 0-33-16,7 0 35 16,5 0-30-16,-9 0 7 15,15 3-9-15,-5 1-3 16,5-4 0-16,4 12 0 16,-4-8 9-16,7 4-2 15,6-8 6-15,-3 0-7 16,-4 0-4-16,1 0 1 0,-6 0-6 15,-1 0 7-15,-12 0-4 16,-15 0 0-16,-4 0 4 16,4 0-1-16,-4 0-3 15,4 0 22-15,0-8-22 16,-4-8 22-16,4 12-15 16,15-4-2-16,-6-4-5 15,12 0 2-15,0-8-3 16,-9 0 1-16,10-4 0 15,-13 4-2-15,6 0-2 16,-3-4 8-16,-10 12-7 16,-8-1 6-16,-7 2-3 15,10-6 0-15,-10 6 4 16,0-14-11-16,6-3 16 0,4-4-20 16,-16 0 20-16,0 4-12 15,0 4 5-15,0 0-2 16,0 7 26-16,0-2-14 15,0-9-5-15,0 3-2 16,0 2 0-16,0-5 6 16,0-8-21-16,0 7 17 15,0-7-14-15,0 13 8 16,-9-2-1-16,-16 9 6 16,-9 4 17-16,6-4 39 15,-13-4-38-15,10-4-14 0,-15-1-10 16,-16 2-14-16,9-1-24 15,-6 4 33-15,3 4 1 16,16-1 4-16,22 6 24 16,-4 3-17-16,9 0-7 15,13-4 9-15,-12 4-18 16,6-5-38-16,0 5 3 16,-4 4 32-16,10-4 12 15,0 5 3-15,-6 3 0 16,0 0 31-16,-13 0-23 15,-9 0-11-15,1 0-34 16,2 0 9-16,-9 0-20 0,0 0-1 16,-7 0 33-1,-12 0 13-15,-5 0 2 0,-11 0 4 16,10 0 6-16,-15 0 17 16,-7 0-14-16,7 8-12 15,-31-1 7-15,12 1-5 16,12 0 4-16,-6 0-9 15,19 0 4-15,15-3-10 16,0-5 9-16,-2 4-4 16,-4-1 2-16,-16 10 18 15,16 3-14-15,-15-1-5 16,3 6 0-16,9-6 1 16,3-2-3-16,-3 3 5 15,15-9 1-15,7-7-2 16,0 8 26-16,9-3-7 0,-10-5 6 15,13 0-22-15,-6 0-4 16,10 0-2-16,2 0 2 16,-12 0-3-16,-13 0-2 15,1 8 3-15,-7 0 2 16,6 1 30-16,13-6 17 16,6-3-6-16,22 0-42 15,0 0 1-15,0 0-2 16,6 0-26-16,0 0 16 15,0 0-34-15,0 0-3 16,0 8-50-16,40 4 20 16,13 1-92-16,0 2-96 0</inkml:trace>
  <inkml:trace contextRef="#ctx0" brushRef="#br0" timeOffset="42981.67">5680 10178 51 0,'0'0'2'0,"0"0"78"0,0 0 57 0,0 0-63 0,0 0-67 15,0 0 15-15,-40 104-18 16,34-79 17-16,-10-6 27 16,10-2 7-16,6-9-25 15,0-8-13-15,0 0 5 0,0 0-5 16,0 0-14-16,0 0 4 16,0 0-13-16,0 0 12 15,6 0-7-15,29 0 5 16,5 0-4-16,22 0 26 15,31 0-3-15,12-33 4 16,29-11-17-16,21-15 3 16,12-14-13-16,13-3-2 15,6-4-3-15,-3 8 3 16,-9 16 3-16,-23 7-1 16,-30 18 0-16,-40 10-37 15,-22 9 3-15,-13-4 6 16,-11 4 26-16,-1-1-33 0,0 2-32 15,-16-1-69-15,16 7 17 16,-15 2-8-16</inkml:trace>
  <inkml:trace contextRef="#ctx0" brushRef="#br0" timeOffset="43463.3">6341 9809 524 0,'0'0'26'0,"0"0"-26"0,0 0 0 0,0 0-6 0,0 0 6 0,0 0 22 0,220 24 16 15,-111 16-11-15,24 9 24 16,6 7-26-16,29-1-7 16,-1 2-16-16,-12 7-4 15,-21 0-20-15,-29-11-5 16,-12-9-64-16,-18-16 64 15,-13-12-50-15,-25-16-11 16,-9 0-15-16</inkml:trace>
  <inkml:trace contextRef="#ctx0" brushRef="#br0" timeOffset="47261.59">5727 7747 70 0,'0'0'218'0,"0"0"-82"0,0 0-62 0,0 0-27 15,0 0-34-15,0 0-5 16,0 36-4-16,0-31-8 16,0 7 4-16,0-4-11 15,0 12 22-15,0-8-7 16,0 0 5-16,0 0 1 15,0 1-5-15,0-5 1 16,0 11-4-16,0-7 6 16,0 12-7-16,0 1 2 15,0 3-5-15,0-5 9 16,0 10-4-16,-6 3-3 16,0-4 0-16,-10 4-2 15,10-4 7-15,0-8-10 16,6-4 5-16,0-4 0 15,0 4 0-15,0-4-1 0,0 4 6 16,0 8-7 0,0 1 4-16,0-1 3 0,0-5 4 15,-7-2-6-15,1-6-3 16,6 1-19-16,0 1 7 16,0 7-5-16,0 7 15 15,0 2 2-15,0 3 1 16,0 4 0-16,0 0 0 15,0-4-2-15,-6-3 1 16,6-5-4-16,-9-12-23 0,9-4 3 16,0-1 22-1,-6 6 2-15,-7-1 7 0,7 4 4 16,-10 4-1-16,4-4-6 16,6 0 0-16,0-1 2 15,-1-2-5-15,1-1 3 16,-3 0-5-16,3 0 1 15,0 0 0-15,-1-4 0 16,1 0 4-16,6-7-4 16,0-5 3-16,0 0-3 15,0 0-5-15,0 0-11 16,0 0 9-16,0 3 7 16,0 9 0-16,0 1 4 15,0 3 8-15,0-1 7 16,0-10 9-16,0-2-27 0,0-3-2 15,0 0-3-15,0 0 4 16,0 0-2-16,0 0 2 16,0 0 6-16,19 5-5 15,15-2 3-15,0 5-4 16,6 1 0-16,-9-6 4 16,10 5 1-16,-7 0-1 15,6-3 15-15,-12 3-3 16,6-1-14-16,3 1 3 15,-3 0-1-15,13 0-2 16,-7 4 7-16,0-7-14 16,1-2 11-16,-7 10-8 15,0-5 2-15,6 4 0 0,1-1-1 16,5-2 5-16,1-5-8 16,5 0 12-16,1-4-17 15,-13 0 17-15,1 0-12 16,5 0 8-16,-12 0-1 15,-6 4 2-15,3 0-5 16,3 4 6-16,0 4 2 16,7-4 3-16,5 3-10 15,1-2 15-15,-1-1-13 16,1-4 0-16,-1 0-1 16,-5 0 1-16,21 0-3 15,-4-4 4-15,1 0 2 0,3 8-4 16,-21-4-2-16,18 0 6 15,-13-4-9-15,-6 4 4 16,1-4-1-16,-13 0 0 16,12 4 2-16,-9-4-2 15,9 0 5-15,1 0-16 16,-7 0 23-16,0 0-19 16,0 0 15-16,-9 0-5 15,3 0-1-15,-10 0 0 16,10 0-1-16,6 0 8 15,13 0 7-15,-1 0-9 16,1 0-6-16,5 0 0 16,-5 0-2-16,-7 0-12 15,-6 0 12-15,-12 0 1 0,-9 0-3 16,-1 0-3-16,-6 0-7 16,10 0 12-16,-4 0 2 15,7 0 11-15,9 0-6 16,-16 0-8-16,16 0 4 15,-22 0-1-15,22 0-1 16,-28 0 0-16,19 0-7 16,-13 0 14-16,-6 0-11 15,9 0 9-15,-9 0 4 16,0 0-9-16,0 0-1 16,12 0-1-16,-5 0-17 15,-1 0 12-15,16 0 7 16,-10 0-3-16,7 0-17 15,2 0 9-15,-8-16 11 16,2 4 0-16,-9-8 6 0,-6 4 7 16,0-8-3-16,0 12-6 15,0-12 10-15,0-4-13 16,0-5 0-16,0-6 8 16,0 3-15-16,7-5 12 15,-7 5-9-15,0 8 3 16,0 0 0-16,0 0 0 15,0-1-6-15,0 6-1 16,0-9 14-16,0 0-3 16,0-9-2-16,0-6 7 0,0-6-9 15,0-2-1-15,0 6 0 16,0 9 2-16,0 4-4 16,0 4 10-16,0-1-10 15,0 5 10-15,0-11-8 16,0 3 2-16,0-9-2 15,0 5 2-15,0 8-1 16,0 0 0-16,0 7 4 16,0-6-7-16,0-2 9 15,12-6-12-15,10 3 6 16,-4-5-3-16,4 10-3 16,-3 6 6-16,-13 9 0 15,6 4 1-15,-2 8-7 16,-10-8 13-16,6-16-11 15,-6 4 4-15,12-16-15 0,-6-4-32 16,1 12 9-16,-7 7 22 16,0 14 16-16,0 2 1 15,0 9 0-15,0 0 42 16,0 0-41-16,0 0-2 16,0 0 0-16,0 0 1 15,-13-3 3-15,1-5-3 16,-10 0 4-16,10 4 5 15,-7-1 26-15,-15 5-31 16,0 0 12-16,-7 0 7 0,-5 0-9 16,12 0-11-1,-13 0-4-15,7 0 4 0,-6 0 0 16,-1 0-4-16,1 0 7 16,-1 0-2-16,-6 0-4 15,-3 0 11-15,4 5-10 16,5-1 14-16,1 7-15 15,-1-6 7-15,13 3-7 16,-6-4 0-16,21 0 1 16,-21-4 6-16,0 12-14 15,-13-1 12-15,-22-2-12 16,7 3 4-16,-3 3 2 16,3-10 2-16,15 3 0 15,-3-4 0-15,-3-4 2 0,0 8 7 16,-9-8-5-1,3 0 5-15,15 0-9 16,-2 0 0-16,-1 12-2 0,-6 8-5 16,3 0 4-16,4-8 2 15,-1 8-5-15,6-8 13 16,-15 0-12-16,10 0 9 16,11-4-6-16,1 0 0 15,6 0 0-15,9 0-3 16,3-3 3-16,10-5 0 15,12 0-3-15,0 0-1 0,0 0 8 16,-12 0-5 0,12 0 1-16,-22 0-8 0,9 0-11 15,1 0 19-15,-3 0 5 16,8 0-2-16,1 0 5 16,0 0-4-16,0 0 4 15,0 0-4-15,-4 0-2 16,4 0 0-16,0 0-4 15,0 0 4-15,-1-5 8 16,-8 2 5-16,9-5-12 16,0 8-3-16,-1-9 8 15,-5-3-6-15,6 8 3 16,-16-4-4-16,10 8 1 16,-4 0-3-16,10-8 1 15,0 4-1-15,6 4-2 0,-6-8-28 16,6-3 25-1,-7 3-6-15,1 3 9 0,0 5 4 16,6 0-1-16,0 0 0 16,0 0-5-16,0 0-2 15,0-8-1-15,-9 8 2 16,-4-4 6-16,1-4-3 16,-16 5-1-16,-6 3-10 15,9 0-11-15,19 0 14 16,-10 0 7-16,16-9-13 15,0 1-70-15,0 4-55 16,0-16 88-16,0 8 31 16,0-9 19-16,0 2 7 15,0-1-6-15,-12 0-168 0</inkml:trace>
  <inkml:trace contextRef="#ctx0" brushRef="#br0" timeOffset="79250.32">25286 11714 18 0,'0'0'74'0,"0"0"-44"0,0 0-29 0,0 0-2 0,0 0-11 16,0 0-17-16,0 0 29 15,0 0 80-15,0 0 11 16,0-4-27-16,0 4 19 16,0 0-25-16,0 0-10 0,0 0-31 15,0 0-17 1,0 0-12-16,0 0-13 0,0 0 18 15,0 0 7 1,0 0 7-16,0 0-2 0,0 0 22 16,0 0-20-16,0 0-4 15,0 0-3-15,0 0 0 16,0 0 1-16,0 0 10 16,0 0 18-16,0 0-29 15,0 0 12-15,0 0-10 16,0 0 21-16,0 0-6 15,0 0-15-15,0 0-1 16,0 0 5-16,0 0-9 16,0 0 7-16,0 0-8 15,0 0 10-15,0 0-9 0,0 0 3 16,0 0 0-16,0 0 2 16,0 4-2-16,0 0 0 15,0-4-14-15,0 0 8 16,0 0-13-1,0 0 7-15,0 0 7 0,0 0-1 16,0 0 3-16,0 0-1 16,0 0 3-16,0 0-11 15,0 0 6-15,0 0 0 16,0 0-1-16,0 0 14 16,0-4-2-16,0 4-2 15,0 0 15-15,0 0 13 0,-15 0-29 16,15 0 9-16,0 0-11 15,0 0-12-15,0-4-61 16,0-8 8-16,0 0-11 16,0 0-6-16,0 9-144 15</inkml:trace>
  <inkml:trace contextRef="#ctx0" brushRef="#br0" timeOffset="81414.36">25379 11771 266 0,'0'0'0'0,"0"0"-5"0,0 0-32 0,0 0-13 0,0 0-31 16,0 0 60-16,0 0 21 16,0 0 19-16,0 0 67 15,0 0-10-15,0 0-51 16,0 0-23-16,0 0 5 15,0 0-7-15,0 0 2 16,0 0-2-16,0 0 9 16,0 0 12-16,0 3 47 15,0-3-25-15,0 5-9 16,0-5-31-16,0 3 1 16,0 2-1-16,0 2-2 0,0 1 0 15,0 5 2-15,0-2 3 16,0-2 25-16,0-1 10 15,0 0-34-15,0 3-6 16,0 1 7-16,0 1-13 16,0 3 8-16,0-4-3 15,0 16 0-15,0-4 2 16,0-4 1-16,0-4-3 16,0-4 0-16,0-8 1 15,0 8-2-15,0-8-17 16,0 12 11-16,0-8-2 15,0 12 5-15,0-4-2 16,0 0 12-16,0-8-12 16,0 9 12-16,0-9-12 15,0 3 3-15,0 1-2 0,0 4-24 16,0 1 10-16,0-1 17 16,0-4 2-16,0-4-3 15,0 0 7-15,0-5 5 16,0 5-3-16,0 1-12 15,0 7 12-15,0 0-12 16,-6-1 6-16,-3-2-5 16,9-5 2-16,-13-4 6 15,13 7 2-15,0-6-2 16,-6 3 2-16,6 4 0 16,0-1-7-16,-6 6 3 15,6 7-2-15,-13-8-16 0,13-4 17 16,0-4-6-16,0-4 13 15,0-4-7-15,0 0 3 16,0 0 3-16,0 0-5 16,0 0 4-16,-9 12-5 15,9-8 0-15,0 17-2 16,-6-6 11-16,-13-2-7 16,19 2 11-16,-6 1 27 15,-9-8-28-15,15 0 10 16,0-3-20-16,-7-2-2 15,7 6 0-15,-6 2 0 16,0 2-3-16,6-1 10 16,-6 4-5-16,6-8-1 15,0 4-2-15,0-9 0 16,0 2 0-16,0-5 1 0,0 8-4 16,-6 4 4-16,6-1 0 15,0-3 0-15,0 5 1 16,0-5-4-16,-10-1 12 15,10-2-17-15,0-5 8 16,0 3 0-16,0 2-1 16,0-1-2-16,0 8 2 15,0-3-2-15,-12-3-7 16,12 3 17-16,0-1-14 16,0 0 6-16,0-3-3 15,0 2-6-15,0 1 10 16,0 4-2-16,0-3 4 0,0-1-6 15,0-5 8-15,0 1-10 16,0-4-1-16,0 4 0 16,0 5-16-16,0-1 7 15,-6 7 2-15,-1 1 1 16,1-3 12-16,-3-6 2 16,9 1 14-16,-6-3-7 15,6-5 1-15,0 0-9 16,0 0-1-16,0 0 1 15,-6 11-1-15,6 2-2 16,-13 2 6-16,13-2 3 0,0-1-4 16,0-4 3-1,0 0-1-15,0 0-6 0,0 0 3 16,0 0-2-16,0-8 1 16,0 0 0-16,0 0-6 15,0 0 17-15,0 0-22 16,0 0 11-16,0 0-3 15,0 12 0-15,0 0 3 16,0 7 2-16,0 2 19 16,0-6-10-16,0 2-8 15,0-13-6-15,0 0-7 16,0-4-8-16,0 0-49 16,0 0-48-16,0 0-98 0</inkml:trace>
  <inkml:trace contextRef="#ctx0" brushRef="#br0" timeOffset="143380.38">25103 11148 138 0,'0'0'66'0,"0"0"-31"0,0 257-21 0,16-196-12 0,8-25-2 16,-2-21-53-16,3-7-92 15,-25 0 104-15,0-3 25 16</inkml:trace>
  <inkml:trace contextRef="#ctx0" brushRef="#br0" timeOffset="147874.71">25230 11646 29 0,'0'0'171'0,"0"0"-171"0,0 0-26 0,0 0-29 0,0 0 9 16,0 0 46-16,-12 0 120 15,12 0 15-15,0 0-1 16,0 0-74-16,0 0-52 0,0 0-8 16,0 4-6-16,0 4 6 15,0 5 26-15,0-10 31 16,0 5 0-16,0-8-33 16,0 0-6-16,0 0-18 15,0 0 15-15,0 0-15 16,0 0 0-16,0 0 7 15,22 0 0-15,-10 0 3 16,-6-8-10-16,0 8 9 16,-6-3-2-16,0-2-13 15,0 1 6-15,0 4 0 16,0 0-3-16,0 0 3 0,0 0 5 16,0 0 12-16,0 9-6 15,0-6-11-15,7-3 0 16,14 0-49-16,-8 0 41 15,-1 0 8-15,-3-8 14 16,-9-12-5-16,0-4-9 16,0 4-115-16,0 8-372 15</inkml:trace>
  <inkml:trace contextRef="#ctx0" brushRef="#br0" timeOffset="149672.91">25326 11569 41 0,'0'0'205'0,"0"0"-183"0,0 0 75 0,0 0-10 15,0 0-69-15,0 0-16 16,0 0-4-16,0 0-3 16,0 0 5-16,0 0 33 15,0 0 44-15,-9 0 9 16,9 0-48-16,0 0-26 16,0 0-12-16,0 0-20 15,0 0-24-15,0 0 18 16,0 0 24-16,0 0 2 15,0-3 20-15,0-2 8 16,-6 2 20-16,6-5-11 0,0 4 2 16,0-4-35-1,0-8-4-15,0-1-3 0,0 1 3 16,0-4 0-16,-6 4 7 16,6 5-11-16,0-1 8 15,0 4-6-15,0 3 10 16,0-11-13-16,0 4 5 15,0-4 0-15,0-4 0 16,0 4 6-16,0-7-5 16,0-2 1-16,0 1-2 15,0 4 9-15,0 4-14 16,0-1 10-16,0 14 3 0,0-5-7 16,0-4 0-16,0-4-2 15,0-9 4-15,-13 9-6 16,13-4 6-16,0-7-10 15,0 10 11-15,0-3-8 16,0 4 2-16,0-4 2 16,0 4-2-16,0 8 7 15,0-4 10-15,0-7-14 16,0 2 22-16,0-7-20 16,0-4-6-16,0 0 8 15,0-4-5-15,13-4 2 16,-1 4-1-16,-3-9-1 15,-9 10 1-15,13-2-6 16,-7 1 13-16,-6 9-7 0,0-2 0 16,0 1 2-1,0-4-3-15,0-8-2 0,0-4-10 16,0 11-31-16,6-7 14 16,7 13 7-16,-13-1 15 15,0 7 14-15,0 6 13 16,0-6 37-16,0 1-5 15,0-7-43-15,0-2-9 16,0-2-10-16,0-1-25 16,0 7 16-16,0 1 19 15,0 4 0-15,0 4 5 0,0-8 18 16,0 4-17 0,0-8-2-16,0-1-4 0,0-6 0 15,0 14-3-15,0 1 10 16,0 1-12-16,0 2 13 15,-13-3-15-15,13-7 17 16,-6 6-11-16,6-7 1 16,0 4 0-16,0 1-2 15,0-2 7-15,0 1-4 16,0 0 0-16,0 0 1 16,0-4 4-16,0 4-8 15,0 4 4-15,0 0-2 16,0-1 0-16,0 2 1 15,-6-9 0-15,-7-1 6 16,13-3-13-16,-9 4 12 0,3 1-9 16,0 6 6-16,-7 1-1 15,13 0-2-15,0 0 2 16,0 1-2-16,0-6 0 16,0 1-5-16,-6-5 10 15,6 2-6-15,-15 3 3 16,15-4-3-16,0 4 1 15,0-1 0-15,0 1-1 16,0 1 3-16,0 2-7 16,0 1 10-16,0-4-15 15,0 4 9-15,0-7 0 16,0 2-10-16,0 5 7 0,0-4-3 16,0 0 7-16,0 4 0 15,0-4 3-15,0 8-6 16,0 0 6-16,0 0-3 15,0 0 6-15,0-4-6 16,0 0 2-16,0 0 11 16,0-4-13-16,0 0 2 15,0 4-5-15,0 4 7 16,0-1-12-16,0 2 16 16,0-1-8-16,0-1 2 15,15 2-2-15,-15-6 0 16,6 1 1-16,-6 0-2 15,13 1-6-15,-13 7 6 0,0-5 1 16,0 9-6 0,0 0 18-16,0 4-11 15,0 0-1-15,0 0 14 0,0 0-14 16,0 0 0-16,0 0-1 16,0 0 7-16,0 0-13 15,0 0 16-15,0-7-15 16,0-6 10-16,0 1-8 15,6 1 2-15,-6 6 2 16,0 5 9-16,0 0-2 16,0 0 28-16,0 0-6 15,0 0 17-15,0 0-43 0,0 0-3 16,0 0-11 0,0 0-48-16,6-4-2 0,-6-4-135 15,0 0-271-15</inkml:trace>
  <inkml:trace contextRef="#ctx0" brushRef="#br0" timeOffset="-51185.03">8843 9175 449 0,'0'0'67'0,"0"0"-51"0,0 0 46 0,0 0-62 16,0 0-19-16,0 0 19 16,0 0 66-16,-9 0 32 0,3 0 28 15,-1 0-27-15,7 0-44 16,0 0-16-16,0 0-35 16,0 0-4-16,0 0 6 15,0 0-10-15,0 0 8 16,13-8 7-16,74-15 3 15,49-18 8-15,44-15 9 16,40-8-24-16,41-16 6 16,18-13-9-16,15-2-1 15,-5 10 0-15,-29 13-1 16,-65 28-2-16,-55 19-19 0,-47 17-34 16,-25 5-49-16,-15-1-48 15,-13-4-172-15,-15 3-203 16</inkml:trace>
  <inkml:trace contextRef="#ctx0" brushRef="#br0" timeOffset="-47070.87">7780 11453 130 0,'0'0'153'0,"0"0"-81"0,0 0 15 0,0 0-1 0,0 0-58 15,0 0-20-15,0 0-3 16,-7 5-4-16,7-5 11 16,0 0-10-16,0 0 26 15,0 0-18-15,0 0-6 16,0 0 4-16,0 0 15 16,0 0-1-16,0 0-11 15,0 0 5-15,0 0-15 16,0 0 12-16,0 0-12 15,0 0 27-15,0 0-11 16,0 0 10-16,0 0-18 16,0 0 8-16,0 0 1 0,0 0-14 15,0 0 8-15,0 0-9 16,0 0 13-16,0 0 0 16,-15 0 21-16,-16 0-37 15,-3 0 1-15,0 3-1 16,0-3 0-16,-7 5-6 15,-5 3 13-15,-1-4-11 16,7 4 16-16,15 0-14 16,-3 0 12-16,-6-5-10 15,6 6 2-15,3-6 0 16,-3 2-2-16,-6 3 7 0,22 4-17 16,0-4 10-16,-10 3-4 15,9-3 4-15,-14 5-7 16,14 2 7-16,-5-2 0 15,11-1-1-15,-8 1 4 16,9-13-11-16,-1 11 1 16,1-7 5-16,6 4-12 15,0 8 5-15,-6 0 18 16,-9 4-9-16,15 0 10 16,-13 1-2-16,7 2-5 15,6-3 5-15,-16 4-11 16,16-16 8-16,0 9-10 15,0-9-8-15,0 15 11 16,0 1-4-16,22 9 6 16,6 11 0-16,-16-4 4 0,16 0-12 15,-21-4 19-15,17 1-19 16,-2-10 16-16,-10-2-16 16,16-10-7-16,-9 9 13 15,3 1-1-15,18 3 1 16,-9 0-1-16,9 4 6 15,22 4-10-15,3 4 18 16,4 4-17-16,-4-8 13 0,-19 5-14 16,4-5 7-1,-4-8-3-15,-15-4 3 0,10 4 0 16,-7-8-5 0,-6 4 19-16,24-4-10 0,-5 0 6 15,12 4-15-15,9 1 14 16,0 2-11-16,4 1 3 15,-10-3-1-15,-10-5 0 16,1-1 5-16,-13-7-13 16,7 1 16-16,-13-10-19 15,12-3 18-15,-5 5-14 16,12-5 5-16,9 0 2 16,9 0 1-16,9 0 5 15,1 0-12-15,0 0 15 16,-1 0-18-16,1 0 13 0,-16-5-8 15,-9-6-20 1,-19-2 17-16,-3 6 6 0,-6-1 1 16,-3 0-1-16,3-9 5 15,6-3 4-15,-9-4-6 16,9-9 12-16,-12 2-12 16,18-5-4-16,0 0 4 15,-9 3 0-15,-9 2 5 16,-4 15 1-16,-2-4 14 15,-16-9-18-15,6 1 15 16,0 0-16-16,-6-4-3 16,7-4 9-16,-7-1-15 15,0-2 6-15,0-2-5 0,0 13-1 16,0-8 12-16,0 13-11 16,0-1 11-16,0-1 7 15,0 5-7-15,-13-4-3 16,-9 1 5-16,4-6-7 15,-4 1 12-15,-3-4-12 16,4 8-1-16,-4-4 9 16,3 0-22-16,4 4 22 15,-4-1-19-15,9 2 15 16,-8 7-9-16,8 0 8 16,-5-4 7-16,-10-1 9 15,-6-2-17-15,9-2-6 16,-9-3-1-16,0 4 2 15,0-4 2-15,-7 8-1 16,10 9 2-16,-15-2 20 16,-4 1 3-16,-9-4-16 0,0 4 1 15,-3-4-1-15,3 0-16 16,-3-1 13-16,10 1-15 16,-1 1 4-16,0 2 5 15,7-2 1-15,-16 2-8 16,-3 2 8-16,3 3-10 15,-19 8 10-15,22 0 4 16,-15 0-3-16,2 0 13 16,-8 0-28-16,11 0 18 15,4 8-6-15,-3-5 2 0,9-3-41 16,-3 0-28 0,-9 0-31-16,31 0-69 15,-10-11-452-15</inkml:trace>
  <inkml:trace contextRef="#ctx0" brushRef="#br0" timeOffset="-87084.88">15119 4808 266 0,'0'0'222'0,"0"0"-192"0,0 0 71 0,0 0-13 0,0 0-5 15,0 0-51-15,0 0-3 16,-16 8-19-16,16-8-6 16,0 4 14-16,0 0 7 15,0-4 18-15,0 0-20 16,0 0 18-16,0 0-15 16,0 0-11-16,0 0-13 15,0 4 8-15,0-4-7 16,0 0-1-16,0 0 29 15,0 0-28-15,0 0 35 16,0 4-34-16,0-4 21 0,0 9-25 16,10-6 1-1,55 5 4-15,43-4-5 0,32-4 7 16,34 0-2 0,18 0 15-16,31 4-15 0,10 8 16 15,27 1-16-15,35-2 10 16,33 1-12-16,44-7-3 15,16 6-2-15,0 1 2 16,-26 4 17-16,-61 9-12 16,-40-6 4-16,-60-2-8 15,-49-9 11-15,-25-5-12 16,-28-3 0-16,-24 0-2 16,-29 0 1-16,-5 0 1 15,-14 0 0-15,-20 0-8 0,11 0 18 16,-18 0-11-16,0 0 2 15,0 0 24-15,0 0-3 16,0 0 2-16,0 0-1 16,0 0-20-16,0-8-3 15,0 8-6-15,0 0 1 16,0 0-45-16,16 0 16 16,-16-3-7-16,6 3 36 15,-6 0 3-15,0 0 2 16,0 0 19-16,0 0-17 15,0 0 2-15,0-5 5 16,12 1-18-16,10-4-1 16,-3 8 7-16,2 0 3 15,-14-3 0-15,-7 3 0 16,0-13 0-16,0-10-35 0,-103-5-211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26T22:07:21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18641 3465 444 0,'0'0'52'0,"0"0"-52"0,0 0 1 0,0 0 33 0,0 0 29 0,0 0 21 0,0 0 5 0,0 0-64 15,-12 0 28-15,12 0 5 16,0 0-20-16,-16-5-38 16,4-6-1-16,-10-6-16 15,10-2-11-15,-7-2 24 16,-2 1-10-16,2 0 6 15,-15 4 16-15,0 0-1 16,-7 1-7-16,1-2 0 16,-6 1-4-16,12 4 4 0,-19 4 0 15,0-5-2-15,-6 2-37 16,-15 3-12-16,-7-4 7 16,1-1 4-16,-13 2 22 15,6-1 1-15,0-4 17 16,0 8 13-16,6-4 1 15,7 4-7-15,3 3-4 16,-10 2-6-16,7 3-11 16,5 0-50-16,4 0-23 15,13 0 11-15,-17 0 42 16,1 28 25-16,-9 4 5 16,-4 0 8-16,-6-5-4 0,-6 6 5 15,13-5-10-15,-1-4 4 16,13 1-12-16,3-5-39 15,-4-4-40-15,4-1 92 16,-9 6 54-16,-13 7-9 16,-6 0 0-16,-9 0 7 15,15-4-7-15,0-1-8 16,16-7-7-16,3 1 7 16,9-1-21-16,3 12-10 15,3-4-6-15,0 12-22 16,-9 0 14-16,-3 9-35 15,-15 7 19-15,-7-9-45 16,0 6 59-16,6-18 10 0,7 13 0 16,15-3 5-1,-9 3-4-15,9 9-1 0,0 2-72 16,3 1 28-16,10 1-8 16,-1-1 42-16,7-4 10 15,-7 4 1-15,13-8 8 16,9-4-9-16,-2 5 6 15,20-10 4-15,7 6 23 16,0 7-12-16,0-4 11 16,0 9-18-16,0-10-2 15,28 1-12-15,13 1 0 0,5 3 0 16,-6-1 2-16,7 2 37 16,-1-5-21-16,1-3 3 15,12-14-20-15,15 10-1 16,13-10 8-16,12 2-16 15,10 3 10-15,2-8-2 16,-2 8 1 0,6 0 1-16,-4 0 51 0,4 4-23 15,6-8 2-15,-3-4-31 16,24-12 12-16,4-3 1 16,3-13 13-16,9 0-2 15,3 0 3-15,1 0-22 16,5-5-1-16,7-15-9 0,12-8 8 15,15-4-7 1,13-8 10-16,6 4-7 0,-6 0 22 16,-12 7 11-16,-44 14-3 15,-3 2-6-15,-22 10 4 16,-12-5-28-16,6-9 14 16,7 6-8-16,18-17-5 15,3-5 4-15,6 9 10 16,0-4-15-16,-27 16 0 15,-1-7-4-15,-12 6 8 16,-3-7-8-16,9-13 8 16,0-3-8-16,0-11 8 0,-12-1-11 15,-22-9 10 1,-13 1-3-16,-15-4 0 0,-3-12 4 16,-9-4-11-16,-13-9 9 15,13-3-4-15,-6-12-41 16,-1 8-11-16,-18 4 30 15,-15 7-19-15,-13 13 43 16,0 4-3-16,0 0 3 16,-59-8-31-16,0-5 0 15,-10 2-44-15,-5 2 51 16,-13 13 48-16,0-1-17 16,-6 17 39-16,0-8-16 15,0 1-7-15,-9 2-22 16,3 1-1-16,-16 12-3 15,3 0 3-15,-15 0 0 0,-6-5 1 16,0 2 4-16,-22 3-9 16,9 0 4-16,-9 8-4 15,0 12-3-15,3 8 6 16,-16 8-3-16,7 0 8 16,-12 0-6-16,-1 16 8 15,-18 15-12-15,-16 10-12 16,6 7-11-16,23-8-12 15,39-8 8-15,25-13-153 16,35-14-115-16</inkml:trace>
  <inkml:trace contextRef="#ctx0" brushRef="#br0" timeOffset="7673.62">15404 8799 477 0,'0'0'88'0,"0"0"-85"0,0 0 0 0,0 0 1 15,0 0-1-15,0 0 13 16,0 0 21-16,0 0 24 15,0-9 5-15,0 9 32 16,0 0-40-16,0 0-48 16,0 0-10-16,0 0 1 15,0 0 13-15,0 0-5 16,0 0 11-16,0 0-17 0,0 0-3 16,9-3 1-16,10-13-6 15,9-9 10-15,25-19-3 16,6-16 8-16,3-12 5 15,3-20 1-15,-3-21-4 16,-10-15 1-16,-5-21-9 16,-7-15-8-16,1-4 10 15,-23 4-8-15,-2 23 2 16,-16 28-1-16,0 21-11 16,0 28 12-16,-56 24-4 0,-3 8 12 15,6 21 5 1,1 11 21-16,-4 43 70 15,-3 73-99-15,12 44 1 0,13 17-5 16,34-4 2-16,0-13-3 16,13-28-10-16,55-19 9 15,25-25-22-15,15-24 8 16,20-24-52-16,-4-19-48 16,-16-21-251-16</inkml:trace>
  <inkml:trace contextRef="#ctx0" brushRef="#br0" timeOffset="8321.41">16617 8088 657 0,'0'0'159'0,"0"0"-145"0,0 229-11 0,6-152 15 0,40-10 0 16,7-10-7-16,-13-9 12 15,-6-12-12-15,-9-16 31 16,-9-7-27-16,-10-13 0 16,13 0-14-16,-4-49 4 15,-3-31 19-15,1-25-20 16,-13-18 4-16,0-10-6 0,0-11 5 16,-13-8-3-16,-14 6 1 15,14 15-1-15,7 18 25 16,6 25-5-16,0 7-3 15,0 18-9-15,46-1-3 16,35 0 10-16,24-5-15 16,38 9 12-16,9 7-7 15,3 17 23-15,6 8-29 16,-9 4-2-16,3-4-1 16,-21-3-20-16,-13 3-18 15,-22-1-117-15,-40 13-229 16</inkml:trace>
  <inkml:trace contextRef="#ctx0" brushRef="#br0" timeOffset="8887.02">17392 7387 535 0,'0'0'178'0,"0"0"-161"0,0 0-16 0,0 0 18 0,0 0-11 15,341-64-8-15,-276 64 0 16,-25 0-17-16,-6 20 15 16,-15 19 2-16,-19 2 34 15,0 3 56-15,0 4-56 16,0 1-12-16,0-10-19 15,9 2 5-15,16-10-5 0,22-14-6 16,15 7-9-16,3-16 2 16,9-1 9-16,-15-2-2 15,-12-5-4-15,-13 16 14 16,-13 0-10-16,-8-1 7 16,-7 10 0-16,-6 7 27 15,0 13 4-15,0 10 3 16,-12 6-18-16,-50 3 5 15,-4-8-24-15,-8-1-2 16,-19-6-35-16,-16-13-40 16,-2-8-248-16,-16-8-288 15</inkml:trace>
  <inkml:trace contextRef="#ctx0" brushRef="#br0" timeOffset="9421.83">15404 9219 106 0,'0'0'674'0,"0"0"-670"0,0 0 2 0,0 0 164 0,444-63-112 15,-178-10 37-15,41-15-48 16,28 8-4-16,0 3-29 15,-22 21-7-15,-31 17-7 16,-43 6-14-16,-44 13-24 16,-43 8-72-16,-18-3 24 15,-26-2-116-15,-27 9 5 16,-35 0-370-16</inkml:trace>
  <inkml:trace contextRef="#ctx0" brushRef="#br0" timeOffset="9953.16">16862 9304 426 0,'0'0'137'16,"0"0"-134"-16,0 0 30 15,0 0 16-15,0 0 1 16,0 0 28-16,269 0-59 16,-216 0-19-16,-19 36 0 15,-22 16-4-15,-12 16-23 16,0 9-34-16,0 3 4 16,0 4 32-16,0-16 25 15,0-8 12-15,0-20 36 16,35-12-15-16,36-3-12 0,37-17-10 15,13-8 25 1,25 0 18-16,3 0 8 0,-16-16-2 16,-21-1-23-16,-10 6-14 15,-21 11-22-15,-22 0 21 16,-19 0-21-16,0 0 11 16,-15 0-12-16,9 0-9 15,0 0-80-15,-15 0-161 16,-4-5-332-16</inkml:trace>
  <inkml:trace contextRef="#ctx0" brushRef="#br0" timeOffset="12951.93">15519 5425 435 0,'0'0'114'0,"0"0"-39"0,0 0 5 15,0 0 5-15,0 0-8 0,0 0 26 16,0 0-40-16,502 13 19 0,-254-13-40 16,59 0 0-1,59-24-14-15,37-12-10 0,-3-5-11 16,-18 10-7-16,-82-2 0 16,-61 9-50-16,-56-4-18 15,-78 24-82-15,-64 4-226 16</inkml:trace>
  <inkml:trace contextRef="#ctx0" brushRef="#br0" timeOffset="13317.91">15981 6272 728 0,'0'0'2'0,"0"0"121"16,0 0 14-16,549-41-32 16,-258 2-47-16,84-9 3 15,47-9-36-15,0-2-13 16,-47 15-12-16,-84 3-11 16,-89 29-74-16,-81 12-184 15,-68 0-428-15</inkml:trace>
  <inkml:trace contextRef="#ctx0" brushRef="#br0" timeOffset="22312.07">19237 6292 559 0,'0'0'122'0,"0"0"-75"0,0 0 60 0,0 0 7 0,0 0-64 0,0 0-6 15,0 0-34-15,18 4 17 16,-18-4-12-16,0 0 28 16,0 0-27-16,0 0-2 15,-34 0-14-15,-25 0-8 16,-15 0 6-16,-13 0 2 16,6 0-14-16,10 0 26 0,-10 0-18 15,7 0 12-15,-7 0-7 16,-5 0 1-16,-14 0-5 15,-27 0-7-15,-12 8-10 16,-23 8-15-16,-17 0-15 16,-11 8 16-16,23 1-59 15,-7-2 24-15,16 5 38 16,16-4 22-16,8-4 11 16,13-7 2-16,4 10 77 15,2 6-79-15,-12 7-14 16,0 8 14-16,-1 12 14 0,14 5-11 15,2 3-6-15,10 0 3 16,9 4-48-16,6-4 17 16,0 8 5-16,0-4 22 15,-6-3 8-15,13 7 52 16,5 8 6-16,16 0 37 16,19 9-77-16,6 6-4 15,22-2-18-15,5-1 0 16,7 4-3-16,0 4 3 15,0 9-9-15,0 3 3 16,-6 5 5-16,-22-1 0 16,16-4-1-16,12 0 3 0,0-4-2 15,0 1-1 1,0-5-6-16,40 1-8 0,0-5-6 16,13 0 0-16,6-16-4 15,22 0 25-15,5-11-13 16,17-5 14-16,-4 4-3 15,6 0 4-15,4 0-5 16,3 4 8-16,-4 1-11 16,7-13 1-16,12 0 3 15,12 0-8-15,1-7 10 16,9-2 1-16,-10-2 10 16,7-1-10-16,9 0 1 0,-9-12-2 15,3 1-44 1,-4-18-5-16,-17 1-1 0,-1-4 46 15,-13-7 5-15,-14-6 8 16,-1-7 19-16,9 0 17 16,-8 0-15-16,27-32-12 15,0-20 4-15,0-17-19 16,-6-11-2-16,6-15-5 16,0-10 3-16,7-11-1 15,-7 3 3-15,0-7 5 16,-28 20-5-16,-6-4 0 15,-19 7 5-15,-5 5-11 16,-10-1 12-16,-1-2-13 16,11-10 6-16,-1-3 1 15,-3-8-7-15,-12 0-5 16,3 8 12-16,-19 11 1 16,-9 9 23-16,-16-1-19 0,-12 1 5 15,0-7-4-15,0-10-12 16,0-11 1-16,0-9-7 15,0 4-2-15,-25 5 4 16,-15 24 10-16,-7 20 0 16,-15 8 2-16,-3 4 2 15,-3-1 3-15,3-3-5 16,9-8-4-16,-3-3-1 16,-15 1 3-16,3 10 23 15,-16 0-18-15,-22 12 2 0,-24 4 19 16,-28 8 21-1,-19 4-41-15,-12 4-6 0,-10-12-37 16,16 8 26-16,19-5 10 16,11 10 2-16,11-2 34 15,11 14-28-15,-2 6 16 16,-16 13-23-16,-15 0-9 16,-19 41-161-16,-16 14-415 15</inkml:trace>
  <inkml:trace contextRef="#ctx0" brushRef="#br0" timeOffset="39579.42">16148 13138 578 0,'0'0'106'0,"0"0"-80"0,0 0 33 0,0 0-11 0,0 0-5 0,0 0-33 16,0 0 30-16,0 0-22 16,25-12 10-16,-25 12-13 15,0-8 17-15,9 0-4 16,4-8 7-16,-7 0-13 15,22-12-7-15,-9-17 20 16,2-10-33-16,4-22 12 16,3-15-14-16,12-16 0 15,-15-5-2-15,-3-15-12 16,-4 0 7-16,-11-9-39 16,-7 5-17-16,0 12-39 15,0 28-34-15,0 20-23 0,-47 39 154 16,-6 29 5-1,-33 4 108-15,-14 48-59 16,-2 41-28-16,25 27 42 16,27 20-46-16,50 16 13 0,0 14-8 15,108 1-1-15,32 2-21 16,15-9 0-16,-3-8-10 16,3-14 1-16,-9-19-11 15,3-27-149-15,2-27-33 16,11-33-188-16</inkml:trace>
  <inkml:trace contextRef="#ctx0" brushRef="#br0" timeOffset="40543.6">16768 11081 582 0,'0'0'147'0,"0"0"-92"0,0 0 55 0,0 0-43 0,0 0-50 15,0 0-13-15,47 4-4 16,-13-4 2-16,0 0 32 15,7 0-15-15,5 0-4 16,-6 0-13-16,13 0-1 0,0 0-1 16,-7 0-7-1,1 36-9-15,-19 11-12 0,-16 22 11 16,-12 11-22-16,0 20-3 16,0-12-6-16,0-7 14 15,0-25 18-15,0-24 14 16,34-12-4-16,19-16-4 15,15-4 9-15,13 0 2 16,12-8 18-16,6-16-19 16,-3-7 14-16,-25 14-14 15,-9 4 0-15,-37 2-71 16,-19 7-200-16</inkml:trace>
  <inkml:trace contextRef="#ctx0" brushRef="#br0" timeOffset="41243.79">18226 12584 422 0,'0'0'246'0,"0"0"-199"0,0 0 43 0,0 0-59 16,0 0 11-16,0 0 4 0,46 164-19 15,-5-103-10-15,11-1-14 16,-2-4 24 0,9-7-24-16,6 7 2 0,9-12 5 15,7 0-20-15,-22-21-8 16,3 2 18-16,-22-25 0 16,-15 0-8-16,-9-4 8 15,-10-56 3-15,-6-28 34 16,0-17-29-16,-6-15 5 15,-41-16-8-15,-15-13-10 16,9 0-4-16,1-6-20 0,17 6 27 16,29 13-1-16,6 19-3 15,0 26 12-15,19 10 24 16,43 13-21-16,25-1 22 16,24-15-6-16,38-4 14 15,31-4-21-15,-6-1-12 16,12 18-6-16,-31 11-15 15,-28 20-32-15,-6 16-49 16,-34 15-125-16,-35 13-119 16</inkml:trace>
  <inkml:trace contextRef="#ctx0" brushRef="#br0" timeOffset="41825.85">19342 11962 716 0,'0'0'91'0,"0"0"-89"0,0 0 10 0,0 0-2 0,0 0-10 0,0 0 46 16,236-11-30-16,-171 11 5 15,-25 0 6-15,0 11 19 16,-12 17-34-16,-21 17 20 16,-1-1-26-16,-6 5 5 15,0-5-11-15,0-8-4 16,0-5 0-16,6-15-12 16,0-4 11-16,10-7-43 15,8-5 31-15,23 0 8 0,-7 8 5 16,7-5 8-1,-19 10-4-15,-10 2 6 0,4 10-4 16,-10 7 10-16,-12 0 0 16,0 25 7-16,0 10-3 15,-6 10 2-15,-47 3-12 16,-9-4-3-16,10-19-3 16,11-30-14-16,23-23-60 15,12-4-176-15,6-24-347 16</inkml:trace>
  <inkml:trace contextRef="#ctx0" brushRef="#br0" timeOffset="42475.83">16849 14032 385 0,'0'0'63'0,"0"0"-47"0,0 0 30 0,0 0 33 16,0 0 4-16,0 0 20 15,-34-11-72-15,34 11-6 16,0 0-22-16,22 0 29 16,58-13 42-16,66 6-1 15,62-22-29-15,80-19 0 16,66-24 0-16,46-28-9 16,40-13-1-16,28-7-31 15,-24 8-3-15,-51 23-48 0,-80 25 47 16,-77 32-149-1,-96 24-200-15,-66 8-43 0</inkml:trace>
  <inkml:trace contextRef="#ctx0" brushRef="#br0" timeOffset="43341.55">18728 14060 759 0,'0'0'14'0,"0"0"3"0,0 0 7 0,-99 265-16 16,59-201 7-16,5-3 48 15,1-6-9-15,6-7-36 16,22-15 35-16,6-1-18 15,0-12-8-15,0-4-22 16,0-8-10-16,53-8-8 16,28 0-1-16,5 0 12 0,17 0 2 15,-16-4-6-15,-16-4-3 16,-3 8 6-16,-21 0-13 16,-1 0-3-16,-12 0-21 15,-15 0 31-15,-4 8 8 16,-8-4-15-16,-1-4 15 15,-6 0-28-15,0 0 18 16,0 0-57-16,0 0 60 16,0-4 4-16,0-16-4 15,0-8-7-15,0-13 0 16,0-6-39-16,0-6-15 16,-6 1 32-16,-16 21 30 15,22 6 7-15,0 25 13 0,0 0 32 16,0 0 12-1,0 20 15-15,0 32-13 0,0 12 33 16,0 25-38-16,0 7-34 16,15 4 6-16,4 5-20 15,3-2-1-15,-10 2 2 16,-12-5-6-16,6-4-1 16,-6-19 0-16,0-21-1 15,13-17-11-15,2-26-57 16,4-13-306-16</inkml:trace>
  <inkml:trace contextRef="#ctx0" brushRef="#br0" timeOffset="63577.88">21072 8101 304 0,'0'0'308'0,"0"0"-292"0,0 0 59 0,0 0 11 0,0 0-45 16,0 0 0-16,0 0-6 15,0 0-1-15,-31 3 16 16,25-3-32-16,-3 0 27 16,9 0-22-16,0 0 8 15,0 0-13-15,0 0 9 16,0 0-26-16,0 0 6 16,0 0-6-16,0-16 5 15,9-12 2-15,44-16-4 16,27-12 4-16,38-8 1 0,25-16 11 15,37-5-20-15,12 1 7 16,37 9-3 0,4 2-4-16,15 17 2 0,6 3 3 15,-6 6-10-15,-28 11 4 16,-21 8 0-16,-44 7-36 16,-34 21-88-16,-41 0 124 15,-14 0-22-15,-32 0-72 16,-28 0-224-16</inkml:trace>
  <inkml:trace contextRef="#ctx0" brushRef="#br0" timeOffset="65059.72">21655 7595 278 0,'0'0'111'0,"0"0"44"0,0 0-80 0,0 0 7 15,0 0-15-15,0 0 1 16,-121 93-64-16,87-61 13 0,-3 4 0 16,3 8 24-1,-13 5-12-15,1-2-7 0,-16 17 17 16,-3 0-32-16,-4 5 7 16,-11-9-5-16,21-4-11 15,-9-8 7-15,27-12 11 16,-5-4-13-16,-1-4 8 15,-5 0 5-15,18 0-11 16,6-7 0-16,9-9 4 16,13-9-18-16,6-3 2 15,0 0 3-15,0 0-14 16,0 0 12-16,6 0 6 16,34 0 0-16,1 0 12 15,11 0-11-15,1 0 7 16,21 0-1-16,13 0-10 0,6-7 8 15,16-9-5-15,-4-5 2 16,-18-2 1-16,6 3-1 16,-31-1 1-16,-9 13-3 15,-13 4 4-15,-27 4-13 16,14 0 12-16,-14 0-8 16,2 0 0-16,4 0 1 15,3 0-5-15,2 0 6 16,-11 0 0-16,9 0-6 15,-22 0 5-15,6 0-7 16,-6 0 3-16,0 0 12 16,0-11-7-16,0-10 3 0,0-11 0 15,0-4 2-15,0-8 4 16,0-8 0-16,0-4-3 16,-28-9-6-16,9-7 9 15,1-12-14-15,2 0 10 16,4 8-2-16,-1 12 0 15,-2 15 3-15,9 17-4 16,6 13 8-16,-7 11 1 16,1 8-5-16,6 0 5 15,-6 0-4-15,6 0 2 16,0 0 2-16,-15 0-1 16,15 0 21-16,0 0-9 15,-7 0-2-15,-5 19-9 0,0 6-12 16,-10-6 16-16,22-7-16 15,0-4 6-15,0-8-4 16,0 0-2 0,0 0 4-16,0 0-2 0,0 0 9 15,0 0-14-15,0 0 6 16,0 0-12-16,0 0-76 16,-6 0-198-16</inkml:trace>
  <inkml:trace contextRef="#ctx0" brushRef="#br0" timeOffset="81347.89">10828 16772 390 0,'0'0'135'0,"0"0"-98"0,0 0 48 0,0 0-25 0,0 0-18 16,0 0-29-16,0 0-9 15,0 0 8-15,-7 8-10 16,7-8 25-16,0 0 42 16,0 0-39-16,0 0-24 15,0-33-3-15,19-23-3 16,34-24 17-16,27-20-12 15,13-24 8-15,28-20 6 16,28-33 25-16,3-16-30 16,22-15 10-16,5-5-3 0,11 8 7 15,-11 9-17 1,-5 19-8-16,-19 21-2 0,-37 24-1 16,-31 23-2-16,-31 13-67 15,-10 16-66-15,-6 16-128 16,-21 24 26-16,-19 32-73 15</inkml:trace>
  <inkml:trace contextRef="#ctx0" brushRef="#br0" timeOffset="82109.23">10868 16808 117 0,'0'0'0'0,"0"0"0"0,0 0 2 0,0 0-2 0,0 0-24 15,0 0 24-15,-22 64 44 16,22-64 73-16,0 0-46 16,0 0 6-16,0 0 35 15,0 0-86-15,0 0 18 16,0 0-21-16,22 0 1 16,24 0 7-16,20 0 49 15,30 0-23-15,21 0 45 16,38 0-39-16,32 0-41 15,20 0 16-15,35 0-31 16,25 0 8-16,21 0-13 16,13 0-2-16,-10 0-8 15,-21-12 8-15,-9-12 0 16,-23 4 0-16,-24 0-7 0,-12 15-5 16,-22 5 6-16,-7 0-44 15,-11 0-11-15,-17 5 50 16,-8 7-18-16,-26-4-3 15,-24-8-63-15,-25 0-92 16,-37 0-227-16</inkml:trace>
  <inkml:trace contextRef="#ctx0" brushRef="#br0" timeOffset="83174.74">12973 14044 19 0,'0'0'401'0,"0"0"-401"0,0 0-21 0,0 0 18 0,0 0 6 16,0 0 16-16,-40 0 7 15,40 0-9-15,0 0 17 16,0 0 6-16,0 0 37 16,0 0-28-16,0 0 12 15,0 0-36-15,0 8-6 16,12 24 24-16,29 4-18 16,11 12-10-16,17 1-11 0,11 11-8 15,1 0 13 1,-4 4-5-16,19 12-3 0,-9-7 30 15,19 15-31-15,8-4 9 16,-2-8-2-16,3 0-7 16,-1 0-1-16,14 0-2 15,-7 0-5-15,-4 13-62 16,26-1 14-16,-16-4 45 16,0 1-29-16,-9-5-4 15,-9-12 43-15,-16 0-19 16,-13 0 13-16,-15-7 1 15,-9-1-35-15,-9-4 32 16,-13-12 15-16,-9 0-7 0,3-3 2 16,-4-1 12-16,4 0 7 15,-15-8-2 1,-7-4-18-16,-6-8-9 0,0-1-87 16,0-2-275-16</inkml:trace>
  <inkml:trace contextRef="#ctx0" brushRef="#br0" timeOffset="83879.81">14796 15247 257 0,'0'0'124'0,"0"0"-72"0,0 0 24 0,0 0 14 0,0 0-68 0,0 0 21 0,236 205-18 0,-171-141 30 0,3 21-1 0,13 7 9 16,0 8-35-16,-4 4-18 15,-2 1-10-15,-7 6-6 16,-9-6-13 0,-7-8-19-16,-11-9 37 0,15-4 2 15,-10-8-1-15,1 0 4 16,-1-7 6-16,-6-5-7 15,-15-9 3-15,-3-14-12 16,-10-18-47-16,-12-18-145 16,0-5-349-16</inkml:trace>
  <inkml:trace contextRef="#ctx0" brushRef="#br0" timeOffset="87522.35">12725 14790 277 0,'0'0'116'0,"0"0"-115"0,0 0-1 0,0 0 4 0,0 0 47 0,0 0-4 15,0 0-8-15,-313 69 3 0,285-58 7 16,-6-2 30-1,9 7-15-15,-3-1-23 0,0 6-32 16,-3-1-9-16,-3 4-1 16,13-1 1-16,-4-2 0 15,3 3 5-15,10 0-11 16,-1 0 14-16,-15 4-14 16,10 8 14-16,-10 0-8 15,0-3 0-15,16 3 0 16,-16 0 3-16,3-8 0 15,-3-5 43-15,3 6-30 0,-3-1 22 16,22 0-35 0,-10 3 6-16,-2-1-6 15,18-7-3-15,-6 1 0 0,-1 4 0 16,-8 0 8-16,15 5 5 16,0-6 9-16,0 1-18 15,0 8 3-15,0-8-1 16,28 8-12-16,6-7 3 15,0 3 3-15,3 0-5 16,4 0-11-16,-7 4 14 16,0 0 1-16,12 8-13 15,1-8 10-15,-1 0 4 16,7-3-19-16,-3 3 16 16,-4 4 0-16,1-3 0 0,-1 2 2 15,-12 2-2-15,-3-10-5 16,10 2 7-16,-1 3-7 15,0-13 1-15,7 1 5 16,-7-4-13-16,13-7-3 16,-13 3 11-16,7-4-2 15,8 0 8-15,-8 4-17 16,6 4 13-16,-1 7 5 16,17 3-8-16,-17 1 11 15,-5 1-6-15,-1-8 6 16,-12-3-2-16,13-10-1 15,-1-3 2-15,-5 1 9 16,11-1-7-16,4-5 2 16,3 5-1-16,0 0-1 15,3-4-4-15,-3 4 0 0,-3 0-6 16,-10-8 11-16,1 0-13 16,-7 0 0-16,7 0 8 15,-1 0 0-15,7-8 2 16,6-7-2-16,3-9 4 15,-3-1-1-15,-3-11-3 16,-4-8 0-16,7-8 3 16,-6-8-9-16,-4-5 9 15,-2 1-7-15,-22 8-3 16,3 1-1-16,-16 6 13 16,10 1-5-16,-16 0 0 15,6 0-6-15,-5-8 5 0,-7 12-9 16,0-1 3-1,0 5 14-15,0 4-12 0,0-4 9 16,0-8-8-16,0 8 8 16,-7 0-4-16,-5 0 0 15,-10 0 1-15,-2-9-6 16,2 2 4-16,3 6 1 16,-9 1-24-16,16 4 24 15,-16 12 0-15,3-4 7 16,-9 16 16-16,-6-4 7 15,-7 0-4-15,-5-4-21 16,11-1-10-16,-15-10-9 16,4-5-20-16,5-5-48 15,7 1 38-15,0 12 36 16,-1 4 8-16,7 8 4 0,-6-1 6 16,9 10-6-16,-9-5 0 15,-7-8-8-15,-15 4-57 16,9-9-38-16,-15 2-125 15,15-1 102-15,1 7 122 16,5 1 38-16,1 4 74 16,-1 4 33-16,1 5-63 15,-16-5-54-15,3 3 15 0,-16-2 8 16,10-9-51 0,-3-5-45-16,9 1 35 0,-3 0-4 15,9 4 14 1,1 16 9-16,18-4-8 0,-7 4 29 15,-12 0 7-15,7 0-37 16,-16 0-23-16,-19 0-126 16,-12 0 135-1,-6 0-471-15</inkml:trace>
  <inkml:trace contextRef="#ctx0" brushRef="#br0" timeOffset="89571.72">13206 15660 64 0,'0'0'138'0,"0"0"-114"0,0 0 18 0,0 0 31 0,0 0-30 16,0 0-22-16,0 0-16 15,0 0 57-15,0 0 11 16,0 0-35-16,0 0 14 16,0 0-21-16,0 0 29 15,0 0-25-15,0 0 5 16,0 0-1-16,0 0 5 15,0 0-8-15,0 0-19 16,0 5 16-16,0-2-31 16,0-3 0-16,0 0 7 0,0 0-12 15,0 0 5 1,0 0-2-16,0 0 0 0,0 0-1 16,0 0-80-16,0 0-143 15,6-8 0-15</inkml:trace>
  <inkml:trace contextRef="#ctx0" brushRef="#br0" timeOffset="91487.04">13234 15784 38 0,'0'0'13'0,"0"0"29"0,0 0-3 0,0 0 34 15,0 0-29-15,0 0-9 16,0 61 2-16,0-61-1 16,0 0-28-16,0 0-6 0,0 0-2 15,0 0-1-15,0 0-2 16,0 0 6-16,0 0 80 15,0 0-18-15,0 0-10 16,0 5-22-16,0-5-1 16,0 0-7-16,0 0-7 15,0 0-14-15,0 3 1 16,0 0-1-16,0 2-1 16,0 7 17-16,0 1-6 15,0-2 13-15,0 1-3 16,0-4-3-16,0 0-13 15,0 4-7-15,0 1-2 16,0-2 7-16,0 5-12 0,0-4 13 16,0 1-14-1,0 10 15-15,0-2-12 16,0-6 4-16,0-2 0 0,0-1 2 16,0-1 4-16,0-3-12 15,0 0 15-15,0 5-22 16,0-1 18-16,0 0-13 15,0 4 11-15,0 0-3 16,0-4 2-16,0 7-2 16,0-2 10-16,0-9-5 15,0-3 0-15,0 10-1 16,0-3-4-16,0 0 9 0,0 0-9 16,0 0 0-1,0-3 0-15,0-1 4 0,0-1-3 16,0-3 10-16,0 5-3 15,0 2 17-15,0-3-19 16,0 9 5-16,0-9-6 16,0 8-10-16,0-9 5 15,0 6 0 1,0-10-2-16,0 10 7 0,0-1-9 16,0-4 11-16,0 0-7 15,0 4 1-15,0-4-2 16,0 3-8-16,0-3 0 15,0 1 9-15,0-1 0 16,0-8-4-16,0 0 13 16,0 0-8-16,0 0 7 0,0 0-14 15,0 3 9 1,0-3-5-16,0 0 2 0,0 5-1 16,0-5 0-1,0 3 2-15,0-3-7 0,0 0 7 16,0 0-7-16,0 0 11 15,0 0-5-15,0 0 10 16,0 0 27-16,0 0-1 16,0 0-24-16,0 0-5 15,0 0-2-15,0 0-8 16,0 0 15-16,0 0-22 16,0 5 17-16,0 3-7 0,0 0 5 15,0-4 4-15,0 4-9 16,0-5 8-16,0 6-14 15,12-1 15-15,-12 0-17 16,6 0 18-16,-6-5-10 16,0 2 0-16,0-1 2 15,0 0-2-15,7 0 3 16,-7 9-8-16,9-5 15 16,-9 11-21-16,12-2 20 15,-6-6-18-15,1 6 13 16,-7-9-8-16,15-1 0 15,-15 1 2-15,0-8-1 16,0 5 2-16,0-5-9 0,0 3 18 16,6 2-13-16,-6-2 10 15,7 5-7 1,-7 0 3-16,0 1-1 0,0-1 0 16,0 0 2-16,0 0 3 15,0-8 1-15,0 3-7 16,0-3 8-16,0 0-14 15,0 0-13-15,0 0-63 16,0 0-231-16</inkml:trace>
  <inkml:trace contextRef="#ctx0" brushRef="#br0" timeOffset="92933.13">10307 12396 204 0,'0'0'22'0,"0"0"-5"0,0 0 23 0,0 0 21 0,0 0 10 16,0 0-12-16,0 0 33 15,0-13-6-15,0 13-8 16,0 0 27-16,0 0-46 16,0 0-6-16,0 0-46 15,0 0 1-15,0 0-6 16,0 0 21-16,0 0-17 15,6 0-4-15,40 0 10 16,29-7 19-16,30-5 22 16,29-5-36-16,5 2-5 15,10-9-12-15,-16-1-7 0,-12 2-42 16,-15-9-28-16,-38 4-160 16,-22 11-210-16</inkml:trace>
  <inkml:trace contextRef="#ctx0" brushRef="#br0" timeOffset="93516.86">10505 12272 154 0,'0'0'192'0,"0"0"-49"0,0 0-77 0,0 0-34 0,0 0 27 15,0 0-15-15,-99 232 60 16,71-192-54-16,9-8 6 16,13-7 16-16,-9-17-4 15,15-8-46-15,0 0-20 16,0 0-2-16,0 0-11 0,0 0-13 15,0 0-31-15,28 0-4 16,18-28-81-16,1-13-63 16,-19 2-360-16</inkml:trace>
  <inkml:trace contextRef="#ctx0" brushRef="#br0" timeOffset="93689.06">10505 12272 383 0</inkml:trace>
  <inkml:trace contextRef="#ctx0" brushRef="#br0" timeOffset="93915.8">10505 12272 383 0,'-59'204'226'0,"25"-184"-226"0,6 0-68 16,-3-7-221-16,3 2 289 16,10-7 88-16,2-8 9 15,10 0 14-15,6 0-54 16,0 0-52-16,0 0-5 0,0 0-38 16,0 0 35-1,0 0 3-15,0 0 15 0,0 0 12 16,0 0 21-16,0 0-2 15,0 8 21-15,22 0-55 16,2 0 18-16,4-8-18 16,6 0 5-16,7 0-11 15,-16 0 1-15,15 0-7 16,-18-24-74-16,-16-4-154 16</inkml:trace>
  <inkml:trace contextRef="#ctx0" brushRef="#br0" timeOffset="101213.63">22278 14802 73 0,'0'0'456'0,"0"0"-387"0,0 0-1 0,0 0 66 16,0 0-93-16,0 0-31 16,0 0-10-16,-127-28 3 15,112 28 1-15,-4-8-4 16,-9 4 12-16,3 0 22 16,-2-3-15-16,-8 7-7 15,1 0 25-15,-6 0-22 16,21 0 5-16,-15 0-19 15,0 0-1-15,9 0 0 16,-3 0 7-16,4 0 4 0,2 0-9 16,3 0 14-1,-15 0-14-15,6 0-3 0,-18 15 11 16,6 1-13 0,-1 9 3-16,-5-6 0 0,21 1 0 15,-9 4 2-15,0 1-4 16,6 3 9-16,3 3-18 15,-15 2 12-15,24-1-9 16,-9 4 11-16,-15 0-5 16,18 4 2-16,-9 4 0 15,-3 5-4-15,0 2 14 16,6-2-20-16,3-5 20 16,-2-8-14-16,8-4 5 0,-3-5-2 15,16 3 0 1,-6 6 1-16,-1 8-2 0,-2 3 3 15,8 14-7-15,1-9 11 16,-15 4-15-16,-4-8 12 16,19 1-7-16,-16-2 10 15,9 1-10-15,7-4 5 16,0 13 0-16,-3-9-2 16,9 8 6-16,0 1-7 15,0-6 6-15,0 1-5 16,0-11 4-16,0-2-4 15,0 5-12-15,0-3 8 16,0 3 5-16,9 4 2 16,3 8-3-16,7 1 7 15,-3 2-10-15,8-2 11 16,-8-6-12-16,2-7-19 0,17-3-2 16,-17-1-7-16,10-4 30 15,-9 4 2-15,2-7 4 16,4-13-5-16,3 3 8 15,6 1-7-15,0 1 4 16,-3 3-4-16,-9 4 0 16,25 0 2-16,-13 8 0 15,12 0 5-15,7 1-11 16,-7 3 15-16,-5-13-17 16,11 5 14-16,10-3-12 15,-9-5 8-15,15-4-3 0,4-1 1 16,2-2-7-16,7-6 0 15,6 14-14-15,-7-5 15 16,13 0 8-16,0-4-2 16,0 0 1-16,3-8 23 15,-3 0-22-15,-6-4 4 16,19 0-6-16,-4 0 4 16,-9-4-9-16,6-4 13 15,-18 5-10-15,-1-5 11 16,1 0-8-16,0 0 0 15,-16 0 9-15,15 0-6 16,1 0 3-16,0-9-3 0,-10-7 2 16,-3-8-12-1,-15 1 18-15,15-7-12 0,-9-1 2 16,-6-1-1-16,-4-8-1 16,10 4 1-16,-6-5 3 15,0-6-2-15,21-6-3 16,-12-7 12-16,3-4-13 15,-6 8 12-15,-25 12-5 16,13 0 8-16,-19-4 7 16,0-1-9-16,-4-11 2 15,-2-4-9-15,3 0-3 16,3 0 1-16,0 3 4 16,-10-3-12-16,10 4 6 15,-9 4-5-15,-7 4 5 16,-3-1-3-16,-9 6 2 0,0-6 2 15,0 1-2 1,0 4 3-16,0-4-9 0,0 0 4 16,0 0-2-16,-15 4 5 15,3 7 0-15,-1-3 0 16,-9 8 1-16,-2-4-2 16,2-4 6-16,-6-3-10 15,9-6 10-15,-15 4-10 16,0 2 10-16,-6 2-10 15,9 1 4-15,3 8 1 16,0-3 0-16,-3-5 6 16,3 3-13-16,-12 1 17 0,0 4-18 15,-7-4 21-15,1-5-22 16,-1 1 9-16,1-3 0 16,11 2-2-16,-5 1-2 15,0 12 1-15,15 0 6 16,-9 8-7-16,0-1 10 15,-7 2-8-15,-11-1 7 16,11-1-10-16,-5-3 5 16,-7-3-9-16,-9 2-21 15,-3-2-1-15,-3 11 26 16,0-1 10-16,3 1 23 16,-4-4-17-16,4 0-21 15,3 3 20-15,3 2-9 16,0-1 0-16,-3 0 4 0,-3 4-10 15,-9 0 11-15,-7 7 11 16,1 1-6-16,-7-8-11 16,6-4-10-16,10-8 9 15,-10 12-23-15,19-4 9 16,10 9 15-16,11 11 2 16,7-5 23-16,3 5-4 15,3 0-3-15,-12 0-12 16,6 0-12-16,-13 16-6 15,-5 4-4-15,-7-4-7 16,-10 12 23-16,-5 0 15 0,3 13-4 16,-10-2-16-16,-6 2 10 15,7-1-10-15,18-4 11 16,15-12-10-16,16-8 4 16,22 1-2-16,-4 2 2 15,13 17-35-15,0 9-84 16,0 2-150-16</inkml:trace>
  <inkml:trace contextRef="#ctx0" brushRef="#br0" timeOffset="103075.54">21240 16993 64 0,'0'0'167'0,"0"0"-97"0,0 0 27 0,0 0 6 16,0 0-69-16,0 0 45 16,0 0-48-16,96-13 5 15,-78 1-4-15,23 4 20 16,-7 0-2-16,-9 0-22 15,9 8 17-15,-13-4-37 0,4 4 26 16,-3 0-21-16,3 0-3 16,9 0-4-16,0 0-4 15,0 0 4-15,-3-8-4 16,3 0-2-16,-6-4 3 16,-3 8-6-16,15 0 12 15,-6 4-17-15,0 0 16 16,1 0-11-16,11 0 7 15,7 0 1-15,21 0-5 16,1 0 3-16,-4 0-6 0,-3 0 9 16,-15-5-14-16,-7 5 10 15,7-3-6-15,3 3-4 16,-3 0 5 0,-7 0 0-16,7 0-1 0,15 0 2 15,-9 0 0-15,15 0-5 16,1 0 11-16,-4 3-12 15,3 2 12-15,1 3-11 16,-16-4 7-16,9 4 0 16,-21 0-4-16,11 0 4 15,-5-4-1-15,9 4 3 16,-9 0-11-16,0 0 20 16,2 0-25-16,4-4 20 15,-12 0-8-15,6-4 2 0,9 0 0 16,-4 4-3-16,17 1 7 15,-16-2-10 1,15 5 12-16,-21 4-15 0,-13-8 18 16,1 0-10-16,-14-4 4 15,-2 0 1-15,3 0-3 16,12 0 2-16,1 0-3 16,-7 0 6-16,-16 0-10 15,10 0 11-15,-21 0-5 16,-1 0 0-16,0 0 1 15,-6 0 3-15,6 0-6 16,10 0 2-16,-10 0 0 16,13 0 6-16,-7 0-2 0,16 0 24 15,6 0-28-15,-15 0 0 16,8 0-1-16,-14-4-2 16,-13 0-10-1,0-13-16-15,0 2-30 0,-71-6-244 16</inkml:trace>
  <inkml:trace contextRef="#ctx0" brushRef="#br0" timeOffset="105673.64">21209 16968 37 0,'0'0'1'0,"0"0"-1"0,0 0 97 0,0 0 31 15,0 0-46-15,0 0 82 0,40-49-101 16,-28 42-11-16,-5-6-44 15,-1 5 22-15,-6 0-28 16,0 5 9-16,0 3 0 16,0 0 9-16,6 0-11 15,-6 0 30-15,0 0 2 16,0 0-22-16,0 0 27 16,6 0-25-16,-6 0-11 0,16-8-4 15,-4-12 1 1,16-8-3-16,-3-5-3 15,9-3 4-15,0 4-5 0,6 4 0 16,-6 0 0-16,-3 5 10 16,4-6-10-16,-1-3 2 15,6-8-1-15,-6-13-1 16,13-3 2-16,-7 1 2 16,-9-1-8-16,18 7 8 15,-17 13-10-15,-5 4 15 16,-8 0-16-16,9-1 15 15,-6-6-11-15,-10-2 3 16,13 5 0-16,-3 13-4 0,-16 2 7 16,22 1-10-16,-10 4-3 15,-12-4 9-15,16-8-28 16,-3 0 28-16,-4-4-3 16,4 0 4-16,3 8-1 15,-10-1 4-15,0-2-9 16,10-9 1-16,9-12-18 15,3 7-64-15,0-6 32 16,0 14 12-16,-3 5 43 16,-9 8 0-16,-16 4 7 15,16 4 16-15,-16 0 9 16,0 0 7-16,7 0-27 0,2-12-9 16,10-1 2-1,3-14-10-15,12 3-39 16,7-5-21-16,-1 10-1 15,1 6 40-15,-13 9 23 0,-28 16 3 16,0 0 64-16,-6 0 11 16,0-3-44-16,0 3-27 15,0 0-8-15,0 0-3 16,0 0 7-16,0 0-3 16,0 0 11-16,0 0-21 15,0 0 19-15,0 0-12 16,7 0 6-16,-7 0 0 15,0 0 0-15,0 0 10 16,0 0 11-16,0 0 5 16,0 0 37-16,0 0-18 0,0 0-32 15,0 0-8-15,0 0-10 16,0 0-16 0,0 0-5-16,0 0-1 0,0 0 22 15,0 0 5-15,0 0 0 16,0 0 27-16,0 0-21 15,0-17-12-15,0-2 15 16,21-14-26-16,-2-3 14 16,3-8-8-16,9 0 11 15,3 4-11-15,0-1 8 16,-6 10 6-16,-3 2-10 16,9 6 14-16,-16 2-14 15,4 9 13-15,-16-4-16 16,0 1 10-16,10 7-30 0,-10-9-33 15,6-7 2-15,7-1 44 16,3-2-45-16,-4-5-29 16,10 8 5-16,-9 7 76 15,-4 9-24-15,-2 8 19 16,-7 0-2-16,-6 0 4 16,0 0 7-16,0 0-15 15,0 0 3-15,0 0 18 16,0 0 5-16,0 0 21 15,0 17 23-15,0-9-8 16,0-5-41-16,0-3 0 0,0 8 6 16,0 1-2-1,0 3-1-15,0 8 52 0,0-4-14 16,-6-1-3-16,-7 6-12 16,13-9 4-16,0 12 17 15,0-7-10-15,0 2 22 16,0 9-31-16,0 0 9 15,19 5-31-15,9 3-5 16,6 0 6-16,-9 0-11 16,15 4 4-16,-6 4-8 15,7 0 7-15,-23 5 1 16,16-2-9-16,-6 6 19 16,-3-6-21-16,3-2 20 15,0-9-18-15,-3 0 6 16,2-8-4-16,1 4 3 15,10 4 3-15,-4 0-4 0,0 4 10 16,0 0-13-16,-9 5 21 16,3-13-20-16,-7-9 7 15,-8-3-1-15,5-12-6 16,-2 9 0-16,-10-9 4 16,6 12 4-16,10 0-6 15,-3 4 10-15,-7 8 17 16,22 0-21-16,-12 4 7 15,-3 0-8-15,-13-7-3 16,15-6 1-16,-14 10-14 16,5-14-3-16,-6 1 6 0,10 1 7 15,-4 2 12 1,-6 2-15-16,1-1 18 0,-1-1-11 16,3-2 2-16,-3-1 0 15,1 0-4-15,5-4 9 16,10 0-10-16,-10 12 10 15,7 0 3-15,2 5-7 16,4-2 20-16,9 10-20 16,7-5-2-16,-1-8-26 15,-12-4 7-15,-3-9 15 16,-4 2 10-16,-2-1-13 16,3 4 20-16,-4 4-20 0,23 4 10 15,-14 0-4-15,-2-4-6 16,3-7-74-1,-15-6 82-15,2-3 0 0,-15-4 5 16,6 1 7-16,-6-2 8 16,0 2-15-16,13 3 11 15,-1-5-14-15,4 2-2 16,-4-2 0-16,-12-3-18 16,12 0-3-16,-12 0-17 15,0 0 38-15,0 4 14 16,0 1 37-16,0-2-17 15,0 2 5-15,0 3-37 16,0-5-2-16,0-3 0 16,0 0 0-16,0 0-1 15,0 0 4-15,0 0-6 0,0 0-47 16,0 0-298-16</inkml:trace>
  <inkml:trace contextRef="#ctx0" brushRef="#br0" timeOffset="106656.59">22886 16058 272 0,'0'0'69'0,"0"0"-36"0,0 0 138 0,0 0-139 16,0 0-16-16,0 0-11 15,0 0-1-15,0 3 20 16,0-3-8-16,0 0 57 15,0 0-4-15,0 5 35 16,0-5-63-16,0 8 1 16,0 4-6-16,0-1-14 15,0-3-11-15,0-8-5 16,0 0-12-16,0 0 10 16,0 0-16-16,0 0 5 15,0 0 5-15,0-3-25 16,0-13 27-16,0-4-2 0,0 7-11 15,0 10 1-15,0 3-48 16,0 0 20-16,0 0-15 16,0 0 26-16,13 0-93 15,-1 0-95-15,-12 0-161 16</inkml:trace>
  <inkml:trace contextRef="#ctx0" brushRef="#br0" timeOffset="108387.26">22979 15977 74 0,'0'0'48'0,"0"0"-41"0,0 0 41 0,0 0 27 16,0 0-8-16,0 0 31 15,0-44-25-15,0 33-59 16,0 6 3-16,0 1-17 15,0 4 33-15,0 0 38 16,0 0-41-16,0 0 11 16,0 0-12-16,0 0-28 15,0-4-2-15,0 0 4 16,0 0-4-16,0-3 9 0,0 2-4 16,0 5-1-1,0 0 6-15,0 0 2 16,0 0 0-16,0 0-8 0,0 0-3 15,0 0 0 1,0 0-56-16,0 0 50 0,0 0-12 16,0 0 15-16,0 0 3 15,0 0 0-15,0 0 11 16,0 0-10-16,0 0 13 16,0 0 18-16,0 0 17 15,0 0-15-15,0 0 3 16,0 0-29-16,0 0 29 15,0 0-29-15,0 8-8 16,0 4-26-16,0-4-18 16,0 0 44-16,0 0 0 0,0-4 12 15,0-4-11-15,0 4 32 16,0 0-32-16,0 9-1 16,0-10-2-16,0 9-4 15,-6-8-6-15,6 0-7 16,-6 1 17-16,-4-2 4 15,4 10-11-15,-6-2 19 16,12 1-16-16,-6-4 8 16,6-3-4-16,0-5-10 15,0 0-26-15,0 0 31 16,0 0 14-16,0 0-17 16,0 0 12-16,0 0-4 0,0-5-19 15,0-18 7 1,0-1-1-16,0-1-6 0,0 5 1 15,0 1-1-15,0-6 15 16,0 5 3-16,0-1-6 16,6 2 17-16,0-9-14 15,-6-12 9-15,6 0-4 16,0-5 1-16,4 1-2 16,-10 8 0-16,6 5 4 15,-6-2 0-15,0 17 6 16,0-4-5-16,0 0 3 15,6-1-5-15,7-6-1 16,8-1-17-16,-8 0-12 16,5 8-63-16,-18 4 88 15,0 4 4-15,0-1 11 0,0-3 33 16,0-4 4-16,0 4-36 16,0-4-2-16,16 4-10 15,-10 1 0-15,0-1-2 16,0 7-5-16,1-7-2 15,2 13 12-15,-3-10-10 16,-6 1 5-16,12-8 1 16,1-4 1-16,-7-9-4 15,3 10-14-15,-2 2-9 16,-1 2 20-16,-6 2 14 16,0 2-9-16,0-1 6 15,0 0-8-15,0 12 1 16,0-1 3-16,0 5 10 0,0 0 1 15,0-3-3 1,0-5-8-16,0 0-1 0,0-9-68 16,0-2-5-16,0 7 31 15,0-1 37-15,0 10 6 16,0-2 43-16,0 5 15 16,0-8-56-16,0 8-4 15,0-8-1-15,0-7 0 16,0 10-10-16,0-7 9 15,0 4-14-15,0 5-45 16,0 3 60-16,0 0 3 16,0 0 40-16,0 0-5 0,0 0 3 15,0 0-30 1,0 0 13-16,0 0-17 0,0-13-4 16,0-3 0-16,0-8-25 15,0 0 25-15,0 4-12 16,12 16 12-16,-12 4 0 15,0 0 13-15,0 0 10 16,0 16-23-16,0 0-53 16,0-8-239-16</inkml:trace>
  <inkml:trace contextRef="#ctx0" brushRef="#br0" timeOffset="110068.69">9404 15296 239 0,'0'0'291'0,"0"0"-221"0,0 0 4 0,0 0-52 0,0 0 59 0,0 0-51 16,0-13 13-16,0 13-5 16,0 0 0-16,0 0 6 15,0 0 1-15,0 0-9 16,0 0-24-16,0 0 19 16,0 0-16-16,0 0 4 15,0 0-14-15,0 5 4 0,0-2 7 16,0 2 1-16,0-5 16 15,0 0-17-15,0 0-4 16,0 0-6-16,13-57-12 16,67-46 12-16,48-43-16 15,51-21 15-15,29-23-7 16,6 7 2-16,-22 22-18 16,-37 48-6-16,-55 46-134 15,-60 59-258-15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26T22:09:51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22117 9793 220 0,'0'0'25'0,"0"0"-15"0,0 0 76 0,0 0 1 0,0 0 3 16,0 0-45-16,0 0-12 15,0 0-26-15,0 0-4 16,-6 0 29-16,6 0-29 15,0 0 15-15,0 0-17 16,0 0 23-16,0 0-23 16,0 0 0-16,0 0-1 15,0 0 12-15,0 0 8 16,-16 0-17-16,10 0 11 16,0 0-12-16,0 0 8 0,0 0-7 15,6 0 24-15,0 0 5 16,0 0 17-16,0 0-16 15,0-12-7-15,0-4-16 16,0-4-4-16,0 0-12 16,0-4 12-16,0-1-16 15,0-2 1-15,6-5-2 16,28 16-3-16,6 0-7 16,-15 7 11-16,15 6-15 15,-6 3 22-15,7 0 6 16,5 0-4-16,7 0 9 15,9 0-14-15,-3 12 12 0,-6 15-5 16,-1 10 0-16,23-5 0 16,-1 16 0-1,1-12 5-15,24-4-6 0,-6-8 10 16,0-12-20-16,0-12-9 16,-12 0-13-16,-7 0-34 15,-28-8 11-15,7-24 34 16,-25-4-25-16,0-9 29 15,-16-2-19-15,7-1 33 16,-10-4-1-16,4 3-4 16,-13 5-41-16,0 0-158 15</inkml:trace>
  <inkml:trace contextRef="#ctx0" brushRef="#br0" timeOffset="949.29">22142 9280 26 0,'0'0'314'0,"0"0"-278"0,0 0-23 0,0 0 42 0,0 0-5 0,0 0-36 0,0-16 1 15,0 12 5-15,0-4 69 16,0 8-35-16,0-13 13 16,0-7-13-16,9-16-28 15,16-8-26-15,28-16 0 16,3 4-2-16,3 12 10 16,-7 12 1-16,4 16-7 15,-16 16-2-15,13 0-2 16,-6 0 2-16,11 20 11 0,17 12 8 15,6 0-3-15,12-4-12 16,-7-4 20-16,23-4-21 16,-16-7-6-16,6-5 14 15,0-8-15-15,-18 0 7 16,-13 0-6-16,-15-8 3 16,-7-28-20-16,-5 0-52 15,-7-5 7-15,-16 8 7 16,-11 10 3-16,-7-5 32 15,0-4-130-15</inkml:trace>
  <inkml:trace contextRef="#ctx0" brushRef="#br0" timeOffset="9957.83">20719 13564 280 0,'0'0'205'0,"0"0"-145"0,0 0 2 0,0 0-26 0,0 0-29 16,0 0-2-16,0 0-1 15,21 119 25-15,-2-111-11 16,-7 9 42-16,-2-9-11 16,-4 0-20-16,0-5-8 15,0 6-18-15,7-6-5 16,2 13 11-16,10 4-17 16,-3-4 16-16,12 4-16 0,6 1 8 15,-9-9 0-15,16 12-4 16,-13-12-2-16,12 4 1 15,1-8-7-15,-7-4-4 16,16-4 5-16,-3 0-3 16,-1 0 24-16,1 0-19 15,-6 0 9-15,-13 0 0 16,12-4-2-16,-5 0 12 16,-1 0-11-16,-6-9 2 15,0 10-1-15,-9-9 3 16,9-1 8-16,-6-2-11 15,3-6 0-15,9 6 0 0,-12-1 2 16,6 0-1-16,-15-1 7 16,3 1-16-16,-4 4 14 15,4-7-6-15,-4-14 4 16,4-3 6-16,-3-3-10 16,-7 3 0-16,4 6-2 15,-10 7 8-15,0-5-19 16,-6-1 20-16,0-10-14 15,0-5 14-15,0-9-8 16,0 6 1-16,0 6 0 16,0 1 0-16,0 4 8 15,-6 0-10-15,-16 4 4 16,-3-4-3-16,4-4 2 16,-4 4-2-16,-3-1-4 15,0 9-20-15,3 0 16 0,-3 5 5 16,-6-2-2-16,16 9 7 15,-17 0-5-15,11-1 8 16,-10 2-8-16,-7 3 10 16,1 3-15-16,-13 9 9 15,-3 0-16-15,-9 0 3 16,-9 0-13-16,-7 0 26 16,-6 0-1-16,22 0-52 15,-3 0 32-15,15 0 16 16,1 9-19-16,-10 31-53 15,15 4-64-15,-6 12-176 16</inkml:trace>
  <inkml:trace contextRef="#ctx0" brushRef="#br0" timeOffset="16421">25205 12119 407 0,'0'0'6'0,"0"0"37"0,0 0 17 0,0 0-20 0,0 0 13 16,0 0 29-16,0 0-45 16,245-180-8-16,-235 115-21 15,-10-7 9-15,0 8-17 16,0 8 0-16,-34 16-2 15,-28 20 7-15,3 16-4 16,-16 4 32-16,4 8 82 16,-3 40-109-16,-1 13 4 0,22 6-7 15,19 5-6-15,22-3-53 16,12-17-50-16,0-16-95 16,0-32-245-16</inkml:trace>
  <inkml:trace contextRef="#ctx0" brushRef="#br0" timeOffset="16869.2">25692 10988 519 0,'0'0'123'0,"0"0"-123"0,0 0 17 0,0 0-17 0,0 0 0 16,0 0 35-16,0 305 63 15,0-181-24-15,13 1-66 16,-13-9 62-16,0-12-54 15,0 1 0-15,0-18-16 16,0-10-10-16,0-21-85 16,0-32-157-16</inkml:trace>
  <inkml:trace contextRef="#ctx0" brushRef="#br0" timeOffset="17984.55">28908 12260 294 0,'0'0'169'0,"0"0"-54"0,0 0-16 0,0 0-40 0,0 0-2 0,0 0-37 15,313-229-5-15,-298 169-11 16,-15 4-4-16,0 8 0 15,0 16-1-15,0 7-6 16,-28 13 14-16,-6 8 51 0,0 4-12 16,-3 0 9-16,3 29-42 15,-6 35 6-15,-1 20 4 16,20 16 17-16,21 1 18 16,0-13-37-16,21-16-10 15,44-16 0-15,31-16-22 16,10-20 3-16,9-16 3 15,24-4-15-15,-12 0-35 16,7-28-33-16,-26-13-193 16,-43-6-427-16</inkml:trace>
  <inkml:trace contextRef="#ctx0" brushRef="#br0" timeOffset="19451.33">26340 16803 328 0,'0'0'173'0,"0"0"-153"0,0 0 87 0,0 0-22 0,0 0 2 0,0 0-9 16,168-72 9-16,-140 32-56 16,18-12-1-16,-6-17-12 15,7-11-10-15,-13-4-4 16,-9-4 4-16,-10 8-8 16,-15-4 3-16,0 12-6 15,0 0 2-15,-28 3 0 16,-6 9-16-16,-6 16 3 15,6 27 14-15,-3 17 0 0,9 0 29 16,-6 17-3-16,0 43-24 16,-7 24 8-16,23 9-20 15,5 7 20-15,13 0-10 16,0 8 2-16,0 13 5 16,0-5-13-16,0-8 12 15,19-16 2-15,21-12-7 16,35-16 7-16,11-11-8 15,1-9-2-15,-22-12-25 16,-3-15-6-16,-28-2-11 16,-27 1-42-16,-7 4-27 15,0 4 62-15,0-7 51 16,-28-9 68-16,0 0 58 16,28-5-65-16,-6 2-27 0,6-5-7 15,0 0-27 1,0 0-1-16,0-5-28 0,0-34 2 15,0-10 4-15,0-7 23 16,0 12-11-16,-25 8 9 16,9 3-14-16,10 10 12 15,-12 2-1-15,18 6-17 16,-7-1 2-16,-2 11 20 16,3 2 37-16,6 3-16 15,-13 0 9-15,13 0-7 16,0 0 9-16,0 0-20 15,0 0-10-15,0 0-2 16,0 0-12-16,0 0 3 16,0-4-25-16,13-4 34 0,27-5 7 15,0-2 12-15,1-6-12 16,12-7 0-16,-7-3-7 16,10-10-3-16,-10 5-7 15,-15 0-86-15,-9 12-19 16,-22 16-129-16,0 8-162 15</inkml:trace>
  <inkml:trace contextRef="#ctx0" brushRef="#br0" timeOffset="28110.09">26607 6989 415 0,'0'0'267'0,"0"0"-241"0,0 0 84 0,0 0-1 0,0 0-70 16,0 0-33-16,0 0 3 15,-25-8-7-15,25 8 9 16,0 0-9-16,0 0 40 16,0 0-32-16,-12 0 15 15,12 0-13-15,0 0 2 16,0 0-6-16,0 0-6 0,0 0 0 15,0 0 5 1,0 0-1-16,0 0 6 0,0 0 16 16,0 29-27-1,0 27-2-15,0 8 2 0,0 13 2 16,0-5-3-16,0-5 6 16,0 2-15-16,0 11 19 15,0-3-15-15,0-2 14 16,0-14-16-16,0-17 7 15,0-28-1-15,0-16-56 16,12 0-63-16,1-32-171 16,14-21-160-16</inkml:trace>
  <inkml:trace contextRef="#ctx0" brushRef="#br0" timeOffset="28626.22">26415 7716 552 0,'0'0'55'0,"0"0"-10"0,0 0-1 0,0 0-43 0,0 0 0 16,0 0 1-16,74-16 51 15,-43 4-28-15,3 4-2 16,-6 8-21-16,6 0 0 15,-9 0-2-15,15 0 0 16,-12 3-6-16,13 17 2 16,-17 8-1-16,17 9-8 15,-13 3 3-15,-1 4-18 16,5 0 22-16,-26 0 9 16,-6 1-3-16,0-14 7 15,0-2 26-15,-25-1 10 0,-68-13-39 16,-9-2 4-16,-26-10-5 15,1-3-3-15,16 0 3 16,24 0 10-16,31 0-3 16,25 0-10-16,31-8-70 15,0-28-322-15</inkml:trace>
  <inkml:trace contextRef="#ctx0" brushRef="#br0" timeOffset="29307.76">25953 8506 435 0,'0'0'196'0,"0"0"-153"0,0 0 60 0,0 0-21 0,0 0 7 15,0 0-44-15,0 0 11 16,0 0-52-16,0 0 13 15,62 0 14-15,25 0 11 16,71-4-5-16,31-9-27 16,43-10 11-16,10 2-19 15,-15 14 9-15,-32 2-11 16,-43 5-11-16,-31 0-37 16,-41 9-33-16,-27 15-22 15,-25-12-201-15,-28-9-343 0</inkml:trace>
  <inkml:trace contextRef="#ctx0" brushRef="#br0" timeOffset="30025.38">26461 9444 66 0,'0'0'451'0,"0"0"-362"0,0 0-14 0,0 0-1 16,0 0 17-16,0 0-44 16,-59 16 29-16,44 0-51 15,-4 12 1-15,-9 5-6 16,28 3-10-16,0 0 5 15,0-5-9-15,0-6-4 0,34-9 3 16,19 0-3 0,9-16 2-16,3 0-1 0,3 0 13 15,-2-16 14-15,-4-25-22 16,-10-18-3-16,-11-18-8 16,-14-14 3-16,-14-6-8 15,-1 0-57-15,-12 34 48 16,0 10-12-16,-46 25 7 15,-29 17 16-15,10 11 6 16,-28 0 24-16,-15 36-24 16,21 8 0-16,6 0-26 15,29-4-62-15,24-4-53 16,21-4-18-16,7 0-128 16</inkml:trace>
  <inkml:trace contextRef="#ctx0" brushRef="#br0" timeOffset="30541.6">26774 8654 62 0,'0'0'214'0,"0"0"-57"15,0 0 16-15,0 0-45 0,0 0-10 0,0 0-15 16,87 293-64-16,-40-193 3 15,-7 4-28-15,0 9 23 16,-18-1-15-16,-3-3 2 16,2-18-1-16,4-18-19 15,-9-25-4-15,15-16-45 16,-10-19 3-16,-14-13-192 16,-7 0-347-16</inkml:trace>
  <inkml:trace contextRef="#ctx0" brushRef="#br0" timeOffset="31507.02">28005 8626 489 0,'0'0'146'0,"0"0"-60"0,0 0-9 0,0 0 0 0,0 0-48 16,0 0 18 0,0 0-34-16,0 0-8 0,0 0 14 15,0 0 21-15,0 0-17 16,13 0-15-16,15 0-15 16,24 0 15-16,10 0-10 15,-9-12 15-15,6 0-19 16,3 0 6-16,-3 0 0 15,-6 4-5-15,-7-1-6 16,-18 6-23-16,-9 3-73 16,-10-4-23-16,-9-4-68 15,0 0-221-15</inkml:trace>
  <inkml:trace contextRef="#ctx0" brushRef="#br0" timeOffset="31745.1">28098 8225 714 0,'0'0'114'15,"0"0"16"-15,0 0-87 16,0 0-36-16,0 0-7 0,376 28-33 16,-290-36-156-16,-33-8-94 15</inkml:trace>
  <inkml:trace contextRef="#ctx0" brushRef="#br0" timeOffset="38052.12">29903 7828 321 0,'0'0'89'0,"0"0"23"0,0 0-20 0,0 0 5 0,0 0-17 15,0 0 12-15,0 0-22 16,0 0-25-16,-6 0-23 0,6 4-14 16,0-4-7-16,-6 0 6 15,-1 8-12-15,-8-8 14 16,15 0 2-16,-13 9-7 15,7-9 23-15,-15 0-16 16,2 3-11-16,0-3 0 16,-9 20-1-16,1 0 0 15,2 4-5-15,-3 0-5 16,9-4 22-16,4-4-14 16,9-4 9-16,6-7-12 15,0-5 5-15,0 0-6 16,0 0-1-16,0 3 8 15,12-3 0-15,22 0 2 16,-6 0 6-16,18-16 0 0,1-36 5 16,-7-12-11-16,-6 0 0 15,-27 8 0-15,-7 4-1 16,0 16 6-16,-7 8-2 16,-27 20 13-16,0 3-16 15,-6 5 5-15,-7 8-7 16,-12 41 0-16,-15 15-27 15,0 8 9-15,21-8 4 16,6-20-19-16,29-8 27 16,8-16-11-16,10-4 9 15,0-3-19-15,0-6 26 16,28-2-1-16,13-2 2 0,11-3-1 16,10 0 1-16,4 0-13 15,2-31 27-15,-9 3-28 16,-19 7 19-16,-21 13-10 15,-10 8 8-15,-9 0-3 16,0 0 32-16,0 48-4 16,0 0-10-16,12 4-15 15,29-15 1-15,24-10 5 16,9-10-17-16,13-13 8 16,-6-4-11-16,5 0-42 15,-5-16-100-15,-28-25-165 16</inkml:trace>
  <inkml:trace contextRef="#ctx0" brushRef="#br0" timeOffset="38534.72">29329 8779 531 0,'0'0'55'0,"0"0"97"0,0 0 20 0,0 0-64 0,0 0-72 16,413-85 12-16,-292 54-5 0,0 3-10 16,-7 3-30-16,-27 9-3 15,-6 4-8-15,-22 8-76 16,-25 4-72-16,-22 0-273 16</inkml:trace>
  <inkml:trace contextRef="#ctx0" brushRef="#br0" timeOffset="39085.04">29624 9609 327 0,'0'0'282'16,"0"0"-277"-16,0 0 69 15,0 0 35-15,0 0-21 16,0 0-13-16,279-105-37 0,-217 53-5 16,-16 0-32-16,-15-12 5 15,-3-4-6-15,-28 11 0 16,0 10-66-16,0 14-35 15,-6 21 62-15,-47 12-19 16,-9 0 25-16,-9 28 33 16,3 36 41-16,0 8-23 15,31 25 81-15,9-9-42 16,21-4-27-16,7-12-15 16,7-15-9-16,58-17-6 0,31-8 0 15,3-7-8-15,-6-2-56 16,0-15-120-16,-12-8-135 15</inkml:trace>
  <inkml:trace contextRef="#ctx0" brushRef="#br0" timeOffset="43780.9">31081 9219 237 0,'0'0'288'0,"0"0"-220"0,0 0 30 0,0 0-4 0,0 0-16 16,0 0 30-16,0 0-51 15,313 0-30-15,-254 0-18 16,3-3-5-16,-9 3 4 0,-13-5-16 16,-6 2-3-16,-9-5-43 15,-9-4-99-15,-16-1-55 16,0-6-11-16</inkml:trace>
  <inkml:trace contextRef="#ctx0" brushRef="#br0" timeOffset="43978.96">30793 8951 177 0,'0'0'882'15,"0"0"-876"-15,0 0 9 16,0 0 13-16,0 0-18 15,0 0-10-15,422-136-74 16,-351 111-279-16,-22 14-272 16</inkml:trace>
  <inkml:trace contextRef="#ctx0" brushRef="#br0" timeOffset="44645.08">33258 7840 424 0,'0'0'139'0,"0"0"-74"0,0 0 18 0,0 0 14 15,0 0 8-15,0 0-23 16,-6 0-14-16,-19 0-53 0,-22 0 15 16,-2 0 4-1,-16 0-1-15,-10 0-17 0,1 32-15 16,-4 12-2-16,16 12 2 16,22 4-10-16,15 1 13 15,16 3-11-15,9-4 14 16,0-7-16-16,0-6 4 15,34-11-3-15,12-8 2 16,35-8-5-16,12-12 5 16,16-8-3-16,12 0-6 0,12-3-59 15,-12-25-131 1,-22 0-195-16</inkml:trace>
  <inkml:trace contextRef="#ctx0" brushRef="#br0" timeOffset="45078.88">32123 9219 410 0,'0'0'425'0,"0"0"-391"0,0 0 26 0,0 0 51 15,0 0 5-15,474-52-70 16,-288 16-14-16,4 5-28 16,-32 6-4-16,-22 14-2 0,-24 3-34 15,-32 8-3-15,-21 0-99 16,-31 0-218-16</inkml:trace>
  <inkml:trace contextRef="#ctx0" brushRef="#br0" timeOffset="45994.35">32697 10106 616 0,'0'0'43'0,"0"0"56"0,0 0 53 0,0 0-98 16,0 0-6-16,0 0-41 16,189-200 2-16,-164 163-8 15,-19-3 23-15,-6-4 18 16,0 1-12-16,0 2-27 15,0 5 6-15,0 11-6 0,0 2 5 16,-25 15-6-16,3 3 3 16,-18 5-10-16,-7 0 7 15,7 0-2-15,0 20 0 16,3 13 10-16,-4 14-4 16,7 14-1-16,13 7 6 15,-4 13-2-15,25 7-16 16,0 12 11-16,0 0-4 15,0 5 0-15,0 6-6 16,0 6 4-16,31 12-14 16,-3 15 15-16,0-8-45 15,-10-7 21-15,-2-26 3 0,-4-26-7 16,-12-29 11-16,0-16 18 16,0-23-1-16,0-1 4 15,0-8-3-15,0 0 2 16,0-13-4-16,0-35-24 15,-6-16-20-15,-22-21-44 16,0-11 83-16,-3 1-1 16,3-2-59-16,0 12-4 15,10 34 69-15,5 10-2 16,4 17 8-16,9 12 71 16,0 9 62-16,0-2-42 15,22-15-69-15,52-8 16 16,13-8 7-16,18-8-30 15,-12 12-14-15,-6 4 7 0,-6 3-24 16,-7 2 4 0,7-13-38-16,-16-8-75 0,-25-5-424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42:37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18232 6493 284 0,'0'0'160'0,"0"0"-126"0,0 0 51 0,0 0-6 15,0 0-22-15,0 0-12 0,0 0-39 16,0 0 8-16,0 8-10 16,0-8 35-16,0 0-7 15,0 0-5-15,0 0-8 16,0 0-6-16,0 0-2 15,0 0-6-15,0 0-7 16,-12 0 13-16,-7 0-22 16,-15 0 3-16,-6 0-2 15,5 3-22-15,-11 9 14 16,-7-4 10-16,7 5 6 16,-16 7-6-16,3 4 16 15,-16 8 6-15,10-13-4 0,-3 6 7 16,15-1-12-1,19-12-10-15,13-8 1 0,14 3-23 16,-5 6 18-16,-16-1-16 16,-3 12 21-16,-15 8 8 15,-16 0 10-15,9 1-14 16,6-2 8-16,13-3-8 16,6 1-10-16,10-1-10 15,5-5-47-15,-2 2 43 16,-4-5 13-16,-3 7 11 15,-2-2 6-15,2-1 25 16,3-4-10-16,-2 0 3 0,8 4-20 16,7 4-1-16,0-8-6 15,6 4-11-15,0 1 9 16,0 11 5-16,0-5-5 16,-22 10 12-16,16-2-2 15,-6 2 9-15,-10-1-10 16,3-4-4-16,13 4 1 15,0-4-3-15,6-3-8 16,0 6 4-16,0 2 3 16,0 3-3-16,0 8 12 15,-9-8-5-15,9-4 2 16,0 5-1-16,0-6-4 16,0-3 7-16,0 0-14 0,0 0 14 15,0-3-14-15,0-1 18 16,0 4-9-16,0 4 0 15,9 1 0-15,-3 3 4 16,6-5 3-16,7-3-12 16,9 0 8-16,6-8-6 15,0 0-8-15,6-7 8 16,-21 2 6-16,15 5-3 16,0 5 4-16,-15 3-3 15,9 0 17-15,3 0-16 16,9 0 4-16,0 5 1 15,16-5-14-15,-3-5 5 0,-7 5 1 16,13-7 2 0,-3 7-1-16,-9-4 4 0,-7 4-2 15,0 5 8-15,-3-5-5 16,4 0 29-16,15-5-34 16,3 2 0-16,-1-6 2 15,11 6-3-15,-17-5 1 16,4-4 0-16,-9-4-1 15,-1 0 5-15,1-4 7 16,-13 0-4-16,19 0 15 16,-1-4-22-16,16 5 18 15,4-6-11-15,2 1 0 16,-6-4-7-16,-9-8 1 0,16 0-6 16,-16 8 14-1,15-8-5-15,7 0 2 0,-10 0 8 16,10 0-13-1,-1 0 23-15,7-8-17 0,-6-8-6 16,18-7-1-16,-12-10 7 16,9 0-3-16,-19-6-3 15,10 3 6-15,-19 0-2 16,-9 3-4-16,16 5 0 16,-23 0 1-16,10 4 3 15,-9 1-4-15,-6-2-1 16,-1-3 3-16,7-8-4 0,3 0 10 15,-4-8-7-15,-5 8 5 16,-1-5-6 0,1-3 0-16,6-3 2 0,2-6-3 15,4-3-8-15,16-1 5 16,-23 2-6-16,1 7 2 16,-6-4 14-16,-13 4-12 15,0-4 10-15,-15 3-5 16,15 1 10-16,-13 0-7 15,-2 0 8-15,-7 3-8 16,10-7-6-16,-10-4 14 16,4 0-16-16,-4-12 9 15,-5 12-4-15,-7-4 0 16,0 7 2-16,0-3-4 16,0 12 7-16,0-3-3 0,0-2 1 15,-7 5-3 1,-14-1 7-16,2 6-11 0,13 3 4 15,-16 3 0-15,10 2 4 16,-1 3 3-16,-2 4 5 16,-4-1-9-16,-2-3-3 15,2-4 12-15,-3 0-21 16,4 0 14-16,-1 0-8 16,-3-4 3-16,-12 4 0 15,22 4 0-15,-7 0 3 16,-3 3-5-16,4 1 9 15,-4 1-14-15,-12-5 14 16,22-5-8-16,-16 5 1 16,3 4-2-16,-15 0-2 0,12 0 8 15,-6 0-9 1,15 4 11-16,-9-4-14 0,3 4 25 16,-3 0-26-16,-6 7 20 15,3-6-11-15,-9-6 0 16,0 5-4-16,-1 1 4 15,7 2 0-15,0 6-10 16,0-5 20-16,3-1-22 16,-3 1 15-16,-13 4-4 15,20 1 1-15,-8-6 0 16,-5 9-11-16,3-8-3 16,-13 13 12-16,-2-10 4 15,-1 5-5-15,-6-1 3 0,9-2-3 16,-2-1-6-1,5 4 9-15,-6 0 4 0,13 0-3 16,0 0-2 0,-13 4 6-16,13 4-11 0,-22-5 16 15,9 5-20-15,0 0 15 16,1 0-16-16,-4 0 21 16,25 0-10-16,-10 0 4 15,1 0-2-15,0 0 2 16,-13 0 1-16,-3 0-10 15,4 5 13-15,18 3-11 16,-7-4 7-16,1-4-8 0,15 0 2 16,-9 0 2-16,0 0-1 15,-6 0 6-15,-7 0-6 16,7 0 7-16,-7 0-9 16,1 0 18-16,-1 0-17 15,-5 0 2-15,11 4 0 16,-5 3 0-16,-1-2 1 15,1-1-11-15,-10 0 20 16,3 0-13-16,7 4 9 16,-7 0-12-16,0 8-9 15,-15 16 8-15,-19 12-22 16,0 5-66-16,7 3 6 16,12-21-51-16,37-18-28 15,24-13-287-15</inkml:trace>
  <inkml:trace contextRef="#ctx0" brushRef="#br0" timeOffset="2476.69">19122 7896 287 0,'0'0'79'0,"0"0"12"0,0 0-30 0,0 0-36 0,0 0 8 16,0 0-7-16,-28 0 0 0,28 0 0 15,0 0 48-15,0 0-13 16,-6 0-37-16,6 0 2 16,0 0-7-16,0 0 11 15,0 0-28-15,0 0 6 16,0 0-1-16,0 0-4 16,0-4 5-16,0 4-5 15,0 0 15-15,0 0 9 16,0 0 0-16,0 0-25 15,0 0-4-15,0 0-8 16,0 0 1-16,0 0 4 0,0 0 5 16,0 0 1-16,0 0 10 15,-6-28-11-15,-7-20-45 16,-21-16-746-16</inkml:trace>
  <inkml:trace contextRef="#ctx0" brushRef="#br0" timeOffset="12284.26">3975 11157 110 0,'0'0'165'0,"0"0"-127"0,0 0 45 0,0 0-4 0,0 0-35 0,0 0-14 15,0 0-4-15,-25 0 1 16,25 0 12-16,0 0 4 16,0 0 11-16,0 0-12 15,0 0 6-15,0 0-40 16,0 0 0-16,0 0-8 15,0 0-8-15,0-9-13 16,0 6 20-16,0-2-7 0,0 5 16 16,0 0-16-16,25 0 16 15,3 0-8-15,6 0 3 16,3 0 10-16,13 0-12 16,-4 0-1-16,13 0 0 15,10 0 3-15,-17 0-7 16,7 0 10-16,3 0-9 15,3 0 11-15,4 0-13 16,5 0 10-16,-15 0-10 16,21 8 4-16,-21 1 1 15,3 2 0-15,-3 2 5 0,-12-5-9 16,6 7 8 0,-7-7 10-16,1 1-11 15,2-9 17-15,10 0-18 16,-6 0 3-16,21 0-5 0,-6 0 0 15,-2 0 0-15,2 0 9 16,-9 0-13-16,-7 8 8 16,-5 0-4-16,15 16 0 15,-3-7 0-15,21-2 0 16,-11 1 1-16,-4-8-1 16,3 0-3-16,-3-4-3 15,-3-4 12-15,-3 0-11 16,-12 0 13-16,15 0-9 15,-31 0 1-15,15 0 0 0,-6 0-4 16,-18 0 4 0,-10 0-9-16,16 0 8 0,-15 0-7 15,-7 0 16-15,9 0 3 16,-2-4 2-16,5-4 7 16,17 8-18-16,5-3-2 15,0-10-7-15,13 5-60 16,-19-7-87-16,-15 2-185 15</inkml:trace>
  <inkml:trace contextRef="#ctx0" brushRef="#br0" timeOffset="31135.24">11414 11173 36 0,'0'0'207'0,"0"0"-203"0,0 0 15 0,0 0 15 15,0 0 26-15,0 0-18 16,0 0-13-16,0 0 21 16,121 0-2-16,-115 0 1 15,-6 0-27-15,9 0 11 16,-3 0-17-16,0 0 20 0,7 0-8 16,-7 0-2-16,22 0-14 15,0 0-12-15,-10 0 2 16,17 0 3-16,-11-8-5 15,4 4 7-15,0 4-13 16,-3-4 6-16,-3 4-2 16,2 0-1-16,-2 0-2 15,6 0 3-15,9 0 2 16,-9 0-3-16,13 0 10 16,-7-9-14-16,0 9 10 15,-9 0-3-15,2 0 0 16,8 0 0-16,-11 0-8 15,10 0 4-15,7 0-1 0,-7 0 10 16,-3 0-5-16,3 0 9 16,-6 0-18-16,6 0 12 15,-9 0-4-15,-3 0 1 16,-4 0 0-16,-12 0 10 16,16 0 0-16,-16 0 13 15,22 0-23-15,-3 0 8 16,9 0-4-16,0 0-4 15,-9 0 0-15,31 0 0 16,-16 0-1-16,7 0 0 16,-7 0-1-16,0 0 0 15,-15 0-6-15,3 0 16 0,-3 0-4 16,-10 0-1-16,-2 0-3 16,21 0 5-16,-16 0-5 15,10 0 12-15,-9 0-8 16,3 0-3-16,12 0 7 15,-10 0-7-15,23 0 3 16,-13 0 1-16,0 0-5 16,7 0 0-16,-17 0-2 15,4 0 6-15,-6 0-8 16,-10 0 6-16,16 0-5 16,-9 0 6-16,-1 0-5 15,-2 0 11-15,-4 0-9 16,10 0 0-16,-16 9-4 15,7-9 2-15,5 4 2 16,4 3-4-16,-10 1 8 0,16-3-3 16,-3-5 5-16,-9 4-12 15,18-4 6-15,-16 0 0 16,16 4 4-16,-15-4 0 16,21 12-4-16,-12-4-1 15,-9-5 1-15,3-3 2 16,-10 0 7-16,16 0-6 15,-16 0-6-15,1 0-5 16,-7 0 8-16,-6 0 0 16,0 0 5-16,9 0-10 15,-9 9 13-15,19-5-16 0,-7 0 16 16,10-4-8-16,-4 0 0 16,4 0-3-16,3 0 3 15,-3 0-4-15,-4 0 4 16,-2 0 0-16,-4 0 4 15,-6 8 2-15,16 0-12 16,-3-8 8-16,2 0-2 16,-2 3 2-16,3-3 0 15,-4 0-4-15,23 0 4 16,-23 5-12-16,10-5 20 16,-9 0-15-16,-4 8 15 15,10-4-17-15,-3-4 11 16,-4 0-5-16,4 0 1 15,-10 0 0-15,10 0-7 16,-9 0 16-16,21 0-18 0,-3 0 20 16,3 4-18-16,-6-4 12 15,-16 4-10-15,1-4 0 16,-4 0-2-16,-3 5 5 16,0-5 2-16,-6 0-6 15,0 0 14-15,6 0-16 16,1 0 15-16,-1 0-13 15,9 0 8-15,-8 0-2 16,5 0 0-16,-6 0 0 16,0 0-1-16,-6 0-7 15,0 0 3-15,10 0 4 0,-4 0-4 16,-6 0-32 0,6 0-31-16,-6 0-71 0,0 11-225 15</inkml:trace>
  <inkml:trace contextRef="#ctx0" brushRef="#br0" timeOffset="34315.24">14235 10025 17 0,'0'0'96'0,"0"0"-46"0,0 0-5 0,0 0-9 0,0 0-9 16,0 0-26-16,0 0 1 16,0-15 12-16,0 7-6 15,0 8 0-15,0 0-5 0,0 0 49 16,0 0 13-16,0 0-20 16,0 0-40-1,0 0-3-15,0 0-1 0,0 0-1 16,0 0 10-16,0 0-7 15,0 0 3-15,0 0-3 16,0-5 10-16,0-6 4 16,0 3 6-16,0-9 7 15,0-6-12-15,6-1 4 16,10-4-8-16,9-8 0 16,3-8-9-16,12-9 8 15,13-7-13-15,15-16 7 16,3-4-4-16,16-17-6 0,-6 1 3 15,-1 12-14 1,-18 16-8-16,-31 23-61 0,-9 17-34 16,-22 12-67-16</inkml:trace>
  <inkml:trace contextRef="#ctx0" brushRef="#br0" timeOffset="35147.39">14114 9737 78 0,'0'0'66'0,"0"0"-18"0,0 0-7 16,0 0-18-16,0 0-15 15,0 0 22-15,34 0 10 0,-34 0 51 16,0 0-28 0,0 0-1-16,0 0-46 0,0 0 4 15,0 0-9-15,0 0 2 16,0 5 23-16,0 14 15 15,0 9 17-15,0 4-8 16,-6-3-32-16,0-6-24 16,6 1-4-16,0-7-1 15,0 2-21-15,0-7 6 16,0-4 8-16,0 0 6 16,0 5-1-16,0-9-2 15,0-4 5-15,0 0-10 16,0 0-28-16,0 0-1 15,0-4 31-15,40-17 8 16,1-2 14-16,5-10 3 0,1 5-9 16,-7 4-3-16,-6-4-10 15,-9 12-13-15,-19 8-9 16,-6 8-24-16,0 0 15 16,0 0 20-16,0 0-38 15,0 4 33-15,0-4-107 16</inkml:trace>
  <inkml:trace contextRef="#ctx0" brushRef="#br0" timeOffset="39529.53">15392 9701 43 0,'0'0'30'0,"0"0"29"0,0 0-5 0,0 0-28 16,0 0 52-16,294-249-14 16,-235 210 26-16,9-10-20 15,-2 1-19-15,-4 0-17 16,-3-1-19-16,3 5-12 16,-4-3-3-16,-11-2-5 15,-1 5-21-15,-11 12-50 16,-23 8-126-16,-12 16-18 0</inkml:trace>
  <inkml:trace contextRef="#ctx0" brushRef="#br0" timeOffset="40376.72">15426 9681 194 0,'0'0'19'0,"0"0"-15"0,0 0 25 0,0 0 5 16,0 0-14-16,0 0 7 15,0 76 12-15,0-68 20 16,-22 5 20-16,10 6-12 15,-7 1-17-15,-9-4-49 16,10 9 8-16,2-14-6 16,10-7 9-16,6-4-4 15,0 0 19-15,0 0-19 16,0 0-8-16,0 0-29 16,6 0-21-16,34 0 49 15,7-15 2-15,9-10-2 16,-3-2-5-16,-1-1 3 15,-11-5-31-15,-14 21-29 16,-8 0 15-16,-7 8-29 0,4 4 9 16,-16 0 52-16,0 0 16 15,0 0 21-15,0 0 56 16,0 0 29-16,0 0-50 16,0 0-44-16,0 0-12 15,0 0-124-15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26T22:11:11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24716 12203 315 0,'0'0'108'0,"0"0"-57"0,0 0 29 0,0 0-58 15,0 0-15-15,0 0 21 16,0 0 4-16,0 0-15 0,-13 5 23 15,7-5 32 1,6 0-36-16,0 0 12 0,-6 0-21 16,6 0 14-1,0 0-32-15,0 0 1 0,0 0-7 16,0 0-3-16,0 0 1 16,0 0 1-16,0 0-2 15,0 8 8-15,0-5-15 16,0 6 15-16,0 2-16 15,-6 5 14-15,6 1-7 16,-10-1 1-16,10-4 0 16,0-1-4-16,0 6 10 15,0-9-14-15,0 11 18 16,0-2-20-16,0-1 8 0,10-4-5 16,8 9 6-16,-5-6 1 15,8-11 0-15,-8 8 2 16,-1-7-6-16,-3 2 8 15,4 1-12-15,-7 0 16 16,6 0-8-16,10 0 3 16,-10 0 8-16,10 0-10 15,-3 1 3-15,9-6-8 16,-10 2 10-16,-2-5-14 16,-4 8 19-16,1-8-21 15,-7 7 20-15,0-7-18 0,16 0 9 16,-10 8-1-1,10-8 0-15,-4 0 1 0,4 8-3 16,-9-8 7-16,5 5-10 16,10-2 15-16,-9-3-10 15,-4 0 1-15,4 0-2 16,-4 0 1-16,-2 0 0 16,-7 0 0-16,22 0 2 15,-10 0-2-15,4 0 9 16,-3 0-13-16,2 0 11 15,4 0-10-15,9 0 7 16,-6 0-4-16,-15 0 0 16,11 0 1-16,-2 0-3 15,-3 0 5-15,15-8-9 16,-6-8 16-16,-3 12-14 0,2 1 8 16,-20 3-3-16,14-8 2 15,-2 8-1-15,-7 0-1 16,10-5 5-16,6 2-12 15,-3-6 19-15,3 1-20 16,-10 5 10-16,16-2-6 16,-6 5 3-16,3 0-3 15,-3 0 3-15,-6 0 0 16,3 0-6-16,3 0 15 16,-4 0-17-16,-2 0 16 15,12 0-16-15,-9 0 16 16,3 8-15-16,0 4 11 0,-10-4-6 15,1-3 2-15,-3 3 0 16,-16-5-4-16,12 1 14 16,-6-4-20-16,-6 8 17 15,0 8-14-15,6 0 9 16,-6 4-2-16,0 0 0 16,0 1 2-16,0-9-5 15,0 4 13-15,0-8-20 16,0-8 23-16,0 0-7 15,0 0 0-15,0 0 14 16,0 0-14-16,0 0-5 16,0 0-1-16,0 0 5 15,0 0-11-15,0 0 1 0,0-8 3 16,0-17 0 0,0 1 0-16,16 4 2 0,-10 4 0 15,6-4-4 1,1 12 8-16,15-8-9 0,6 9 12 15,0-6-17-15,6 1 23 16,-9 4-20-16,-3 5 12 16,13 3-10-16,-14 0 3 15,-2 0 0-15,3 0-1 16,6 0 3-16,-9 0-4 16,22 0-3-16,-1 0 2 15,-6 0-19-15,7 0 19 0,-7 0-8 16,-6 0 3-16,0 3 3 15,-6 5 6-15,3 4-1 16,10-7-4-16,21 6 2 16,-16-7 8-16,7 4-7 15,-13-8 5-15,0 0-2 16,-5 0 0-16,-11 0 1 16,-8 0-1-16,9 0 0 15,-13 0 5-15,4 0 1 16,8 0 3-16,-8-15-4 15,18-1 2-15,-9-1-5 16,-3-7 0-16,-4 8-2 16,-12 0 1-16,10-8 12 0,-10 0-9 15,-6 0 18 1,0 0-20-16,0 4-4 0,0-1 4 16,0 1-4-1,0 9-23-15,0 3-1 0,0 3-13 16,0 5-98-16,0 0-66 15,0 0-253-15</inkml:trace>
  <inkml:trace contextRef="#ctx0" brushRef="#br0" timeOffset="1663.99">26046 13403 269 0,'0'0'29'0,"0"0"6"0,0 0 52 0,0 0 0 0,0 0-47 16,0 233-10-16,0-197-3 15,9-8-18-15,-9-4 0 16,0-9 44-16,0 10-5 16,0-1 14-16,0 4-31 0,0 0 18 15,0-12-46 1,0 0 1-16,0-12 3 0,0-4-7 15,0 0 53-15,0 0-10 16,0-25 15-16,0-11-51 16,-9-3-5-16,9-10 7 15,0-2-18-15,0-6 10 16,0-2-4-16,0 10 3 16,0 1-1-16,0-1-8 15,0 10 18-15,0 3-15 16,0 3 15-16,0 5-15 15,0 0 12-15,0 4-11 16,0 12 5-16,0 1-4 16,0 11 0-16,0 0-3 15,0 0 2-15,0-5-1 0,15 5-7 16,-2 0 7-16,-7 0 2 16,16 0-4-16,-4 0 8 15,4 5 7-15,-4 14-6 16,-5 1-2-16,2 5 2 15,-8-9-9-15,-7 4-1 16,0-1 7-16,0 1-2 16,0 8 0-16,0-7 4 15,-35-6 0-15,8-2 1 16,-4-10 5-16,15-3 2 16,10 0-3-16,-13 0 6 15,19-16-11-15,0 4-23 16,0 9-39-16,0 3 25 15,0 0-15-15,0 0-5 0,13 8 57 16,-1 20 47-16,16 0 55 16,0-8-57-16,3-1-14 15,-9-10-25-15,2-9 6 16,10 0-10-16,-21 0 2 16,9 0-8-16,-10 0 11 15,3-9-13-15,-8 1 21 16,-1 5-27-16,-6 3 24 15,0 0-19-15,0 0 9 16,0 0-4-16,12 0-5 16,4 0-6-16,-4 0 8 15,7 0-7-15,9 0-12 16,-10 0-15-16,10 0 28 0,-15 0 16 16,-13-4-10-16,15 4 10 15,-15-4-1-15,0-16 27 16,19-8-28-16,-7-24 26 15,10-17-28-15,6-3-2 16,-3 8-13-16,-4 8 10 16,-15 28-34-16,1 7 23 15,-7 13 3-15,6 8 3 16,0 0-1-16,10 0-76 16,-4 17 29-16,0 31 57 15,10 8 93-15,-10 8-55 16,7 0-30-16,-10 5-8 0,-9-17-33 15,0-4-52-15,0-8 2 16,0-8 28-16,0-4 7 16,-9-12 44-16,-10-11-13 15,7-5-176-15</inkml:trace>
  <inkml:trace contextRef="#ctx0" brushRef="#br0" timeOffset="1963.84">26508 13266 1035 0,'0'0'21'0,"0"0"-21"0,0 0 0 0,0 0 0 0,0 0-10 16,0 0-17-16,313-192-76 15,-239 151-48-15,-21 13 45 16,-13 4 60-16,1 17-8 15,-7 7-30-15,-6 0 46 16,3 0 38-16,9 40 131 16,-12 12-50-16,0-8-26 15,-3 4-32-15,2-8-20 16,-14-8-2-16,9 0-2 16,-4 0-23-16,-18-8-7 15,0 1-69-15,0-17-197 16</inkml:trace>
  <inkml:trace contextRef="#ctx0" brushRef="#br0" timeOffset="2133.32">27075 12897 1059 0,'0'0'1'15,"0"0"-2"-15,0 0-33 16,0 0-157-16,0 0-138 16</inkml:trace>
  <inkml:trace contextRef="#ctx0" brushRef="#br0" timeOffset="2419.98">27075 12897 244 0,'230'221'94'0,"-178"-177"-78"16,7-4-9-16,9-12 48 16,7 4-30-16,-4-15 2 15,4-2-5-15,-7-15-8 16,-9 0 11-16,-7 0-6 16,-17-7 10-16,-1-50-6 15,-22-19-23-15,-12-9-1 16,0 2-56-16,0 11-49 0,-19 16 66 15,-36 27 40-15,-4 21 79 16,-22 8-49-16,-12 24 114 16,-22 36-144-16,4 16-57 15,2-3 17-15,35-9-148 16</inkml:trace>
  <inkml:trace contextRef="#ctx0" brushRef="#br0" timeOffset="4928.82">21801 11722 83 0,'0'0'134'0,"0"0"-53"0,0 0 4 0,0 0 7 16,0 0-43-16,0 0-18 15,0 0-7-15,0 0-5 16,0 0 15-16,0 0 8 16,0 0 18-16,0 0 11 15,0 0 15-15,0 0-47 16,0 0 11-16,0 0-36 16,0 0-6-16,0 0 2 0,0 0-8 15,0 0-2-15,0 0 1 16,0 0-8-16,0 0 14 15,0 0 3-15,0 0-9 16,0 0 11-16,0 0-7 16,0 0-10-16,22 0 4 15,-4 0 1-15,10 0-1 16,6 0 4-16,-9 0-13 16,25 8 23-16,-13-8-20 15,12 0 15-15,4 0-15 16,0 0 10-16,15 0-3 15,-3 0 0-15,-12 0-2 16,3 0-6-16,-4 0 14 16,-11 0-16-16,-7 0 17 0,-3 0-19 15,-3 0 19-15,12 0-14 16,-6 0 6-16,19 0 1 16,-7 0-2-16,7 0 5 15,3-8-9-15,-3 8 15 16,-1 0-18-16,-5 0 18 15,-7 0-15-15,7 0 14 16,-13 0-8-16,12 0 0 16,-12 0 0-16,13-8-2 15,-7 1 12-15,19-6-14 16,3-7 16-16,-9 12-16 0,0-4 8 16,-7 4-8-1,1 4 3-15,-13-3 1 0,-6 7 0 16,-4 0 1-16,-2 0-2 15,3 0 4-15,9 0-6 16,0 0 11-16,6-9-9 16,-5 1 1-16,11 4 0 15,-12 4-2-15,-3 0 7 16,9 0-16-16,-5 0 22 16,11 0-24-16,1 0 22 15,-7 0-18-15,13 0 6 16,-13-9 1-16,0-2-14 0,-12 3 16 15,0 0 0-15,-16 8 1 16,-12 0-6-16,0 0 13 16,0 0 1-16,7 0-4 15,-1 0-4-15,6 0-1 16,4-9 0-16,2 6-3 16,-2-2 7-16,-10 2-8 15,-6-1 8-15,0 4 6 16,0 0-7-16,0 0 25 15,0 0-7-15,0 0 13 16,0 0-21-16,0 0-7 16,0 0-6-16,6 0-6 15,-6 0 5-15,0 0-22 16,0 0 22-16,0 0 0 16,0 0 1-16,0 0 1 0,0 0 12 15,0 0 7-15,0 0-1 16,0 0 4-16,0 0-16 15,0 0 5-15,0 0-8 16,0 0-8-16,0 0-23 16,0 0-2-16,0 0-26 15,0 0 8-15,0 0-138 16,-21 0-295-16</inkml:trace>
  <inkml:trace contextRef="#ctx0" brushRef="#br0" timeOffset="9374.44">27596 11622 107 0,'0'0'435'0,"0"0"-413"0,0 0-11 0,0 0 33 15,0 0 0-15,0 0-33 16,-31 36 26-16,31-36 1 16,0 0 3-16,0 0-39 15,0 0 49-15,0 0-34 16,0 0-16-16,0-4-2 15,0 0-16-15,0 4 7 16,0 0 9-16,0 0 0 0,0 0 2 16,0 0 19-16,0 0-14 15,-22 0-2-15,16 0-4 16,6 0-8-16,-6 8 2 16,6 0-8-16,0-3-1 15,0-2 14-15,0-3-19 16,0 0 31-16,0 0-26 15,12 0 20-15,4 0-10 16,-4 0 5-16,1-20 0 16,-7-8-2-16,0 4-29 15,-6 12-40-15,0 8 12 16,0 4 56-16,0 0-6 16,0 0 9-16,0 16 10 0,0 4 3 15,0-7 26-15,0-6-30 16,0-3-9-16,0-4-100 15,0 0-58-15</inkml:trace>
  <inkml:trace contextRef="#ctx0" brushRef="#br0" timeOffset="15401.68">21655 14815 136 0,'0'0'116'0,"0"0"-17"0,0 0 66 0,0 0-67 0,0 0-58 16,0 0-17-16,0 0-22 15,0 19 15-15,0-19-4 16,0 0-2-16,0 0 10 16,0 4-7-16,0 9 21 15,0-2 11-15,0 6 32 16,0 7-45-16,0-1-15 0,0 5-10 16,0 1-4-16,0-5-3 15,0 0 4 1,6-4-15-16,1-1 22 15,8 2-15-15,4-5 10 0,-7-4-12 16,4 5 6-16,2 2-9 16,10-15 4-16,-3 9-13 15,15-10 11-15,-6-3-25 16,0 0 28-16,1 0-36 16,-11 0 28-16,-2 0-30 15,-3 0 40-15,2 0 2 16,-8 0 0-16,8 0-4 0,-8-8 9 15,5-8-10 1,4 1 13-16,3-10-17 0,3 9 3 16,6-9-3-16,6 10-50 15,7 7 33 1,-7 0 10-16,-15 8 7 0,15 0-9 16,-6 0 23-16,0 0-15 15,7-8 18-15,-1 3-16 16,13 2 10-16,-7-5-4 15,1 0 2-15,-7 8 0 16,13 0 5-16,3 0-1 16,3 8 33-16,-7 3-22 15,4 2-4-15,3-5-10 0,-6 0 0 16,-1 0-1 0,4-4-3-16,-15-1 3 0,-10 10 3 15,3-1-3-15,-6 4 6 16,6 0-13-16,12 1 14 15,1-2-7-15,-1-2 2 16,13-2 1-16,-6 1-2 16,-4 12-1-16,-11-7 23 15,11-1-23-15,-12 4 17 16,-2-4-14-16,5 7 12 16,0-10-9-16,-6 15-8 15,7-8 2-15,-1-4 0 0,-15 4-3 16,3-4 10-1,-1 0-14-15,-2-4 17 0,3 4-7 16,-9 0-2-16,-4 0 53 16,-2 8-29-16,-7 4 3 15,6-4-19-15,4-7 8 16,-16-6-14-16,12-3 2 16,-12-3-10-16,6-5 10 15,-6 0-11-15,0 0 12 16,7 0-6-16,-7 0 7 15,0 0 13-15,0 0-4 16,15-29-11-16,4-11-10 16,2-20 9-16,26-4-16 15,-1-5 9-15,7 5 2 16,-13 12-42-16,1 8 34 0,-7 8 6 16,12 8 2-16,1 4 1 15,-1-13 0-15,1 14-3 16,21-5 11-16,-9 7-13 15,-6 13 9-15,-7 5-4 16,1 3 1-16,9 0 4 16,-10 0 11-16,19 0-13 15,-9 0-2-15,-16 0 8 16,19 0-17-16,-12 0 17 16,5 0-11-16,11 3 8 0,-5 14-6 15,1-1 10 1,3 4 7-16,-3 4-8 0,3-8-5 15,-3 4 4-15,16-4-5 16,-16-4 1-16,-13 1-3 16,10-6-1-16,-10-3 0 15,1 0 1-15,6-4-2 16,15 0 6-16,-3 0-10 16,9 0 14-16,-9 0-9 15,10 0 7-15,-7 0-14 16,3 0 13-16,4 0-8 15,-1 0 2-15,-9-4-10 16,4-7 10-16,-4-6-2 16,-3 1-2-16,-3-8 8 0,-19-8-5 15,22-16 6-15,-9-5-8 16,6-14 3 0,-7-13 0-16,-18 3 0 0,0-3-3 15,-21 12-1-15,-13 8 8 16,0 7-7-16,0 17 16 15,0 12-9 1,-31 9-4-16,-9 2-20 0,-22 1-173 16,-4 12-338-16</inkml:trace>
  <inkml:trace contextRef="#ctx0" brushRef="#br0" timeOffset="16001.67">22477 16948 592 0,'0'0'0'0,"0"0"12"0,0 0 0 15,0 0 12-15,0 0 54 0,0 0-27 16,68-93 24-16,-68 90 3 16,0 3 10-16,0 0-48 15,0 0 5-15,0 0 6 16,0 0-45-16,0 8-2 16,19 4 10-16,2 7-28 15,-8 6-1-15,5 3-11 16,10 8-23-16,-22 4-33 15,-6 0-150-15,0-8-230 16</inkml:trace>
  <inkml:trace contextRef="#ctx0" brushRef="#br0" timeOffset="16352.25">22458 17240 361 0,'25'5'88'0,"3"-5"-68"16,6 0 32-16,19-8 19 16,-7-40-29-16,1-9 13 15,-13-10-25-15,6-10 9 16,-21 8-4-16,-19 5 15 0,0 8 0 15,0 4-27-15,-53 0-10 16,-28 8-8-16,-12 4 2 16,-6 12-4-16,-3 12 17 15,15 16-10-15,16 0-1 16,3 0-9-16,21 20-13 16,28 12 11-16,10 0-7 15,9 0-82-15,0-7-125 16,16-10-168-16</inkml:trace>
  <inkml:trace contextRef="#ctx0" brushRef="#br0" timeOffset="16718.97">23314 16410 297 0,'0'0'822'0,"0"0"-809"0,0 0-13 0,0 0-5 0,0 0-3 16,0 0-66-16,-15 0-127 15,36-15-303-15</inkml:trace>
  <inkml:trace contextRef="#ctx0" brushRef="#br0" timeOffset="17167.28">23854 16891 418 0,'0'0'256'0,"0"0"-149"0,0 0 88 16,0 0-148 0,0 0-38-16,0 0 0 0,0-11-18 15,0 7 9-15,0 4-1 16,0-4 1-16,0 4 11 16,0 0 16-16,0 0-26 15,0 0 12-15,0 0-13 16,0 0-9-16,0 0-50 15,0-9-52-15,0-2 32 16,0-5 75-16,0-9-8 16,-13 5 5-16,-27 1-141 15,-13-1-501-15</inkml:trace>
  <inkml:trace contextRef="#ctx0" brushRef="#br0" timeOffset="17485.88">23153 16716 918 0,'0'0'135'0,"0"0"-122"0,0 0 19 0,0 0 4 0,146 224-28 16,-106-184-3-16,-6-12-10 16,-12-7-28-16,-4-6 15 15,-18-7-56-15,0-8-201 16,0 0-373-16</inkml:trace>
  <inkml:trace contextRef="#ctx0" brushRef="#br0" timeOffset="17951.14">23695 16888 61 0,'0'0'328'0,"0"0"-158"16,0 0-91-16,0 0-11 16,0 0-8-16,0 0 13 15,38-152 8-15,-23 99-63 16,4-7-18-16,2-4-2 16,20 3 2-16,-10 14-95 15,-10 22 54-15,-8 25 18 16,-13 0-13-16,15 20 34 15,-8 32 2-15,-7 9 60 16,6 7-23-16,-6-4 10 16,12-3-46-16,-12-2-2 15,0-2-11-15,0 2-23 0,0-6 4 16,0-17-21 0,0-20-109-16,0-16-277 15</inkml:trace>
  <inkml:trace contextRef="#ctx0" brushRef="#br0" timeOffset="18451.06">23813 16799 1072 0,'0'0'0'16,"0"0"-9"-16,0 0 3 0,0 0-65 15,0 0 33 1,0 0-62-16,270 64-19 0,-211-91 51 16,-6-6 61-1,-13-3 7-15,-6-12 16 0,6-8 20 16,-6-1-36-16,-3 2 17 16,4 10-12-16,-1 22 19 15,-16 15 2-15,-2 8 57 16,9 0 9-16,2 0-15 15,14 31-10-15,-7 14 4 16,12-1-31-16,-11-8-23 16,-4-16-2-16,-4-12-4 15,-8-8-22-15,3 0 5 16,-4 0 6-16,10-15 0 0,6-14 0 16,-9 5-2-16,3 12 2 15,0 12-6-15,-9 0-5 16,8 12 5-16,-2 16 12 15,-9-3-8-15,2-6 2 16,-5-7-39-16,-4-4-32 16,-3 0 21-16,1 0 2 15,-7 1-49-15,12-9-21 16,16 0-23-16,6 0-31 16,12 0-15-16,1-13 1 15</inkml:trace>
  <inkml:trace contextRef="#ctx0" brushRef="#br0" timeOffset="18633.06">25438 16591 432 0,'0'0'251'0,"0"0"-44"0,0 0-64 0,0 0-99 0,0 205-28 15,0-161-16-15,34-8 3 16,0-13-7-16,31-6-19 16,4-14 21-16,-4-3-24 15,3 0-9-15,0 0-66 16,-15-15-9-16,-7-21-7 15,-21 0-113-15,-16 0-199 16</inkml:trace>
  <inkml:trace contextRef="#ctx0" brushRef="#br0" timeOffset="18816.53">25547 16699 492 0,'0'0'79'15,"0"0"19"-15,0 0 84 16,0 0-72-16,0 0-77 16,0 0-33-16,186 4-4 15,-186-4 1-15,0-4-77 16,0-32-83-16,-47-8-399 16</inkml:trace>
  <inkml:trace contextRef="#ctx0" brushRef="#br0" timeOffset="19100.84">25612 16403 1032 0,'0'0'12'0,"0"0"-12"15,0 0-2-15,0 0-5 16,0 0 14-16,0 0-16 16,328-80-97-16,-263 63-84 15,-9 17 74-15,-15 0 72 16,-10 0 37-16,-10 0 7 15,-15 17 80-15,13 22 45 16,-10 9 29-16,10 9-81 16,-7-1-45-16,16 0-15 15,-9-8 21-15,9-3-34 0,0-6-4 16,-22 2-25 0,22-5-32-16,-22-13-62 0,0-18-11 15,-6-5 20-15,0-17-154 16</inkml:trace>
  <inkml:trace contextRef="#ctx0" brushRef="#br0" timeOffset="19733.27">26148 16130 1058 0,'0'0'112'0,"0"0"-112"0,0 0-3 16,0 0-14-1,0 0 3-15,0 0-30 0,360-4 19 16,-273 4-76-16,-19 12 31 16,-16 32 70-16,7 17 41 15,-18 2 23-15,5 10-60 16,1-13-4-16,-7-9-29 16,0-15-3-16,-12-19 22 15,-15-13-18-15,-13-4-51 16,0-8 43-16,0-41 21 15,0 2-28-15,-41-14 37 16,10-3 4-16,16-11-1 16,9 6-12-16,6 0-47 0,0 17-32 15,0 24 12 1,0 20 54-16,0 8 28 0,6 8 69 16,-6 41 49-1,0 15-58-15,0 4-54 0,0-4 8 16,0-11-9-16,-19-14-8 15,-9-6 3-15,10-10 0 16,11-15 13-16,7 5 59 16,0-6 32-16,0 1-75 15,13-3 2-15,52-5-19 16,16 0 30-16,-1 0-32 16,7 0-6-16,-13-5-4 0,1 5-7 15,2 0 6 1,-8 0-10-16,11 5-3 0,-15 6 4 15,4-6-146 1,-23-5 146-16,1 0 7 0,-7-8-2 16,-18-25 5-16,-22-3 7 15,0 0 15-15,0 8 25 16,0 0-45-16,-16 16 1 16,-24 0-3-16,-25 12-14 15,-16 0-88-15,-12 0 37 16,0 0-76-16,12 12-196 15</inkml:trace>
  <inkml:trace contextRef="#ctx0" brushRef="#br0" timeOffset="20765.47">23655 16298 407 0,'0'0'128'0,"0"0"-92"0,0 0 21 0,0 0-4 16,0 0 43-16,0 0 17 16,186-124-43-16,-146 104-35 15,13 4-27-15,0-4-1 16,3 7 2-16,-16-2-18 16,-15 15 5-16,9 0-10 15,-6 7 10-15,-3 37 4 16,3 21 30-16,-16 8-25 0,10-6 0 15,-4-3-5-15,10-28-178 16,-3-36-276-16</inkml:trace>
  <inkml:trace contextRef="#ctx0" brushRef="#br0" timeOffset="21665.17">25085 17613 582 0,'0'0'252'0,"0"0"-247"0,0 0 106 0,0 0-1 0,0 0-85 0,365-152 17 0,-284 136-40 15,-7 8 14-15,1 8-6 16,-10 0 2-16,-9 0-9 15,-16 0-3-15,-9 0-1 16,-3 0-66-16,-22 0 34 16,-6 0-141-16,0 0-85 15,-53 0-371-15</inkml:trace>
  <inkml:trace contextRef="#ctx0" brushRef="#br0" timeOffset="21865.19">25240 17229 690 0,'0'0'124'16,"0"0"-90"-16,0 0 106 15,0 0-77-15,0 0-56 16,0 0-7-16,400 0-21 0,-348 0-211 15,-30 0-135-15</inkml:trace>
  <inkml:trace contextRef="#ctx0" brushRef="#br0" timeOffset="22580.15">24923 18280 661 0,'0'0'68'0,"0"0"-19"0,0 0 76 0,0 0-42 0,0 0-75 16,0 0-7-16,22-105 6 15,3 77 14-15,3 8-9 16,0-4 1-16,9 16-5 15,3-4-2-15,7-1-10 16,2 10 8-16,-18 3-8 16,-3 0-13-16,-22 3 13 15,-6 42-9-15,0 20 5 16,0 15 2-16,-46 20-49 0,-7 0-58 16,-9 0-3-16,9-12 74 15,19-24 42-15,22-15 5 16,12-21-5-16,0-8 1 15,6-9 21-15,56-3 17 16,25 1 70-16,0-5-15 16,6 0-17-16,-6-4-49 15,-13 0-3-15,-21 11-23 16,-13-6 3-16,-28-1-5 16,16-4-24-16,-21 0-138 15,-7-20-314-15</inkml:trace>
  <inkml:trace contextRef="#ctx0" brushRef="#br0" timeOffset="23461.84">25919 18231 108 0,'0'0'57'0,"0"0"14"0,0 0 59 0,0 0 126 0,0 0-77 16,0 0 37-16,15 0-148 15,-15 0-2-15,0 0-32 16,0 0-33-16,6 21 9 16,7 7-5-16,8 19-5 15,-8-2 9-15,15 2-15 16,-16-3 8-16,1 1-2 16,2-13 0-16,-9-4 3 15,-6-8-10-15,0-4 14 16,0-8-15-16,0-8 16 0,0 0-9 15,0 0 2 1,0-8-2-16,0-36 7 0,0-17-11 16,0-11 7-16,-34-11-2 15,22 2 0-15,2-7 6 16,10 8-14-16,0-4 12 16,0 7-10-16,35 5 3 15,27 12-1-15,-4 16-2 16,23 24 5-16,-22 12 0 15,22 8 2-15,-1 0-7 16,1 4 6-16,12 20-2 16,-19 8-46-16,-33 1 19 15,-1-2 4-15,-40 2-3 0,0-2 15 16,0-3-7-16,-40-4-6 16,-29-4-61-16,-5-7 43 15,3-5 44-15,9-8 61 16,21 0-30-16,35 0 43 15,0 0-69-15,6 0-5 16,0 0-9-16,0 0-13 16,0 4 22-16,40 15 11 15,19 14 39-15,3 3-31 16,-9 8 21-16,0-4-11 16,2-4-18-16,4-7-11 15,9-6 2-15,-9-7-7 16,0-11 10-16,-3-5-6 0,-19 0 4 15,-9 0 4-15,-15-16-5 16,2 8 3-16,-15 3-4 16,6 1 13-16,-6 4 2 15,0-3-13-15,7-10-3 16,5-3-23-16,16-12-11 16,6 0-80-16,-9 4-277 15,-4 8-260-15</inkml:trace>
  <inkml:trace contextRef="#ctx0" brushRef="#br0" timeOffset="23763.09">27317 18167 762 0,'0'0'141'0,"0"0"-105"0,0 0-19 0,0 0-16 0,0 0 31 16,0-213-9-16,0 174 17 16,6 14-36-16,0 17-5 15,-6 8 13-15,16 0-5 16,-16 5-3-16,25 31 1 16,-4 8 24-16,10 4-15 15,4 0-14-15,11-8-6 0,-6 4 1 16,-6 0-37-1,-6 4 1-15,-15-7-114 0,-13-2-6 16,0-19-200-16</inkml:trace>
  <inkml:trace contextRef="#ctx0" brushRef="#br0" timeOffset="24033.87">27317 18167 1144 0,'93'-221'22'0,"-65"209"-20"16,6-4-1-16,25-4 16 15,0-4-16-15,3 9 3 0,-3 15-4 16,-7 0-15-16,11 0 13 16,2 0 4-16,-10 7-8 15,4 17 14-15,-6 4-16 16,-19 8-3-16,13 0 8 15,-7 5-5-15,0-9-15 16,-6-8-2-16,-9 0 6 16,-9-16 6-16,-10-8-137 15,-6-4-220-15</inkml:trace>
  <inkml:trace contextRef="#ctx0" brushRef="#br0" timeOffset="24178.89">28074 17405 886 0,'0'0'323'16,"0"0"-320"-16,0 0-6 15,0 0-33-15,0 0-138 16,0 0-304-16</inkml:trace>
  <inkml:trace contextRef="#ctx0" brushRef="#br0" timeOffset="24444.54">28548 17694 334 0,'71'12'75'16,"16"-12"33"-16,9 0 8 15,-9 0-5-15,0 0-13 0,-34-4-11 16,5-24-54-16,-23-5-25 16,-29-11-8-16,-6-4 22 15,0-7-46-15,-25 2 24 16,-31 13-31-16,-3 25-22 15,-9 15 11-15,-13 0-41 16,4 51 17-16,-4 14-13 16,35-1 34-16,12-12 35 15,27-21 10-15,7-14-3 16,0-17-88-16,66 0-49 16,20-8-39-16</inkml:trace>
  <inkml:trace contextRef="#ctx0" brushRef="#br0" timeOffset="24744.37">29456 17337 199 0,'0'0'277'15,"0"0"-141"-15,0 0 9 16,0 0-27-16,0 0-105 16,0 0 44-16,-127-32-57 15,127 68-2-15,0 9-9 16,0-6 11-16,7 5 6 15,45-8 0-15,10 0 1 16,3-3-2-16,10-10 3 0,-1 2-4 16,4-9 3-16,-4 4-5 15,-21-4-2-15,-13 0 0 16,-40 7 48-16,0 13 5 16,-6 13 2-16,-68-5-43 15,-13-12-12-15,9-16-34 16,-9-16-136-16,1 0-705 15</inkml:trace>
  <inkml:trace contextRef="#ctx0" brushRef="#br0" timeOffset="37617.01">11944 11722 70 0,'0'0'163'0,"0"0"-149"0,0 0 5 0,0 0 28 16,0 0 13-16,0 0 77 0,0 0-78 15,0 0-8 1,0 0 3-16,0 0-28 0,0 0 3 16,0 0-29-1,0 0 0-15,0 0 14 0,0 0 5 16,0-4 8-16,0 4 45 16,0-4 7-16,0 4-17 15,0-4-38-15,0 1-6 16,0-6 0-16,0 9-14 15,0-8-3-15,0 0 10 16,40-8-9-16,59 4 1 16,41-7 30-16,80 2 6 15,50-4-8-15,37-7-5 16,18-3-8-16,-24-2 10 16,-31 9-27-16,-62 9 12 0,-69 15-13 15,-52 0-12-15,-62 0-78 16,-25 36-54-16,-53 12-295 15</inkml:trace>
  <inkml:trace contextRef="#ctx0" brushRef="#br0" timeOffset="48091.15">15386 12516 50 0,'0'0'354'0,"0"0"-348"0,0 0 1 0,0 0 63 0,0 0 32 15,0 0-42-15,0 0 24 16,18-108-24-16,-9 96 31 0,4-8-29 15,15-12-10-15,3-1-43 16,25 2-1-16,-4 6-4 16,1 17 3-16,15 8-2 15,-15 8-3-15,-7 41 15 16,-18 11-9-16,-28 8-2 16,0 4 4-16,0 5 2 15,-9-1 5-15,-31-8 0 16,9-12 28-16,3-8-38 15,28-12 10-15,0 0-14 16,0-4-6-16,6-7 3 16,34-9 0-16,1-1 7 15,5-7-6-15,-6-3 29 16,1-2-29-16,-1-3 2 16,-6 0-3-16,0 0-9 0,-9 0-40 15,9 0-71-15,-6-3-236 16</inkml:trace>
  <inkml:trace contextRef="#ctx0" brushRef="#br0" timeOffset="48396.97">16496 12745 704 0,'0'0'297'0,"0"0"-281"0,0 0 3 0,0 0-3 0,0 0-16 16,0 0-24-16,0-64 9 15,0 56-31-15,0 8-23 16,0 0 32-16,0 0 33 15,0 0-59-15,0 0-77 16,0 0-221-16</inkml:trace>
  <inkml:trace contextRef="#ctx0" brushRef="#br0" timeOffset="48743.4">17010 12300 704 0,'0'0'201'0,"0"0"-173"0,0 0 58 15,0 204-50-15,0-143-21 16,0 3-12-16,13-12-2 16,-13 7-1-16,6-18-3 15,-6-8 2-15,0-18-31 16,0-7-26-16,0-8-140 15,0 0 49-15,0 0-140 16</inkml:trace>
  <inkml:trace contextRef="#ctx0" brushRef="#br0" timeOffset="49157.12">17172 12267 610 0,'0'0'26'16,"0"0"2"-16,0 0 6 15,0 0 5-15,0 0-38 0,0 0-2 16,291-92 0-1,-263 89-30-15,-9 3 5 0,-4 0-11 16,-15 0-7-16,6 0-25 16,-6 0 64-16,0 0 5 15,0 3 88-15,0 22-7 16,0 11 61-16,13 16-27 16,-7 4-62-16,-6 12-23 15,9-4-20-15,-9 0 16 16,0-3-24-16,0-9 6 15,0-4-8-15,0-9-7 16,0-1-41-16,0-15-32 16,0-10-103-16,0-13-244 0</inkml:trace>
  <inkml:trace contextRef="#ctx0" brushRef="#br0" timeOffset="50157.34">16877 12352 283 0,'0'0'18'0,"0"0"-18"0,0 0-176 0,0 0 167 15,0 0 18-15,0 0 12 16,0 0 345-16,-87 0-224 15,81 0 2-15,6 0 2 16,-9 0-52-16,9 0-77 16,0 0 14-16,0 0-13 15,0 0 4-15,0 0-4 16,0 0-13-16,34 0 17 16,40-5 1-16,19-18 24 15,22-1-19-15,3-4-6 16,9 16-18-16,0-4-5 15,0 3 1-15,-6 6-11 0,-12-9-18 16,-10-1-28-16,-19-2-48 16,-27 2-23-16,-31 9-194 15</inkml:trace>
  <inkml:trace contextRef="#ctx0" brushRef="#br0" timeOffset="50672.19">18092 12668 668 0,'0'0'208'0,"0"0"-64"0,0 0-49 0,0 0-21 16,0 0-71-16,0 0 7 15,-34 0-10-15,34 0-21 16,0 0-52-16,0 0 50 16,0 0 9-16,0 0-6 15,0 0-7-15,-6 0-203 0,-28 0-282 16</inkml:trace>
  <inkml:trace contextRef="#ctx0" brushRef="#br0" timeOffset="51089.11">18995 12886 400 0,'0'0'452'16,"0"0"-406"-16,0 0 37 15,0 0-8-15,-41-254-64 16,29 174 28-16,12 4-37 15,0 0-1-15,0 12 7 16,0 19-8-16,0 18 13 16,0 10-11-16,0 14 9 15,-22 3-11-15,-2 0-25 0,-17 0-65 16,1 3-81 0,18 30-47-16,4-2 111 0,18-10-90 15</inkml:trace>
  <inkml:trace contextRef="#ctx0" brushRef="#br0" timeOffset="51371.53">19150 12648 415 0,'0'0'114'0,"0"0"-36"16,0 0 12-1,0 0-30-15,0 0-44 0,366 100 8 16,-298-100 63-16,-3-44-28 16,-3-20 18-16,-9-8-59 15,-19-8 4-15,-28 4-20 16,-6 0-4-16,0 4-12 16,-22 8-58-16,-30 23-133 15,-13 26 62-15,3 15 107 16,-25 47-6-16,-6 34 6 15,-13 19-291-15</inkml:trace>
  <inkml:trace contextRef="#ctx0" brushRef="#br0" timeOffset="53904.16">14685 14441 463 0,'0'0'252'0,"0"0"-249"0,0 0 10 0,0 0 41 0,0 0-51 16,0 0 44-16,0 0-19 16,-310 4 28-16,245 32 16 15,-4 13 4-15,11 7-16 16,-1 16 0-16,18 13-21 16,7-2-34-16,28-6 6 0,6 3-3 15,0-32-16-15,53-9-1 16,21-14-9-16,25-17-3 15,22-8 11-15,0 0 0 16,19-40-38-16,-19-4-14 16,-16 4-130-16,-24 0-206 15</inkml:trace>
  <inkml:trace contextRef="#ctx0" brushRef="#br0" timeOffset="54254.53">15351 14790 1012 0,'0'0'0'0,"0"0"0"0,0 0 8 0,0 0 9 0,0 0-13 15,0 0-8-15,307 4-43 0,-272-4-132 16,-14-4 11-1,-15-12 4-15,-6 8-140 0</inkml:trace>
  <inkml:trace contextRef="#ctx0" brushRef="#br0" timeOffset="54436.04">15351 14790 1030 0,'202'-176'32'0,"-177"176"-31"16,15 0-1-16,16 0 0 15,3-20-45-15,0-13-258 16,-19 2-412-16</inkml:trace>
  <inkml:trace contextRef="#ctx0" brushRef="#br0" timeOffset="55135.39">16322 14265 609 0,'0'0'142'0,"0"0"7"0,0 0-31 0,0 0-91 0,0 0-15 16,0 0-5-16,19-84-2 15,8 71 18-15,8 13 20 16,-4 0-3-16,9 0-36 16,-6 33 3-16,-6 19 1 15,-28 24-9-15,0 12 1 0,0 17-12 16,-47-1-41-1,-21 0-4-15,15-11 13 0,7-13 31 16,12-16 13-16,15-16 0 16,10-20 15-16,9-8-11 15,0-4-8-15,22-8 8 16,37 8 7-16,3-8 15 16,3 0 2-16,-3 9 24 15,-16-6-37-15,-15 1-1 16,-9 4-14-16,-3 0-7 15,2-7-91-15,-15-1-104 16,-6-8-208-16</inkml:trace>
  <inkml:trace contextRef="#ctx0" brushRef="#br0" timeOffset="55469.72">16964 14851 360 0,'0'0'545'15,"0"0"-522"-15,0 0 21 16,0 0-38-16,0 0-6 16,0 0 0-16,139 52 1 15,-92-101 19-15,6-18 17 16,-7-13-29-16,4-9 7 0,-32 4-15 15,-11 2 0-15,-7 2 0 16,0 26-34-16,-13 18-41 16,-40 33 75-16,-15 4 17 15,-31 56 23-15,-16 32-40 16,-6-8-9-16,22 0-6 16,37-24-90-16,37-12-55 15,25-3-50-15,0-8-72 16</inkml:trace>
  <inkml:trace contextRef="#ctx0" brushRef="#br0" timeOffset="55851">17913 14305 85 0,'0'0'682'0,"0"0"-581"0,0 0 48 0,0 0-112 0,18 217 6 0,-2-157-26 16,-4-4-13-16,-6 0-4 16,1-4-19-16,-7-8-22 15,0-8-41-15,0-8-88 16,0-15-53-16,0-10-277 15</inkml:trace>
  <inkml:trace contextRef="#ctx0" brushRef="#br0" timeOffset="56234.92">17578 14317 691 0,'0'0'210'16,"0"0"-162"-16,0 0 84 0,0 0-39 16,474-56-67-1,-325 15 2-15,-3-6-20 0,-32-2-16 16,-36 5 5-16,-38 12-36 16,-18 8-32-16,-22 8-6 15,0 9-49-15,0 2-28 16,0 5 110-16,-22 0-66 15,-18 5 16-15</inkml:trace>
  <inkml:trace contextRef="#ctx0" brushRef="#br0" timeOffset="56421.26">18232 14193 632 0,'0'0'78'0,"0"0"26"15,0 0 108-15,-25 240-141 16,25-156 20-16,0-4-65 15,13-7-17-15,21-13-16 16,18-16 7-16,7-8-6 16,16-16-40-16,12-4-10 15,6-8 7-15,-13-8-44 16,-27 0-298-16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44:06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16269 6320 63 0,'0'0'152'0,"0"0"-136"0,0 0-5 0,0 0-11 15,0 0-17 1,0 0-65-16,0 0 9 0,0 0 73 16,0 0 80-16,0 0 47 15,-15 0-7-15,15 0-65 16,0 0-53-16,0 0 9 15,0 0-9-15,0 0-1 16,0 0 1-16,0 0 15 16,0 0-16-16,0 0 15 15,0 0 24-15,0 0-2 16,0 0-10-16,0 0-14 16,0-9 16-16,0 9-28 0,0-15 6 15,28-6-3-15,12-2-4 16,13-5-1-16,-7-1 0 15,1-2-4-15,5-2-33 16,4 2 11-16,-9-2-49 16,-7 5-31-16,-15 9-84 15</inkml:trace>
  <inkml:trace contextRef="#ctx0" brushRef="#br0" timeOffset="682.68">16248 6549 62 0,'0'0'0'0,"0"0"-15"0,0 0 15 15,0 0 57-15,0 0 15 16,0 0 15-16,0 8-31 0,0-8-29 16,0 0 30-16,0 0-5 15,0 0-6-15,0 0-22 16,0 0-4-16,0 0 13 15,6 0-6-15,0 0 7 16,22 0-16-16,6-25 15 16,19-14-5-16,15-2 3 15,25-11-28-15,0-7 4 16,6-7-7-16,-6 2-1 16,-12 9-5-16,-25 14-47 0,-25 21-57 15,-22 17-120-15</inkml:trace>
  <inkml:trace contextRef="#ctx0" brushRef="#br0" timeOffset="1418.25">16322 6981 132 0,'0'0'165'0,"0"0"-160"0,0 0-4 0,0 0-1 0,0 0 0 16,0 0 3-1,40 0-2-15,-34 0 49 16,1 0 28-16,-7 0 6 0,0 0-38 16,6 0-1-16,-6 0-31 15,6-11-2-15,22-6-9 16,0-14-3-16,25-13 1 15,12 0 2-15,3-9-5 16,6 1 8-16,-2-9 3 16,2 2-8-16,7-1 23 15,-1-4-15-15,-15 20 1 16,4 7-10-16,-29 10-16 16,-15 14-23-16,-4 1-38 0,7 1-50 15,3-19-97-15</inkml:trace>
  <inkml:trace contextRef="#ctx0" brushRef="#br0" timeOffset="2280.16">16744 7099 142 0,'0'0'52'0,"0"0"-33"0,0 0 15 15,0 0 13-15,0 0 1 0,0 0-1 16,40 0-11 0,-21 0 44-16,-1-17-34 0,16-11 7 15,0-8-33-15,7-12 11 16,11 0-26-16,10-9 1 15,4-2-6-15,2 6-4 16,-9 9 2-16,-13 12-16 16,-12 8 8-16,-27 24-39 15,14-8-58-15,-8 8-68 16,-1 0 89-16,-6 0-59 16</inkml:trace>
  <inkml:trace contextRef="#ctx0" brushRef="#br0" timeOffset="2796.91">17004 7246 302 0,'0'0'1'0,"0"0"15"0,0 0 62 0,0 0-16 0,0 0-9 0,0 0 1 16,186-83-6 0,-127 38 4-16,3-7-2 0,-15 16-6 15,-1 3-28-15,-12 14-11 16,-9 7-10-16,-3 4-26 16,-10 8 1-16,1 0-21 15,-13 0-36-15,15 0-97 16</inkml:trace>
  <inkml:trace contextRef="#ctx0" brushRef="#br0" timeOffset="7842.66">16334 11117 405 0,'0'0'138'0,"0"0"-67"0,369 31 37 0,-130-18 13 0,62-13-65 15,46 0-15-15,10-4-32 16,-16-13-9-16,-50 9 0 15,-95 8-278-15,-110 0-134 16</inkml:trace>
  <inkml:trace contextRef="#ctx0" brushRef="#br0" timeOffset="62045.73">27491 10988 577 0,'0'0'45'0,"415"0"15"0,-148-24 90 0,46-24-42 0,-12 0-25 15,-13-1-57-15,-62 13-26 16,-64 20-11-16,-48 1-21 16,-42 7-48-16,-16 3-199 15</inkml:trace>
  <inkml:trace contextRef="#ctx0" brushRef="#br0" timeOffset="73319.39">5039 8189 246 0,'0'0'177'0,"0"0"-175"15,0 0 10-15,0 0 13 0,0 0 4 0,0 0-26 16,0 0 30-16,-13 0-12 16,13 0 23-16,0 0 4 15,0 0-2-15,0 0-18 16,0 0-22-16,0 0 4 16,0 0-7-16,0 0-2 15,0 0-1-15,0 0-4 16,0 0-4-16,0 0 8 15,0-4-8-15,0 0 5 16,13-4 2-16,5 0 1 0,4 8 5 16,3 0-5-1,-10 0-1-15,19 0-6 0,-21 0 7 16,21 0 0-16,-9 0 6 16,3 0-4-16,-10-8-1 15,10 8-2-15,-9-4 7 16,-4 4-7-16,-2 0 1 15,-1 0 0-15,10 0-15 16,-4 0 15-16,4 0 3 16,12 0 5-16,-3 0-8 15,3 0-2-15,-6 0-4 16,-9 0 12-16,-4 0-13 16,-9 0 11-16,1 0-4 0,-1 0 3 15,12 0-2 1,4 0-1-16,-3 0 4 0,15 0-4 15,-6 0 3 1,-3 0-7-16,2 0-7 0,-14 0 10 16,9 0 0-16,-10 0 0 15,-12 0 1-15,12 0 9 16,-12 0 1-16,16 0-3 16,2 0 10-16,-2 0-10 15,9 0-2-15,9 0 0 16,-6 0-5-16,-10 0-2 15,-5 0 2-15,2 0 0 0,-15 0 3 16,19 0 1 0,-7 0 13-16,16 8-12 0,-6-1 1 15,3 1-6-15,9-3 0 16,-6 3 0-16,-3-4-7 16,2 0 6-16,-8-4-2 15,3 0 6-15,-4 4-10 16,-2-4 14-16,-4 0-14 15,1 3 11-15,-1 2-7 16,4-1 6-16,2 0-3 16,-2-4 6-16,9 4-6 15,2 0 6-15,8 0-2 16,-11 4-6-16,-2 0 10 0,-10-4-14 16,16 0 12-16,-3 0-5 15,-9-4 1-15,8 0-2 16,11 0 0-16,-8 0 3 15,4 0 0-15,10 0 4 16,-7 4 0-16,-6 0-7 16,18 1 18-16,-12-2-14 15,-9-3 0-15,3 5-4 16,-9-5 2-16,2 3-4 16,4-3 11-16,3 0-17 15,6 0 20-15,0 0-21 16,-3 0 15-16,16 0-8 15,-13 0 4-15,6 0-1 0,19 0-1 16,-9 0 3 0,-4 0-7-16,1 0 7 0,-29 0-7 15,4 0 8-15,-9 0-8 16,-7 0 5-16,15 0-1 16,4 0 0-16,-19 0 4 15,16 0-8-15,-9 0 9 16,-1 0-10-16,16 0 12 15,0 0-12-15,6 0 10 16,-9 0-9-16,3 0 4 16,-4 0-3-16,-8 0 2 15,9-3-2-15,-4 3-3 16,-14-5 12-16,-1 5-12 16,-6 0 7-16,12 0-5 0,16 0 6 15,-9 0-2-15,2 0 3 16,-2 0-2-16,-10 0 8 15,-2 0-7-15,5 0 5 16,10 0 0-16,-10-3-11 16,0 3 13-16,1 0-13 15,-13 0 4-15,9 0 0 16,-9 0 10-16,0 0-8 16,0 0 18-16,0 0-12 15,0 0-5-15,0 0-3 16,6-17-26-16,1-7-132 15,-7-16-138-15</inkml:trace>
  <inkml:trace contextRef="#ctx0" brushRef="#br0" timeOffset="75984.6">6530 5679 6 0,'0'0'0'0,"0"0"104"0,0 0-7 0,0 0 9 16,0 0 29-16,0 0-62 15,-28 0-12-15,28 0-14 16,0 0-10-16,0 0-34 16,0 0-1-16,0 0-2 15,0 0-2-15,0 0 2 16,0 0 3-16,0 0 36 16,-12 0-4-16,12 0 13 0,0 0-28 15,0 0-20-15,0 7 0 16,0-2-22-16,0 3 20 15,0 3-2-15,0-3-4 16,0 12 14-16,0-7-6 16,0 18 15-16,0-6 5 15,0 3-9-15,0-9-8 16,0-6-3-16,0-1-6 16,0 0-8-16,0-4-24 15,0 4 32-15,0 0-4 16,0-4 6-16,0 4 6 15,0-4-2-15,0-5 5 0,0 14-5 16,0-1 0 0,0 0 2-16,0-4-5 0,0 1 1 15,0 6-5-15,0 1 9 16,0-3-2-16,0-1 0 16,0-1 0-16,0-2-5 15,0-2-1-15,0 2-15 16,0 2-19-16,12 2 22 15,-12-1 8-15,0 4 8 16,0-1 2-16,0 6 0 16,0-1 2-16,0-1 0 15,0-2-4-15,0-9-4 16,0-4 1-16,0 0-32 16,0-4 23-16,0 4 8 0,0 5 6 15,0 2 1-15,0 1 8 16,0 9 9-16,0-6-14 15,0 6-8-15,0-6-7 16,0 1 7-16,0 5 1 16,-12-6 3-16,6 1 0 15,6-7 1-15,-10-1-4 16,4-4 6-16,6-4-6 16,0 3-2-16,-12 6 3 15,12-13 4-15,-7 8-7 16,7 7 10-16,-6 2 6 15,-3-1 8-15,-3 0-13 0,12 1-4 16,0-6 3-16,0-3-10 16,-7 0 4-1,1 1-3-15,-6-1 8 0,2 3-4 16,10 1 8-16,-6 4 0 16,0 1 10-16,6-6-16 15,-12-3 7-15,12 0-4 16,0-4-10-16,0 4-6 15,0 0 7-15,0 0 2 16,0 0 0-16,0 4 4 16,0 1 8-16,0 3 2 15,0-1-7-15,0 2-10 16,0-6-4-16,0-6-4 16,0-2-14-16,0 5 9 0,0-3 13 15,0 7 5-15,0-1 9 16,0 6 7-16,0-1 17 15,0 4-29-15,0-4-4 16,0-4 0-16,0-8-4 16,0 4-25-16,0 4 16 15,0-4 3-15,0-4 9 16,0 12 1-16,0 0 13 16,0 4 17-16,0-7-25 15,0 7 0-15,0-12-1 16,0-5-4-16,0 5 0 15,0-3-3-15,0 2 1 0,0 1 3 16,0-3-7-16,0 14 12 16,0-7-12-16,0 1 10 15,0-1-8-15,0-8-9 16,0 0 2-16,0-4 7 16,0 3 4-16,0-3-3 15,0 5 7-15,0-2-8 16,0 2 12-16,0 3-10 15,0 4 4-15,0-4 7 16,0 0 10-16,0 0-16 16,0-4-3-16,0 0 4 15,0 0-4-15,0 7 3 0,0 2 7 16,0-1 3 0,0 4 20-16,0-8-25 0,0-4-2 15,0 4-1-15,0 0 6 16,0 0 13-16,0 4 1 15,0-8 3-15,0 0-23 16,0 1-5-16,0-5 1 16,0 0-2-16,0 0-11 15,0 0-17-15,0 0 26 16,0 0 3-16,0 0 10 16,0 0 2-16,0 3 36 15,0 2-22-15,0-5-4 16,0 0-22-16,0 0-5 15,0 0-8-15,0 0-1 16,0 0 12-16,0 0-9 0,0 0-40 16,-28 0-169-1</inkml:trace>
  <inkml:trace contextRef="#ctx0" brushRef="#br0" timeOffset="84227.25">6697 7251 19 0,'0'0'158'0,"0"0"-146"0,0 0 18 0,0 0-10 15,0 0 56-15,0 0 68 16,0 0-62-16,0 0-44 16,0 0-7-16,0 0-10 15,0 0-11-15,0 0-5 16,0 0 8-16,0 0-9 16,0 0 30-16,0 0-3 15,0 0 30-15,0 0-10 0,0 0-30 16,0 0-20-1,0 0-1-15,0 0-34 0,0 0 4 16,0 0 20-16,0 0 10 16,0 0 6-16,0 0 15 15,0 0-14-15,13-5-7 16,12-3-3-16,24-3-2 16,-2-9-7-16,12-5-29 15,-7 14-31-15,-11-2-4 16,-20 5-19-16,-8 8-3 15,-7 0 10-15,-6 0 28 16,0 0 35-16,6 0-21 16,0 0-41-16</inkml:trace>
  <inkml:trace contextRef="#ctx0" brushRef="#br0" timeOffset="100912.46">25847 6120 111 0,'0'0'8'0,"0"0"14"0,0 0-1 0,0 0-3 15,0 0 39-15,0 0 1 16,0 0 19-16,0 0-23 16,0 0-6-16,0 0 6 15,0 0-34-15,0 0-4 16,0 0-11-16,0 0-2 15,0 0 2-15,0 0 34 16,0 0 20-16,0 0 9 16,0 0-12-16,0 0-19 15,0 0-4-15,0 0-32 16,0 0-1-16,0 0-1 0,0 0-7 16,0 0 4-1,0 0 0-15,0 0-8 0,0 0-12 16,0 0 24-1,0 0 0-15,0 3-3 0,19 2 8 16,-7 3-11-16,-12-5-2 16,16 2 8-16,-10-2 1 15,0 2 3-15,-6-1 1 16,13-1 7-16,2 2-12 16,-9 3 8-16,7-5-9 15,-1 6 6-15,-3-5-10 16,-2 0 8-16,-7-1-3 15,18 2 6-15,-12-2-3 16,4 5 16-16,2 1-17 16,7 2 7-16,-4-3-8 0,10 0-2 15,3-3-9-15,0-5-3 16,-10 4 0-16,-5 0 13 16,2-4 8-16,-8 4-7 15,17 4 9-15,-2-5-1 16,3 6-9-16,24-5 2 15,-8 0-4-15,-10-4 1 16,-3 4 1-16,-10 0 0 16,4-4 2-16,-16 0-6 15,7 4 8-15,2 0-8 16,-9-1 11-16,7 6-13 16,15-1 12-16,-4 0-2 0,-2 0-4 15,3 4 0-15,3 0-1 16,-6-3 0-16,-4 2 1 15,10 1 0-15,-16-4-5 16,16 0 15-16,-9 0-17 16,9-3 14-16,-10 2-6 15,10 6 0-15,-3-2 4 16,-3 9 13-16,3-7-16 16,-4 10 24-16,7-7-24 15,-3-3-1-15,3-9-1 16,6 4-1-16,-15-8-8 15,9 8 7-15,-4-5 2 16,-2 6 2-16,3 2 9 0,3 2-8 16,-10-1 18-1,17-4-14-15,-8 3-8 0,8-3 4 16,5-3-5-16,-15-5 2 16,-13 8-5-16,10-8 0 15,-16 4 5-15,6 7 1 16,4-2 7-16,3 3-6 15,2 3-1-15,4 6 1 16,9-4-1-16,6-2-2 16,1-7-1-16,-1 5 0 15,-21-2-1-15,9-3 6 16,-16 4-5-16,3 1 5 16,-2-1-6-16,5-1 10 0,-2 5-7 15,-10-4 0 1,19-4 2-16,-9 0-5 15,-4 0 4-15,10-3-6 0,-10 2 10 16,0 6-5-16,1-5 5 16,2 0-2-16,-8 7-1 15,20-2-2-15,-2-1 0 16,-3-1-2-16,3-3-1 16,-4-3 3-16,-8 7-7 15,-1-8 14-15,-2 0-12 16,-4-1 10-16,0 6-3 15,13 3 1-15,-4 0-2 16,4 4-1-16,9-4 1 16,-10 1-4-16,4 6 6 0,-4-7-6 15,-11 0 10 1,14-4-5-16,-14 5-2 0,5-5 0 16,4-5 2-16,-10 5 0 15,6-8-1-15,1 12 7 16,8 1-5-16,-2-5 1 15,-13 4 8-15,22-1-9 16,-16-3-3-16,4 4 1 16,-4-4-1-16,7-3-8 15,3-5 2-15,-4 8 1 16,-2-8 10-16,-4 11-12 16,0 1 16-16,4 1-12 0,-4 3 6 15,7-1 0 1,3 2-1-16,-4-9 5 0,-12 0-14 15,4-5 13-15,-4 2-12 16,-6-5 12-16,6 0 1 16,-6 0-6-16,6 0 12 15,-6 3-7-15,13-3-3 16,2 5-3-16,-2-5 10 16,-7 0-18-16,6 4 21 15,-12 4-19-15,10-4 12 16,2 3 1-16,0 2-4 15,4-1-1-15,-4 0 2 16,1 0-3-16,-13-5 1 16,21 2 9-16,-8-1-16 15,-1 0 17-15,10 0-23 0,-10 0 11 16,10 0-1-16,-3-4-23 16,-19 0-53-16,0 0-150 15</inkml:trace>
  <inkml:trace contextRef="#ctx0" brushRef="#br0" timeOffset="159014.34">26657 13724 436 0,'0'0'0'0,"0"0"-49"0,0 0 49 0,0 0 71 0,0 0-40 16,0 0 23-16,0 0 12 15,-16 7-16-15,10-2-35 16,0-2-15-16,6-3 0 15,0 0-39-15,0 0 2 16,0 0 37-16,0 0 22 16,0 0 47-16,0 0-22 15,-7 8-10-15,1-3-22 16,-3-2-15-16,9-3-15 16,0 0-22-16,0 0 37 0,0 0 23 15,0 0 58-15,0 0-31 16,9-19-24-16,44-30 16 15,28-23-13-15,30-12-29 16,16-13 0-16,35-3-6 16,-7 4 6-16,-10 12-7 15,-18 8 8-15,-27 12-8 16,-26 19-13-16,-40 6-215 16</inkml:trace>
  <inkml:trace contextRef="#ctx0" brushRef="#br0" timeOffset="159499.4">26207 14401 530 0,'0'0'118'0,"0"0"-118"0,0 0-16 0,0 0 16 0,0 0 24 16,0 0 36-16,-12 4 32 16,52-8-3-16,25-44-12 15,37-40-12-15,32-17-30 16,45-31-35-16,14-8 0 15,21 16-21-15,9 3 7 16,3-4-7-16,-12 2-35 0,-12 2-31 16,-38 20-131-16,-55 42-175 15</inkml:trace>
  <inkml:trace contextRef="#ctx0" brushRef="#br0" timeOffset="160029.12">26595 14895 61 0,'0'0'551'0,"0"0"-532"0,0 0-19 0,0 0 11 15,0 0 1-15,0 0 25 16,282-121 22-16,-155 41-14 15,31-28-26-15,25-9 4 16,15-27-2-16,22-13 20 16,-18 10-17-16,-28 6-22 15,-25 36-2-15,-50 33-35 16,-47 33-144-16,-45 34-122 16</inkml:trace>
  <inkml:trace contextRef="#ctx0" brushRef="#br0" timeOffset="160462.65">27391 14975 209 0,'0'0'144'0,"0"0"6"0,0 0-31 0,0 0-11 15,0 0 12-15,0 0-30 16,199-96-52-16,-84 19 9 16,18-18-46-16,0-15 11 0,1-6-12 15,-26 29-5-15,-27 10-35 16,-22 8-39-16,-19 14-174 15,-12-1-151-15</inkml:trace>
  <inkml:trace contextRef="#ctx0" brushRef="#br0" timeOffset="161177.99">26433 13579 221 0,'0'0'236'0,"0"0"-154"0,0 0 6 0,0 0 28 16,0 0 17-16,0 0-60 15,261-172-28-15,-165 99-3 16,16-15-33-16,2 8 0 16,-8 4-9-16,-4 8-14 0,-21 15-90 15,-22 14-186-15</inkml:trace>
  <inkml:trace contextRef="#ctx0" brushRef="#br0" timeOffset="173601.3">27224 14815 246 0,'0'0'76'16,"0"0"-25"-16,0 0 5 0,0 0-55 0,0 0-1 16,0 0 2-16,0 0-1 15,0 8 54-15,0-8 16 16,0 0 19-16,0 0-24 0,0 0-12 15,0 0-43-15,0 0-3 16,0 0-5-16,0 0-5 16,0 0 2-16,0 0 0 15,0 0 11-15,0 0-8 16,0 0 16-16,0 0-17 16,0 0 8-16,0 0-3 15,0 0-14-15,0 0 6 16,0 0 0-16,0 0 2 15,0 0 2-15,0 0 7 0,0 3 10 16,0 1 21-16,0 0-33 16,0 0 1-16,0-4-6 15,0 0-6-15,0 0 2 16,0 0 1-16,0 0 10 16,0 0 4-16,0 0 9 15,0 0-21-15,0 0 3 16,0 0 2-16,25 0-14 15,9 0 2-15,12-4-3 16,16-20-9-16,-3 1 14 16,0-6 0-16,-9 5-4 15,-4 0 3-15,-5 8 2 16,5-4-3-16,7-16 4 16,12-16-11-16,22-1-54 15,9-6-34-15,-9-1 33 0,0 11 49 16,-22 4 18-16,-9 6 7 15,-10-2-7-15,-21 13-3 16,-19 5-77-16,-6 7-228 16</inkml:trace>
  <inkml:trace contextRef="#ctx0" brushRef="#br0" timeOffset="174486.31">26750 14618 201 0,'0'0'148'0,"0"0"-1"0,0 0-80 16,0 0-58-16,0 0-9 16,0 0-6-16,-93 23-37 15,93-18 2-15,0-5 41 0,0 0 0 16,0 0 28-16,0 0 28 15,0 0 19-15,0 0-46 16,0 0-10-16,0 0-18 16,24-8 8-16,29-16 3 15,3-8-2-15,24-12-6 16,7-13 5-16,31-19-12 16,25-24 3-16,9-12-1 15,9-16-21-15,0-5-9 16,-21 20 24-16,-19 30 0 15,-50 27 6-15,-31 27-7 0,-18 22-41 16,-22 7 10 0,0 0 1-16,0 0-114 0</inkml:trace>
  <inkml:trace contextRef="#ctx0" brushRef="#br0" timeOffset="175551.63">26421 13374 339 0,'0'0'40'0,"0"0"-32"0,0 0 81 0,0 0 33 0,0 0-28 15,294-216-2-15,-219 160-45 16,-4 8-28-16,-24 8-19 16,2 7-19-16,-30 10-90 15,-7 10-44-15,-12 9-169 16</inkml:trace>
  <inkml:trace contextRef="#ctx0" brushRef="#br0" timeOffset="192172.08">26877 18380 98 0,'0'0'0'0,"0"0"-43"0,0 0 39 0,0 0 4 16,0 0 57-16,204-213 85 0,-194 205-58 16,-10 0-18-16,0 8 16 15,0 0-20-15,12 0-28 16,-6 0-34-16,0 0-13 16,1-4-54-16,14-4-58 15,-14-8-215-15</inkml:trace>
  <inkml:trace contextRef="#ctx0" brushRef="#br0" timeOffset="193185.16">26982 18247 9 0,'0'0'63'0,"0"0"-50"0,0 0 19 0,0 0 43 0,0 0-66 15,0 0-1-15,28-3 49 16,-28-10 51-16,0-2-47 16,0 7-48-16,0-1 13 15,0 5 15-15,0 4 35 16,0 0-4-16,0 0-29 15,0 0 4-15,0 0 17 16,0 0-28-16,0 0-35 16,0 0 14-16,0 0-1 15,0 0 18-15,0 0-27 16,0 0 10-16,0-12-7 16,6-4-7-16,28 0-2 0,-3 0 2 15,10 0-7-15,-13 0 4 16,6 12-1-16,-22 0-16 15,16 4-12-15,-22 0-4 16,7 0 4-16,-7 0 24 16,-6 0 7-16,0 16 27 15,0 8-19-15,0 4-1 16,0 4-7-16,-6-11-2 16,-7 7-20-16,13-9-21 15,0-2-94-15,0-1-22 16,-6-16-212-16</inkml:trace>
  <inkml:trace contextRef="#ctx0" brushRef="#br0" timeOffset="198930.99">26142 16803 435 0,'0'0'19'0,"0"0"-18"15,0 0 20-15,0 0 20 0,0 0-22 16,0 0 35-16,0 0-11 16,186 0-21-16,-174 0 13 0,16 0 58 15,-15 5-24-15,8-2-51 16,-2 2-9-16,9-5-5 15,-3 0 2-15,3 0-2 16,6 0 3-16,12 0 5 16,1 0-8-16,-1 0 9 15,-6 0-8-15,-5 0-5 16,-11 0 3-16,10 0-3 16,-6 0 6-16,6 0-9 15,4 0 3-15,11 0 0 16,-2 0-1-16,12 0 7 15,-7 0-8-15,-5 0 4 16,9 0-3-16,-16 0 5 0,7 0-8 16,-7 0 6-16,6 0-2 15,1 0 0-15,6 0 1 16,-1 0 1-16,1 0 6 16,-3-5-14-16,-19-3 13 15,9 4-9-15,-6-4 4 16,-6 5-3-16,3-5 1 15,3 0 0-15,6-4-3 16,-5 4 8-16,17 0-7 16,-5 3 7-16,15 5-10 15,-16 0 10-15,7 0-7 16,0 0 2-16,3 0 0 16,-4 0 0-16,-5 0 2 0,-7 0-6 15,-6 0 12 1,-3 0-15-16,9 0 16 0,7 0-17 15,9 0 13-15,9 0-10 16,3 0-2-16,3 0-16 16,4-3-1-16,-7-10 9 15,-9 9 8-15,-25 1 14 16,-6 3-17-16,-9 0 22 16,-7 0-12-16,10 0 8 15,-16 0-8-15,28 0 0 16,6 0 9-16,7 0-12 15,-1 0 9-15,-5 0-6 0,-1 0 7 16,-9 0-5-16,-3 0 2 16,-6 0 3-16,2 3-4 15,-11 14 0-15,2-1 15 16,4-1-17-16,-4 1 7 16,-2-3-8-16,-1 2 0 15,-6 1 3-15,-6 1 4 16,16 2 4-16,-16 1 5 15,0 5-7-15,0 3-7 16,0-4-2-16,0 9-6 16,0-6 4-16,0 5 4 15,0 8-4-15,-22 0 2 16,-3 1 0-16,-3 6 1 0,1-2-1 16,8-5 7-1,13 0-3-15,0 4 6 16,6-3-7-16,0-2-6 0,0 2-2 15,0-5 1-15,-16 0-11 16,16 4 3-16,0-16 12 16,-6 4 0-16,6-12-6 15,0-4 13-15,0 8-9 16,-6 0 12-16,-1 4-20 16,1 4 11-16,-9 8-4 15,-4 0-4-15,-3 4 4 16,-2-12 1-16,8-8-4 15,4-7 3-15,-7-5 6 16,4 0-10-16,-10-1 4 0,-3 1 2 16,-6 0-6-16,3 9 4 15,-19-1-1-15,4 0 4 16,-7-4-6-16,0-9 5 16,7 6-1-16,-1-5 2 15,1 0 8-15,-16 8-4 16,15-8 8-16,-12 16-1 15,-3-8-9-15,10 0-2 16,-1 0 0-16,-9-4-2 16,9-8-1-16,-6 0-6 15,7 0 9-15,-4 0 5 16,9 0-5-16,1 0 0 16,-1 8 15-16,7 4-8 0,0-4-7 15,5 5 4-15,4-5-2 16,-3 3 1-16,6-7-6 15,-6 4 6-15,-6-8-4 16,15 0 1-16,-15 0 0 16,0 5 11-16,-7 6-11 15,1 6 13-15,-1 2-13 16,1-2 0-16,11-9 1 16,1-5-5-16,0-3-9 15,9 0 5-15,-9 0 8 0,0 0 0 16,-6 0 17-1,-13 0-15-15,13 0 17 0,0-3-16 16,-1-17-6-16,-5 4-14 16,27 3 11-16,-15 6 1 15,0 7 5-15,0 0 13 16,-13 0-3-16,1 0 31 16,5 0-26-16,1 3-6 15,0-3-5-15,6 0-8 16,3 0-5-16,-10 0 1 15,1 0 3-15,-6-8 1 16,5 0-3-16,-5 8 14 16,-1 0 7-16,7 0-13 15,6 0 20-15,0 0-18 16,6 0-3-16,9 0-13 16,-9 0-16-16,4 0 15 15,-11-3-7-15,8-2 16 16,-4-3 10-16,-10 4 10 15,-5 4 7-15,12 0 1 0,-13 0-23 16,7 0 3-16,-7-4-3 16,19-3-12-16,-6 7 4 15,-6-8-7-15,9-5 14 16,3 5-4-16,0-4 5 16,3 4 0-16,-3 0 7 15,-6 8 0-15,-6 0-7 16,-19 0 0-16,6 0-8 15,-21 0 6-15,21 8-1 16,-9 5-1-16,10-6 8 0,5-7-11 16,13 0 7-16,15 0-1 15,4 0-15-15,9 0 4 16,6 0 11-16,-7 0 1 16,7 0 9-16,0 0-6 15,0 0 22-15,-6 0-20 16,6 0 8-16,-12 0-13 15,12 0-8-15,0 0 0 16,0 0-19-16,-6 0 18 16,6 0-1-16,-10-7 10 15,4-6 0-15,0 9 3 0,6-8-2 16,-6 8 3 0,-1-4-4-16,7-4 0 0,0 0-1 15,0 0 3 1,-15-4-3-16,15 8 4 0,-6-4 1 15,0 8 4-15,6 4-8 16,0 0 8-16,0-4-6 16,0 0-4-16,0-9-2 15,0-3 1-15,0-7-2 16,0-5 2-16,0-1 3 16,0 1-2-16,0 5 2 15,0 2 0-15,0 6 0 16,0-6 3-16,0-2-8 15,0-5 13-15,0-10-16 16,0-1 16-16,0 3-17 16,0 8 14-16,0 4-5 0,0 4 2 15,0 12 3-15,0-4-5 16,0 4-1-16,0-8 0 16,0-1 0-16,0 1 0 15,12-7-2-15,-12 2 2 16,15 6-2-16,-2 7-2 15,-7-5 4-15,0 1 1 16,4-4-7-16,-4-9 16 16,6 6-15-16,1-5 12 15,-7 8-8-15,9 3 2 16,-8 6-2-16,-7 3-3 0,12 4 4 16,-12 0-3-1,6-4 4-15,-6 4-8 0,0 0 9 16,16-8-3-1,-4 0 4-15,16 0-6 0,-3-4 8 16,9-1-3-16,0 5-1 16,0-3 2-16,-3-1-10 15,-3-1 12-15,6 2-11 16,-15 2 14-16,15 6-12 16,-16-2 9-16,4-3-8 15,-3 5 4-15,-4-10 0 16,10 6-2-16,15-6 7 15,-6-7-13-15,13 1 18 16,-13-2-20-16,-6 1 19 0,3 8-14 16,-3 4 9-16,0-3-8 15,-10 2-4-15,4-7-12 16,-10 5 11-16,13-2-37 16,-3 1 27-16,-16 4-19 15,16 4 17-15,-22 0 7 16,6 4 12-16,0-4 2 15,7-4 0-15,8-8 0 16,-8 4 3-16,15 4-6 16,-16 0-3-16,1 8-9 15,8 0-54-15,-8 0 34 0,-1 0 19 16,16 0 16 0,-16 0 2-16,4 0-2 0,2 0 21 15,-5 0-9-15,9 0-7 16,18-13-1-16,-15 2-8 15,3-1 2-15,-16 7-7 16,3 5-4-16,-8 0 11 16,-1 0 2-16,-6 0 5 15,12 0 9-15,-12 0-13 16,16 0 3-16,-10 0 2 16,0 0-1-16,0 0-4 15,1 0 2-15,5 0-3 0,-3 0 0 16,10 0-1-1,-7 0-15-15,-12 0 15 0,22 0-3 16,-22 0 1 0,6 0 6-16,-6 0-3 0,0 0 0 15,0 0-1-15,0 0 0 16,0 0 1-16,13 0-8 16,-13 0 5-16,0 0-28 15,0 0-63-15,0-3-222 16</inkml:trace>
  <inkml:trace contextRef="#ctx0" brushRef="#br0" timeOffset="204962.99">26536 14569 120 0,'0'0'59'0,"0"0"14"0,0 0-49 15,0 0 12-15,0 0 38 16,0 0-11-16,0 0-13 16,0-23-11-16,0 23 3 15,0-5-26-15,0-6-14 16,0 3-2-16,0 3 1 16,0 5 9-16,0 0 13 15,0 0 15-15,0 0-15 16,0 0-20-16,0 0-2 0,0 0-2 15,0 0 2-15,0 0-2 16,0 0 6-16,0 0-5 16,0 0 21-16,0 0 6 15,0 0 29-15,0 0-26 16,0 0-6-16,0 0-16 16,0 0 23-16,0 0-28 15,0 0 9-15,0 0-12 16,0 0 0-16,0 0 4 15,0 0-2-15,0 0 18 16,0 0-9-16,0 0 15 16,0 0-21-16,0 0 5 0,34-12-3 15,12-12 1-15,26-24 3 16,30-8-5-16,16-24-6 16,24-16-16-16,4-12-1 15,3-5-35-15,3 1-16 16,-25 19-14-16,-28 9-31 15,-37 32-13-15,-37 16-89 16,-25 20-86-16</inkml:trace>
  <inkml:trace contextRef="#ctx0" brushRef="#br0" timeOffset="206606.26">26449 13980 479 0,'0'0'71'0,"0"0"-66"0,0 0 51 0,0 0 30 15,0 0-32-15,0 0-19 16,-47-40 9-16,47 40-3 16,0 0-4-16,0 0-5 15,0 0-3-15,0 17-18 16,0 50 17-16,72 18 1 16,24 7-4-16,-3-4-25 15,-6-8-2-15,6-19-17 0,-28-10-2 16,3-10 5-1,-28-2-20-15,-12-18-10 0,-28-9-104 16,0-12-84-16,0 0-257 16</inkml:trace>
  <inkml:trace contextRef="#ctx0" brushRef="#br0" timeOffset="206991.5">26508 13559 625 0,'0'0'95'0,"173"221"-69"0,-52-97-7 0,6-12 24 0,7-11-28 16,-7-21-15-16,-12-12-8 15,-16 4-58-15,-25-15 13 16,-15 7-3-16,-12-5 18 16,-19-7-70-16,-4-7-161 15</inkml:trace>
  <inkml:trace contextRef="#ctx0" brushRef="#br0" timeOffset="207522.42">26715 13046 662 0,'0'0'44'0,"0"0"-31"0,0 0 54 0,0 0-31 0,0 0-4 15,0 0 46-15,273 72-7 16,-139-8-16-16,14 8-18 15,20 5-24-15,-16 7-12 16,-10-1-1-16,-24 6-13 0,-9-4 6 16,-22-2-28-16,-7-11-27 15,-27-16-45-15,-13-7-114 16,-27-24-163-16</inkml:trace>
  <inkml:trace contextRef="#ctx0" brushRef="#br0" timeOffset="208038.47">27491 12773 532 0,'0'0'136'0,"0"0"-44"0,0 0 41 0,319 260-71 16,-192-191-28-16,0-5-25 15,0-8 1-15,-12-16-10 16,0-8-7-16,-28-8-38 16,-28-8-57-16,-38 1-194 15</inkml:trace>
  <inkml:trace contextRef="#ctx0" brushRef="#br0" timeOffset="208590.25">27122 13271 569 0,'0'0'214'0,"0"0"-143"0,0 0 24 0,387 252-38 15,-198-172-27-15,19-3-22 16,-9-2-8-16,-4-11-52 15,-34-3-68-15,-34-17-142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26T22:13:03.1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30219 13667 535 0,'0'0'68'0,"0"0"-55"0,0 0-10 0,0 0 56 0,0 0-41 15,0 0 44-15,0 0 30 16,0 0-37-16,0 0 7 16,0 0-10-16,0 0-13 15,-183 8-34-15,171-8-10 16,6 0-10-16,-1-3-20 16,7-2-11-16,0 5 43 0,0 0 3 15,0 0 18-15,0 0 25 16,0 0-23-16,0 0-10 15,0 0 0-15,0 0-19 16,0 0 14-16,0-3-10 16,0-2-20-16,0 5 21 15,0 0 4-15,0 0-5 16,0 0 1-16,0 0 8 16,0 0-9-16,0 0 17 15,0 0-7-15,0 0 2 16,0 0-7-16,0 32 0 15,0 49 0-15,0 23 30 16,0 13-26-16,0-1 0 16,7-24 8-16,11-9-20 0,4-22 8 15,3-12-9-15,3-18-48 16,0-15-139-16,-10-16-177 16</inkml:trace>
  <inkml:trace contextRef="#ctx0" brushRef="#br0" timeOffset="535.7">29705 13498 322 0,'0'0'370'0,"0"0"-316"0,0 0 94 0,0 0-86 0,0 0-19 0,452 57-37 15,-312-57-12-15,9-36 11 16,-16 4-5-16,-18-1 0 16,-29 13-2-16,-39 12 2 15,-22 5-44-15,-4 3-15 16,-8 0-62-16,-1 0 56 16,10 0 29-16,-16 0 34 0,22 11-30 15,-22-2-40-15,7-5-173 16</inkml:trace>
  <inkml:trace contextRef="#ctx0" brushRef="#br0" timeOffset="767.99">30920 13495 456 0,'0'0'151'0,"0"0"-137"16,0 0 58-16,0 0-38 15,0 0 11-15,0 0-18 16,-242 221 59-16,217-133-17 15,-3 8-9-15,16 12-12 16,12 13-34-16,0-13-12 16,0-16 8-16,0-7-20 15,0-25 17-15,25-20-14 0,21-16-6 16,23-24-21-16,30 0-98 16,22-49-107-16,18-26-160 15</inkml:trace>
  <inkml:trace contextRef="#ctx0" brushRef="#br0" timeOffset="1316.8">31267 14109 45 0,'0'0'11'0,"0"0"65"0,0 0 13 0,0 0-89 15,0 0-70-15</inkml:trace>
  <inkml:trace contextRef="#ctx0" brushRef="#br0" timeOffset="1565.86">31267 14109 593 0,'99'92'122'16,"-99"-92"49"-16,0 0-52 15,0 0-79-15,0 0-13 16,0 0-22-16,0 0-2 16,0 0 6-16,0 0-10 15,0 0 12-15,0 0 6 0,0 0-13 16,0 0 14-16,0 0-10 16,0 0-3-16,0 0-1 15,0 0 4-15,0 0-15 16,0-4 7-16,0 0-1 15,0-16-70-15,0-5-32 16,0-3-258-16</inkml:trace>
  <inkml:trace contextRef="#ctx0" brushRef="#br0" timeOffset="2098.76">32284 14237 351 0,'0'0'246'0,"0"0"-218"0,0 0 48 0,0 0-38 16,0 0 26-16,0 0 47 16,-87 3-29-16,78-3-12 15,-9-15-30-15,11-13 21 16,-14-37-53-16,2-27-16 16,13-24 0-16,-16-12 1 0,10 7-28 15,-7 17 19 1,-3 23-9-16,16 34 1 0,0 30 22 15,-16 17 0-15,10 0-17 16,-22 0 1-16,21 17-105 16,7 7-83-16,0-4-33 15,-3 4-23-15</inkml:trace>
  <inkml:trace contextRef="#ctx0" brushRef="#br0" timeOffset="2432.67">32396 13972 558 0,'0'0'88'0,"0"0"-36"16,0 0-39-16,0 0 10 15,0 0-19-15,0 0 8 16,201 116-12-16,-154-116 12 15,-7-4-6-15,1-43 77 16,-1-26-22-16,6-11-22 16,1-5-22-16,-1 6-16 15,-11 11 0-15,-17 11 5 16,-18 9-12-16,0 8-7 0,0 8-49 16,-71 8-56-1,-10 11-40-15,-21 17-140 0,15 0 134 16,10 36 132-16,8 13 32 15,35-9 0-15</inkml:trace>
  <inkml:trace contextRef="#ctx0" brushRef="#br0" timeOffset="3051.09">33245 12640 302 0,'0'0'409'0,"0"0"-367"0,0 0-37 0,0 0-5 0,0 0-14 16,0 0 12-16,41-31 2 16,-41 67 18-16,0-8 64 15,0 0 23-15,0-8-63 16,0-4 1-16,0 0-32 15,0 0 3-15,6-4 3 16,22-4-14-16,-9-4 9 0,27-4-4 16,1 0 14-1,15 0-5-15,12 0 28 0,-15 0-35 16,-6 0 4-16,-13 0-13 16,-6 0-2-16,0 0 1 15,-3 0-39-15,3 0-16 16,-6-4-78-16,-15-7-191 15</inkml:trace>
  <inkml:trace contextRef="#ctx0" brushRef="#br0" timeOffset="4363.07">30318 15905 391 0,'0'0'138'0,"0"0"-65"0,0 0-16 0,0 0-12 16,0 0 15-16,0 0-18 16,0 36 10-16,-6-27-32 0,6 2 29 15,-15 14-28-15,9-9 3 16,-7 7-22-16,1 5 14 16,-4 1 12-16,4-1-22 15,-1-8 11-15,7-4-10 16,6 0-14-16,0-4 20 15,0 0-22-15,0-4 14 16,0 0-5-16,0-8 1 16,0 0 1-16,0 0 17 15,0-32-17-15,0-41 19 16,19-30-15-16,21-18 21 16,-21-4-25-16,-19-3 3 15,0 16-5-15,0-8-9 0,0 12-18 16,0 19-14-16,0 25 28 15,0 40-21-15,0 16 33 16,-19 8 2-16,-9 32-6 16,-3 36-5-16,-9 25-83 15,-7 7-90-15,-2-4-27 16,18-23-173-16</inkml:trace>
  <inkml:trace contextRef="#ctx0" brushRef="#br0" timeOffset="4738.14">30644 15748 23 0,'0'17'325'0,"0"-1"-255"0,0 0 59 0,9 0-51 16,4 0-51-16,15 0-24 16,-4-8 38-16,38 0-16 15,-3-8 56-15,10 0-46 16,2-5 6-16,3-38-13 16,-5-14 11-16,-11-6-29 15,-17-18 22-15,-29-7-32 0,-6 4 4 16,-6-4-8-16,0 11-11 15,-18 13 4-15,-35 12-11 16,13 29 9-16,-16 23 15 16,-9 0-11-16,-16 59-5 15,1 18-60-15,-1 11-56 16,10-12-97-16</inkml:trace>
  <inkml:trace contextRef="#ctx0" brushRef="#br0" timeOffset="5135.03">31447 15793 287 0,'0'0'70'16,"0"0"16"-16,0 0 34 0,0 0-64 0,0 0 40 0,0 0-22 15,409-128-2 1,-328 39-7-16,-34-3-45 0,-23 4-13 15,-24 3-7-15,0 18-27 16,-34 14-74-16,-37 21 18 16,-16 20 64-16,-6 12 19 15,-9 12 2-15,3 53-2 16,-1 11-14-16,20 0-128 16,18-16-269-16</inkml:trace>
  <inkml:trace contextRef="#ctx0" brushRef="#br0" timeOffset="5680.1">32545 15200 686 0,'0'0'158'0,"0"0"-32"15,-109 260-69-15,84-163-6 0,16-9-45 0,3-13-11 16,6-14 5-16,0-13-1 16,0-8-13-16,0-12-11 15,0-3 1-15,6-17-157 16,3-8-41-16,4 0-260 15</inkml:trace>
  <inkml:trace contextRef="#ctx0" brushRef="#br0" timeOffset="6228.86">32188 14983 593 0,'0'0'179'16,"0"0"-91"-16,0 0 9 16,0 0-37-16,0 0-11 15,0 0-34-15,416-32 8 0,-330 12-19 16,-5 4-8-16,-22 4 3 16,-19 4-10-16,-18 3-14 15,3 2-25-15,-10-5 5 16,-2 8-34-16,-13 0 29 15,6 0 16-15,-6 0 34 16,0 0 2-16,0 0 3 16,0 0 65-16,0 11-44 15,-6 14 0-15,-22 3-21 16,3-4 16-16,3 12-21 16,4 4 27-16,-4 12 1 15,3 12 4-15,-9 13-14 0,10 6-14 16,-16 2 5-1,6-1-4-15,15-15-10 0,13-14 9 16,0-22-8-16,22-2-37 16,43-10 20-16,16-9-46 15,0-12-173-15,-16 0-210 16</inkml:trace>
  <inkml:trace contextRef="#ctx0" brushRef="#br0" timeOffset="22449.13">15547 14533 0 0,'0'0'10'0,"0"0"-10"0,0 0 0 0,0 0-3 16,0 0 6-16,0 0-7 15,0 0-2-15,0 0 6 16,18-3 0-16,-18 3 0 16,7 0 0-16,-1 0 0 15,9 0 0-15,4 0 0 16,3 0 0-16,18-13 0 15,13 1 0-15,12 4 10 0,9 8-20 16,1 0 10-16</inkml:trace>
  <inkml:trace contextRef="#ctx0" brushRef="#br0" timeOffset="24532.41">6843 17305 93 0,'0'0'0'0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48:09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3339 14918 489 0,'0'0'8'0,"0"0"9"0,0 0 14 0,0 0 10 15,0 0-5-15,0 0 18 16,0 0 13-16,0 0 35 15,0 0-46-15,0 0-9 16,-24 0-33-16,24 0-4 16,-16 0-3-16,16 0-14 15,0 0 14-15,0 0-6 0,0 0 1 16,0 0 2 0,0 0 16-16,0 0-18 0,0-8-4 15,0-40 13-15,0-20-8 16,0-36 2-16,0-25 32 15,16-31-20-15,24-29-8 16,-9 1-9-16,19 4 6 16,2 31-22-16,-11 37 4 15,-7 32-21-15,-10 44-24 16,-2 27 36-16,19 13-33 16,-4 20 1-16,3 41 53 15,7 11 33-15,2 21 2 0,-9 2-32 16,-15 10-3-1,9 23-3-15,-27 17-18 0,-7-1-20 16,0-8-5-16,-7-16 24 16,-27-27 22-16,28-29-21 15,0-23-111-15,0-18 31 16,-10-15-102-16</inkml:trace>
  <inkml:trace contextRef="#ctx0" brushRef="#br0" timeOffset="235.07">3315 14273 769 0,'0'0'134'0,"0"0"-123"0,0 0-12 0,0 0 2 0,0 0-2 0,0 0-6 16,412-64-60-16,-331 39-101 16,-19 6-45-16,-16 11-76 15</inkml:trace>
  <inkml:trace contextRef="#ctx0" brushRef="#br0" timeOffset="872.06">4403 14458 538 0,'0'0'44'0,"0"0"19"16,0 0 66-16,0 0-8 15,0 0-77-15,0 0-6 0,-99 111-26 16,99-94-6 0,0 2 7-16,0-10-4 0,25-5-4 15,37-4 5-15,12 0 21 16,3 0-8-16,-14-16 7 15,-5-17-16-15,-23-14-8 16,-23-9-1-16,-12-16 4 16,0-5-9-16,0 13-14 15,-31 12 2-15,-31 19-12 16,-19 22 6-16,-6 11 3 16,7 0 15-16,-13 19 5 15,12 25-3-15,10 9-2 16,15-9 0-16,25-8-3 15,16-8 3-15,15-15-4 0,0 2-48 16,40-10 29-16,34-2 0 16,7-3 23-16,0 8-5 15,-10-3 10-15,-15-2-7 16,-10 9 7-16,-6 9-10 16,-15-6 4-16,-3 1-6 15,18 9 14-15,-9-1-5 16,3-1-2-16,1-6-1 15,5 2-2-15,6-6-16 16,-5-5 7-16,-23-1-17 16,10-7 11-16,-15 0-96 0,2 0-18 15,-3-11-19 1,7-34-41-16</inkml:trace>
  <inkml:trace contextRef="#ctx0" brushRef="#br0" timeOffset="1132.57">5026 14409 76 0,'0'0'324'0,"0"0"-183"0,0 0-20 0,0 0-21 0,0 0-62 16,0 0-38-16,41 68 15 16,-17-40-14-16,4 8 7 15,6-16-5-15,-9-4-6 16,9-11-5-16,-6-5-32 16,3 0 28-16,3 0 12 15,-6-21 44-15,-9-10 15 16,-13-10 12-16,-6-3-33 0,0-7 0 15,0 2-37-15,0 9-2 16,0 19-26-16,-6 14 7 16,0 7-3-16,6 0-61 15,0 0-126-15,0 12-168 16</inkml:trace>
  <inkml:trace contextRef="#ctx0" brushRef="#br0" timeOffset="1399.23">5507 14546 469 0,'0'0'186'0,"0"0"-99"15,0-8 10-15,0-33-29 0,12 2-52 16,-6-5-12 0,10-5-4-16,-4 4-2 0,7 9 0 15,-10 5-15-15,4 3 15 16,-7 20-19-16,0 8-16 15,-6 0 1-15,6 0-14 16,-6 20 50-16,6 24 15 16,4 12 8-16,-10 1-23 15,6-6-55-15,-6-15-76 16,0-12 7-16,0 1-45 16,0-17 67-16,0-8-15 15</inkml:trace>
  <inkml:trace contextRef="#ctx0" brushRef="#br0" timeOffset="1551.73">5513 14386 478 0,'0'0'237'0,"0"0"-169"15,0 0 35-15,0 0-51 16,0 0-50-16,0 0 11 16,81-17-13-16,-29 1-26 15,17-8-127-15,-17-4-23 16,-5-8-128-16</inkml:trace>
  <inkml:trace contextRef="#ctx0" brushRef="#br0" timeOffset="1799.32">6056 14165 380 0,'0'0'79'0,"0"0"-75"15,0 0 50-15,0 0 62 16,0 0 0-16,0 0 3 16,24 140-71-16,-24-116-25 15,0 0-23-15,0-8-12 16,0 9-35-16,0-14-19 16,0 1-12-16,0-12 1 0,-24 0-132 15,-17 0-110 1</inkml:trace>
  <inkml:trace contextRef="#ctx0" brushRef="#br0" timeOffset="2049.27">6056 14165 114 0,'-87'229'272'0,"87"-229"-177"15,18 0 4-15,10 0-24 16,13 0 11-16,-10 0-16 16,15 0-21-16,-6-5-34 15,7-19 24-15,-7-4-20 16,10-20-5-16,-19 12-5 15,-9-16 0-15,-4-12 2 16,-18 11-8-16,0-7-3 16,0 16 2-16,0 21-9 15,-18 10-5-15,-4 13-5 0,-3 0 5 16,-9 0-58-16,0 0 23 16,0 36-16-16,3-8-15 15,3-4-178-15</inkml:trace>
  <inkml:trace contextRef="#ctx0" brushRef="#br0" timeOffset="3969.75">3401 17401 514 0,'0'0'61'0,"0"0"-51"16,0 0 22-16,0 0 48 0,0 0 29 15,0 0-3-15,0 0-32 16,0-24-38-16,0-16 18 16,0-21-37-16,-21-19 3 15,21-20-18-15,0-8-1 16,0 0-1-16,0 8-2 15,6 15-1-15,22 21 6 16,-6 20-9-16,-4 16-19 16,-5 16 19-16,-7 12-47 15,9 0 4-15,4 0 25 16,9 8 24-16,0 20 2 0,18 12 0 16,13 12-4-16,-12 12 7 15,-7 21-10 1,-12 3 1-16,-16 4-2 0,-12-8-3 15,6-16-25-15,-6-15-72 16,0-17-49-16,0-12-60 16,-12-12-202-16</inkml:trace>
  <inkml:trace contextRef="#ctx0" brushRef="#br0" timeOffset="4183.59">3355 16960 991 0,'0'0'35'15,"0"0"-35"-15,0 0 2 16,0 0-12-16,0 0-6 16,0 0 9-16,186 12-21 15,-118-16-15-15,4-20-65 16,-10-8-52-16,-10 8-31 15</inkml:trace>
  <inkml:trace contextRef="#ctx0" brushRef="#br0" timeOffset="4712.89">4552 16775 215 0,'0'0'11'0,"0"0"-6"16,0 0-3-16,0 0 228 15,0 0-158-15,0 0 20 0,-189 5-28 16,142 6 23-1,-6 9 13-15,19 13-31 0,0 6-58 16,9 14 12-16,4 4-17 16,21-6-2-16,0-3-4 15,0-8-5-15,6-12 3 16,50-12-16-16,-4-8 2 16,29-8-16-16,0 0 20 15,-16 0-5-15,3 0 16 16,-9 0-26-16,-13 0 8 15,-18-3 3-15,-9-10-43 16,-4 1-1-16,-2 1 13 16,-13 3 41-16,0-5 12 15,6 9-9-15,6 4 3 16,-12 0 0-16,10 0 5 0,2 0 0 16,-6 0 34-16,13 0-35 15,3 9-4-15,-4-1 0 16,-2-5-11-1,-10 10-34-15,-6-6 13 0,0-2-11 16,0-5-149-16</inkml:trace>
  <inkml:trace contextRef="#ctx0" brushRef="#br0" timeOffset="4896.03">4710 16772 675 0,'0'0'327'0,"0"0"-315"0,0 0-11 0,0 0 20 0,0 0-21 0,0 0-20 16,34 83-20-16,-6-83-178 16,-28 0-151-16</inkml:trace>
  <inkml:trace contextRef="#ctx0" brushRef="#br0" timeOffset="5186.8">4710 16772 259 0</inkml:trace>
  <inkml:trace contextRef="#ctx0" brushRef="#br0" timeOffset="5528.69">4710 16772 259 0,'288'-136'347'0,"-282"175"-313"15,16 2 16-15,3 6 138 16,-3-2-180-16,-10-21-16 16,-12-4 15-16,0-4-11 15,0-12 8-15,0 0-6 16,0-4 2-16,0 0-15 15,0-8-70-15,-28-24 30 16,16-5-10-16,6 5 47 16,-1 1 18-16,7 6 3 15,0 9 37-15,0 4-27 16,0 12-8-16,0 0 7 0,0 0-12 16,0 0 0-16,0 0 2 15,13 16-2-15,9 12 6 16,2 0 2-16,-2 0-3 15,-3-3-5-15,2-6 2 16,-8-6 46-16,12-13-27 16,-4 0-21-16,7 0-21 15,19 0 15-15,-16 0-32 16,-3 0-15-16,-7 0-25 16,4 0-49-16,-13 20-86 15</inkml:trace>
  <inkml:trace contextRef="#ctx0" brushRef="#br0" timeOffset="5945.89">5668 16667 199 0,'0'0'98'0,"0"0"16"0,0 0-33 15,0 0-36-15,0-36 7 0,0 32-10 16,-9 4 20-16,-4 0 18 16,1 0-14-16,-4 0-7 15,4 20-42-15,0 24 18 16,5 9-19-16,7 2 23 15,0-7-30-15,0-12 0 16,31-7-9-16,19-14-5 16,3-2 4-16,6-13-20 15,9 0 16-15,3 0-17 16,-3-13 18-16,7-10-26 16,-16 7-75-16,-19 0 90 15,-18 4-82-15,-4-1 10 0,-5 10 7 16,-7-9-16-1,3-4-75-15,-9 3-113 0</inkml:trace>
  <inkml:trace contextRef="#ctx0" brushRef="#br0" timeOffset="6428.05">6229 16755 351 0,'0'0'79'0,"0"0"-79"16,0 0-27-16,0 0 21 16,0 0 12-16,0 0 11 15,65-56 27-15,-49 68 6 16,2 8-7-16,-5-4-23 15,-7-3-18-15,3-6 4 16,-2-7 1-16,5 0-2 16,0 0 27-16,-2 0-28 15,8-20 53-15,1-11 31 16,-4-2-33-16,10 1-47 0,-15 0-8 16,8 4-4-16,-18 7-38 15,6 6 7 1,-6 11 34-16,0 4-9 0,0 0 20 15,0 0 29-15,0 0-26 16,0 0-10-16,0 0-6 16,22 4 5-16,-10 16-2 15,16 8 13-15,-9 0 7 16,3-4-12-16,2 1-9 16,4-10 9-16,-9-2-16 15,-4-10-2-15,-2 2-25 16,-7-5 17-16,0 0 11 0,-6 0-1 15,13 0 16-15,2 0 6 16,-2 0 8-16,14 0 2 16,-2 3-18-16,9-3-5 15,1 0-2-15,-1 0-25 16,6 0-3-16,-15 0 18 16,-4 0 4-16,-2 0 11 15,-7 0-11-15,-12 0-110 16,16 0-220-16</inkml:trace>
  <inkml:trace contextRef="#ctx0" brushRef="#br0" timeOffset="6794.89">7377 16644 309 0,'0'0'230'0,"0"0"-126"0,0 0 5 0,0 0-35 15,0 0-46-15,0 0-10 0,207-13-16 16,-145-27 36-1,-21-4-14-15,-1 8-3 16,-28 4-8-16,-12 4 4 16,0 3-12-16,0 9 5 0,0 16-10 15,-40 0-1-15,-22 0-22 16,-3 0-19-16,-22 41-20 16,-12 6-32-16,12-2-19 15,13-13-57-15,12-12-132 16</inkml:trace>
  <inkml:trace contextRef="#ctx0" brushRef="#br0" timeOffset="19467.09">5287 15668 201 0,'0'0'54'0,"0"0"-8"0,0 0 92 0,0 0-67 15,0 0-18-15,0 0 0 16,0 0-2-16,-28 0-11 16,28 0 10-16,0 0 37 15,0 0-24-15,-6 0-21 0,-7 0-27 16,13 0 20 0,0 0-17-16,0 0-5 0,0 0-11 15,0 0 15-15,0 0 14 16,-15 0-20-16,15 0 5 15,0 0-11-15,0 0 6 16,0 0-8-16,0 0-3 16,0 0 0-16,0 0-17 15,62-15-7-15,31-9 21 16,28-9 3-16,18 2 1 16,-12 6 8-16,-21 17-5 15,-10 0-3-15,-3 0 0 0,-6 4 1 16,-16-4-2-1,-9 0-9-15,-22 5-43 0,-27-6-78 16,-13 1-211-16</inkml:trace>
  <inkml:trace contextRef="#ctx0" brushRef="#br0" timeOffset="20316.52">5532 15308 374 0,'0'0'56'0,"0"0"-54"0,0 0 57 0,0 0 1 0,0 0-1 0,0 0 27 16,-25 0-46-16,-9 0-34 15,6 0 13-15,-3 0 76 16,-16 0-43-16,13 0-34 16,-12 0 3-16,-1 11 2 15,13 14-2-15,-6 7-19 16,-7 8 21-16,7 7-12 15,12 2 13-15,3-4-13 0,10-1-5 16,15 0-6 0,0-5 1-16,0 10-2 15,0-9 2-15,56 7-2 16,9-14-5-16,15 0 6 0,26-6-13 16,8-7 12-16,7 5-3 15,6-6 4 1,1 1 1-16,-7-7-1 0,6-13-1 15,0 0-11-15,-16 0 11 16,-8-13-27-16,-10-11 15 16,-13-4-5-16,-15-8 18 15,-3 0-6-15,-15-8-14 16,-16-16-3-16,-3-5 3 16,-10-10-11-16,-8 3-38 15,-10 11 17-15,0 9 40 0,0 12 12 16,0-1 8-1,-22-3 17-15,-31 5-25 0,-6-5 9 16,-9 3-13-16,0 13 10 16,-9-3-5-16,-20 14 12 15,4 9 15-15,-12-8 15 16,3 12-4-16,-10-8-13 16,31 3-21-16,7 9 24 15,0 0-10-15,-4 25-19 16,-18 35-7-16,3 21-62 15,6 2-242-15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19T22:54:13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19643 1993 187 0,'0'0'267'0,"0"0"-223"0,0 0 27 0,0 0 14 16,0 0-9-1,0 0 4-15,0 0-32 0,0-21-13 16,0 14-14-16,0 7 8 16,0-8-7-16,0 8 11 15,0-16 13-15,0-9-23 16,0-11-14-16,0-8 0 15,0-16-11-15,12 0 5 16,-2-20 4-16,2-8-4 16,-6-4 1-16,-6 12-1 15,0 19-2-15,0 29-1 16,0 15 8-16,0 17-7 0,0 0-1 16,0 0-7-16,0 0-14 15,0 0 6-15,0 0-12 16,0 25-21-16,-53 51 46 15,-55 20-9-15,-25 20-71 16,-7-19-187-16,19-34-5 16</inkml:trace>
  <inkml:trace contextRef="#ctx0" brushRef="#br0" timeOffset="483.06">19978 1844 429 0,'0'0'347'0,"0"0"-203"0,0 0-5 0,0 0-65 0,0 0-22 16,0 0-12-16,12 0-13 16,-12 0-23-16,0 0-8 15,0 0 4-15,0 0-3 0,0 0-40 16,0 0-1-1,0 0-60-15,0 0-57 16,0-11-272-16</inkml:trace>
  <inkml:trace contextRef="#ctx0" brushRef="#br0" timeOffset="1099.49">20492 1427 35 0,'0'0'512'16,"0"0"-486"-16,0 0 53 16,0 0-11-16,0 0-26 15,0 0-22-15,0 68 16 16,0-35 7-16,0 15-33 16,0 4-4-16,0 8 2 15,0-4-14-15,0-16 15 16,0-8-9-16,0-4 0 15,0-16 0-15,0-12-2 0,0 4-5 16,0-4 2 0,0 0 5-16,0-16 49 0,0-36-13 15,0-7-20-15,-12-30-8 16,-10 1 11-16,16-20-19 16,6-1-1-16,0 16-14 15,0 21-18-15,0 20 29 16,12 24 4-16,4 17-6 15,-16 6 6-15,19 5-8 16,2 0 5-16,10 0-29 16,10 0 1-16,-7 0-11 15,0 16 28-15,-16 20-17 16,-18 8-1-16,0 17 32 0,-18 3 15 16,-57 4-7-16,-11-4 10 15,5-24-18 1,10-8-34-16,21-7-38 0,19-14-81 15,31-11-198-15</inkml:trace>
  <inkml:trace contextRef="#ctx0" brushRef="#br0" timeOffset="1332.75">20821 1595 569 0,'0'0'135'0,"0"0"-116"0,0 0 35 0,0 0-39 0,0 0-15 16,0 0-66-16,65 189 28 15,-52-173 17-15,-4-8-37 16,-9 0-6-16,0-8-161 15</inkml:trace>
  <inkml:trace contextRef="#ctx0" brushRef="#br0" timeOffset="1499.1">20908 1299 755 0,'0'0'290'0,"0"0"-273"0,0 0-17 16,0 0-37-16,0 0-116 16,0 0-148-16</inkml:trace>
  <inkml:trace contextRef="#ctx0" brushRef="#br0" timeOffset="1748.56">20908 1299 498 0,'387'164'183'16,"-408"-132"-172"-16,15 4 31 16,6 17-8-16,0 7-34 15,0 4-13-15,0-12 11 16,0-20-31-16,0-16 32 15,0-8-56-15,0-8-39 16,0 0-60-16,-19 0 53 16,-9-32 36-16</inkml:trace>
  <inkml:trace contextRef="#ctx0" brushRef="#br0" timeOffset="1900.41">21054 1439 772 0,'0'0'132'15,"0"0"-121"-15,0 0-2 16,0 0 45-16,0 0-50 16,0 0-4-16,400-48-38 15,-332 48-109-15,-15 0-93 16,-19 0-154-16</inkml:trace>
  <inkml:trace contextRef="#ctx0" brushRef="#br0" timeOffset="2167.9">21668 1636 572 0,'0'0'62'16,"0"0"-17"-16,0 0 28 15,0 0-7-15,0 0-12 16,0 0-47-16,155-157 10 16,-137 134-6-16,-2 10-10 15,-4 1-1-15,-6 12-17 16,-6 0-5-16,0 0-40 15,7 12 35-15,-1 16 22 16,9 21 5-16,-9 3 6 16,-6 12-6-16,0 8-5 15,0-4-5-15,0 0-2 16,0-19-43-16,0-21-38 0,0-13-166 16,0-10-75-16</inkml:trace>
  <inkml:trace contextRef="#ctx0" brushRef="#br0" timeOffset="2415.36">21702 1584 452 0,'0'0'176'16,"0"0"-111"-16,0 0 58 16,0 0-67-16,0 0-35 15,0 0-21-15,248-121-28 16,-208 89-192-16,-28 4-237 16</inkml:trace>
  <inkml:trace contextRef="#ctx0" brushRef="#br0" timeOffset="2663.82">22037 1199 182 0,'0'0'730'0,"0"0"-689"16,0 0 33-16,0 0-57 15,0 0-17-15,0 0-27 16,179-100-93-16,-145 75-220 16</inkml:trace>
  <inkml:trace contextRef="#ctx0" brushRef="#br0" timeOffset="3364.03">22557 1431 28 0,'0'0'371'16,"0"0"-315"-16,0 0-7 15,0 0-1-15,0 0 6 0,0 0-8 16,-279 153 54-16,251-93-3 16,7-1-29-16,15-2-51 15,6-17 0-15,0 4-17 16,0-11 0-16,6-10-3 15,22-7 2-15,6-8-5 16,-22-8-13-16,16 0 9 16,-15 0-30-16,-7 0 9 15,-6-8-15-15,0-23 31 16,0-2-8-16,0-3 13 16,6 4 10-16,-6 8 31 15,15 8 18-15,-8 11-5 16,5 5 11-16,10 0-48 15,9 0 16-15,9 0-14 16,7 5-5-16,-7 11-3 16,-12 0 3-16,-10-8-8 0,-2 8-13 15,-10-8-8-15,0 0-64 16,16-8-36-16,-16 0 8 16,13 0 44-16,2 0 17 15,-8 0 55-15,5 0 1 16,-2 0 21-16,9 0 28 15,9 0 4-15,6 0 3 16,13 0-36-16,9 0 13 16,3 0-9-16,-3-16 10 15,9-12 7-15,-9-5 4 0,-9-3 15 16,-25-15-44-16,-16 11 15 16,-12-8-28-16,0 4-3 15,-40 19-20 1,-19 9-6-16,-15 16-22 0,6 0 6 15,-4 24-54-15,-2 24 17 16,27 4-7-16,13-11-233 16</inkml:trace>
  <inkml:trace contextRef="#ctx0" brushRef="#br0" timeOffset="3997.85">23354 1676 13 0,'0'0'463'0,"0"0"-404"0,0 0-36 0,0 0-8 16,0 0-10-16,0 0-10 16,-68 100 10-16,68-100 28 15,0-4 69-15,0-29-26 16,0-6-29-16,0-9-9 15,0-9-37-15,40 1 5 16,7-4-12-16,-1 24-41 16,7 8-20-16,-13 12 42 15,-18 16-18-15,-16 0 22 16,-6 0-6-16,0 32 27 0,0 0 3 16,0 0-3-1,0 1-6-15,0-5-25 0,7-8-2 16,14 4 33-16,-15-4-2 15,7-12-2-15,-7 8 0 16,0-8 4-16,28-8 10 16,-12 0-10-16,18 0 12 15,-9 0-12-15,-3 7 0 16,-15 6-1-16,2-5 1 16,-9-8 4-16,-6 0-3 15,0 0 47-15,19 0-4 16,-13 0 71-16,10-44-72 15,-10 3 11-15,0-3-29 16,13-4-5-16,-4 8-16 0,-2 12-3 16,-7 5-2-16,9 6-5 15,-8 17 2-15,-7 0-13 16,6 0-6-16,12 0-3 16,4 12 26-16,-10 20 6 15,23 0 11-15,-23 12-3 16,-6-16-13-16,16 1-1 15,-22 2-2-15,0 2-11 16,0-10-83-16,0 2-30 16,0-17-54-16,0-8-113 15</inkml:trace>
  <inkml:trace contextRef="#ctx0" brushRef="#br0" timeOffset="4162.62">23888 1539 538 0,'0'0'252'0,"0"0"-202"0,0 0-15 0,0 0-16 0,0 0-19 15,0 0-36-15,220-36-115 16,-140-4-2-16,-33 4-145 16</inkml:trace>
  <inkml:trace contextRef="#ctx0" brushRef="#br0" timeOffset="4381.35">23888 1539 62 0,'381'-232'45'16,"-387"224"0"-16,0 8 74 16,-4 0-64-16,10 0-7 15,0 0-44-15,0 0 20 16,0 16 36-16,0 0-6 16,0 4-6-16,22-8-37 15,12 1-8-15,6-2-2 16,1-3-2-16,-10-4-2 15,-3 0-25-15,-22 5-14 16,-6 2 31-16,0-3 11 16,-25 9 18-16,-43-2-18 15,-13 9-106-15</inkml:trace>
  <inkml:trace contextRef="#ctx0" brushRef="#br0" timeOffset="5445.46">19596 2722 277 0,'0'0'23'0,"0"0"-21"0,0 0-2 0,0 0-2 16,0 0-1-16,0 0 3 15,0 0 37-15,-6 0 59 16,6 0-15-16,0 0-57 16,-6 0-15-16,6 0-9 15,-16 0 45-15,4 0 33 16,-7 0 1-16,4 0 3 0,9 0-48 16,6 0 3-16,0-12-35 15,0-19 0-15,0 2 0 16,0 9-2-16,28-8 0 15,6 12 22-15,-3 4-20 16,15 1 1-16,-5-2-6 16,-1 13-12-16,6 0-1 15,-12 0-32-15,-6 0-3 16,-28 24-20-16,0 21 41 16,-6 15 20-16,-50-1-12 15,-3-2-53-15,1-13-9 16,17-1 84-16,1-10 4 0,12-5 50 15,28-12-12-15,0-16-2 16,0 0-18 0,53 0 3-16,21 0 14 0,1 0 38 15,-17-16-10-15,17 4-45 16,-22 8-4 0,-19-8-16-16,0 12-2 0,-22-8-51 15,-12 4-129-15,0-8-156 16</inkml:trace>
  <inkml:trace contextRef="#ctx0" brushRef="#br0" timeOffset="5812.46">20313 2851 455 0,'0'0'142'15,"0"0"-25"-15,0 0 30 0,0 0-69 0,0 0-55 0,0 0-14 0,0 0-4 16,0 0-10-16,0 0-11 16,0 0 14-16,0-12-28 15,0 0-3-15,0 12 24 16,0-4 18-16,0 0-18 16,0 4-6-16,0-12-210 15</inkml:trace>
  <inkml:trace contextRef="#ctx0" brushRef="#br0" timeOffset="6812.13">21041 3012 88 0,'0'0'315'0,"0"0"-251"0,0 0-52 0,0 0 48 16,0 0-2-16,0 0 1 15,-15 8 23-15,15-8 36 16,0 0-26-16,0 0-35 16,0-13 9-16,-13-15-48 15,1-20 4-15,6-8-21 16,6-20 0-16,0-13-1 0,0-2 0 16,0 10-5-16,0 17-9 15,6 12 13-15,6 28-3 16,-5 12 0-16,-1 12 0 15,9 0-14-15,4 0-15 16,21 8 33-16,7 20-1 16,15 12 5-16,-10 17-6 15,1-2 8-15,-19 17-12 16,-28 1-34-16,7 3-5 16,-13-8-42-16,0-16-64 0,9-24-28 15,-9-12-209 1</inkml:trace>
  <inkml:trace contextRef="#ctx0" brushRef="#br0" timeOffset="7027.73">20868 2795 622 0,'0'0'86'0,"0"0"-79"0,0 0-1 0,0 0-6 15,0 0-95-15,0 0-138 0</inkml:trace>
  <inkml:trace contextRef="#ctx0" brushRef="#br0" timeOffset="7466.56">21382 2281 519 0,'0'0'187'0,"0"0"-180"15,0 0 30-15,0 0-19 16,0 0 54-16,0 0-41 0,134-92-11 16,-110 76-20-16,4 5-7 15,-9-2-6-15,3 5-86 16,-16-4-64-16,16 4-232 15</inkml:trace>
  <inkml:trace contextRef="#ctx0" brushRef="#br0" timeOffset="7714">21382 2281 174 0</inkml:trace>
  <inkml:trace contextRef="#ctx0" brushRef="#br0" timeOffset="8260.57">21382 2281 174 0,'267'257'223'0,"-279"-209"-176"15,12-4-2-15,-10 0 30 0,10-16-62 16,-12-11 17 0,6-6 26-16,-7-3-27 0,-2-3 28 15,2-5-37-15,7 0 5 16,0 0-19-16,-10 0-6 15,16-21-28-15,0-7 17 16,0-8-8-16,0 5 19 16,0 3 7-16,22 7 1 15,-16 13 29-15,1 8-8 16,-1 0 6-16,9 0-34 16,4 0 1-16,9 0-1 15,-3 0 4-15,9 0-4 16,0 16 0-16,-6 8-2 15,-10 8-2-15,-5-8 3 0,-7 4 4 16,16-12-4 0,-10-16-11-16,10 5-44 0,-4-5 14 15,4 0 30-15,-10 0 11 16,7 0 1-16,3 0-1 16,-16 0 0-16,0 7-16 15,0 6-32-15,4-2-9 16,2-6-6-16,-12-5-63 15,12 0 3-15,1 0 123 16,-4 0 54-16,-3-8-30 16,1 0 4-16,-1 3 37 0,-6 5-23 15,0 0-23 1,12 0 32-16,4 0 7 16,2 0-7-16,10 5 26 0,6 11-43 15,13-4-29-15,-7-9 0 16,7 2-5-16,-1-5-14 15,-21 0-20-15,3 0-14 16,-16 0 9-16,-12-8-19 16,0-17-25-16,0 2-51 15,0-10-275-15</inkml:trace>
  <inkml:trace contextRef="#ctx0" brushRef="#br0" timeOffset="8427.24">22083 2566 684 0,'0'0'91'0,"0"0"27"0,0 0-46 0,0 0-29 0,0 0-15 16,53 0-28-16,-19 0-41 16,-12 0-53-16,-22-8-256 15</inkml:trace>
  <inkml:trace contextRef="#ctx0" brushRef="#br0" timeOffset="8559.54">22083 2566 672 0,'12'-136'167'0,"-12"140"-118"16,16 0-49-16,3-4 0 16,2 0-127-16,20 0-80 15</inkml:trace>
  <inkml:trace contextRef="#ctx0" brushRef="#br0" timeOffset="8876.43">22483 2707 628 0,'0'0'113'0,"0"0"-26"0,0 0-8 16,0 0-58-16,0 0-21 15,0 0 0-15,155-188-13 16,-127 158-14-16,-16 11 9 16,7 11 16-16,-4 4-32 15,-15 4-3-15,7 0 9 16,-7 8 28-16,0 24 37 16,0 4-6-16,6 0-9 15,0 4-15-15,6-4-12 16,-2 12 5-16,-10-4-8 15,0-8-59-15,0-8-20 16,0-11 16-16,0-13-63 16,0-4-140-16</inkml:trace>
  <inkml:trace contextRef="#ctx0" brushRef="#br0" timeOffset="8974.61">22483 2707 899 0</inkml:trace>
  <inkml:trace contextRef="#ctx0" brushRef="#br0" timeOffset="9042.6">22483 2707 899 0,'109'-88'28'0,"-85"96"-4"16,-2-8-17-16,-10 0-851 16</inkml:trace>
  <inkml:trace contextRef="#ctx0" brushRef="#br0" timeOffset="9475.94">23841 2586 634 0,'0'0'134'0,"0"0"-103"0,0 0-31 0,19 129-14 0,2-101-65 0,-14-8-109 15</inkml:trace>
  <inkml:trace contextRef="#ctx0" brushRef="#br0" timeOffset="9758.23">23841 2586 419 0,'-260'201'179'0,"312"-201"-143"16,23-13 151-16,-1-26-133 15,-15-14-36-15,-6 1-18 0,-25 0-23 16,-10-4-46 0,-18 8 58-16,0 12 11 0,-18 12 3 15,-23 12 49-15,-21 12-30 16,-24 0-15-16,20 12-3 15,-2 32-4-15,9 0-32 16,38-8-31-16,21-4-87 16,0-16-34-16,9 0-265 15</inkml:trace>
  <inkml:trace contextRef="#ctx0" brushRef="#br0" timeOffset="10108.09">24061 2738 116 0,'0'0'121'16,"0"0"-58"-16,0 0 20 16,0 0-35-16,0 0 43 15,0 0-28-15,220-64 8 0,-198 20 11 16,-22 0 5 0,0 4-31-16,-15 4-19 0,-44 15-18 15,-16 14-16-15,4 7-6 16,-3 0-9-16,21 4-23 15,6 32-142-15,26 0 13 16,21 0-272-16</inkml:trace>
  <inkml:trace contextRef="#ctx0" brushRef="#br0" timeOffset="10574.93">25460 2791 643 0,'0'0'115'0,"0"0"-38"0,0 0-27 0,0 0 10 0,0 0 39 15,353 0-43-15,-220 0-26 16,1-9-20-16,-19-2-10 16,-16 3-4-16,-37 8-28 15,-31-8-82-15,-25-1-75 16,-6 1-304-16</inkml:trace>
  <inkml:trace contextRef="#ctx0" brushRef="#br0" timeOffset="10991.97">25097 2819 325 0,'0'0'368'15,"0"0"-308"-15,0 0 63 16,214-205-79-16,-134 133-29 15,1-8-6-15,6-9-8 16,-6 9 4-16,-7 13-2 16,-15 22 8-16,-19 17 11 15,-34 16 11-15,7 12-17 16,-4 0 3-16,3 0-15 16,13 0-4-16,37 28 0 15,-3 9 5-15,3 10-4 0,10 1 4 16,-17 9-5-1,-24 2-11-15,-9 2-10 0,-22 3-61 16,0-12-50-16,0-11-163 16</inkml:trace>
  <inkml:trace contextRef="#ctx0" brushRef="#br0" timeOffset="27427.07">12338 2799 391 0,'0'0'124'0,"0"0"-121"0,0 0 17 0,0 0 20 15,0 0-31-15,0 0 18 16,0 0-21-16,0 0 2 0,-53 0-7 15,37 0-2-15,4 0 0 16,6 0-27-16,-7 0 23 16,4 0 5-16,-3 0 49 15,-1 0 6-15,7 0 8 16,-9 0-33-16,2 0-11 16,13 3-15-16,-6-3-8 15,6 0-6-15,0 0-2 16,0 0 9-16,0 0 6 15,0 0-7-15,-6 0 8 16,-10 0 19-16,10 0-11 16,0 5 13-16,6-5-16 15,0 0-7-15,0 0-2 0,0 0 6 16,0 0-15 0,0 0 18-16,0 0-16 0,0 0 14 15,0 0-2-15,0 0-5 16,0 0-4-16,0 0 4 15,74 0 2-15,47 0 31 16,37 0-20-16,72 0 40 16,24 0-37-16,7 12 4 15,-17 12-15-15,-30 0-10 16,-31 8-6-16,-43 8-46 16,-53 0-136-16,-41 4-104 15</inkml:trace>
  <inkml:trace contextRef="#ctx0" brushRef="#br0" timeOffset="28210.36">15906 3007 354 0,'0'0'81'0,"0"0"-65"0,0 0 56 0,0 0 3 0,0 0 53 15,0 0 6-15,475 0-58 16,-233 0-33-16,12 0 16 16,0 0-24-16,-15-12-35 15,-44 12-6-15,-37 0-108 0,-77 0-110 16,-65 25-433-1</inkml:trace>
  <inkml:trace contextRef="#ctx0" brushRef="#br0" timeOffset="64830.48">12412 15055 69 0</inkml:trace>
  <inkml:trace contextRef="#ctx0" brushRef="#br0" timeOffset="65527.45">13314 14834 458 0,'0'0'470'0,"0"0"-423"0,0 0 5 0,0 0-27 16,0 0-25-16,0 0-38 0,7 0-53 15,5 0-210-15,-12 0-274 16</inkml:trace>
  <inkml:trace contextRef="#ctx0" brushRef="#br0" timeOffset="74470.3">27457 2882 156 0,'0'0'177'0,"0"0"-78"0,0 0-19 0,0 0 2 0,0 0 29 15,0 0-14-15,0 0 9 16,0 0-57-16,-19 9 16 15,19-9-10-15,0 0-17 16,0 0-9-16,0 0-7 16,0 0-20-16,40 0 6 15,19 0 10-15,28 0 1 16,6 0 0-16,0 0-12 0,-6 0-14 16,-13 0 7-16,-21 0-35 15,-19 0-15-15,-12 0-31 16,-22 0-20-16,0-9-104 15,-28-2-32-15</inkml:trace>
  <inkml:trace contextRef="#ctx0" brushRef="#br0" timeOffset="74596.75">27457 2882 656 0</inkml:trace>
  <inkml:trace contextRef="#ctx0" brushRef="#br0" timeOffset="74671.17">27457 2882 656 0,'139'-23'374'0,"-58"23"-368"15,15 0-4-15,3-16 56 16,-6-20-125-16,-46 16-220 16,-13-1-237-16</inkml:trace>
  <inkml:trace contextRef="#ctx0" brushRef="#br0" timeOffset="75337.38">26160 1503 725 0,'0'0'180'0,"0"0"-127"0,0 0 7 0,0 0-7 15,121-16-5-15,-46 0 20 16,2 8-50-16,-2-4-18 16,-13 0-3-16,-25 8-25 15,-9-4-40-15,-22 8-56 16,-6-4-113-16,0-4-59 0</inkml:trace>
  <inkml:trace contextRef="#ctx0" brushRef="#br0" timeOffset="75535.8">26160 1503 943 0,'-179'-265'13'0,"225"265"-13"16,13 0 52-16,34 0 26 15,-6-28-56-15,9 9-22 0,-25-6-15 16,4 2-139 0,-23 2-484-16</inkml:trace>
  <inkml:trace contextRef="#ctx0" brushRef="#br0" timeOffset="76203">27664 2563 189 0,'0'0'302'0,"0"0"-241"0,0 0 8 0,0 0-62 0,0 0-7 0,0 0-6 15,400-74 3-15,-338 51-41 16,-28 2-230-16</inkml:trace>
  <inkml:trace contextRef="#ctx0" brushRef="#br0" timeOffset="76819.45">27571 1238 432 0,'0'0'47'0,"0"0"-29"0,0 0-13 0,0 0 30 16,0 0-11-16,0 0-7 0,0 17 39 15,0-13 4 1,0 0 44-16,0-4-31 0,0 0-17 16,0 0-29-16,0 0 30 15,0-20-4-15,0-32-40 16,0-17-1-16,0-3-7 15,0-4 0-15,0-4-1 16,0 23-8-16,0 10-10 16,0 22 1-16,0 22-19 15,0 3 19-15,0 0-9 16,0 0 22-16,-40 31 0 16,-13 13-2-16,-3 5-30 15,16-5-82-15,15-8-126 16,-3 0-116-16</inkml:trace>
  <inkml:trace contextRef="#ctx0" brushRef="#br0" timeOffset="76970.59">27571 1238 548 0</inkml:trace>
  <inkml:trace contextRef="#ctx0" brushRef="#br0" timeOffset="77117.92">27571 1238 548 0,'279'33'74'0,"-245"-17"-29"0,28-16-22 15,10 0 20-15,15-52-32 0,-19-4-6 16,-22-13 11 0,-18 5 11-16,-28 12 42 0,0 4-25 15,0 16-32-15,-49 12 7 16,-4 12-5-16,-6 8-14 15,-3 0-10-15,3 20-37 16,6 27-184-16,7 6-34 16</inkml:trace>
  <inkml:trace contextRef="#ctx0" brushRef="#br0" timeOffset="100631.15">29013 2334 125 0,'0'0'0'0,"0"0"-1"16,0 0 1-16,0 0 129 0,0 0-10 0,0 0-69 15,0 0-21-15,9-8 11 16,-9 8 23-16,0 0 8 15,0 0-33-15,0 0 37 16,0 0 31-16,0 0-53 16,0 0-20-16,0 0-28 15,0 0 4-15,0 0 2 16,0 0-6-16,0 0-1 0,0 0 4 16,0 0-8-1,0 0 0-15,0 0 6 0,0 0-4 16,0 0 17-16,7-17-12 15,5-6 27-15,0-10-29 16,10-3-4-16,6 4 1 16,-3 9 3-16,9-10-4 15,19-3 7-15,15 0-4 16,3 3 1-16,-3 10-10 16,-15 10-2-16,0 13 3 15,-19 0-40-15,-12 5 9 16,-16 43 8-16,-6 28 27 15,-6 16-3-15,-75 16 10 16,-28 9-14-16,-2-9 14 16,2-8 5-16,10-15-10 0,18-21 42 15,35-20-32-15,34-20 1 16,12-4-13-16,0-8-5 16,0 0-8-16,18-3 9 15,41 2 2-15,22-7 4 16,-1 0 10-16,7-4 12 15,0 0 4-15,-19 0-12 16,-15 0-11-16,-13 0-5 16,-6 0-22-16,-9 0-63 15,-9 0-213-15</inkml:trace>
  <inkml:trace contextRef="#ctx0" brushRef="#br0" timeOffset="101413.98">30052 2029 544 0,'0'0'42'0,"0"0"26"0,0 0 7 0,0 0 35 0,0 0-52 0,0 0-42 16,-68 184 18-1,40-135-25-15,9-2 33 0,7 10-25 16,5-6 16-16,-2-2-24 16,9-5 13-16,0-12-15 15,0-4-7-15,0-16 0 16,9-8-26-16,22 4 24 16,4-8 2-16,-1 5 0 15,12-5 4-15,-5 0-4 16,-1 0 7-16,-22 0-6 15,4 0-1-15,-9 0 4 16,-1 0-2-16,16-25-2 16,-10-7-3-16,10 0-35 0,-15 4 6 15,-13 4-5-15,21 8 7 16,-21 8 8-16,0 8 22 16,0 0 33-16,0 0-9 15,0 0-7-15,0 0-14 16,0 11 0-16,0 30 11 15,0 23-3-15,0 13 2 16,0 3 24-16,0 0-12 16,-21-8-24-16,21-16 0 15,-6-12-1-15,6-11-24 16,0-13-97-16,-13-9-244 16</inkml:trace>
  <inkml:trace contextRef="#ctx0" brushRef="#br0" timeOffset="137784.24">7677 9961 4 0,'0'0'2'0,"0"0"112"0,0 0-41 15,0 0-48-15,0 0-15 16,0 0 5-16,22 33 3 15,-22-30 14-15,0 2 22 16,0-5-5-16,0 8-28 16,6-8-21-16,-6 0-12 15,6 0-76-15,1 4 2 16,-7-1-6-16,0 5-23 16</inkml:trace>
  <inkml:trace contextRef="#ctx0" brushRef="#br0" timeOffset="144796.16">12871 13948 154 0,'0'0'104'0,"0"0"40"0,0 0-71 0,0 0-71 15,0 0-2-15,0 0 5 0,0 0-5 16,0 0 2 0,0 0 32-16,0 0 12 15,0 0 23-15,0 0 21 0,0 0-7 16,0 0-30-16,0 0-42 16,0 0-9-16,0 0 2 15,9 0-8-15,4 0-109 16,-1-4 75-16,4 4-23 15,-4 0-20-15,-12 0 23 16,6 0 39-16,7 0 15 16,-13 0 8-16,6 0 3 15,3 0-5-15,-3 0 3 0,-6 0-2 16,0 0-6 0,0 0-71-16,0 0-298 0</inkml:trace>
  <inkml:trace contextRef="#ctx0" brushRef="#br0" timeOffset="181979.48">7004 14220 4 0,'0'0'181'0,"0"0"-149"0,0 0-22 0,0 0 40 16,0 0-33-16,0 0-9 15,0 0-8-15,0 0 2 16,7-3 2-16,-1 3-4 16,0 0 1-16,-6 0 19 15,0 0 82-15,0 0-17 16,0 0-5-16,0 0-21 0,0 0-14 16,0 0-17-16,0 0-28 15,0 0-1-15,0 0-8 16,0 0-4-16,0 0 13 15,0 0 6-15,0 0 6 16,0 0 11-16,0 0-19 16,0 0-8-16,0 0 1 15,0 0-10-15,0 8 1 16,0 4 12-16,0-1 1 16,0 2 2-16,0-9 13 15,0-4-1-15,0 8-1 0,0-8-9 16,0 0-10-1,0 0-26-15,0 0 6 0,0 0 25 16,0 0 9-16,0 0 25 16,0 0-15-16,0 0-1 15,0 0-14-15,0 0-8 16,0 0 7-16,0 0-3 16,0 0 5-16,0 0-4 15,0 0 2-15,0 0 1 16,0 0-8-16,0 0-5 15,0 0 7-15,0 0 0 16,0 0 2-16,12-8 1 16,4 0-1-16,3-9 3 15,2 2 4-15,-2 2-14 16,-4-6-2-16,4-1 4 0,-13 4-41 16,0 7 25-16,-6-2-3 15,0 11 24-15,0 0-1 16,0 0 1-16,0 0-3 15,-40 0-205-15</inkml:trace>
  <inkml:trace contextRef="#ctx0" brushRef="#br0" timeOffset="188473.16">19475 7050 293 0,'0'0'162'0,"0"0"-70"0,0 0-8 0,0 0 35 0,0 0-6 15,0 0-26-15,0 8 1 16,0-8-22-16,0 0-18 16,0 0-27-16,0 0 14 15,0 0-28-15,0-33-3 0,56-31 4 16,16-24 18 0,8-20 2-16,1-4-12 0,-13 8-16 15,-9 7-5-15,-25 22-25 16,6 9-1-16,-15 35 14 15,-3 19-11-15,-16 12 20 16,-6 0-22-16,0 20 30 16,0 44 5-16,0 25 7 15,0 2-6-15,0-2-2 16,12-9-4-16,10-11-11 16,-3-2 8-16,-13-7-16 15,-6 4 3-15,0-7-29 0,0-17-41 16,0-16 0-1,0-16-191-15,0-8-59 0</inkml:trace>
  <inkml:trace contextRef="#ctx0" brushRef="#br0" timeOffset="188679.21">19792 6806 741 0,'0'0'195'0,"0"0"-193"0,0 0 89 0,0 0-41 0,0 0-27 15,0 0-23-15,319-36-1 16,-297 36-30-16,-22 0-44 16,0 15-163-16,0 6-236 15</inkml:trace>
  <inkml:trace contextRef="#ctx0" brushRef="#br0" timeOffset="189006.29">19792 6806 518 0,'474'293'57'15,"-474"-282"-33"-15,25 6 32 0,21-14 23 16,16-3-5-16,-3 0-39 16,16-20-28-16,5-32 36 15,-8-20-1-15,8-5 3 16,-5-7-21-16,-16 4-20 16,-25 8 25-16,-6 0-29 15,-28 16-50-15,-7 4-27 16,-79 24-173-16,-35 23 99 15,6 5-221-15,-6 25 372 16,16 35 110-16,24-4 67 16,41-4-73-16,27-16-104 15,13-16-302-15</inkml:trace>
  <inkml:trace contextRef="#ctx0" brushRef="#br0" timeOffset="189789.64">21429 6336 217 0,'0'0'332'0,"0"0"-250"0,0 0 34 0,0 0-58 0,0 0 18 16,0 0 11-16,25 136-56 15,3-84 6-15,-1 5-25 16,-14-6 10-16,-13 18-16 15,0 0 13-15,0 6-5 16,-6 5-5-16,-35-3-5 16,-5-5-1-16,18-28-6 15,15-20-26-15,7-24-49 0,6 0-149 16,0-43-233-16</inkml:trace>
  <inkml:trace contextRef="#ctx0" brushRef="#br0" timeOffset="190273.92">21488 6460 314 0,'0'0'202'0,"0"0"-195"16,0 0 20-16,0 0-20 16,0 0 2-16,0 0-7 15,400-128-4-15,-360 128-23 16,-24 0 25-16,-4 4 56 16,-12 28 40-16,0 8 38 15,0 17-94-15,0-6-18 16,-28 1-16-16,9-7 13 15,7-5 0-15,12-4 7 16,0-21-26-16,0-2-4 16,0-5 2-16,12-4-36 15,35 1 17-15,-13 6 21 0,-9 5-3 16,-3 8 15-16,-22 13-9 16,0 2 30-16,0 9 4 15,-53 1-29-15,-28-5 16 16,-40 8-6-16,-18-7-18 15,-16-14 0-15,15-11-7 16,41-7 7-16,31-13-43 16,34 0-15-16,34 0-164 15,0 0-200-15</inkml:trace>
  <inkml:trace contextRef="#ctx0" brushRef="#br0" timeOffset="190672.26">22951 6970 883 0,'0'0'87'0,"0"0"-19"0,0 0 2 0,0 0-69 15,0 0-1-15,0 0-6 16,0 0-29-16,0 0 35 16,0 0 4-16,0 0 18 15,0 0-22-15,0 0-13 16,0 0-82-16,0 0-275 16</inkml:trace>
  <inkml:trace contextRef="#ctx0" brushRef="#br0" timeOffset="190887.41">23153 6457 276 0,'0'0'91'15,"0"0"-64"-15,0 0 5 16,0 0-3-16,0 0 94 15,0 0-20-15,-6 0 66 16,6 0-99-16,0 0-70 16,0 0-107-16,0-5-198 15</inkml:trace>
  <inkml:trace contextRef="#ctx0" brushRef="#br0" timeOffset="212454.26">8676 14065 221 0,'0'0'62'0,"0"0"-62"16,0 0-58-16,0 0-86 15</inkml:trace>
  <inkml:trace contextRef="#ctx0" brushRef="#br0" timeOffset="212536.67">8676 14065 161 0,'0'103'158'0,"0"-90"-18"15,0-1-135-15,-10-12-5 16,10 0-141-16,0 0-122 0</inkml:trace>
  <inkml:trace contextRef="#ctx0" brushRef="#br0" timeOffset="-201621.54">24843 6970 39 0,'0'0'0'0,"0"0"-26"0,0 0 26 15,0 0 101-15,0 0-40 0,0 0-6 16,0 0 12-16,0 0-67 15,0 0-26-15,0 0-69 16,0 0 12-16,0 0 83 16,0 0 182-16,-7 0 1 15,7 0-84-15,0 0-34 16,0 0-52-16,0 0-13 16,0 0-13-16,0 0-26 15,0 0 22-15,0 0 17 16,0 0 70-16,0 0 31 15,-6 0 29-15,0-4-94 16,6-17-36-16,0-2-9 0,0-2-9 16,0 6 16-16,0 6 4 15,0-2 10-15,0-6 3 16,0-11 15-16,0-8-29 16,0-13 5-16,0 2-3 15,0-1 2-15,6 8-5 16,0 24 0-16,-6 7 11 15,0 5-8-15,0 8 1 16,0-15-4-16,0-1-88 16,7-12-279-16</inkml:trace>
  <inkml:trace contextRef="#ctx0" brushRef="#br0" timeOffset="-201073.62">24843 6465 207 0,'0'0'298'0,"0"0"-298"0,0 0 5 0,0 0 4 0,0 0 3 16,0 0 30-16,114-69-15 16,-95 65-9-16,3 4 36 15,-16 0-4-15,0 0 19 16,0 0-51-16,4 0-3 16,-10 12-15-16,0 8 7 15,0-3 8-15,0 2 10 16,0 1 2-16,-10 4-11 15,-30 4 17-15,15 5-23 16,3-10 11-16,10-10-17 16,12-1-8-16,0-4-28 15,0-8-57-15,0 0-29 0,12 0 43 16,16 0 46 0,-9 0 29-16,-4 0 8 15,-15 0 21-15,0 0 25 0,0 4 34 16,0 3-8-16,0 6-46 15,0-5-7-15,-34 20-23 16,-18 16 3-16,-35 12-7 16,-15 16 1-16,-10 5-1 15,25-13 13-15,31-24-31 16,44-32-12-16,12-8-189 16,62-40-276-16</inkml:trace>
  <inkml:trace contextRef="#ctx0" brushRef="#br0" timeOffset="-200540.5">25419 6625 288 0,'0'0'439'0,"0"0"-417"0,0 0-22 0,0 0-67 0,0 0-36 16,0 0 36-16,7-4 57 15,-7-4 10-15,0 8 52 16,0 0 26-16,0 0-9 16,0 0-42-16,0 0-27 15,0 0-76-15,0 12 22 16,0 8 8-16,0-12-276 15</inkml:trace>
  <inkml:trace contextRef="#ctx0" brushRef="#br0" timeOffset="-200041.48">26080 6773 495 0,'0'0'160'0,"0"0"-130"0,0 0 60 0,0 0 13 0,0-269-44 16,0 173-40-16,0-8 5 15,0 3-23-15,0-2-1 16,0 6-1-16,0 17-5 0,0 16-43 16,0 28-40-16,0 28-14 15,0 8-23 1,0 20-135-16,0 32-34 0</inkml:trace>
  <inkml:trace contextRef="#ctx0" brushRef="#br0" timeOffset="-199724.51">26179 6465 402 0,'0'0'4'15,"0"0"40"-15,0 0 65 16,0 0-63-16,0 0-13 16,0 0-19-16,136 136 46 15,-136-105 17-15,0-6 29 16,7 3-50-16,-1 0-51 15,6-7 1-15,22-2-4 16,-6-7-2-16,3-12-59 16,10 0-108-16,-7-20 6 15,-6-32-207-15</inkml:trace>
  <inkml:trace contextRef="#ctx0" brushRef="#br0" timeOffset="-199125.44">24449 7307 208 0,'0'0'329'0,"0"0"-289"0,0 0-38 0,0 0 101 0,0 0 16 16,0 0-8-16,428-56-88 16,-289 56 4-16,-5 0-9 15,2 0-9-15,-3 0 15 16,-5 0-24-16,5 0 0 15,-12 0-19-15,-22 0-29 0,-18-5-188 16,-35-3-191-16</inkml:trace>
  <inkml:trace contextRef="#ctx0" brushRef="#br0" timeOffset="-198642.55">25364 7583 576 0,'0'0'235'0,"0"0"-198"16,0 0-16-16,0 0-6 15,0 0-9-15,0 0-6 16,15 0-51-16,-15 25-82 15,0 23 106-15,0 12 27 16,-6-1 18-16,-3-2-10 0,9-12 2 16,0-6-10-1,0-15-12-15,34-12-16 0,40-7 28 16,13-5 4-16,-6 0 43 16,-7 0 62-16,-3 0-58 15,-15 0-21-15,-19 0-20 16,-15 0-10-16,-3 0 0 15,2-5-95-15,-8-7-146 16,8-4-205-16</inkml:trace>
  <inkml:trace contextRef="#ctx0" brushRef="#br0" timeOffset="-198207.67">26734 7246 523 0,'0'0'293'0,"0"0"-209"0,0 0 4 0,0 0-44 16,0 0-16-16,0 0-25 15,254 0-6-15,-226 0-28 0,0-11-36 16,-15-17-170-16,-7-8-83 16</inkml:trace>
  <inkml:trace contextRef="#ctx0" brushRef="#br0" timeOffset="-198044.25">26734 7246 290 0,'189'-212'795'0,"-170"212"-795"16,21 8 10-16,22-8-10 15,9 0 0-15,10 0-6 16,-7-20-79-16,-15 0-286 15</inkml:trace>
  <inkml:trace contextRef="#ctx0" brushRef="#br0" timeOffset="-195495.7">28619 6581 104 0,'0'0'23'0,"0"0"17"16,0 0 76-16,0 0 17 0,0 0 38 16,0 0-1-16,-127-88-5 15,121 88-91-15,6 0-40 0,-12 0-34 16,12 0-1 0,0-8-16-16,0 8 17 0,0 0 0 15,0 0 5-15,-22 0 1 16,9 0 4-16,-14 0-10 15,2 0 0-15,-16 8-7 16,1 15 1-16,0-2 12 16,-1 10 7-16,1 2-7 15,6-2 8-15,9 2 1 16,10-1-8-16,9 0-14 16,6 0 13-16,0 4-15 15,0-4 11-15,6 4-4 16,34-4-3-16,16 1-7 0,3-5-7 15,0 0-18 1,-3 0 31-16,-10 4-4 0,-6-12 5 16,-6 13 4-16,-15-14-6 15,0 1 10-15,-10-8-3 16,-9-12 0-16,0 8-14 16,0-3 14-16,-40-5 19 15,-16 0 2-15,-3 8 34 16,6-5 0-16,7-3-41 15,5 0-10-15,13 0-4 16,1 0-20-16,14 0 6 16,1-3-25-16,12-18 26 15,0-2 13-15,0-5-4 16,0-5 8-16,0 1-11 0,12-5-1 16,10 6-58-16,3-1-67 15,21 4 14-15,10 0 34 16,-3 3 39-16,-1 6 45 15,-17 2 2-15,-8 14 7 16,-14 3-8-16,5 0 0 16,-2 0-4-16,-4 0-127 15</inkml:trace>
  <inkml:trace contextRef="#ctx0" brushRef="#br0" timeOffset="-194277.29">29162 6994 578 0,'0'0'9'0,"0"0"-9"0,0 0-1 0,0 0 1 0,0 0 12 16,0 0 37-16,0 0-33 15,0 0 20-15,0 0 57 16,0 0 1-16,0 0-71 16,0 0-17-16,0 0-4 15,0 0 0-15,0 0-2 16,0 0 1-16,0 0-1 16,0 3 31-16,0-3 42 15,0 0-25-15,0 0-37 16,0 0-11-16,0 0-63 0,0-8-59 15,0-15-257 1</inkml:trace>
  <inkml:trace contextRef="#ctx0" brushRef="#br0" timeOffset="-190897.45">29416 7246 274 0,'0'0'94'0,"0"0"-92"0,0 0-2 0,0 0-72 15,0 0 72 1,0 0 8-16,25-11 67 0,-25 11 7 16,9 0-28-16,-9 0 6 15,6 0-28-15,1 0-24 16,-1 0-1-16,0 0 0 16,10 0 1-16,-10 0-7 15,-6 0 4-15,0 0-3 16,0 0 21-16,0 0 4 15,0 0 18-15,0 0-34 16,0 0 8-16,0 0-18 16,0 0-2-16,0 0-2 0,0 0 1 15,0 0 2 1,0 0 0-16,0 0 44 0,0 0-16 16,6 0-4-16,-6 0-19 15,6 0 24-15,-6 0-18 16,0 0 4-16,0-8-9 15,0-12 2-15,6-5 30 16,-6 1-18-16,0-16 40 16,7-4-51-16,-1-12-2 15,9-9-5-15,-2-10-4 16,-1-2 1-16,-3-7-6 16,-9-1 4-16,7 10-17 15,-7 22 18-15,0 21-5 16,0 12 2-16,0 17-6 15,0 3-80-15,0 0-268 16</inkml:trace>
  <inkml:trace contextRef="#ctx0" brushRef="#br0" timeOffset="-190399.64">29636 6737 108 0,'0'0'439'0,"0"0"-437"0,0 0 17 0,0 0-8 0,0 0 7 16,0 0 1-16,121-124-1 0,-68 112 16 16,0 7 13-16,9 5 53 15,-10 0-24-15,-5 0-32 16,-1 5-43-16,-5 15 17 16,-13-9-14-16,-16 10-8 15,-12 7 4-15,0 0-54 16,0-3-136-16,-40-17-205 15</inkml:trace>
  <inkml:trace contextRef="#ctx0" brushRef="#br0" timeOffset="-189400.75">28151 7399 127 0,'0'0'144'0,"0"0"26"0,0 0-68 0,0 0-39 0,0 0-37 16,0 0 16-16,0 24 30 15,0-20 3-15,22-4 9 16,12 4-35-16,19 4 16 16,27-4-21-16,13 0-12 15,41-4-21-15,11 0 18 16,17 0-22-16,5 0-3 16,-12-4-4-16,-15-4 0 15,-20 8-8-15,-14 0-41 16,-19 12 15-16,-19 16-64 15,-28 0-79-15,-15-8-151 0</inkml:trace>
  <inkml:trace contextRef="#ctx0" brushRef="#br0" timeOffset="-188600.77">28700 7940 183 0,'0'0'281'0,"0"0"-234"0,0 0-4 0,0 0-8 0,0 0 4 15,369-44 16-15,-329 44-7 16,-9 12 29-16,-15 20-9 15,-16 8-11-15,0 12-21 16,0 12-22-16,-34 8-13 16,-13-7 6-16,13-9-11 15,15-16 8-15,10-16-8 16,9-7 4-16,0-9-7 16,16-5-3-16,42-3 8 15,11 0-1-15,-4 0 6 16,-3-11-2-16,-3-6 4 15,-13 1 8-15,7-4-6 0,3 0 28 16,-16 1-35 0,-9-6-7-16,-3 9-79 0,-16 0-321 15</inkml:trace>
  <inkml:trace contextRef="#ctx0" brushRef="#br0" timeOffset="-177144.27">30498 7587 101 0,'0'0'420'0,"0"0"-356"0,0 0 27 0,0 0-32 15,0 0 6-15,0 0-24 16,0 0-17-16,186-4-8 16,-158 4-13-16,-22 0 20 15,16 0-1-15,-16 0 17 0,7 0-29 16,8 0 14 0,4 0-11-16,3 0-13 0,6-8-7 15,-9 0-19-15,-3-3-10 16,-10-2-62-16,-12 1-46 15,0 1-61-15,0-2-294 16</inkml:trace>
  <inkml:trace contextRef="#ctx0" brushRef="#br0" timeOffset="-176861.85">30498 7587 81 0</inkml:trace>
  <inkml:trace contextRef="#ctx0" brushRef="#br0" timeOffset="-176678.51">30498 7587 81 0,'115'-220'137'0,"-115"220"81"0,0 0-70 0,0 0 35 16,0 0-183-16,0 0-25 15,0 0 11-15,0 0 14 16,0 0 23-16,0 0 25 15,0 0 39-15,0 0-26 16,0 0-17-16,12-4-24 16,16-5 20-16,-3 6-18 15,9-10-19-15,7 2-3 16,5-9-3-16,7-5-1 16,3 14-88-16,-10-14-133 15,-15 17-280-15</inkml:trace>
  <inkml:trace contextRef="#ctx0" brushRef="#br0" timeOffset="-175762.61">31708 6577 271 0,'0'0'212'0,"0"0"-204"0,0 0 26 0,0 0 32 0,15-9 2 16,-15 9 90-16,0 0-59 15,12 0-22-15,-12 13 2 16,7 7-15-16,-7 11-35 16,0 5-18-16,0 13-11 15,0 4 3-15,-19 14-3 16,-31-2-5-16,4 3 0 16,15-13 6-16,3-14-4 15,22-8 2-15,0-22 0 16,6-3-28-16,0-8-15 15,0 0-45-15,0 0 31 0,0 0 56 16,18 0 2 0,10 0 12-16,6 12-11 0,-9-12 8 15,9 12-3-15,-6-12-7 16,3 8 1-16,-9-8-3 16,-4 0 2-16,-2 0-41 15,-4 0-4-15,-6 0-41 16,1 0-1-16,8-12-9 15,-9-16 3-15,19-4-95 16,-19 4 35-16</inkml:trace>
  <inkml:trace contextRef="#ctx0" brushRef="#br0" timeOffset="-175545.08">31903 6889 281 0,'0'0'173'0,"0"0"-59"16,0 0-12-16,0 0 70 15,0 0-63-15,-34 205-24 16,15-157-30-16,-3 4-14 16,4-11-25-16,2-5-13 15,10-8-3-15,0-9-10 16,6-2-15-16,0-6-64 16,0-3-41-16,0 1-118 15,0-5 103-15,6 4-151 16</inkml:trace>
  <inkml:trace contextRef="#ctx0" brushRef="#br0" timeOffset="-174795.94">32117 6878 503 0,'0'0'82'0,"0"0"5"0,0 0 35 0,0 0-23 15,0 0-42-15,0 0-17 0,-22 92-10 16,22-52-22 0,0 4 46-16,-6 1-35 0,0-2 9 15,0 5-21-15,-1-3 5 16,-8-1-10-16,15-13-1 16,0-6-1-16,0-6 2 15,0-6-7-15,0-5 10 16,0-4-10-16,0-4 3 15,0 0 0-15,0 0 3 16,-6 0-2-16,-1 0 0 16,1-20-8-16,-6-8 6 15,-4-13-17-15,4-11 9 0,6 8 11 16,-10-8 0 0,4 9 4-16,6 5-1 0,6 11-3 15,0 3-3-15,0 0 3 16,6-4 2-16,40 4 1 15,10-4 0-15,9 3 4 16,10 2-2-16,-4 7-9 16,-9-4 4-16,3 7-4 15,-9 1 2-15,-25 12-19 16,-9 0-17-16,-10 0-31 16,-12 12 44-16,0 37-9 15,0 10-75-15,0 2-111 16,-25-21-297-16</inkml:trace>
  <inkml:trace contextRef="#ctx0" brushRef="#br0" timeOffset="-173295.84">32077 6653 232 0,'0'0'101'0,"0"0"34"0,0 0-51 0,0 0-57 0,0 0-6 15,0 0-10-15,0 0-4 0,0 0-4 16,0 0 23 0,0 0-3-16,0 0 43 0,0 4 63 15,0 12-58 1,0-4-27-16,0 0-23 0,0 4 0 15,0-4-19-15,0 8 2 16,0 0-2-16,0 8 11 16,0 4-5-16,0 4 19 15,0 5-2-15,0 2-19 16,0 6 2-16,-13-9-1 16,-2 0-14-16,-4-15-8 15,-9-6-67-15,0-7-249 16</inkml:trace>
  <inkml:trace contextRef="#ctx0" brushRef="#br0" timeOffset="-164754.52">32151 7892 129 0,'0'0'346'0,"0"0"-277"0,0 0-51 0,0 0-12 15,0 0 1-15,0 0-4 16,0 0 15-16,0 0-16 16,0 0 24-16,0 0 6 15,0 0 61-15,-16 12-3 16,10-8-23-16,-6 4-18 16,12 0-25-16,0-8-2 15,0 0-16-15,0 0 13 16,0 0-19-16,0 0-1 15,0 0-10-15,0 0 9 16,0 0 4-16,0 0 1 0,0 0 2 16,0 0-4-1,0 0-2-15,18 0 3 0,51-28-11 16,24-16 14 0,12-20-10-16,16 0-6 0,6 12-2 15,0 3-3-15,-12 9 0 16,-34 16 15-16,-29 12-13 15,-39 12-1-15,-13 0-86 16,-19 0-38-16,-68 17-314 16</inkml:trace>
  <inkml:trace contextRef="#ctx0" brushRef="#br0" timeOffset="-156527.15">18855 2719 294 0,'0'0'98'0,"0"0"-86"0,0 0 46 0,0 0 38 0,0 0-36 15,0 0-21-15,0 0-30 16,-62 0 1-16,62 0-1 15,-6 0-10-15,0 0 1 16,6 0 0-16,-6 0 14 16,-1 0 1-16,-8 0 31 15,15 0-3-15,-19 0 20 16,19 0-57-16,-6 0 4 16,0 0-10-16,6 0-11 0,-6 0 0 15,-10 0-4 1,-2 0 13-16,11 0 4 0,-14 0-2 15,-4 0 5-15,16 0-5 16,-4 0 5-16,13 0-5 16,0 0 3-16,0 0-3 15,0 0 0-15,0 0 0 16,0 0 23-16,-6 0-9 16,6 0 31-16,0 0-18 15,0 0 9-15,0 0-33 16,0 0-3-16,0 0-14 15,0 0 13-15,53-9-3 16,9-10 8-16,3 7-2 0,-6-4 1 16,-10 16-4-1,-2 0 1-15,-7 0-3 0,7 0 2 16,-1 0-9-16,-12 0-1 16,-9 0-2-16,3 0 12 15,-16 0-50-15,1 0-37 16,2 0-29-16,-2 0 0 15,15 0-146-15</inkml:trace>
  <inkml:trace contextRef="#ctx0" brushRef="#br0" timeOffset="-156008.28">19116 2586 43 0,'0'0'165'0,"0"0"-158"0,0 0 29 0,0 0 90 16,0 0-28-16,0 0-74 15,24 24 2-15,4-20-20 16,7-4 1-16,-1 13 0 15,12-10-3-15,-12 13 3 16,-15-4-7-16,-7 9 0 16,-6-1 22-16,-6-4 7 15,0 4-27-15,0-9 15 16,0 9-17-16,0 1 28 16,-6-1-6-16,-34 8 12 0,0-4 17 15,9-1 28 1,-3-6-48-16,6-4-31 0,9-10-44 15,-9 9-106-15,16-12-49 16</inkml:trace>
  <inkml:trace contextRef="#ctx0" brushRef="#br0" timeOffset="-120992.64">19041 9537 193 0,'0'0'146'0,"0"0"-82"0,0 0 55 0,0 0-27 0,0 0 6 0,0 0-2 16,0 0-54-16,0 0 7 16,0 0-18-16,53 7 25 15,-44-7-3-15,-3 0-8 16,1 0-25-16,-7 0 9 16,0 0-6-16,0 0-15 15,6 0 8-15,22 0-14 0,3-48 21 16,25-20-9-16,-10-16 3 15,7-8-11-15,-19-1-12 16,12 5-6-16,-18 9 5 16,3 10 0-16,-3 9 1 15,6 23-8-15,-21 18 13 16,-7 19-10-16,-6 0-2 16,0 24 13-16,0 35 1 15,0 22 17-15,0 12-11 16,22-1-5-16,-10-1-2 15,-6 2-11-15,-6-5-6 16,0-12-48-16,0-12 1 16,0-15-54-16,0-21-194 0,0-16-180 15</inkml:trace>
  <inkml:trace contextRef="#ctx0" brushRef="#br0" timeOffset="-120758.73">19342 9304 1008 0,'0'0'106'0,"0"0"-104"0,0 0 38 0,0 0-30 0,0 0-10 0,0 0-39 16,236 43-24-16,-205-34-97 15,-16 3-123-15,-9 0-114 16</inkml:trace>
  <inkml:trace contextRef="#ctx0" brushRef="#br0" timeOffset="-120342.2">19909 9400 394 0,'0'0'155'0,"0"0"-62"16,0 0 91-16,0 0-69 15,0 0-30-15,0 0-39 16,-93 144-9-16,93-115-19 15,16-1 10-15,37-12-16 16,12-4-7-16,15-9 5 16,1-3-4-16,18 0 2 15,-12-23-8-15,9-34 0 16,-18-10 1-16,-16-18-2 16,-16-11-14-16,-27-8-14 15,-19 12 5-15,0 15-25 0,-25 21-42 16,-56 32 3-1,-18 24 77-15,-37 0-105 0,2 60 116 16,-11 16 24-16,36 4 83 16,32 0-23-16,21-11-65 15,50-13-19-15,6-20-45 16,0-16-225-16</inkml:trace>
  <inkml:trace contextRef="#ctx0" brushRef="#br0" timeOffset="-119676.58">21407 8859 420 0,'0'0'144'0,"0"0"-79"0,0 0-32 0,0 0 33 0,0 0 52 16,0 0-6-16,16 0-31 0,-16 0-6 15,-35 20-46-15,-5 4-21 16,-13 4 7-16,-21 12-12 16,6 4-3-16,-25 12 9 15,12 9-4-15,22 2-2 16,13 5 23-16,12-3-8 15,21-5 17-15,13-12-5 16,0-11-18-16,25-10-12 16,49-11-14-16,20-7 6 15,-1-10-19-15,15-3 13 16,-15 0-7-16,0 0 8 16,0-19-36-16,-18-22-38 15,-23 9-54-15,-24-4-301 0</inkml:trace>
  <inkml:trace contextRef="#ctx0" brushRef="#br0" timeOffset="-87004.65">23066 9019 49 0,'0'0'330'0,"0"0"-257"0,0 0-30 0,0 0 10 15,0 0-31-15,0 0 39 16,0 0-29-16,0 0-19 16,0 0 3-16,0 16 85 15,0 8-32-15,0 12-16 16,0 0-11-16,0 5-24 0,0-2 22 15,0-3-33 1,0 0 11-16,0 9-18 0,6 3 9 16,7 4-5-16,-4-4 3 15,-3 16-3-15,-6-8 0 16,0 1 7-16,0-13-7 16,0 1-6-16,0-18 2 15,0 1-5-15,0-8 0 16,0-4-4-16,0-4-15 15,0 1-7-15,0-10 29 16,0 1-79-16,0-4-203 16,0 0-150-16</inkml:trace>
  <inkml:trace contextRef="#ctx0" brushRef="#br0" timeOffset="-86420.86">23019 9649 75 0,'0'0'106'0,"0"0"-25"0,0 0 87 0,0 0-66 0,0 0-36 0,0 0 0 15,121-25-4-15,-90 18-19 16,25-9 10-16,-9 3-8 16,5 1-13-16,1 1-25 15,-13-2 23-15,13 5-6 0,9 4-14 16,-28 4-10-16,-3 0 1 16,3 0-3-1,-12 0 4-15,-3 12-1 0,9 12 2 16,-16-4-6-16,0 1 6 15,-12 15 2-15,0-8 2 16,-12 3 7-16,-47 2-14 16,-3-9-5-16,-12 8-2 15,2 0 14-15,-14-4-9 16,11-3 2-16,22-2-2 16,13-7-2-16,12-11-12 15,16-5-59-15,12-5-161 16,0-47-80-16</inkml:trace>
  <inkml:trace contextRef="#ctx0" brushRef="#br0" timeOffset="-85886.7">23940 9704 404 0,'0'0'199'0,"0"0"-58"0,0 0-31 0,0 0-51 15,0 0-47-15,0 0-12 16,0 0-9-16,0 0 7 16,0 0 4-16,0 0 10 15,0 0-11-15,0 13 5 16,0-5-6-16,0 0-13 15,0-4-1-15,-6 1-27 16,6-5-40-16,0 0-155 0</inkml:trace>
  <inkml:trace contextRef="#ctx0" brushRef="#br0" timeOffset="-85039.78">24275 9067 532 0,'0'0'102'0,"0"0"-48"0,0 0-45 0,0 0-9 0,0 0-38 15,0 0-9-15,0 25 44 16,6-9 6-16,1 12 39 15,-7 8 90-15,15 0-13 16,-15 3-74-16,6-3-41 16,7 13 0-16,-7-5 3 15,0 8-10-15,3-4 10 16,-9 13-5-16,13-10-1 16,-13 1 11-16,12-11 0 15,4-1-2-15,-10-4-5 16,0-4 0-16,7-4-10 15,-7-12 5-15,3 1 0 0,-9-9-10 16,0-1 5-16,0-3-4 16,0 0 6-16,0-4 3 15,0 0 2-15,0 0 4 16,12 0 0-16,-5 0-12 16,5 0 0-16,10-28-12 15,12-8-3-15,-16 16 19 16,17 0 0-16,-23 20 2 15,-6 0 11-15,16 0 9 16,9 0 11-16,9 0-22 16,1 0-5-16,5 0-2 15,-6 0-4-15,-6 0 0 0,-6 20-1 16,-9 8 3-16,3 5 3 16,-4-2-3-16,4-15-5 15,3-16-38-15,15 0-241 16,-6-39-274-16</inkml:trace>
  <inkml:trace contextRef="#ctx0" brushRef="#br0" timeOffset="-84339.25">23153 10371 282 0,'0'0'160'0,"0"0"-117"0,0 0 41 0,0 0-21 0,0 0 12 15,0 0-16-15,-13 0-19 16,13 0-35-16,0 0 14 16,0 0 12-16,13 8 47 15,39-5-47-15,29 14 9 16,28-9-26-16,36-4-13 15,1-4 5-15,9 0-5 16,0 0-2-16,-3 0-15 16,-12 0-8-16,-19-8-27 15,-19-5 7-15,-15-3-99 16,-22 1-47-16,-12-9-79 0</inkml:trace>
  <inkml:trace contextRef="#ctx0" brushRef="#br0" timeOffset="-83739.53">23748 10885 429 0,'0'0'0'0,"0"0"0"0,0 0 1 0,0 0-1 0,0 0-8 15,0 0-3-15,220-45-9 16,-220 49 20-16,0 44 79 15,0 12 33-15,-34 9 24 16,-12 6-32-16,-1-3-41 16,19-11-8-16,22-17-30 15,6-16-8-15,0 0-15 16,28-20 8-16,25-8-9 16,21 0-2-16,-9-12-11 15,10-20-3-15,-23 8 14 0,4 3-7 16,-9 10 4-1,-16-1-16-15,3-4 3 0,0 4-64 16,6-4-150-16,-12 0-42 16,3-1-4-16</inkml:trace>
  <inkml:trace contextRef="#ctx0" brushRef="#br0" timeOffset="-83074.13">25165 10447 0 0,'0'0'253'0,"0"0"-32"0,0 0-66 0,0 0 41 0,0 0-92 0,0 0-42 15,106-12-9-15,-51-5 9 16,10-2-38-16,-12 2-12 15,9 6-11-15,-21-1-2 16,-10 12-6-16,3-5-10 16,6 5 2-16,-28 0-10 15,4-3 0-15,-16-2-39 16,0-3-27-16,0-4-202 16,0-4-65-16</inkml:trace>
  <inkml:trace contextRef="#ctx0" brushRef="#br0" timeOffset="-82907.88">25165 10447 699 0,'161'-196'136'0,"-108"196"-115"15,6 0 21-15,22 0-42 16,-7-25-47-16,-15-11-88 0,-13 8-117 15</inkml:trace>
  <inkml:trace contextRef="#ctx0" brushRef="#br0" timeOffset="-79410.63">26908 9392 338 0,'0'0'273'0,"0"0"-264"0,0 0 63 0,0 0 16 15,0 0-31-15,0 0-17 16,0 0 10-16,-59 40-29 16,53-36 21-16,-16 0 19 15,3 8-23-15,-9 8-9 16,-12 9-20-16,0 2 11 16,-13 13-18-16,7 4 21 15,11 4-23-15,-5 1 6 16,15-4-3-16,4 2-4 0,8 1 1 15,13 0 0 1,0-7-4-16,0-6 9 0,0-14-13 16,28-1-2-16,25 0 7 15,21-8-7-15,4-8 5 16,2 8 0-16,-11-8-4 16,-10-4 7-16,-13-4 1 15,-6 0-5-15,-12 0 8 16,6-16-7-16,-27-20-13 15,-1-4 4-15,-6 4-11 16,0-4-20-16,0 11 8 16,-13 9 10-16,-27 9 23 15,-13 11-23-15,-9 0 10 0,-12 0 17 16,3 24 1-16,2 12 2 16,17 0 28-16,18-4-21 15,9 8-10-15,15-8 0 16,-8 4-72-16,5-12-435 15</inkml:trace>
  <inkml:trace contextRef="#ctx0" brushRef="#br0" timeOffset="-78527.45">27410 9961 331 0,'0'0'212'0,"0"0"-169"0,0 0 6 0,0 0 1 0,0 0-1 0,0 0 49 16,0 0-18-16,0 0-30 15,0 0-26-15,0 0 41 16,0 0-38-16,0 0-24 16,0 0-3-16,0 0 0 15,0 0 0-15,0 0 0 16,0 0-2-16,0 0 2 16,0 0-3-16,-12 0-35 15,-4 0 23-15,4 0-17 16,6 0-65-16,-1-11-165 15,-5-1-132-15</inkml:trace>
  <inkml:trace contextRef="#ctx0" brushRef="#br0" timeOffset="-74831.55">20024 5445 53 0,'0'0'186'0,"0"0"-175"0,0 0 34 0,0 0 86 0,0 0-63 0,0 0-41 15,0 0 31-15,220-75 37 16,-186 75 14-16,-15 11-43 15,21-3-17-15,-6 1-37 16,19-1 19-16,3-5-18 16,3 10 2-16,-6-5-1 15,15 4-8-15,-9 4 15 16,9-8-16-16,-3 0-5 16,3-4 1-16,7-4-5 15,-10 0 9-15,9 0 3 16,-15 0-6-16,-12 0 10 0,-1 0-12 15,-6 0 0-15,22 0 2 16,13-12 2-16,18-9-1 16,0 6 6-16,-12 2-17 15,-23 10 12-15,-5 3-8 16,-12 0 5-16,5 0-3 16,4 0 2-16,2 0 0 15,7 0 1-15,3 0 2 16,10 0-6-16,-4 0 14 15,-3 0-15-15,3 0 8 16,-15 0-7-16,9 0 3 16,-9 0 0-16,5 0-6 0,35 0 13 15,-6 0-10 1,16-16 8-16,8-4-10 0,-2 3 10 16,-29 14 0-16,1-5-5 15,-34 8-5-15,-23 0 4 16,10 0 2-16,7 0 13 15,-1 0-9-15,7 0 11 16,33-21-15-16,-12 6 7 16,-9-6-5-16,-12 1-6 15,-29 8-7-15,-8 4-33 16,-10 4-48-16,0-3-193 16</inkml:trace>
  <inkml:trace contextRef="#ctx0" brushRef="#br0" timeOffset="-72166.74">27977 9974 342 0,'0'0'128'0,"0"0"-55"0,0 0-30 0,0 0 26 0,0 0-34 0,0 0-24 0,-12 132-9 0,6-124-2 16,6 8 3-16,-6 0 10 16,6 4 30-16,-7 4 19 15,-2 1 20 1,-9-2-45-16,18-7-1 0,-7-4-29 16,1-4-2-16,6-8-5 15,0 0 0-15,0 0 0 16,0-20-1-16,-9-19-5 15,9-10 12-15,0-11-4 16,0 4-1-16,0 8-2 16,0 4-2-16,0 0 3 15,0 3 0-15,22 10-5 0,12-5 1 16,0 8-9-16,-9 7 8 16,-4 9 5-16,-15 12-1 15,7 0 2-15,9 0 8 16,2 0 8-16,17 0-17 15,-7 0-7-15,12 0-40 16,-5 0-2-16,-7 0-12 16,-22 0 59-16,16 0 2 15,-28 0 9-15,0 33-8 16,0-2 17-16,0 10-9 16,0-18-8-16,0-7 1 0,0-16-2 15,0 0-103-15,0-3-161 16</inkml:trace>
  <inkml:trace contextRef="#ctx0" brushRef="#br0" timeOffset="-71333.96">27959 9516 118 0,'0'0'147'0,"0"0"-42"0,0 0 23 0,0 0-21 16,0 0-14-16,0 0 24 0,6 49-22 15,-6-38-35 1,0 9-54-16,0 1 21 0,0 7-12 15,0 8 35 1,0 20-15-16,0 4 6 0,0 1-11 16,0-5-20-16,-12 4-10 15,-10-24-28-15,10-21-34 16,5-7-161-16,7-8-368 16</inkml:trace>
  <inkml:trace contextRef="#ctx0" brushRef="#br0" timeOffset="-70499.64">26629 10628 384 0,'0'0'99'0,"0"0"-23"0,0 0 27 0,0 0-4 16,0 0-16 0,0 0-14-16,0 3-35 0,6-3 1 15,40 0 11-15,23 0 22 16,51 0-32-16,39 0 21 16,61-20-27-16,34-16 0 15,16-4-10-15,-31 16-6 16,-38 0-14-16,-49 16-21 15,-43 0-36-15,-16 8-23 0,-25 0-33 16,-22 0-117 0,-27 0-113-16</inkml:trace>
  <inkml:trace contextRef="#ctx0" brushRef="#br0" timeOffset="-69851.27">27391 11004 415 0,'0'0'181'0,"0"0"-129"0,0 0 74 0,0 0-21 15,0 0-38-15,0 0-3 16,314-136-14-16,-287 136-50 16,-27 48 0-16,0 16-3 15,0 16-36-15,-62 0-13 16,-3 9 36-16,-3-9 16 16,9-8 0-16,13-11 37 15,18-17 20-15,22-25-13 16,6-7-44-16,12-12-4 0,69 0-7 15,18-3 5-15,16-25-8 16,-10 0 5-16,4 3-18 16,-4 9-16-1,-37 4-95-15,-34 12-182 0,-15 0-196 16</inkml:trace>
  <inkml:trace contextRef="#ctx0" brushRef="#br0" timeOffset="-67470.55">29450 10655 201 0,'0'0'231'0,"0"0"-211"0,0 0-20 0,0 0 0 0,0 0 2 16,0 0 19-16,0 0-15 16,13-19 23-16,-13 19 23 15,0 0 20-15,0 0-31 16,0 0-12-16,0 0-19 15,0 0 3-15,0 0 3 16,0 0 7-16,0 0 59 16,0 0-30-16,0 0-6 15,0 0-21-15,0 0-6 16,6 0-19-16,16 0 1 16,2 0-1-16,23 0 2 15,15-21 11-15,-3 6-3 16,15-2 11-16,-21 1-19 15,-13 8-4-15,-6 0-37 0,-15 8 2 16,3 0-20 0,-10 0-14-16,0 0-39 0,-12 0-37 15,0 8-240-15</inkml:trace>
  <inkml:trace contextRef="#ctx0" brushRef="#br0" timeOffset="-67309.74">29450 10655 745 0</inkml:trace>
  <inkml:trace contextRef="#ctx0" brushRef="#br0" timeOffset="-67236.56">29450 10655 745 0,'127'-232'180'0,"-127"244"-164"0,0-12-2 15,0 0 15-15,31 0-32 16,25 0-1-16,-15-12-16 16,-10-4-14-16,-10 8-80 15,-2-1-122-15</inkml:trace>
  <inkml:trace contextRef="#ctx0" brushRef="#br0" timeOffset="-66438.59">30846 9933 573 0,'0'0'194'0,"0"0"-145"0,0 0 41 0,0 0-55 0,0 0-21 15,52-36 7-15,-24 28-13 16,6-8 9-16,7 16-16 16,-1-4 19-16,-9 4-20 15,3 0-2-15,-6 0-6 16,-3 0-1-16,-4 28 7 15,-21 20 2-15,0-7 2 16,0-2 0-16,0-6 7 16,0-13-5-16,0-12 3 15,0-8-4-15,0 0-6 0,0 4 1 16,7-4-30 0,39 7 29-16,22 10 3 0,-9-5-2 15,-12 8 4-15,6 8-4 16,-32 5-2-16,7 6 1 15,-28 9 0-15,0 17 3 16,-34 11 2-16,-81 12 24 16,-30 0 1-16,-29-11-20 15,19-21 12-15,28-33-10 16,52-10-1-16,44-13-8 16,31 0-34-16,0-41-62 0,19-3-207 15,27 0-30 1</inkml:trace>
  <inkml:trace contextRef="#ctx0" brushRef="#br0" timeOffset="-65772.56">31949 9961 569 0,'0'0'128'0,"0"0"-37"0,0 0-23 0,0 0-16 0,0 0 18 15,0 0-15-15,25 153-36 0,3-101 6 16,0 4-15-16,-9-4 0 16,2 5-10-16,-2 2 0 15,-19-2 7-15,0-1 0 16,0-8-6-16,0-7 6 16,0-18-6-16,0-10 9 15,6-13-17-15,-6 0 9 16,0 0-4-16,16-20 4 15,-16-24 3-15,0-9 3 16,0-11-6-16,0 7 4 0,6-2-4 16,19-10-4-1,15 6-4-15,6-6 1 0,23 13 2 16,-17 15 3-16,10 18-4 16,-9 7 9-16,0 0-10 15,0 16 12-15,-7 0-18 16,-12 0-15-16,6 0-14 15,-27 24-52-15,-13 7-161 16</inkml:trace>
  <inkml:trace contextRef="#ctx0" brushRef="#br0" timeOffset="-53148.36">18248 12886 527 0,'0'0'75'0,"0"0"-75"0,0 0-50 0,0 0 50 0,0 0 10 16,0 0 18-16,0 0-12 16,86-77-16-16,-79 77 40 15,-7-4-23-15,0 0-17 16,0-8-32-16,6 1-149 15,12 6-243-15</inkml:trace>
  <inkml:trace contextRef="#ctx0" brushRef="#br0" timeOffset="-52546.44">18514 12601 51 0,'0'0'236'0,"0"0"-227"16,0 0-7-16,0 0 52 0,0 0 62 0,0 0-22 0,-22-17-2 15,22 14-20-15,0 3 21 0,0 0-21 16,0 0-27-16,0 0-12 16,0 0 1-16,0 0 28 15,0 0-49-15,0 0 24 16,0 0-32-16,0 0 43 15,0 12-37-15,0 19 6 16,0 13-8-16,0 5 2 16,0-13-11-16,28 4 8 15,-21 4-21-15,-7 5 25 16,0 23-24-16,0-16-2 16,0-4 2-16,0-28-45 15,0-20-56-15,0-4-153 0,0-40-150 16</inkml:trace>
  <inkml:trace contextRef="#ctx0" brushRef="#br0" timeOffset="-51934.22">18365 12296 312 0,'0'0'317'0,"0"0"-200"0,0 0-2 0,0 0-18 0,0 0-50 16,0 0-21-16,16-13-22 16,30-3-2-16,1-4 5 15,6 12-5-15,-7 0 12 16,-6 8-11-16,-6 0-6 16,-6 0-7-16,-3 0 10 15,-3 5 2-15,-10 23 0 0,-12 4-2 16,0 8 2-16,0 20-9 15,0 8 15-15,0-3-17 16,-12-1 26-16,-4-28-24 16,10-12 7-16,6-24-2 15,0 0-50-15,0 0-18 16,34 0 53-16,25-13 17 16,3 2-13-16,-21 11 25 15,-17 0-24-15,-2 0 24 16,-22 11-2-16,0 14 21 15,0 11-14-15,0 8-17 0,-34 12 3 16,-34 4 4 0,-19 9 4-16,16-10 45 0,9-10-55 15,31-18 10-15,15-10-11 16,16-9-44-16,0-12-35 16,34 0-62-16,34 0-56 15,-9-28-140-15</inkml:trace>
  <inkml:trace contextRef="#ctx0" brushRef="#br0" timeOffset="-51183.86">19230 12609 280 0,'0'0'15'0,"0"0"-10"0,0 0 71 0,0 0-76 15,0 0-91-15,0 0-59 16,25 0 91-16,-25 0 59 15,0 0 122-15,0 0 82 16,0 0-69-16,0 0-94 16,0 0 2-16,0 0 42 15,0 0-52-15,0 0-10 16,0 0-17-16,0 0 34 16,0 0 12-16,0 0 5 15,0 0-38-15,0 0-7 16,0 8-6-16,-18 15 5 0,2 5 6 15,-2 8-12-15,-4 5 18 16,22-5-22-16,0 0 32 16,0-8-32-16,0-4 13 15,40-7-14-15,28-2-8 16,7-15 8-16,5 0-7 16,13-7 4-16,-6-42 6 15,-15-12-6-15,-10-6 6 16,-22-18-8-16,-28 18 6 15,-12-2-2-15,0 13-5 16,-6 12-1-16,-47 12 1 16,-15 15 6-16,-12 17-3 0,-20 0-2 15,20 21-9-15,-13 43 17 16,12 8-6-16,13 12 3 16,37-15-75-16,21-17-249 15</inkml:trace>
  <inkml:trace contextRef="#ctx0" brushRef="#br0" timeOffset="-50634.92">20297 12388 386 0,'0'0'211'0,"0"0"-127"0,0 0-52 0,0 0 23 0,0 0-41 0,0 0-11 16,0 0 31-16,0 0 43 15,0 0 10-15,0 0-24 16,0 12-7-16,-25 12-54 15,-9 0 13-15,6 0-6 16,3 8 9-16,-2 16-11 16,8 17-4-16,-9 11 12 15,28-4-14-15,0-16-2 16,0-4 15-16,0-20-28 16,74-7 6-16,7-18 6 15,24-7-8-15,4 0 3 0,18 0-17 16,-15-20-4-1,-4-16-33-15,-36-12-54 0,-38-4-204 16</inkml:trace>
  <inkml:trace contextRef="#ctx0" brushRef="#br0" timeOffset="-49952.77">21742 12865 5 0,'0'0'913'0,"0"0"-901"0,0 0 22 0,0 0-20 15,0 0 11-15,0 0-23 16,322 0 7-16,-291 0-9 16,4 0-8-16,-23 0-3 15,-3 0-25-15,-9 0-37 16,0-7-184-16,0-6-1 0,-15-11-80 16</inkml:trace>
  <inkml:trace contextRef="#ctx0" brushRef="#br0" timeOffset="-49785.88">21841 12560 816 0,'0'0'257'16,"0"0"-234"-16,0 0 17 16,0 0-1-16,0 0-38 15,0 0-1-15,289-8-26 16,-255-20-134-16,-34-8-524 15</inkml:trace>
  <inkml:trace contextRef="#ctx0" brushRef="#br0" timeOffset="-31885.03">23246 11962 281 0,'0'0'124'0,"0"0"-73"0,0 0-9 0,0 0 2 15,0 0 10-15,0 0 42 16,0 0 5-16,-13-8-22 16,13 8-48-16,0 0-4 0,0 0-24 15,0 0 5 1,0 17 25-16,0 7 11 0,0 12-4 15,0 12-28-15,0 4 16 16,25 0-24-16,-3 9-4 16,12-9 6-16,-9-4-11 15,9-4 10-15,-12 0-5 16,2-4 0-16,4-8 6 16,-15 4-14-16,-7-8 18 15,0-8-19-15,-6-7 22 16,0-10-22-16,0 2 9 15,0-5 0-15,0 0-3 16,0 0 6-16,0 0-6 16,0 0 14-16,0 0-22 15,0 0 14-15,16 0-12 0,-10-5-2 16,6-15-1-16,10-12-1 16,-10 17 13-16,-5 2 0 15,5 10-4-15,16-2-4 16,6-7 4-16,19 12-1 15,6-3-5-15,9 3 7 16,-9 0-24-16,-25 0 10 16,-6 3 0-16,-10 14-3 15,-18 2 17-15,0 6 6 16,0 3 24-16,-31 11-12 0,-37 10 22 16,0 3-11-16,-3-7 18 15,9-14-19-15,21-19-14 16,16 0-11-16,19-8-5 15,-3-4-23-15,9 0-98 16,0 0-241-16</inkml:trace>
  <inkml:trace contextRef="#ctx0" brushRef="#br0" timeOffset="-31532.94">24477 12645 483 0,'0'0'254'0,"0"0"-249"0,0 0 3 0,0 0-6 0,0 0 20 0,0 0-22 15,0 0 0 1,0 0-49-16,0-5-49 0,-6 5-45 15</inkml:trace>
  <inkml:trace contextRef="#ctx0" brushRef="#br0" timeOffset="-31312.93">24477 12645 417 0</inkml:trace>
  <inkml:trace contextRef="#ctx0" brushRef="#br0" timeOffset="-31135.25">24477 12645 417 0,'239'220'238'16,"-239"-232"-193"-16,0-36-14 0,0-12 75 16,0-12-50-16,-7 8-5 15,-17-16 17-15,-4 8-27 16,0-9 7-16,3 9-31 16,19 15 11-16,-10 13-26 15,16 21 11-15,0 7-12 0,0 3-2 16,0 9-1-16,0-4-50 15,0 8-19-15,16 0-80 16,-4 0-125 0,13 5-138-16</inkml:trace>
  <inkml:trace contextRef="#ctx0" brushRef="#br0" timeOffset="-30835.05">24771 12552 239 0,'0'0'209'16,"0"0"-205"-16,0 0 42 16,0 0-3-16,227-36-22 15,-193 36 16-15,6 0-33 16,-15 21 28-16,3-6 10 15,-10 14 9-15,4-17-33 16,-9 4-17-16,8-1 1 16,-2-10 4-16,15-5-6 15,6 0-79-15,-6 0-32 0,4-28-152 16</inkml:trace>
  <inkml:trace contextRef="#ctx0" brushRef="#br0" timeOffset="-30150.52">23246 13154 484 0,'0'0'20'0,"0"0"-9"0,0 0-11 0,0 0 63 15,394-93-1-15,-227 70 79 16,0 7-69-16,13 8-17 16,-12 8-36-16,-13 0-12 15,-9 0-7-15,-19 0-63 16,-19 0-89-16,-21 0-16 15,-16 0-181-15</inkml:trace>
  <inkml:trace contextRef="#ctx0" brushRef="#br0" timeOffset="-29586.56">24195 13490 293 0,'0'0'270'0,"0"0"-243"0,0 0-23 0,0 0 9 0,0 0 7 15,0 0-16-15,80-3 14 16,-80 3-10-16,0 11 82 16,0 30 88-16,-12 7-110 15,-28 16-58-15,-7-4-2 16,19-7 14-16,22-13-6 16,6-17-16-16,0-10 0 15,12-9-3-15,35-4-8 0,15 0 11 16,3 0 5-16,3-25-3 15,-9 10 4-15,-12-9-1 16,-20 11-5-16,1 1 6 16,-15 12-12-16,-1 0-42 15,4 0-9-15,-10-8-99 16,-6 0-141-16</inkml:trace>
  <inkml:trace contextRef="#ctx0" brushRef="#br0" timeOffset="-29035.38">25612 13282 454 0,'0'0'339'0,"0"0"-235"0,0 0-61 0,0 0-43 15,0 0 10-15,0 0-14 0,229-11 15 16,-176 6-13-16,-13-7 3 16,-21 12-2-16,-7 0-10 15,-3 0-37-15,-9 0-65 16,0-8-36-16,0 0-22 15</inkml:trace>
  <inkml:trace contextRef="#ctx0" brushRef="#br0" timeOffset="-28885.47">25612 13282 618 0,'21'-285'267'0,"-14"285"-216"0,17 0 3 16,26 0 26-16,9 0-42 15,21 0-38-15,7 0-7 16,-12-16-104-16,-10-35-282 16</inkml:trace>
  <inkml:trace contextRef="#ctx0" brushRef="#br0" timeOffset="-27735.55">27370 12969 171 0,'0'0'261'0,"0"0"-261"16,0 0-7-16,0 0 7 0,0 0 49 0,0 0 53 15,-75 28-26-15,63-20 9 16,-1 1-4-16,1 2-20 15,3 2-47-15,-10-5-14 16,13 0-18-16,-10 4 3 16,4-4 15-16,6 8 20 0,-7-4 38 15,-2 0-22-15,3 0 9 16,12-8-36-16,0-4 2 16,-7 0-7-16,7 0 5 15,0 0 25-15,0 0 2 16,0 0 1-16,0 0-29 15,0 0 19-15,0-16-23 16,-6-32-4-16,6-16 0 16,-15-13-9-16,15-3-5 15,0 13 0-15,0 6 1 16,-7 1 1-16,7 12 5 16,0-1 14-16,0 13-15 15,0 13-12-15,0 18-4 16,0 5-17-16,0 0-11 0,0 33 49 15,-24 6 3-15,8 2-4 16,-2 7-2-16,-23-12-74 16,13 4-252-16</inkml:trace>
  <inkml:trace contextRef="#ctx0" brushRef="#br0" timeOffset="-27304.82">27432 13002 454 0,'0'0'8'0,"0"0"-7"0,0 0-1 0,0 0 22 16,0 0 3-16,0 0-23 16,77 59 58-16,-55-90 4 15,6-10 41-15,-10-7 8 0,1 4-49 16,3-3-38-16,-4 2-6 15,-2-3-17-15,-4 8 7 16,-12-9-20-16,0-2-31 16,0 2-134-16,0 18 21 15,-34 18 14-15,-12 13-92 16,-1 5 195-16,-12 50 37 16,-15 18 16-16,15 3-16 15,-3-12-56-15,37-16-41 16</inkml:trace>
  <inkml:trace contextRef="#ctx0" brushRef="#br0" timeOffset="-26638.67">28139 12853 272 0,'0'0'153'0,"0"0"-66"0,0 0-2 0,0 0 21 0,0 0 43 16,0 0-83-16,0 8-28 15,0-8-34-15,0 0-8 16,0 0 10-16,0 0-7 16,0 0 6-16,0 0 8 15,0 0 3-15,0 0 18 16,0 0-21-16,-13 0-13 16,-2 0 0-16,2 0-15 15,-5 0-35-15,-4 0 23 0,3 0 16 16,4 0 1-16,-4 0 6 15,1 0-139-15,-10 0-194 16</inkml:trace>
  <inkml:trace contextRef="#ctx0" brushRef="#br0" timeOffset="-25373.53">28526 12581 443 0,'0'0'134'0,"0"0"-131"0,0 0-6 0,0 0 6 0,0 0-19 16,0 0 29-16,-12 67-13 16,12-42 21-16,0 6 64 15,0 2 41-15,0-1-64 16,0 8-36-16,0 1-17 15,0-5 11-15,0 8-19 16,0-8 22-16,6-13-15 16,6-2 3-16,-5-17-8 15,2-4-5-15,-9 0 2 16,0 0 0-16,0 0 0 16,0 8 7-16,0-8-8 0,0 0 5 15,0 0-8 1,0 0 5-16,0 0-7 0,0-8 6 15,19-20 0-15,-13-8 5 16,9 8-4-16,-2 0 8 16,5-13-8-16,10-3 18 15,6-12-14-15,7-4-6 16,-1 7 1-16,0 6-2 16,-3 6-10-16,-2 18-3 15,-14 10 4-15,-2 13-12 16,3 0-7-16,2 0 30 15,10 8 19-15,1-3-15 16,5 3-8-16,-6-5-74 16,-9 1-162-16,-25 4-241 15</inkml:trace>
  <inkml:trace contextRef="#ctx0" brushRef="#br0" timeOffset="-24569.34">27376 13434 169 0,'0'0'126'0,"0"0"-124"0,0 0-4 0,0 0 4 0,0 0 2 0,0 0 3 15,15-44 136-15,-15 44-31 16,0 0-90-16,0 0 52 16,-9 0 13-16,3 0-16 15,0 0-12-15,6 0 33 16,-6 0-55-16,6 0 12 16,0 0-6-16,0 0-13 15,0 0-14-15,0 0-13 16,0 0-6-16,0 0-6 15,34 0 6-15,46-3 3 16,47-5 17-16,47-4-5 0,18-1 1 16,22 2-8-1,6 2-1-15,-12 1-8 16,-34 0-4-16,-25 8-7 0,-56 0-54 16,-28 0-67-16,-50 0-230 15</inkml:trace>
  <inkml:trace contextRef="#ctx0" brushRef="#br0" timeOffset="-23971.56">27723 13724 605 0,'0'0'67'0,"0"0"-58"0,0 0 82 0,0 0 32 0,0 0-78 16,0 0-38-16,149-24-1 15,-137 48-2-15,-12 19 5 16,0 22 18-16,-12 7-24 16,-50 4-3-16,15-8 7 15,7-12-8-15,28-12 1 16,12-24-3-16,0-7 0 16,0-13-27-16,40 0 9 0,35-5 4 15,11-34 11-15,-5 3 12 16,12 0-12-16,-28 11 16 15,-9 14-15-15,-31 3 5 16,15 8-4-16,-18-5-4 16,9 5-184-16,3 0-56 15,6 0-169-15</inkml:trace>
  <inkml:trace contextRef="#ctx0" brushRef="#br0" timeOffset="-23275.24">29643 13579 449 0,'0'0'326'0,"0"0"-240"0,0 0-17 0,0 0-34 0,0 0-32 16,0 0-3-16,-7-28 9 15,7 28-7-15,34-4 17 16,1 0 26-16,2 4-9 16,12-4-34-16,4-1-4 0,-6 2-1 15,-1-5-27-15,-12 8-40 16,-9 0-64-16,-10-8-130 15,-15 0-129-15</inkml:trace>
  <inkml:trace contextRef="#ctx0" brushRef="#br0" timeOffset="-23042.54">29522 13254 487 0,'0'0'255'16,"0"0"-248"-16,0 0 2 16,0 0 17-16,0 0-26 15,347 0-24-15,-273-8-89 16,-21 5-203-16</inkml:trace>
  <inkml:trace contextRef="#ctx0" brushRef="#br0" timeOffset="-20710.57">30954 12969 246 0,'0'0'348'0,"0"0"-333"0,0 0 32 0,0 0 11 0,0 0 77 15,0 0-37-15,-121 109-37 16,115-97 3-16,0-5-24 15,6-7-9-15,0 5-30 0,0 3 4 16,0 8 6-16,31-1-11 16,15 10 0-16,4-1 11 15,-13 0-11-15,19-8 0 16,-16 8-2-16,1 1-11 16,-10-2 5-16,-4 1-17 15,-14-4 19-15,2 8-9 16,-15 1 15-16,0 2 0 15,0 10 14-15,-9 3-4 16,-37-4-6-16,-13-12-8 16,6 4-2-16,-3-24 4 15,19 4-25-15,3-12-15 16,0 0-66-16,-7-20-405 16</inkml:trace>
  <inkml:trace contextRef="#ctx0" brushRef="#br0" timeOffset="-20510.27">31007 13074 566 0,'0'0'66'16,"0"0"-56"-16,0 0 60 15,0 0-70-15,0 0-29 16,341-113-215-16</inkml:trace>
  <inkml:trace contextRef="#ctx0" brushRef="#br0" timeOffset="-19877.27">31701 12966 505 0,'0'0'86'15,"0"0"-66"-15,0 0 43 16,0 0 10-16,53 264 13 15,-37-187-2-15,-10-2-47 16,6-3 19-16,1-7-42 0,-4-13 18 16,-3-8-24-16,-6-8-7 15,0-7-1-15,0-9 0 16,0-9-2 0,0-6 5-16,0 3-9 0,0-8 12 15,0 0-15-15,0 0 9 16,0-8-3-16,6-28-23 15,0-17 26-15,22-19-2 16,-3-4 5-16,3-5-6 16,6 1 7-16,7 16-15 15,-10 17 22-15,9 22-10 16,-6 9 4-16,-6 16 8 16,18 0-6-16,-5 0 5 15,24 36 3-15,3 5-13 0,-3-5-4 16,3-8-4-16,-9-9-2 15,-18-14-53-15,-20 2-47 16,-21-2-315-16</inkml:trace>
  <inkml:trace contextRef="#ctx0" brushRef="#br0" timeOffset="-3209.4">30005 3629 149 0,'0'0'326'0,"0"0"-298"0,0 0-15 0,0 0 1 0,0 0 31 0,0 0-7 16,0 0 11-16,0 0 30 15,0 3-2-15,0-3-18 16,0 0-40-16,0 0-19 15,0 0-6-15,0 0-15 16,0 0 6-16,0 0 15 16,0 0 8-16,0 0 5 15,0 5 9-15,0-5-19 16,0 0 9-16,0 0-1 16,0 0-22-16,0 0 7 15,-9 12 4-15,-3-4-1 16,-1 0-1-16,-2 4 0 0,8-4 4 15,1-4 40 1,0 0-38-16,6-4 0 0,0 0 3 16,0 0-14-16,0 0 6 15,0 0 1-15,0 0-3 16,0 0 6-16,0 0 20 16,0 0-16-16,0 0 17 15,87-48-10-15,52-32-13 16,63-36 3-16,46-25 6 15,25 5-10-15,-13 7 2 16,-5 9-5-16,-35 16 8 16,-25 23-10-16,-55 22 12 15,-54 38-19-15,-51 13-1 0,-35 8-31 16,0 16-87-16,-47 28-127 16</inkml:trace>
  <inkml:trace contextRef="#ctx0" brushRef="#br0" timeOffset="12260.5">30765 4082 474 0,'0'0'77'0,"0"0"-18"0,0 0 28 0,0 0-17 0,0 0-16 16,0 0-36-16,0 0 9 16,-6 0-23-16,6 0 30 15,0 0-25-15,0 0 8 16,0 0 7-16,-6 0 4 15,-1 0 7-15,7 0-11 16,0 0 14-16,0 0-9 16,0 0 10-16,0 0-36 15,0 0 5-15,0 0-4 16,0 0-8-16,0 20-9 16,65 20 10-16,16 12 3 15,12 5 1-15,-6-6 2 0,-6 6-1 16,-19 2-4-16,-4 7-26 15,-11 1 5-15,-1 5-12 16,-11 0-19-16,-14-15-15 16,-2-9-153-16,-19-28-21 15</inkml:trace>
  <inkml:trace contextRef="#ctx0" brushRef="#br0" timeOffset="13326.51">30371 4251 114 0,'0'0'104'0,"0"0"-44"0,0 0 20 0,0 0-41 16,0 0-23-16,0 0-16 15,53 48 6-15,-53-45-6 16,0 2 7-16,0 6 56 15,0 6 7-15,0 3 16 0,9 0-47 16,4 0-33-16,11-4-6 16,-2-9-22-16,-3-2 17 15,-4-5 5-15,-9 0 0 16,-6 0 12-16,0 8 39 16,0-4 26-16,0 0 29 15,0-4-62-15,0 0-3 16,0 0-30-16,0 0-9 15,0 0-2-15,0 0-6 16,0-4 1-16,7-24 10 16,-7-16 16-16,0-20-19 15,0-17 10-15,0-2-12 16,0 3-1-16,0 14-3 0,0 22 4 16,0 24 0-16,0 4 6 15,0 5-12-15,0-1 10 16,0 7-9-16,0 5-12 15,0 0 15-15,12 0-11 16,10 21 13-16,12 11 26 16,19-4 15-16,5-1-36 15,23-6 1-15,0-9-12 16,-7-9 4-16,-3 2-4 16,-9-5-18-16,-21 0-4 15,-10 0-6-15,-10 0 9 16,-14 0-29-16,-1 0-68 0,-6 8-8 15,0 16-39-15,0 5 152 16,0-2 17-16,0-3-5 16,0-8 7-16,0-8-2 15,0-8 102-15,0 0 66 16,0 0 22-16,0 0-110 16,0 0 10-16,0 0-61 15,0 0-17-15,0 0-12 16,0 0-11-16,0 0-37 15,0 0 28-15,-6 0 18 16,-22 0-15-16,3 0 17 16,-22 5 0-16,-15 23-2 15,-9 16-6-15,-3 4 2 0,5-1-2 16,23-10 7-16,21-17-11 16,3-4-23-16,22-9-8 15,0-7-174-15,22 0-183 16</inkml:trace>
  <inkml:trace contextRef="#ctx0" brushRef="#br0" timeOffset="19654.34">16716 14834 583 0,'0'0'69'0,"0"0"-51"0,0 0 114 0,0 0-41 16,0 0-46-16,0 0 4 15,0 0 6-15,-13-19-15 16,13 19-9-16,0 0 9 15,0 0-33-15,0 0 14 16,0 0-20-16,0 0 14 16,0 0-10-16,0 0 3 15,0 0-8-15,-15 15 2 0,-10 25-8 16,-15 16 12 0,-1 16-5-16,-5 0 6 0,-1-6-14 15,1-7 10-15,18-2-4 16,-6-18 1-16,15 2 0 15,4-13-1-15,15-12-11 16,0-4-4-16,0-12-48 16,28 0 25-16,40 0-18 15,9 0 27-15,10 0 23 16,-12 0 7-16,-7 0 0 16,-22 0-11-16,-21 0 8 15,9 0-3-15,-27 0-2 16,2 0 7-16,-9 0-3 0,6 0-20 15,0 0-48-15,0-8-6 16,-6-17 61-16,0 2-11 16,13-1-27-16,-13-1-16 15,0-3-77-15,0-3-81 16</inkml:trace>
  <inkml:trace contextRef="#ctx0" brushRef="#br0" timeOffset="19821.68">16889 15131 67 0,'0'0'189'0,"0"0"-54"0,0 0 16 0,0 0-38 16,0 0 31-16,0 0-26 16,-52 257-47-16,52-169-13 15,12-7-22-15,-6 7 6 16,-6-13-28-16,0-14 11 16,0-13-22-16,0-8-6 0,0-15-37 15,0-6-58-15,0-7-209 16</inkml:trace>
  <inkml:trace contextRef="#ctx0" brushRef="#br0" timeOffset="20522.5">17277 15211 304 0,'0'0'238'0,"0"0"-203"0,0 0 23 0,0 0 23 15,0 0-25-15,0 252-54 16,0-186 9-16,0-15-8 16,0 1 15-16,0-16 1 15,0 5 42-15,0-10-30 16,0-2-8-16,0-5-10 16,0-8-4-16,0-5 23 15,6-2-22-15,0-9 4 16,-6 0-13-16,0-9 61 15,0-22-48-15,0-13 3 0,0-8-11 16,-12-4-1-16,0-5 10 16,5-3-10-16,7 0-10 15,0 4 10-15,0-4-10 16,0 12 17-16,7-4-16 16,27-1 4-16,-9 1-3 15,21 8-5-15,-6 19-34 16,-6 18 16-16,1 11-13 15,-4 0 10-15,37 16 24 16,6 20 5-16,13-12-8 16,-6-4-29-16,-16 0-202 0,-37 0-290 15</inkml:trace>
  <inkml:trace contextRef="#ctx0" brushRef="#br0" timeOffset="21403.4">18533 15087 133 0,'0'0'224'0,"0"0"-82"0,0 0-48 0,0 0-76 16,0 0 4-16,0 0-22 16,0 0 48-16,0 0 8 15,0 0 49-15,0 8-30 16,0 8-16-16,15 17 29 0,-9-2-54 16,1 13-10-16,-1 4-19 15,0 4-7-15,-6 9 4 16,0 3-4-16,0 0-1 15,0 1 1-15,0-6 1 16,0 2 2-16,0-9-2 16,0-8-53-16,0-13-16 15,-6-1-31-15,6-27-200 16</inkml:trace>
  <inkml:trace contextRef="#ctx0" brushRef="#br0" timeOffset="21788.34">18052 15540 810 0,'0'0'68'0,"0"0"-39"0,0 0 56 0,0 0-13 0,0 0-37 16,434-24-17-16,-307-4-18 16,-6 8 0-16,-28 4-3 15,-24 8-27-15,-29 8-66 16,-22 0-98-16,-18 0-150 16</inkml:trace>
  <inkml:trace contextRef="#ctx0" brushRef="#br0" timeOffset="22802.78">19503 14898 288 0,'0'0'40'0,"0"0"22"0,0 0 91 0,0 0-67 16,0 0-26-16,0 0 50 15,0 5-19-15,0-5-2 16,0 0-35-16,0 0-5 15,0 0-48-15,0 0-1 16,28 0-11-16,-3 0 11 16,22 0-8-16,-7 0 8 15,0 0-2-15,7 12-1 16,-13 7 3-16,0 6 0 16,-16 6-1-16,-18 10 0 15,0 11 1-15,0 9-2 16,-18 6 10-16,-44-6 1 0,22-9-9 15,-1-16 20-15,16-13-17 16,4-2-5-16,15-9 2 16,6-4 0-16,0 0-28 15,0 4-21-15,0-4 22 16,27 3-1-16,20 2 24 16,-7 4-7-16,-21-2 10 15,-4 1 2-15,-15 0 20 16,0 1 4-16,0 6-6 15,0 17 11-15,-46 8-26 16,-29 13 23-16,13-9-25 16,-9 0 2-16,31-12-4 0,-7-8-21 15,26-15-18-15,2-14-24 16,13-3-164-16,6 0-219 16</inkml:trace>
  <inkml:trace contextRef="#ctx0" brushRef="#br0" timeOffset="23468.98">20092 15236 625 0,'0'0'186'0,"0"0"-144"0,0 0 12 0,0 0-35 15,0 0-19-15,0 0-6 16,31 16 6-16,-9 15 31 16,-3 10-2-16,-4 11 18 15,-9 8-9-15,-6 4-15 16,0-7-22-16,0 3 3 15,0-9 1-15,0-2-7 16,0-18 2-16,0 2-8 16,0-17 8-16,0-4-3 15,0-8-2-15,0-4 10 16,0 0 3-16,0 0-1 16,0-16 1-16,0-12-8 0,0-16-25 15,-6-13 18 1,6-7 4-16,0 0 1 15,0-8 1-15,0-8-10 16,6 11 11-16,29 5-6 0,-17 17-2 16,22 22-36-16,-5 17 38 15,5 8 6-15,13 0 28 16,12 20-11-16,9 9 5 16,-6 2-22-16,19-14-5 15,-16-6-48-15,-9-3-10 16,-43 9-149-16,-19 7-65 15</inkml:trace>
  <inkml:trace contextRef="#ctx0" brushRef="#br0" timeOffset="24385.88">21482 15095 192 0,'0'0'284'0,"0"0"-248"0,0 0 7 16,0 0 38-16,0 0 29 16,0 0 44-16,99 129-86 15,-84-78-16-15,-9-2-2 0,1 3 4 16,-1-4-37-16,-6 4-10 16,12 12-2-16,-12 8-3 15,0 0 11 1,0-8-8-16,0 1-10 0,0-17-3 15,0-12 4-15,0-16-38 16,0-20-54-16,0 0-125 16,0 0-279-16</inkml:trace>
  <inkml:trace contextRef="#ctx0" brushRef="#br0" timeOffset="24669.81">21522 15645 1007 0,'0'0'105'0,"0"0"-31"15,0 0-70-15,0 0-4 0,0 0-56 16,0 0-106-16,301-41-512 16</inkml:trace>
  <inkml:trace contextRef="#ctx0" brushRef="#br0" timeOffset="25416.48">22458 15155 280 0,'0'0'56'0,"0"0"26"0,0 0-17 0,0 0 10 0,0 0-30 0,0 0 23 0,13-4-18 16,-13 0 3-16,0 4 59 15,0 0-44-15,0 0-17 16,-19 0-32-16,-21 0 31 16,6 12-4-16,0 4-13 15,6 9-23-15,9-1 15 0,13-1-21 16,6-3-4-1,0 1 0-15,0-6-1 0,0 1-10 16,34 1-2-16,19-6 6 16,12 5-5-16,15 1 11 15,-5-1-5-15,5 4-3 16,1 0 2-16,-16 4-9 16,-18 0 13-16,-13 0 6 15,-13 5 12-15,-14-1-7 16,-1 8 27-16,-6 0-22 15,0 8 1-15,0 0-13 16,-40 0-1-16,-7 0-3 16,1-12-36-16,-17 0 35 15,11-8-27-15,-7-8-14 0,12-11-50 16,-8-5-69-16,2-5-28 16</inkml:trace>
  <inkml:trace contextRef="#ctx0" brushRef="#br0" timeOffset="25635.46">22678 15107 491 0,'0'0'64'0,"0"0"-23"0,0 0-41 0,0 0-91 0</inkml:trace>
  <inkml:trace contextRef="#ctx0" brushRef="#br0" timeOffset="26253.25">23326 15136 785 0,'0'0'125'0,"0"0"-78"16,0 0 6-16,0 0-11 15,0 0-36-15,-27 240-6 16,27-176 15-16,0 8-16 16,-13-4 7-16,-5-3 12 15,2-13 0-15,-3-16 2 16,13-4-10-16,-3-13-5 16,3-6-5-16,6-13-2 15,-7 0 1-15,7 0-3 16,0 0-7-16,0 0 3 15,0-4 8-15,0-41 0 16,0-6-9-16,0-9 6 16,0-4 6-16,0 3-11 15,0 1 1-15,28 12 6 0,38-1-18 16,-4 10 11-16,-10 11-12 16,7 12 20-16,-3 11 30 15,3 5-4-15,0 0-3 16,-3 0-13-16,-4 5-3 15,-18 14-7-15,-3 14-9 16,-31 15-46-16,0 0-20 16,0-5-96-16,-52-13-454 15</inkml:trace>
  <inkml:trace contextRef="#ctx0" brushRef="#br0" timeOffset="27166.16">24610 15769 351 0,'0'0'205'16,"0"0"-149"-16,0 0 54 0,0 0 74 0,0 0-104 16,0 0 11-16,0-13-55 15,0 5 10-15,0 8-19 16,40 0 20-16,7 0-16 0,12 0-14 15,28 0-17 1,9-15-3-16,-3 7-6 16,0-8-45-16,-28 11 2 0,-3 5-39 15,-28 0-17-15,-15 0-131 16,-19 0-47-16</inkml:trace>
  <inkml:trace contextRef="#ctx0" brushRef="#br0" timeOffset="27381.39">24830 15532 857 0,'0'0'198'16,"0"0"-145"-16,0 0-3 15,0 0-29-15,0 0-21 16,360-3-7-16,-298-26-82 16,-28-3-340-16</inkml:trace>
  <inkml:trace contextRef="#ctx0" brushRef="#br0" timeOffset="28997.55">30799 1712 501 0,'0'0'212'0,"0"0"-156"0,0 0 124 0,0 0-85 16,0 0-31-16,0 0-42 15,-133-76 0-15,105 76-8 16,3-8 3-16,-3 0-3 15,-12-4-6-15,-25-1-11 16,-16-15 13-16,-21-3-20 16,-16-10 5-16,-25 9 2 15,4 20 6-15,-16 0 0 16,3 12 4-16,-9 0 3 16,-13 0 4-16,0 0-6 0,13 0-12 15,15 12 20 1,13 8-24-16,12 21 8 15,0 19-6-15,-6 12 4 0,-6 28-7 16,6-3 5-16,21-6 1 16,10 6-5-16,37-9 5 15,25 4 1-15,15 0 4 16,19 5 7-16,0 15-7 16,25 5-2-16,56 11 0 15,12 8 4-15,22-4-8 16,-7-3 14-16,4-9-20 15,9-15-3-15,0-14 13 16,12-14-15-16,28-21 7 16,25-4-33-16,22-12 25 0,24-12 12 15,-18-12-2 1,-18 0-4-16,-10-7 12 0,-19-9-4 16,-12 0-1-16,-9-28 0 15,-13-53 3-15,-6-27-18 16,-12-21-75-16,-28-15 14 15,-28 3 67-15,-19 5 12 16,-6 20 40-16,-15 16-10 16,-4 3 58-16,-8 14-65 15,-7-14-19-15,0-16-4 16,0-11-54-16,-59-4 12 16,-3 12-35-16,3 11 57 15,18 38 20-15,1 18 70 16,-22 25-1-16,-25 24 19 0,-46 0-69 15,-25 0-19-15,-37 24-56 16,-7 12-391-16</inkml:trace>
  <inkml:trace contextRef="#ctx0" brushRef="#br0" timeOffset="30695.62">26421 15023 95 0,'0'0'154'0,"0"0"26"0,0 0-81 0,0 0 12 16,0 0-24-16,0 0-20 15,0 0-37-15,0-8-30 16,0 0-25-16,0 4 25 15,-6 4 51-15,-7 0 25 16,4 0 17-16,-10 0-26 16,1 0-20-16,-10 4-44 15,28-4 8-15,-6 0-9 16,6 0-2-16,0 0 0 16,0 0 0-16,0 0-4 15,0 0-18-15,34 0 4 16,25 0 18-16,21 0-2 0,-5 0 3 15,12 0-2-15,-16 0-37 16,-25 40-32-16,-12 24 27 16,-34 20 20-16,0 32 23 15,-58 17 0-15,-51 11 23 16,4 1-20-16,2-1 2 16,26-19 0-16,15-37-5 15,34-24 0-15,28-24 4 16,0-16-8-16,0-8 8 15,62-7 5-15,12-9-5 16,19 0 9-16,7 0-11 16,-7 0 7-16,-13 0 5 15,-27 0 0-15,-13 0-1 0,-18 15-1 16,-22 9-24 0,0 12 12-16,0-11-52 0,0-6-67 15,0-19-187-15</inkml:trace>
  <inkml:trace contextRef="#ctx0" brushRef="#br0" timeOffset="31394.89">27391 14618 508 0,'0'0'58'0,"0"0"-41"0,0 0 56 0,0 0 20 0,0 0 20 16,0 0-46-16,-86 236-7 16,51-175-53-16,8-14 36 15,8-11-40-15,19-8 12 16,0-7-13-16,0-5 10 15,0 0-12-15,0 0 11 16,59 8-15-16,3 4 8 16,25 0-8-16,-10 5 2 15,10-5-1-15,-19-4-13 16,-9 7 11-16,-31-6 1 16,0-5-6-16,-28-4 5 15,0-8 5-15,6-5 4 0,-6-3 0 16,0 0-8-16,0 0-5 15,0-11-28-15,0-30-163 16,0 2-47-16,0-17 19 16,0 7 216-16,0 9-41 15,0 8 53-15,0 16 8 16,0 7 111-16,0 9-64 16,0 0-1-16,0 49-3 15,13 23 95-15,15 20 13 16,6 13-89-16,-16 15-44 15,-18 1 37-15,0-10-52 16,0-6 15-16,0-20-24 16,0-29-4-16,-12-17-61 15,-4-26-191-15,-2-13-388 0</inkml:trace>
  <inkml:trace contextRef="#ctx0" brushRef="#br0" timeOffset="42785.82">19317 17890 551 0,'0'0'106'0,"0"0"-58"0,0 0 77 0,0 0-67 0,0 0-20 15,0 0-5-15,0 0-16 16,13-84 22-16,-1 20 24 16,0-12-6-16,4-16-32 15,3-13 18-15,-4-3-27 16,-9-8-1-16,-6 3-11 0,0 5 7 16,0 16-11-16,0 15 3 15,6 33-7-15,-6 21 12 16,0 18-20-16,0 5 13 15,0 0-6-15,-46 41-7 16,-7 11-8-16,-9 8 9 16,16 3-10-16,5-2 17 15,13-4-22-15,10 2-8 16,-10 2-124-16,9-6-228 16</inkml:trace>
  <inkml:trace contextRef="#ctx0" brushRef="#br0" timeOffset="43403.59">19782 16896 654 0,'0'0'98'0,"0"0"4"0,0 0-46 0,0 0-18 15,0 0-19-15,0 0-18 16,87-20 9-16,-31-1 3 16,31 10 52-16,-7 3-29 15,-8 8-6-15,8 0-27 0,-11 0 5 16,-17 0-8-1,-18 0 7-15,-15 32-17 0,-19 24 21 16,0 24-23-16,-34 25 10 16,-53 19-10-16,10-1-7 15,-4-13 17-15,25-10-3 16,31-20 0-16,19-16-3 16,6-16 4-16,0-16 3 15,47-16-4-15,18-16-2 16,28 0 14-16,9-8 5 15,-3-28 4-15,4-4 4 16,-4 4-8-16,-19 4-8 16,-8 4-4-16,-32-4-26 15,-6 4-66-15,-34 8-253 16</inkml:trace>
  <inkml:trace contextRef="#ctx0" brushRef="#br0" timeOffset="44300.47">21106 16780 270 0,'0'0'362'0,"0"0"-335"0,0 0-5 0,0 0-4 16,0 0 44-16,0 0 14 16,28 116 16-16,-15-76-62 15,8 8 5-15,-8 8 19 0,-1-4-21 16,-6 4-8-1,10-3-22-15,-10-1 28 0,13 4-28 16,2 4 15-16,-8 8-17 16,-1-3 7-16,-3-6-8 15,-2-7 0-15,5-16 1 16,-12-8 2-16,0-3-6 16,0-14 14-16,0 2-24 15,0-5 24-15,0-4-21 16,0-4 13-16,0 0-3 15,0 0 2-15,0 0 16 16,0 0-3-16,-12-12-15 16,12-24-1-16,-7-16-3 15,7-20-6-15,0-17 13 16,0 1-8-16,0 4 5 0,0 8 0 16,19 12-1-16,-7 16 4 15,16 4-8-15,0 3 14 16,19 5-20-16,12-8-3 15,28 0 13-15,6 4-11 16,-7 12 4-16,-11 15-2 16,-16 5-6-16,-25 8 6 15,-6 0-23-15,-28 0 5 16,0 36-7 0,0 8 6-16,-6 5-164 0,-50-13-226 15</inkml:trace>
  <inkml:trace contextRef="#ctx0" brushRef="#br0" timeOffset="44833.65">22430 17489 708 0,'0'0'159'0,"0"0"-122"0,0 0 40 0,0 0-40 0,0 0-27 0,0 0-10 16,335 0-3-16,-301-8-31 16,-15-4-51-16,-7-8-100 15,-2-4 37-15,-10 0-115 16</inkml:trace>
  <inkml:trace contextRef="#ctx0" brushRef="#br0" timeOffset="45035.65">22430 17489 657 0,'-18'-236'222'15,"58"220"-114"-15,0-1 29 16,13 1-58-16,-6 1-39 16,-1 2-30-16,13 5-10 15,-3 0-34-15,-3-4-30 16,-19 1-110-16,-3-2-351 16</inkml:trace>
  <inkml:trace contextRef="#ctx0" brushRef="#br0" timeOffset="45649.64">23568 16636 841 0,'0'0'118'0,"0"0"-108"0,0 0 8 0,0 0-11 16,0 0-2-16,0 0 0 16,261-49 23-16,-209 49-19 15,-17 36 23-15,-35 24-3 0,0 20-14 16,-22 17-15-16,-65 15 7 15,-12 8-20-15,-10-3 26 16,44-21-20-16,3-15 15 16,44-34-16-16,5-14 11 15,13-22-3-15,0-11 0 16,0 0-75-16,65 0 49 16,22 0 26-16,-6-11 19 15,12-2-9-15,-19 9 43 16,1 4-34-16,-17 0 1 15,-23 0-11-15,-17 9-5 16,4 6-4-16,-10 9-15 16,-12 1-10-16,0-6-90 15,0 1-163-15,0-12-367 16</inkml:trace>
  <inkml:trace contextRef="#ctx0" brushRef="#br0" timeOffset="46387.44">24396 16490 400 0,'0'0'64'0,"0"0"107"0,0 0-83 0,0 0-2 16,0 0 6-16,0 0-6 15,127 13-44-15,-127 15 8 0,0 8-29 16,0 8 3-16,0 8-11 16,-34-4-10-16,6 1 1 15,-9-1 4-15,22-12-9 16,2-4 14-16,7-4-26 15,6-13 11-15,0-2-2 16,6-9 4-16,47-4-16 16,-7 0 3-16,1 0-14 15,-7 0 24-15,-18 0-4 16,3 0-3-16,-19 0 19 16,-6 0-17-16,15 0 16 15,-8 0-1-15,-7-24-7 0,6-12-5 16,6 0-15-1,-2 4-65-15,2-1 38 0,7 2 14 16,2 6 10-16,-2 5-18 16,3 8 37-16,-10 12-7 15,0 0 11-15,-2 0 11 16,-4 0 7-16,-6 12-7 16,6 33 7-16,-6 14 48 15,0 18-23-15,0 15 7 16,0 1 16-16,0-2-40 15,0-10-17-15,-12-13-9 16,12-12 0-16,0-20-18 16,0-11-13-16,0-14-76 15,-28 5-259-15</inkml:trace>
  <inkml:trace contextRef="#ctx0" brushRef="#br0" timeOffset="50446.32">26027 17409 850 0,'0'0'86'0,"0"0"-51"0,0 0-12 0,0 0 10 0,375 0-32 15,-288 8-1-15,-6 0-40 16,-10-3-18-16,-18-5 0 0,-32 0 2 16,-21 0-40-1,0 0-81-15,-12 0-119 0</inkml:trace>
  <inkml:trace contextRef="#ctx0" brushRef="#br0" timeOffset="50662.18">25940 17273 791 0,'0'0'52'15,"0"0"8"-15,0 0 51 16,0 0-59-16,0 0-31 16,0 0-19-1,354 0-4-15,-280 0-45 0,-9-20-38 16,-3-8-147-16,-21 4-50 16</inkml:trace>
  <inkml:trace contextRef="#ctx0" brushRef="#br0" timeOffset="51111.63">26607 16868 538 0,'0'0'83'0,"0"0"-59"15,0 0 136-15,0 0-32 0,0 0-86 16,397 51-13-1,-292-34-19-15,-18-9-4 0,-34 4-1 16,-19 4-8-16,-22 0 3 16,-12 12-2-16,0 12-13 15,0 13 15-15,-37 27 6 16,-37 7-3-16,5 10 2 16,4-1-1-16,3-24 38 15,31-16-14-15,16-27-28 16,15-25-1-16,0-4-87 15,0 0-50-15,40-25-116 16,-6-11-231-16</inkml:trace>
  <inkml:trace contextRef="#ctx0" brushRef="#br0" timeOffset="51795.66">28160 16832 226 0,'0'0'395'0,"0"0"-338"0,0 0 12 0,0 0 52 0,-21 260-73 16,21-192-26-16,6 12 0 16,22 5-2-16,6-9-4 15,-9-4-14-15,3-7 5 16,0-13 1-16,-22-12-16 15,-6-4 15-15,0-16-8 16,0-12 1-16,0-8 0 16,0 0 0-16,0-28-12 15,-22-25-6-15,-18-11-3 16,6-12 12-16,9 0 18 16,3-4-3-16,-3-4-4 15,25-1-2-15,0-7 0 16,0 12 1-16,0 12-8 15,25 15 6-15,9 25-3 0,13 12 8 16,21 16 16-16,13 0-13 16,5 0 11-16,-5 0-17 15,12 5-1-15,-22 3-16 16,-2-8-28-16,-29 0-97 16,-34 0-184-16</inkml:trace>
  <inkml:trace contextRef="#ctx0" brushRef="#br0" timeOffset="52310.23">29543 17265 407 0,'0'0'555'0,"0"0"-516"0,0 0 25 0,0 0-28 0,0 0-25 16,0 0 4-16,121-53-19 15,-68 30 9-15,0-1-10 16,-7 12-5-16,-12 4-43 0,-28 8-46 16,-6 0-205-16,0 0-106 15</inkml:trace>
  <inkml:trace contextRef="#ctx0" brushRef="#br0" timeOffset="52477.68">29543 17265 827 0,'-248'-249'78'15,"270"249"-67"-15,24 0 23 16,1 0-34-16,12 0-5 15,-13 0-188-15,-5-17-283 0</inkml:trace>
  <inkml:trace contextRef="#ctx0" brushRef="#br0" timeOffset="53097.62">30312 16218 293 0,'0'0'392'0,"0"0"-387"0,0 0 79 0,0 0 51 0,0 0-90 16,0 0-15-16,301-56-25 16,-276 84 17-16,-19 8-22 15,-6 12 9-15,0 12-5 16,-31 9 17-16,-3-2-21 15,0-3-2-15,21-11 2 16,13-9-1-16,0-12-8 16,0-4 9-16,19-8-13 15,28-8 22-15,8-4-19 0,4-3-5 16,16-5-7 0,5 0 6-16,-21 0 8 0,16 0-7 15,-23-5-65-15,-18 5-69 16,-15 0-74-16</inkml:trace>
  <inkml:trace contextRef="#ctx0" brushRef="#br0" timeOffset="53709.86">31295 15945 584 0,'0'0'68'0,"0"0"1"0,0 0 99 0,0 0-111 0,0 0-23 15,0 0-16-15,0-8-8 16,0 32 32-16,0 9-29 16,-15 11 8-16,2 4-20 15,1 4 23-15,6 4-17 0,6-7 12 16,0-10-19-16,0-3-3 16,0-11-2-16,0-6 2 15,12-11-19-15,13 9-2 16,15-1 13-16,16-9 9 15,3 6-18-15,0-13-20 16,3 0 16-16,-9 0-10 16,-7 0-18-16,-18-17-32 15,-3-2 4-15,-16 2 8 16,-9 6 0-16,0-5 27 16,0-4 11-16,0-5-9 0,0-3-37 15,12 1-90 1,-5 2 149-16,-7 20 21 0,0 2 43 15,0 3 86 1,0 0 28-16,0 3-107 16,0 27 12-16,0 9 28 0,-7 2-4 15,-5 6 11-15,12-7-66 16,-15 9 5-16,8-18-30 16,1 5 0-16,0-15-6 15,6-1-54-15,0-8-154 16,0 4 0-16</inkml:trace>
  <inkml:trace contextRef="#ctx0" brushRef="#br0" timeOffset="54142.07">30480 17292 569 0,'0'0'65'16,"0"0"144"-16,0 0-84 0,366-16-39 0,-227 16-53 0,29-11-19 15,-1-14-12-15,-6-3-2 16,-6-8-9-16,-21-3-48 16,-29 3-5-16,-31 0-214 15,-33 11-231-15</inkml:trace>
  <inkml:trace contextRef="#ctx0" brushRef="#br0" timeOffset="54760.18">30873 18111 368 0,'0'0'13'0,"0"0"-9"0,0 0 74 0,0 0 51 15,0 0-38-15,0 0 17 16,0-41-71-16,0-3-31 16,0-12 17-16,0-16 10 15,0-3 13-15,0 1-35 16,0 19 8-16,0 19-13 16,0 11 13-16,0 14-19 15,0 2-2-15,0 9 2 0,0 0 13 16,-21 0-1-16,-4 0-12 15,-3 0-20 1,0 5-7-16,3 31 1 0,-15 20-127 16,-6 8-147-16</inkml:trace>
  <inkml:trace contextRef="#ctx0" brushRef="#br0" timeOffset="55209.59">31326 17561 226 0,'0'0'264'0,"0"0"-256"0,0 0-8 0,0 0 0 0,0 0 14 16,0 0 11-16,276-100 15 15,-276 128-27-15,0 21 21 0,0 7 56 16,-22 12 19-16,-24 0-51 15,6-8-40 1,6-8-17-16,15-12-1 0,19-16 0 16,0-7-10-16,0-14 10 15,0-3 8-15,34 0 2 16,25 0-9-16,9-16 7 16,-3-12 2-16,-9 5-10 15,-3 6-9-15,-7 9-102 16,-12 0-49-16,-9 0-69 15</inkml:trace>
  <inkml:trace contextRef="#ctx0" brushRef="#br0" timeOffset="55608.78">32228 17217 599 0,'0'0'289'0,"0"0"-188"0,0 0 5 0,0 0-54 0,0 0-31 16,0 0-17-16,236-49-8 15,-183 34 0-15,-25-1-26 16,3-4-62-16,-31-1-28 15,0 5-219-15,0-8-244 16</inkml:trace>
  <inkml:trace contextRef="#ctx0" brushRef="#br0" timeOffset="55778.24">32089 16832 715 0,'0'0'243'16,"0"0"-213"-16,0 0 78 16,0 0-77-16,0 0-31 15,0 0-2-15,282-101-110 16,-257 78-258-16</inkml:trace>
  <inkml:trace contextRef="#ctx0" brushRef="#br0" timeOffset="56457.37">33118 16370 377 0,'0'0'338'0,"0"0"-310"0,0 0 86 0,0 0-25 0,0 0-77 16,0 0 7-16,295-40-9 15,-267 69-6-15,-10-1-4 16,-18 8-3-16,0 3-2 16,0 14-8-16,-46 7 12 15,-7 4-8-15,-15 8 6 16,9-8 3-16,13-7 5 15,18-13 35-15,21-16-4 16,7-5-12-16,0-6-24 16,35-5 0-16,30-5 0 15,22-7-9-15,15 0-13 16,3 0 19-16,4 0-11 0,2-7-13 16,-8-9-5-16,-26 0-5 15,-15-4-122-15,-28 4-281 16</inkml:trace>
  <inkml:trace contextRef="#ctx0" brushRef="#br0" timeOffset="-130178.43">9197 13827 251 0,'0'0'188'0,"0"0"-163"0,0 0 29 0,0 0-13 15,0 0-6-15,0 0-23 16,18 133 42-16,-18-105-23 16,0-8 15-16,0 1-9 15,0-6-30-15,0-7-7 16,0 0-9-16,0-3-9 16,0 3-59-16,0-1-27 15,0-7-92-15,0 0-169 16</inkml:trace>
  <inkml:trace contextRef="#ctx0" brushRef="#br0" timeOffset="-129597.1">8989 13932 336 0,'0'0'30'0,"0"0"13"0,0 0 30 0,0 0 7 0,0 0-32 16,0 0 4-16,0 12-45 15,0-12 21-15,0 0 30 16,0 0 4-16,0 0-20 16,0 0-3-16,0 0-9 15,0 0-26-15,0 4 4 16,0-4-5-16,0 0 0 15,0 0-3-15,0 0-2 16,0 0-42-16,0 0-11 16,0-4-82-16,0-16-27 15,0 12-380-15</inkml:trace>
  <inkml:trace contextRef="#ctx0" brushRef="#br0" timeOffset="-75326.11">15293 15856 272 0,'0'0'69'0,"0"0"-58"0,0 0-6 0,0 0 42 0,0 0-14 15,0 0 1-15,0 0-22 16,0 0 24-16,-202-19 3 16,177 19 12-16,-3 0-27 15,0 0 4-15,4 0-7 16,-4 0 0-16,9 0 10 16,-9 0 26-16,0 0 8 0,3 0-64 15,-2 0 13 1,8 0-8-16,-3 0 12 0,10 0-10 15,6 0 11-15,-4 0-5 16,4 0-9-16,0 0 22 16,6 0-25-16,0 0 7 15,0 0 1-15,0 0-20 16,0 0 6-16,0 0 3 16,0 0-14-16,22 0 15 15,37 0-4-15,15 0 8 16,7 0-7-16,12 0 15 15,0 0-19-15,-7 0 10 0,-11 0-6 16,-22 0-24-16,-7 0-17 16,-18 0-40-16,-3 0-22 15,-19 0 30-15,3 0-24 16,-9 0-43-16,0 0-181 16</inkml:trace>
  <inkml:trace contextRef="#ctx0" brushRef="#br0" timeOffset="-74926.23">15404 15756 242 0,'0'0'186'0,"0"0"-176"16,0 0 13-16,0 0-10 0,0 0 0 0,0 0 5 16,9 0 27-16,22 0-24 15,-3 0 5-15,0 0-24 16,-9 0 34-16,9 0-35 16,-10 9 4-16,10-5 1 15,-9 0-6-15,3 7-1 16,-16 2-6-16,0 3-1 15,-6 16 16-15,0 4 12 16,0 8-1-16,-28 4 19 0,-18 1-15 16,5-10-5-16,17-10-3 15,8-17-7-15,10-9-16 16,6-3-2-16,0 0-1 16,0 0-73-16,0-15-22 15,6-14-98-15</inkml:trace>
  <inkml:trace contextRef="#ctx0" brushRef="#br0" timeOffset="-25966.93">19869 14782 257 0,'1051'77'87'0,"72"7"-87"0,5-12-165 0</inkml:trace>
  <inkml:trace contextRef="#ctx0" brushRef="#br0" timeOffset="149476.23">22402 15091 377 0,'0'0'491'0,"0"0"-447"0,0 0-19 0,0 0 13 0,0 0 1 0,0 0-4 15,0 0-32-15,0 0 12 16,456-60-3-16,-329 19-2 16,-34 18-10-16,-31 15 3 15,-31 0-3-15,3 0-8 16,-6 8-33-16,7-4-109 15,-4-1-195-15</inkml:trace>
  <inkml:trace contextRef="#ctx0" brushRef="#br0" timeOffset="182988.04">22430 13827 413 0,'0'0'169'0,"0"0"-155"0,0 0 8 0,0 0 72 0,0 0-17 15,0 0-17-15,0 0-48 16,0 0 15-16,0 0-5 15,0 0-2-15,0 0-5 16,0 0-15-16,-6 0-4 16,-16 0 4-16,-9 0-2 15,-9 0 8-15,-6 0 15 16,-16 0-9-16,3 0 32 16,-10 0-34-16,17 0-7 15,11 0-3-15,7 0-4 16,-6 0 1-16,0 0 1 0,-7 0-6 15,-12-8 16 1,-9 8-17-16,-3 0 10 0,-4-3-1 16,-5 3 0-1,15 0 0-15,-4 0-7 0,-5 0 14 16,15 0-20-16,-9 0 22 16,3 3-18-16,3 5-10 15,3 5 10 1,0-1-12-16,3-4 19 0,3 0-1 15,-6 4-7-15,-15-9 4 16,15 5 8-16,-15 5-11 16,-7-9 14-16,0-4-13 15,7 13 8-15,-13-10 0 16,10 5 3-16,-4 4 2 0,0 1-1 16,-5-6-1-16,5-3 3 15,-6 4 1-15,-21-8-5 16,21 4-1-16,-12 4-2 15,-7 8 1-15,19 4 0 16,-15 4-4-16,15-7 10 16,7-9-13-16,-13-1 15 15,18-3-4-15,-2 13 0 16,-10-1 2-16,-3 4-4 16,3 8 5-16,-6 0-7 15,13-9 3-15,2 6-11 16,-3-9 16-16,1 4-13 15,-1-4 17-15,1 0-22 16,5 8 16-16,4 0-10 0,-4 12 4 16,1-8-2-16,15-4-4 15,-3 1 12-15,9-10-17 16,1 18 24-16,-7-9-20 16,-10 7 17-16,1-3-17 15,-3-3 9-15,-10 3-2 16,13-1 0-16,3 6 3 15,-3 3-10-15,-7 5 16 16,4 2-17-16,-3 6 20 16,5-5-19-16,23-13 12 15,6 2-7-15,9 3 2 0,-4-4-3 16,-11 8 1-16,18 1 4 16,-12 6-13-16,15-6 26 15,-3-5-30-15,9 0 20 16,4-8-13-16,3-5 4 15,5 2 4-15,7-1-3 16,-6 4 3-16,-3 8-6 16,3 4 15-16,-1-3-20 15,7-1 23-15,0-5-19 16,0 10 10-16,0-5-3 16,0 3 0-16,0-3 0 15,0 13-2-15,0-1 4 16,0 4-7-16,0-7 13 15,0-1-16-15,7-13 16 16,21 2-15-16,6-5 9 0,6-4-4 16,-9 4-1-16,3 8-7 15,-6 0 8-15,-3-3 4 16,3 6-11-16,-16 2 19 16,16-5-12-16,0 3 6 15,-3-11-3-15,15 0-1 16,0-7-1-16,1-6 0 15,5 18 1-15,1-9-8 16,-7 8 18-16,6 0-18 16,7-4 20-16,3 8-20 15,-3 0 11-15,-1-8-3 16,1 5 7-16,9-9-6 16,-3-1-2-16,9-2 10 0,-3 7-19 15,4-5 21-15,5 5-16 16,-3 9 13-16,4-5-8 15,-1 4 4-15,-3 5 5 16,-2-5 0-16,11 0-6 16,1-8-6-16,-10-1 15 15,10-2-24-15,-7 6 24 16,7 5-22-16,0 5 10 16,-7 3 0-16,-3 0-1 15,-3 1 6-15,7-9-13 16,-10 0 16-16,-6-5-18 15,15-10 16-15,-5-6-12 16,-4-2 7-16,-10 3-4 0,4-1 5 16,-6 2-2-16,15 2 3 15,4 2-1-15,-4-1-3 16,12-4 15-16,1 4-22 16,-10 5 19-16,-9-2-16 15,4 1 11-15,-4 1 2 16,-16-2 3-16,7-2 3 15,-7-1-3-15,-5 4 1 16,-7-4-19-16,18 0 17 16,-5-4-18-16,-13-5 14 15,19 6-12-15,3-1 4 0,-4-4 2 16,1 0 0 0,-7 8 6-16,7-4-16 0,15 4 20 15,-15 0-14-15,0-8 16 16,3 12-20-16,-4-8 10 15,1 1-2-15,0-9 0 16,9 7-1-16,-10 1-5 16,17-3 12-16,-10 2-14 15,0 1 20-15,-4-4-17 16,-2 4 10-16,0-3-10 16,-13-1 9-16,0-4-4 15,13 0 0-15,3 4 0 16,3-8-5-16,6 0 10 15,3-1-16-15,13-3 22 16,-16 8-18-16,22 0 13 16,-13 1-6-16,1 2 0 0,-1-6 1 15,-15-5-2-15,15 0 13 16,-15 0-17-16,16 0 14 16,-23 0-11-16,23 0 11 15,-10 0-16-15,3 0 8 16,19 0-1-16,-13 0 0 15,13 0 4-15,-6 0-10 16,-10 0 18-16,3-8-20 16,1-4 19-16,-4-4-14 15,-9 4 14-15,-3 4-11 16,16-5 0-16,-1 2 2 0,-3-6 0 16,25-2 4-16,-3-9-7 15,-6 0 17-15,-6-8-20 16,6 0 13-16,-7-2-9 15,-15-1 0-15,4 15 0 16,-23 0-2-16,7 8 6 16,0 0-12-16,9-1 22 15,-4-6-27-15,17-6 29 16,6 1-25-16,-10 0 16 16,9-4-10-16,-5 4 3 15,-10 0 0-15,3 0-3 16,-9 0 10-16,3-4-11 15,-9-4 13-15,15-9-18 16,-9-2 10-16,15-6-4 16,-21 1-1-16,22 8 4 0,-29 4-3 15,1 0 6-15,-23 4-10 16,17-12 21-16,-7-4-27 16,0 4 25-16,-6-4-22 15,-10 7 14-15,10 1-7 16,-3 3 3-16,-19 5 0 15,16 0-3-15,-16-3 9 16,-6-2-13-16,0 2 21 16,0-2-28-16,0 5 19 15,0 4-9-15,0 0 5 0,0 4-1 16,-28 4 0 0,3-8 4-16,-9 0-6 0,0 0 16 15,9 0-25-15,-9-1 26 16,0 5-17-16,-6 5 7 15,0-10-4-15,6 6-1 16,-13-14 0-16,16 5-2 16,-19 0 6-16,-2-4-11 15,27 4 14-15,-9 8-14 16,6-8 14-16,3 7-14 16,-3-7 10-16,-12 13-3 15,6-10 0-15,0 1 0 16,-13 4-3-16,22 0 15 0,-21-3-28 15,18-6 27 1,0 5-19-16,3-1 12 0,-3 5-6 16,10 5 2-16,-4 2 0 15,-3 1-6-15,3-7 17 16,-12 2-22 0,10-6 19-16,-4 6-16 0,-6-7 5 15,15 16-4-15,-3-8 7 16,-3 11 0-16,-2-2 5 15,2-1-2-15,-3 0-2 16,0-12 11-16,-3 12-19 16,-3-9 20-16,0 2-26 15,-13 2 15-15,19-2-6 16,-12-2 4-16,0 6 0 0,9-6-1 16,3 5 7-16,-6 1-2 15,9-2 2-15,-3-3-6 16,-12 4 8-16,12 0-16 15,-19-4 7-15,7 4 1 16,0 0 0-16,2 0 1 16,-11 0-2-16,24-1 12 15,-22 2-10-15,13-6 4 16,-6 2 0-16,-19-2-5 16,25-7 0-16,-19 4 0 15,13 0 0-15,0-3-2 16,6 2 7-16,-7-7-17 15,13 4 24-15,-18 0-20 16,21-4 16-16,-3 19-16 0,0-6 8 16,3 10 0-16,10 2 0 15,-10 6 3-15,-15-7-11 16,6 4 20-16,-13-8-14 16,1 1 17-16,5-6-29 15,1 1 26-15,0 4-12 16,15-4 1-16,-3 0 2 15,0 4-3-15,3-12-13 16,4 4 8-16,2-4 10 16,3 3-11-16,4 2 13 15,-7 10-4-15,4-2-2 0,-10-1 3 16,3 0-4 0,-12 4 0-16,16-4-1 0,5-4 10 15,-8-4-17-15,2-1 23 16,-3-3-30-16,4 4 14 15,-4 4 1-15,10 8 0 16,-1-4-10-16,-15-4 8 16,10 4 1-16,-4 8-12 15,-12-8 24-15,3 8-23 16,-3-9 10-16,0 14 0 16,15-1-8-16,-3-4-10 15,16 0-6-15,0-8-27 16,0 4 3-16,0-4 4 0,-10 4 46 15,10 4-43-15,-13 8-98 16,-21 15-130-16</inkml:trace>
  <inkml:trace contextRef="#ctx0" brushRef="#br0" timeOffset="187534.86">20527 16346 149 0,'0'0'28'0,"0"0"-15"0,0 0 29 0,0 0 49 15,0 0-30-15,0 0 18 16,0 0-15-16,18 0-8 0,-18 0 24 16,0 0-37-16,0 0 8 15,0 0-44-15,0 0 14 16,0 0-14-16,0 0 54 15,0 0-15-15,0 0-23 16,-46 0-16-16,-7 0-2 16,-22 0-5-16,-18 0-40 15,-6 0 13-15,-22 0-14 16,0 24 26-16,0-7 12 16,-12 6 3-16,0 13 16 15,-1 1-14-15,7 11-2 16,6 16 5-16,16 13-14 15,18 11 18-15,13 7-15 0,21 2 15 16,13 3-12-16,18 1 3 16,22-1 0-1,0 12-1-15,0 0 2 0,62 8-10 16,31 1 18-16,28-9-18 16,19-11 8-16,5-21-11 15,10-21-19-15,7-14 17 16,17-18-4-16,-5-10 13 15,-7-9-1-15,13-8-4 16,0 0 10-16,-6 0 0 16,15 0 0-16,-15-16-2 15,-23-12-2-15,-17-8-27 0,-13 8 13 16,-22-5 18 0,-25 2 0-16,-12-10 4 0,-21 2-2 15,-10-10 21-15,3-11-12 16,-6-12 39-16,12-13-25 15,-9-6 3-15,3-9-25 16,-6-2-3-16,6-1 12 16,-15-5-8-16,9-8-8 15,-22 3 15-15,-6 8-22 16,0 5 14-16,-6 20-9 16,-35 12 12-16,-21 16-1 15,-9 3 25-15,-25 5-19 16,-3-12-11-16,-22 17 2 0,-6-2-4 15,-25 17-13 1,12 24 14-16,-2 0-6 0,8 0 7 16,-5 8 5-16,18 24-5 15,-6 0 0-15,21 0-59 16,10 1-164-16</inkml:trace>
  <inkml:trace contextRef="#ctx0" brushRef="#br0" timeOffset="151687.94">9169 12103 160 0,'0'0'40'0,"0"0"-36"0,0 0 6 0,0 0 10 15,0 0-17-15,0 0 11 16,0 0-7-16,-47 0-7 16,41 0-8-16,0 0-50 15</inkml:trace>
  <inkml:trace contextRef="#ctx0" brushRef="#br0" timeOffset="170337.5">7203 14060 82 0,'0'0'31'0,"0"0"-31"0,0 0 0 0,0 0-22 0,0 0 22 15,0 0 8-15,0 0 18 16,0-8 45-16,0 8 1 16,0 0-33-16,0 0-32 15,0 0 5-15,0 0-12 16,0 0-6-16,0 0 3 15,0 0 6-15,0 0 61 16,0 0-10-16,0 0-20 16,0 0-32-16,0 0 8 0,0 0-10 15,0 0-8 1,0 0 4-16,0 0-20 0,0 0 18 16,0 0 6-16,0 0-14 15,0 0 25-15,0 0-15 16,0 0 8-16,0 0-8 15,15-4 0-15,-8-4 4 16,5 0 5-16,-6 0-3 16,-6 5-4-16,6-2 5 15,-6-3 2-15,0 8 3 16,0 0-6-16,0-4 7 16,0 4 3-16,10-3-4 15,2 3 1-15,-6-8-18 0,0-5 11 16,10 1-9-1,-10 4 1-15,0-4 6 0,1 8 0 16,-1 4-7 0,6 0 6-16,-2-4 1 0,-4-12-1 15,6 8 2-15,-6-4-2 16,10 4 0-16,-4 3-5 16,-6-3 2-16,-6 5 2 15,7 3-26-15,-7-4 21 16,6-4 5-16,3 8 4 15,-3-13-7-15,1 2 5 16,5 3-32-16,-6-1-44 0,0 1 14 16,10 5 1-16,-16-2-14 15,6 5 75-15,0 0 19 16,-6-7 18-16,0 7-17 16,0-8-20-16,0 0-1 15,0 0-52-15,6-5-44 16</inkml:trace>
  <inkml:trace contextRef="#ctx0" brushRef="#br0" timeOffset="212617.98">3609 10503 173 0,'0'0'128'16,"0"0"2"-16,0 0-120 15,0 0-10-15,0 0-112 16,0 0-203-16</inkml:trace>
  <inkml:trace contextRef="#ctx0" brushRef="#br0" timeOffset="-185556.23">8716 12540 183 0,'0'0'247'0,"0"0"-210"0,0 0 12 0,0 0-7 0,0 0-37 15,0 0 5-15,0 0-8 16,0 0 2-16,0 0 1 16,0 0-4-16,0 0 8 15,0 0-5-15,0 0-6 16,0 0 6-16,0 0 0 15,0 0-1-15,0 0 15 16,0 0 25-16,0 0-6 0,0 0-9 16,0 0 0-16,0 0 46 15,0 0-23-15,0 0 3 16,0 0-30-16,0 0-8 16,0 0-9-16,0 0-11 15,0 0 4-15,0 0-5 16,0 0 4-16,0 0-6 15,0 0 4-15,0 0 6 16,0 0 14-16,0 0-16 16,0 0 2-16,0-3-3 15,0 3-3-15,0 0-6 16,0 0 9-16,0 0-3 16,0 0 8-16,0 0-2 15,0 0 3-15,0 0-7 0,0 0 2 16,0 0-2-1,0 0-2-15,0 0 3 0,0 0 4 16,0 0 1-16,0 0 22 16,0 0 2-16,0 0-27 15,0-8-2-15,6 3-8 16,7-3-30-16,-7-4-24 16,-6 12-172-16,0 0-215 15</inkml:trace>
  <inkml:trace contextRef="#ctx0" brushRef="#br0" timeOffset="-182891.46">7283 9552 104 0,'0'0'164'0,"0"0"-163"0,0 0-1 0,0 0 14 16,0 0 28-16,0 0 37 15,0 0-37-15,-6-36-38 16,6 36 28-16,0 0-32 15,0 0 2-15,0 0 5 16,0 0 43-16,0 0-5 16,0 0 35-16,0 0-36 15,0 0-15-15,0 0-24 16,6 13 2-16,16 2-14 0,3 6 10 16,9 2-11-16,-12 6 16 15,3 11-4-15,-4-4 4 16,-8 4 57-16,5-8-33 15,4-8-28-15,-3-4-4 16,9 4-25-16,-10 1-5 16,4-2 10-16,-16 2 8 15,0 2 24-15,0 1 11 16,-6 8 5-16,0-8-14 16,10-3-14-16,2-9-1 15,1 4-2-15,8-4-29 16,4-4 32-16,-9 12 0 15,-10-8-5-15,6 16 12 16,10-3 3-16,-4 7-3 0,1 3 1 16,3-11-7-16,-22 8-1 15,28-8-3-15,-10-3-50 16,-5-1 33-16,8-8-2 16,-8 8 17-16,-1 0 10 15,4 0-4-15,-4 0 31 16,1 0-7-16,8 4 1 15,-2-8-18-15,3 4-13 16,2 1 13-16,-2-9-16 16,-10 7 16-16,-5-7-11 15,-1 9 4-15,-6-5-1 16,9-1 7-16,-3 6-6 16,-6 3-1-16,7-4 7 0,-1 1-6 15,6 2 5 1,-3 5 1-16,-2 4-5 0,-7-4 18 15,6 8-7-15,-6-11-9 16,0-6-1-16,0 5 3 16,0-12-12-16,6 9 15 15,0-9-17-15,-6 7 16 16,6 2-5-16,1-9-1 16,2 9 11-16,-3-2 1 15,0-7-9-15,1 4-5 16,-1-4 7-16,16-4-13 15,-4 17 12-15,4-6-3 0,-10 10 2 16,1-2-4 0,2-7 16-16,-2 13-8 0,-7-10 8 15,6-2-13-15,4-1-8 16,-10-7 15-16,0-2-25 16,6-3 16-16,4 0-9 15,-4 0 12-15,-5 0-5 16,5 8 0-16,-12-3 0 15,22-1-4-15,-16-5 14 16,0 9-20-16,6 0 20 16,-2 1-14-16,-4 2 10 15,-6-2-7-15,12-6 1 16,-12-7 0-16,7 0-5 16,-7 1 11-16,6-1-7 0,-6 8 8 15,9 0-2-15,-9-1 2 16,12 2-6-16,-5-6 1 15,-1 6-4-15,16-5-2 16,-16-3 4 0,-6-2 3-16,0 1 1 0,0 0 12 15,0 8-6-15,6 0 8 16,-6 1-15-16,0-2 2 16,12-2-5-16,-5 3 0 15,2-5-3-15,-9 1 7 16,6 1-8-16,-6-10 11 15,6 14-6-15,-6-9 10 16,0 0-19-16,6-5 8 0,1 6-1 16,-1-1-2-16,9 0 3 15,-8-5 4-15,-1 10-2 16,-6-6 10-16,6-2-7 16,0 6-8-16,0 2 5 15,10-5-4-15,-10-1 2 16,0 6 0-16,1-5-2 15,-7-4 6-15,6 4-7 16,3-5 8-16,-3 2-10 16,0 3 14-16,1-4-18 15,-1 4 11-15,0-4-2 16,-6-4 0-16,0 7 1 16,6 1-6-16,-6-3 14 0,0-1-16 15,10 8 15 1,-10-3-7-16,0-2 1 0,0 1-3 15,6-8 1-15,0 4 0 16,-6-4-3-16,0 0 6 16,0 0-6-16,0 0 12 15,0 0-21-15,0 0 9 16,0 0-16-16,0 8-21 16,0-8 20-16,0 0-21 15,0 0-33-15,0 0-22 16,0 0-69-16,0-12-24 15,0-3-274-15</inkml:trace>
  <inkml:trace contextRef="#ctx0" brushRef="#br0" timeOffset="-181957.92">8769 12432 176 0,'0'0'268'0,"0"0"-197"0,0 0-8 0,0 0 4 0,0 0-31 15,0 0-36-15,-22 20-7 16,16-15-7-16,0-2-11 16,6 1 22-16,-7-4 6 15,1 12 32-15,0-8 18 16,-3 4 64-16,3 0-64 0,6 0-41 16,-7 0-3-1,1 1-3-15,-6-1-12 0,2 0 15 16,4-1-16-16,-6 1 11 15,-1 8-4-15,-8 0 0 16,8 4 2-16,1 0 12 16,-4 4-12-16,-2-4 3 15,-4-7 1-15,16 7-6 16,-7-9 5-16,1 2-3 16,-10-5-2-16,10 7 0 15,-4-6 3-15,-2 15 3 16,-10 4-5-16,3 0 9 0,-9 0-11 15,15-7 7 1,-2-2-5-16,8-2-1 0,-8 2-1 16,2 1 1-16,-9 5 6 15,10 3-6-15,-10-4 9 16,9 12-22-16,3-8 22 16,-2 0-18-16,18-4 16 15,-6-4-10-15,-1 0 6 16,-2-7-3-16,-9 10 17 15,5 1-17-15,-9 4 18 16,4 0-17-16,-4 5 0 16,4-5 4-16,2-1-7 15,4-2 2-15,5 3 0 16,-5-4 0-16,-3-1 0 16,-10 2 0-16,9 16 0 15,-9-5-10-15,-9 0 14 0,16-5-8 16,-10 2 7-16,15-6-15 15,-2 1 13-15,-4-3-1 16,-2-1 2-16,2-9-1 16,-15 18-1-16,6-9 8 15,9 4-14-15,1-8 12 16,-4 0-9-16,10-4 3 16,12-8 0-16,-16 0-3 15,-2 4 3-15,11 8-3 16,-21 4 6-16,10 4 16 15,-10 0-17-15,3 1 5 0,3-9-3 16,10 3 3 0,6-7-7-16,6-8-11 0,0 1 9 15,-9-5 2-15,2 11-3 16,-11 6 14-16,-4 3-10 16,3 3 4-16,7 3 9 15,-4-7-9-15,-8 1-7 16,8 1 2-16,-2-10 0 15,11-2-1-15,1 3 7 16,6-13-16-16,-9 9 20 16,-4-4-20-16,13-8 9 15,-6 0-25-15,6 0-96 16,0-23-355-16</inkml:trace>
  <inkml:trace contextRef="#ctx0" brushRef="#br0" timeOffset="-180194.25">7330 12504 165 0,'0'0'23'0,"0"0"2"0,0 0-6 0,0 0-19 0,0 0-6 16,0 0 1-16,0 0-2 15,-6 0 7-15,6 0 0 16,0 0 18-16,0 0-10 16,0 0 28-16,0 0 1 15,0 0-1-15,0 0-25 16,0 0 8-16,0 0-19 16,0 0-48-16,0 0 20 15,0 0 28-15,-6 0 14 0,-1 0 58 16,7 0-24-16,0 8-43 15,0-4-5-15,0-4-18 16,0 0-23-16,0 0 12 16,0 0 29-16,0 0 10 15,0 0 30-15,0 0 11 16,0 0-21-16,0 0 33 16,0 0-40-16,0 0 0 15,0 0-18-15,0 0-2 16,0 0-3-16,0 0 5 15,0 0 0-15,0 0-1 16,25 0 15-16,-3 0-13 0,12 0-12 16,0-12 3-16,-3-4-30 15,-9 8 11-15,-4 8-28 16,4 0-47-16,-3 0-56 16,-7 0-31-16</inkml:trace>
  <inkml:trace contextRef="#ctx0" brushRef="#br0" timeOffset="-179826.84">7879 12428 183 0,'0'0'82'0,"0"0"76"15,0 0-50-15,0 0-29 0,0 0-28 16,0 0 8-16,22 0-18 15,-16 0-27-15,19 0-13 0,-10 0 0 16,-3 0-2 0,7 0-57-16,9 0 18 0,-16 0-10 15,10 0-23 1,-3 0-14-16,-4 0-73 0,4 0-47 16</inkml:trace>
  <inkml:trace contextRef="#ctx0" brushRef="#br0" timeOffset="-179510.84">8381 12364 363 0,'0'0'88'0,"0"0"-35"16,0 0-36-16,0 0 5 16,0 0-10-16,0 0-12 15,133 0 0-15,-120 0-4 16,15 0 3-16,-22 0-67 0,13 0-46 15,-4 0-11 1,-15 0-75-16</inkml:trace>
  <inkml:trace contextRef="#ctx0" brushRef="#br0" timeOffset="-178227.56">7677 11954 164 0,'0'0'94'0,"0"0"73"0,0 0-97 0,0 0 0 16,0 0 4-16,0 0 25 16,-18-3-26-16,18 3-19 15,0 0-31-15,0 0 7 16,0 0-24-16,0 0-4 16,0 3 8-16,0 30 0 15,0-1 0-15,-7 4-7 16,7-4-2-16,0-4 11 0,0 1-20 15,0-1 18-15,0-5-17 16,0 6 11-16,0-6-5 16,0-6 1-16,0-9 0 15,0 0-4-15,0-8 6 16,0 0-4-16,0 0-29 16,0 0 24-16,0 0 7 15,0 0 5-15,0 0-4 16,0 0 3-16,0-8-2 15,0-9 7-15,0-7-17 0,13-12 17 16,15-4-18 0,6-4 0-16,-9 8 3 0,-13 4-48 15,4 20-17-15,-10 0 34 16,-6 12 19-16,12 0 17 16,4 0 0-16,-10 0-7 15,34 0 16-15,-21 0 2 16,9 0-4-16,-3 0-12 15,-10 0 3-15,-9 16-2 16,-6 0 0-16,0 0-91 16,0 4-139-16</inkml:trace>
  <inkml:trace contextRef="#ctx0" brushRef="#br0" timeOffset="-177079.14">8781 12488 462 0,'0'0'115'0,"0"0"-101"0,0 0-11 0,0 0 6 15,0 0-9-15,0 0-4 16,0 0 4-16,22 0 0 15,-22 0 12-15,6 0 38 16,-6 0 18-16,0 0-30 0,6 0 0 16,0 0-32-16,7 0-12 15,9 0-9-15,-16 0-16 16,0 0 21-16,0 0 10 16,-6 0 1-16,0 0 7 15,0 0 59-15,6 0-66 16,10 0-1-16,-4 0-28 15,10 0-48-15,-3 0-27 16,-7 0 15-16,-6 0 7 16,3 13-29-16,-9-2 110 15,0 6 33-15,0-2-33 16,0-15-95-16</inkml:trace>
  <inkml:trace contextRef="#ctx0" brushRef="#br0" timeOffset="-176958.72">8781 12488 597 0</inkml:trace>
  <inkml:trace contextRef="#ctx0" brushRef="#br0" timeOffset="-175764.06">8781 12488 597 0,'375'141'28'0,"-368"-138"-18"0,5-3 33 15,16 8-33-15,-16-3-6 16,-12-2-3-16,16-3 3 15,-16 5 54-15,6-5-30 0,0 0-22 16,-6 4-1-16,0-4-1 16,13 0 8-16,-7 8 17 15,9-5 32-15,-9 2-35 16,7 3-3-16,-1 4-18 16,10-4-5-1,-16-5 0-15,7 2 8 0,2-2-15 16,-15 2 17-16,25-1-11 15,-10 0 2-15,-2 4 16 16,-1-4-13-16,10 4-2 16,-4 4 11-16,10-4-12 15,-9 5-1-15,3-2 8 16,-4-3-15-16,-5 0 15 16,8 4-8-16,-2-8 8 15,9 8-1-15,0-4-7 0,-10 4 1 16,10-4-3-16,-21 4 7 15,20-4 3-15,-8 5-6 16,-7-2 36-16,10 1-22 16,-9-4-6-16,-1 0-10 15,3 0 3-15,4-4-11 16,3 1 16-16,-10 6-16 16,1-3 18-16,2 4-16 15,-3-4 12-15,1 5 9 16,2-5-10-16,-2 4 1 15,-1-4-6-15,10 0 7 16,-10 8-12-16,7-9 15 0,-4 1-4 16,-2 1 1-16,-1-9-4 15,4 12 0-15,-10 0-2 16,0-4 2-16,7 0 0 16,14 0-6-16,-8-1 13 15,9 1-21-15,0 5 22 16,-3-1-11-16,3 4 3 15,6-4 0-15,-10 1-3 16,-2-6 0-16,3 1-1 16,3 0 1-16,0 5-4 15,12-2 9-15,-9 1-10 0,9 4 16 16,-5-4-13 0,5 4 8-16,0 0-10 0,0-8 4 15,-15 4-1-15,16 1-3 16,14-1 8-16,-8 4-8 15,-1 0 11-15,1 4-10 16,12-9 10-16,3 9-9 16,-9-3 2-16,5-5 0 15,-11 0 0-15,3 0 4 16,-4 4-12-16,-6-5 21 16,-2 10-23-16,-4-5 16 15,6 0-12-15,-12-3 6 16,6-6-2-16,-3 1-2 15,3 0 4-15,13 5-5 0,-7 2 11 16,13 6-2-16,-13-2 0 16,6 6-8-16,4-5 16 15,-3-4-23-15,-7-4 11 16,6-1-2-16,1 2 2 16,-1-5 0-16,1 0-7 15,-1 7 16-15,7 6-15 16,-6-1 14-16,9 0-15 15,-10 8 14-15,7-12-12 16,-7 0 5-16,-5-8 0 16,5 1-1-16,-12-2 2 15,6 5-6-15,7-4 14 16,-7 9-14-16,1-10 17 0,5 1-20 16,-12 0 13-16,-9 5-7 15,9-6 2-15,-6 1 0 16,-9 0-2-16,2 0 9 15,-2 4-19-15,0-8 26 16,2 5-25-16,-2-6 18 16,-10 2-14-16,16-2 7 15,3 5 0-15,-10 0 2 16,10 1 3-16,-15-6-4 16,-7 2 4-16,-6-5-8 15,16 0 3-15,-16 0-11 16,0 0-39-16,0 0-95 15,-47 0-194-15</inkml:trace>
  <inkml:trace contextRef="#ctx0" brushRef="#br0" timeOffset="-174481.79">8834 12609 62 0,'0'0'26'0,"0"0"60"0,0 0-46 0,0 0-4 0,0 0 21 16,0 0 95-16,0 0-56 15,0 0-47-15,0 0 24 16,0 0-25-16,0 0-16 16,0 0-32-16,0 0 1 0,0 0 0 15,0 0 0 1,0 0 13-16,0 0 13 0,0 0 0 15,0 0-22 1,0 0-8-16,0 0 16 0,0 0-6 16,0 8 0-16,0 4-5 15,0 4-2-15,0-4 8 16,0-12-17-16,0 0 19 16,0 8-10-16,0-8 2 15,0 0 29-15,0 0-5 16,0 0-4-16,0 3-22 15,0 2 1-15,0 3-1 0,0 0 3 16,0-8-3 0,0 4 1-16,0-4-11 0,0 0 16 15,0 0-12-15,0 0-8 16,0 0 8-16,0 0 5 16,0 0 1-16,0 0 5 15,0 0 0-15,0 0-10 16,0 0-7-16,0 8 12 15,0-5 0-15,0-3 0 16,0 0-106-16,0 0-62 16,0 0-164-16</inkml:trace>
  <inkml:trace contextRef="#ctx0" brushRef="#br0" timeOffset="-174081.59">8914 13133 236 0,'0'0'205'0,"0"0"-205"0,0 0-23 0,0 0 8 0,0 0 5 16,0 0-2-16,0 41-1 16,0-33 13-16,0 4 26 15,0 1-26-15,-6 2-54 16,-6 1-174-16</inkml:trace>
  <inkml:trace contextRef="#ctx0" brushRef="#br0" timeOffset="-173797.26">8843 13451 355 0,'0'0'94'0,"0"0"-33"16,0 0-12-16,0 0-4 0,0 0-36 15,0 0 0-15,-9 136-5 16,9-120-8-16,0-4 2 16,0 0-5-16,0 5-38 15,0-10-95-15,0 14-111 16</inkml:trace>
  <inkml:trace contextRef="#ctx0" brushRef="#br0" timeOffset="-173430.72">8896 13876 277 0,'0'0'186'0,"0"0"-97"16,0 0-5-16,0 0-39 16,0 0-45-16,0 0 11 15,0 176-24-15,0-155-6 0,0 7 16 16,0 0-19-16,0-12-26 16,0-1-169-16</inkml:trace>
  <inkml:trace contextRef="#ctx0" brushRef="#br0" timeOffset="-172482.87">9110 13226 200 0,'0'0'278'0,"0"0"-187"0,0 0-6 0,0 0-26 0,0 0 11 0,0 0-27 16,0-4 8-16,0 4-47 16,0 0 21-16,0 0-15 15,0 0 31-15,0 4-18 16,0 16-7-16,0 0 19 16,0-4-22-16,0-4-3 15,0 4-6-15,0-8-8 16,0 12 2-16,0 1-1 15,0-1-3-15,6 8 6 16,0-9-1-16,-6-11 5 0,0 5-9 16,0-9 13-16,0-4-17 15,0 0 9-15,0 0-9 16,0 0-4 0,0 0 6-16,13 0 3 0,-13 0-2 15,0-8 0-15,0-17 12 16,9 5-5-16,3 1 7 15,1-6-10-15,-1 2 6 16,16-14-8-16,6-3 2 16,6 12-8-16,-15 9 10 15,3 6-3-15,-15 9-3 16,-13 4 10-16,0 0-13 16,9 0 18-16,-3 8-4 15,13 20 21-15,2 0-11 0,4 0-15 16,3-8-9-16,-9-4 3 15,-13-3-22-15,-6 2 20 16,0 1-85-16,0-7-166 16</inkml:trace>
  <inkml:trace contextRef="#ctx0" brushRef="#br0" timeOffset="-171166.94">8890 12372 85 0,'0'0'275'0,"0"0"-118"0,0 0-56 0,0 0-42 16,0 0-45-16,0 0-14 0,12-8-2 16,0-1 2-16,4 1 5 15,3-3 23-15,-1-6 57 16,-2 2-47-16,-10-6-38 16,12-2-3-16,4-1-124 15,6 4-43-15,-16 7-273 16</inkml:trace>
  <inkml:trace contextRef="#ctx0" brushRef="#br0" timeOffset="-170918.26">9231 12091 70 0,'0'0'405'0,"0"0"-294"0,0 0-21 16,0 0-68-16,0 0-20 16,0 0-4-16,59-32-24 15,-41 8-43-15,10 8-99 16</inkml:trace>
  <inkml:trace contextRef="#ctx0" brushRef="#br0" timeOffset="-170666.97">9231 12091 240 0,'378'-265'318'15,"-362"249"-312"-15,24-12 3 0,0-8-18 16,0-3-4 0,7 6-59-16,-28 21 21 15,2 4-36-15,-15 4-9 0,-6 4 14 16</inkml:trace>
  <inkml:trace contextRef="#ctx0" brushRef="#br0" timeOffset="-169452.79">8942 11474 261 0,'0'0'182'0,"0"0"-162"0,0 0-9 0,0 0 42 0,0 0-18 15,0 0 23-15,0 152-26 16,0-128-21-16,0-8 20 16,0 0-26-16,0 0 22 15,0 0-19-15,7 5 5 16,-1 2-13-16,0-2 13 15,0-6-13-15,-6-7-5 16,0 5 5-16,9-5 25 0,-9-5 20 16,0 6-44-16,0-6 14 15,0-3-14-15,0 0-2 16,0 0-29-16,0 0 30 16,0 0 10-16,7 0 15 15,-7 0 0-15,6-12-17 16,6-16-7-16,10-8 9 15,-3-4-20-15,8 0 2 16,-2 4-14-16,-9 4 2 16,-4 0 18-16,10 8-2 15,-10 8 4-15,1-1 0 16,-7 9-2-16,0 8-1 16,3 0-36-16,-2 0 25 0,-1 0 14 15,6 0 16 1,4 0 37-16,-10 0-39 0,0 5-14 15,7-2 1-15,-7 5-5 16,9 5 18-16,-9-1-26 16,1-1 12-1,5 10-9-15,-12-6-99 0,0-6-37 16,6-9-31-16</inkml:trace>
  <inkml:trace contextRef="#ctx0" brushRef="#br0" timeOffset="-148486.16">9745 7163 39 0,'0'0'150'0,"0"0"-150"0,0 0-13 15,0 0 4-15,0 0 9 0,0 0 37 16,0 0 41 0,0 0 75-16,13 0-60 0,-13 0-48 15,0 0-19-15,0 0-25 16,0 0 13-16,0 0-12 16,0 0 0-16,0 0 16 15,0 0 12-15,0 0-7 16,0 0-19-16,0 0 18 15,0 0-14-15,0 0 10 16,0 0-16-16,0 0 14 16,0 0-11-16,0 0-4 15,6 0 8-15,-6 0-2 16,12 0 4-16,4 11-11 16,-10 5 10-16,0 1-7 0,1 3 14 15,5-1 5 1,3 6-7-16,-15 6 3 0,13-6-11 15,-13-6-7-15,0 2 13 16,6-1-22-16,0-4 18 16,10-1-10-16,-10 2 1 15,0-1 0-15,0 0-6 16,1 0 6-16,8 4 1 16,-9 8 9-16,-6-3-11 15,6-2 6-15,7-7-5 16,-7 9 3-16,3-6-6 15,4 1 2-15,-1 4 1 16,-12 1 0-16,22-2 8 0,-16 2-15 16,6 2 19-16,1-2-17 15,-4-5 17-15,-3-8-14 16,7 8 2-16,-7-8-4 16,0 8 3-16,10-8 0 15,-4 8-2-15,1 0 3 16,8 1-1-16,-15 7 9 15,7 0-15-15,-7-4 14 16,10-1-14-16,-4-3 6 16,0 1-15-16,4-1-11 15,-10 0 15-15,0 4 8 16,7 0 5-16,-13 4-6 0,15 0 10 16,-15 0-3-16,6-8-2 15,1 4 0-15,5 1-3 16,-6-10 6-16,0 9-6 15,10 1 8-15,-10-1-11 16,6-1 13-16,-5-3-5 16,-7 1-1-16,21-1-1 15,-14 0 0-15,11-4 0 16,-2 4-3-16,-10 4 4 16,0 0-2-16,0 0 2 15,0 4 8-15,4 4-9 16,-10-4 10-16,0 5 0 15,0-2-14-15,12 2 4 0,-6-1 0 16,1-4-4-16,8 3 14 16,-9 2-16-16,1 3 12 15,-7 0-1-15,0 0-2 16,12 5 5-16,-12-10-7 16,0 2 9-16,0-5-2 15,6-9-7-15,-6 9-2 16,16-3 2-16,-10-5-8 15,-6 4 14-15,0 0-8 16,12 4 2-16,-12 0-2 16,6 4 2-16,1-8 4 15,-7 9-5-15,0-10 3 16,0 1-13-16,15-7 20 0,-9 2-26 16,1-2 30-16,5-1-21 15,-6 0 9 1,3-1-4-16,4 2 1 0,-13 2 1 15,12 2-1-15,-6-6 11 16,4 2-15-16,-10-1 13 16,12-8-11-16,-6 8 5 15,1-8-2-15,-7 4 0 16,15 0 2-16,-15 1-1 16,6-2-1-16,0 1 1 15,-6 4 4-15,0-3-6 16,0-2 6-16,0-7-6 15,0 9 1-15,13-2 0 16,-13 1 5-16,0 1-2 0,0-5 25 16,0 0-18-16,0-1 4 15,0 1-7-15,0 0-3 16,0-8 1-16,0 13-10 16,12-13 4-16,-12 4 1 15,0-4-4-15,0 8 8 16,0 8 0-16,16 7-1 15,-16-10 14-15,0-1-4 16,0-4-13-16,0-5 2 16,0-3-5-16,0 5 0 15,0-5 3-15,12 0-7 16,-12 16 16-16,0-8 4 0,0 8-6 16,0-8 23-16,0-8-30 15,0 0 0-15,0 0-1 16,0 0-2-16,0 0-10 15,0 0-2-15,0 0-13 16,0 0-21-16,0 0-36 16,0 0-195-16,0 0-204 15</inkml:trace>
  <inkml:trace contextRef="#ctx0" brushRef="#br0" timeOffset="-143890.8">10973 10086 16 0,'0'0'249'0,"0"0"-226"0,0 0-23 0,0 0 0 0,0 0-6 15,0 0 6-15,0 0 6 16,0 0 9-16,0 0 99 16,0 0-21-16,0 0-41 15,0 0-25-15,0 0-24 16,0 0-6-16,0 0-21 15,0 0 16-15,0 0 8 16,0 0 7-16,0 0 13 16,0 0-4-16,0 4 0 15,-18-4-13-15,2 0 3 16,4 0-5-16,6 0-2 0,-1 0 2 16,7 0 19-16,0 0 9 15,0 0-3-15,0 0 1 16,0 0 0-16,0 0-14 15,0 0-13-15,0 0 17 16,0 0 3-16,0 0 23 16,0 0-10-16,0 0 5 15,0 0-6-15,0 0-13 16,0 0-15-16,0 0-4 16,0 0-3-16,7 12 3 15,21-8 13-15,12 16-9 16,6-4 14-16,1 4-7 15,-1 4 4-15,1-8-12 16,18 4 1-16,-9-7-7 16,9-2 10-16,-12-3-14 0,15 0 9 15,-9 4-2-15,-19 4 1 16,16-4 4-16,-16 4-4 16,13 4 5-16,-13-7 1 15,13 7-3-15,0-9-8 16,-13-3 11-16,13 5-15 15,-13-9 16-15,16 4-13 16,-25 0 5-16,9 4-1 16,0 0 0-16,-6 8 2 15,7-8-2-15,5-4 7 0,-12 4-7 16,7-4 7 0,-1-4-12-16,-9 4 8 0,9 1-9 15,-12-9 14-15,25 7-7 16,-13 1 2-16,13 0-1 15,3 8 1-15,-3-8 4 16,-1 9-8-16,1-14 8 16,-3 2-12-16,-4 3 10 15,1-1-4-15,5 6 1 16,1-2 1-16,15 9 8 16,13 1-8-16,-10 2 11 15,-3-7-8-15,-3 9-1 16,4-2 1-16,-17-10-5 0,-5 3 0 15,9-8-5 1,-4 4 2-16,7 0 6 0,10 0-7 16,-4 3 11-16,3 6-2 15,-3 3-1-15,3 8 13 16,-9-12-8-16,-9 0-4 16,-4-4-4-16,-5-8 2 15,5 4-6-15,-6-8 2 16,7 5-1-16,-7 2 4 15,13 1 3-15,0 4 0 16,-7 0 0-16,1 1-5 16,-7-6 0-16,-6 2-1 15,0-6 1-15,0 1-1 16,-3 5 10-16,16-1-15 0,-7-1 15 16,0-3-11-16,1 5 5 15,-13-5-2-15,12-1 1 16,-15 1-1-16,-4 5 2 15,4-9 4-15,3 12 1 16,-6-8-6-16,-10 4 7 16,1-8-9-16,-13 0 2 15,6-4-2-15,-6 0-10 16,0 0-11-16,6 0-18 16,3 5 9-16,4 2-50 15,-1 1 55-15,4 13 12 0,-16-10-1 16,0-11-69-1,0 0-205-15</inkml:trace>
  <inkml:trace contextRef="#ctx0" brushRef="#br0" timeOffset="-141743.44">9959 7014 200 0,'0'0'0'0,"0"0"1"0,0 0 23 0,0 0-17 0,0 0 5 0,0 0-11 16,0 0 4-16,0 8 20 15,0-5 103-15,0 2-35 16,0-5-71-16,0 4-21 16,0-4-1-16,0 0 0 15,0 0-2-15,0 0 1 16,0 0 2-16,0 0 6 15,-9 0-2-15,3 12 30 16,6-8-27-16,-13-4-5 16,13 4 7-16,0-4 2 15,0 0-11-15,-6 4 4 0,6 4-5 16,-6 0 3 0,6 4 4-16,-15-4-2 0,15-3 4 15,0-5-2-15,0 0 13 16,0 0 2-16,0 0-8 15,0 0 24-15,0 0-2 16,0 0 27-16,0 11-23 16,0-3-8-16,0 1-28 15,0-6-4-15,0 9-4 16,0-4 3-16,0 5-3 16,27 6 7-16,1-7-4 15,-3 9 2-15,9 10 17 16,0-6-18-16,7 6 1 15,-1-2-1-15,0 3-2 16,7 0 2-16,-7 0 0 16,7 0 1-16,-1-4 6 15,-6 5-1-15,1-2-5 0,-1 1 11 16,-9 0-8-16,16-3-4 16,-19-1 0-16,12 0 1 15,6-4-2-15,-12 16 4 16,19-4 3-16,-13-4-4 15,7 0-4-15,-1 0-2 16,7-12 4-16,-3 8 0 16,9 4 5-16,-7 5-5 15,-5-1 3-15,6 8-4 16,2-5 6-16,-14-3-10 0,11 5 10 16,1-13-8-16,0 8 3 15,-3-3 0-15,2-2-1 16,-5 10-4-16,-1-5 3 15,7 8 2-15,0 0 2 16,15 4 4-16,0-1-12 16,-3 2-4-16,-12-1 5 15,9-4-4-15,-16 0-5 16,-5 0 9-16,-1-7 9 16,7-10-14-16,-1-2 6 15,7-1 4-15,-7-9-16 16,23 10 16-16,-17-1-5 15,16 1 4-15,4 11 1 0,8 0 1 16,-11 0-1 0,-4 3 0-16,-9-3-4 15,9-3 12-15,-13-2-8 0,17 2 0 16,-17 3 0-16,1 0 0 16,3-3 8-16,-3-2-8 15,5-3 4-15,4 1-8 16,-3 2 9-16,10-3-2 15,-11 13 2-15,1-5 9 16,-18 8 2-16,-1 0-4 16,-12-8-11-16,0 4 0 15,-3-8 4-15,3-4-1 16,-4 5-3-16,10-5 5 16,1 0 4-16,-1 0-9 0,6 8 8 15,0 0-4-15,7 4-2 16,-7-4 1-16,0 4 2 15,1-4 4-15,-10 0-5 16,9-3 14-16,0-2-17 16,1 2 10-16,-7-1-10 15,0-4 3-15,-9 0 7 16,-10-4-2-16,16 8 2 16,-3-4-8-16,0 0 9 15,3-4-12-15,3 4 13 16,0 0-13-16,0-4 8 15,7 17-1-15,-10-5-5 16,3-8 2-16,-6 8-1 0,-10-12-4 16,4-4 6-16,-3 3-7 15,8-2 6-15,-2 3-2 16,3 5 6-16,0 2-2 16,-3 2-3-16,9 3-2 15,-6-5-1-15,-3-7 8 16,3 1-12-16,0-2 11 15,-4 1-1-15,4-4-7 16,-9 9 14-16,9-5-8 16,0 0-4-16,-4 4 2 15,4-8-3-15,-9-4-2 16,9-8 6-16,-16 8-17 0,10-7 24 16,3 7-12-16,3 4 0 15,-10-9 0-15,-2-3 0 16,-10 0-4-16,-6-8 0 15,0 9-33-15,0-9-23 16,-62 0-206-16</inkml:trace>
  <inkml:trace contextRef="#ctx0" brushRef="#br0" timeOffset="-139944.6">8421 12421 54 0,'0'0'104'0,"0"0"-69"0,0 0 55 0,0 0 79 15,0 0-74-15,0 0-40 16,0 0-48-16,-27 0-7 16,27 0-4-16,0 0 4 15,0 0 12-15,0 0-3 0,0 0 27 16,0 0-6-16,0 0 32 15,0 0-58-15,0 0-4 16,0 0 3-16,0 0-11 16,-7 7 12-16,1 1-4 15,0-4 15-15,-3 8 8 16,9 0 19-16,0 4-29 16,0 0 13-16,0 0-19 15,0-4-11-15,15-7 4 16,-9 3-5-16,1-8-6 15,5 0 11-15,3 0 4 16,-8 0 0-16,5 0 14 16,-12 0-13-16,22 0-2 0,-16 0 3 15,6 0-6-15,1-16 2 16,-4-9 1-16,-9 1-3 16,12 0-1-16,-12 8 0 15,0 5-16-15,0 2 14 16,0-3 3-16,0 8-7 15,-21-1 0-15,-4-3 5 16,-9 1-18-16,6 3-86 16,16 4 26-16,-1 0 66 15,7 0 6-15,-22 4-47 16,22 20-103-16,-28 4-249 16</inkml:trace>
  <inkml:trace contextRef="#ctx0" brushRef="#br0" timeOffset="-138911.53">10359 10664 264 0,'0'0'23'0,"0"0"34"0,0 0 67 0,0 0-67 0,0 0-50 16,0 0 27-16,-62 91-1 15,62-66 39-15,0 3 19 16,0 0 7-16,0-4-52 16,0-8-46-16,16-4 2 15,9 0-3-15,3-4 1 16,12-4 0-16,-12-4 0 16,18 0 6-16,-5 0 11 15,5-16-1-15,-6-33 8 16,13-6-14-16,-19-9-8 15,-15 0-2-15,-19 15-5 16,0 9 0-16,0 8 5 0,0 8-6 16,-47 4 15-16,1 4-8 15,-7 4-1-15,7 12-6 16,-1 0-13-16,7 0 8 16,-1 24-11-16,7 24-15 15,-6 1-59-15,12-5-274 16</inkml:trace>
  <inkml:trace contextRef="#ctx0" brushRef="#br0" timeOffset="-137862.88">9838 6609 238 0,'0'0'66'0,"0"0"1"0,0 0-48 0,0 0 17 15,0 0 20-15,0 0 20 0,19 0-40 16,-19 0 30-16,0 0 18 16,0 0-20-1,0 0-19-15,0 0-27 0,0 0-9 16,-19 0-6-16,-15 0-6 15,0 4 6-15,-6 15 13 16,-7 2 12-16,1 3 5 16,6 0-16-16,5 4-11 15,4 0-6-15,-3 4 3 16,19 8-8-16,2 1-1 16,13-2 5-16,0-3 1 15,0-3 5-15,0-9-2 16,53 4-5-16,15-12 2 15,7-16 0-15,18 0-15 16,0 0-50-16,-13-28-30 16,1-4-60-16,-28-1-121 0</inkml:trace>
  <inkml:trace contextRef="#ctx0" brushRef="#br0" timeOffset="-136214.26">16074 11550 404 0,'0'0'33'0,"0"0"52"0,0 0-5 15,0 0-18-15,0 0 3 16,0 0-22-16,0 204-7 16,0-187-18-16,0-9 13 15,0-8-19-15,0 0 7 16,0 0-10-16,0 0 11 15,0 0-4-15,0-17-10 16,0-23-2-16,0-8-4 0,0-16 0 16,0-8 1-16,0-5-6 15,0-3 5-15,0 16 0 16,0 8 0-16,0 7 0 16,0 10-4-16,0 3 5 15,0 8-5-15,0 4-3 16,19-4-2-16,15 8-4 15,12-1 9-15,16 13-5 16,-9 8-12-16,6 0 13 16,-19 8 8-16,7 16-8 15,-7-4 3-15,-6-4 3 16,-12 1-85-16,-10-1 20 0,-12-1-28 16,0 6 61-16,0-1 34 15,-6 4 3-15,-34-1 34 16,-1 2-11-16,13-9 6 15,-12-8-32-15,15-8-2 16,-3 0-12-16,0 0 7 16,10 0 7-16,12 0 19 15,-7 0 3-15,13 0-13 16,0 0-9-16,0 0-20 16,0 0 11-16,0 4 0 15,0 9 5-15,0-2-9 16,0-7 4-16,0 12 7 15,0-11-1-15,37 6-7 0,4 1 10 16,-13 4-2 0,0 4 8-16,-22 4-9 0,-6 1 6 15,0 3 32-15,0 3-14 16,-6 10-11-16,-35 6-6 16,-5 14 3-16,-10-1 4 15,9-12 68-15,16 1 40 16,10-26-70-16,15-15-26 15,6-8-15-15,0 0 23 16,0 0-3-16,0 0-28 16,0 0-2-16,0 0-38 15,-13 0-21-15,-9 0-236 0,-5 0-259 16</inkml:trace>
  <inkml:trace contextRef="#ctx0" brushRef="#br0" timeOffset="-134682.01">11215 9925 161 0,'0'0'225'0,"0"0"-168"0,0 0 24 0,0 0-32 0,0 0-43 16,0 0 11-16,81-52 35 16,-63 37-12-16,4 2-30 15,-22 10 19-15,12-6 16 0,1 9-10 16,9-4-35 0,-4-16-40-16,-5 0-89 0,15-8-79 15</inkml:trace>
  <inkml:trace contextRef="#ctx0" brushRef="#br0" timeOffset="-134432.37">11677 9581 253 0,'0'0'156'0,"0"0"-80"16,0 0 7-16,0 0-44 0,0 0-22 15,0 0-17-15,112-65-7 16,-91 57-16-16,-8-15-8 16,-1 6-41-16,-6-7-173 15</inkml:trace>
  <inkml:trace contextRef="#ctx0" brushRef="#br0" timeOffset="-134233.05">12090 9275 452 0,'0'0'44'15,"0"0"23"-15,0 0 37 16,0 0-77-16,0 0-6 15,0 0-21-15,226-144-14 16,-176 113-48-16,-26 2-21 16,4 17-171-16</inkml:trace>
  <inkml:trace contextRef="#ctx0" brushRef="#br0" timeOffset="-133116.68">11007 8983 475 0,'0'0'81'0,"0"0"-68"0,0 0 16 0,0 0 7 16,0 0 6-16,0 0 27 15,0 88-32-15,0-64-11 16,-6 0 17-16,0 8-6 16,0 0-28-16,-3 1 10 15,2 3 6-15,-5 4-9 16,12 0-4-16,-6-4-5 16,0-4 0-16,6-4 0 15,0-4-4-15,0-4-2 16,0-7-2-16,0-2 0 15,0-6-3-15,0-5 0 0,0 0-4 16,0 0-2-16,0 0 20 16,0 0-10-16,0 0 2 15,0-16 0-15,0-1-2 16,0-11-1-16,0-4-1 16,0-8 2-16,0-4-1 15,0 3 4-15,12-3-10 16,16-3-1-16,3 11-26 15,3-1-21-15,6 13 19 16,-12 12 33-16,-15 12-27 16,-1 0 30-16,10 0-1 15,2 0 1-15,11 12 10 16,-8 4-1-16,8-4-9 16,-4 1-31-16,-16 2 18 0,4 9-15 15,-19 4 20-15,0 13 8 16,0-2-13-16,0-6 13 15,0-13-8-15,-7-20-81 16,7 0-256-16</inkml:trace>
  <inkml:trace contextRef="#ctx0" brushRef="#br0" timeOffset="-130301.36">10880 6845 146 0,'0'0'19'0,"0"0"-13"0,0 0-4 0,0 0 10 0,0 0 14 15,0 0-16-15,6 5-10 16,-6-5 0-16,0 0 35 16,0 3-35-16,0 2-32 15,0-2-80-15</inkml:trace>
  <inkml:trace contextRef="#ctx0" brushRef="#br0" timeOffset="-130117.78">10880 6845 47 0,'-59'57'136'0,"59"-57"-85"15,0 0-2-15,0 0 44 16,0 0-49-16,0 0-44 15,0 0-106-15,0 0 6 16,0 0-20-16</inkml:trace>
  <inkml:trace contextRef="#ctx0" brushRef="#br0" timeOffset="-130051.27">10828 6902 72 0,'0'0'143'16,"0"0"-55"-16,0 0 0 16,0 0-88-16,0 0-37 15,0 0-115-15</inkml:trace>
  <inkml:trace contextRef="#ctx0" brushRef="#br0" timeOffset="-127488.02">13420 8314 647 0,'0'0'2'0,"0"0"15"0,0 0-17 0,0 0 54 16,-13-238-30-16,54 194 47 16,-23 16-52-16,-12 4 6 15,10 16 2-15,-16 1 30 16,12-1-40-16,-5-21-15 0,14-7-2 16,10-7-19-16,-3 2-27 15,-22 8 5-15,10 26 38 16,-16 7 3-16,0 0-1 15,-22 52 1-15,-52 24-12 16,-19 16-152-16,0-7-95 16,-6-9-136-16</inkml:trace>
  <inkml:trace contextRef="#ctx0" brushRef="#br0" timeOffset="-122759.39">3060 9436 231 0,'0'0'22'0,"0"0"-17"0,0 0-5 0,0 0 14 0,0 0 33 15,0 0 65-15,0 0-25 16,0 108 5-16,0-87-6 16,0-10-17-16,0 6-60 15,0-6-8-15,0 9 6 16,0 5-7-16,0 2 8 0,0 9-5 15,0-3 49-15,0 7-17 16,0-8-5-16,0-4-26 16,0 0 0-16,0-4-4 15,0 12 0-15,0 5-3 16,0-1 12-16,0 7-17 16,0-2 16-16,0 3-13 15,0-3 12-15,7-6-11 16,-1-6 8-16,-6 3-5 15,0 8 1-15,0 0-3 16,0 4 3-16,0-4 0 16,0 0-8-16,0 0 10 15,0 4-3-15,0 4 2 0,0-8-2 16,0 4 1 0,0 9-1-16,0-13 1 0,0 9 0 15,0-2-5-15,0-2 10 16,0 11-13-16,0-1 10 15,0-2-2-15,0-1 0 16,0 5-18-16,0-10-27 16,0-2-7-16,0-2 27 15,0 6 22-15,-13-1-4 16,-8 4 14-16,8-7-15 16,13-6 17-16,0 1-9 15,0 0 0-15,0 5 0 16,0 3-19-16,0-1-8 15,0 2 27-15,0 7 0 0,0-8 19 16,-18 12 4-16,8-3 24 16,-8-9-22-16,5-1-23 15,4-2-2-15,3-5-26 16,6-4 25-16,0 1-22 16,0 3 19-16,0 0 8 15,-6 12 2-15,-1-4 8 16,-11 0 23-16,9-4-3 15,2-7-12-15,1-5-22 16,0 3 6-16,6 2-17 16,-6-1 16-16,-10 12-15 15,4 0 18-15,-1 12-14 16,-8-3 12-16,15-10-2 0,-1 1-4 16,7-8 0-16,-6-3 0 15,0-5-3-15,-10-5-7 16,4 10-2-16,12-1 7 15,-12 0 10-15,12 0-2 16,0-8 8-16,-13 8 6 16,13-7-17-16,0-1 6 15,-9 4-13-15,9 0 9 16,0 4-2-16,0-8 0 16,0 4 2-16,0-8 8 0,0-3 4 15,0-2-7 1,-6-2-3-16,6 2 11 0,0 5-11 15,-7 5-4-15,7 7 2 16,0-12-11-16,0 4 20 16,0-12-19-1,-6-16 10-15,0 4-2 0,6-8 0 16,0 8 2-16,0-4-2 16,0-4 1-16,0 4 0 15,0 5 0-15,0-9-2 16,0 0-8-16,0 0-22 15,-6 0-123-15,6-13-136 16</inkml:trace>
  <inkml:trace contextRef="#ctx0" brushRef="#br0" timeOffset="-122433.96">2707 14265 43 0,'0'0'0'0</inkml:trace>
  <inkml:trace contextRef="#ctx0" brushRef="#br0" timeOffset="-121227.38">2707 14265 42 0,'40'24'95'16,"-40"-24"14"-16,6 12-41 16,1-8-55-16,5 16 28 0,-6-8 17 15,0-4-22 1,4-3-35-16,-10-5 25 0,0 0-6 16,0 0-8-16,0 0-12 15,0 0 0-15,0 0 31 16,0 0-4-16,0 0 18 15,0 0-6-15,0 0 4 16,0 0-42-16,0 0 0 16,6 0-1-16,-6 0-19 15,0 0 18-15,0 0 1 16,0 0 4-16,0 0 22 16,6 0 31-16,0 0 22 15,-6 0-49-15,0 0-20 16,0 0-5-16,0 0-9 0,0 0 4 15,0 0-6-15,0-9 1 16,0-3 5-16,7 3 9 16,8 3 25-16,-9-3-17 15,7-7-11-15,-1 0-6 16,16-17 0-16,12 2-3 16,-15-5 11-16,15 0-15 15,-18 8 15-15,-3 12-11 16,2-4 6-16,-8 15 0 15,8-6 0-15,-2-6 7 16,15-7-3-16,6-8-5 16,-5-4 3-16,24 4-2 15,-25-1 2-15,6 10 0 16,-9 7-6-16,-9 8 1 0,6-9 0 16,-10 2 6-16,10-9-5 15,3-4-1-15,9-8 8 16,7-5-11-16,3-7 10 15,-4 21-14-15,-15-2 8 16,3 9-2-16,-12 8 1 16,-4-4-4-16,-5 12-1 15,9-17 10-15,-4 2-3 16,16-9 2-16,7-5-1 16,-1 2 0-16,-6 3-6 15,6 3 2-15,-15 9-3 16,-3 8-7-16,-10 5 10 15,1-10-4-15,8-10 10 0,-2-2-2 16,21-14-1-16,-6-2-2 16,13 5 1-16,-1-4 1 15,-5 4 0-15,-13 15-2 16,-4 2 0-16,-8 10 0 16,2-7-5-16,-2 1 13 15,3-1-9-15,8-5 3 16,-2 1 1-16,-3-3-3 15,-3-2-4-15,9 1 4 16,-16 0 5-16,16 4-5 16,-10-3-2-16,10-2-1 15,6 1 6-15,-21 4 1 16,21 0-2-16,-9-1-2 0,-10 1 7 16,4 1-7-16,-7-1 0 15,4-5 1-15,15 1-3 16,-10 1 4-16,-2 10-2 15,-3 5 3-15,-16 8-6 16,0 0 6-16,0-4-7 16,0-4 4-16,0 5-2 15,0-2-1-15,0 5 3 16,0 0 4-16,0 0-2 16,0 0 0-16,6 0 6 0,-6-8-4 15,0 8 7 1,0 0 3-16,0 0 11 0,0 0-25 15,0 0 5-15,0-8 1 16,0 8-6-16,0-4 8 16,0 0 21-1,0 4-8-15,0 0 2 0,0 0-13 16,0 0-2-16,0 0-8 16,0-8-15-16,0-4-7 15,0 0-49-15,0 0 30 16,0 8 18-16,0 4 23 15,0 0 0-15,0 0 10 16,0 0-2-16,0-16-8 16,0-4-73-16,0-8-333 15</inkml:trace>
  <inkml:trace contextRef="#ctx0" brushRef="#br0" timeOffset="-119561.63">3172 9529 238 0,'0'0'258'0,"0"0"-235"0,0 0 19 0,0 0-16 15,0 0-26-15,0 0-12 16,9 15 12-16,-3-7 12 15,-6 8 33-15,0 1-5 16,0 2 1-16,7 6 3 16,21 7-20-16,-10 4-2 15,10 4-10-15,3-8-10 16,9 8 4-16,7 4-12 16,3-3 10-16,-4 3-7 15,7-4 4-15,6 7-1 16,-13 10 4-16,16-9 3 0,-3 4-13 15,-12 1 13-15,8-6-7 16,-17 2 3-16,11-9 0 16,-12 0 5-16,13-4-13 15,3 12 6-15,-13 0-1 16,0 1 1-16,7-2 7 16,-7 14-10-16,1-17 8 15,-1 4 6-15,6-8-7 16,-5-8-8-16,-10 4 7 15,9 4 3-15,6 5-1 16,-5 2 5-16,15 6 11 16,-16 2-15-16,6 2 4 15,-5-9-10-15,-16 0-1 16,2 1 6-16,-2-2-6 0,-3-3 0 16,3 1 0-1,3-1 0-15,-7 0-3 0,-2-5 3 16,-7-2 0-16,10-8 0 15,-16-6 6-15,7-3-11 16,2 4 8-16,-2 0-4 16,-1 12 1-16,10-8 0 15,-16 13 3-15,6-10-2 16,1 2 7-16,-4-10-1 16,-3 2-5-16,-6-9 3 0,13 8-7 15,-13 0 4 1,0 4 1-16,0-4 23 0,0 9-26 15,0-6 7-15,0 1-4 16,0 5-4-16,0-5 2 16,0-8-2-1,0 4 0-15,0-8 1 0,0-1-2 16,0 2 6-16,0-1-4 16,0 0 4-16,0-1-4 15,0 2 6-15,0-1-10 16,0-4 8-16,0-4-8 15,0-8 2-15,0 0-6 16,0 0 6-16,0 0 2 16,0 0-6-16,0 0 14 15,6 0-2-15,-6 0-6 0,0 0 17 16,0 0-4-16,0 0-13 16,0 0-5-16,0 0-2 15,0 0 6-15,0 0 1 16,0 0-2-16,0 0 4 15,0 0 14-15,0 0-13 16,0 0-3-16,0 0 0 16,0 0-20-16,0-4-36 15,0-4-52-15,0 5-12 16,0-2 86-16,0-3 26 16,-19-4 8-16,4-8-136 15</inkml:trace>
  <inkml:trace contextRef="#ctx0" brushRef="#br0" timeOffset="-118895.8">5566 12721 262 0,'0'0'315'0,"0"0"-293"0,0 0 4 0,0 0 16 0,0 0-37 15,0 0-5-15,-13 0 0 16,7 0 5-16,0 0 0 16,-3 0 39-16,2 12 25 15,1 0 36-15,6 0-55 16,0-4-10-16,0-4-22 16,0-4-18-16,0 0-3 15,13 0-11-15,27 0 9 16,6-36 0-16,10-8 5 15,-9-13 5-15,-13 6 0 16,-9-6-5-16,-4 9-2 16,-14 4-3-16,-1 0-11 15,-6 8-3-15,0 3-62 0,-34-3-66 16,-31 17 52-16,-10 19 95 16,16 0 8-16,-3 8 83 15,16 48-41-15,5 4 23 16,23-8-73-16,8-4-86 15,10-15-396-15</inkml:trace>
  <inkml:trace contextRef="#ctx0" brushRef="#br0" timeOffset="-117762.89">3008 8522 635 0,'0'0'36'0,"0"0"-31"0,0 0 64 0,0 0 39 15,0 0-66-15,0 0 6 16,-34 11-10-16,27-11-16 16,-8 9 54-16,-25-1-40 15,-1 3-20-15,-11 10-15 16,-1 3 1-16,0 8-2 15,13 12 13-15,-1 9-6 16,20 7 2-16,15-1-8 16,6-2 9-16,0-9-20 15,27-4 19-15,48-8-19 16,-4 0 7-16,22-11-4 16,3-14 5-16,22-11-12 15,-9 0-6-15,-22-36-30 0,6-20-18 16,-41 4-80-16,-36 11-133 15,-16 26-221-15</inkml:trace>
  <inkml:trace contextRef="#ctx0" brushRef="#br0" timeOffset="-116593.11">2279 15347 322 0,'0'0'263'0,"0"0"-255"0,0 0-4 0,0 0 18 0,0 0 26 0,0 0 44 15,-28 13 38-15,28-5-91 16,-6-4-19-16,6 0-19 16,0-4 9-16,-6 0-8 15,6 0 17-15,-16 0 9 16,16 0-8-16,0 0 6 16,0 0-6-16,0 0-7 15,0-8-13-15,0-41-8 16,0-15 8-16,9-19 7 15,10-6 0-15,21 9-6 16,-5 8 3-16,-11 3-1 16,23-3-6-16,-13 12-12 15,0 16-18-15,-6 24-4 0,-9 20-4 16,-13 0 37 0,0 32 4-16,3 21 20 0,-3 11-7 15,-6-5 0-15,0-2-12 16,0-5 6-16,0 4-3 15,0 0-8-15,0 8 4 16,0-4-12-16,0 1-41 16,0-17-52-16,0 0-55 15,0-24 45-15,0-20-134 16</inkml:trace>
  <inkml:trace contextRef="#ctx0" brushRef="#br0" timeOffset="-116297.42">1777 14983 449 0,'0'0'126'0,"0"0"-41"0,0 0 54 15,0 0-44-15,0 0-20 16,0 0-50-16,313 0-18 0,-205-4-7 16,-36-13-31-16,-10-2-123 15,-16-1-238-15</inkml:trace>
  <inkml:trace contextRef="#ctx0" brushRef="#br0" timeOffset="-115014.6">3268 12272 429 0,'0'0'240'0,"0"0"-208"0,0 0-29 0,0 0 81 0,0 0-27 16,0 0-16-16,0 0-21 16,0 0-4-16,13 0 12 15,5 0-3-15,16 0 2 16,7 0-18-16,5 0-3 16,16 0-1-16,-3 0-10 15,0 0-21-15,15 0-33 16,-12 0-106-16,-3 0-34 15,-6 0-124-15</inkml:trace>
  <inkml:trace contextRef="#ctx0" brushRef="#br0" timeOffset="-114764.18">4310 12236 457 0,'0'0'136'0,"0"0"-86"16,0 0 41-1,0 0-64-15,0 0-27 0,0 0-22 16,146 19-74-16,-118-19 3 15,-1 0 14-15,-8 0-58 16</inkml:trace>
  <inkml:trace contextRef="#ctx0" brushRef="#br0" timeOffset="-114580.26">5032 12383 502 0,'0'0'20'0,"0"0"-18"15,0 0-2-15,0 0-2 16,0 0-169-16</inkml:trace>
  <inkml:trace contextRef="#ctx0" brushRef="#br0" timeOffset="-113565.69">3702 11389 221 0,'0'0'214'0,"0"0"-113"0,0 0-17 0,0 0-18 16,0 0-15-16,0 0 2 0,-6 44 0 15,12-27-10-15,-6 2 1 16,6 14 17-16,1 7-37 16,5 0 14-16,4 4-29 15,-10 1-3-15,0-2 0 16,-6-3-6-16,0 0 0 16,0-11 4-16,0-9-6 15,0-12 11-15,0-8-18 16,0 0 10-16,0 0-4 15,0 0 3-15,0 0-3 16,0 0-25-16,0 0-2 16,0-13-2-16,0-23 22 15,0 5 8-15,12-18 4 16,10 9-4-16,-10 0-9 16,16 3-3-16,-9 10-4 0,9-1-3 15,6 3 11-15,-9-3-11 16,27-3 0-16,-2 2-47 15,-13 14 35-15,-3 15-44 16,-18 0 4-16,-4 0 60 16,1 31 13-16,2 13 20 15,-9-3-18-15,-6-10-2 16,0 5-36-16,0-6-407 16</inkml:trace>
  <inkml:trace contextRef="#ctx0" brushRef="#br0" timeOffset="-111515.78">1991 11569 325 0,'0'0'159'0,"0"0"-113"0,0 0 13 0,0 0 15 0,0 0 20 16,0 0 9-16,-69-8-17 15,69 8-38-15,-6 0 29 16,0 0-25-16,-6 0-25 0,-10 0-19 16,-3 5-8-16,-9 15-2 15,-13 16-2-15,1 13 2 16,-1 18 0-16,7 13-8 15,25 12 20-15,8 13-15 16,7-9 5-16,0-7-1 16,0-9-8-16,7-16-1 15,48-8-4-15,4-8-2 16,10-8 10-16,30-7-30 16,16-10 12-16,9-15-7 15,-10 0 29-15,-39-8-12 16,-10 0 4-16,-19-16 1 0,-5-24 1 15,-7-7 2-15,-28 2 8 16,-6-3-8-16,0 8-14 16,-19 12 7-16,-43-1 13 15,16 9 5-15,-7 20 17 16,7 0-9-16,-1 0 5 16,-21 36 6-16,-3 9-20 15,-16 3 3-15,0 0-14 16,25-15-1-16,37-14-6 15,25-15-130-15,59-4-296 16</inkml:trace>
  <inkml:trace contextRef="#ctx0" brushRef="#br0" timeOffset="-103175.4">6716 17313 192 0,'0'0'35'0,"0"0"2"0,0 0 15 0,0 0 26 15,0 0-34-15,0 0-17 16,0-12-4-16,0 12 7 16,0 0 16-16,0 0-6 15,0 0-38-15,0 0 8 16,0 0-5-16,0 0 2 15,0 0-4-15,6 0-6 16,-6-4-5-16,0 4 7 16,6 0 0-16,-6 0 2 15,7 0-2-15,2 0 4 16,-9-5-2-16,6-6 2 16,0-1 19-16,7-4 21 15,2-4-19-15,10-4 0 0,-13-1 0 16,10 6-18-16,-3 2-2 15,3 1 1-15,-10 4-1 16,10 1-4-16,-4-6 5 16,16-10 28-16,7-1-13 15,-1-13-16-15,13 1-3 16,-13 3 7-16,0 1-8 16,1 0 4-16,-17-3-2 15,26-2 8-15,-13 10-9 16,-3 3-1-16,-6 3 0 15,6 5 0-15,-9 4 3 16,9-8 22-16,0 0-10 0,-9 0 7 16,9-8-22-16,-6-5 3 15,6 1-2-15,7 0-1 16,-1-3 1-16,-9 3-1 16,-3 0 0-16,-10 15 8 15,-2 1-11-15,3 4 8 16,2 0 1-16,10-8-3 15,10-12 9-15,-1-4-8 16,6-5-2-16,1-2-2 16,-7 11 0-16,-12 8-2 15,-9 11 10-15,-19 13-15 16,0 0 15-16,9-4-12 16,-3 0 7-16,7-15-6 0,21-10 1 15,0-3 2 1,-9 4-8-16,3 8-2 0,-22 12 9 15,0 3 2-15,-6 6-4 16,0 3 11-16,6-8-15 16,3 8 8-16,-9 0-1 15,0 0 1-15,0 0 2 16,0 0-1-16,0-4 3 16,7-9-10-16,5-3 10 15,7 1-7-15,-4-1 5 16,-2 8-3-16,-13 4 0 15,0 4-2-15,6 0 1 16,-6 0 2-16,0 0 7 0,0 0-4 16,0 0 10-16,0 0-14 15,0 0 11-15,0 0-6 16,0 0-8-16,0 0 3 16,0 0 0-16,0 0-6 15,0 0 15-15,0 0-6 16,0 0-1-16,0 0 9 15,0 0-9-15,0 0 24 16,0 0-25-16,0 0 0 16,0 0-1-16,0 0-4 15,0 0-7-15,6 0 8 16,-6 0-2-16,0 0-5 16,0-13 3-16,0 13 4 15,0-3 3-15,15-2 1 0,-15 5 0 16,0 0 9-16,0-8-8 15,7 5-4-15,5-17 5 16,0 4-12-16,4-9 14 16,3 17-9-16,-13 0 6 15,-6 8-2-15,0 0 2 16,0 0-2-16,9 0 5 16,-9 0 2-16,12-8-14 15,-12 8-4-15,0-7 9 16,0 2-3-16,7 5 2 15,-7 0 1-15,0 0 1 16,6 0-3-16,-6 0-1 0,0 0-3 16,0 0 16-1,0 0-16-15,28 0 14 0,-22 0-9 16,13 0 3-16,2 0 0 16,-2 12 4-16,15 1 7 15,-6-2-7-15,12 2 5 16,7-10-8-16,-7 14 7 15,7-1-7-15,-1-1 0 16,1 1-1-16,-1 9 1 16,16-5-1-16,-15-9 0 15,-1 5 4-15,1 1-4 16,-1-1 5-16,1 0 4 16,12 8-8-16,-4-3 15 0,-2 6-8 15,21 1 3-15,-21 0-7 16,12-3-1-16,-9 3-6 15,9-1 9-15,-3 6-10 16,3-2 10-16,-3 2-9 16,3 3 6-16,4 0 1 15,-4-5-4-15,3 6-1 16,-9-5-1-16,-6 4 4 16,15 0-4-16,-15-3 7 15,9-10-10-15,-3 10 5 0,9-6-6 16,-3 1 12-1,15 5-5-15,-5 3 4 0,-10 0 0 16,3 5 6 0,-3-5-5-16,-9-8 6 15,-3 0-9-15,6-9-2 0,-13-2 1 16,10-1-2-16,-3 4 0 16,12-1 1-16,3 6-2 15,-9-1 7-15,22 4-2 16,-7 0-3-16,0 3-1 15,7 2 6-15,-16-9-15 16,16 0 11-16,-13-3-2 16,-9-2 1-16,-6-7 3 15,-13 1-7-15,0-5 13 16,-12-8-20-16,-3 3 19 16,9 6-19-16,13-1 20 15,5 8-9-15,4-1 9 0,9 6-1 16,-12-6 1-16,15-2-5 15,-9-1-10-15,-3-4 14 16,-10 0-15-16,-11 3 13 16,2-6-12-16,3 7 10 15,0-1 1-15,1 2 9 16,-1-1-10-16,-12-4 1 16,6 0 1-16,-15-8-14 15,-7 0 8-15,4 0-4 16,-16 0-4-16,0 0 7 15,6 0 1-15,-6 0-1 0,0 0 0 16,0 0-10-16,0 4 7 16,0 0-21-16,0-4 23 15,0 0 1-15,0 0-8 16,0 0 8-16,0 0-53 16,-75 0-85-16,-70 0-507 15</inkml:trace>
  <inkml:trace contextRef="#ctx0" brushRef="#br0" timeOffset="-101460.55">6735 17397 285 0,'0'0'242'0,"0"0"-233"0,0 0 9 0,0 0 14 0,0 0-4 15,0 0-9-15,229-36 17 16,-170 28-27-16,-12 4 58 16,8 4 51-16,-17 0-43 0,11 0-43 15,-12 0 0-15,25 0-2 16,-3 0-18-16,22 0 15 15,0 0-22-15,12 0 16 16,-7-4-14-16,-11 0 18 16,-1 0-23-16,-9 0 17 15,10 4-13-15,-10-4-4 16,3 4-2-16,0 0 7 16,-3 0-11-16,4 0 12 15,-10 0-10-15,-1 0 5 16,4 0-6-16,-3 0 3 15,10 0 0-15,-10 0 2 0,9 0 0 16,-3 0-2 0,9 0 2-16,7 8-6 0,-7 0 10 15,7-4 2-15,-16 3-7 16,-6-7-1-16,-3 5 1 16,3-5-1-16,3 0 0 15,-10 4 5-15,7 4-10 16,3 5 12-16,-3-2-13 15,9-3 12-15,-2 0-6 16,-14 1 5-16,29-6-5 16,-7-3 3-16,1 0-2 15,5 0-1-15,-8 0 1 16,2 0-1-16,-15 0 6 16,-3 0-9-16,-3 0 9 0,12 8-7 15,-10-4 1-15,-2 4 0 16,0-8 0-16,15 8 0 15,-9 0 1-15,9 8 8 16,-3-7-17-16,4-1 16 16,-4-5-14-16,-3-3 9 15,-16 5-4-15,1-2 1 16,-1 2 0-16,-6 2-2 16,13 1 8-16,9 0-1 15,3 5-4-15,4-1 2 16,-11-4 1-16,-11 0-7 0,6-5 3 15,-13-3-1 1,16 0 0-16,-16 0 2 0,13 0-7 16,0 0 13-16,-1 0-10 15,4 5 12-15,-3 3-14 16,6-4 9-16,3-1-5 16,-3-3 1-16,-13 0 0 15,-12 0-3-15,7 0 9 16,-17 0-13-16,17 0 16 15,5 0-11-15,10 0 7 16,3 0 4-16,15 0-8 16,-9 0 1-16,16 0-2 15,-13 0 2-15,-15 0 6 16,-19-3-6-16,-22-1 9 16,1-4-5-16,-13 8-12 0,9 0 6 15,-9 0-6-15,0 0 4 16,0 0 2-16,0 0-1 15,0 0 9-15,0 0-18 16,0 0 2-16,13-5-33 16,-13-14-33-16,0-14-25 15,0 5-99-15,-47 0-446 16</inkml:trace>
  <inkml:trace contextRef="#ctx0" brushRef="#br0" timeOffset="-100494.8">6108 17954 194 0,'0'0'100'0,"0"0"-15"0,0 0 53 0,0 0-48 0,0 0-14 16,0 0-24-16,-34 36 21 16,34-36-35-16,0 0 32 15,0 0-20-15,0 0-25 16,0 0 2-16,0 0 26 16,0-15-38-16,0-26-9 15,0-14 5-15,0-14-8 16,0-7 3-16,22 4-4 15,9 4 1-15,-3 7-3 16,0 9-5-16,-10 20-5 16,-11 16-12-16,-1 13 15 0,0 3-26 15,-6 0 21-15,9 15-13 16,4 34 25-16,-7 10 8 16,16 14-8-16,-10 3-3 15,7-12-15-15,2 0 11 16,-8-7-36-16,15-10 1 15,-16-6-99-15,-6-13-2 16,0-12-68-16,-6-12-110 16</inkml:trace>
  <inkml:trace contextRef="#ctx0" brushRef="#br0" timeOffset="-100339.56">6108 17954 223 0</inkml:trace>
  <inkml:trace contextRef="#ctx0" brushRef="#br0" timeOffset="-100275.61">6108 17954 223 0,'-62'-84'471'0,"103"84"-462"0,5 0 111 0,10 0-6 15,-3 0-114-15,-13 0-9 16,-6 0-139-16,-9 0-42 0,-19-11-164 15</inkml:trace>
  <inkml:trace contextRef="#ctx0" brushRef="#br0" timeOffset="-99345.33">8254 15436 312 0,'0'0'220'0,"0"0"-195"0,0 0-17 0,0 0 32 0,0 0 31 15,0 0 6-15,0-9 21 16,0 9-25-16,0 0-13 16,0 0-17-16,0 0 1 15,0 0-36-15,0 0 14 16,0 0-21-16,6 0-1 15,35 0 5-15,-1 0-5 16,13 0 9-16,5-3-7 0,4-25 3 16,-3-16 1-16,3-17 1 15,-9-11-6-15,-13 4 3 16,-5 4 3-16,-29 20-4 16,-6 16-3-16,0 11 0 15,0 6-6-15,-41 3-2 16,-27 8-16-16,9 0-19 15,-9 8 9-15,3 44 21 16,3 16 3-16,22 0 10 16,21 1-2-16,19-17-92 15,0-12-272-15</inkml:trace>
  <inkml:trace contextRef="#ctx0" brushRef="#br0" timeOffset="-98014.6">14083 17630 425 0,'0'0'5'0,"0"0"-10"0,0 0 5 15,0 0 0-15,0 0 7 0,0 0 57 16,-34 0-31 0,12-33-27-16,10-3 102 0,6-12-36 15,-7 1-11-15,13-14-6 16,0-3-12-16,0-4-41 16,0 7-2-16,41 5 0 15,5 17-30-15,-15 18 1 16,3 17-6-16,-12 4 17 15,-3 0 18-15,-13 32 25 16,-6 9 5-16,0-2 1 16,0 13-14-16,0-3 24 15,-12 2-13-15,-23-6-4 16,29-13-1-16,-6-16-14 0,6-7-18 16,6-9 7-16,0 0-17 15,0 0-35-15,12 0-24 16,47 0 69-16,3-5 6 15,-3 5-1-15,-6 0 8 16,-19 0 21-16,-13 5 23 16,-8 23 22-16,-13 3-28 15,0 5 4-15,0 5-7 16,-22 6-15-16,-31 2-4 16,-21-5-9-16,-4-4 29 15,-8-12-35-15,5-7-5 16,-6-14-21-16,19-7-18 15,-6 0-150-15,15 0-469 16</inkml:trace>
  <inkml:trace contextRef="#ctx0" brushRef="#br0" timeOffset="-96596.57">9376 18440 587 0,'0'0'25'0,"0"0"-19"0,0 0 4 0,0 0 17 0,0 0-8 16,0 0-7-16,-18-8-12 15,18-5 0-15,0-2 64 16,6-9 44-16,25-17-52 16,19-7-38-16,2-12 24 15,-11 4-38-15,-1 0 9 16,-15 4-10-16,-10 4 2 16,-15 8-5-16,0 0 5 15,0 7-8-15,0 6 13 16,0 2 1-16,0 13-4 15,-15 0 3-15,-10 8 3 0,-3 4 4 16,-12 0-4 0,6 0-10-16,3 4 5 0,3 17-1 15,15-10-14-15,4 9 5 16,3 8-17-16,0-4-13 16,6 9 19-16,0-5 0 15,0 8 2-15,0 0 10 16,46 8-9-16,7-4 0 15,15 4 0-15,0-12-43 16,-3 4-61-16,-12-3 25 16,-13-5 33-16,-5 3 24 15,-14-3 7-15,-15 5 25 16,13-5 10-16,-19 4 5 16,6-4 14-16,-6 0-27 15,0-4 10-15,0 0 7 0,0-3-13 16,-52-6 4-1,-1-7 12-15,-15-4 17 0,-13-4-37 16,3 0-2-16,-8 0-54 16,-10 0-7-16,24 0-122 15,10 0-232-15</inkml:trace>
  <inkml:trace contextRef="#ctx0" brushRef="#br0" timeOffset="-95447.96">8434 15813 367 0,'0'0'63'0,"0"0"-16"0,0 0-20 0,0 0 18 16,0 0-26-16,0 0-2 16,0-16-17-16,0 12-23 15,0-5 22-15,0-2 2 16,0 11-7-16,0-4 14 15,0 4-13-15,0 0 17 16,0 0-11-16,0 0 23 16,0-4 23-16,0-5 7 15,0 9-31-15,0-8-23 16,-6 5-12-16,6 3 11 16,-7-5 2-16,7 5 6 15,0 0-2-15,0 0-5 0,0 0-8 16,0 0 8-16,0 8 25 15,0 25-16 1,0-1-6-16,0 8 1 0,-15 1-4 16,9 2 8-16,-7-3-14 15,1 5 6-15,-4-14-33 16,16-2-109-16,-12-21-161 16</inkml:trace>
  <inkml:trace contextRef="#ctx0" brushRef="#br0" timeOffset="-95149.78">8421 16302 483 0,'0'0'60'0,"0"0"-60"0,0 0 11 16,0 0-22-16,0 0-33 0,0 0 37 15,0 144-34-15,-15-107-141 16,15-5 5-16</inkml:trace>
  <inkml:trace contextRef="#ctx0" brushRef="#br0" timeOffset="-94915.42">8375 16772 402 0,'0'0'145'0,"0"0"-138"16,0 0 2-16,0 0 8 16,0 0 3-16,0 0-18 15,25 191 8-15,-25-166-5 0,6 3-1 16,-6-4 7-16,0 4-22 16,0-8-23-16,0 1-46 15,0-10-70-15,0-2-185 16</inkml:trace>
  <inkml:trace contextRef="#ctx0" brushRef="#br0" timeOffset="-94799.79">8462 17313 101 0,'0'0'446'0,"0"0"-438"16,0 0 0-16,0 0-16 16,0 0 8-16,0 0-6 0,0 228-34 15,0-203-224-15</inkml:trace>
  <inkml:trace contextRef="#ctx0" brushRef="#br0" timeOffset="-93984.18">8735 16799 263 0,'0'0'27'0,"0"0"-11"0,0 0 42 0,0 0-17 15,0 0 4-15,0 0-23 0,0 17 17 16,0-17 16-16,0 0 36 16,0 3-22-16,0 2 3 15,0-2-10-15,0 2 4 16,0-5-3-16,0 0-49 15,0 0 2-15,0 0-12 16,0 0 27-16,0 0-11 16,0-8 3-16,0-13-16 15,0-7-5-15,0-11 7 16,0-10-8-16,0-11 8 16,0-4-6-16,0-1-6 0,0 1 2 15,0 12-4-15,0 8-1 16,6 12 5-16,0 8-5 15,-6 0 2-15,6 9-4 16,10-10-99-16,-4 1-77 16,16 20-69-16,-3 4-64 15</inkml:trace>
  <inkml:trace contextRef="#ctx0" brushRef="#br0" timeOffset="-93600.64">8908 16506 415 0,'0'0'228'0,"0"0"-193"0,0 0-25 0,0 0 39 15,0 0 32-15,0 0-6 0,28-96-24 16,-3 81-35 0,9-10 25-16,13 1-2 0,-1 1 25 15,16 6-49-15,-22 13-1 16,-15 4-13-16,3 0-2 15,-15 0 1-15,-7 0-2 16,9 21-9-16,10-14-24 16,-19-7-93-16,10 0-319 15</inkml:trace>
  <inkml:trace contextRef="#ctx0" brushRef="#br0" timeOffset="-92485.21">8856 16250 419 0,'0'0'48'0,"0"0"-31"0,0 0-11 0,0 0 0 0,0 0 6 16,0 0-8-1,0-48 8-15,0 48-1 0,0 0 58 16,0 0-16-16,0 0-31 16,6 0-15-16,-6 11 13 15,6 19 21-15,6 1-14 16,10 1 4-16,-3 16-17 15,2 1 3-15,-14 2-16 16,-1 1 13-16,0 5-13 16,0-1 9-16,-6-8 2 15,16-7 4-15,-16-2 17 16,0-11-27-16,0-4 1 16,0-4 0-16,6-3-12 0,-6-1 13 15,0 0-8-15,0 4 3 16,0-4-2-16,0-1-1 15,0-2-2-15,0-9-26 16,0 4-114-16,0-8-50 16,0 4-136-16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1:45:15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236 221 7299,'0'0'2281,"-13"0"-1795,-39 0-49,39 0 1580,11 0-1847,0 0-1,1 0 0,-1 0 0,0 0 0,0 0 1,1 0-1,-1 0 0,0 1 0,1-1 0,-1 1 1,1-1-1,-1 1 0,0 0 0,-2 1 0,3-1-168,1 1 0,-1-1 0,1 0-1,-1 1 1,1-1 0,0 0 0,0 1 0,-1-1-1,1 0 1,0 1 0,0-1 0,0 0-1,1 1 1,-1-1 0,0 1 0,0-1 0,1 0-1,-1 1 1,1-1 0,-1 0 0,1 0-1,0 2 1,2 3 3,0-1 0,0 1 0,0-1 0,1 0 0,-1-1 0,1 1 0,1 0 0,-1-1-1,0 0 1,1 0 0,7 4 0,11 7-23,31 16-1,-38-23-17,4 2 28,0-2 0,1 0 0,0-1 0,0-1 0,0-1 1,37 3-1,139-1-40,-163-7 48,-30 0 11,0 0-1,0 0 1,0 0 0,-1 0 0,1-1 0,0 0 0,0 0-1,0 0 1,0 0 0,-1-1 0,1 1 0,0-1-1,-1 0 1,0 0 0,1 0 0,-1-1 0,0 1 0,0-1-1,0 0 1,0 0 0,-1 0 0,1 0 0,-1 0-1,4-7 1,-4 8-4,21-30 100,32-57 0,-49 78-91,0-1-1,-1-1 0,-1 1 1,0-1-1,-1 0 0,0 0 1,-1 0-1,1-26 0,-3 24 144,1 7-99,-1-1 0,0 0 0,-1 1 0,0-1 0,-2-8 0,2 15-58,0 0 1,0-1-1,0 1 1,0 0-1,0-1 1,-1 1-1,1 0 1,0 0 0,-1 0-1,0 0 1,1 1-1,-1-1 1,0 0-1,0 1 1,0-1-1,0 1 1,0 0-1,-1-1 1,1 1-1,0 0 1,0 0-1,-4 0 1,-12-2-21,-1 1 0,1 1 0,-37 2 0,13 0 12,-367-1-972,406 0 974,-1 1-1,1 0 0,-1-1 1,1 1-1,0 1 0,-1-1 1,1 0-1,0 1 1,0-1-1,0 1 0,0 0 1,0 0-1,1 0 0,-1 1 1,0-1-1,1 1 1,0-1-1,0 1 0,0 0 1,0 0-1,-2 4 0,-4 3-14,-25 29-277,23-28 68,0 0 0,1 0-1,0 0 1,1 1 0,0 1-1,1 0 1,0 0-1,-8 24 1,-53 175 97,39-128-5037,28-75-1749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26T22:17:02.7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3587 9485 290 0</inkml:trace>
  <inkml:trace contextRef="#ctx0" brushRef="#br0" timeOffset="5774.32">251 9909 496 0,'0'0'36'16,"0"0"-33"-16,0 0 4 16,0 0 16-16,0 0 5 15,0 0-10-15,34 65-18 0,-12-53-24 16,-16-1-163-1,-6 2-182-15</inkml:trace>
  <inkml:trace contextRef="#ctx0" brushRef="#br0" timeOffset="143938.07">17550 1412 283 0,'0'0'61'0,"0"0"62"0,0 0-10 16,0 0-18-16,0 0 21 15,0 0 0-15,0 0-41 16,0 0-31-16,0 0-35 16,0 0 15-16,0 0-19 15,0 0 16-15,0 0-8 16,0 0 16-16,0-17-8 15,0-11-15-15,-6-16-6 16,-13 8 6-16,4-21-3 16,8-7-3-16,1 0 12 15,6 0 0-15,0 9-18 16,0 6 6-16,0 5-6 0,0 20 0 16,0 0-11-16,0 8 0 15,0 12-2-15,0 4 16 16,-6 0-4-16,-22 0-1 15,-12 7 8-15,-13 22-16 16,0 3-27-16,7 4-45 16,12-9-58-16,6-2-112 15,9-5-289-15</inkml:trace>
  <inkml:trace contextRef="#ctx0" brushRef="#br0" timeOffset="144737.69">16889 734 217 0,'0'0'337'0,"0"0"-287"0,0 0-2 0,-139 272-39 0,117-192-3 16,10 8-12-16,12 1 12 15,0-6 5-15,0 2 31 16,0-13 10-16,34 17-40 15,19-22-10-15,-1 7-4 16,17-31-51-16,5-11 26 16,3-7-15-16,-8-14 22 0,-4-3 20 15,-3-8 6 1,-9 0 18-16,15-8 22 0,-3-44 4 16,15-24-36-16,1-40-14 15,0-28-16-15,-1-13-39 16,-27 1 19-16,-19 23 8 15,-28 17-62-15,-6 36 29 16,0 11 59-16,-21 33 2 16,-57 12 58-16,-30 12-47 15,-20 12 52-15,-11 0-63 16,6 20-104-16,12 16-8 16,6 16 112-16,22 1 92 15,12-6-92-15,29 2-244 16</inkml:trace>
  <inkml:trace contextRef="#ctx0" brushRef="#br0" timeOffset="146135.46">18347 749 641 0,'0'0'57'0,"0"0"18"0,0 0 70 16,0 0-73-16,-99 285-27 0,83-189-39 15,4 1 3-15,5-9 1 16,1-4-6-16,6-27-2 15,0-1 13-15,0-17-7 16,0-14-6-16,0 2-2 16,19-10-2-16,9-1-2 15,18-8-24-15,7-8 27 0,0 0-16 16,2-8 17-16,-8-20 1 16,-22 4 3-16,-10 12-8 15,-9 7 0-15,7-6-34 16,9 6-180-16,-4 5-131 15</inkml:trace>
  <inkml:trace contextRef="#ctx0" brushRef="#br0" timeOffset="146452.15">18781 1556 555 0,'0'0'258'0,"0"0"-235"16,0 0 124-16,0 0-119 15,12-233-22-15,4 201-6 16,-10 4-4-16,13 16-2 16,2 12-66-16,-8 0-17 15,15 4 83-15,-10 32 6 16,4 4 28-16,-4 8 0 15,-5 4 3-15,9-4-22 0,5 4-9 16,-8-11-39-16,0 3-74 16,-10-16-43-16,-9 0-29 15,0-12-97-15</inkml:trace>
  <inkml:trace contextRef="#ctx0" brushRef="#br0" timeOffset="146636.01">18861 1323 620 0,'0'0'394'0,"0"0"-394"16,0 0 0-16,0 0 8 15,0 0-8-15,0 0-32 0,233 0-121 16,-199-16-93-16,0 0-182 15</inkml:trace>
  <inkml:trace contextRef="#ctx0" brushRef="#br0" timeOffset="146770.12">18861 1323 263 0,'435'-68'216'16,"-414"100"-40"-16,-8 4-93 16,5 4-38-16,4-4-33 15,-3-4-24-15,-4-7-34 16,-9-2-69-16,-6-7-91 15,0 4-6-15</inkml:trace>
  <inkml:trace contextRef="#ctx0" brushRef="#br0" timeOffset="146986.79">19475 1531 329 0,'0'0'249'0,"0"0"-170"16,0 0 55-16,0 0 43 15,0 0-128-15,0 0 0 16,295-240-34-16,-289 176 5 16,-6 8-20-16,0 7-20 15,-46 13-9-15,-35 20-77 16,-12 16-58-16,-6 0 92 16,6 24-16-16,18 25 68 0,23-6-176 15,24-2-210-15</inkml:trace>
  <inkml:trace contextRef="#ctx0" brushRef="#br0" timeOffset="147269.23">19475 1531 223 0,'289'-180'104'15,"-271"200"100"-15,4-4-103 16,6 0-65-16,3-4-4 15,15-4-13-15,1-8 27 0,-7 0 12 16,22-3 0 0,-21-38-9-16,-17 1-26 15,-2-8-18-15,-22 12-3 0,0 0-4 16,0 11-24-16,-6 10 9 16,-22 2 15-16,-6 13 2 15,9 0-4-15,3 0 4 16,4 13-145-16,2 2-196 15</inkml:trace>
  <inkml:trace contextRef="#ctx0" brushRef="#br0" timeOffset="147567.74">20210 1006 360 0,'0'0'307'16,"0"0"-307"-16,0 0-13 16,0 0-6-16,0 0 18 15,0 0 1-15,28 129-8 16,31-106 7-16,15 5 1 16,1-7 24-16,-22-6-9 15,9-2-12-15,-31-10 11 16,-10-3-28-16,-21 0 14 15,0 0 0-15,0 21 15 16,-21 11 55-16,-51 8-58 16,-24 8-12-16,25-4-15 0,-10-16-162 15,19-23-376-15</inkml:trace>
  <inkml:trace contextRef="#ctx0" brushRef="#br0" timeOffset="149482.49">21708 1495 201 0,'0'0'103'0,"0"0"-90"0,0 0-13 0,0 0-93 0</inkml:trace>
  <inkml:trace contextRef="#ctx0" brushRef="#br0" timeOffset="150149.47">21754 1431 148 0,'0'0'161'0,"0"0"55"0,0 0-38 0,0 0-16 16,0 0-26-16,0 0-114 16,-6 213-18-16,6-177-4 15,0-8 0-15,0-12-2 16,0-4-5-16,0-9-7 15,0-3-181-15,0 0-116 16</inkml:trace>
  <inkml:trace contextRef="#ctx0" brushRef="#br0" timeOffset="150498.06">21581 1776 304 0,'0'0'131'16,"0"0"-12"-16,0 0-56 15,0 0-24-15,0 0-18 16,0 0 40-16,328-68-9 16,-287 12 6-16,-13-1 30 15,-16-2-47-15,-12 2 0 16,0 9-37-16,0 0 3 15,0 11 1-15,0 6-7 0,0 15 4 16,-12 8 8 0,-22 8 32-16,-1 0-44 15,8 0 6-15,2 16-7 0,3 8 0 16,16-16-41-16,6 8-9 16,0-4-90-16,0 0 6 15,6-4-27-15,28-4-249 16</inkml:trace>
  <inkml:trace contextRef="#ctx0" brushRef="#br0" timeOffset="150732">22198 1667 70 0,'0'0'372'16,"0"0"-287"-1,0 0 12-15,0 0-47 0,0 0-48 16,0 0 14-16,180 57-16 16,-146-57 1-16,6-16 13 15,-9 8-11-15,-3-4 8 16,-9 4-11-16,-4-20-43 16,-15 4-137-16,0 4-301 15</inkml:trace>
  <inkml:trace contextRef="#ctx0" brushRef="#br0" timeOffset="150915.21">22344 1371 951 0,'0'0'103'0,"0"0"-81"0,0 0 15 15,0 0-2-15,0 0-35 16,0 0 1-16,12 0-4 15,3-8-61-15,-8-32 0 16,-7-4-59-16,0-8-270 16</inkml:trace>
  <inkml:trace contextRef="#ctx0" brushRef="#br0" timeOffset="151049.1">22356 1050 334 0,'0'0'732'0,"0"0"-649"15,0 0-37 1,0 0-15-16,0 0-26 0,0 0-5 15,74-24 0-15,-12 12-8 16,-9-4-61-16,-6-4-205 16,-23 8-606-16</inkml:trace>
  <inkml:trace contextRef="#ctx0" brushRef="#br0" timeOffset="151782.06">23568 1612 666 0,'0'0'195'0,"0"0"-77"0,0 0-65 0,0 0-27 16,0 0 75-16,0 0-73 15,394 0-18-15,-307 0-4 16,-13 8-12-16,-15 0-18 0,-18 8-61 15,-29-8-119-15,-12-1-289 16</inkml:trace>
  <inkml:trace contextRef="#ctx0" brushRef="#br0" timeOffset="152147.81">23286 1752 589 0,'0'0'229'0,"0"0"-193"16,127-257 114-16,-80 149-113 15,5-8-23-15,-17 19-9 16,-1 25 0-16,-16 25-5 16,-2 22 0-16,-10 21 1 15,0 4-1-15,7 4 0 16,21 32 0-16,18 8 20 16,10 1-18-16,4-1 17 0,-4 0-15 15,-4 4-8-15,-5 0-1 16,3 12-15-1,-31-3-47-15,3-10-220 0,-22 1-165 16</inkml:trace>
  <inkml:trace contextRef="#ctx0" brushRef="#br0" timeOffset="152913">24455 1680 266 0,'0'0'390'0,"0"0"-213"0,0 0 4 0,0 0-116 0,0 0-19 0,0 0 4 15,0-52-31-15,6-28-12 16,44-20-7-16,9-17 4 15,-19 13-8-15,13 4 8 16,-19 15-8-16,6 21-10 16,-15 24-3-16,-3 16-30 15,6 24 12-15,-22 0 6 16,6 48 7-16,1 24 11 16,8 16 22-16,-2 12-13 15,3-7 2-15,-4-1-23 16,-2-20-54-16,-4-3 47 15,-6-9 19-15,-6-9-91 0,0-7-23 16,0-14 26-16,0-27-342 16</inkml:trace>
  <inkml:trace contextRef="#ctx0" brushRef="#br0" timeOffset="153113.34">24424 1412 810 0,'0'0'216'0,"0"0"-213"15,0 0 53 1,0 0-43-16,0 0 3 0,0 0-16 16,233-45-32-16,-174 17-131 15,-4 4-213-15</inkml:trace>
  <inkml:trace contextRef="#ctx0" brushRef="#br0" timeOffset="153395.26">25218 1207 429 0,'0'0'184'0,"0"0"-89"16,0 0 107-16,0 0-144 16,0 0-42-16,34 205-11 15,-28-166-10-15,0-11-23 16,-6-4-9-16,0-4-3 16,0-7 5-16,0-13 6 15,-6 0-4-15,-12-33-122 16,-4-22 115-16,16-14-214 15,6-11-67-15</inkml:trace>
  <inkml:trace contextRef="#ctx0" brushRef="#br0" timeOffset="153712.79">25218 1207 282 0,'-13'-188'201'15,"7"183"-78"-15,-3 5-16 16,9 0-31-16,0 0 2 16,0 24-48-16,0 4 62 15,0 5-57-15,0-2-34 16,0-11-1-16,0-7-2 15,15-5-1-15,-2-8-15 16,21 0 6-16,6 0-4 16,13 0 12-16,15 0 3 15,-9 0 1-15,0 3-1 16,3 14-26-16,-43 2-65 0,2 1 9 16,-21 9 68-1,0 3 5-15,0 0 10 16,-6 8 73-16,-28 4 67 0,0 0-61 15,0-8-46-15,-7 8 1 16,-5 4-27 0,-1 1-7-16,-5-1-3 0,-16-4-18 15,15-16-76-15,0-12-103 16,7-16-132-16</inkml:trace>
  <inkml:trace contextRef="#ctx0" brushRef="#br0" timeOffset="154178.89">26415 1078 510 0,'0'0'233'0,"0"0"-194"0,0 0 40 0,0 0 20 16,0 0-52-16,0 0-14 15,-41 0 4-15,23-4-6 16,-10 4 17-16,15 0-29 16,-14 0 19-16,-8 0-36 15,1 0 8-15,-6 0-8 16,-6 12 16-16,-7 37-10 16,0 15 1-16,25 11-2 15,10 2 0-15,18-5-11 16,0-16 9-16,0-7-10 15,65-18-2-15,31-31-2 0,15 0-22 16,17-20 13 0,-1-40-35-16,-13-7-66 0,-27-6-257 15</inkml:trace>
  <inkml:trace contextRef="#ctx0" brushRef="#br0" timeOffset="154977.65">25230 926 57 0,'0'0'161'16,"0"0"-70"-16,0 0 33 0,0 0 30 0,0 0-60 16,0 0 1-16,10 0-36 0,-10 0-20 15,0 0-23-15,6 0 9 16,0 0-6-16,-6 0 2 15,6 0 18-15,0 0 5 16,1 0-12-16,14-9-15 16,4-14 23-16,3 7-39 15,6-4 2-15,6-1 3 16,1 6-12-16,5 2-24 16,-5 5-1-16,5 8 19 15,-6 0-7-15,-9 5 11 16,19 23 16-16,-19 0-11 15,-3-4 3-15,-16-4-12 0,-12 16-41 16,0 12 30 0,-46 12 21-16,-29 17 2 0,-11-5 29 15,8-5 11-15,22-26 8 16,25-17-48-16,9-24-5 16,16 0-326-16</inkml:trace>
  <inkml:trace contextRef="#ctx0" brushRef="#br0" timeOffset="178608.14">16796 2751 87 0,'0'0'100'0,"0"0"-36"0,0 0-6 0,0 0 5 0,0 0 23 15,0 0 24-15,0 0-31 16,0 0-14-16,0 0 16 15,0 0-17-15,0 0-6 16,0 0-53-16,0 0 19 16,0 0-20-16,0 0 1 15,0 0 22-15,0 0-6 0,0 0 1 16,0 0-19 0,0 0 22-16,0 0-18 0,0 0 14 15,0 0-18-15,0 0 1 16,0 0-4-16,0 0-2 15,0 0 1-15,0 0 1 16,0 4 0-16,0 7 8 16,0 5-16-16,0 9 16 15,0-1-15-15,0 4 7 16,0 0 0-16,0 0-3 16,0 0-2-16,0 4 2 15,0 0-6-15,-6-3 3 16,-9-1-7-16,8 0 12 15,1 0-33-15,-6 4 6 0,-10-4 15 16,-3 4-22-16,16-5 15 16,-10 3 2-16,7-7 3 15,6 5 27 1,6 1-26-16,0-6 13 0,0-3-2 16,-9 4 3-16,2 1-5 15,1-1 4-15,6-1 1 16,0-2-1-16,0-1 1 15,0 0-7-15,0-1-18 16,0-2 22-16,0-1-2 16,0 0 5-16,0-1 0 15,0 2-7-15,0 2 4 16,0 6 4-16,0 7-6 16,0 0 8-16,0 4-6 0,0-7-3 15,0-6 4-15,0-3-7 16,0 1-3-16,22 7 1 15,-4-12 10-15,-5-1-5 16,2 10-1-16,4-6 0 16,-13 2-23-16,0-1 29 15,4 5-10-15,-10-6 8 16,6 1-16-16,0-4 12 16,-6 1 7-16,6-6 0 15,-6 6-4-15,0-6 4 16,0 9 0-16,0-4 1 0,0 0 13 15,0 1-3 1,0-1-10-16,0 4 0 0,0 0 0 16,0-4 0-16,0 4 1 15,0-4 2-15,0 4 11 16,0-4-1-16,0 0-14 16,0-4 0-16,0-1-1 15,6 6 3-15,1-1-9 16,-7-4 14-16,9 4-1 15,-9-3-5-15,6-2-2 16,0 1-3-16,-6 1 4 16,0 2 6-16,0 6 14 15,0 2 25-15,0 5-18 0,0-4 13 16,0-7 2 0,0 7-21-16,0-16-12 0,0 7-16 15,0-2 7-15,0-9-1 16,0-4-2-16,0 12-8 15,0-12 10-15,0 4 2 16,0-4-6-16,0 0-9 16,0 0 5-16,0 0 8 15,0 0-10-15,0 0-4 16,0 0-10-16,0 0 24 16,0 0 1-16,0 0 9 15,0 0 1-15,0 0 11 16,0 0-14-16,19 0 16 15,3 0-11-15,12 0 12 0,-3 0-23 16,3 0 4-16,0 0-5 16,-6 0 0-16,-3 0-7 15,3 0 15-15,-4 0-7 16,17 0 2-16,-13 0 17 16,6 0-15-16,-3 0-4 15,-3 0 4-15,12 0-3 16,-12 0 11-16,3 3-13 15,3 10 28-15,0-1-18 16,0-1 7-16,-9 2-12 16,9-9-3-16,0 0-2 15,0-4 2-15,7 4 1 16,-17-4-3-16,11 5 0 0,-14-2 2 16,10-3-3-1,-9 0 5-15,-10 0-5 0,16 0 2 16,-15 0-1-16,-1 0 0 15,-3 0 4-15,-2 0-9 16,5 0 3-16,-6 0-10 16,16 0-55-16,-10 0-40 15,7 0-16-15,3 0 73 16,2 3 45-16,-2-3-1 16,-3 0-48-16,-10 0-303 15</inkml:trace>
  <inkml:trace contextRef="#ctx0" brushRef="#br0" timeOffset="180090.45">17004 4615 224 0,'0'0'86'0,"0"0"21"0,0 0 67 0,0 0-125 0,0 0-7 16,0 0-21-16,0 0 14 16,0 0-20-16,0 0 38 15,0 0 16-15,0 0-5 16,0 0-20-16,0 0-8 16,0 0-36-16,0 0-8 15,0 0 3-15,0 0-56 16,-15 5 59-16,8-2 4 0,1-3 18 15,0 8 16-15,0-8-17 16,0 5-19-16,-10 7-6 16,4-4-5-16,6 0-47 15,-1 0 56-15,-2 8 4 16,9-9-2-16,0-2 11 16,0-5 20-16,0 0-16 15,0 0 0-15,0 0-1 16,0 0-12-16,0 0-3 15,0 0 1-15,0 0-3 16,28 3 3-16,12 14 0 16,7-1 1-16,-7-13-1 15,13 10 0-15,-13-13 3 16,0 4-18-16,1-4 25 0,-1 8-19 16,-6-4 18-16,0-4-17 15,-9 0 20-15,3 0-21 16,-9 0 15-16,2 7-6 15,4 2 1-15,3-1-1 16,6-4 12-16,0 5-8 16,6-3 0-16,13 3 1 15,-6-1-5-15,-1 0 1 16,1 0 0-16,-1-3 7 16,-5 2-8-16,-7-3 14 15,0 8-13-15,-16-4 13 16,16 0-5-16,1 0 4 0,-4-4-9 15,18 1-4-15,-18-5 0 16,3 0-8-16,7 0 8 16,-13 0 0-16,-4 0-8 15,-8 0 16-15,9 0-8 16,-4 0 0-16,-2 0 11 16,9 3-11-16,-3 2 4 15,3-2-8-15,-1 5 9 16,-8 0-6-16,-7 1 4 15,16-6 2-15,-9 2-3 16,3-2 13-16,6-3-9 16,-4 5 12-16,4 3-13 15,-3-5-3-15,3 1-2 16,6 1 4-16,-15-5-4 0,-13 0 6 16,9 0-8-16,-8 0 9 15,-1 0-4-15,0 0 9 16,16 0 1-16,3 0 9 15,2 3-13-15,8-3-4 16,-11 0 3-16,-2 0-16 16,-3 0 6-16,-13 0 0 15,-6 0-26-15,0 0-4 16,0-23-66-16,-25-13-415 16</inkml:trace>
  <inkml:trace contextRef="#ctx0" brushRef="#br0" timeOffset="181788.79">16849 2763 263 0,'0'0'124'0,"0"0"31"0,0 0-92 0,0 0-12 0,0 0-41 16,0 0 28-16,0 3-35 16,0-3 8-16,0 0 47 15,0 0 36-15,0 0-2 16,6 5-59-16,10 3-14 15,2 8-11-15,10-1 9 16,-3 6-15-16,15-1 2 16,-12 0-4-16,6-4 0 0,-15 4 13 15,9 0-12-15,-3 1 5 16,-10 6-3-16,16-7-4 16,-3 13 8-16,-9-10-10 15,2 1 4-15,7 1-1 16,-9-2 0-16,9 2 0 15,-9-1-3-15,8-4 6 16,-2 8-8-16,3-9 11 16,-9 14-12-16,2-13 12 15,7 8-9-15,-3 4 3 16,-12-4 0-16,27 5-1 16,-12-2 5-16,6 2-10 15,6-1 12-15,7 0-12 16,-1-5 13-16,-5 6-13 15,-1-2 8-15,-6 2-2 0,-9 3 0 16,15 0 1-16,-12 0-4 16,6 0-3-16,3-3 6 15,-3-2-16-15,13 5 12 16,-13-3-8-16,-6-1 5 16,-16 4-9-16,16-4 11 15,-3-4 5-15,-3 1 0 16,12-1-10-16,-9 0 22 15,-4-1-20-15,-8-2 16 16,-1 3-10-16,-12 0 4 0,0 0-2 16,6-1 0-1,-6 6 0-15,0-2 4 16,16 5 6-16,-4-3-6 0,-6 3-1 16,-6-8 1-16,7 5 0 15,2-2-7-15,-3-7 3 16,7 9 0-16,-7-13-2 15,15 19 6-15,-8-14-8 16,5 3 9-16,-18-1 0 16,22-10 1-16,-16-1 0 15,1 0-5-15,5 1 3 16,10-6-4-16,-10 5 2 16,16 4-2-16,-16-3 2 15,4-1-5-15,-4-8 6 16,-12-1-3-16,6-7 5 0,1 5-1 15,-1-2-4 1,0 2 0-16,10 3 4 0,2-5 2 16,4 5 0-16,-10 1 2 15,7-6-5-15,3-3 4 16,-10 5-7-16,-12-5 2 16,0 0-4-16,0 0-2 15,0 3-7-15,0 2 11 16,0-5-10-16,0 0 2 15,0 0-1-15,0 0-15 16,-6-13-384-16</inkml:trace>
  <inkml:trace contextRef="#ctx0" brushRef="#br0" timeOffset="182972.09">16855 4274 215 0,'0'0'133'0,"0"0"48"0,0 0-97 0,0 0-31 16,0 0-45-16,0 0 15 16,-6 8-22-16,6-8 12 15,0 0 40-15,0 0 59 16,0 0 11-16,0 0-77 15,0 0-27-15,0 0-11 16,0 0 8-16,0 0-15 16,0 5-1-16,0 3 4 15,13-4 4-15,8 4-8 16,13 0 0-16,7-5-4 16,-1 2 11-16,13 3-10 15,-1-4 9-15,-5 7-12 16,-13-2 7-16,-9 3-3 15,-4-8-7-15,-8 4 6 16,-7-8-3-16,3 0-12 0,-2 0 7 16,-7 0 4-16,0 0 5 15,0 0 4-15,0 0 8 16,0 0-8-16,0 0 3 16,0 3 1-16,0 2-8 15,0 7 2-15,0 7-2 16,0 11 2-16,0 6 14 15,-16 0 8-15,-3 3-16 16,7-11 16-16,3 5-20 0,9-5 7 16,0-4-9-1,0-8-16-15,0-1-15 16,0-10-22-16,0 3-131 16,0-8-86-16,0 0-66 0</inkml:trace>
  <inkml:trace contextRef="#ctx0" brushRef="#br0" timeOffset="183337.04">17044 4467 276 0,'0'0'388'0,"0"0"-303"0,0 0 56 0,0 0-108 0,0 0-16 16,0 0-12-16,0 0-10 16,0 0-41-16,0 0-27 15,0 0 13-15,0 0-16 0,0 0 29 16,-9 4-39-16,9-4-391 16</inkml:trace>
  <inkml:trace contextRef="#ctx0" brushRef="#br0" timeOffset="184487.47">16508 3822 161 0,'0'0'331'0,"0"0"-244"0,0 0-24 0,0 0-4 0,0 0-50 15,0 0 1-15,0 0-7 0,0 0 19 16,0 0 23-16,0 0 68 16,0 0-14-16,0 0-71 15,0 0-14-15,0 0-8 16,0 0-3-16,0 0 4 15,0 0 5-15,22 0-5 16,24 0 43-16,13 0-16 16,9 0 4-16,25 0-31 15,0 0-5-15,-12 0 3 0,-7-5-5 16,-21-3-3-16,-19 8-53 16,-3-3-15-16,-15-5-130 15,-16 3-90-15</inkml:trace>
  <inkml:trace contextRef="#ctx0" brushRef="#br0" timeOffset="185521.03">17612 4620 13 0,'0'0'301'0,"0"0"-199"0,0 0 1 0,0 0-36 0,0 0-22 15,0 0 15-15,0 3 14 16,0-3 4-16,0 8 8 0,0-3-45 15,0-2-15-15,0 10 5 16,0 7 0-16,0 11-8 16,6 14-8-16,-6 12-3 15,0-2 23-15,0 14-22 16,0 3 16-16,0-5-19 16,0-3-2-16,0 2-8 15,-19-11-1-15,-2-2-1 16,8-22-43-16,-2-10-56 15,2-21-521-15</inkml:trace>
  <inkml:trace contextRef="#ctx0" brushRef="#br0" timeOffset="190497.91">18012 3224 461 0,'0'0'136'0,"0"0"-71"0,0 0-1 0,0 0-45 0,0 0-15 15,0 0 5 1,0 0 38-16,-19 0 54 0,19 0 13 16,0 0-61-1,0 0 8-15,0 0-34 0,0 0-9 16,0 4-16-16,0 0-4 15,0 3-7-15,0 6 5 16,0 7 1-16,0 8 6 16,0-4-6-16,0 21 5 15,19-9-8-15,3 0-7 16,9 0-5-16,-10-12-9 16,7-9 18-16,-15-7-29 15,-13-8 13-15,12 0 19 0,0 0-37 16,10-23 19-16,-16-21 17 15,7-8-28-15,-13-1 11 16,0 6 23-16,0-2 1 16,0 1 0-16,-13 4 8 15,7 3-6-15,-6 5 36 16,2 5-25-16,10 6-2 16,0 1-5-16,-6 9 31 15,6 2-27-15,-6 5-8 16,-6-4 1-16,12 9-3 15,0 3-2-15,0 0 2 16,0 0-4-16,0 0 8 0,12 0 5 16,62 0 9-1,26 0-7-15,8 0-11 0,19 0 0 16,-21 0-3-16,-7-13 1 16,-37 13-40-16,-9-12-160 15,-32 8-39-15,-21 0-142 16</inkml:trace>
  <inkml:trace contextRef="#ctx0" brushRef="#br0" timeOffset="191114.11">18288 3275 347 0,'0'0'194'0,"0"0"-51"0,0 0 0 0,0 0-51 15,0 0-74-15,0 0 1 16,152 0 6-16,-106 0-19 16,-5 0 1-16,-14 13-5 15,-14 4 13-15,-7 10-11 16,-6 10 4-16,0 10-7 16,-6 5 1-16,-28-4-2 15,15-12 0-15,-3-3 1 0,22-5 4 16,0-20-10-1,0 3-7-15,0-11 10 0,62 0-17 16,-9 0 17-16,6 0-6 16,3-15 7-16,-15-1 0 15,-7 0-3-15,6-1-18 16,-11 6-98-16,-17 6 23 16,-12 2 33-16,-6 3 10 15,0-4-241-15</inkml:trace>
  <inkml:trace contextRef="#ctx0" brushRef="#br0" timeOffset="193663.89">17224 5951 290 0,'0'0'175'0,"0"0"-57"0,0 0-38 0,0 0-31 15,0 0 12-15,0 0 5 16,0 0 1-16,13 0-33 16,-13 0 33-16,0 0-42 15,0 0-1-15,12 0-23 0,16 0 9 16,0 0-7 0,3-20 15-16,9 0-5 0,1-4-2 15,-1-17 20-15,6-3-21 16,-5-20 5-16,14-8-15 15,-24 0-24-15,10 0-50 16,-26 8-101-16,-2 20-51 16,-13 19 36-16,0 25 140 15,0 0 50-15,-22 17 232 16,-25 38-167-16,16 22 67 16,10 3-35-16,21 1-45 15,0-14-51-15,0-18-1 16,46-5-12-16,29-28-45 0,5-12-23 15,1-4-90 1,-10-4-145-16</inkml:trace>
  <inkml:trace contextRef="#ctx0" brushRef="#br0" timeOffset="194945.85">15919 4210 183 0,'0'0'295'0,"0"0"-294"0,0 0 57 0,0 0-57 0,0 0 0 0,0 0 29 0,40-8 14 16,-18-12 24-16,3-4 1 16,3 1 35-16,-7-6 19 15,-2-3-77-15,0-8-27 16,-4-8-7-16,-3-8-4 15,-5 4-6-15,-7-4-2 16,0-1-10-16,0 9 9 0,0 12-3 16,0 20 4-16,-19 8 2 15,-9 8 19-15,10 0 19 16,-17 0-39-16,-5 11-1 16,6 19-21-16,9 9 21 15,10 5-49-15,8 4 43 16,7 1-6-16,0-2 12 15,0 6 0-15,22-9 0 16,37-8 8-16,22-16-3 16,12-12-10-16,0-8-111 15,-6 0-209-15</inkml:trace>
  <inkml:trace contextRef="#ctx0" brushRef="#br0" timeOffset="201505.11">20812 3275 192 0,'0'0'286'0,"0"0"-210"0,0 0 46 0,0 0-51 0,0 0 41 15,0 0-31-15,0 0-18 16,0 0-37-16,0 0 8 0,0 0-4 16,0 0 2-16,0 0 9 15,0 0-33-15,0 0 20 16,0 0-19 0,0 0 5-16,0 0-11 0,0 13-6 15,0 4 3-15,0 19-6 16,15 8 4-16,10 0 2 15,15-5 5-15,-12-2-4 16,0-13-1-16,-15-16 2 16,-1-4-4-16,-6-4-2 15,-6 0-2-15,0 0 3 16,28-40 1-16,-9-32-6 0,2-25 1 16,-8-7-4-16,-13-4-57 15,0 11 40-15,0 5-36 16,0 24 1-16,0 15-2 15,0 17 65-15,0 17 11 16,0 15 76-16,0-1-15 16,0 5-58-16,0-3-13 15,40-5 4-15,28-12-7 16,44-13 4-16,15 1-2 16,22 9 0-16,-3-2-7 15,-25 9-22-15,-35 8-144 16,-11 4-110-16,-44 4-262 15</inkml:trace>
  <inkml:trace contextRef="#ctx0" brushRef="#br0" timeOffset="202304.58">21454 2939 280 0,'0'0'257'0,"0"0"-178"0,0 0-11 15,0 0 14-15,0 0-11 0,0 0-14 16,28 4-22-16,-10-4 2 16,16 0 12-16,13 0-25 15,9 0 5-15,-4 0-29 16,-18 13 5-16,-9-6-4 15,-9 22-2-15,-16 7 1 16,0 11 0-16,0 9 0 16,-10 13-25-16,-30 3 20 15,-6 5-22-15,21-13 12 16,-3-12 15-16,28-16 1 16,0-16-1-16,0-9-3 15,12-11 3-15,29 0-18 16,27 0 18-16,-3-16 7 0,16-15-6 15,-1-2-1 1,-5 10-18-16,-29 7-102 0,-12 11-68 16,-9 5-30-16,-25 0-140 15</inkml:trace>
  <inkml:trace contextRef="#ctx0" brushRef="#br0" timeOffset="203386.85">22430 2445 98 0,'0'0'280'0,"0"0"-150"0,0 0-13 0,0 0-34 16,0 0-7-16,0 0-30 16,0 0 50-16,0 0-18 15,0 0-22-15,0 0-23 16,0 0 23-16,0 0-15 15,0 0-39-15,0 0 6 16,0 0-6-16,0 0-4 16,0 0-3-16,0 5-2 15,0 7-1-15,28-4 2 16,-15 4-18-16,-1 0 6 0,-12 4 5 16,0 12 1-1,0 0 7-15,0 0 10 16,0-8-10-16,0-7 14 0,0-10-18 15,0 2 10-15,0 2-1 16,0-3 0-16,22 0 5 16,12 4-11-16,-3-3 10 15,-3-5-8-15,-10 0 8 16,16 0-7-16,-18 0 3 16,9 0-3-16,3 0 1 15,6 0-9-15,12 0-35 16,-5-13-189-16,-1 5-47 15</inkml:trace>
  <inkml:trace contextRef="#ctx0" brushRef="#br0" timeOffset="204286.83">22880 3320 517 0,'0'0'363'0,"0"0"-273"0,0 0-3 0,0 0-35 0,0 0 17 16,0 0-64-16,251-15-1 15,-189 10-2-15,-3-3-4 16,-3 4-2-16,-25 0-16 15,-9 4-39-15,2-9-21 16,-24 9-158-16,0 0-159 16</inkml:trace>
  <inkml:trace contextRef="#ctx0" brushRef="#br0" timeOffset="204486.77">22905 3172 797 0,'0'0'82'0,"0"0"19"16,0 0-80-16,0 0-21 15,353-41-220-15,-337 33-409 16</inkml:trace>
  <inkml:trace contextRef="#ctx0" brushRef="#br0" timeOffset="205868.28">24067 3496 242 0,'0'0'220'0,"0"0"-93"0,0 0 7 0,0 0-54 0,0 0 52 0,0 0-81 16,134-172-32 0,-106 123-19-16,0-2 8 0,-10 2-8 15,10 2 15-15,-22 14 11 16,-6 10-11-16,0 2 42 16,0 9 3-16,0 1-50 15,0 3-6-15,0 8-8 16,-6 0 1-16,-9 0 0 15,8 0 3-15,-5 8 4 16,0 39 7-16,2 22-9 16,10 15 15-16,0 4-13 15,0-4-2-15,10-12-2 16,42-12-4-16,13-11-18 16,4-17-12-16,17-13-5 0,-11-14-20 15,18-5-124-15,-28 0-189 16</inkml:trace>
  <inkml:trace contextRef="#ctx0" brushRef="#br0" timeOffset="206570.33">24731 2658 23 0,'0'0'649'0,"0"0"-608"0,0 0 22 0,0 0-13 0,0 0-43 0,0 0 10 0,6 77-13 16,-6-38-1-16,0-3 1 15,0 0 20 1,0-11 90-16,0-5-64 0,0 4-19 16,0-8-27-16,0-4 27 15,13 4-20-15,27-12-5 16,6-4-4-16,7 0 6 15,9 0 10-15,3 0-3 16,-3 0 6-16,-3-4-19 16,-12-24-2-16,-13 4-94 15,-34-4-298-15</inkml:trace>
  <inkml:trace contextRef="#ctx0" brushRef="#br0" timeOffset="207269.15">25714 3012 352 0,'0'0'230'0,"0"0"-94"0,0 0 66 0,0 0-118 0,0 0-65 16,0 0-19-16,31 232 1 0,-31-192-3 16,15-4 7-1,-2-7-10-15,-13-1-4 0,0-9-78 16,0-2-31-16,0-6-1 15,0-11-171-15</inkml:trace>
  <inkml:trace contextRef="#ctx0" brushRef="#br0" timeOffset="207500.18">25450 3175 497 0,'0'0'448'0,"0"0"-443"16,0 0 78-16,0 0-39 15,0 0-20-15,0 0 13 16,295 13-37-16,-239-13 0 16,-10 0-11-16,-15 0-22 15,-3 0-57-15,-15 0-208 16,-4 0-402-16</inkml:trace>
  <inkml:trace contextRef="#ctx0" brushRef="#br0" timeOffset="208083.99">26160 3460 464 0,'0'0'78'0,"0"0"71"0,0 0 12 0,0 0-45 16,0 0-72-16,295-221-14 0,-242 162-28 0,-19-9-2 0,6 4 0 16,-15 3-29-16,-16 5-25 15,-9 28 48-15,0 7 6 16,0 18 71-16,0 3-1 16,-9 0 0-1,-28 12-52-15,-4 24-9 0,7 8-16 16,0 13 7-16,34 7-7 15,0 3 7-15,0 6 18 16,0-13-8-16,0 0-7 16,28-12-6-16,12-12-7 15,13-15-41-15,22-21-42 0,-4 0-191 16,3 0-131 0</inkml:trace>
  <inkml:trace contextRef="#ctx0" brushRef="#br0" timeOffset="208817.16">26976 2522 436 0,'0'0'262'0,"0"0"-124"0,0 0 10 0,0 0-106 0,0 0-24 16,0 0 18-16,0 0-33 15,28 0 1-15,-22 0 17 16,0 0-16-16,7 12-3 15,-13 9-1-15,0 10 10 16,0 13-3-16,0 5-16 16,-25 10-3-16,-3-10 9 0,9-9-13 15,19-8 9-15,0-9-3 16,0-10 9-16,0-1-7 16,31-7 7-1,25-5-1-15,-9 0 6 0,5 0 8 16,1 0-11-16,9-9 5 15,9-7-7-15,-9 0-3 16,-15 8-8-16,-7 8-66 16,1 0-108-16,-17 0 36 15,-8 0-130-15</inkml:trace>
  <inkml:trace contextRef="#ctx0" brushRef="#br0" timeOffset="213828.83">20638 3649 47 0,'0'0'279'0,"0"0"-87"0,0 0-123 0,0 0-8 16,0 0-33-16,0 0-28 16,0 0-1-16,0 0 1 15,0 0 11-15,0 0 21 16,0 0 56-16,0 0-54 16,0 0 21-16,0 0-21 15,0 0 13-15,0 0-35 16,0 0-11-16,0 0-2 0,0 0 6 15,0 0-15-15,0 0 15 16,0 0-10-16,0 0 10 16,0 0-15-16,0-12 13 15,22 7-3-15,3-14 2 16,9-13-2-16,28-12 0 16,-3-13 1-16,9-7-7 15,3-8 12-15,10-3-7 16,6-10 5-16,-1-7-8 15,17-8 8-15,-4-10-10 16,22 2 2-16,-22 0-110 16,-6 28 1-16,-40 24-25 15,-13 28-55-15,-40 20-25 0,0 8 41 16</inkml:trace>
  <inkml:trace contextRef="#ctx0" brushRef="#br0" timeOffset="214484.12">22731 2702 57 0,'0'0'0'0,"0"0"-21"0,0 0-8 0</inkml:trace>
  <inkml:trace contextRef="#ctx0" brushRef="#br0" timeOffset="214744.1">22731 2702 9 0,'-6'8'47'0,"-7"1"43"15,4-1-44-15,-3 0-11 16,-1-5-15-16,7 2-16 16,-16 3 22-16,10-4-6 15,-10 12 12-15,4-5 33 0,-1 2 63 16,4-1-85-16,-4-4-11 16,19 0-16-16,-6-4 3 15,-3 0 52-15,9-4-22 16,0 0 17-16,0 0-8 15,0 0 20-15,0 0-39 16,0-32-17-16,34-16-21 16,46-21-1-16,29 1 2 15,9-16 4-15,-4 4-12 16,-21 19 13-16,-31 22-13 16,-31 15 12-16,-31 24-12 15,0 0-11-15,-18 24-47 0,-63 15-262 16</inkml:trace>
  <inkml:trace contextRef="#ctx0" brushRef="#br0" timeOffset="-116068.72">21602 4423 389 0,'0'0'141'0,"0"0"-133"0,0 0 25 0,0 0-2 15,0 0-26-15,0 0 9 16,0 0 0-16,0 0 39 16,-15 0-8-16,15 0 7 15,0 0-23-15,0 0 23 16,0 0-40-16,0 0 9 16,0-5-1-16,0 2-14 15,0-9 2-15,0 0 2 16,0-4-17-16,-6 4 19 15,6 0-19-15,0-1 7 16,0 2-4-16,0-6 1 0,0-2 6 16,0-9-10-1,0-5 2-15,6-3 3 0,16 5-17 16,-16-2 18-16,22 9-46 16,-16 9 1-16,1-6 38 15,21 1 6-15,-6 0-20 16,6 4-29-16,-10 4 36 15,-11 8-15-15,15 4 14 16,-7 0 27-16,-2 0-13 16,9 0 4-16,-16 16 11 15,23 4-12-15,-23 8 6 16,-6 4-7-16,0 4 8 16,-6 5-16-16,0-5 16 15,0 8-17-15,0 0 9 16,0 4 0-16,-24 4 0 0,-11-4 11 15,-5 4-12-15,0-8 9 16,-7-4 3-16,-5-11-11 16,-10 2 21-16,9-14-16 15,-22-1 34-15,23 0 10 16,-7-4-12-16,18-9 5 16,7-3-20-16,16 0 3 15,-4 0-24-15,10 0 2 16,-4 0 1-16,10-15-8 15,6 11-2-15,0 4 4 0,0 0-15 16,0 0 6 0,22 19 4-16,30 14 14 0,1 6-14 15,-6-6 16 1,8 3-12-16,-8-8 15 0,6-12-22 16,-7 1 15-16,7-14-10 15,-7-3 3-15,1 0-16 16,-7 0 3-16,1 0 3 15,-14-28-43-15,14-8-25 16,-13 0-31-16,-4 0-17 16,-17-4-115-16</inkml:trace>
  <inkml:trace contextRef="#ctx0" brushRef="#br0" timeOffset="-115319.95">22505 4784 345 0,'0'0'146'0,"0"0"-102"0,0 0 1 0,0 0 13 0,0 0-25 16,0 0 37 0,0-48-16-16,0 48 1 0,6 0 12 15,6-4-24 1,4-4-1-16,2 4-41 0,23 0 3 16,-1-4 2-16,13 8-12 15,15-5-5-15,-3 2-21 16,-3-2-9-16,-3-2-75 15,-19 7 24-15,-12 0-23 16,-15 0 11-16,-13 0-18 16,0 15-28-16</inkml:trace>
  <inkml:trace contextRef="#ctx0" brushRef="#br0" timeOffset="-115021.08">22539 4459 559 0,'0'0'82'0,"0"0"-2"16,0 0 8-1,0 0 21-15,0 0-57 0,0 0-51 16,341 0-2 0,-254-3-19-16,-10-14-157 0,-21 5-47 15</inkml:trace>
  <inkml:trace contextRef="#ctx0" brushRef="#br0" timeOffset="-111772.59">23714 3781 173 0,'0'0'137'0,"0"0"-90"0,0 0-7 0,0 0-37 16,0 0-1-16,0 0 1 15,0 5-1-15,0-5 82 16,0 0 4-16,0 0-21 16,0 0-36-16,0 0 4 15,0 0-16-15,0 0 35 16,0 0-31-16,0 0 12 15,0 0-15-15,0-8 5 0,0-13-15 16,0 6-4-16,0-10 17 16,6 1-17-16,7-7-10 15,8-14 15-15,7 9-18 16,-3-8 8-16,3 8-2 16,-3 7-4-16,-4 6 5 15,-14-5 0-15,-1 3 1 16,9-2-7-16,-15 2 19 15,0 1-21-15,0-4 17 16,0 5-18-16,0-7-4 0,0 11 4 16,7-1 8-16,-7 4 2 15,0-1-12-15,0 6 17 16,0 3-13-16,0-1 7 16,0 9-3-16,0 0 3 15,0 0-14-15,0 0 15 16,0 0-1-16,0 0 0 15,0 0-17-15,0 0 10 16,0 0 7-16,0 0-6 16,0 0 7-16,0 0-6 15,0 0 2-15,0 0 3 16,0 0 0-16,0 0 13 16,0 0 22-16,0 0-11 15,-22 0-4-15,-12 20-10 16,15 5-4-16,-9-1-2 0,-3 0 4 15,3 0 0-15,0-8 9 16,4 4-7-16,-4-4-4 16,9 0-12-16,19-4 18 15,-9-7-26-15,9-5-72 16,0 0-65-16,0 0-6 16,0 0-142-16</inkml:trace>
  <inkml:trace contextRef="#ctx0" brushRef="#br0" timeOffset="-110142.02">26086 3653 89 0,'0'0'123'0,"0"0"-20"0,0 0 54 0,0 0-84 0,0 0-18 16,0 0-33-1,0 0 13-15,16 0-11 16,-16 0 5-16,0 0 55 0,0 0-9 16,0 0-32-16,0-4-42 15,0 4 25-15,0-4-10 16,0-9 9-16,0 10-22 15,0-21 4-15,0 4-14 16,0-13 13-16,0 5-6 16,0-3 0-16,0-5 12 15,0 0-10-15,0-5 1 16,0 5-3-16,0-3 0 16,0 3-5-16,0-1 15 15,12-7-23-15,0 8 11 16,4-1-4-16,-4 14 12 0,-6 3-13 15,-6 7 7 1,19 2-1-16,-10-1-1 0,-2-1 4 16,-7 2-6-16,0 6 9 15,0 1-3-15,0-4 2 16,0 8-1-16,0 0 13 16,0 0 36-16,0 0-31 15,0 0-8-15,0 12 0 16,-7 17-11-16,-8-14-4 15,2 6 6-15,7-1-14 16,-15 0 20-16,-10 12-14 16,-10-1 4-16,7-3 0 0,-6 5-1 15,6-13-5-15,21-4-20 16,1-4-49-16,3-12-104 16,-4 0-169-16</inkml:trace>
  <inkml:trace contextRef="#ctx0" brushRef="#br0" timeOffset="-108758.58">23974 4535 256 0,'0'0'233'0,"0"0"-173"0,0 0 8 0,0 0-47 15,0 0 5-15,0 0-23 16,0 4 28-16,0 0 18 16,0 1 19-16,0-5 31 15,0 0-48-15,0 0-1 16,0 0-39-16,0 0 20 16,0 0-23-16,0 0 6 15,0-17-13-15,0-11-1 16,0 0 0-16,0-12 7 15,13-4-17-15,27-4 19 16,7 0-21-16,2-1-2 16,-18 13 13-16,16 12-9 0,-25 17 6 15,2 7 0-15,-8 0-2 16,2 0 3-16,10 0 3 16,6 7 3-16,7 9 0 15,-1 4-6-15,-3 4-3 16,-3 1-4-16,-27 19-20 15,-7 16 12-15,0 16 16 16,-31 12-1-16,-44-4 1 16,13 9 4-16,-15-17-8 15,-4-8 15-15,7-15 9 16,-1-9-9-16,22-21 0 16,26-7-2-16,2-16-7 15,19 0 0-15,6 0-5 0,0 0 2 16,0 0-95-16,6 0 88 15,40 0 3-15,1 0 7 16,-1 0 73-16,-5 12-11 16,-1 4-36-16,6 1-17 15,-5-9 8-15,11-5-12 16,1-3-10-16,-3 0-4 16,-10 0-13-16,7 0-68 15,-23-15-126-15,-17-21-114 16</inkml:trace>
  <inkml:trace contextRef="#ctx0" brushRef="#br0" timeOffset="-107256.83">24691 4957 255 0,'0'0'241'0,"0"0"-174"0,0 0-8 0,0 0-17 15,0 0-23-15,0 0 8 16,0 0 4-16,0 0 37 16,0 0-1-16,0 0 13 15,0 0-62-15,0 0-17 16,0 0-1-16,0 0 1 15,6 0-5-15,-6 0 10 16,0 0 2-16,6 0-7 16,-6 0 3-16,6 0-2 15,16 0-4-15,-3 0 2 0,15-25 0 16,-6 9 0-16,-4-4 8 16,11-8-17-16,5-4 26 15,-6 1-16-15,12-6 7 16,-5-11-5-16,12-5-3 15,-1-11 3-15,-5-4-3 16,-13 0-15-16,6 4-5 16,-27 7-72-16,2 6 13 15,-15 11 9-15,0 7 21 16,-15 10 49-16,-10 10 19 16,-16 6 70-16,1 7-51 0,6 0 33 15,-12 15-23-15,-7 26-33 16,-3 11-14-16,19-4 0 15,3 4 10-15,18 0-11 16,10 4 5-16,6 8 6 16,0-3-1-16,0-1-9 15,22-8-2-15,24-9 3 16,13-10-10-16,16-13-63 16,5-4-26-16,7-8-24 15,0 4-3-15,-28 4-172 16</inkml:trace>
  <inkml:trace contextRef="#ctx0" brushRef="#br0" timeOffset="-106494.91">25593 3894 177 0,'0'0'367'0,"0"0"-315"0,0 0-19 16,0 0 22-16,0 0 4 16,0 0-22-16,133 0-4 15,-114 0-21-15,-19 0 9 16,0 0-6-16,0 8 15 16,0 24-15-16,0 16 38 15,-12 4-32-15,-29 0-9 16,-11 4 0-16,24-12-2 0,15-3-9 15,7-13 3-15,6-4-7 16,0-8 5-16,0-9-2 16,12-2 0-16,41-5-7 15,-6 0 1-15,-7 0 12 16,0 0-7-16,-6 0 5 16,-6-5-8-16,-9-2-19 15,-7-9-89-15,-12 3-77 16,0 2-236-16</inkml:trace>
  <inkml:trace contextRef="#ctx0" brushRef="#br0" timeOffset="-100666.21">23841 5445 7 0,'0'0'16'0,"0"0"3"0,0 0 55 0,0 0-22 16,0 0-28-16,0 0 58 16,0 0 16-16,-6 0 4 15,6 0-54-15,0 0-15 16,0 0-19-16,0 0 9 15,0 0-4-15,0 0-6 16,0 0 31-16,0 0-15 16,0 0 13-16,0 0-23 15,0 0 6-15,0 0-9 0,0 0 28 16,0 0-12-16,0 0 12 16,0 0-25-16,6 0-13 15,47 0 37-15,27 0-22 16,7-11-10-16,28-6-4 15,-3 2-6-15,9 2-1 16,-7 13-10-16,-2 0-19 16,-4 0-2-16,-15 0-13 15,-12 0-95-15,-28 0-26 16,-25 0-237-16</inkml:trace>
  <inkml:trace contextRef="#ctx0" brushRef="#br0" timeOffset="-99983.66">24529 5666 94 0,'0'0'130'0,"0"0"-98"0,0 0-23 0,0 0-3 16,0 0 59-16,0 0 2 16,28 149-9-16,-56-110-11 15,-6 6-3-15,-6-1 2 16,9 8-11-16,-3-12 23 15,18-8-24-15,10-7-4 16,6-6-3-16,0-7-18 16,0-7-18-16,22-5 18 0,24 0 5 15,7 0 3-15,6 0 83 16,-3-5-50-16,15-15-19 16,-3 1-24-16,-9-1-7 15,-3-1-14-15,-9-2-107 16,-29 10-123-16,-18 1-348 15</inkml:trace>
  <inkml:trace contextRef="#ctx0" brushRef="#br0" timeOffset="-98717.77">21286 5381 70 0,'0'0'150'0,"0"0"-101"0,0 0 10 0,0 0-30 16,0 0 79-16,0 0-14 15,-25 0-34-15,13 0 0 0,3 0-21 16,2 0-4 0,7 0-19-16,0 8 10 0,-12-8-21 15,12 0 8 1,0 0-12-16,0 0 16 0,0 0 12 16,-6 0 38-16,6 0-13 15,0 0-23-15,0 9-17 16,0-9-7-16,0 0-14 15,0 4 13-15,0-4-10 16,0 4 8-16,0-4 5 16,0 3 9-16,0 2-3 15,0 3 4-15,34-5-16 16,37-3 20-16,38 0-23 16,18 0 18-16,6 0-13 15,13-11-10-15,-19-5 13 16,-18-1-9-16,-29 14 1 15,-2-5-21-15,-29 8-26 0,-30 0-69 16,-19 0-190-16</inkml:trace>
  <inkml:trace contextRef="#ctx0" brushRef="#br0" timeOffset="-97818">21714 5766 44 0,'0'0'437'0,"0"0"-312"0,0 0-4 0,0 0-33 0,0 0-6 16,0 0-60-16,-25 0 12 15,25 0-13-15,0 0-21 16,0-3 18-16,19-9 25 16,9 12-12-16,6-8-21 15,-9 8-7-15,3 0-2 16,-10 0-2-16,-2 0-10 0,-16 31-5 15,0 10 13-15,0 19-5 16,-7 8 6-16,-48 4-27 16,-4 5 10-16,6-2-7 15,7-14 26-15,5-14 9 16,32-18 6-16,9-22-1 16,0-7-14-16,22 0 0 15,52 0-20-15,13-27 8 16,0-10 19-16,0 10-14 15,-22 2 14-15,-3 5-3 16,-22 4-4-16,-15 4-5 16,-10 9-113-16,-15 3-70 15,0 0-63-15</inkml:trace>
  <inkml:trace contextRef="#ctx0" brushRef="#br0" timeOffset="-68925.82">21990 7944 168 0,'0'0'33'0,"0"0"4"0,0 0 93 0,0 0-7 15,0 0-53-15,0 0-26 16,0 0 10-16,0 0-53 16,0 0 23-16,0 0 15 15,0 0 20-15,0 0-11 16,0 0 10-16,0 0-5 15,0 0-34-15,0 0 13 16,0 0-18-16,0 0 24 16,0 0-32-16,0 0 13 15,0 0-18-15,0 0 10 0,0 0-8 16,0 0 1-16,0-16-4 16,0-8 8-16,0-28 16 15,0 0-22-15,19-12 2 16,-4 3 2-16,-9-3-2 15,1-8-4-15,-1 0-1 16,-6 4 1-16,0 0-6 16,12 8-3-16,-12 11-15 15,0 17 22-15,0 16 4 16,0 16-2-16,0 0 0 0,0 0 13 16,0 0-13-16,0 0 4 15,0 0-9-15,0 0-7 16,0 20 9-1,0 24 6-15,-25 8-12 0,-27 4 8 16,2 1-27-16,4-1-14 16,14-16 22-16,11-11-72 15,-7-6-108-15,15-15-81 16</inkml:trace>
  <inkml:trace contextRef="#ctx0" brushRef="#br0" timeOffset="-68074.8">22666 7852 275 0,'0'0'379'0,"0"0"-292"0,0 0 87 0,0 0-81 0,0 0-59 0,0 0-14 15,0 0-11-15,6 0 8 16,13 0-11-16,15 0 25 16,6 8-10-16,13-4-8 15,0-4-7-15,-13 0-12 16,16 0 2-16,-16 0-40 15,-9 0-10-15,3 0-42 16,-21-12-140-16,-13-8-71 16</inkml:trace>
  <inkml:trace contextRef="#ctx0" brushRef="#br0" timeOffset="-67912.66">22666 7852 545 0</inkml:trace>
  <inkml:trace contextRef="#ctx0" brushRef="#br0" timeOffset="-67776.27">22666 7852 545 0,'87'-280'104'0,"-75"280"-82"0,1 0 73 16,-7 0-26-16,16 0 10 15,12 0-42-15,-16 0 0 16,35 0-35-16,-7 0-1 16,10 0-1-16,-3-13-20 15,12 1-42-15,-3-4-88 16,-3 0-39-16,-12 0-340 16</inkml:trace>
  <inkml:trace contextRef="#ctx0" brushRef="#br0" timeOffset="-65896.07">23726 5265 66 0,'0'0'324'0,"0"0"-288"0,0 0-25 0,0 0-11 16,0 0-22-16,0 0 7 15,0 16 19-15,0-16-4 16,0 0 119-16,0 0-10 16,0 0-12-16,0 0-38 15,0 0-14-15,0 0-44 16,0 0 16-16,0 0-12 16,0 0 16-16,0 0 11 0,0 0 17 15,0 0-11-15,0 0-8 16,0 0-10-16,0-8-16 15,22-31-3-15,49-27 4 16,26-9-3-16,36-22 3 16,19-19-3-16,15-28-2 15,-6 0 0-15,1 8 0 16,-29 11-9-16,-34 32-21 16,-24 26-215-16,-41 31-13 15</inkml:trace>
  <inkml:trace contextRef="#ctx0" brushRef="#br0" timeOffset="-64963.7">24210 6524 78 0,'0'0'230'16,"0"0"-146"-16,0 0-6 0,0 0-32 0,0 0 9 15,0 0-44-15,-34 44 54 16,34-44 26-16,0 0 23 15,0 0-12-15,0 0-36 0,0 0-26 16,0 0-37-16,0 0-1 16,0 0 10-16,12 0-12 15,47-11 0-15,28-42 40 16,22-10-17-16,12-10 5 16,0-3-23-16,-4-5-5 15,-8 9 1-15,-16 8-1 16,-12 9-12-16,-29 19-44 15,-11 6 5-15,-20 7-177 16,-15 10-52-16</inkml:trace>
  <inkml:trace contextRef="#ctx0" brushRef="#br0" timeOffset="-63881.21">23940 7960 239 0,'0'0'291'0,"0"0"-267"0,0 0 56 0,0 0-36 15,0 0-22-15,0 0-17 16,0 0 11-16,0 0-14 16,0 0 9-16,0 0 29 15,0 0-20-15,16 0-4 0,2 0 8 16,10-24 91-16,13-16-77 16,-1 4 1-16,6-16-35 15,1 0 2-15,0 4-6 16,5-21 3-16,-5-11-5 15,-7 0 7-15,-12-4-10 16,-3 12-10-16,-16 7 5 16,-9 22-13-16,0 10 20 15,0 14 5-15,-9 6-2 16,-22 13 19-16,-10-8-14 16,14 8-10-16,-14 0 10 15,13 0 3-15,-3 16-4 16,3 20 1-16,16 16 6 0,6 17-1 15,6 6-6 1,0 10 6-16,0-1-9 0,0-7 0 16,25-10-1-16,15-18 4 15,6-13-16-15,7-8 5 16,9-12-15-16,13 1-43 16,-17-14-93-16,-5-3-6 15,-25 0-112-15</inkml:trace>
  <inkml:trace contextRef="#ctx0" brushRef="#br0" timeOffset="-63030.79">24657 6845 541 0,'0'0'94'0,"0"0"14"0,0 0 44 0,0 0-88 0,0 0-41 0,0 0-19 15,0 0-4-15,18 0 4 16,4 0 9-16,-3 0-6 15,2 0 2-15,4 0-3 0,-3 0 8 16,-16 0-10-16,-6 16-3 16,0 12 4-16,0 8 1 15,0 0-8-15,-6-3 14 16,-16-5-13-16,10-4 4 16,-1-9 14-16,13-2-4 15,0-5-13-15,0-8 0 16,0 4-1-16,13-4-3 15,27 0 7-15,13 0-12 16,-7 0 18-16,16 0-11 16,-3 0 4-16,-12 0 5 15,-7 0-7-15,-6-8-1 16,0-4-9-16,-21-4-79 0,-13 0-261 16</inkml:trace>
  <inkml:trace contextRef="#ctx0" brushRef="#br0" timeOffset="-24114.52">5091 4507 323 0,'0'0'189'0,"0"0"-174"0,0 0 9 0,0 0 14 15,0 0-7-15,0 0-10 16,0 0-1-16,-6 0 11 0,6 0 21 16,-6 0 53-1,0 0-30-15,0 0-17 0,-4 0-54 16,4 0 12 0,6 0-5-16,0 0-1 0,-6 0-5 15,6 0-2-15,0 0 2 16,0 0 2-16,0 0-8 15,0 0 13-15,0 0-14 16,-6 0 2-16,-1 0 0 16,7 0 0-16,0 0 0 15,0 0 0-15,0 0 1 16,0 0-5-16,0 0 9 16,0 0-11-16,0 0 8 15,0 0-8-15,0 0 10 0,0 0-4 16,0 0 9-16,0 0 4 15,0 0 17-15,0 0-15 16,0 0-12-16,0 0 2 16,0 0-10-16,0 0-2 15,0 0-1-15,0-4 1 16,0-4 7-16,0 5-7 16,0-2 19-16,0 5-25 15,7 0 26-15,5 0-17 16,10-3 4-16,-4 3 0 15,-5 0 0-15,15-5 0 16,-7 5 0-16,4-4 3 16,3 4-3-16,-9 0 0 0,9 0 13 15,-10 0-11 1,16 0-1-16,-6-4 3 0,6 0 0 16,3 0-2-1,-2-3-2-15,-1 7 0 0,0 0 8 16,0 0-5-16,-3 0 1 15,3 0 2-15,13 0 0 16,-7 0-12-16,0 0 10 16,0 0-4-16,-5 0 0 15,-11 0 0-15,4 7-7 16,6 1 14-16,-9 0-12 16,-3-3 20-16,12-2-20 0,-9-3 10 15,9 0-8-15,-6 0 4 16,-3 0-1-16,-4 0 0 15,-8 0 5-15,8 0 1 16,-8 0-6-16,15 0 11 16,3 0-3-16,3 0-11 15,6 0 5-15,0 0-2 16,-5 0 0-16,-1-8 2 16,3 4-7-16,-3 4 13 15,0-4-7-15,0 4 8 16,0 0-12-16,7 0 6 15,11 0-6-15,-5 0 0 16,-1-4 3-16,-5 0-1 16,-17 0 5-16,-2 1-3 15,6-2 7-15,-15 5-11 0,21-8 11 16,-3 8-10-16,9-4 4 16,6 0 1-16,10 4-3 15,16 0 0-15,2 0-4 16,-6 0 19-16,-9 0-27 15,-25 0 26-15,0 0-28 16,-3-4 26-16,-3 0-14 16,0 0 2-16,-15-1 0 15,-13 5-1-15,0 0 7 16,0 0 1-16,0 0-3 16,0 0-2-16,0 0 8 15,0 0-20-15,0 0 14 16,0-3-11-16,0-25-18 0,0-4-131 15</inkml:trace>
  <inkml:trace contextRef="#ctx0" brushRef="#br0" timeOffset="27990.68">23568 7628 129 0,'0'0'152'0,"0"0"-136"0,0 0 31 0,0 0 50 0,0 0-48 0,0 0 10 0,0 0-42 16,0 0 23-16,0 0-12 0,0 0 31 15,0 0-3-15,0 0 5 16,0 0-40-16,0 0-18 15,0 0 2 1,0 0 0-16,0 0 5 0,0 0-5 16,0 0-4-16,0 0 2 15,0 0-6-15,0 0-12 16,0 11 9-16,0 6 2 16,0-1 4-16,0 0-5 15,0-1 10-15,0 2-9 16,6-1 12-16,-6 12-8 15,7-4 11-15,-1 8-7 16,-6-3 1-16,6-14-3 0,0 6 11 16,-6-2-11-1,16-7-4-15,-4 8 4 0,1-4-8 16,-7 4 14 0,3 1-8-16,-9-1 0 0,12-1 0 15,-12-2 1-15,0-6 0 16,0 2-1-16,0 2 3 15,0-2-10-15,0-5 17 16,0 4-8-16,0-9-2 16,0 2-3-16,0-5-2 15,0 3-6-15,0 2-1 0,7-2 1 16,-7 6 1-16,0-5 20 16,0 4-22-16,0-8 22 15,0 4-15-15,0-4 5 16,0 0 0-16,0 0 0 15,0 0 15-15,0 0 35 16,0 0-46-16,12 0 15 16,-3 0-16-16,-9 0-3 15,0 0-6 1,7 0 0-16,-7-12 2 0,0-4 4 16,6-4 21-16,0-4-13 15,0-9-8-15,7 2 6 16,15-10-15-16,-16 2 18 15,-3-2-12-15,-3 10 6 16,-6 6-3-16,0 5 18 16,0-4 19-16,13-1-14 15,-1-11-10-15,10-8-21 16,3-3 15-16,9 2-14 0,-12 6-5 16,-4 6 12-16,-5 9-3 15,-4 4 3-15,-3-4 0 16,-6 0 0-16,12-8 0 15,1-4 2-15,2 8-10 16,-8-5 10-16,-1 5-9 16,-6 4 6-16,0 4 1 0,0 1-4 15,0 7 5 1,0-9-2-16,0 9 2 0,6-7-10 16,-6-2 2-16,0 9-21 15,0-8-21-15,0 9 45 16,0 2 0-16,0-15 4 15,0 8 0-15,0-12-10 16,0-5-65-16,0 5 9 16,0 5 19-16,0 2 27 15,0 1 19-15,0 4 1 16,0 5-1-16,-6-1 2 16,0-1-1-16,-7-3 6 15,13 4-4-15,0 4-4 16,0 0 2-16,0 8-9 0,0 0 18 15,0 0-5-15,-9 0 38 16,9 0-40-16,0 0-2 16,0 0 0-16,0 0-5 15,0 0 12-15,0 0-12 16,0 0 10-16,0 0 4 16,0 0-2-16,0 0 33 15,0 0-13-15,0 0-26 16,0 0-1-16,0 0-15 15,0 0 14-15,0 0 2 16,0 0 3-16,0 0 9 16,0 0 33-16,15 0-33 0,10 0-12 15,-3 0 15 1,12-4-15-16,6-4-1 0,-9 4 8 16,3 0-23-16,-6 4 34 15,-9 0-34 1,15 0 25-16,-15 0-14 0,21 0 4 15,-6-3 0-15,-6-5-5 16,6-1 10-16,-15 5-15 16,-7 4 20-16,4 0-21 15,-10 0 27-15,19 0-16 16,2 0 3-16,8 0 9 16,-1 0-9-1,3 0-3-15,-9 0-2 0,18 0-29 16,-12 0 20-16,-15 0-19 15,9 0 20-15,-6 0 1 0,2 0 5 16,-2 0-12 0,-3-4-5-16,2-4-6 0,-8 0 0 15,-7 5 24 1,-6 3 2-16,6 0-8 0,-6 0 18 16,0 0-7-16,0 0 6 15,0 0-1-15,6 0-7 16,10 0 0-16,3 0-3 15,-7 0-2-15,10 0-4 16,-16 0-8-16,0 0 7 0,-6 0 10 16,6 0-10-1,-6 0 10-15,10 0 0 0,-4 0-2 16,12 0 9-16,-5 0-16 16,-4 0 19-1,-3 0-11-15,-6 0 9 16,0 0-8-16,0 0 1 15,0 0-1-15,0 0 6 0,0 0-6 16,0 0 19-16,0 0-9 16,0 0 12-16,0 0-5 15,0 0 38-15,0 0-28 16,0 0 0-16,0 0 3 16,7 0-28-16,-7 0-2 15,0 0-1-15,0 0-3 16,0 0 8-16,0 0 42 15,0 0-8-15,0 0 16 16,0 0-47-16,0 0 21 0,0 0-27 16,0 0 8-16,0 0-9 15,0 0 10-15,0 0-16 16,0 0 11-16,0 0-10 16,0 0-15-16,0 0-13 15,-7 0-118 1,-39 0-241-16</inkml:trace>
  <inkml:trace contextRef="#ctx0" brushRef="#br0" timeOffset="35970.39">21199 7965 240 0,'0'0'100'0,"0"0"-99"0,0 0 54 0,0 0 18 0,0 0-25 16,0 0 15-16,0 0 11 15,0 0-56-15,0 0 9 16,0 0 25-16,0 0 8 16,0 0 7-16,0 0-20 0,0 0 19 15,0 0-58 1,0 0 15-16,0 0-13 0,0 0 2 16,0 0-8-16,0 0 0 15,0 0 2-15,0 0-5 16,0 0-1-16,0 0 4 15,0 0-8-15,0 0 12 16,0 0-16-16,0 0 2 16,0 0 4-16,0 0-5 15,0 0 2-15,0 0 2 16,0 7-11-16,0 1 3 16,0 8 7-16,0-4 2 15,0 1 2-15,10 3-4 16,2-1-13-16,7 6 9 15,-10-6-1-15,10 1-3 16,-13 9 6-16,0-5 12 16,0 4-8-16,3-8 4 0,-2-4-4 15,-7 0 3 1,12-4-7-16,-6 4 6 16,0-3 0-16,-6-6-4 0,0 1 3 15,0-4-16-15,0 0-5 16,10 0 9-16,-4 0-48 15,0 0 19-15,-6-12 21 16,6-8 21-16,-6 0 0 16,13-1 1-16,-13-2 7 15,15-6-1-15,-9-10-1 0,13-9-5 16,3-4-2-16,-16-5-6 16,22 1 2-16,-28 12 3 15,12 4 3-15,-5 8-16 16,-7 0 30-16,0 8-29 15,0-1 24-15,6-14-10 16,-6-2 0-16,21-3-4 16,-8 0 4-16,-7 4 6 15,0 12-6-15,-6 0 3 16,0 4 18-16,6 0-17 16,-6-1 0-16,16 2-4 15,-4-10 0-15,1 9-13 16,-7 12-19-16,9-7 25 15,-8 7 7-15,-7-9-3 16,6 1 6-16,6-12-10 0,4 8-25 16,2 0-31-16,-11 4 7 15,-7 0 29-15,15 0 13 16,-9 8 9-16,-6 4 5 16,6 4 5-16,-6-4 16 15,0 8-17-15,7-13 0 16,5-6-4-16,4 7-12 15,2-8-39-15,-2 4-32 16,-4 3 31-16,0 6 52 16,-5 2 11-16,-1 2 27 0,9-2 38 15,-2 2-59 1,-1-5 13-16,-3-5-26 0,10 1 2 16,-13 4-12-16,7 0 7 15,-4 5-2-15,-3 3 2 16,-6 0 12-1,0 0 28-15,0 0 47 0,0 0-25 16,6 0-47-16,7 0-5 16,9 0-20-16,2 0 9 15,-2 0-4-15,3 0-12 16,-10 0 16-16,-2 0-2 16,-13 0 2-16,28 0 17 15,-10 0-12-15,4-5-2 16,18-2 6-16,-15 2-7 15,28 2-2-15,-13 3 2 0,-6 0-16 16,13 0 28 0,-7 0-25-16,0 0 28 15,-6 0-33-15,-6 0 19 0,19 0-3 16,-16 0 0-16,-3 0-1 16,-10 0-2-16,10 0 6 15,-6 0-5-15,9 8 5 16,-3-5 20-16,0 1-17 15,-10-4-7-15,-5 0 1 16,9 0-14-16,-10 0 14 0,-12 0-9 16,0 0 4-1,0 0 10-15,0 0-13 0,0 0 5 16,0 0-43 0,0-7-470-16</inkml:trace>
  <inkml:trace contextRef="#ctx0" brushRef="#br0" timeOffset="41314.15">25878 7872 564 0,'0'0'61'0,"0"0"-7"0,0 0 21 0,0 0-12 0,0 0 15 0,0 0 2 16,0 0-20-16,177-52-23 16,-130 32-33-16,-1 8 36 0,1-1-26 15,24 6 3-15,-9 3-13 16,12-8 4-16,-2 4-1 15,-4-5-7-15,6-7 0 16,-21 1-28-16,-7-1-22 16,-27-1-110-16,-19 9-214 15</inkml:trace>
  <inkml:trace contextRef="#ctx0" brushRef="#br0" timeOffset="41663.61">25658 7499 541 0,'0'0'203'16,"0"0"-186"-16,0 0 103 15,0 0-33-15,0 0-75 0,428-4-12 16,-319 1-1-16,-4-2-11 15,-3 5-11 1,-30-4-51-16,-10 0-67 0,-16-8-91 16</inkml:trace>
  <inkml:trace contextRef="#ctx0" brushRef="#br0" timeOffset="42158.84">26288 7246 489 0,'0'0'109'0,"0"0"-45"0,0 0-18 0,0 0-32 0,353 72-14 0,-279-55-31 0,-15 2-8 16,-12 6 13-16,-19 3 26 15,0 0 0-15,-10 8 33 16,-5 4-1-16,-13 8-3 16,0 8 35-16,0 1-38 15,0 7 5-15,-25 8-11 16,-9 5-20-16,0-13-18 15,9-12 8-15,25-16-28 16,0-16-73-16,0-20-130 0</inkml:trace>
  <inkml:trace contextRef="#ctx0" brushRef="#br0" timeOffset="48212.42">27826 8032 50 0,'0'0'190'0,"0"0"-180"0,0 0 11 0,0 0 53 15,0 0 11-15,0 0-25 16,0 0-5-16,0 8-13 15,0-8 10-15,0 0 2 16,0 0 38-16,0 0-49 16,0 0 36-16,0 0-48 15,0 0-11-15,0 0-20 0,0 5 2 16,0-5 22-16,0 0-13 16,0 0 44-16,0 0-21 15,0 0 30-15,0-8-51 16,0-21 12-16,0-11-25 15,0-12 0-15,0 0-1 16,0-12 0-16,0-16-2 16,0-4-12-16,0-9-22 15,0 13 28-15,0 7-4 16,0 14 14-16,-16 10-11 16,10 18 11-16,0 7-1 15,-7 12 0-15,7-1 3 16,0 5-9-16,-16 4 6 0,22 4-3 15,-12 0-41-15,-4 0 44 16,-2 4 2-16,-17 37 0 16,1 3-4-16,3 12 1 15,-3-9-5-15,6-6-73 16,10-5-158-16,-10-12-125 16</inkml:trace>
  <inkml:trace contextRef="#ctx0" brushRef="#br0" timeOffset="52472.24">28625 7711 333 0,'0'0'216'0,"0"0"-194"0,0 0-2 0,0 0 57 0,0 0-55 16,0 0 31-16,0 0 6 16,-12 5 38-16,12-5-7 15,0 0-29-15,0 0-4 16,0 0-46-16,0 0-2 16,0 0-5-16,0 0 8 15,0 0 0-15,0 0 9 16,0 0-14-16,0 0-5 15,28 0-2-15,25 0 7 16,21 0-6-16,7 0 10 0,12 0-15 16,-13 0 4-1,1-13-6-15,-22-7-50 0,-6-4-40 16,-19-7-225-16,-28-2-187 16</inkml:trace>
  <inkml:trace contextRef="#ctx0" brushRef="#br0" timeOffset="52837.38">28635 7463 664 0,'0'0'142'0,"0"0"-41"0,0 0-13 0,0 0-40 16,378 12-41-16,-276-36-2 0,-9 4-5 15,-18 4-45-15,-22-4-69 16,-19 7-59 0,-34-2-174-16</inkml:trace>
  <inkml:trace contextRef="#ctx0" brushRef="#br0" timeOffset="55218">23574 7411 223 0,'0'0'223'0,"0"0"-130"0,0 0-35 0,0 0 15 15,0 0-61-15,0 0-12 16,-6 0-1-16,6 0 1 16,0 0 13-16,0 0 13 15,0 0 42-15,0 4-49 16,0-4 24-16,0 0 21 16,0 0-23-16,0 0-20 15,0 0-18-15,0 0 8 16,0 0-18-16,0 0 11 15,0 0-4-15,0 3 0 16,0-3 5-16,0 9-13 16,0-9 17-16,-9 4-18 15,9-4 19-15,0 0-2 16,0 0 12-16,0 0-18 0,0 0 3 16,0-13-2-16,40-18 19 15,28-18-17-15,26-10 12 16,5-18-9-16,43-15 2 15,-2-4 0-15,6-12-1 16,9 3 8-16,-28 21-17 16,-34 20-5-16,-47 32-57 15,-24 24-19-15,-22 8-140 16,0 0-103-16,-46 32 26 16</inkml:trace>
  <inkml:trace contextRef="#ctx0" brushRef="#br0" timeOffset="56066.95">24824 7282 32 0,'0'0'253'0,"0"0"-142"0,0 0-26 0,0 0-38 16,0 0 25-16,0 0-37 15,12 0 23-15,-5-3-25 16,-7 3 32-16,15-8 12 16,-9-5-10-16,19 1-13 0,25-12-23 15,9-16 9 1,15-12-31-16,13-4 3 0,18-16-9 15,4 4-5-15,-10 4 14 16,-6 16-20-16,-25 11 8 16,-37 17-66-16,-31 16-152 15,0 4-90-15</inkml:trace>
  <inkml:trace contextRef="#ctx0" brushRef="#br0" timeOffset="58032.3">29664 8032 62 0,'0'0'447'0,"0"0"-433"0,0 0 61 0,0 0 13 16,0 0-12-16,0 0-3 16,-9 0 21-16,9 0-42 15,0 0-30-15,0 0-13 16,0 0-4-16,0 0-3 16,0 0 3-16,0 0 17 15,0 0-18-15,0 0 20 16,0 0-19-16,9-16 9 15,22-7 18-15,3-2-19 16,13-7 3-16,-1-8-15 0,10-4-1 16,-9 0 9-1,5-17-14-15,7-3 5 0,-3-4-3 16,3-8 1-16,-12 4-3 16,-7 8-9-16,0-4-14 15,-21 4 27-15,-19 8-23 16,0-1 8-16,0-2-8 15,0 14 22-15,0 1-51 16,0 4 47-16,-6 20 6 16,-7 4 18-16,-15 12 29 15,3 4-34-15,-9 0-4 16,-6 0-4-16,12 0-10 0,-3 0-5 16,3 28-9-1,0 24 15-15,3 4 4 0,10 16-5 16,15-3 12-16,0-5 7 15,0-4-10 1,15-1-8-16,32-2 5 16,12-5-7-16,15-12 6 0,13-4-19 15,0-3 6-15,6-5 3 16,-19-5 5-16,-8-2-8 16,-4-9 7-16,-16-1-2 15,-12-3 0-15,-3-8 2 16,-9 0-49-16,-4 0-66 15,-2 0-69-15,-10 0-166 16</inkml:trace>
  <inkml:trace contextRef="#ctx0" brushRef="#br0" timeOffset="139048.5">1597 7118 359 0,'0'0'150'0,"0"0"-72"0,0 0 29 0,0 0-35 0,0 0-16 0,0 0 0 15,0 0-11-15,0 0-13 16,0 0-22-16,-6 0 36 0,6 0-38 16,0 0 8-1,-10 0-11-15,10 0-2 16,0 0-2-16,0 0 6 16,0 0-2-16,0 0-2 15,0 0-6-15,0 0 13 0,0 0-18 16,0 0 20-16,-6 0-14 15,6 0 7-15,0 0 3 16,0 0-6-16,0 9-1 16,-6 2-1-16,-13 9 9 15,4-4-15-15,2 12 15 16,1-8-17-16,6-4 19 16,6 12-17-16,0-15 9 0,0 15-3 15,0-4 0-15,0-4 1 16,0 4-10-16,0 0 19 15,0 4-19-15,0-1 21 16,0 6-21-16,0 3 15 16,0 0-8-1,0 0 2-15,0-3 0 0,0 11-3 16,0-5 7-16,0 2-14 16,0-5 24-16,0 4-23 15,0-4 26-15,0-4-31 16,0 0 14-16,0-8 0 15,0 0-4-15,0 4-8 0,0-3 10 16,0 11-4-16,-9 0-6 16,-4 0 24-16,7 3-14 15,6-2 2-15,0-1-1 16,0-12-1-16,0 4 2 16,0-4-4-16,0 4 9 15,0 5-15-15,0-5 22 16,0 0-23-16,0 0 29 15,0-1-23-15,0 1 5 16,-6-3-4-16,6-1 4 16,-16 4 1-16,16 0-1 15,0 0 1-15,0 0-6 16,0-4 11-16,-6-4-16 16,0 1 14-16,0-6-8 15,-1 1 0-15,7 4 4 16,-12-7-5-16,12 7 11 15,0-9-18-15,0 2 24 0,0-1-26 16,-9-9 20 0,9 2-13-16,0-5 5 15,0 0 2-15,0 0 0 0,0 0 1 16,0 0-5-16,0 0 16 16,0 0-24-16,0 0 24 15,0 0-24-15,0 0 8 16,0 0 2-16,0 0 0 0,0 0 2 15,0 0-1 1,0 0 5-16,0 0-10 0,0 0 20 16,0 0-18-16,0 0 8 15,0 0-8-15,0 0 4 16,15 0 0-16,10 0 2 16,3 0-1-16,-9 0-1 15,2 0 2-15,-2 0 1 16,3 0-1-16,2 0 2 15,-2 0 2-15,3 0-6 16,24 0 0-16,-8 0 1 16,-4 0-2-16,3 0 3 15,7 0-10-15,2 0 16 16,-8 0-16-16,-4 0 21 16,3 0-19-16,-6 0 12 0,-6 0-10 15,6 0 4-15,19 0 0 16,21 0-3-1,-8 0 10-15,2 0-13 16,-9 0 23-16,-13 0-20 0,7-8 12 16,-7 0-4-16,-5 4-5 15,-7 4 0-15,0 0 0 16,0 0 6-16,13 0-9 16,-13 0 14-16,-16 0-18 15,23 0 14-15,-13 0-12 16,-4 0 10-16,17 0-6 15,-20-5 1-15,20 5 0 16,-17 0-4-16,-8-3 8 16,-4 3-14-16,-5 0 20 0,-7 0-12 15,6 0 10-15,0 0 11 16,9 0-8-16,-8 0-3 16,5 0-8-16,-6 0 8 15,0 0-17-15,-6 0 21 16,10 0-20-16,-10 0 8 15,0 0-1-15,0 0-44 16,0 0-9-16,-34 0-257 16</inkml:trace>
  <inkml:trace contextRef="#ctx0" brushRef="#br0" timeOffset="139995.89">1395 7266 3 0,'0'0'13'0,"0"0"21"0,0 0 33 0,0 0 65 0,0 0-49 0,0 0-58 0,7 0-16 16,-1 0-9-16,9 0 0 16,-2 0 1-16,-13 0 22 15,0 0 13-15,0 0 45 16,0 0-24-16,0 0 20 0,0 0-50 16,0 0 11-1,0 0-29-15,0 0-4 16,0 0-5-16,0 0-2 0,6 0-2 15,-6 0-4-15,6 0-6 16,0 0 28-16,-6 0-22 16,0 0 8-16,0 0 0 15,16 0-5 1,-10 0-5-16,-6 0-26 0,0-8 1 16,0 1 10-16,6-6-25 15,16 2-20-15,-16-1-239 16</inkml:trace>
  <inkml:trace contextRef="#ctx0" brushRef="#br0" timeOffset="141089.25">1395 7266 195 0,'121'-64'151'0,"-121"64"14"0,0 0-161 16,0 0-4-1,0 0 10-15,0 0-10 16,0 0 22-16,13 0 37 16,-7 5-2-16,16 3-17 0,-10 4-16 15,0-1-6-15,10 9-8 16,-10-7 3-16,10 6-19 15,9 6 17-15,-3-5-3 16,-6-1-6-16,3 6-2 16,9-5 2-16,-16 4 2 15,10-4 1-15,-9 8 3 16,-4 0 17-16,4-4-21 16,-4 0 32-16,4 1-32 15,3-5 0-15,-4-1-4 16,16 9 1-16,-9-8-2 0,9 1 5 15,0 2-5-15,-6-2 11 16,-3-1-17 0,28 0 15-16,-4-9-13 0,-2 14 10 15,6-9-9-15,-41 0 4 16,28-8 0-16,7-8-5 16,-1 12 3-16,-5 0-11 15,-1-4 20-15,-12 5-13 16,-3 6 10-16,-10-7-4 15,26 8 0-15,-29-7-2 16,28-2-1-16,1 5 6 16,-7-7-9-16,-3 7 16 0,3 4-22 15,-6-4 29 1,-10 7-19-16,-2-2 2 0,15-6-4 16,-16 6-6-1,10-6 10-15,-9 2-9 0,-4-5 22 16,0 0-26-16,-5 4 26 15,2-1-22-15,-9 6 9 16,0-4-6-16,0 2-7 16,0-2 13-16,0-2 3 15,0 1-2-15,0 0 9 16,0 1-7-16,0-1 6 16,6-4 4-16,0-4-21 15,7 0 9-15,-7-5-1 0,-6 2 0 16,0-5 1-16,0 7-6 15,0 1 20-15,0 5 18 16,0-2-19-16,0 6 14 16,0-6-28-16,6 2 6 15,-6-1-2-15,0-4-3 16,9 0 0-16,-9 4 6 16,0-8-7-16,0 3 8 15,0 1-12-15,0 1 15 16,0 3-18-16,0 0 14 15,0-4-8-15,0 8 1 16,7-4 0-16,-1 4 17 16,6-4-14-16,4-4 3 0,-4 0 4 15,1-4-15 1,-13 0 13-16,12 5-13 16,-12-6 10-16,0 2-5 15,0-2 0-15,0 1 3 0,0-4-7 16,0 0 13-16,0 0-16 15,0 0 20-15,0 0-15 16,9 0 6-16,-9 4-4 16,0 0 0-16,6-4 0 15,1 4-6-15,5 5 12 16,4-1 9-16,-4 3-1 16,-6 1-2-16,7 1-7 15,-13-5 1-15,15-5-6 16,-2 1-2-16,-1 4-2 15,-6 5 8-15,10-5-13 0,-4 4 19 16,-12-9-18-16,0 2 15 16,6-2-14-16,-6 5-17 15,6 0-19-15,-6 1-27 16,0-1-117-16,0-8-125 16</inkml:trace>
  <inkml:trace contextRef="#ctx0" brushRef="#br0" timeOffset="142036.93">1563 7387 60 0,'0'0'98'0,"0"0"-98"0,0 0-98 0,0 0 48 0</inkml:trace>
  <inkml:trace contextRef="#ctx0" brushRef="#br0" timeOffset="143427.7">1563 7387 131 0,'0'-33'114'0,"0"30"-58"0,0-5-25 16,0 0-31-16,0 0-12 15,0-4-40-15,0 4 23 16,0 0 28-16,-6-1 1 15,-1-2 7 1,-2 3-7-16,3-5-9 0,0 6-4 0,-1 2 1 16,7-3 16-16,0 8-4 15,0 0 9-15,0 0 1 16,0 0-10-16,0 0 2 16,0 0 7-16,0 0-8 15,0 0 48-15,0 0-13 16,0 0 0-16,0 0 25 15,0 0 28-15,0 0-19 16,0 0-16-16,0 0-20 0,0 0-28 16,0 0-12-16,0 0 20 15,0 0-22-15,0 0 16 16,0 0-16 0,0 0 16-16,0 0 0 0,7 8 5 15,-1-3 4-15,9 15 2 16,4-9-13-16,3 9 9 15,2-4-8-15,11-3-8 16,-1 2 13-16,-10-2-14 16,11-1 2-16,-8 4 0 15,8 4-1-15,11 0 5 16,7 4 0-16,0 4 6 16,-1 0-5-16,-5 0 7 0,-7-4-18 15,0 0 9-15,16-4-3 16,-9 5 2-16,-1-6 0 15,1 1 1-15,-35-4-3 16,28-7 5-16,-18 10 0 16,3-6-10-1,9 7 10-15,-6 0-17 0,-3-1 18 16,-4-2-6-16,-2 3 0 16,3 0 7-16,-4-8-16 15,4 0 19-15,3 1-12 16,3 6 16-16,-3-7-11 15,2 8 5-15,1 12 10 16,3-12-17-16,-3 1 5 16,6-6 3-16,-15 1-4 0,-3-3-10 15,-4-1 16 1,0-1-14-16,-5 2 11 0,-7-1-8 16,9-1 1-16,9 2 16 15,-5-1-15-15,-7-4 6 16,-6-5-16-16,0 2-29 15,0-1 17-15,0 0-16 16,9 0 36-16,-9 0 26 16,0 0 40-16,0 4-29 15,0-5-34-15,0 6-3 16,0 3 6-16,0 0-22 0,0 0 25 16,0 4-24-1,7 0 30-15,11-4-25 16,-12 4 16-16,4 0-10 0,-10-4 4 15,0 4 0 1,12-4-7-16,-12 1 20 0,6-2-25 16,-6 1 24-16,0 1-19 15,13-5 17-15,-13 4-16 16,9-1 6-16,-3 2 0 16,7-1-3-16,-1-1 11 15,3 2-16-15,-2 2 21 16,-7-2-26-16,0 3 21 15,10-1-15-15,-10 2 10 16,6-5-3-16,1 4 0 16,-7 4 1-16,9-4-6 15,-8 0 13-15,-7 4-8 0,12-8 2 16,4 0 3 0,2-4-5-16,-5-4-5 0,2 0 5 15,-2 4 1-15,-13-4-1 16,0-4 4-16,0 5-7 15,12-5 10-15,-6 0-1 16,-6 8 0-16,0-5 10 16,16 2-15-16,-16 2 10 15,18-3-11-15,-2 0 1 16,-4 4-3-16,-6-3 11 16,1 3-14-16,-1-5 14 15,9 6-16-15,-9-1 20 16,1-5-13-16,-1 5 3 0,0 0-2 15,10 1 3-15,2-1 3 16,1 0-10-16,-4-5 14 16,-9 2-16-16,7 3 11 15,2-1-11-15,-8 1 8 16,5 0-3-16,-6-3 0 16,-6-1 0-16,6 0-4 15,4 0 15-15,-10-1-9 16,12 2 0-16,-6-5-4 15,-6 0 4-15,0 0-6 16,0 0-9-16,0 0-76 0,0 0-254 16</inkml:trace>
  <inkml:trace contextRef="#ctx0" brushRef="#br0" timeOffset="147356">1476 9869 9 0,'0'0'166'0,"0"0"-63"0,0 0-30 0,0 0 64 0,0 0-87 0,0 0 1 0,-6 20-38 0,-10-12 12 16,16 1-18-16,0-1 50 16,0 0-17-16,0 0 17 15,0 0-1-15,0-8-19 16,0 7-24-16,0-7-13 15,0 0-1-15,0 5 1 16,0-2 1-16,0 2 0 16,0 6 3-16,0 6 0 15,0 7-8-15,0-9 4 16,0 10 0-16,0-9 0 16,0 0 6-16,-6 4-10 15,0-8 10-15,0 12-6 16,-1-8 2-16,1 8 7 0,0-12-4 15,-3 8-1-15,9-4-4 16,0 1-4-16,0 2 4 16,0 1 0-16,0 0-8 15,0 4 18 1,0-4-7-16,0 5 6 0,0-14-9 16,0 14 6-16,0-9-6 15,0 0 0-15,0-8 2 16,0 7-10-16,0-6-3 15,0 7 10-15,0 0-12 16,0 0 13-16,9 0 0 0,-3 0 3 16,-6 4-5-1,6-4 2-15,-6-8-6 0,0 5-15 16,7-6 7-16,-7 1 28 16,0 5-23-16,0-2 13 15,0 1-4 1,0 1 0-16,0-5-6 0,0 7 6 15,0-7 0-15,0 8 0 16,0-7 6-16,0 2-13 16,0-6 5-16,0 6 0 15,6 1 4-15,-6 4 4 16,6 5-6-16,-6-6 2 16,0-2-3-16,6-1 6 15,-6-4-10-15,0 4 21 16,0 0-25-16,0 4 16 0,0-4-7 15,16 5 5-15,-16 2 9 16,6 5 7-16,-6-3-15 16,0-10-6-1,0 5 18-15,0-7-29 0,0-9 23 16,0 11-16-16,0-6 8 16,0-2-2-16,6 9-2 15,7-4 2-15,-4 5-6 16,-9-5 15-16,0-4-21 15,6 7 25-15,-6 2-28 0,0-5 23 16,0-1-12 0,0 6 2-16,0-2 0 0,0-2 0 15,0-1 5-15,0 0-14 16,0 0 18-16,0 8-17 16,0-1 25-16,0 2-33 15,0 2 27-15,0-2-11 16,0-4 2-1,0 2 10-15,0-7 3 0,0 5-9 16,0-10-1-16,0 9-1 16,0-8-8-16,0 5 3 15,0-1-2-15,0-5 2 16,6-3-11-16,-6 0-70 16,0 0-145-16,0-16-223 15</inkml:trace>
  <inkml:trace contextRef="#ctx0" brushRef="#br0" timeOffset="151437.61">1535 11373 313 0,'0'0'73'0,"0"0"43"0,0 0-95 0,0 0-21 0,0 0-7 0,0 0 7 0,0 0 0 15,0 0 11-15,0 0 20 0,0 0 36 16,0 0-2 0,0 0-19-16,0 0 7 0,0 0-42 15,0 0 41-15,0 0-23 16,0 0-29-16,0 0 0 15,0 0 0-15,0 0-2 16,0 0 7-16,6 0-10 16,3 0 10-16,4 0 8 15,-1 0-9-15,4 0 27 16,2 0-23-16,-5 0 7 16,15 0-15-16,-10 0 1 0,4 0 9 15,-4 0 5-15,-2 0-5 16,9-8-2-16,-4 1-4 15,-2 2-1 1,15 5-3-16,-21 0 2 16,2 0 3-16,-2 0-10 15,-1 0 17-15,3 0-6 0,4 0-3 16,9 0 7-16,-9 0-6 16,-7 0-3-16,22 0 0 15,-18 0 2-15,-4 0-2 16,0 0 2-16,10 0-6 15,9 0 6-15,-3 0-9 16,-9 0 16-16,30 0-10 16,-2 0 1-16,-7 0 1 0,13 0-2 15,-41 0 3-15,-6 0-2 16,1 0 4-16,2 0-8 16,9 0 11-1,-5 0-14-15,9 0 12 0,-10 0-11 16,0 0 6-16,10 0-1 15,-16 0 0-15,16 0 4 16,3 0-13 0,-4 0 18-16,-2 0-16 0,-7-3 22 15,-2 3-29-15,-4 0 21 16,-6 0-13-16,12 0 6 16,-5 0 0-16,8 0 0 15,-9 0 4-15,25-8-11 0,-15 8 14 16,24 0-14-16,-15-5 16 15,-10 5-17-15,-8-4 9 16,-7 4-2-16,0 0-1 16,6 0 2-16,0 0-4 15,16 0 13-15,-10 0-19 16,-6 0 20-16,7-4-13 16,-13 4 3-16,15 0 0 15,-2 0-1-15,-7 0 4 16,0 0-12-16,0 0 14 15,-6 0-10-15,0 0 10 0,0 0 2 16,0 0-7 0,0 0 11-16,0 0-9 15,0 0 0-15,0 0-2 0,0 0 3 16,0 0-5 0,0 0 9-16,0 0-5 0,0 0 8 15,0 0-19-15,0 0 13 16,0 0-8-16,0 0 4 15,0 0-11-15,0 0-6 16,0 0-62-16,0-4-159 16,0-4-406-16</inkml:trace>
  <inkml:trace contextRef="#ctx0" brushRef="#br0" timeOffset="154059.2">1522 9950 16 0,'0'0'126'0,"0"0"-79"0,0 0-8 0,0 0-10 0,0 0-27 15,0 0 19-15,0 0-21 0,0 0 0 16,0 0 0-16,0 0 23 15,7 0 13-15,-7 0-33 16,6 0 34-16,-6 0 7 16,0 0 60-16,0 0-47 15,0 0 0-15,0 0-44 16,0 0 3-16,0 0-16 16,0 0 1-16,0 0 5 0,0 0 8 15,0 0 21 1,0 0-22-16,0 0 24 0,0 0-3 15,0 0 8 1,0 0-22-16,0 0-18 0,0 0-2 16,0 0-33-16,0 0 18 15,0 0 15-15,0 0-11 16,0 0 24-16,0 0-13 16,6 0 2-16,10 0 29 15,2 0-6-15,-2 0-5 16,2 0-9-16,-12 0-11 0,1 0 3 15,21 0 10-15,-16 0-7 16,3 0 1-16,-2 0 28 16,5 0-18-16,10 0 0 15,0 0-13-15,-15 3-3 16,21-3-1-16,-22 5 4 16,1-5-8-1,2 3 11-15,-9-3-8 0,1 8 5 16,5-3 1-16,10-1-3 15,-4 4-4-15,4-8 2 16,3 8 0-16,-4-5-5 16,-2 2 19-16,3 3-23 15,-4-1 16-15,4 1-13 16,-3 9 11-16,9-9-6 16,30 0 1-16,-5 0 0 15,-6 0-3-15,2-4-6 16,-42 4 3-16,5-8 10 15,0 4-14-15,-5 3 14 0,2-2-4 16,3-1 0 0,-6 4 2-16,1 8-9 0,8-8 14 15,-9 0-14 1,7 0 11-16,5-8-15 0,-2 8 15 16,-4 1-11-16,-6-6 8 15,-6 5-1-15,16 0 0 16,-10 4 0-16,13 4-7 15,2 1 15-15,-8-9-8 16,-7 3 5-16,0-3-10 0,0-4 11 16,4 4-13-1,8 0 5-15,-11 0 2 0,-1-4-2 16,9 1 5-16,-15-2-6 16,6 2 12-16,7 3-24 15,9-5 26-15,-16-3-15 16,-6 13 7-16,0-6-3 15,12 1 0-15,10 5 0 16,-10-5-5-16,7 4 10 16,-10-9-10-16,4 14 11 15,-13-5-12-15,6-5 9 16,0-2-6-16,0 3 0 0,10 0 3 16,-10 0-6-1,0-1 9-15,0 6-12 16,1-9 18-16,8 8-14 15,-9 0 10-15,-6-4-10 0,0 8-7 16,0 0-9-16,0 0 8 16,0 0 13-16,0-8-7 15,0 4 14-15,0 1-8 16,0 2 4-16,0 9-6 16,0-8 7-16,0 1-10 15,0-1 6-15,0-4 0 16,0 7-2-16,0-2 8 15,0-1-16-15,0-8 20 16,0-1-19-16,6 1 23 16,-6-3-17-16,0-2 6 15,0 10-3-15,0-5 0 0,0 4 3 16,0-4-9 0,0 8 14-16,13 4-18 15,-7-4 21-15,0 0-19 0,-6 0 13 16,0-3-8-16,0-6 3 15,0-3-2-15,10-4-1 16,-4 8 2-16,0 1-6 16,0-1 14-16,-6 11-16 15,0-2 20-15,0 2-19 16,0-2 16-16,0-6-16 0,0 1 3 16,0 4-4-16,6-8 5 15,1 1-17 1,-7 7 1-16,0-8-2 15,0 4 15-15,0 4 10 16,0-8-6-16,21-5-4 0,-15 10-5 16,1-9-5-1,-1-4 9-15,0 3 4 0,-6 10 4 16,0-5 7-16,0 15-2 16,0-6-4-16,0-1-1 15,0-8 0-15,0 4 0 16,0-4 0-16,0-3-6 15,0 6 14-15,0 1-19 16,0 1 23-16,9 2-20 16,-2-2 14-16,-7-5-8 0,0 0 2 15,0-1-1-15,0 1-3 16,6-8 8-16,-6 5-8 16,0-5 11-16,0 0-17 15,0 0 30-15,0 0-20 16,0 3 8-16,0-3 17 15,0 8-22-15,0-3 0 16,0-5-6-16,0 0-54 16,0 0-71-16,0-16-152 15</inkml:trace>
  <inkml:trace contextRef="#ctx0" brushRef="#br0" timeOffset="161244.61">1522 12693 89 0,'0'0'164'0,"0"0"-102"0,0 0 34 0,0 0-65 0,0 0-12 0,0 0-10 0,0 0 37 15,0 0-33-15,0 8 30 16,0-8 32-16,0 0-6 16,0 0 18-16,0 0-28 15,0 0-5-15,0 0-53 16,0 3 11-16,0-3-9 16,0 8-3-16,0-3 6 15,0 3 3-15,0 0 23 0,0-1-30 16,13 1 24-1,-13 1-20-15,6 7 3 0,3-5-6 16,-2 2 4-16,-1 4-6 16,0-10-1-16,16 13 0 15,2-11 0-15,-17 6-6 16,21-2 15-16,-22-5-15 16,0 7 12-16,0-11-12 15,10 8 12-15,-4 1-11 16,10-2 6-16,-10 6-1 0,7-6 0 15,2 6 0 1,4-6-4-16,3-3 12 0,-15 1-12 16,2-1 5-1,-15 0-1-15,13-5 0 0,-1 2 0 16,-6 7-4-16,3-1 8 16,4 2-10-16,-1 3 12 15,16-4-8-15,-9 4 7 16,2-1-6-16,4 2 6 15,-15-1-5-15,8 0 3 16,1-4-2 0,-10 1-1-16,10-2 6 0,-7 1-16 15,4 1 21-15,30-2-17 16,-6 1 11-16,19-7-10 0,-18 14 3 16,-7-2 2-1,-16-6-3-15,10 5 8 0,-15-4-12 16,2 1 15-1,4-1-15-15,-13-1 16 0,16 5-12 16,-4 1 3-16,-12 2 0 16,10 6 0-16,3-9 4 15,2 4-9-15,-2-4 11 16,9-4-14-16,-3 8 16 16,-4-4-16-16,-15 4 8 15,1-4-4-15,-1 0 8 16,-6 0-5-16,12-4 1 15,-2-4 0-15,-4 4-1 16,0-4 11-16,0 0-20 16,-6 4 23-16,22 4-18 0,-10-3 5 15,1-2-2 1,2 1 2-16,-2-4 0 0,-1 0-3 16,10 9 11-1,-10-9-19-15,1 8 22 0,-13-8-20 16,0 7 17-16,0 2-10 15,0-9 2-15,6 8 0 16,9-8-2-16,-2 4 4 16,-7-9-4-16,6 5 7 15,-12-3-8-15,0-5 12 16,10 0-14-16,-10 4 11 16,6 0-4-16,0 8 9 0,-6-4 3 15,6 0 2 1,-6-8-9-16,0 12-7 0,6-12 12 15,1 20-6-15,14-8 10 16,-2 8 8-16,3-8-23 16,-4 4 2-1,-12-8-3-15,-6-8 2 0,0 0-4 16,0 0-21-16,0 0-8 16,0-11-50-16,0-17-190 15,-40 3-493-15</inkml:trace>
  <inkml:trace contextRef="#ctx0" brushRef="#br0" timeOffset="-177913.5">15993 8538 16 0,'0'0'323'0,"0"0"-277"16,-279 293-46-16,239-206-119 16</inkml:trace>
  <inkml:trace contextRef="#ctx0" brushRef="#br0" timeOffset="-175209.93">18034 9742 329 0</inkml:trace>
  <inkml:trace contextRef="#ctx0" brushRef="#br0" timeOffset="-136246.59">3553 8101 80 0,'0'0'214'16,"0"0"-160"-16,0 0 28 0,0 0-7 0,0 0-9 0,0 0 6 0,0-56-18 0,0 48-35 0,0-5 19 16,0-3 2-16,0 1-24 15,0-2 53 1,0 1 9-16,0 0-3 0,0 8-38 15,0 0 1-15,0 4-2 16,10-4-29-16,27-4 6 16,13 4-7-16,2 4 8 15,7-3-9-15,3 7-10 16,-9-13 18-16,-19 13-26 0,-9-8-1 16,3 4-42-1,-16-4-39-15,-12 5-246 0,0-6-200 16</inkml:trace>
  <inkml:trace contextRef="#ctx0" brushRef="#br0" timeOffset="-135965.13">3801 7775 175 0,'0'0'453'0,"0"0"-391"16,0 0 40-16,0 0 14 16,0 0-37-16,0 0-36 15,162-51-43-15,-116 43 8 16,1-5-8-16,5-2-2 15,-5-6-99-15,-13 5-150 16,-6 9-371-16</inkml:trace>
  <inkml:trace contextRef="#ctx0" brushRef="#br0" timeOffset="-135264.27">5098 7471 175 0,'0'0'170'0,"0"0"-20"0,0 0-38 0,0 0-83 0,0 0 7 0,0 0 2 16,0 32 35-16,0-32 19 0,0 0 17 15,0 0-42-15,0-20-42 16,0-16-17-16,0-21 6 16,0-6-21-16,0-6 14 15,6-7-13-15,9 4 6 16,4 20-12-16,-13 4-18 15,10 24 22-15,-10 8 6 0,-6 16-10 16,0 0 12 0,0 0 2-16,0 8 3 0,0 24-5 15,-28 16-22 1,-19 4-98-16,-5 12-39 0,5 8-27 16,-6-3-119-16</inkml:trace>
  <inkml:trace contextRef="#ctx0" brushRef="#br0" timeOffset="-134631.07">5073 8213 317 0,'0'0'114'0,"0"0"-13"0,0 0-16 0,0 0-8 0,0 0-18 0,0 0-17 0,0-60-21 16,65-5 66-1,37-30 18-15,10-34-73 16,37-15 8-16,-4-9-18 0,-11 13 19 16,-20 20-40-16,-33 15-2 15,-10 21-38-15,-21 32-45 16,-31 36-65-16,-19 16-17 16,0 0 33-16,0 28-110 15</inkml:trace>
  <inkml:trace contextRef="#ctx0" brushRef="#br0" timeOffset="-133980.38">5600 7965 246 0,'0'0'373'0,"0"0"-337"16,0 0 93-16,0 0-13 0,0 0-39 0,0 0-66 0,-28 20-6 15,28-20-5-15,0 0 0 16,0 0 6-16,22 0-4 16,2 11 0-16,4 14 1 15,-6 3 2-15,-3 8-1 16,-7 8-3-16,-6 8 1 16,-6 4-2-16,0 0 0 0,0 4 2 15,0-4-12-15,0 1 23 16,0-17-16-16,0-13 6 15,0-18 1-15,28-9 12 16,19 0 3-16,5 0 12 16,10-28 23-16,-3-8-10 15,3 0-41-15,-9 8 1 16,-13 3 1-16,1 9-10 16,-7 8-34-16,-9 8-14 0,9 0-61 15,-6 0-24-15,-4 32 86 16,-8 4-132-1</inkml:trace>
  <inkml:trace contextRef="#ctx0" brushRef="#br0" timeOffset="-80792.28">995 9151 237 0,'0'0'108'0,"0"0"-108"0,0 0-10 0,0 0 8 0,0 0 2 0,0 0 74 0,0 0 17 0,0 0-16 16,0-15-21-16,0 10-20 15,-15 2-11-15,15 3-21 16,0 0 8-16,0 0-5 0,-6 0 62 16,6 0-12-16,0 0 19 15,-7 0-33-15,7 0-15 16,0 0-26-16,0 0 0 15,0 0 11 1,0 0-5-16,0 0 5 0,0 0-8 16,0 0 17-16,0 0-19 15,0 0 7 1,0 0-6-16,0 0-2 16,0 0 0-16,0 0 10 0,0 0-19 15,0 0 21-15,-6 0-22 16,6 0 16-16,-6 0-12 15,0 0 6-15,-10 0-2 16,4 0 2-16,12 0 0 0,-6 0-3 16,6 0 8-1,0 0 19-15,0 0-18 0,0 0 24 16,0 0-30-16,0 0 23 16,0-9-11-16,-7-18-11 15,1-9-1-15,6-1-2 16,0-7-5-16,0-5 7 15,0-3-8 1,19 1-3-16,21 2 7 0,-21 10-29 16,9 22 23-16,-22 14-7 15,0 3-8-15,-6 0 4 16,16 23 21-16,-4 13 31 16,-12 8-21-16,19 1-5 15,2-5 0-15,-8 0-10 16,2 4-14-16,-9 8 10 15,1 4 2-15,-7 0-4 0,0 1 10 16,0-13-17 0,0-13 11-16,0-3-137 0,-13-23 40 15,4-5-33 1,3 0-113-16,-7 0-43 0</inkml:trace>
  <inkml:trace contextRef="#ctx0" brushRef="#br0" timeOffset="-80343.91">921 9067 249 0,'0'0'93'0,"0"0"97"0,0 0-73 0,0 0-41 0,0 0 23 0,0 0 7 0,74-11-32 0,-43 11-2 16,10 0-53-16,8-9-17 15,4 5 5-15,40-11-14 16,0-6-10-16,-12-3-17 15,-35 0-203-15,-46 12-174 0</inkml:trace>
  <inkml:trace contextRef="#ctx0" brushRef="#br0" timeOffset="-79411.76">3761 8882 524 0,'0'0'93'0,"0"0"-33"0,0 0-12 0,0 0-4 0,0 0 17 0,0 0 37 15,-46-15-61 1,39 15 23-16,-5 0-31 0,3 0 8 16,-4 0-28-16,7 20-9 15,0 11-2-15,-6 10 2 16,12-1 0-16,-10 4 1 15,4-4-9-15,-6 5 16 16,12-9-16-16,-13-5-21 16,13-7-18-16,-9-12-106 15,9-7-81-15,-19-5-213 16</inkml:trace>
  <inkml:trace contextRef="#ctx0" brushRef="#br0" timeOffset="-78794.56">3594 8859 24 0,'0'0'259'16,"0"0"-139"-16,0 0 48 0,0 0-61 15,0 0-9-15,0 0-5 16,0 0-19-16,0 0-22 15,0 0-49-15,0 0-6 16,0 0 9-16,6 0-13 16,3 0 9-16,16 0-12 15,-3 0 11-15,-4 4-1 16,4 20 9-16,-10 4-2 16,1 11-14-16,-13 2-57 0,0 11-34 15,0-7 8 1,-19-9 68-16,-9-8 18 0,22-12 1 15,6-13 1 1,0-3-8-16,0 0-10 0,0 0-85 16,6 0 105-16,28-3 0 15,1-2 0-15,-4 5 1 16,-4 0 37-16,-5 0 6 16,-3 0-21-16,-13 5 57 15,-6 6-3-15,0 6 14 16,0 2-22-16,-6 14-12 15,-53-2-41-15,-9-3 1 16,-7-3-14-16,10-5 2 16,-3-12-5-16,9-4-50 0,-9-4-145 15,3 0-267-15</inkml:trace>
  <inkml:trace contextRef="#ctx0" brushRef="#br0" timeOffset="-77629.33">1408 6889 61 0,'0'0'103'0,"0"0"-50"0,0 0 76 0,0 0-89 0,0 0-40 0,0 0-5 16,28-24 5 0,-16 20 8-16,-6 4 35 0,-6-3 50 15,0 3-8-15,0 0-13 16,0 0-29-16,0 0-37 0,0 0 6 16,0 0-24-1,0 0 17-15,0 0-6 16,0 0 2-16,0 0 94 0,0 0 17 15,0 0-38-15,0 0-37 16,0 0-28 0,0 0 13-16,-6 0-11 0,-13 0-12 15,-43 0 1-15,-15 0 0 16,15 20 3-16,-19 11 1 16,35 10-2-16,-7 3 5 15,13-4-11-15,12-8 14 16,9 1-19-16,19-5 21 15,0-5-23-15,0 1 16 16,19-4-10-16,49-7-3 16,13-13 8-16,24 0-3 15,22 0-2-15,-6-17 4 0,6-2-13 16,-46-2 6-16,-35 1-29 16,-5 0-80-16,-41-8-180 15</inkml:trace>
  <inkml:trace contextRef="#ctx0" brushRef="#br0" timeOffset="-76231.75">1476 8481 202 0,'0'0'55'0,"0"0"-34"0,0 0 40 0,0 0-11 0,0 0 3 0,0 0 44 0,0 0-14 0,0 0-51 16,0 0-32-16,0 0 36 0,0 0-16 15,0 0 50-15,0 0-55 16,0 0 83-16,0 0-52 16,0 0 7-16,0 0-20 15,0 0-25-15,0 0 11 16,0 0-14-16,0 0-2 15,0 0 4-15,0 0-6 16,0 0-1-16,0 0 0 16,0 0 0-16,0 0-6 0,19 0 2 15,27 0 0-15,-12-3-6 16,6-5 18 0,-5 8-10-16,-23 0 3 0,3 0-2 15,-2 0-5-15,-7 0 6 16,6 0-3-16,4 0 6 15,-10 0-10-15,7 4 18 16,-13 8-22 0,6-1 16-16,-6 6-11 0,0-1 7 15,0 4-1-15,0-4 0 16,0 0 2-16,0-1-8 16,0 2 16-16,0-1-23 15,0 4 36-15,0 1-41 16,0-2 29-16,0 1-22 15,0-4 11-15,0 1 0 16,0-6-6-16,0 1-39 16,0 1-3-16,0-2-85 15,0-2 88-15,0-6 5 0,0 5 40 16,-19-3 9-16,7 11 72 16,-10-4-38-16,10-1-41 15,5-6-2-15,7-5-1 16,0 0-148-16,0-16-267 0</inkml:trace>
  <inkml:trace contextRef="#ctx0" brushRef="#br0" timeOffset="-75913.24">1622 8682 499 0,'0'0'195'0,"0"0"-137"0,0 0 164 0,0 0-163 0,0 0-59 0,0 0-6 0,-41 4 5 0,41-16-120 15,28-8-35-15,-28 1-436 16</inkml:trace>
  <inkml:trace contextRef="#ctx0" brushRef="#br0" timeOffset="-32468.14">24027 14137 733 0,'0'0'5'0,"0"0"41"0,0 0 84 0,0 0-128 0,0 0-2 0,0 0-7 0,0 0 7 0,0 0 34 16,0 0 40-16,0 0-58 15,0 0-16-15,0-5-4 16,0 5-55-16,0 0 51 16,0 0 8-16,0 0 55 15,0 0-35-15,0 0 8 16,0 0-26-16,0 0-4 15,0-23-86-15,0-13-233 0</inkml:trace>
  <inkml:trace contextRef="#ctx0" brushRef="#br0" timeOffset="-5989.18">10955 5265 261 0,'0'0'13'0,"0"0"-13"0,0 0 0 0,0 0 0 0,0 0 9 0,0 0 4 16,0 0 85-16,0 0 17 16,40 0-46-16,-40 0-37 15,0 0 22-15,0 0-39 16,0 0 7-16,0 0 0 15,0 0 9-15,0 0 21 0,0 0-12 16,0 0 20-16,0 0-15 16,0 0-1-16,0 0-33 15,0 0-6-15,0 0-1 16,0 0-4-16,12 0 0 16,1 0 2-16,21 0-2 15,-6 0 5-15,31 8 23 16,-7 0-26-16,17-4 9 15,-10 9-9-15,9-5 3 16,6 0-4-16,-9-5 4 16,-12 5-5-16,-6-4 6 15,-7-4-12-15,-18 8 15 16,-10-8-23-16,-12 0 30 0,0 0-27 16,0 0 19-1,0 0-16-15,0 0-8 0,0 0-170 16,-12-12-320-16</inkml:trace>
  <inkml:trace contextRef="#ctx0" brushRef="#br0" timeOffset="42500.94">3448 10912 146 0,'0'0'212'0,"0"0"-183"0,0 0 71 0,0 0-14 0,0 0-27 16,0 0-17-16,0 0-2 15,-121 0-25-15,109 0 18 16,-4-4-6-16,10 4 25 16,-6 0 36-16,-1 0 3 15,13 0-66-15,0 0-1 16,0 0-15-16,-15 0 5 16,15-4-14-16,0 0 12 15,0 0-3-15,0 0-6 16,0 4 15-16,0 0-15 15,0 0 29-15,0 0-20 16,0 0-12-16,15 0 0 16,32 0 0-16,18 0-2 0,3-7 11 15,-15-2-17 1,-1 1 8-16,-11 8-6 0,-13 0-48 16,0 0 0-16,-28 0-237 15,0 0-365-15</inkml:trace>
  <inkml:trace contextRef="#ctx0" brushRef="#br0" timeOffset="42886.34">3166 10711 561 0,'0'0'64'0,"0"0"3"0,0 0 64 0,0 0-32 0,0 0-20 0,0 0-39 0,347-60-17 16,-297 60-22-16,9-4 3 15,-13-4-4 1,-12 8-104-16,-21-8-229 0</inkml:trace>
  <inkml:trace contextRef="#ctx0" brushRef="#br0" timeOffset="43402.01">4195 10130 218 0,'0'0'307'0,"0"0"-276"0,0 0 46 0,0 0-11 0,0 0-7 0,22 229 32 0,-22-181-13 0,0 4-40 16,0 0 21-16,0 1-43 16,0-6-12-16,0-7-4 0,0-11-3 15,0-6-114-15,0-7-70 16,0-7-11-16,-6-9-323 15</inkml:trace>
  <inkml:trace contextRef="#ctx0" brushRef="#br0" timeOffset="43900.5">3863 10226 670 0,'0'0'85'0,"0"0"-32"0,0 0 14 0,0 0-14 0,0 0 30 16,0 0-46-16,307 0-17 15,-235-4-18-15,-16 0-4 16,-4-4 4-16,-5-12-6 16,-7 8-19-16,0-12-116 15,1-4 4-15,-1 8 5 16,-9 4 16-16,-3 12-15 15,-6 0 15-15,-22 4-95 16</inkml:trace>
  <inkml:trace contextRef="#ctx0" brushRef="#br0" timeOffset="44235.56">4415 10246 314 0,'0'0'307'0,"0"0"-224"0,0 0 75 16,-52 208 11-16,52-134-119 15,0-7-37 1,0-3-10-16,12-12-6 0,28-8 8 16,1-7-17-16,5-13-34 15,-6-8-31-15,-5-12-173 16,-7-4-243-16</inkml:trace>
  <inkml:trace contextRef="#ctx0" brushRef="#br0" timeOffset="44783.66">4471 11333 19 0,'0'0'478'0,"0"0"-391"0,0 0-11 0,0 0 5 16,0 0-39-16,0 0-27 0,-15 4 11 0,15-16-26 15,9-35 52-15,28-10 56 16,19-40-38 0,25-19-45-16,5-24-16 0,32-9-4 15,-9 13-2-15,6 15 0 16,-22 18-3-16,-13 23-4 15,-21 19-122-15,-25 25-194 16,-34 25-249-16</inkml:trace>
  <inkml:trace contextRef="#ctx0" brushRef="#br0" timeOffset="45557.68">5178 10567 515 0,'0'0'153'0,"0"0"-72"0,0 0-4 0,-139 208 25 0,111-164-63 16,9-8-7-16,7-3 6 15,2-5-26-15,10-12 12 16,0 9-16-16,0-14-8 16,0-7-2-16,28 0-4 15,19-4-12-15,6 0 15 0,-7 0-20 16,-12 0-5-16,0-4 20 15,-21 0 5-15,2 4 3 16,-2 0-29-16,-7 0 22 16,6 0-2-16,4 0-86 15,2 0-37-15,10 0 43 16,-9-19 31-16,9-9 55 16,-28 7-1-16,0 1 8 15,0 4 37-15,0-8-37 16,0 0-4-16,0 8-51 15,0-1 37-15,0 17 14 16,0 0 65-16,0 0-15 0,0 17-3 16,-22 15-32-16,10 4 29 15,-1 17 49-15,-15-10-28 16,10 9-13-16,2 5-3 16,-2-6-1-16,-10 14-26 15,15-17-2-15,7 4 11 16,0-12-1-16,-3-11-20 15,9-9-1-15,0-17-18 16,0-3-11-16,0 0-32 16,0 0-211-16,0-16-332 15</inkml:trace>
  <inkml:trace contextRef="#ctx0" brushRef="#br1" timeOffset="-181829.99">7727 13118 488 0,'0'0'0'16,"0"0"-412"0</inkml:trace>
  <inkml:trace contextRef="#ctx0" brushRef="#br0" timeOffset="-113011.4">1389 12809 213 0,'0'0'194'0,"0"0"-179"15,0 0 53-15,0 0 3 0,0 0-5 0,0 0-41 0,-40 0-1 16,40 0-4-16,0-4 15 15,-13 4 33-15,13 0 12 0,0 0-22 16,0-4-40 0,0 0 16-16,0 4-21 15,0-4 21-15,0 0-19 0,0-1-14 16,0-1 3-16,0-3-2 16,0-3-2-16,0 8 9 15,0-4-18-15,0 0 19 16,0 0-20-16,0-4 11 15,0 4-1-15,0 0 8 16,0 0-6-16,0-4-4 16,0 4 7-16,0 3-11 15,0-10 12-15,0 2-12 0,19 2 12 16,9-14-10-16,6 9 7 16,-3-7-3-16,-3 2 0 15,6 14 5-15,-15-6-15 16,2 5 20-16,4-4-12 15,-19 12 10-15,10-16-9 16,-4 8 5-16,1-12-4 16,21 0 0-16,-6 4 2 15,6 4-5-15,-9 0 6 16,2 12-12-16,-2-4 19 16,-15 4-20-16,8-5 17 15,1 2-11-15,15-9 4 16,0 8 0-16,0-4-2 15,-9-1 7-15,15 1-11 16,-6 8 17-16,-21 0-18 0,8 0 14 16,-14 0-10-1,-1-3 4-15,9 3-2 0,-8-8 1 16,11 8 0-16,10-4 0 16,6 4 9-16,-9 0-19 15,15 0 20-15,-6 0-14 16,1 0 9-16,23 0-4 15,1 0-1-15,10 0 0 16,-1 0-5-16,-22 0 10 16,1 0-14-16,5 0 23 15,-5 4-25-15,-13 4 22 16,6-5-18-16,1 5 9 0,-23-3-2 16,16 3 0-16,-15 0 5 15,15-1-9-15,-6-2 13 16,6 7-18-16,-9-4 18 15,3 5-12-15,-10-6 8 16,10 1-6-16,-9-4 1 16,3 13 0-16,6-10-1 15,-16 9 6-15,-6-8-15 16,7 5 20-16,2-2-11 16,-2 1 7-16,5 1 1 15,-2-6-4-15,2 14 2 0,4-10-5 16,-3 6 0-16,2-6-3 15,-8 2 12-15,5-1-17 16,-2 7 14-16,2 1-11 16,-5-7 10-1,-4 10-4-15,-3-10-1 0,0-1 0 16,1 4 0-16,-7 4 3 16,0-4-9-16,0 8 10 15,0 0-13-15,0 0 18 16,0-4-13-16,0 1 6 15,0-6-2-15,0 1 0 16,0 0 1-16,0-7-4 16,0 10 9-16,0 1-13 15,0 1 15-15,0 2-11 0,0 5 11 16,0-3-8-16,0 3 9 16,0-1 5-16,0-2-7 15,0 3-2-15,0-4-10 16,0-4 16-16,0 4-23 15,0-4 23-15,0 0-18 16,0 4 8-16,-13 1-1 16,7-2 0-16,-9 1 1 15,15-4-1-15,-13-7 3 16,7-1-6-16,6-1 6 16,-6 6-7-16,0-1 7 15,-10-5-3-15,4 14 0 16,-1-5 1-16,-2 1-2 15,-4-2 5-15,13 1-4 16,-16-4 5-16,4 1-10 0,18-2 12 16,-16 6-5-1,-2-2-2-15,18-7-1 0,-13 1 1 16,-2 2-5-16,2 6 3 16,-5-6 4-16,2 6-12 15,-3-5 20-15,4 7-17 16,-4-6 12-16,13-1-8 15,0-8 3-15,-10-8 0 16,10 12-5-16,-6-9 11 16,-1 10-1-16,13-1-4 15,-15-4 24-15,15 0-20 16,-6 0-2-16,0 4-3 16,-7 1 0-16,7-6 0 0,-10 1 2 15,10 0-10-15,6 0 16 16,-6 5-18-16,6 2 21 15,0-2-16-15,-12-5 10 16,12-1-8-16,0-7 3 16,0 0-1-16,-10 8-7 15,10-8 16-15,0 8-9 16,0-8 8-16,0 0-14 16,0 0-1-16,0-3-43 15,0-30-278-15</inkml:trace>
  <inkml:trace contextRef="#ctx0" brushRef="#br0" timeOffset="100612.97">28660 15516 144 0</inkml:trace>
  <inkml:trace contextRef="#ctx0" brushRef="#br0" timeOffset="137125.82">29522 16022 37 0,'0'0'195'0,"0"0"-123"0,0 0 114 0,0 0-72 0,0 0-66 0,0 0 14 0,0 0-42 0,0 0 30 15,0-5 2-15,0 5 17 16,0 0-6-16,0 0-21 0,0 0-17 16,0 0-22-16,0-4 16 15,0-7-13 1,0 3 17-16,0-9-23 0,0-2 50 15,6-2-44-15,15-3 12 16,-2 5-3-16,3-6 3 16,-4 1-8-16,17-1-7 15,-8 18-6-15,-8-9 13 16,3 12-14-16,-4 0 8 16,10-1-8-16,6 5 1 15,-9 0-1-15,3 0 3 16,-9 9-54-16,-13 18 49 15,-6 14-42-15,0 7 14 16,-6 4 0-16,-41 12 30 0,-12 13-6 16,-3-9 6-1,3 0 2-15,13-16-4 0,5-8-48 16,14-16-53-16,20-8 93 16,1-7 5-16,6-5 4 15,0-1-4 1,6 6 9-16,35-2 23 0,11-2 30 15,17-9-3-15,11 0-4 16,13 0 6 0,-6-33-28-16,-6 5 12 0,-16 0-28 15,-16 8-2-15,-18 16-6 16,-9 4-9-16,-9 0-16 16,-13 0-53-16,0 0-18 15,0 0-183-15,0 0-283 0</inkml:trace>
  <inkml:trace contextRef="#ctx0" brushRef="#br0" timeOffset="137608.78">30219 15977 495 0,'0'0'119'0,"0"0"27"0,0 0 12 0,0 0-64 0,31 205-86 0,-9-157 12 0,-3 1-15 0,-13-5 10 15,9-5-6-15,-9-3 4 16,1-8-10-16,-1-3-3 16,0 3-2-16,10-9-48 15,-4 2-14-15,-6-9-108 16,0-12 35-16,1 0-123 16,-7-5-140-16</inkml:trace>
  <inkml:trace contextRef="#ctx0" brushRef="#br0" timeOffset="138259.83">29770 15973 430 0,'0'0'173'15,"0"0"-129"-15,0 0 81 16,0 0 23-16,369-4-80 16,-270-20-38-16,6-4 8 15,4 8-34-15,-10-4 21 16,-12 4-25-16,-7 0 22 16,-18 0-17-16,-21 12-10 15,-10-4 4-15,9 3-27 16,-12 6 0-16,-9-5-58 0,-10 8-46 15,-3 0 36 1,-6-4 45-16,0 0 35 0,0-5-4 16,0 1 19-16,0 8-26 15,0 0 27-15,0 0 6 16,0 0 73-16,0 0 32 16,0 0-5-16,0 0-97 15,-15 0-5-15,-4 25 0 16,-9-1 0-16,3 8-4 15,-3 0 2-15,-6 8-10 16,0 9 16-16,16-2 30 16,11 6 21-16,7-6 9 0,0 6-1 15,0-9-47 1,19 5-20-16,9-10-2 0,0-3-2 16,-3-16-65-16,2-4 42 15,-2-11-43-15,3-5-119 16,0 0-141-16</inkml:trace>
  <inkml:trace contextRef="#ctx0" brushRef="#br0" timeOffset="139124.82">29422 16783 218 0,'0'0'304'0,"0"0"-301"0,0 0-3 0,0 0 11 0,0 0 36 0,0 0-2 0,394 8 37 15,-285-3-6 1,18-2 60-16,-16 6-42 0,23-9-33 15,-7 3-29-15,-6-3 3 16,0 0-12-16,6 0-17 16,-6 0-7-16,0 0 10 15,-10 0-18-15,-18-8 9 16,-6-4-4-16,-31 1-34 16,-31-6-30-16,-25 6-211 15,0-2-368-15</inkml:trace>
  <inkml:trace contextRef="#ctx0" brushRef="#br0" timeOffset="153284.17">30042 17758 177 0,'0'0'159'0,"0"0"-28"0,0 0-35 0,0 0-68 0,0 0-1 16,0 0-24-16,0 0 4 15,0-48 12-15,0 40-12 16,0-17 42-16,0-3-16 16,28-8 13-16,7-8-36 0,-1 0 13 15,-10 5 4 1,4 2 22-16,-9 5 9 16,3 1-2-16,-4-10-16 15,10-7-6-15,-9-4 10 0,-4-9-41 16,-9 6 0-16,1 6 14 15,-7 17-18-15,0 4 7 16,0 7 6-16,0 6 4 16,-13-1-12-16,-15 4-3 15,0 4 7-15,10 4-5 16,-10 4 2-16,9 0-1 16,-9 0 7-16,16 0-18 0,-7 0 7 15,-2 0-7 1,8 16 2-16,13 4-4 0,0 4 5 15,0 4-10 1,0-4 12-16,0 4-14 0,0 0 10 16,0 0-11-16,7 0 13 15,27 8-2-15,6-3-4 16,13-1 6-16,6 0-27 16,3 0-14-16,-10-9-15 15,-5 7 1-15,-19-7-13 16,-10 1-8-16,-12 1 36 15,-6 3 44-15,0 3 0 16,0 1 3-16,0-4 58 16,-24 0-17-16,-10-3 12 0,-7-1-10 15,1-4 29 1,0-4-54-16,-7-4 1 0,-6-1-22 16,-9 2-4-16,-3-5-5 15,9 0-53-15,-2-8-9 16,11 0-145-16,7 0-89 15</inkml:trace>
  <inkml:trace contextRef="#ctx0" brushRef="#br0" timeOffset="161323.12">30613 15260 419 0,'0'0'110'0,"0"0"-59"0,0 0-19 0,0 0 12 0,0 0-40 16,0 0 70-16,0 0-34 15,-6 7-17-15,6-7 12 16,0 0 16-16,0 0 26 0,0 0-36 15,0 0-7-15,0 0-23 16,0 0-3-16,0 0 1 16,0 0-12-16,0 0 6 15,0 0-1-15,0 0 4 16,0 0-6-16,0 0 9 16,0-7-2-16,31-9 5 0,9-4-4 15,16-9 15 1,3 1-22-16,-6-3-1 0,-1 6-1 15,-11 1 0 1,5 4-28-16,-12 0-33 0,-12 4-54 16,-3 8-147-1,-19 4-73-15</inkml:trace>
  <inkml:trace contextRef="#ctx0" brushRef="#br0" timeOffset="161753.66">30753 14923 631 0,'0'0'208'0,"0"0"-78"0,0 0-40 0,0 0-75 0,0 0-7 0,0 0-8 16,0 0-33-16,0 0-70 15,0 0-211-15</inkml:trace>
  <inkml:trace contextRef="#ctx0" brushRef="#br0" timeOffset="162154.14">30979 15427 683 0,'0'0'223'0,"0"0"-99"16,0 0-37-16,0 0-52 16,0 0-27-16,0 0-6 15,-6 0-4-15,6 0-20 16,0 0 4-16,0 0-49 15,0-7-63-15,-13-1-180 16</inkml:trace>
  <inkml:trace contextRef="#ctx0" brushRef="#br0" timeOffset="162887.03">31407 14762 363 0,'0'0'246'15,"0"0"-183"-15,0 0 0 0,0 0-22 0,0 0-9 0,0 0 67 0,28-60-32 0,-16 44-29 16,10 4 2-16,-10 0-39 15,16 4 8-15,-15 8 2 16,-7 0-21-16,-6 0 24 16,0 0-17-16,0 4 8 15,0 24 2-15,0 8 5 16,0-7 37-16,-19 7 4 16,10-8-43-16,3-5-1 0,6-2-4 15,0-1-10 1,0-9 10-16,0 2-9 0,0-6 4 15,28 6-7 1,-10-5 1-16,10 0 12 16,-9-4-18-16,2-4 26 0,-2 0-12 15,3 0 0-15,12 0 4 16,-3 0-5-16,3 0-1 16,0-4 0-16,0-12-74 15,6-4-76-15,-15 7-260 16,9 2-153-16</inkml:trace>
  <inkml:trace contextRef="#ctx0" brushRef="#br0" timeOffset="163770.76">31013 17766 562 0,'0'0'213'0,"0"0"-188"0,0 0 70 0,0 0-45 0,0 0-19 0,0 0-16 0,133 16 5 0,-111-4-1 15,3-4 6-15,-10 8 14 16,4 0-35-16,3 4 15 0,-10-4-12 16,0-4-14-1,-5-7-25-15,-7-5-79 0,0 0-227 16,0 0-175-16</inkml:trace>
  <inkml:trace contextRef="#ctx0" brushRef="#br0" timeOffset="163987.33">31013 17766 854 0,'133'-241'174'16,"-133"241"-111"-16,0 0 4 16,0 0-19-16,0 0-47 15,0 0-1-15,0-8 0 16,0 8-72-16,0 0-65 16,0 0-296-16</inkml:trace>
  <inkml:trace contextRef="#ctx0" brushRef="#br0" timeOffset="164286.89">31001 18055 257 0,'0'0'556'0,"0"0"-499"15,0 0-12 1,0 0-45-16,0 0-38 15,0 0-175-15,12-21-139 0</inkml:trace>
  <inkml:trace contextRef="#ctx0" brushRef="#br0" timeOffset="165034.42">31580 17530 367 0,'0'0'66'16,"0"0"-54"-16,0 0 13 0,0 0 42 0,0 0 10 0,0 0 22 16,16 80-18-16,-32-36-15 0,-24 4 46 15,9 4-74 1,-3-8-7-16,0 0-26 16,0-7 20-16,15-10-23 15,13 1 17-15,6-8-9 0,0-4 16 16,0 1-14-16,0-6-12 15,6-3 0-15,28-3-29 16,4-5 26-16,-4 0 6 16,6 0-14-16,0 0 23 15,-6 0-8-15,7 0 15 16,-1 0 14-16,-6-5-9 16,-9-3-19-16,-3 5-10 15,-16-2-12-15,0 5-23 16,0-3-52-16,-6 3-168 0,0 0-223 15</inkml:trace>
  <inkml:trace contextRef="#ctx0" brushRef="#br0" timeOffset="165734.91">32095 16811 17 0,'0'0'276'0,"0"0"-206"0,0 0 103 0,0 0-73 0,0 0 16 0,0 0 37 0,-65 21-50 15,65-21-44-15,0 0-28 16,-6 0 40-16,6 0-47 16,0 0 15-16,0 0-31 0,0 0 30 15,0 0-32-15,0 0 3 16,0 0-9-16,0 0 0 15,25 0-12-15,21 0 23 16,16-5-24-16,-15-3 10 16,12 0-15-16,-13 5-33 15,-6 3-43-15,-5 0-28 16,-23 0-207-16,-12 0-77 16</inkml:trace>
  <inkml:trace contextRef="#ctx0" brushRef="#br0" timeOffset="165906.73">32095 16811 646 0</inkml:trace>
  <inkml:trace contextRef="#ctx0" brushRef="#br0" timeOffset="165976.06">32095 16811 646 0,'-80'-192'108'0,"114"192"-18"0,6 0 82 0,6 0-137 16,7-8-75-16,-19-4-222 16,-12 0-199-16</inkml:trace>
  <inkml:trace contextRef="#ctx0" brushRef="#br0" timeOffset="166884.39">32957 15797 439 0,'0'0'174'0,"0"0"-87"0,0 0-19 0,0 0 12 15,9 0-30-15,-9 0 9 0,0 0-21 0,0 0 11 0,0 12-5 16,0 16 24-16,0 12-16 15,0 8-46-15,0 8 9 16,0 4-8-16,-9 4-8 16,-9 1 12-16,-4-17-22 15,-3 4 10-15,19-16-1 16,0 1-17-16,-4 2-12 16,4-11-23-16,6 5-3 15,0-9-88-15,0-16-178 16,0-8-104-16</inkml:trace>
  <inkml:trace contextRef="#ctx0" brushRef="#br0" timeOffset="167515.38">32737 15809 381 0,'0'0'232'0,"0"0"-203"0,0 0 32 0,0 0 25 0,0 0 22 16,363-53-44-16,-283 45-46 15,-2 8-2-15,-4 0-8 0,-5 0-3 16,-11 0-10-16,1 0 4 16,-9 0-2-16,-13 0-148 15,-9-8-52 1,-22-7-215-16</inkml:trace>
  <inkml:trace contextRef="#ctx0" brushRef="#br0" timeOffset="167867.07">33140 15922 39 0,'0'0'318'16,"0"0"-188"-16,0 0 25 15,0 0-69-15,-174 240 0 16,147-184 4-16,5-4-5 16,22-4-46-16,0-4-5 0,0 0-8 15,0-4-22-15,34-3-4 16,-6-5-23 0,6-8-51-16,-9-16-267 0,-4-8-264 15</inkml:trace>
  <inkml:trace contextRef="#ctx0" brushRef="#br0" timeOffset="168665.84">32616 16868 263 0,'0'0'216'0,"0"0"-116"0,0 0 12 0,0 0-42 0,0 0 25 0,0 0-1 0,22 0-15 15,24 0-12-15,29-5 10 16,18 2-21-16,21-10-35 16,4-7 7-16,16 9-26 15,-13-6-2-15,6 6 0 0,-13 3-5 16,-14 3-42-1,-20-7-87-15,-12-4-171 0,-15 0-272 16</inkml:trace>
  <inkml:trace contextRef="#ctx0" brushRef="#br0" timeOffset="169399.94">33286 15889 201 0,'0'0'150'0,"0"0"-57"0,0 0-33 0,0 0-6 0,0 0-12 15,0 0-15-15,0 0 34 16,0 0 12-16,0 0 34 15,0 0-18-15,0 8-8 16,0 25-65-16,0 10 11 16,-6 9-2-16,-1 13 19 15,1-1-11-15,-3 12-24 16,3-4 5-16,6-4-14 0,0-4 13 16,0-8-6-16,0-12-14 15,0-8-6-15,0-11-52 16,0-21-159-1,21-4-644-15</inkml:trace>
  <inkml:trace contextRef="#ctx0" brushRef="#br0" timeOffset="170480.78">32939 17292 396 0,'0'0'167'0,"0"0"-91"0,0 0-74 0,0 0 28 0,0 0-27 16,0 0 56-16,6 21 13 15,-6 15 66-15,0 1-28 16,-6 10-69-16,-16 1 26 15,-3 4-38-15,-3 5-11 16,10-6-6-16,-10-2-12 16,15-9 6-16,7-8-10 15,6-12 4-15,0 4 0 16,0-12-5-16,0-4 14 0,0 0-19 16,25-8 14-1,21 0-11-15,16 0-2 0,-3-19 5 16,9-6-11-16,-15 5-32 15,-6 8 10-15,-13 3-4 16,-9 2 8-16,-10 7-16 16,-15-4-12-16,6 0-29 15,-6-12 49-15,6-8-48 16,1-4 34-16,-7 0-29 16,6 3 42-16,-6 6-6 15,0 2 48-15,0 9 20 0,0 0 68 16,0 5-19-16,0-6-52 15,0 1 6 1,0 0-18-16,-6 5-4 0,6 3-2 16,0 0 2-1,0 0 12-15,0 0 5 0,0 0 54 16,-7 16-15-16,1 12 22 16,0 3-60-16,-9 2 30 15,2 6-22-15,1-3-16 16,-1 13 17-16,-8 4-6 15,8 11 45-15,-15 3-27 16,10-2 8-16,8-9-39 16,4-20 0-16,6 0-9 15,0-16-3-15,0-12-13 0,0 0-27 32,0-8-94-32,0 0-249 0</inkml:trace>
  <inkml:trace contextRef="#ctx0" brushRef="#br0" timeOffset="174793.27">4022 13571 181 0,'0'0'154'0,"0"0"26"0,0 0-97 0,0 0-7 16,0 0-71-16,0 0 44 16,0 0-2-16,-7 0 11 15,7 0-25-15,0 0 35 16,0 0-22-16,0 0-25 16,-6 0 4-16,6 0-22 15,-6 0 4-15,6 0 2 0,0 0 9 16,0 0-16-16,0 0 10 15,0 0-10-15,0 0-1 16,0 0 10-16,0 0-6 16,0 0 11-16,0 0-6 15,6 0 3-15,41 0 15 16,-1 0-2-16,7 0-26 16,9 0 0-16,-16 0 0 15,-5 0-1-15,-7 0 0 16,-22 0-71-16,7-7-3 0,-13 7-156 15,-6 0-22-15,0 0-254 16</inkml:trace>
  <inkml:trace contextRef="#ctx0" brushRef="#br0" timeOffset="175260.87">3997 13443 41 0,'0'0'8'15,"0"0"139"-15,0 0 15 0,0 0-12 0,0 0-40 0,0 0-73 16,0-9 60-16,0 6-39 0,0-5 64 16,25 3-32-16,15 2-52 15,6-5 24-15,10 4 1 16,-3-1-36-16,28-3-22 16,-23 0-9-16,1-3 4 15,3-9-70-15,-21 0-123 16,-17-1-352-16</inkml:trace>
  <inkml:trace contextRef="#ctx0" brushRef="#br0" timeOffset="176642.73">5392 12504 281 0,'0'0'157'0,"0"0"-74"0,0 0 7 0,0 0 7 0,0 0 9 0,0 0-1 0,0 0-42 0,12 25-21 0,-2 22 15 15,2 6-15-15,1 11-4 16,-7 0-38-16,-6 8 10 16,0-4-10-16,0-4-1 15,0-11-1-15,0-13-38 16,0-4-61-16,0-16-308 15</inkml:trace>
  <inkml:trace contextRef="#ctx0" brushRef="#br0" timeOffset="177093.15">5240 12524 607 0,'0'0'146'0,"0"0"-51"0,0 0 74 0,0 0-126 15,453 16-40-15,-338-16-6 0,-16 0-1 16,-6 0-36-16,-13-11-75 16,-27-6-4-1,-19 1 12-15,-18 8-72 0,-16 0-116 16</inkml:trace>
  <inkml:trace contextRef="#ctx0" brushRef="#br0" timeOffset="177359">5773 12814 626 0,'0'0'34'0,"0"0"60"16,0 0 30-16,-12 247-58 15,12-190-59-15,19-9-14 16,15 4-23-16,0-16-60 0,0-19-114 16,-9-9-328-1</inkml:trace>
  <inkml:trace contextRef="#ctx0" brushRef="#br0" timeOffset="177940.93">5572 13988 586 0,'0'0'31'0,"0"0"80"0,208-208 42 0,-94 92-59 0,7-5-29 0,13 1-21 15,-13 7-43-15,-28 17 8 16,-7 20-18-16,-27 12-9 16,-6 12-55-16,-37 19-198 15,-4 18-27-15</inkml:trace>
  <inkml:trace contextRef="#ctx0" brushRef="#br0" timeOffset="178540.33">6363 13575 284 0,'0'0'320'0,"0"0"-296"0,0 0 9 0,0 0 21 0,-81 216-9 0,59-175 4 16,10-5 12-16,-1 0-50 16,13-8 14-16,0-3-7 15,0-2-5-15,0-2-11 16,0-1-4-16,7-12-31 16,33-5 4-16,13-3-16 15,-1 0 1-15,-5 0 36 16,-7 0-45-16,-12 0 17 15,-22 0-70-15,16 0-42 0,-16-8-113 16</inkml:trace>
  <inkml:trace contextRef="#ctx0" brushRef="#br0" timeOffset="178840.18">6542 14057 221 0,'0'0'98'16,"0"0"28"-16,0 0 34 0,-68 216-126 15,50-188-2-15,18-4-11 16,0-20 23-16,0 4-31 15,0-8 15 1,0 0-28-16,0-8-9 0,0-37 9 16,28-6 0-16,-10-17 4 15,-5-1-4-15,2 5-18 16,-9 16-53-16,-6 8-207 0</inkml:trace>
  <inkml:trace contextRef="#ctx0" brushRef="#br0" timeOffset="-191938.04">400 10423 123 0,'0'0'45'0,"0"0"-45"0,0 0 0 15,0 0 30-15,0 0-30 0,0 0-5 16,0 0 4-16,0 0-12 15,-22 0 13-15,22-8 7 16,0-4-7-16,0-9-67 16,0 10-52-16</inkml:trace>
  <inkml:trace contextRef="#ctx0" brushRef="#br0" timeOffset="-189575.89">574 10294 78 0,'0'0'54'0,"0"0"-44"0,0 0 42 0,0 0-14 0,0 0-21 15,0 0-9-15,0-51 92 16,0 51 32-16,0-5-48 16,0 5-21-16,0 0-39 15,0 0-22-15,0-3 2 16,0 3-8-16,0-5 4 16,0 1 0-16,0 0 1 0,0 4 11 15,0 0 3-15,0 0-5 16,0 0 2-16,0 0-5 15,0 0 7-15,0 0-6 16,0 4-16-16,0 21 16 16,0 3-11-16,0 8 3 15,0 3 0-15,0 10-8 16,0 7 19-16,0 4-24 16,0 4 19-16,0-8-25 15,0 8 26-15,0-12-24 16,6-3 16-16,22-6 0 0,-22-2-10 15,13-8 3 1,-13-2-5-16,9-3 21 0,4 0-17 16,-4 16 6-16,-8-11-7 15,5 6 19-15,-6 5-13 16,7-8 4-16,-4 5-2 16,9-8 2-1,-5 3 0-15,2-13-12 0,-2-2 14 16,-7 2-12-16,0-3 9 15,-6-4-7-15,6-3 12 16,-6-6-8-16,16-2 0 16,-10-5 2-16,13 11-1 15,-4 2 5-15,4-1-20 16,2 7 31-16,-8 1-21 16,6-4 16-16,8 1-9 0,8-1 5 15,-1-4-1-15,-3-4-2 16,3 0 8-16,6-5-16 15,28 2 15-15,13 3-10 16,6 4 7-16,6-4-6 16,-22-3 1-16,3-5 0 15,7 0-4-15,0 0 3 16,-7 0-6-16,-9 0 14 16,-12 0-7-16,9 0 2 15,-16 0-1-15,7 0 2 16,-6 0-3-16,8 0 1 15,4 0 1-15,-6 15-4 16,9-3 8-16,-3-3-14 16,15 2 19-16,-8-7-24 0,2 0 13 15,12-4 0 1,-21 0-11-16,0 0 10 0,-9 0-3 16,3 4 4-1,5 9-9-15,4 2 19 0,-3 1-19 16,10 0 22-16,-10-8-19 15,21 4 15-15,-5-7-11 16,-10-5 2-16,-3 3 0 16,-16-3-2-16,1 5 0 15,-7-5 0-15,0 11 4 0,-9 6 10 16,3-6-10-16,13 9 8 16,-7-4-6-16,7 1-4 15,-1-6 0-15,1 2 0 16,-1-6-4-16,4 6 6 15,-10 3-7-15,7-8 10 16,-7-1-10-16,7 6 16 16,-7-5-19-1,6-4 8-15,-5 4-1 0,-1-5-5 16,-9-3 0-16,15 0-2 16,-11 0 10-16,5 0-7 15,-6-11 10-15,-6-1-16 16,3-8 17-16,-3-1-6 15,6 2 0-15,-3-6 2 16,9-6-4-16,-6 6 2 16,0-3-10-16,7-8 4 15,-7-4-21-15,6 8-4 0,-9-4 14 16,-3 0-31-16,-9 4 24 16,-4 7 22-1,-2 10-9-15,-7 2 11 16,9 2 2-16,-8-6-2 0,-1 1 4 15,19-15-17-15,-4-5 7 16,-8-8 2-16,15-1-2 16,-22-3-13-16,6 0 19 15,4 15 0-15,-4 2 24 16,-12 6 0-16,0 1 23 16,6-4-35-16,7-11-4 15,-13 3-8-15,15-5-2 0,4-7 0 16,-4 12 4-16,-2-5-12 15,5 5 20-15,-12 0-11 16,10-3 7-16,-10 6 0 16,0-3-2-16,7 0 6 15,2-3-10-15,-2 6 2 16,8-6 20-16,-8-2-5 16,-1 1-17-16,1 4 8 15,-4-1-8-15,-3 9 7 16,0-3-7-16,1 6 12 15,-7 6 12-15,0 2-12 16,0-2-11-16,0-1 7 16,0-5 0-16,0 1-12 0,0-12 12 15,0 8-13 1,0 0 7-16,0-4-4 0,-13 15 4 16,-15 6 1-16,3-6 28 15,-3-2-24-15,-6 2 2 16,0 6-1-1,-18-1-9-15,5-1 2 0,1 2-1 16,-16-6 9-16,-10 9-4 16,20-8 60-16,-11 4-61 15,5 1 28-15,-4-6-21 16,-4 17-11-16,-8-8 8 16,9 4-16-16,-9 0 16 0,-1-4-8 15,10 0 0-15,-3 4 3 16,-7 0-6-16,16 4 9 15,-9-4 22-15,-3 4-11 16,3 0-17 0,-7 0 0-16,-5 0-1 0,8 0-28 15,4 0 27-15,9 0-2 16,-3 0 3-16,3-4-20 16,-9-12 21-16,9 12-3 15,0-4 16-15,-3-4-10 16,-3 12 3-16,3-3 0 0,9 3-6 15,-15 0 2 1,3 0-2-16,-3 0 7 0,3 0-18 16,-10 0 22-1,10 0-18-15,-9 0 12 0,12 0-5 16,9 3 0-16,7 9 2 16,5-4-5-16,-5 5 12 15,5-2-18-15,-5 1 8 16,6-4-9-16,5 0-56 15,-5-4-18-15,0 4-24 16,-13-4-163-16</inkml:trace>
  <inkml:trace contextRef="#ctx0" brushRef="#br2" timeOffset="-156702.39">13500 6352 265 0,'0'0'126'0,"0"0"-62"0,0 0-8 0,0 0-25 0,0 0-26 15,0 0 17-15,0 0-1 0,0 0 46 16,0 0-31-16,0 0 69 16,0 0-18-16,0 0-26 15,0 0-41 1,0 0 9-16,0 0-7 0,0 0-22 16,0 0 25-16,0 0-23 15,0 0 35-15,0 0-32 16,0 0 5-16,0 0-6 15,0 0 12-15,0 0-12 16,0 0-1-16,0 0 4 16,0 4 3-16,0 25-20 15,0 10 20-15,0 9 9 16,-6 17-12-16,-16-14 7 16,22 6-9-16,-12-5-10 0,6-4 6 15,6-8-1-15,-6-3 0 16,6-9-10-16,0 0-24 15,0-12-44-15,0-16-106 16,0 0-286-16</inkml:trace>
  <inkml:trace contextRef="#ctx0" brushRef="#br2" timeOffset="-156119.86">13107 6352 290 0,'0'0'200'0,"0"0"-162"0,0 0 31 0,0 0-3 0,0 0 45 0,0 0 12 0,-81-11-4 16,81 11-90-16,0 0 15 15,0 0-32-15,0 0 7 16,0 0-19-16,68 0 0 0,31-5 25 15,22-7-17 1,6-1 8-16,1-2-3 0,-17-1-26 16,-2-4 0-16,-10 4-24 15,-18 3-41 1,-13 2-14-16,-22 2-68 0,-5 9-44 16,-23 0-26-16,-12 0-125 15</inkml:trace>
  <inkml:trace contextRef="#ctx0" brushRef="#br2" timeOffset="-155485.82">13854 6588 383 0,'0'0'134'0,"0"0"-45"0,0 0 18 0,0 0-11 0,-53 249-19 0,41-197-26 15,6-11-13-15,-10-5 3 16,16-16-33-16,0-4 6 16,0-4 7-16,0-4-42 15,0-8-43-15,0 0-279 16</inkml:trace>
  <inkml:trace contextRef="#ctx0" brushRef="#br2" timeOffset="-154853.52">12967 7215 310 0,'0'0'266'0,"0"0"-259"0,0 0 74 0,0 0-55 0,0 0 38 0,0 0 10 0,192 23 37 16,-83-23-32-16,30 0-40 15,13 0 18-15,-3 0-51 16,-9 0 29-16,-13 0-27 16,-13 0-13-16,-20 0 5 0,-8 0-31 15,-17 0-2-15,8 0-29 16,-15 0-101-16,-28 0-171 15</inkml:trace>
  <inkml:trace contextRef="#ctx0" brushRef="#br2" timeOffset="-153871.47">13640 7459 224 0,'0'0'209'0,"0"0"-132"0,0 0-7 0,0 0-24 0,0 0-15 16,0 0 20-1,0 8-30-15,-13 28 25 0,-27 17-2 16,-6 11 59-16,5-1-46 16,1-2 5-16,0-5-59 15,15-7 16 1,-3-6-19-16,6-7 1 0,10-7-3 16,12-10-8-16,0-2 10 15,0-9-33-15,0-1 33 16,22-7-62-16,9 0 20 15,3 0 15-15,12 0 20 16,-5 0 4-16,-7-7-8 16,0-9-8-16,0-1-37 15,-9-2 15-15,-13-2-38 16,10-3 40-16,-4 5-42 0,-2-2 3 16,-4 9 9-16,-12 0 44 15,13 0 5-15,-4 4-6 16,-9-4 25-16,0 12-11 15,6-8 12-15,-6-4 0 16,6 7 0-16,-6-10-4 16,7 3-6-16,-7 8-12 15,6-4-5-15,-6 0 7 16,0 8 20-16,0 0 59 16,0 0 54-16,0 0-34 15,0 0-36-15,0 0-17 0,0 0-26 16,0 8 1-1,0 12 29-15,0 4-5 0,-13 16 58 16,1 9-19-16,3 14 74 16,9 5-66-16,-13-3-27 15,13-1-29-15,0-12-10 16,0-12-6 0,0-4 0-16,0-8-6 0,0 1-44 15,0-1-142-15,0-13-95 16</inkml:trace>
  <inkml:trace contextRef="#ctx0" brushRef="#br2" timeOffset="-152905.67">14824 7174 194 0,'0'0'121'0,"0"0"-14"16,0 0-11-16,0 0-32 0,0 0-26 0,0 0 48 0,-6 0-6 0,6 0 28 0,0 0-38 16,0 0-11-16,0 0-22 15,0 0-10-15,0 0 6 16,0 0-24-1,25 0 25-15,43 0-4 0,13 0 2 16,6 0-27-16,6-11 4 16,-19-2-9-16,-21 13 0 15,-13 0-30-15,7-8-78 16,-20 8-105-16,-14-12-259 16</inkml:trace>
  <inkml:trace contextRef="#ctx0" brushRef="#br2" timeOffset="-150905.85">16269 6989 227 0,'0'0'252'0,"0"0"-190"0,0 0-13 0,0 0-42 0,0 0 12 0,0 0 22 15,0 0 67-15,0-67 16 16,0 39-1-16,0-13-85 16,25-11-10-16,-3-4-17 15,3-4-5-15,2 7 2 16,-14 2-7-16,-7 7 25 16,-6 11-21-16,0-6 2 0,16 6 4 15,-16-3-16 1,6 4 5-16,-6 4-20 15,6 3 7-15,-6 22 13 16,0 3-11-16,0 3 7 0,-40 42-14 16,-19 7-82-16,-3 8-109 15,9-4-87-15,13-12 152 16</inkml:trace>
  <inkml:trace contextRef="#ctx0" brushRef="#br2" timeOffset="-150241.88">15888 7271 431 0,'0'0'86'0,"0"0"10"0,0 0 13 0,0 0-39 0,0 0 48 0,0 0-33 15,-16 0-15-15,16 0-23 0,0 0 15 16,0 0-28-1,0 0-33-15,0 0 22 0,28 0-22 16,31 0 15-16,16 0-10 16,5 0-3-16,7-5-3 15,0-3-3-15,-7 8-7 16,-5 0-30-16,2 0-2 16,-2 0-49-16,-13 0-32 15,-25 0-184-15,-15 0-149 16</inkml:trace>
  <inkml:trace contextRef="#ctx0" brushRef="#br2" timeOffset="-149276.64">16254 7515 272 0,'0'0'148'16,"0"0"-69"-16,0 0 2 0,0 0-58 0,0 0-5 0,0 0-6 0,0 0-4 15,0 0 5-15,0 0 48 16,0 0 29-16,0 0-44 15,0 0-3-15,0 0-19 16,0 0-2-16,15 0-18 16,4 0 43-16,-7 0-32 15,4 0-8-15,-10 0-7 16,-6 0 14-16,12 0-16 16,-5 0 7-16,-1 0-9 0,3 5 13 15,-9 26-1 1,0 21-7-16,0 25-1 0,-50 7 5 15,4 1-4-15,-1-6 5 16,7-11 4-16,15-7 18 16,-3-14-24-1,22-11-4-15,6-11 9 16,0-9-13-16,0-8 4 0,0 0-8 16,6-1 6-16,47-2 4 15,22-1 16-15,-1-4-9 16,7 0 23-16,-16 0-25 15,-19 0-14-15,-12 0 1 16,-6 0-27-16,-9 0-27 16,-7 0-42-16,-2 0-38 15,-4 0 5-15,0 0 42 0,0-4-10 16,-6-12-117-16</inkml:trace>
  <inkml:trace contextRef="#ctx0" brushRef="#br2" timeOffset="-135819.75">17178 7407 174 0,'0'0'82'0,"0"0"-57"0,0 0 59 0,0 0 41 0,0 0-107 0,0 0 25 0,0 0-22 16,0 0 6-16,0 0 14 16,0 0 7-16,0 0-22 0,0 0-17 15,0 0 18-15,0 0-18 16,0 0 55-16,0 0-13 16,0 0 28-16,0 0-63 15,0 0 3-15,0 0-3 16,0 0 12-16,0 0-1 15,0 0-22-15,0 0 20 16,0 0-18-16,0 0-1 16,0 0 6-16,0 0-8 15,0 0 2-15,0 0-5 16,0 0 4-16,6 0-2 16,34 0 7-16,7 0 3 0,18 0-16 15,-3 0 12 1,-16 0-18-16,13-4-3 0,-18-4-33 15,-7 8-36-15,-13 0-159 16,-21 0-30-16</inkml:trace>
  <inkml:trace contextRef="#ctx0" brushRef="#br2" timeOffset="-135171.13">17305 7150 258 0,'0'0'258'0,"0"0"-147"0,0 0-12 15,0 0 29-15,0 0-53 0,0 0-3 0,12-8-44 0,22 8 2 0,13-12 17 16,12 9 21-16,15-14-35 15,7-3-28-15,6-4-10 16,0 4-20-16,6-8-26 16,-19 7-65-16,-40 10-268 15</inkml:trace>
  <inkml:trace contextRef="#ctx0" brushRef="#br2" timeOffset="-121550.01">18554 7327 136 0,'0'0'134'0,"0"0"-109"0,0 0 74 0,0 0 15 0,0 0-85 0,0 0-5 0,0 0-23 16,0 0-1-16,0-56-52 15,0 43 52 1,0 13 2-16,0 0 21 0,0 0 61 16,0 0 27-16,0 0 34 15,0 0-76-15,0 0-33 16,0 0-29-16,0 0 7 16,0 0-13-16,0 0 0 15,0 0 8-15,0 0-8 16,0 0 13-16,0 0-13 0,0 0 9 15,0-7-3 1,-15 2-14-16,-4-3 14 0,-9 5-7 31,4 3 14-31,-4 0 3 0,15-8 19 0,-8 8-12 16,14 0 15-16,1 0-35 16,6 0 10-16,-6 0-14 15,6-5 26-15,0 5-19 16,0 0-2-16,0 0-5 15,0 0-8-15,40-7-2 16,53 7 10-16,41-8-5 16,27 3 13-16,19-3-12 15,34 8 8-15,0 0-6 16,28 0 2-16,12 0 0 0,-22 0 11 16,-12 0-9-1,1 0-2-15,-20 0 11 0,-21 13-22 16,-6 2 21-16,-19-2-17 15,-22-10 9-15,-12-3-4 16,-28 0-15-16,-34 0-73 16,-25-11-65-16,-34-22-318 15</inkml:trace>
  <inkml:trace contextRef="#ctx0" brushRef="#br2" timeOffset="-120382.44">20151 6613 645 0,'0'0'102'0,"0"0"70"15,0 0-46-15,0 0-123 0,388-25 1 0,-295 18 3 0,9-6-14 16,-15 10 6-16,-22-5-20 16,-31 8-116-16,-34 0-181 15</inkml:trace>
  <inkml:trace contextRef="#ctx0" brushRef="#br2" timeOffset="-118184.84">14130 8658 316 0,'0'0'166'0,"0"0"-98"0,0 0-8 0,0 0-25 0,0 0-25 15,0 0 2-15,133 80 4 0,-114-67 14 0,2-10 10 16,-8 6-15-16,-1-6 29 16,-12 2-49-16,10-5-2 0,-10 3-3 15,18 2-9 1,-5 3-16-16,8 0-22 16,-2-1 16-16,3-2 31 15,2-2 6-15,-2 2 6 16,3-5 33-16,-3 3-34 0,-4 2 5 15,10-2-16-15,0 2 0 16,3-1-8-16,3-1 16 16,0 5-17-16,0-3 18 15,-3-2 5-15,10 2-10 16,-7-5 8-16,0 0-4 16,6 0-2-16,-12 0-2 15,9 0-2-15,4 0-1 0,-7 0 4 16,6 0-2-1,0 0 1-15,-6 0 12 0,1 0-14 16,-4 0 12-16,3 0-8 16,0 0 1-16,0 0-7 15,0-5 0-15,-3-3 1 16,9-7 4-16,-6 2-2 16,1-3 1-16,-11 4-3 15,4 4 0-15,-9 0-1 16,3 5 0-16,-4-2 0 15,4 2-1-15,-4-6 14 16,10-2-6-16,0-6-5 16,-3 1 29-16,3-4-23 15,-3 8-1-15,-10 0-7 0,-2 4 0 16,-1 0 2-16,-3 0 2 16,-2 1 4-16,5-2-7 15,-6 1 22-15,0 8-19 16,-6 0-5-16,7 0 7 15,-7 0 4-15,0 0-10 16,0 0-9-16,0 0-22 16,0-12-151-16,0 0-290 15</inkml:trace>
  <inkml:trace contextRef="#ctx0" brushRef="#br2" timeOffset="-116837.73">19903 8096 297 0,'0'0'351'0,"0"0"-285"0,0 0 91 0,0 0-57 0,0 0-75 0,0 0 11 0,0 0-35 16,-34-20 26-16,34 1-23 15,0-1 31-15,0-13 0 16,40-6 6-16,16-2-29 15,3-11-9-15,0 0-2 16,9-4 5-16,-9 3-10 16,-12 9 4-16,-7-3 0 15,-12 2-20-15,-6-2 13 16,-10 2-13-16,-12 9 15 16,0 7-1-16,0 1 4 15,0 5-5-15,-28 7-19 0,-6 3-3 16,3 13 25-16,-15 0 4 15,11 0 17-15,-5 0-17 16,-13 13-1-16,7 11 1 16,-4 0-1-16,19 0-1 15,3-4-10-15,16 8 21 16,6 4-18-16,6 8 10 16,0 4-2-16,0-3-1 15,0 3 2-15,6 0 0 16,34-4-2-16,-9 12-7 15,10-8 16-15,-7 12-17 0,0 4-5 16,-6-4-19 0,-10-4-29-16,-5-7 9 0,-13-9-14 15,0-8 60-15,0-9 8 16,0 2 62-16,-25-9 32 16,-31 4-62-1,-9-8-11-15,-3-8-21 0,-13 0 0 16,16 0-49-16,-3 0 9 15,15-4-179-15,13-4-423 16</inkml:trace>
  <inkml:trace contextRef="#ctx0" brushRef="#br2" timeOffset="-115272.19">13996 6697 238 0,'0'0'129'0,"0"0"-97"0,0 0 52 0,0 0-44 0,0 0-5 15,0 0-17-15,25 20 20 16,-9-3-25-16,-10-6 29 16,0 1 19-16,7 1 15 15,-1-5-14-15,-3 3-10 16,10-3 4-16,-7 1-43 15,10-1 11-15,-10 3-22 16,16 1-1-16,-3 1 3 16,3-2-4-16,0 6 0 0,3-1 0 15,-3-4-4-15,-6-1 4 16,2-3-4-16,-2 5 8 16,3-1-14-16,-3-1 17 15,2-2-14-15,-2 10 11 16,3-6-4-16,-3 10 0 15,12-2 0-15,-16-1-8 16,16 4 21 0,1-4-27-16,-4 0 30 0,-4 0-30 15,8-7 24-15,5-2-12 16,-6 9 2-16,-9-7-7 16,3 2 1-16,-4 1-5 0,11-3 5 15,-8 15 12-15,8-8-14 16,-11 4 17-16,11-1-18 15,-8-2 6-15,-2-1-4 16,3 4-3-16,-9 4 4 16,15 0-2-16,0 0 13 15,-6 0-9-15,3-8 7 16,-3 1-6-16,0-2 6 16,-4-7-9-16,-2 4 6 15,-3-4 0-15,2 4-2 16,-2 1 6-16,3-1-14 0,-4 0 21 15,1 4-17-15,9-4 14 16,6 4-16 0,-9 0 17-16,31 4-14 0,-16 4 5 15,13-4 0 1,-1 8-6-16,1 0 15 16,9-8-22-16,-15 5 26 0,-1-10-26 15,1 6 12-15,-7-5 0 16,0 4 2-16,1-9-1 15,-14 6 8-15,4-9 4 16,-3-1-14-16,-9 2 8 16,-10-6-12-16,4 6 12 15,-7-10-15-15,0 2 4 0,-6-5-95 16,0 0-204-16</inkml:trace>
  <inkml:trace contextRef="#ctx0" brushRef="#br2" timeOffset="-114023.39">18548 6203 41 0,'0'0'515'0,"0"0"-437"15,0 0 7-15,0 0 41 0,0 0-49 0,0 0-48 0,0 0 42 0,0 0-30 16,0 0 13-16,0 0-9 16,0 0 1-16,0 0-30 0,0 0-12 15,0-3 1-15,0-13-1 16,13-4 4 0,27-5-7-16,6 6 3 0,1 2 6 15,-7 6-18 1,7 3 15-16,-13 8-14 0,-9 0 5 15,-10 0-39-15,-15 19-40 16,0 34-12-16,-15 11-135 16,-57 12-42-16,-14 5-20 0,11-1 290 15,-5-13 53-15,21-3 208 16,12-7-138-16,13-21-35 16,28-13-32-1,6-10-34-15,0-13-20 0,6 0-4 16,47 0 4-16,-1 0 31 15,29-16 35-15,-25 4 9 16,-3 4-29-16,-13 4-35 16,-28 4-13-16,7 0-3 15,-4 0 2-15,-8 0-73 16,-7 0-72-16,0 0-36 16,0 0-83-16</inkml:trace>
  <inkml:trace contextRef="#ctx0" brushRef="#br2" timeOffset="-113622.33">19140 6344 528 0,'0'0'91'0,"0"0"-43"0,0 0 43 0,0 0 3 16,0 0 37-16,0 0-86 0,10 128 0 0,-10-84-12 16,0 5-32-16,0-5 1 15,0-8 11-15,0 0-24 16,-22-4 11-16,22 0-7 16,-12-4-38-16,-1-8-126 15,4-12-180-15</inkml:trace>
  <inkml:trace contextRef="#ctx0" brushRef="#br2" timeOffset="-113073.87">18954 6311 469 0,'0'0'109'0,"0"0"29"16,0 0 103-16,0 0-132 16,0 0-45-16,376 9-45 15,-302-9 25-15,-15-9-43 16,-6 6 8-16,-13-5-1 16,-12 4-16-16,-9 0 3 15,-13 4-18-15,-6 0 8 0,0 0-18 16,0 0 25-16,0 0-30 15,0 0 33-15,0 0-21 16,0 0 17 0,0 0 1-16,-6 19 8 0,-29 22 3 15,-2-5-1-15,3 12 19 16,0-4-13-16,15 0 33 16,-2 0 0-16,21 1-7 15,0 7-24-15,0-4 0 16,21-4-9-16,10-4-1 15,16-12-12-15,-1-16-102 16,-5-12-236-16,15 0-318 16</inkml:trace>
  <inkml:trace contextRef="#ctx0" brushRef="#br2" timeOffset="-111773.66">14338 8104 228 0,'0'0'200'0,"0"0"-69"0,0 0-33 0,0 0-21 0,0 0-1 0,0 0-2 0,0 0 19 0,198-108-58 15,-158 80-1-15,-6 9-21 16,7-14 23-16,-1 9-17 0,0-8 18 16,13-8 1-16,6 3-30 15,9-10 6-15,7 3-8 16,-4 8-7-16,-3 0 14 16,-9 8-23-16,-3 3 17 15,-10 5-8-15,-5-4 1 16,5 0 0-16,1-4 2 15,-7-4-2-15,19 0 0 16,-6 0 4-16,2 8-8 16,4 0 8-16,0 4-10 15,3-5 12-15,-9 14-15 16,-13-14 9-16,7 17-11 0,-7-15 11 16,0 2-4-1,1 1-1-15,5-4 3 0,-5-8-9 16,-1 8 5-1,0-4-7-15,-6 8-6 0,-21 8 15 16,-1 3-16-16,-6 6-12 16,-6 3 3-16,0 0 3 15,0 0 23-15,0 0-21 16,0 0-24-16,0 0-268 16</inkml:trace>
  <inkml:trace contextRef="#ctx0" brushRef="#br2" timeOffset="-110506.81">21168 6115 300 0,'0'0'174'0,"0"0"-61"0,0 0 12 0,0 0 14 0,0 0-56 0,0 0 7 0,0-23-59 15,0 15 23-15,0-1-19 0,0 1 17 16,0 0-21 0,0 8-18-16,0-3-8 0,0 3 4 15,0 0-18 1,0 0 19-16,0 0-22 0,0 0 24 15,0 0-18-15,0 0 6 16,0 11-4-16,0 22 4 16,0 6 0-16,-28 10-6 15,-6-1 17-15,0 4-22 16,3 1 15-16,-15 6-8 16,12-2-15-16,-1-10 6 15,29-6-5-15,6-9-11 16,0-21-16-16,0 2-25 0,0-5 2 15,53-8-19 1,9 0 42-16,-3 0-54 16,-6 0 69-16,-13-8 0 0,-6 3-11 15,-6-10-10 1,-9 11 6-16,-13-5-9 0,0 6-74 16,-6-5-6-16,0 8-42 15</inkml:trace>
  <inkml:trace contextRef="#ctx0" brushRef="#br2" timeOffset="-110207.72">21326 6364 249 0,'0'0'142'0,"0"0"-17"0,0 0-23 0,0 0-58 0,0 0 47 0,-58 224-64 16,39-147 21-16,-9-8-33 16,-6-10 60-16,9-2-24 15,3-18-19-15,16-14-32 0,0-1-12 16,6-17-92-1,-15-2-263-15</inkml:trace>
  <inkml:trace contextRef="#ctx0" brushRef="#br1" timeOffset="-83046.75">27491 4130 19 0,'0'0'0'0,"0"0"6"0,0 0 26 0,0 0 128 0,0 0-35 16,0 0 3-16,0 0-94 0,-34 8 0 16,27-8-21-1,7 0-12-15,0 0 13 0,0 0 0 16,0 0 33-16,0 0-24 15,0 0 42-15,0 0 9 16,0 0-13-16,0 0-46 16,0 0-2-16,0 0 3 15,0 0 2-15,-12 0 28 16,12 0-32-16,0 0 16 16,0 0-20-16,0 0 10 15,0 0-13-15,0 0 2 0,0 0-9 16,0 0 5-1,0 0 11-15,0 0-13 16,0 0 34-16,0 0-12 0,0 0 23 16,0 0-40-16,0 0 0 15,0 0-2-15,0 8 5 16,0 9-10 0,-6 14 6-16,-10 18-8 0,4 18 5 15,-10 10-1-15,10 3 7 16,-1 4-1-16,1 1-6 15,-4-13-6-15,4 8 1 16,0-16 0-16,2-24-5 16,-2-16-18-16,12-16-33 15,0-8-90-15,0 0-219 0</inkml:trace>
  <inkml:trace contextRef="#ctx0" brushRef="#br1" timeOffset="-82149.18">27057 4155 85 0,'0'0'418'0,"0"0"-386"0,0 0 78 0,0 0-30 0,0 0-13 0,0 0-10 16,415-56-23-16,-344 48 20 15,10-1-35-15,-7 1 26 16,1-4-42-16,-16 0 11 16,6 0-1-16,3 4-17 15,6-8 8 1,-8 8-8-16,8-4 3 0,-28 7-38 15,-5-2-30-15,-13-1-41 16,-16-4 60-16,-12 12-22 16,0 0 63-16,0 0-23 0,-12 0-111 15,-29 0-39-15,7 8-102 16,13 0 248-16,2-4 36 16,13 0 38-16,-7-4 28 15,-8 0-66-15,8 0-15 16,-8 3 15-16,-4 2 94 15,3 3-7-15,3 4 35 16,-2-1 0-16,8 2-18 16,1-1-52-16,-10 0-22 15,10-8-26-15,-1 4 41 0,-14 4-22 16,14 16 21-16,-15 8 37 16,0 13 14-1,4 11-32-15,-17 8-42 0,19 0 16 16,10 4-30-1,0-8 31-15,5 8-37 0,-2-11 5 16,3-9-4-16,6-4-4 16,0-12-30-16,0-4-24 15,0-4 2-15,0-11-195 16,0-17-119-16</inkml:trace>
  <inkml:trace contextRef="#ctx0" brushRef="#br1" timeOffset="-81514.81">26703 5261 392 0,'0'0'233'0,"0"0"-213"0,0 0 19 0,0 0 59 0,0 0 46 0,0 0-67 15,279-12-9-15,-170-3-24 16,24-2 41-16,0 1-56 15,-12 4-6-15,-9 0-19 16,-10 0 2-16,-9 0-12 16,0-4-9-16,-12 4 4 15,-22 0-37-15,-19 8-19 16,-18 4-65-16,-22 0-153 0,0 0-211 16</inkml:trace>
  <inkml:trace contextRef="#ctx0" brushRef="#br1" timeOffset="-80581.69">27497 5358 351 0,'0'0'192'0,"0"0"-165"0,0 0 55 0,0 0-29 0,0 0-15 0,0 0 45 16,-93 192-65-16,59-128 16 16,-7-4-31-16,-5-4 24 15,21-7-20-15,-9-13 53 16,18-8-40-16,4-17 14 0,12-6-23 15,0 3-6 1,0-8-10-16,0 0-6 16,47 0 10-16,-7 0-13 15,6 0 8-15,7 0-13 0,-13-8 16 16,-5-5-17-16,-1 10-1 16,-16-9-18-16,4 4-40 15,-10-5 58-15,-12 2-23 16,16-6-3-16,-16 14-29 15,0-5 10-15,6 0 18 16,-6-4-7-16,0 7 9 16,0-6 26-16,0-6 20 15,0 9 5-15,0 0 22 0,0 5-17 16,0-2 1-16,0 2 27 16,0 3-10-16,0 0-28 15,0 0 8 1,0 0 32-16,0 0-13 0,0 0 10 15,0 0-9-15,0 19 3 16,0 9-3-16,-22 8 43 16,10 5 43-16,0 23-25 15,-4-4-28-15,4 8-29 16,5 0 23-16,7-4-54 16,0-8 20-16,0-4-19 15,0-11-4-15,0-9-4 16,0-8-11-16,0-8-38 0,0 1-25 15,0-9-176 1,-6-8-265-16</inkml:trace>
  <inkml:trace contextRef="#ctx0" brushRef="#br1" timeOffset="-79631.42">28405 5217 258 0,'0'0'101'0,"0"0"3"0,0 0-43 0,0 0-48 0,0 0-13 0,0 0 4 16,0 0 18-16,-6-8 24 16,6 8 8-16,0 0 2 15,0 0 70-15,0 0-56 0,0 0-14 16,0 0-19-1,0 0-7-15,0 0 3 0,0 0-22 16,0 0 6-16,0 0-7 16,0 0 5-16,0 0-14 15,0 0 18-15,0 0 4 16,0 0 16-16,0 0-21 16,0 0-15-16,13 0-3 15,49 0 5-15,37 0 19 16,9 0-23-16,13 0 26 15,-15 0-21-15,-20 0 12 0,-5 0-18 32,-28 0 0-32,-19 0-3 0,0 0 9 15,-22 0-14-15,-5 0-6 0,-7 0 14 16,0 0-37 0,0 0 5-16,-53 0-122 15,6 0-393-15</inkml:trace>
  <inkml:trace contextRef="#ctx0" brushRef="#br1" timeOffset="-73973.26">30163 4091 150 0,'0'0'269'0,"0"0"-157"16,0 0-53-16,0 0-43 0,0 0 2 0,0 0 5 0,0 0-1 16,0 0 40-16,0 0 43 0,0 0-9 15,0 0-24-15,0 0-53 16,0 0 24-16,0 0-41 16,0 0 24-16,0-5-2 15,0-3 20-15,0-4-35 16,0-4-7-16,0 0 5 15,22-4-4-15,3 0-2 16,3 0 11-16,18 4-19 16,-12 3 15-1,1 10-16-15,-11-5 5 0,-8 8-16 16,-10 0-8-16,-6 8 12 16,0 32 10-16,0 20 10 15,-40 12-10-15,-35 16 7 16,-11 17-4-16,-7 6-1 15,-1-6 3-15,20-5 3 0,21-20 0 16,25-19 22-16,16-20-24 16,12-22 2-16,0-2 1 15,0-14-8 1,47-3-8-16,5 0 9 0,1 0 1 16,-7-3 2-16,-5-18 0 15,-7 1-4 1,-6 0-27-16,-10 8-109 0,-18 12-195 0,0 0-287 15</inkml:trace>
  <inkml:trace contextRef="#ctx0" brushRef="#br1" timeOffset="-73557.95">30740 4186 238 0,'0'0'321'0,"0"0"-242"0,0 0 45 0,0 0-76 0,0 0 16 15,0 0 13-15,6 113 4 16,-6-53-56-16,0 4 31 16,0 5-28-16,0-10 2 15,0 10-19-15,-6-1 2 16,-16-4-26-16,16-5-19 15,-6-14-16-15,6-21-86 16,-4-16-113-16,10-8-88 16</inkml:trace>
  <inkml:trace contextRef="#ctx0" brushRef="#br1" timeOffset="-73223.96">30545 4186 607 0,'0'0'124'0,"0"0"-102"16,0 0 144-16,0 0-98 16,0 0 8-16,375 0-69 15,-270 0 9-15,-8-12-16 16,-20-7-4-16,-9 2-23 16,-21 1-39-16,-19 0-47 15,-10 1-69-15,-18 2 94 16,0-3-44-16,0 4-79 15</inkml:trace>
  <inkml:trace contextRef="#ctx0" brushRef="#br1" timeOffset="-73038.67">31326 4022 72 0,'0'0'338'0,"0"0"-256"16,0 0-71-16,0 0 57 16,0 0-10-16,0 0 7 15,-158 257 24-15,124-169-13 16,-6 4 16-16,6-8-74 15,9-12-3-15,9-15-5 16,16-9-12-16,0-12 2 16,0 8-33-16,6-16-59 15,29 0-77-15,-8-4-193 16</inkml:trace>
  <inkml:trace contextRef="#ctx0" brushRef="#br1" timeOffset="-72473.5">31822 4371 626 0,'0'0'113'0,"0"0"-25"0,0 0 83 0,0 0-101 0,0 0 5 0,0 0-43 16,341 4-18-16,-276-4-12 16,10 0-4-16,-13 0-6 15,-25 0-74-15,-3 0-2 16,-12-20-196-16,-3-4-85 15</inkml:trace>
  <inkml:trace contextRef="#ctx0" brushRef="#br1" timeOffset="-71725.82">32886 3850 306 0,'0'0'242'0,"0"0"-218"16,0 0-11-16,0 0 41 16,0 0-21-16,0 0-20 15,0 0 45-15,31-21-16 16,-31 21 59-16,0 0-19 15,0 13-12-15,0 26-39 16,-6 10-6-16,-35 19-22 0,1 0-4 16,-7 1 2-16,23-10 0 15,2-10 12-15,10-18-12 16,12-6 3-16,0-9-4 16,0-8-3-16,0 0-30 15,0-4-6-15,18-1-13 16,16-3-5-16,0 0 35 15,1 0-31-15,-1 0-39 16,-3 0-4-16,-3 0 77 16,-10 0-2-16,-2 0-4 15,2 0-3-15,-12-11 28 16,16 2 0-16,-9-2 0 16,8-9-22-16,-2 7-196 0,-7 5-14 15,4 5 144-15,-16 3 88 16,0 0 84-1,0 0 92-15,0 8 20 0,0 16-74 16,0 12-78-16,-10 8-4 16,-8 12 5-16,5 8-2 15,-8 8-14-15,8 9 19 16,-8-9 37-16,2 8-70 16,0-16-4-16,4-12-11 15,-4-11-50-15,19-13-90 16,0-20-106-16,0-8-272 15</inkml:trace>
  <inkml:trace contextRef="#ctx0" brushRef="#br1" timeOffset="-70993.46">30331 5185 531 0,'0'0'112'0,"0"0"-105"0,0 0 90 0,0 0-25 0,422 0 54 0,-261 4-40 0,19-4-37 16,12 0 4-16,3 0-23 16,7 9 1-16,-29-6-25 15,7 2 1-15,-19-2 11 16,-21-3-28-16,-7 0 10 16,-18 0-3-16,-22 0-47 15,-6 0-50-15,-22-3-111 16,-31-18-267-16</inkml:trace>
  <inkml:trace contextRef="#ctx0" brushRef="#br1" timeOffset="-70209.44">31373 6084 183 0,'0'0'252'15,"0"0"-180"-15,0 0 35 0,0 0-47 0,0 0 35 0,0 0 11 0,201-153-21 0,-154 113-41 16,-7-5-15-16,0 6 6 15,-6-10-32-15,-9-2 4 16,-9 2 2-16,-4 5-18 16,-12 4 8-16,0 12-3 15,0 12 4-15,-6 8-3 16,-41 8-7-16,1 0 10 16,-7 8-2-16,-3 28-1 15,16 4 1-15,15 4-5 16,19 0 3-16,6 0-8 0,0-3-7 15,0-5-31-15,47 3 28 16,18-2 13-16,3 3-9 16,-3 4 18-16,-3-4 0 15,-22-8-19-15,-9-4 10 16,-31 0 1-16,0-3 16 16,-12 3 42-16,-62 4-3 15,-26 0-33-15,1-8 53 16,-3-8-45-16,24-12-2 15,10-4-20-15,28 0-21 16,-1-36-256-16</inkml:trace>
  <inkml:trace contextRef="#ctx0" brushRef="#br1" timeOffset="-59536.4">27692 10287 67 0,'0'0'89'0,"0"0"27"0,0 0-22 15,0 0-11-15,0 0-57 0,0 0 23 0,0 0-12 0,0 0 4 16,-15 0-18-16,15 0-5 16,0 0 23-16,0 0-3 15,0 0 23-15,0 0-52 16,0 0 25-16,0 0-20 16,0 0 26-16,0 0 28 15,0 0-12-15,0 0-17 16,-7 0-20-16,7 0 12 15,-6 0-29-15,0 0 20 0,6 0-21 16,0 0 33 0,0 0-24-16,0 0 11 15,0 0-16-15,0 0-1 16,0 0-4-16,0 0 6 0,0 0-16 16,0 0 25-16,0 0-30 15,12 0 25-15,41 0-10 16,9 3 0-16,31 9 8 15,6-4-3-15,29 0-3 16,20 9 9-16,-2-9-2 0,3 3-18 16,9 2 20-16,-9 2-18 15,-10 2 14-15,1-1-13 16,-7 0 6-16,10 0 0 16,3-9-3-16,9 1 8 15,18 1-12 1,13-9 16-16,0 12-20 15,16-8 25-15,-22 8-22 0,3-4 11 16,-3-8-3-16,-13 0 8 16,19 0-4-16,-12 0-5 15,-13 0 9-15,-9-4-1 16,-9-12-3-16,-32 16-7 16,-18 0 10-16,-6 0-5 15,-6 0-2-15,5 0 1 16,1 0-5-16,0 0 9 15,0 0-13-15,-7 0 16 0,-11 0-20 16,-17 0 12-16,-17 0-2 16,-23 0-62-16,-12-16-113 15,0-12-440-15</inkml:trace>
  <inkml:trace contextRef="#ctx0" brushRef="#br1" timeOffset="-58515.85">29475 9581 544 0,'0'0'74'0,"0"0"20"0,0 0 44 0,0 0-5 0,0 0-115 0,0 0 27 16,403 15-40-16,-344-15 27 15,15 0-29-15,7 0 26 16,6 0-22-16,12 0-6 16,-6 0-1-16,0 0-11 15,-6 0-6-15,0 0-90 16,-19 0-136-16,-28-3-134 16</inkml:trace>
  <inkml:trace contextRef="#ctx0" brushRef="#br1" timeOffset="-52875.07">27751 6825 385 0,'0'0'138'0,"0"0"-109"0,0 0 50 0,0 0-43 0,0 0 0 0,0 0-23 15,0 0 36-15,0 0 3 0,0 0 15 16,0 0 27 0,0 0-53-16,0 0-12 0,0 0-28 15,0 0 26-15,0 0-25 16,0 0 23-16,0 0-15 15,0 0 2-15,0 0-2 16,0 0-8-16,0 0-4 16,0 0 8-16,12 0-15 0,4 0 18 15,9 0-18 1,3 4 13-16,0 4-5 0,9 8 1 16,3 1 0-16,10-6-1 15,2 5 7-15,7 1-12 16,10-1 18-16,-4-1-21 15,9-2 21 1,1-1-15-16,-10-1 3 0,15-3 0 16,-5 0-5-16,5-3 2 15,-8 3 1-15,2-4 4 16,0-4-14-16,1 8 23 16,-10-5-18-16,9 2 11 15,1-1-6-15,-10-4 2 16,9 0 0-16,-9 0-3 0,4 0 11 15,-4 0-15 1,-3 0 20-16,-9 0-22 0,-1 0 20 16,-5 0-14-16,9 0 8 15,-4 0-7-15,7 0 2 16,9 0 0-16,7 0-10 16,-4-9 22-16,-3-2-23 15,-9-1 18-15,-12 4-14 16,-1 0 7-16,-18 3 0 15,0 2 2-15,-3-5-2 16,3 4-3-16,0-1 3 16,-4-3-6-16,11 5 22 15,-1-9-27-15,6 12 22 0,-9-4-11 16,3 0 0-16,0-1 0 16,-6 2-7-1,3-5 13-15,9 0-12 0,1-4 11 16,-1-1-16-16,-6 2 22 15,-6 2-18-15,-3 1 11 16,-19 5-7-16,22-5 3 16,-6 3 0-16,-10 5-4 15,1-3 11-15,-7-2-3 16,9 1 3-16,-9-4-14 16,1-8-12-16,-7 0-56 15,0-4-459-15</inkml:trace>
  <inkml:trace contextRef="#ctx0" brushRef="#br1" timeOffset="-50725.77">29528 11261 185 0,'0'0'95'0,"0"0"-49"0,0 0-45 0,0 0 45 16,0 0 5-16,0 0 55 15,0 0-53-15,0 4 27 16,0-4 3-16,0 0 11 15,0 0-27-15,0 0-6 16,0 0-22-16,0 0-20 16,0 0 36-16,0 0-53 15,0 0 46-15,0-4-41 16,21-12 6-16,7-17-5 0,3 10-8 16,4 2 0-16,-8 1-7 15,8 17-10 1,-11 3-26-16,-11 0 37 0,21 0-32 15,-12 0 26 1,-10 0-29-16,-12 12 35 0,0 12-4 16,0 7 10-16,0 10 12 15,-19-1-8-15,-9-4 12 16,7-15-12-16,21-13-8 16,0-1-13-16,0-7 4 15,0 0-23-15,28 0-4 16,18 0 20-16,16 0 20 0,-3 8-6 15,-6 0 15 1,-13 8-25-16,-18-8 32 0,-16 9-7 16,-6 3 21-1,0-4 34-15,-6 15-32 0,-50 10-18 16,-15-2-14-16,-4 18-4 16,-5-9-1-16,-1-8-42 15,16-16-7-15,18 0-101 16,19-15-26-16,22-9-294 15</inkml:trace>
  <inkml:trace contextRef="#ctx0" brushRef="#br1" timeOffset="-49960.76">30545 11176 39 0,'0'0'307'0,"0"0"-210"0,0 0 14 0,0 0 1 0,0 0-23 16,0 0-8-16,-6 0-45 0,6 0 11 0,0 0-4 15,0 0 10-15,0-3-51 16,0-5-1-16,6-9 0 16,47 14-1-16,2-10 5 15,4 5 4-15,-6 8-18 16,-7 0-4-16,-18 0 6 16,-21 0-30-16,-7 21 35 15,0 23-6-15,0 15 6 16,-25 7-7-16,-31 1-20 0,25 2 15 15,3-17-40 1,6-8 47-16,22-12 5 0,0-8-7 16,16-8 6-16,43 1 2 15,9-10 2-15,19-3 12 16,-16 0-8-16,25-4 33 16,-24 0 18-16,2 0-43 15,-6 0 61-15,-15-24-53 16,0-5-13-16,-19-2-8 15,-16 3-171-15,-18 4-514 16</inkml:trace>
  <inkml:trace contextRef="#ctx0" brushRef="#br1" timeOffset="-45963.65">27912 4768 50 0,'0'0'275'0,"0"0"-162"0,0 0-35 0,0 0-32 0,0 0-45 0,0 0 39 0,0 0 11 15,7 4 42-15,-7-4-10 16,0 0 9-16,0 3-19 15,0-3-52-15,0 5-21 0,0-5 13 16,12 0-27-16,-6 4 28 16,3 0-26-1,-2 4 17-15,-1 1-8 16,0 2 3-16,0 1 0 0,10 4-2 16,2-4 8-16,1 4-14 15,9 0 20-15,-6-4-21 16,2 1 17-16,4-5-15 15,6 3 7-15,4 1-1 16,-4 1-1-16,6-2 4 16,-6 1-6-16,6 1 14 0,-5-2-20 15,5-7 11-15,-9 1-5 16,9-5-20 0,7 3 15-16,2 5 6 15,-2 5-3-15,-1 7 3 0,7 4 4 16,-6-4-12-16,11-4 16 15,-2-1-15-15,-9-2 18 16,5-1-18-16,-17-1-6 16,5-2-12-16,-6 3-16 15,-15-3 18-15,15-1 25 16,-9 3-3-16,9 6-9 16,0-2 7-16,0 1 5 15,0 0-26-15,-3 1 5 16,3-9-29-16,-6 3-10 15,-9 9 36-15,8-7-21 16,-8 15 38-16,9 0 6 0,-3-4-3 16,3-1 10-16,6 2-8 15,6-9 3-15,0 0-26 16,1 4 18-16,-16-4-51 16,9 4 54-16,-13-4 5 15,10 1 7-15,-3-6-5 16,0 6 4-16,3-6 1 15,-3-3-5-15,0 4-4 16,-3 4 2-16,9 4-5 16,0 1 10-16,6 2-15 0,1 2 21 15,5-9-22 1,-6 0 11-16,1-4 0 16,-10-4 0-16,9 4 2 15,0-4-11-15,-12 3 18 0,19 10-8 16,-19 3 6-16,12-4 19 15,-3 0-17-15,-9 0-9 16,0-8 0-16,-3-12-17 16,-3 8-16-16,-10-8-57 15,-6 0 45-15,-6 4 45 16,0-4 37-16,0 9 74 16,0-6-25-16,6-3-41 15,10 8-45-15,-4-8-16 16,-6 0-107-16,-6 0-325 15</inkml:trace>
  <inkml:trace contextRef="#ctx0" brushRef="#br1" timeOffset="-44363.72">28052 9529 280 0,'0'0'122'0,"0"0"-12"0,0 0-19 0,0 0-62 16,0 0-2-16,108-205 0 15,-108 173 51-15,0 4-24 16,0 3 77-16,0 5-50 15,0-4-22-15,0-4-32 0,0-8-18 16,0-3-9 0,-34-2-5-16,6 5 3 0,-6 4 2 15,3 12-4 1,-9 11 9-16,6 6 16 0,-6 3 4 16,-1 0-11-1,1 0-7-15,6 0-5 0,15 0 8 16,7 0 1-16,12 3-17 15,-10 10 10-15,10 12-8 16,0 6-3-16,0 10 6 16,0 6-3-16,0 6 4 15,0 2-3-15,22 1 6 16,3-7-12-16,-3-9-5 16,6 0 7-16,-4-4-11 15,4 0 18-15,13 4-23 16,-17-4 19-16,-8-12 3 0,-4 1-32 15,-12-9 16 1,0-1 12-16,-18 2-12 0,-38-9 33 16,3-8-16-1,-15 0 7-15,37 4 26 16,-9 0-18-16,6 4-15 0,6 0 0 16,9 8-37-1,-3-9-42-15,-9 6-258 0,-9-9-300 16</inkml:trace>
  <inkml:trace contextRef="#ctx0" brushRef="#br1" timeOffset="-43781.17">28461 9268 457 0,'0'0'259'0,"0"0"-199"0,0 0 103 0,0 0-52 0,0 0-82 0,0 0-2 0,-74 217 17 15,52-173-14-15,10 3-3 16,-7 1-24-16,-9 1 12 15,10 3-2-15,-10 1-18 16,0-6 5-16,15-7-3 16,7-8-40-16,-9-4-53 15,15-15-25-15,0-13-204 16,0 0-203-16</inkml:trace>
  <inkml:trace contextRef="#ctx0" brushRef="#br1" timeOffset="-43066.69">28334 9164 175 0,'0'0'417'0,"0"0"-362"0,0 0 43 15,0 0 42-15,0 0-17 0,0 0-87 0,214 0-15 16,-149 0-2-16,3 0-11 15,-9 0 9-15,-12 0-14 16,-1 0 3-16,-18 0 2 0,-9 0-16 16,-10 0-4-1,-3 0-2-15,0 0-10 16,-6 0 10-16,0 0-1 0,0 0 14 16,0-5-4-1,0 5 10-15,0 0-5 0,0 0 12 16,0 0-3-16,0 0-1 15,0 0 10-15,0 0-18 16,0 0 2-16,0 13-2 16,-12 15 9-16,-10 16-3 15,-12 8-1-15,3 8 15 16,-9-3-13-16,0 2 7 0,-1-2-9 16,20-5-4-1,2-4-1-15,13-1 0 0,6-2-7 16,0 3 1-16,0 0 1 15,0-4-52-15,0-11-89 16,0-13-210-16</inkml:trace>
  <inkml:trace contextRef="#ctx0" brushRef="#br1" timeOffset="-41781.58">27543 9753 105 0,'0'0'137'0,"0"0"-13"0,0 0 35 0,0 0-100 0,0 0-27 0,0 0-28 16,0-8 7-16,0 8 1 16,0 0-15-16,0-3 11 15,0 3 1-15,0 0 44 16,0 0 2-16,0 0 29 15,0-5-35-15,0 5 13 0,0-8-34 16,0-4 13-16,0-1-37 16,0-2-4-16,16-1 10 15,-10 0-10 1,6-4 0-16,1 7 1 16,-7 1 0-16,10 4 8 0,-10 0 1 15,0 5-9-15,6-5 7 16,10-1 6-16,-3 1-18 15,15-11 13-15,6-6-9 16,-6 2 0-16,13-2 1 0,-19 9-8 16,-4 0 14-1,-11 12-15-15,-13 4 21 0,9 0 6 16,-9 0-2-16,6 0-13 16,1-4-4-1,5 4 2-15,10-4-4 0,-4 0 10 16,4 4-19-16,3 0 23 15,-10-7-23-15,4 7 23 16,-7-8-22-16,10-1 20 16,-3 1-6-16,-4 0 14 15,-9 0-16-15,-6 8 6 16,13 0-2-16,-13 0 14 16,0-4-18-16,6 0 1 15,9-4 8-15,-2-9-11 16,5 6 0-16,-2-1 3 15,-4 4-12-15,-6 8 7 0,1 0-5 16,-7 0-56 0,0 0-15-16,0 0-194 0,0 0 64 15,0 0 39-15,0 0-41 16</inkml:trace>
  <inkml:trace contextRef="#ctx0" brushRef="#br1" timeOffset="-19553.36">27959 6392 204 0,'0'0'45'0,"0"0"0"0,0 0 48 0,0 0 25 0,0 0-100 15,0 0-17-15,0 0 17 16,-40 0-15-16,33 0 49 16,7 0-13-16,0 0 15 15,0 0-38-15,0 0 22 16,0 0-9-16,0 0 5 15,0 0-34-15,0 0 11 16,0 0-21-16,0 0 27 16,-6 0-20-16,6 0 9 15,-9 0 12-15,3 0-7 0,-1 0-11 16,1 0 18 0,0 0-16-16,0 0 20 0,0 0-21 15,-4 0 24 1,4 0-22-16,0 4 17 0,0 0-10 15,0 0-10-15,-10 0 0 16,16-4 4-16,0 0-11 16,0 0 16-16,0 0-22 15,0 0 26-15,0 0-16 16,0 0 8-16,0 0-1 16,0 0-4-16,0 0 0 15,0 0-5-15,0 0 6 16,0 0-7-16,0 0 12 15,0 0 5-15,0 0-6 0,0 0-8 16,0 0 6-16,0 0-6 16,0 0-12-16,0 0 15 15,0 0 2-15,0 0-2 16,0 0 0-16,0 0 5 16,0-4-8-16,28-4 18 15,-6 0-14-15,2-3 1 16,11-2-2-16,-8 1-3 15,4 1 3-15,-3-6 0 16,0 4 10-16,-3 6-23 16,-3-1 28-16,3-4-23 15,-4 3 19-15,-2-2-11 0,-4 3 0 16,4-4 0 0,0 4-5-16,2-4 5 15,7 4-11-15,-9-5 21 0,3 2-15 16,-4 3 5-1,22-4-1-15,-21-1 1 0,15-2-3 16,0-1 3-16,-6-1-9 16,12-2-1-16,-9-1-4 15,4-5-1-15,-1 6-40 16,-10-2 37-16,11 1-19 16,-14 8 31-16,-2 8-14 15,3-13 16-15,2 6 0 0,-2-1 4 16,-3-8-11-16,15 0 19 15,0-4-23 1,0 0 22-16,-3-4-22 0,-3 15 10 16,-9 2 4-16,-4 2-1 15,-9 6 2-15,0-2-7 16,22-3 14-16,-9-7-14 16,-7-1 15-16,22-1-9 15,-6-2 3-15,-3 2-4 16,-3 9 2-16,-3-3-3 15,-4 2-2-15,-3-7 10 16,7 0-9-16,9-7 11 0,0-2-14 16,-3 5 2-1,-4-4-15-15,-2 12-67 0,-4 8 45 16,-8 0 35-16,-7 4 7 16,0-4 5-1,0-4 6-15,0-4 19 0,0 4-13 16,12-9-26-16,-6 9 22 15,-6 5-8-15,6-5-3 16,-6 8 9 0,10-4-9-16,-4 0 6 0,0-5-16 15,0 6 21-15,7-5-9 16,-7 0 1-16,9 0 8 16,-8-1-11-16,-7 9 4 0,0 0-3 15,0 0-3 1,0 0-15-16,0 0-46 15,0 0 7-15,0 0-31 0,0 0-5 16,0-8 64-16,0-3 3 16,0 2-168-16</inkml:trace>
  <inkml:trace contextRef="#ctx0" brushRef="#br1" timeOffset="-18816.84">29965 3925 190 0,'0'0'333'0,"0"0"-284"0,0 0 27 0,0 0 22 0,0 0-9 0,0 0-21 16,0 0-25 0,-74 0-28-16,61 0-5 0,4 0 15 15,-10 0 19 1,13 0-44-16,0 0 22 0,-16 0-20 15,16 0-2-15,-13 20 0 16,-9 9-1-16,7-1 1 16,-4 0 0-16,3 12-11 15,-3 4 22-15,10 5-24 16,3 3 28-16,12-1-26 0,0 6 16 31,0 2-10-31,0 15-5 0,0 9-19 0,0-2 7 16,27-1-2-1,-2 0 21-15,22-24-6 0,27-12-30 16,13-44-146 0,21 0-115-16</inkml:trace>
  <inkml:trace contextRef="#ctx0" brushRef="#br1" timeOffset="-17672.16">33339 3734 358 0,'0'0'74'0,"0"0"22"0,0 0-32 0,0 0 37 0,0 0-8 0,0 0 18 15,0 0-51-15,0 0-14 16,0 0-13-16,0 3-24 16,0 5-9-16,0 4 7 15,0 4-17-15,0 12 20 16,21 13 5-16,20-2-14 16,-1 22 12-16,-9-5-10 0,15 1-2 15,-5-6-1-15,-7 6 0 16,0 7-2-1,-6 11 8-15,-16 5-14 0,-12 13 12 16,0 4-8-16,-46-5-27 16,-16-20-59-1,9-16-250-15</inkml:trace>
  <inkml:trace contextRef="#ctx0" brushRef="#br1" timeOffset="-15886.87">31094 9986 380 0,'0'0'0'0,"0"0"-51"0,0 0 51 0,0 0 19 0,0 0 55 0,0 0 59 15,0 0-17-15,0 0 23 16,0 0 27-16,0 0-123 16,0 0-13-16,0 0-19 15,12 0-2-15,-12 0 3 16,0 0 15-16,0 0 15 0,0 0-36 16,0 0 27-16,0 0-22 15,0 0 18-15,0 0-10 16,-12-33-7-16,-22-23-7 15,-13-8-4-15,-6-24-1 16,19-4 0-16,16-12-3 16,8-9 2-16,10-7-5 15,0 7-12-15,16 2 15 16,30 6-51-16,19 21-19 16,-3 32-152-16,-21 24-117 15</inkml:trace>
  <inkml:trace contextRef="#ctx0" brushRef="#br1" timeOffset="-15008">31469 9485 242 0,'0'0'126'0,"0"0"-5"0,0 0-16 0,0 0-51 0,105-217 14 16,-83 177-20-16,-10 4 24 15,-12 3 43-15,0-3-74 16,0 0-2-16,0 5-35 16,0-6 25-16,-6 10-26 0,-22 2-4 15,10 12 15-15,2 13-7 16,-2 0 4 0,5 0 18-16,-15 0-23 0,7 0 5 15,8 21-22-15,-6 3-2 16,-2 0 4-16,15 4-10 15,-1 0 13-15,7 8 6 16,0 5 0-16,0-2-1 16,7 5 9-16,33-3-16 15,0-5 5-15,7-5-2 16,-13 10 1-16,0-8-1 16,-15-2 0-16,2 10 5 15,-8-2 0-15,-1-6-3 0,-6-5-2 16,-6-9 9-1,0-2-4-15,0-6 4 0,-18 2 30 16,-29-1-30-16,-15-9 28 16,3 5 1-16,0-3 8 15,3 3-37-15,10 0-4 16,-1-4-17-16,7-4-40 16,15 0-16-16,-15 0-407 15</inkml:trace>
  <inkml:trace contextRef="#ctx0" brushRef="#br1" timeOffset="-14490.79">32055 9252 564 0,'0'0'149'0,"0"0"-72"0,0 0 48 0,0 0-79 0,0 0-37 0,0 0-2 0,-25 20 54 0,10 12-19 0,2 8 33 16,1 8-16-16,-4 0-30 15,4 8-29-15,12-3 13 16,-6-6-27-16,6 2 17 16,-7-13-8-16,1 0-25 15,6-11-16-15,0-10-35 0,0-7-22 16,0-8-116 0,0 0 15-16,0 0 28 0,0-20-66 15</inkml:trace>
  <inkml:trace contextRef="#ctx0" brushRef="#br1" timeOffset="-13958.78">31937 9023 295 0,'0'0'210'15,"0"0"-207"-15,0 0 96 16,0 0-51-16,0 0-29 16,0 0-9-16,366-8-6 15,-332-4 0-15,0 4-8 16,-15 5 7-16,-7-2-3 0,-3-3 0 16,4-4 12-1,5 4-32-15,4-4 21 0,-9 8-13 16,-7 4 2-16,-6 0 2 15,0 0 8-15,0 0 22 16,0 8 53-16,0 16-29 16,0 16 66-16,-25 9-31 15,-9 18-18-15,0 10-46 16,9-2 16-16,-3 6 1 16,6-17 2-16,16-7-17 15,0-5-15-15,6-13-4 0,0-11-9 16,0-3-25-16,0-14-55 15,0-2-193-15,0-9-279 16</inkml:trace>
  <inkml:trace contextRef="#ctx0" brushRef="#br1" timeOffset="-11443.99">32743 9529 49 0,'0'0'206'0,"0"0"-107"0,0 0 48 0,0 0-50 0,0 0-19 0,0 0-5 16,0 0 23-16,0 0-45 0,0 0 32 16,0 0-36-16,0 3 8 15,0-3-32-15,0 0 16 16,0 0-12-16,0 0-5 15,0 0-7-15,0 0-11 16,0 0 22-16,0 0-24 16,0 0 25-16,0 0-18 15,0 0-1-15,0 0-8 16,0 0-2-16,16-3-9 16,24-18 8-16,13-2-1 0,6-2 8 15,-4-3-8 1,-2 4 11-16,-6 12-17 0,-13-4-13 15,-16 16-25 1,-5 0-74-16,-13 0-208 0,0 0-63 16</inkml:trace>
  <inkml:trace contextRef="#ctx0" brushRef="#br1" timeOffset="-10841.86">33258 9765 31 0,'0'0'168'0,"0"0"-99"0,0 0 92 0,0 0 8 0,0 0-95 0,0 0 46 0,9 0-13 16,-9-12-41-16,6-12-40 16,1-8 28-16,5-4-27 0,0-8-12 15,4-5 7-15,3-11-11 16,8-4 9-16,-8 0-15 15,3 0-8 1,-16 0 16-16,6 0-26 16,-5-1-1-16,2 13-3 15,3 9 9-15,-12 10 8 0,6 9-5 16,1 7 11-16,-7 10-16 16,0 7 22-16,0 0-24 15,0 0-10-15,0 0-31 16,0 0 3-16,0 16-13 15,-13 0-172-15,-8 4-92 16</inkml:trace>
  <inkml:trace contextRef="#ctx0" brushRef="#br1" timeOffset="-10259.88">33680 9015 240 0,'0'0'323'0,"0"0"-196"0,0 0-10 0,0 0 0 0,0 0-115 0,0 0 21 16,0 0-17-16,0 0 21 16,0 4 11-16,0 24 6 15,-13 12-13-15,-15 9-25 16,10 10 8-16,-4-2-2 16,3 2-19-1,13-6 17-15,6-4-20 0,0-2-2 16,0 1 7-16,0-7-3 15,0 3-3-15,6-8 8 16,19-8-23-16,3-9 17 16,-6-14-43-16,3 3 18 0,-10-8 13 15,-3 0 8 1,-5 0 26-16,11-28-7 0,4-9 39 16,-10-2-44-16,4-2 19 15,-16 1-14 1,0 4-7-16,0 0 8 0,0 12-14 15,0 8 10-15,-16 12-3 16,-18 4 4 0,-12 0-3-16,-7 12-2 0,-12 28-3 15,3 5 4-15,9-1-71 16,13-8 41-16,28-13-135 16,12-10-121-16</inkml:trace>
  <inkml:trace contextRef="#ctx0" brushRef="#br1" timeOffset="-3084.55">27912 9793 63 0,'0'0'275'0,"0"0"-162"0,0 0-6 0,0 0-53 15,0 0 13-15,0 0-40 0,0 0 34 0,0 0-56 16,-80 0 12-16,74 0-11 15,-10 0 12-15,10 0 44 16,-13 0-44-16,13 0 32 16,0 0-33-16,-16 4 26 15,22 0-40-15,-12 1-3 16,5-2 1-16,-8-3-1 16,9 8 0-16,-13 0 3 0,-3 0-12 15,4 9 21 1,-4-2-32-16,-3 6 40 0,-3-1-39 15,-6 4 26-15,22-4-7 16,-10-9 0-16,4 6 2 16,-1-9 0-16,-3 8 4 15,10-4 3-15,-4-1 1 16,10-3 0-16,0-3 1 16,0-1-9-16,0 4 0 15,6-8-2-15,-7 0 12 0,7 0-9 16,0 0 26-16,0 0-28 15,0 0 5 1,47-40 7-16,52-20-19 0,22-9 11 16,25-15-6-16,37-12 1 15,28-12 0-15,30-17 2 16,14-15 9-16,-1-5-14 16,-28 9 11-16,-30 20-16 15,-51 28-30-15,-52 35-31 16,-24 34-161-16,-35 19 66 15,-34 0 39-15,0 16-3 16,0 20 78-16</inkml:trace>
  <inkml:trace contextRef="#ctx0" brushRef="#br1" timeOffset="-2118.63">31261 10210 226 0,'0'0'24'0,"0"0"54"0,0 0 33 0,0 0-54 0,0 0-11 15,0 0-5-15,-68 36-17 16,68-36 61-16,0 0 1 16,0 0 33-16,0 0-56 15,0 0-16-15,0 0-41 0,0-11-12 16,15-25 2-16,44-21 4 16,22-19 7-16,12-12 1 15,34-29-16-15,13-11 23 16,21-12 9-16,6-9-24 15,-6 9 21-15,-21 8-20 16,-7 19 8-16,-46 21-9 16,-19 20-16-16,-21 20 0 15,-22 16-49-15,-10 16 31 16,-9 12-16-16,-6 8 20 16,0 0-20-16,0 0-27 15,0 8-4-15,0 15-181 16</inkml:trace>
  <inkml:trace contextRef="#ctx0" brushRef="#br1" timeOffset="3762.44">30225 13507 424 0,'0'0'202'0,"0"0"-90"0,0 0-28 0,0 0-16 0,0 0-25 0,0 0 34 15,25-213-45-15,-3 157 0 0,-10 0 19 16,1-8 3 0,8-4-36-16,4-16-14 0,-3-1-2 15,6-3 6-15,-16 7-16 16,16 17 7-16,-9 9-5 15,-7 27 5-15,-6 15-1 16,4 13-3-16,-10 0-2 16,0 16-2-16,0 33 18 0,0 15-21 15,-47 12 21 1,-15 12-18-16,3-3-4 0,-15-5-5 16,27-12 11-1,7-16-12-15,12-16-31 0,22-20-117 16,6-16-129-1</inkml:trace>
  <inkml:trace contextRef="#ctx0" brushRef="#br1" timeOffset="4308.76">30908 12745 518 0,'0'0'82'0,"0"0"-37"0,0 0 61 0,0 0-92 0,0 0-1 0,0 0-3 0,-75 149 18 16,63-98 25-16,2 9-19 15,10 9 28-15,0-2-52 16,0-1-9 0,0 6-1-16,0-8-26 0,28 0 4 15,6-12-11-15,1 4-10 16,5-16 12-16,-3-8 23 15,13-12 3-15,-4-12-4 16,1-8-14-16,-7 0 23 16,7-44 4-16,-7-29 22 15,-9-10-26-15,-16-6-21 16,-2 9-105-16,-13 16 40 16,0 36-18-16,-41 15 54 15,-24 13 50-15,-15 0 120 0,-7 53-91 16,-6 7-4-1,18 4-5-15,23-3 21 16,24-9-40-16,28-16-1 16,0-13-130-16</inkml:trace>
  <inkml:trace contextRef="#ctx0" brushRef="#br1" timeOffset="4941.92">29897 13908 499 0,'0'0'25'0,"0"0"40"0,0 0 20 0,0 0-38 0,0 0-13 0,0 0 36 0,-28 8 38 16,28-8-37-16,0 0-2 15,0 0-43-15,0 0 10 16,9 0-30-16,62 0 1 0,38 0 19 16,37 0 14-16,27-20-14 15,17-16-17 1,-4 8 9-16,-13 0-10 0,-18 12-16 15,-28 8 4-15,-34 8-18 16,0 0-60-16,-34 0-25 16,-31 0-194-16,-28 16-222 15</inkml:trace>
  <inkml:trace contextRef="#ctx0" brushRef="#br1" timeOffset="5894.44">30105 14248 227 0,'0'0'310'0,"0"0"-267"0,0 0 3 0,0 0 40 0,0 0-43 0,0 0 70 0,-22 0-6 16,22 0-54-16,0 0-18 0,0 0-30 16,0-11 0-1,0-1 7-15,0 4-19 16,28 0 14-16,-7 0-10 16,4 8 3-16,-3 0 0 0,3 0 0 15,-10 0-4 1,-2 19-3-16,-13 22 14 0,0 3-15 15,0 12 16-15,0 0-10 16,0 1 14-16,-22-9-20 16,16-12 8-16,0-17-7 15,6-2-10-15,0-14-40 16,0-3-22-16,21 0 29 16,26 0 49-16,5-3 1 15,-5-14 0-15,-7 9 3 0,-12 8 11 16,-15 0 19-1,-7 0-13-15,-6 0 28 0,0 17-34 16,0 27 31-16,0 8-24 16,-28 0 10-16,-37 1-16 15,-10-6-8-15,1-11 7 16,15-11 1-16,19-10 1 16,12-2-13-16,15-13-6 15,7 0-76-15,6 0-94 16,0-5-498-16</inkml:trace>
  <inkml:trace contextRef="#ctx0" brushRef="#br1" timeOffset="6640.78">30740 14132 25 0,'0'0'151'0,"0"0"-80"0,0 0 4 0,0 0 20 0,0 0-7 0,0 0-50 0,-22-3 41 0,16 3 30 16,0 0-5-16,-6 0 4 0,2 0-61 16,4 3 14-16,0 2-34 15,6-5 20-15,-6 0-37 16,6 0 37-16,0 0-28 16,0 0-12-16,0 0-6 15,0 0 5-15,0 0-12 16,0 0 14-16,0 0-6 15,0 0 2-15,28-5 0 16,-4 5-2-16,4 0-4 16,-9 0 0-16,3 0 2 15,-4 36-3-15,-18 8 7 16,0 17-8-16,0 16 12 16,-34 6-14-16,-25 6 13 15,7 3-11-15,5-16 6 16,13-15-4-16,12-18 2 0,16-14 0 15,6-14-1 1,0-2-10-16,22-10 6 0,37-3 5 16,21 0-7-16,7 0 14 15,0 0-1-15,-13-8-6 16,7-4-3-16,-35 1 0 16,-5 3 3-16,-10 8-20 15,-3 0-71-15,0 0 38 16,-4 0-102-16,-8 0-179 15</inkml:trace>
  <inkml:trace contextRef="#ctx0" brushRef="#br1" timeOffset="12636.45">31320 12512 192 0,'0'0'118'0,"0"0"-57"0,0 0 1 0,0 0-38 0,0 0-16 0,0 0-9 0,0 0 1 15,0-55 0 1,0 55 10-16,0 0 45 0,0 0 21 15,0 0-45-15,0 0 51 16,0 0-39-16,0 0 19 16,0 0-24-16,0 0 26 15,0 0-15-15,0 0-20 16,0 0-6 0,0 0-8-16,0 0 25 0,0 0-8 15,0 0 26-15,0 0-45 16,0-5-1-16,0-7-12 15,0-4 6-15,28-12-6 0,18-8 7 16,7-5-12-16,9-6 14 16,-3 6-18-16,0 10-2 15,-19 3 10 1,-6 15-23-16,-21 5-31 0,-4 8 2 16,-9 0-18-16,0 0-101 15,0 0-129-15</inkml:trace>
  <inkml:trace contextRef="#ctx0" brushRef="#br1" timeOffset="13002.51">31428 12180 836 0,'0'0'228'0,"0"0"-165"0,0 0 16 0,0 0-68 0,0 0-11 0,0 0-24 16,72 0-87-16,-57 0-288 15</inkml:trace>
  <inkml:trace contextRef="#ctx0" brushRef="#br1" timeOffset="13236.03">31887 12568 764 0,'0'0'244'0,"0"0"-194"15,0 0 22-15,0 0-65 16,0 0-7-16,0 0-57 16,0 0-78-16,0 0-269 0</inkml:trace>
  <inkml:trace contextRef="#ctx0" brushRef="#br1" timeOffset="13493.84">31887 12568 527 0</inkml:trace>
  <inkml:trace contextRef="#ctx0" brushRef="#br1" timeOffset="13671.34">31887 12568 527 0,'329'-232'119'0,"-329"176"-45"16,0 0-12-16,-19-9-43 16,4 6 41-16,3 38 8 15,5 1 18-15,1 16-33 16,0-8-36-16,-3 4-16 16,2 4 2-16,7-8-6 15,-6 12-18-15,6 0 11 16,-12 0-3-16,6 0 13 0,-22 0-12 15,0 32-69 1,-3 4-156-16,-19-4-168 0</inkml:trace>
  <inkml:trace contextRef="#ctx0" brushRef="#br1" timeOffset="14220.22">32625 11698 125 0,'0'0'303'0,"0"0"-240"0,0 0-15 0,-96 89 15 0,71-53-36 16,-2-8 51-16,2 11 3 0,9 2 36 15,-9 7-97 1,25 4-17-16,0-8-3 0,0-4 9 15,0-11-8 1,13-6 8-16,27-10-15 0,0-10 13 16,-5-3-14-16,2 0 17 15,12 0-5-15,-2-11-3 16,-7-10 38-16,-9 6-26 16,-9-6-11-16,-16 1-6 15,0-4 10-15,-6 4-16 16,0 4 10-16,0 9-8 15,-34 7-2-15,-31 0-37 16,-3 27-8-16,3 26 16 16,9-2 0-16,25-2 0 15,9-13-25-15,16-13-146 0</inkml:trace>
  <inkml:trace contextRef="#ctx0" brushRef="#br1" timeOffset="15153.54">31494 14497 69 0,'0'0'239'0,"0"0"-76"0,0 0-65 0,0 0 17 0,0 0-17 0,0 0 25 0,0 0-51 0,0 0 5 0,0 0-47 16,0 0 38-16,0 0-38 15,0 0-24-15,21 8-6 16,4 4 0-16,15-7-1 16,-12-5-22-16,0 0-21 15,-15 0-65-15,5 0-203 16,-18 0-111-16</inkml:trace>
  <inkml:trace contextRef="#ctx0" brushRef="#br1" timeOffset="15319.12">31627 14120 102 0,'0'0'836'0,"0"0"-814"16,0 0-22-16,0 0-145 15,0 0-535-15</inkml:trace>
  <inkml:trace contextRef="#ctx0" brushRef="#br1" timeOffset="15568.19">31447 14758 947 0,'0'0'108'0,"0"0"-98"15,0 0-10 1,0 0-3-16,0 0-67 0,0 0-179 16,0-24-91-16</inkml:trace>
  <inkml:trace contextRef="#ctx0" brushRef="#br1" timeOffset="16166.3">31949 14790 370 0,'0'0'265'0,"0"0"-197"0,0 0 46 0,0 0-19 0,0 0 4 0,0 0-61 16,0-28-20-16,0-27-1 15,7-22-23-15,21-12 14 16,3 1 1-16,-10 4-9 16,-8 20-4-16,2 12 2 15,-9 19 2-15,-6 22-8 16,0 11-2-16,0 0 8 16,0 28-7-16,-21 12-15 0,-13 3-40 15,3 6-62-15,-4-1 6 16,8-12-62-16,8-8-27 15,3-12-77-15</inkml:trace>
  <inkml:trace contextRef="#ctx0" brushRef="#br1" timeOffset="16566.15">32325 14329 236 0,'0'0'305'0,"0"0"-244"16,0 0 22-16,0 0-2 16,0 0-8-16,0 0 22 15,-121 204-64-15,87-143 16 16,27-1-33-16,1-4 12 15,6-15-24-15,0 2 4 0,0-14-6 16,6-14 0 0,28 1 0-16,-9-11-6 0,3-5-2 15,-3 0 16 1,3-5-13-16,0-34 11 0,-3-6-7 16,-10 1 10-16,-9 4-15 15,-6 16 6-15,0 8 0 16,-12 16-11-16,-38 0 9 15,-2 0-4-15,-7 31-4 16,18 2 7-16,7 3-27 16,22-16-72-16,12-12-202 15</inkml:trace>
  <inkml:trace contextRef="#ctx0" brushRef="#br1" timeOffset="17100.96">32384 13855 561 0,'0'0'135'0,"0"0"-76"0,0 0 127 0,0 0-77 0,0 0-90 0,0 0 1 0,0 0 11 0,0 0-9 16,12 0-1 0,28 0-13-16,7-11-16 0,-1-1-4 15,1-1-53-15,-7-2-198 16,-18 7-153-16</inkml:trace>
  <inkml:trace contextRef="#ctx0" brushRef="#br1" timeOffset="17284.3">32384 13855 163 0</inkml:trace>
  <inkml:trace contextRef="#ctx0" brushRef="#br1" timeOffset="17349.01">32384 13855 163 0,'-75'-284'465'0,"115"277"-465"0,13-14-2 15,-13 1-165-15</inkml:trace>
  <inkml:trace contextRef="#ctx0" brushRef="#br1" timeOffset="18151.16">33459 13434 130 0,'0'0'108'16,"0"0"-77"-16,0 0 61 0,0 0 45 0,0 0-31 0,-34 33 5 0,22-33 26 0,12 0-32 16,0 0-55-16,0 0 3 15,0 0-27-15,0 0 38 16,0 0-45-16,-12-24 10 16,-4-16-26-16,4-17-3 15,12-23 7-15,0-12-5 16,0-4-2-16,0 7 10 15,0 22-21-15,0 18 19 16,0 21-19-16,12 4 15 16,-6 0-8-16,16-4-31 15,-10 4-48-15,-5 19 39 16,-7 5-24-16,0 0 45 16,-19 41 23-16,-55 28-13 15,2 11 14-15,4 0-2 16,28-21-22-16,27-14-50 0,13-18-294 15</inkml:trace>
  <inkml:trace contextRef="#ctx0" brushRef="#br1" timeOffset="18899.92">32799 13993 342 0,'0'0'251'0,"0"0"-195"0,0 0 49 0,0 0 87 0,0 0-96 0,0 0-37 0,434-45-15 15,-313 41-34-15,-16 0-10 16,4 4 5-16,-22 0-12 16,6 0-13-16,-6 0 5 15,-1 0-20-15,-11 0 19 0,-22-8-155 16,-29-8-264-16</inkml:trace>
  <inkml:trace contextRef="#ctx0" brushRef="#br1" timeOffset="20946.01">33131 14369 246 0,'0'0'15'0,"0"0"-8"0,0 0 1 0,0 0 74 0,0 0 12 0,0 0-8 15,0 12-60-15,0-12 15 16,0 0-26-16,0 0 1 16,0 0-4-16,0 0-5 15,0 0 24-15,0 0-11 16,0 0 32-16,0 0-42 15,0 0 31-15,0 0-35 16,0 0 60-16,0 0-41 16,0 0 1-16,0 0 6 15,0 0-18-15,0 0 19 16,0 0-32-16,0 0 22 16,0 0-20-16,0 0 11 15,0 0-7-15,0 0 2 16,0 0-6-16,0 0 18 15,0 0 11-15,0 0-6 0,0 0 19 16,0 0-39-16,0 0 15 16,0 0-13-16,0 0-13 15,0 0 13-15,0-4-8 16,0-4 0-16,0 4 3 16,0-11-8-16,15-6 10 15,4 12-13-15,-4-6 17 16,4 11-18-16,0 0 10 15,-4 4-5 1,4-8-6-16,9 8 6 0,-4 0 0 0,11 0 4 16,-8 0-11-1,-8 0 5-15,-3 0-3 16,-4 8 7-16,-12 12-1 0,0 4 6 16,0 0-6-16,0 5 3 15,0 2 0 1,0 2-1-16,0 3 4 0,0 3-15 15,0-3 22-15,-22 17-18 16,-9-5 14-16,3-8-10 16,-6 8 5-16,3-12-1 15,3 4 0-15,-6 0 1 16,0 1-9-16,9-5 17 16,-3 3-18-16,0-6 20 0,10-5-22 15,5-9 15-15,13-10-5 16,0-9 1-16,0 0-2 15,0 0-8-15,0 0 20 16,0 0-7-16,41 0 0 16,18 0 9-16,15-9-6 15,7-6 0-15,6-1-6 16,-16 0 0-16,9 0-1 16,-27 16 1-16,-13-4-7 15,-12 4 5-15,-15 0-14 16,-4 0 19-16,-9-5-10 15,6 5-12-15,-6 0 0 16,0 0-38-16,0 0-112 0,0 0-154 16,0 0-27-16</inkml:trace>
  <inkml:trace contextRef="#ctx0" brushRef="#br1" timeOffset="24377.11">5466 16836 167 0,'0'0'342'0,"0"0"-294"0,0 0 24 0,0 0 37 16,0 0 18-16,0 0 1 0,7 0-40 0,-7 0-32 16,0 0 3-16,0 0-54 0,0 0 26 15,0 0-30-15,0 0 5 16,0-4-6-16,0-4 3 15,0 3-2 1,-7-3 2-16,-14 5 0 0,-10-2-3 16,-16 1 0-1,13 1 0-15,0 3-4 0,-6-5 4 16,-7 5-12-16,13-3 10 16,-12 3-3-16,5 0-7 15,1 0 24-15,-7 0-23 16,1 0 22-16,-13 0-22 15,-3 0 5-15,-3 0 6 16,-9 0 0-16,15 0-11 16,-3 0 8-16,9 0-11 15,6 15 7-15,7-2 14 16,6 3-14-16,-6-1 6 0,-1 6-4 16,-5 2-5-16,-1 5-4 15,7 1-12-15,6 3 22 16,9 0-12-16,-9 4 26 15,0 4-20-15,9 1-3 16,-9-5 5-16,6 3-12 16,3-3 14-16,10-3 4 15,9 7 4-15,-1-12 0 16,1 12 0-16,6 1-3 16,0 3 6-16,0 7-10 15,0-2 4-15,0-2 0 0,0 6 0 16,0-1 1-1,0 4-3-15,0 0 10 0,0-7-14 16,6-2 14-16,7-3-19 16,2-3 21-1,10-5-18-15,3 4-8 0,-3 0-2 16,3 0-50-16,-10 1-15 16,4-5 67-16,-10-5-28 15,10-3 38-15,-3 4 14 16,-4-7-7-16,4 6 0 15,-1-3 3-15,-2-3-1 16,18 7 10-16,-9-9-16 0,15 2 12 16,0-9 31-1,1-4-37-15,-1 1 39 0,0-5-35 16,7 3 11 0,-13 6-15-16,6-2 1 0,-9-3-3 15,3-3 5 1,13-9-10-16,-13 8-25 0,25-8 26 15,-3 3 4-15,-4-3-1 16,1 5 1-16,0-2-3 16,3 1 2-16,-10 1 2 15,13-5-6-15,3 0 11 16,-3 0-17-16,-6 0 24 16,15 0-18-16,-9-20 15 0,9-1-8 15,-3-7-2 1,-3 5 5-16,-3-6 4 0,-6-7 16 15,-7 8-3 1,4-8-22-16,-13-9 10 0,-3-2 4 16,13-2-25-1,-7 6 12-15,-12 10-2 0,-9-3-6 16,2 4 7-16,-14 0-5 16,-1-8 15-16,0 4-6 15,-6-4-3-15,0 4 20 16,6 3-10-16,3-3-12 15,-2-8 1-15,-7 5-5 16,0-10 5-16,0 9-3 16,0 8-4-16,0-8 13 0,0 4-9 15,0 0 6 1,0-5-6-16,0 2-11 0,-7-2-27 16,-8 5 15-16,-4 4 21 15,-2 0-3-15,8 4 16 16,-5-8-8-16,-4 0 10 15,3 4-10-15,-9 4 10 16,10-5 5-16,-10 10 14 16,-6-1-9-16,-7-4-1 15,1 0-14-15,0-5-10 16,15 5 1-16,-9 0 3 16,12 4 2-16,-3 12 1 15,-2-4 0-15,2 8-2 16,-9-8 18-16,0 4-7 0,-1-4 2 15,-5-1-5-15,9 1-9 16,-3 1 8-16,6 7 22 16,-12 3-25-16,21 2 39 15,-15-2-27-15,6 2 1 16,-3-6-17-16,-9-2 6 16,0-5-16-16,-1 4 9 15,13 4-8-15,-6 0 18 16,16 8 3-16,-4 0 0 0,-3-5 1 15,13 2-13 1,-10-2 1-16,3-3-2 0,-9 1 5 16,7 2-10-1,-4 5 19-15,13 0-14 0,-16 0 11 16,0 0-11 0,3 0 1-16,-9 25-56 0,6-6-32 15,-3-7-45-15,-3-4-253 16</inkml:trace>
  <inkml:trace contextRef="#ctx0" brushRef="#br2" timeOffset="-179111.39">8375 9067 283 0,'0'0'145'0,"0"0"-49"0,0 0-7 0,0 0-35 0,0 0-28 0,0 0 0 16,0 0-18-16,-9 0 11 16,9 0 8-16,0 0 22 15,0 0-11-15,0 0 22 16,0 0-27-16,0 0-30 16,0-8-3-1,0-4-8-15,0-4 7 0,0 0 1 16,21 0-2-16,-2 0 4 15,15-4-3-15,-6 8 6 16,6 0-6-16,-9 4 1 16,3 3 0-16,6 5 8 15,-3 0-5-15,9 0 3 0,1 0 4 16,-1 0-15-16,0 5 15 16,-6 7-20-16,0 8 9 15,-9-4 0-15,3 8-1 16,-9-4 2-16,2 0-3 15,4 1 3-15,-9-6 1 16,2 1 2-16,4 0-6 16,-16-4 6-16,7 4-1 15,-7 4 2-15,15-4-5 16,-8 4 1-16,-1 4 0 0,4-4 0 16,-4 5 4-16,1 3-12 15,2-4 20 1,-2 7-19-16,-7 10 13 0,6-8-7 15,4-10 1 1,-10 9 0-16,0-4-4 0,0-8 8 16,10 5-7-16,-4-6 12 15,1 1-16-15,-1-4 14 16,10-3-14-16,-4-1 6 16,10-4-1-16,0 4-2 15,3-4 4-15,-3 3-5 16,0-3 13-16,-3-3-13 0,-4 3 6 15,20-4-2 1,-23 0-12-16,10-4 3 0,-9 0-7 16,3 0 5-16,18 0 7 15,0 0 1-15,-9 0 0 16,3 0 8-16,0 0-18 16,0-8 25-16,-9 0-19 15,16 8 13-15,-14 0-8 16,1 0 3-1,-9 0-12-15,9 0 9 0,3 0-11 16,-3 0 9-16,6 0 1 16,0 0 1-16,6 16 6 15,-9-1-2-15,3 6 2 0,-6 3-2 16,-3-12-2 0,-3 12 2-16,-4-11-3 0,-11 2 8 15,8-3-12-15,-9 16 8 16,1-3-2-16,-7-5 0 15,0 7 0 1,12 1-5-16,-6 5 5 0,-6-2-3 16,0 5 14-16,0-7-15 15,0-5 8-15,0 8-8 16,0 0 16-16,0 5-12 16,0-1 7-1,-6 0 20-15,-6-5 8 0,-1 2-15 16,13-5-15-16,-15-8 0 15,15-1 2-15,0-2-5 16,0 2-2-16,0-2-6 0,0 15 6 16,0-4 0-1,0 0 1-15,0 5-7 0,0-2 12 16,0-7-13-16,0 4 20 16,0-11-29-16,15 2 13 15,-2-2-3-15,14 10 3 16,-2 1 3-16,3 5-1 15,6-2 7-15,-9-10-12 16,-3 3 7-16,18 0-12 16,-9-8 17-16,3 9-21 15,0-6 10-15,0-2 1 16,-9-6-11-16,16-7-19 0,-7 0 13 16,6 0 3-16,-6 1 12 15,0 6 12 1,7-3-14-16,-17 0 1 15,4 4-20-15,-3 1-6 0,-3-1 2 16,-4-1 14-16,-2 2 10 16,2 2 3-16,-5-7 8 15,9 8-8-15,-10-3 10 16,10-1 14-16,-4 4-13 16,-5-4-7-16,15-1 5 15,-16 6-4-15,3 2 11 16,-2 6 1-16,-13 3 37 0,12 8-2 15,-12-8-5 1,0 4-39-16,10-7 14 0,-10 3-10 16,0-4 6-1,0 4 12-15,0 0-18 0,0 0-5 16,6 0 7-16,-6-9-9 16,0 2 1-16,0-12-4 15,12 6 4-15,-6-7-6 16,1 5 4-16,20-2 0 15,1 5 5-15,3 8-2 16,10 0-3-16,-1 4 9 16,0-4-19-16,-12-4 13 15,-3 0-3-15,-9-7 0 16,2-13-10-16,-5 11 10 16,8-11-17-16,7 0-13 15,-3 0-77-15,3-19-111 0</inkml:trace>
  <inkml:trace contextRef="#ctx0" brushRef="#br2" timeOffset="-172967.56">8192 9075 157 0,'0'0'50'0,"0"0"-13"0,0 0-3 0,0 0 26 0,0 0 64 15,0 0-21-15,0 0-32 16,0 0-33-16,0-8-22 16,0-3-16-16,0-6-9 15,0 13 5-15,0 4 4 0,0 0 36 16,0 0 24 0,0 0 8-16,0 0-26 0,0 0-26 15,0 0-10-15,0-4 1 16,0 4-3-16,0 0 5 15,0 0 37-15,0 0 1 16,0 0-29-16,0 0-13 16,0 0-5-16,0-3 9 15,0-6-19-15,0 1 20 16,22 0-25-16,-16 0 24 16,6 8-18-16,10 0 11 15,-10 0-2-15,10 0 0 0,-3 0 0 16,2 0-5-16,10 0 10 15,-3 4-6-15,-9 8 11 16,15-4-18-16,6 4 14 16,-6-4-9-16,1 4 3 15,-23-4-1 1,22 4-1-16,-9 0 4 0,-3 5-4 16,2-2 6-16,-2 6-8 15,-3-10 15-15,9 1-12 16,-10-4 2-16,4 0 1 15,-3 0-2-15,-4 9 0 16,-3-6-8-16,1 6 18 16,2-1-8-16,-2-8 14 15,-7 8-23-15,16-1 16 0,-16 2-9 16,6-1 0 0,-6 8 1-16,1 4 3 0,-7 0-1 15,0 4 17-15,0-8-14 16,9 0-2-16,-3-7 7 15,0-2-19-15,1 1 9 16,5 4-1-16,3-4 0 16,-2 0 2-16,-1 1-7 15,-6-1 13-15,10 4-14 16,-4-4 16-16,10-4-12 16,-3 4 9-16,-7-8-11 0,-6 4 4 15,4-4 0 1,-4-5-5-16,6 10 13 15,1-9-18-15,8 4 20 16,-8 0-25-16,15-3 24 0,-10-2-19 16,10 9 10-16,-3-4-1 15,3-4 1-15,0 5-10 16,-3-9 8-16,9 3-14 16,0-3 9-16,0 0 9 15,-3 4-8-15,-3 0 8 16,-7 0-4-16,-8 0-3 15,5 5 5-15,4-6-2 0,3 9 8 16,-9-4-15-16,18 5 21 16,-10-2-23-16,4 5 25 15,-3 4-21-15,9 5 8 16,0-1-1 0,-15 7 0-16,9-3 7 0,-16 8-15 15,16-3 16-15,-15-9-15 16,-13 8 21-16,21-4-23 15,-15 0 16-15,7 9-11 16,-7-1 6-16,3 7-2 16,-9-2 0-16,0-5 6 15,13 0-15-15,-7-4 23 16,0-9-24-16,7 2 22 16,-4-1-23-16,3 0 17 15,-6 5-8-15,-6-1 2 16,13 3 0-16,-4-7-3 0,-3 1 12 15,7-5-20-15,-7-9 22 16,0 2-22-16,22-10 15 16,0 14-10-16,3-9 12 15,-3 8-8-15,6-1 2 16,0-7 0-16,-3 5-11 16,-9-1 17-16,-4-9-14 15,4 5 9-15,-9-3-6 16,14 3 5-16,-8 0 0 15,3 4 0-15,18-4 3 16,-15 0-10-16,3 4 14 0,12-4-14 16,-15 4 14-1,3 9-14-15,0-10 6 0,12 25-2 16,-15 4 6 0,15 0-3-16,-12 5 2 0,3-1 1 15,-3-8-6-15,-6 0 8 16,2 3-14-16,-11-2 20 15,2-5-14-15,-2 1 13 16,-1-2-10-16,-2-7 17 16,-4 4-10-16,0-8-7 15,-6-12 7-15,19 5-14 16,-4-9 20-16,-3 4-22 16,7 3 18-16,3-3-13 0,-4 9 9 15,10-1-5 1,0-4 0-16,-9-1 4 15,2-3-10-15,-8 5 12 16,5-1-20-16,-11-4 28 0,21 8-22 16,-16 1 18-16,10-2-17 15,12 9 7 1,-9-4 0-16,15 0-6 0,-12 1 11 16,-3-10-10-16,-25 5 10 15,21-4-17-15,-8 1 26 16,2 2-23-16,-9 9 9 15,7 1 0-15,-7 11-1 16,0-8 4-16,4 0-12 16,-10-9 22-16,6-2-25 15,0-6 24-15,6 10-7 16,1-1-3-16,2 4 10 0,4 0 4 16,3-3-8-1,-10-10-8-15,0-7-36 0,10-4 8 16,-3 0-132-1,-13-15-168-15</inkml:trace>
  <inkml:trace contextRef="#ctx0" brushRef="#br2" timeOffset="-85274.28">25640 9136 951 0,'0'0'129'0,"0"0"-121"16,0 0 0-16,0 0 3 15,0 0-3-15,0 0-16 16,58 0-67-16,-51-21-337 16</inkml:trace>
  <inkml:trace contextRef="#ctx0" brushRef="#br2" timeOffset="-85025.44">26086 9745 344 0,'0'0'49'0,"0"0"-49"15,0 0-127-15</inkml:trace>
  <inkml:trace contextRef="#ctx0" brushRef="#br2" timeOffset="-83375.59">24790 13154 903 0,'0'0'241'16,"0"0"-241"-16,0 0-12 0,0 0-28 16,0 0-127-1,0 0-233-15</inkml:trace>
  <inkml:trace contextRef="#ctx0" brushRef="#br2" timeOffset="-42110.15">15212 10932 42 0,'0'0'185'0,"0"0"-129"0,0 0 58 0,0 0-82 0,0 0-30 0,0 0 48 16,0 0-26-16,0-68 1 16,0 59 0-16,0 1 45 0,0 5 38 15,0-1 3 1,0 0-54-16,0 4-9 0,0 0-35 15,0-4-18-15,0 4 5 16,0-8-1 0,0 0 0-16,0 3 1 0,0 2 14 15,0-1 15-15,0 4 37 16,0-4-31-16,0 4 15 16,0-4-38-16,0 0 11 15,0-5-22-15,-12 1 0 0,12 0-2 16,0 5 6-1,0 3-8-15,-10 0 6 0,10 0 36 16,0 0-28 0,0 36-11-16,0 32 10 0,0 21-10 15,10 2 6-15,14 9-6 16,-17-3 0-16,-7-13-28 16,0-8 5-16,0 0-69 15,0-7 10-15,0-14-189 16,-31-25-202-16</inkml:trace>
  <inkml:trace contextRef="#ctx0" brushRef="#br2" timeOffset="-41428.63">15004 10780 64 0,'0'0'368'0,"0"0"-221"0,0 0-38 0,0 0-6 0,0 0-6 0,0 0 1 0,-18 0-58 0,18 0 7 0,0 0-37 16,0 0 24-1,0 0-26-15,0 0 22 0,0 0-29 16,0 0 13-16,0 0-11 16,46 0 18-16,19 0 1 15,28-16-11-15,16-20 12 16,18 0-19-16,0-17 17 16,0 6-16-16,-21 6-7 15,-20 13 3-15,-17 12-2 0,-17 16-19 16,-11 0-9-16,-7 0 6 15,-9 0-19 1,2 12-22-16,-14 0-91 16,-13-8-155-16,0 4-227 15</inkml:trace>
  <inkml:trace contextRef="#ctx0" brushRef="#br2" timeOffset="-41078.36">15813 10796 470 0,'0'0'19'0,"0"0"34"15,0 0 12 1,0 0-47-16,0 0-3 0,0 0 15 16,-86 172 22-16,73-119-33 15,-2-1 63-15,15 7 50 16,0-2-51-16,0 15-69 16,0-4 25-16,0 4-33 15,28 1 2-15,-10-5-6 16,-2 0-10-16,-10-16-12 0,19-20-102 15,3-32-174-15</inkml:trace>
  <inkml:trace contextRef="#ctx0" brushRef="#br2" timeOffset="-40495.53">14716 12228 522 0,'0'0'174'0,"0"0"-69"0,0 0 19 0,0 0-124 0,0 0 1 0,0 0 21 0,183 0 49 0,-78 0-9 16,16-4-9-16,0-12 5 16,6 11-43-16,-15-3 5 0,3-4-13 15,-16 1-14-15,15-2 7 16,-14-7-21-16,-7 0-59 16,-25-4-71-16,-28 4-294 15</inkml:trace>
  <inkml:trace contextRef="#ctx0" brushRef="#br2" timeOffset="-39623.38">15519 12391 100 0,'0'0'438'0,"0"0"-313"16,0 0-29-16,0 0 30 0,0 0-117 0,0 0 33 16,0 0-23-16,-75 185-6 15,51-129-7-15,-10 5 34 16,6-1-4-16,9-12-5 0,7-16-3 15,2-4-20 1,10-8-1-16,0-7 0 16,0-6-14-16,28-7-3 0,25 0 10 15,9 0-34 1,9-15 13-16,-9-6-5 16,-21 6-42-16,-7 2-40 0,-16 9 42 15,-5 4 41-15,-13 0-25 16,0 0 45-16,0 0-23 15,0 0-13-15,0-4-36 16,0-8-20-16,0-4 8 16,15-1-18-16,-15 2 58 15,6 3 47-15,-6 0-7 0,0 4 18 16,0-4-3 0,0 4-1-16,0 0-4 0,0 0-1 15,0 0 0-15,0 8-5 16,0 0 5-16,0 0 53 15,0 28 111-15,0 24-25 16,0 25-45-16,0 14 21 16,0 1-8-16,0 5-30 15,0-9-31-15,0-4-34 16,-6-12 4-16,-9-15-15 16,9-13-2-16,-1-12-64 15,7-16-217-15,-12-16-222 16</inkml:trace>
  <inkml:trace contextRef="#ctx0" brushRef="#br2" timeOffset="-38930.44">16489 12119 300 0,'0'0'231'0,"0"0"-152"0,0 0 47 0,0 0-18 0,0 0-4 0,0 0-19 15,-55-40-37-15,55 40 20 0,0 0-21 16,0 0-14-16,0 0-16 16,68 0 17-16,12 0-12 15,13 0-3-15,7-4-4 16,8-12-9-16,-2 0-12 15,-20-8-8-15,11-5-29 16,-45-7-103-16,-46 5-416 16</inkml:trace>
  <inkml:trace contextRef="#ctx0" brushRef="#br2" timeOffset="-38063.65">18440 11650 44 0,'0'0'317'0,"0"0"-220"0,0 0 17 0,0 0-29 0,0 0 17 0,0 0-7 16,0 4 59-16,0-4-105 16,0 0 6-1,0 0 30-15,0 0-39 0,-6-24-8 16,-7-28-37-16,-2-24 4 15,15-21 1-15,0-7 10 16,0-8-13-16,0-9-6 16,0 10 3-16,0 22-16 15,0 17 13-15,0 28 3 16,0 20-7-16,-7 15 17 16,-5 9-20-16,-10 0 2 15,-9 17 3-15,-3 27-49 16,-6 23-13-16,12 18 9 0,-12 12 10 15,-7-2-37 1,-12 26-223-16,-15-8-337 0</inkml:trace>
  <inkml:trace contextRef="#ctx0" brushRef="#br2" timeOffset="-37632.11">17891 12231 798 0,'0'0'48'0,"0"0"80"0,0 0-35 0,0 0 19 0,0 0-42 0,363-72-37 0,-211 57-4 16,-19 2-21-16,-18 10-16 16,-22 3 5-1,-25 0-13-15,19 0-53 0,-28 0-56 16,-25 11-182-16,-28 1-466 16</inkml:trace>
  <inkml:trace contextRef="#ctx0" brushRef="#br2" timeOffset="-37049.65">18313 12721 47 0,'0'0'577'0,"0"0"-542"0,0 0 119 0,0 0 20 16,0 0-142-16,0 0-20 15,241-48 3-15,-206 48-30 16,-17 0 27-16,-18 0-24 15,0 39 22-15,0 33-13 0,-80 25 3 16,-20 11-37 0,-14 5-83-16,27-8-9 15,12-10 85-15,38-18 44 16,15-22 51-16,22-6-34 16,0-25 59-16,28-16-53 0,44-8-21 15,24 0 35-15,-3-17-23 16,6-22-8-16,-6-2 0 15,-6 2-12-15,-25 6-47 16,-16 18-27-16,-11 2-60 16,-23 13-77-16,-12 0-128 15</inkml:trace>
  <inkml:trace contextRef="#ctx0" brushRef="#br2" timeOffset="-36516.46">19404 12336 225 0,'0'0'397'0,"0"0"-345"0,0 0 95 16,0 0-33-16,0 0-69 0,0 0-44 0,406 24 1 0,-347-24-2 16,-3 0-4-1,-10 0-39-15,-27-8-42 0,-19-12-84 16,0-8-124-16</inkml:trace>
  <inkml:trace contextRef="#ctx0" brushRef="#br2" timeOffset="-36306.82">19568 12108 1074 0,'0'0'12'16,"0"0"61"-16,0 0-15 15,0 0-17-15,456-17-39 16,-347-15-4-16,-32 16-85 16,-49 8-452-16</inkml:trace>
  <inkml:trace contextRef="#ctx0" brushRef="#br2" timeOffset="-19712.57">21140 12267 577 0,'0'0'58'0,"0"0"49"0,0 0 28 0,0 0-67 0,0 0-53 0,0 0 13 0,0 0 7 0,0 0-18 16,-6 0 47 0,6 0-7-16,-6 0-7 0,6 0-27 15,0 0-9 1,0 0-10-16,0 0-6 0,0 0 7 15,0 0-10 1,0 0 1-16,0 0 3 0,53 0 1 16,34 0 5-16,33 5 15 15,20 6-19-15,21-3 16 16,7 1-17 0,5-5 5-16,7 0-4 0,-6-1 3 15,12-3-5-15,9 8 2 16,13 1 3-16,6-1-4 0,-6 3 9 15,-4-3-5-15,10-3 4 16,-18-1-8-16,-17-4-2 16,1 0 1-16,-19 0 2 15,1 0-5-15,-10 0 10 16,-4 0-13-16,-20 0 14 16,-17 0-12-16,-15 0 7 15,-9 0-4-15,-28 0-9 16,-6-12-16-16,-19-4-26 15,-28-12-94-15,-6-8-300 0</inkml:trace>
  <inkml:trace contextRef="#ctx0" brushRef="#br2" timeOffset="-18349.84">23193 12809 233 0,'0'0'210'0,"0"0"-111"0,0 0-39 0,0 0 6 0,0 0-38 0,0 0 19 0,12 0-35 0,-12 0 11 0,0 0 16 0,0 0 84 15,0 0-50-15,0 0-34 16,0 0-7-16,0 0-9 16,0 0 1-16,0 20-18 15,-18 12-5-15,-4 4 4 0,-3 8 11 16,-3 4-16-16,1 1 26 15,-14 3-24-15,23-1 1 16,-1 2 8-16,-9-4-7 16,22-10-8-16,0-11 14 15,6-4-20-15,0-7 10 16,0-6-1-16,0-2-13 16,25-6 11-16,27 2 0 0,16-5-12 15,19 0 8 1,-6 0-27-16,-7 0 13 0,-15-12-4 15,0-4 1-15,-3 3-12 16,-10 6 25 0,-5-6 10-16,-16 13-10 15,2-8 8-15,-8 5 6 16,3-10-7-16,-10 1-12 0,1-8 2 16,8 1-56-16,-14-2 2 15,-1-3 10-15,-6 4-8 16,0 4 28-16,0-5 36 15,0 6-15-15,-6 3 24 16,-7 0-7-16,-2 0 18 16,8 8 29-16,-5-4-28 15,6 8 20-15,0 0 52 16,-10 0-27-16,4 0-19 0,-7 0-45 16,4 24 14-16,2 0-10 15,7 8 16-15,0 17-6 16,6 10 27-1,0 13-9-15,0 8 23 0,0-3-19 16,0-8-19-16,0 3 10 16,0-17-17-16,12 1 8 15,1-7-15-15,2-5-4 16,-15-4 8-16,0 4-8 16,0 4 1-16,0 1-12 15,0-10-7-15,0-11-50 0,19-28-108 16,21 0-443-1</inkml:trace>
  <inkml:trace contextRef="#ctx0" brushRef="#br2" timeOffset="-9221.29">14669 13507 243 0,'0'0'271'16,"0"0"-176"-16,0 0 46 0,0 0-17 0,0 0-52 0,0 0-48 15,0 0 31-15,0 0-28 16,0 0 15-16,0 0 24 16,0 0-18-16,0 0-19 15,0 0-25-15,0 0 22 16,0 0-21-16,0 0 14 16,0 0-16-16,0 0 10 15,0 0-12-15,0 0 6 16,0 0-7-16,0 0-11 15,0 0 8-15,41 0 3 0,-1 0-7 16,13 0 15-16,2 0-16 16,-2 0 11-16,12 0-9 15,-3 0 1-15,-3 0-5 16,-12 0 10-16,-19-9-25 16,-10 9 9-16,-8 0-35 15,-10 0-41-15,0-8-55 16,0-3-189-16</inkml:trace>
  <inkml:trace contextRef="#ctx0" brushRef="#br2" timeOffset="-8771.69">14843 13254 605 0,'0'0'239'0,"0"0"-122"0,0 0-26 0,0 0-46 0,0 0-19 0,0 0-6 0,0 0 16 15,0 0-34-15,0 0 21 16,0 0-23-16,0 0-1 15,0 0 0-15,0 0-3 16,0 0 4-16,0 0-14 16,0 0 12-16,0 0-13 15,0 0-14-15,0-8-67 16,0 0-179-16,0-8-418 0</inkml:trace>
  <inkml:trace contextRef="#ctx0" brushRef="#br2" timeOffset="-8189.36">14837 14032 562 0,'0'0'34'0,"0"0"19"0,0 0 11 0,0 0-5 0,0 0 58 0,0 0-4 0,6 0-77 0,-6 0-17 15,0 0 35-15,0 0-30 16,0 0-4-16,0 0-13 16,0 0 7-16,0 0 1 15,0 0 3-15,0 0 1 0,0 0-8 16,0 0-11-16,0 0-2 15,9 0-18 1,-3-8-99-16,1-28-149 0,-7-4-395 16</inkml:trace>
  <inkml:trace contextRef="#ctx0" brushRef="#br2" timeOffset="-6990.51">14390 10703 113 0,'0'0'348'0,"0"0"-301"0,0 0 38 0,0 0 7 0,0 0-32 0,0 0 25 16,0 8 10-16,0-8-13 0,0 0-48 15,0 0 41 1,0 0 2-16,13 0-40 15,-13 0-15-15,12-8-21 0,4-7 2 16,8-18 1 0,23-7-1-16,2 0 2 0,-2 0-10 15,-7 0-4-15,-9-1-31 16,3 10-74-16,-21 11-25 16,-13 12-145-16,0 8-130 15</inkml:trace>
  <inkml:trace contextRef="#ctx0" brushRef="#br2" timeOffset="-6690.71">14263 10511 132 0,'0'0'434'16,"0"0"-324"-16,0 0 91 16,0 0-55-16,0 0-95 15,307 244-11-15,-226-195-22 16,-7-6 6-16,-9-5-24 0,-3-19-3 15,-15-7-36-15,-16-7-71 16,-16 2-259-16</inkml:trace>
  <inkml:trace contextRef="#ctx0" brushRef="#br2" timeOffset="-4942.36">18954 13796 154 0,'0'0'509'0,"0"0"-487"0,0 0 65 0,0 0-38 16,0 0 9-16,0 0 49 0,121-16-42 15,-68 16-35 1,22-5 53-16,-1 2-49 0,13-2-9 16,-7-7-20-16,20 9-4 15,-20-10 2-15,-8 10-3 16,-10-2-6-1,-16 1-42-15,-6 1-1 0,-21-5-38 16,-13 0-118-16,-6-9-226 16</inkml:trace>
  <inkml:trace contextRef="#ctx0" brushRef="#br2" timeOffset="-4576.09">19075 13454 361 0,'0'0'529'0,"0"0"-522"16,0 0 24-16,0 0 59 0,0 0-76 15,0 0 12-15,-21 41 2 16,21-29 26-16,0-8-13 16,0-4-13-1,0 0-20-15,0 0-8 0,0 0-21 16,0 0-44-16,0 0-27 15,0 0-180-15,0 12-60 16</inkml:trace>
  <inkml:trace contextRef="#ctx0" brushRef="#br2" timeOffset="-4128.56">19364 14386 706 0,'0'0'229'0,"0"0"-169"0,0 0-11 0,0 0-33 0,0 0-16 15,0 0-1-15,18-17-18 0,-18 17 12 0,0-8 7 16,0 0 27-16,0 5 13 16,0-10-33-16,0 5-7 15,0-4 0-15,0 0-3 16,13-4-23-16,-4 0-68 16,-3-17-214-16,-6 2-275 15</inkml:trace>
  <inkml:trace contextRef="#ctx0" brushRef="#br2" timeOffset="-3129.71">19181 10828 230 0,'0'0'70'0,"0"0"-51"0,0 0 112 0,0 0-73 0,0 0 36 0,0 0-13 0,0 0-15 16,0-12 18-16,0 12 86 16,0 0-74-16,0 0-7 15,0-5-41-15,0-2-46 16,15-14 12-16,10-18-6 15,22-10-10-15,15-15 9 16,12-8-8-16,-3 0 1 16,-2 8-15-16,-17 8 12 0,-18 7-48 15,-15 25-33 1,-19 4-60-16,0 17-140 0,0 3 63 16,-40 0-208-16</inkml:trace>
  <inkml:trace contextRef="#ctx0" brushRef="#br2" timeOffset="-2860.68">19029 10379 589 0,'0'0'25'16,"0"0"155"-16,0 0 67 16,0 0-112-16,260 213-67 15,-160-150-3 1,-14-2-51-16,7-10-3 0,-31-7-11 16,4-3-8-16,-26 7-28 15,-40 1-50-15,0 6-208 16</inkml:trace>
  <inkml:trace contextRef="#ctx0" brushRef="#br2" timeOffset="552.56">22886 11505 272 0,'0'0'239'0,"0"0"-140"0,0 0 21 15,0 0-34-15,0 0-4 0,0 0-25 0,0 0 4 0,-6 0-35 16,6 0 20-16,0 0-25 16,0 0 13-16,0 0-12 15,0 0-6-15,0 0-2 16,0 0-13-16,0 0 11 16,0 0-7-16,0 0 17 15,0 0-19-15,0 0 18 16,0 0-18-16,0 0 13 15,0 0-16-15,0 0 2 0,0 0 2 16,0 0-2 0,0 0-4-16,0 0 2 0,53 0-1 15,33 0 2-15,20 0 16 16,21 0-16-16,6 0-1 16,10 0 0-16,-16 0 2 15,-15-3-6 1,-25-5-8-16,-47 0 11 0,-12 0-20 15,-16-4 3-15,-12-1-74 16,0 2-29-16,-12 11-363 16</inkml:trace>
  <inkml:trace contextRef="#ctx0" brushRef="#br2" timeOffset="12176.76">21540 11040 313 0,'0'0'154'16,"0"0"-72"-16,0 0 18 0,0 0-57 0,0 0 16 0,0 0 21 16,0 0 28-16,0 0-57 0,62 189-15 15,-49-117 12 1,15 0 3-16,-3-3-21 0,-4-6-23 16,4-2-2-16,-3-5 4 15,-16-4-18-15,6-12 5 16,-12-8-25-16,0-16-66 15,0-16-200-15,0 0-121 16</inkml:trace>
  <inkml:trace contextRef="#ctx0" brushRef="#br2" timeOffset="12875.91">21280 11278 438 0,'0'0'155'0,"0"0"-142"0,0 0 0 0,0 0 35 0,0 0 76 0,0 0 21 16,248-33-53-16,-133 9-76 16,12-8 43-16,0-12-26 15,0-16-11-15,-21 4-20 16,-20-1-4-16,-24 13-11 16,-15 16-45-16,-22 8 28 15,-19 8-16-15,9 8 14 16,-15 4-58-16,0 0 4 15,0-4 14-15,0-1 11 16,0 2-79-16,0 3 81 16,0 0 59-16,0 0 47 0,0 0 45 15,0 0-68-15,-15 12-11 16,15 9-10-16,-12-2 13 16,-1 5-14-16,-2 0 12 15,-4 4 92-15,0 13-9 16,-9 6-10-16,7 9-27 15,2 9 6-15,1 15-12 16,2 1-4-16,16 2-32 16,0-11-11-16,0-8-5 15,0-15 3-15,28-5-5 0,-9 1-10 16,8 2-13-16,-8 1-63 16,3-4 0-16,3-11-300 15,9-25-224-15</inkml:trace>
  <inkml:trace contextRef="#ctx0" brushRef="#br2" timeOffset="24165.34">24784 11021 110 0,'0'0'117'0,"0"0"-74"0,0 0 131 0,0 0-41 0,0 0-68 0,0 0-6 0,0 0-18 0,0-5 15 0,0 5-10 16,0 0 50-16,0 0-42 16,0 0-2-16,0 0-34 15,0 0-13-15,0 0 11 16,0 0-4-16,0 0 10 16,0 0-10-16,0 0 6 15,0 0-15-15,0 5 31 16,0-5-17-16,0 0 6 15,0 0-14-15,0 0-9 16,0 0-6-16,0 0 0 0,0-9-1 16,34-10 14-1,12-2-11-15,1 13 9 0,-13 8-10 16,-9 0-2-16,-4 0 0 16,-21 29-5-16,0 26 11 15,0 29-5-15,-15 21 12 16,-44 16-13-16,-15 7 15 15,9-12-15-15,3-20 14 16,31-20 8-16,9-27-11 16,22-21-2-1,0-5-2-15,0-10 5 0,53-10-13 16,43-3 20-16,-3 0-21 0,18 0 23 16,4-31-20-1,-16-2 10-15,-12 9-7 0,-19 9 3 16,-21 2-20-16,-19 10-66 15,-28 3-143-15,0 0-369 16</inkml:trace>
  <inkml:trace contextRef="#ctx0" brushRef="#br2" timeOffset="40318.5">8080 8863 102 0,'0'0'61'0,"0"0"4"0,0 0-18 0,0 0 13 0,0 0 75 0,0 0-60 0,0 0-42 16,0 0-4-16,0-17 12 15,0 17-22-15,0 0 32 16,0 0-51-16,0 0 12 15,0 0 4-15,0 0 10 16,0 0 23-16,0 0-1 0,0 0 15 16,0 0-54-16,0 0 7 15,0 0-13-15,0 0-4 16,0 0 14-16,0 0-24 16,0 0 12-16,0 0-2 15,0 0-4-15,0 0 5 16,0 0-7-16,0 0 17 15,0 0 8-15,0 0-15 16,0 0 8-16,0 0-6 16,0-3-5-16,0 3 0 15,0 0 5-15,0 0-14 16,0 0 12-16,0 0-19 16,0 0 31-16,0-5-20 15,0 2 10-15,7-1 3 16,5-1-4-16,3 2 1 15,-2 3-1-15,-7-5-1 0,6 5 2 16,-5 0 0 0,21 0 4-16,-16 0 3 0,16 0-9 15,0 0-2-15,-10 0 11 16,4 0-1-16,-3 0-1 16,2 0 11-16,-2 0-21 15,21 5 7 1,-6 3 3-16,7 7-16 0,-10 2 16 0,3-1-12 15,0 8 4 1,12-4 3-16,-11 0-5 16,-1 0 3-16,-9 4-4 15,2-8 11-15,-8 0-19 16,-3 0 20-16,-4-4-18 16,0 0 9-16,4 0-3 0,-4 4 2 15,1 0 2-15,-7 0-3 16,3 4 1-16,-3 0-4 15,1 1 9-15,-1 2-10 16,0 2 17-16,6-1-21 16,-2 4 10-16,-4 0-2 15,6 0 0-15,-12-4 7 16,0-4-14-16,0 4 14 0,6-7-13 16,1 6 16-16,2 1-17 15,-3-7 14-15,0 6-14 16,1-2 6-1,5-10 1-15,-6 1-2 16,16 9 1-16,-10-9-6 16,10-1 12-16,-3-3-20 0,2 0 20 15,-8-3-15-15,5 2 12 16,-2-7-2-16,-4 5 0 16,1-2 0-16,2-3-6 15,4 8 8-15,-7-8-13 16,10 0 20-16,-10 0-16 15,16 0 14-15,-3 0-14 16,-3 5 6-16,-4-5 0 16,-2 8 1-16,-4-4 0 0,10 4-3 31,3 3 11-31,-4 2-16 0,4 2 16 0,15 2-13 16,-12 7 5-16,6-4 0 15,-9-4 0 1,3 4 0-16,-9-4-4 0,3 0 9 15,2 4-9-15,-8 0 9 16,-4 13-10-16,-6-1 10 16,1 8-11-16,-1 4 6 15,9-5 0-15,-8 6-1 16,5-5 4-16,-6 0-12 16,-6-4 22-16,0-4-14 15,9 1 7-15,-9-2-12 0,0 2 5 16,0-2 1-1,0 2 1-15,0-1 0 0,0-8-2 16,0 0 2 0,19-8-7-16,-7 8 8 0,10-8-13 15,3 4 15-15,3 1-4 16,6-2 0-16,0 1-5 16,-22 0 3-16,16-7 4 15,-3 3-4 1,9-1 9-16,-6-7-15 0,3 8 17 15,-3 4-17-15,12 1 11 16,-5-1-3-16,11 8 7 16,1-8-5-16,5 4-2 0,1 0 6 15,3-8-16-15,-3 8 21 16,-1-8-19-16,1 16 18 16,3-3-10-16,-10-1 0 15,1-1 0 1,12 1-3-16,-7-11 8 0,-5 2-16 15,3 1 23-15,-19-4-29 16,3 9 24-16,0-9-16 16,-6 7 10-16,-4 2-1 15,-2-9 4-15,-3 16-2 16,2-3-2-16,-8-1 3 16,5 8-5-16,-11-9 10 0,21 5-8 15,-16-3 7 1,16-1-14-16,-16 0 7 0,4-4 0 15,-16-1-4-15,18 5 10 16,-11-3-14 0,-7-1 19-16,15 1-18 0,-3-6 15 15,-5 1-16-15,-1-8 11 16,9 4-3-16,-2 4 0 16,5-7 0-16,-11 3-8 15,14-1 13-15,-8 1-16 16,-7-8 13-16,3 9-9 15,-3-1 6-15,7-8-1 0,-7 4 2 16,10-4-1 0,-10 3-1-16,6-2 4 0,1-1-13 15,-7 3 21-15,15-6-22 16,-8 3 18-16,-7-8-13 16,-6 0 0-16,0 0 0 15,0 0-9-15,0 0 1 16,0 0 7-16,0 0 16 15,0 0-19-15,16-16 23 16,-10-17-5-16,0-6-4 16,-6 3-6-16,0 0 0 15,0-5 3-15,0 10-4 16,0-2 10-16,-28-6-16 0,9-6 17 16,-8 5-15-16,2-5-2 15,-9 18 9 1,-7-1-5-16,-5 0 6 0,5 11 2 15,1-7 11 1,0 1-13-16,0 2 8 0,5-15-11 16,4 13 16-16,-3-10-16 15,0-8 3-15,6 2-2 16,4-2-33-16,2 18-7 16,-3-5 37-16,10 7 5 15,-4 1 10-15,-3 0-3 16,16-7-9-16,-13-1 12 15,-9-1-20-15,10-3 6 16,-10 0-2-16,-6 0-7 16,-6 0 12-16,15-1-10 15,-3 5 9-15,15-8-3 16,1 8 10-16,-3 0 17 0,-10-4-10 16,15 17 30-1,-21-10-31-15,4 1-9 0,-1 1-2 16,15-6 7-16,-15 1-14 15,4-4 18-15,-4 4-20 16,3-1 13-16,-9-2-7 16,0-2 3-16,-1-3 0 15,1 0 0-15,-3 5 7 16,3-6-14-16,0 9 17 16,6 4-17-16,3 4 20 15,4 0-15-15,2 0 6 0,-3 4-4 16,10 4 0-16,-1-1 2 15,-2-2-7 1,-4-1 11-16,7 0-7 16,-10-4 8-16,10 0-14 0,-10 4 15 15,3 0-10-15,7-4 3 16,-3 3-1-16,2-2 0 16,1-2-5-16,-4 1 0 15,4 0 8-15,-1 0-14 16,-14-4 22-16,14 12-17 15,-21-9 13-15,6 6-10 16,-3-1 3-16,3 0 0 0,0 0 0 16,4-1 13-16,2 2-27 15,3-9 21-15,-9 4-17 16,10-1 14-16,-10 1-9 16,0 4 1-1,-3 1 4-15,-3-1 9 16,0 7-6-16,-13-2-6 15,19-2 14-15,-3 1-18 0,-9-7 14 16,-7 2-14-16,-8 1 5 16,8-4-16-16,7-1 13 15,-7 10 3-15,13-1 2 16,3 4 0-16,3 3 8 16,0 2-4-16,-3 3-7 15,-3-4 3-15,0-4-5 16,-6 4-35-16,6-13 2 0,3 2-36 15,-3-6 17-15,6 1 46 16,3 9 11-16,-9-2 3 16,-7 6 0-16,-5-6 20 15,12 5-22 1,0 0 14-16,0 0-14 0,9-4 5 16,-3 1-12-16,9-6-5 15,-9 1-7-15,-12 0 12 16,6 1-1-16,-6-6 7 15,2 6 0-15,-2-2 0 16,0 5-18-16,12 5 6 16,0-2 12-16,16 5 17 15,12 0-10-15,0 0 21 0,0 0-19 16,0 0 3 0,-7 0-12-16,7-4-1 0,0 4-18 15,0 4-4-15,0 0 10 16,0 0 0-16,28 0 6 15,3 0 3-15,-3-4-9 16,6-4 20-16,-15 4-10 16,3-1 4-16,2 2-1 15,4-2 20-15,0 5 0 16,3 0-10-16,-9 0-3 16,12 0-14-16,-3 0 13 15,-3 0-12-15,12 5-2 16,-6 3 3-16,-3-4-22 0,4 4 12 15,5 0-26-15,-6 0 19 16,12 4 20 0,1 4-5-16,0 8 2 15,-7-4 10-15,0-4-10 0,-6-4 2 16,0 0-5-16,-9-8-17 16,3 4-14-16,0-4 24 15,-9 1 15-15,-1-2-2 16,4 5 4-16,6 4-4 15,-3-4 2-15,-4 8-1 16,4-4 1-16,3 4 0 16,-9 0 8-16,2 1-6 0,4-6 7 15,-3 6-2 1,6-6-7-16,-3-3 4 16,2 5-6-16,-2 2 2 0,16 2 0 15,-14 2 6-15,1-2-1 16,-3-1-10-16,15 0 10 15,-12-4-9-15,-3-4 4 16,3 4-1-16,-9-4 1 16,9-4-1-1,-7 5 2-15,-2-9-1 0,3 8 0 16,-4 7 5-16,10-7 17 16,-3 0 6-16,-10 12-1 15,23-7-17-15,-10 3-10 16,-1-1 2-16,-2 1-2 0,9 1 0 15,-6 2-7-15,-3-2 1 16,3 2 6-16,0 1-9 16,-10-7 4-16,4 3-2 15,-3-8 7-15,-7 4 0 16,10-4 0-16,-16 4 8 16,7-1 5-16,8 10-11 15,-2-4 17-15,-4 2-10 16,-2 1-16-16,5-4 11 0,-2 4-8 15,-4-4-26 1,1-4 17-16,8-4 3 0,-2 0 10 16,-7 4 0-16,4 1 9 15,-4-2 2 1,1 6-10-16,2 2 9 16,-2-2-10-16,21-6-1 0,-16 6-13 15,10 2 5 1,-15-6 2-16,15 2 6 0,12 2-5 15,-15 2 11-15,3-2-11 16,-1-5 12-16,-2 4-12 16,3-16 2-16,0 20-6 15,-3-4 10-15,3 4-5 16,-3 4 5-16,9 5 0 16,0-6 9-16,-6 1-4 0,3 1-10 15,3-5 0 1,0-9 3-16,0 6-12 0,-9-6 4 15,9 2 6 1,-12 2 5-16,-4 1-13 16,1 1 19-16,-10-1-14 15,-3 8 6-15,1-4-4 0,-1 0-4 16,0 4-7-16,-6 0 10 16,0-8-5-16,0 8 10 15,15-4-47-15,-8 0 24 16,-1 4 14-16,-6 1 3 15,12 3 7-15,-12-4 9 16,6 4-8-16,-6-5 14 16,7 2-15-16,-7 2 0 0,15-2-8 15,-9-1 8-15,7 0-11 16,-7 0 5 0,16-8 1-16,-16 9 3 0,16 3 2 15,-16-1 1-15,12-2 0 16,-11-2-1-1,8 2 2-15,4-1-10 0,-13 4 8 16,16 0-7-16,-4-4-1 16,-5-1 8-16,-13 2 12 15,15-1-8-15,-9 0 8 16,-6 0-8-16,7 0-8 16,-1 1-13-16,-6-2 2 15,6 13-9-15,-6-11 24 16,0 7 10-16,9-4 4 0,-3-5-8 15,1 2-5-15,-1-6 2 16,-6 9 4-16,6-7-4 16,-6 7 4-16,0-8-2 15,0 4-5-15,0-4-2 16,0 0-2-16,0 4-5 16,0 1 8-16,0-6-18 15,0 6-28-15,0-5-43 16,0 4 39-16,0-4-22 15,0 3 73-15,0-2-1 16,0-1-54-16,0 4-15 16,0-4 47-16</inkml:trace>
  <inkml:trace contextRef="#ctx0" brushRef="#br2" timeOffset="40636.43">11383 12200 53 0,'0'0'249'0,"0"0"-229"0,0 0-20 0,0 0-59 0,0 0 52 0,0 0 6 0,0 0-29 15,-93-165 30 1,43 133 7-16,25 8 26 0,-15-12-33 16,6 0-2-16,0-4-153 15</inkml:trace>
  <inkml:trace contextRef="#ctx0" brushRef="#br2" timeOffset="213871.27">25878 18424 274 0,'0'0'0'0,"0"0"-82"0,0 0-80 0</inkml:trace>
  <inkml:trace contextRef="#ctx0" brushRef="#br2" timeOffset="67200.26">20654 15436 261 0,'0'0'73'0,"0"0"55"0,0 0-18 0,0 0-56 0,0 0-54 0,0 0 17 0,0 0 0 0,0 0-17 0,0 0 9 0,0 0 37 15,0 0 22-15,0 4-16 16,0-4 13-16,0 0-41 16,0 0 7-16,0 0-28 0,0 0-3 15,0 4 2 1,0 0-2-16,0 0 15 16,0 4-13-16,0 0 9 0,-7 0-5 15,7 9 3-15,0-6-7 16,0 1-2-16,0 9 2 15,0-6-2 1,0 6-1-16,0 2 1 0,0-2 6 16,0 2-5-16,0-3 2 15,0 1 3-15,0 2-1 16,0 6 1-16,-9-6 6 16,9 14-4-16,0-17-4 15,-6 12-4-15,6-16 7 16,0 9-14-16,0-10 14 15,0 1-12-15,0 0 5 16,0 4 0-16,0 0 3 0,0 1-3 16,0 7 0-16,0-4 2 15,0-4-1-15,0 0 4 16,0-4-9-16,0 0 4 16,0-4 0-16,0 12-2 15,0-1 2-15,0 2 4 16,0 3-3-16,0-4 0 15,0 1 3-15,0-6-4 16,0 1 5-16,0-4-7 16,0-4 6-16,0 4-8 0,0 9 3 15,0-2 1-15,0 10 15 16,0-1-3-16,0-4-9 16,0 0 2-16,0 4-1 15,0-4-3 1,0 0-1-16,0 0 0 0,0 0 0 15,0-4-3-15,0-4 8 16,0 5-11-16,0-6 12 16,0 1-12-16,0-4 5 15,0 4 1-15,0 1 1 16,0-6-1-16,0 10-6 16,0-1 6-16,0-1 6 0,0 2-5 15,0 3-2-15,0-4 4 16,0-4-11-16,0 4 14 15,0-4-13-15,0 0 4 16,0 4-1 0,0-4 4-16,0 8 0 0,0 1-3 15,0-1 8-15,0 0-8 16,0 3 4-16,0-2-1 16,0-5 0-16,0 3-1 15,0 3 1-15,0-7-3 16,0 1 3-16,0 1 0 15,0-2-2-15,0 6 4 16,0-1-4-16,0 3 2 16,0-3-7-16,0 1 6 15,0-9-1-15,0 3 2 0,0 2 0 16,0-1 0-16,0-4-1 16,0 0 1-16,0-4 0 15,0 4 0 1,0-4 1-16,0-3-1 0,0-2 0 15,0-3 0-15,0 1-2 16,0-1 1-16,0-1-2 16,0 1 6-16,0 5-9 15,0-2 14-15,0 6-13 16,0-1 8-16,0-1-4 16,0-2 1-16,0-2 0 15,0 2-2-15,0-1 4 16,0-4-11-16,0 4 16 0,0 7-7 15,0 2 2 1,0-1-1-16,0-8-1 0,0 4-1 16,0-8 0-16,0 0 2 15,0 0-4-15,0 0 14 16,0 4-17-16,0-8 8 16,0 12-3-16,0-8 2 15,0 0 2-15,0-4-3 16,0 4 0-16,0 0 0 15,0 0 0-15,0-3 33 16,0 10-27-16,0-15 4 0,0 8 5 16,0-3-1-1,0-5-14-15,0 3 0 16,0 2 6-16,0 6 2 0,0 1 8 16,0 1-10-1,0-5 6-15,0 4-5 16,0-9-3-16,0-3 1 15,0 0-6-15,0 0 6 0,0 0-9 16,0 0 4-16,0 0-22 16,0 0-78-16,0 0-365 15</inkml:trace>
  <inkml:trace contextRef="#ctx0" brushRef="#br2" timeOffset="69346.85">20719 18327 78 0,'0'0'158'0,"0"0"-98"0,0 0-16 16,0 0-19-16,0 0 40 0,0 0-6 16,0 0-23-16,-13-19 1 15,13 19 7-15,-6 0 24 16,6 0-8-16,0 0-18 0,0 0-32 15,0 0 11 1,0 0-6-16,0 0 12 0,0 0 2 16,0 0-2-1,-15 0 11-15,15 0-23 0,0 0 15 16,0 0-24-16,0 0 19 16,0 0-19-16,0 0 8 15,0 0-10-15,0 0 10 16,0 0 5-16,0 0-16 15,0 0 19-15,0 0-15 16,0 0 14-16,0 0-20 16,0 0 27-16,0 0-23 15,0 0 11-15,0 0-15 0,0 0 7 16,0 0-8 0,0 0 3-16,0 0-6 0,0 0-3 15,0 0 5 1,0 0 2-16,0 0-5 0,0 0 5 15,0 0-1-15,0 0 5 16,0 0-4-16,0 0-1 16,21 0 1-16,-8 0-1 15,15 0 0-15,-4 0 3 16,4 0 0-16,-6 3-2 16,3-3 6-16,3 0 1 15,-3 0-3-15,2 0-5 16,1 0 3-16,-9 5 9 15,9-5-18-15,-9 0 16 16,2 0-19-16,-2 0 18 0,3 3-10 16,2-3 1-16,-2 5-2 15,3-5 2-15,-10 0 0 16,16 3 0-16,-9 2 3 16,6-5-8-16,3 3 10 15,-9-3-1-15,12 0-4 16,-16 0-2-16,16 4 2 15,-15 1 1-15,9 3 0 16,0 0-1-16,9-8 3 16,-9 8-1-16,-16-4-4 0,23 0 4 15,-14 0-3-15,-2-4 1 16,9 3 0-16,-10 2-2 16,10-2 7-16,-9 2-10 15,3 3 10-15,12-4-5 16,-16 4 5-16,1-5-5 15,15-3 0-15,-12 5-5 16,3-5 4-16,2 3 2 16,-8-3 0-16,3 5 4 15,6-5 2-15,-4 3-4 16,11 2 3-16,-1-1-3 16,-10-4 2-16,-2 0-5 15,12 0 0-15,-15 0 0 0,9 0 5 16,-3 0-2-1,2 0-2-15,8 8 1 16,-4-4 0-16,3 0 1 0,6-1-1 16,0 2 4-16,-6 3-6 15,-6-4 0-15,3 0-2 16,3-4 4-16,-6 4-4 16,3-4 11-16,3 0-14 15,7 4 8-15,-1 0-6 16,7-1 5-16,-1 2-2 15,1-5 0-15,-7 4 7 16,6-4-12-16,-11 0 10 0,-1 0-9 16,-16 8 8-1,10-8 1-15,0 0-4 0,-3 0-1 16,-3 0 3-16,-4 0-1 16,4 0-2-16,3 0 0 15,-4 0 0 1,14 0 12-16,-17 4-22 0,10-4 15 15,-9 0-9-15,2 0 5 16,-2 0-1-16,3 0 4 16,-4 0-4-16,1 4 3 15,9-4-1-15,6 0 5 16,0 5-6-16,-3-5-1 16,9 0 0-16,-12 0 0 15,0 3 0-15,-16-3 5 16,7 0-11-16,-10 0 14 15,10 0-11-15,-7 0 10 0,-5 0-8 16,14 0 5-16,-14 0-4 16,-1 0 0-16,0 0 0 15,-6 0 3-15,9 0-3 16,-9 0 6-16,0 5-6 16,0-5 11-16,0 0-8 15,0 0 8-15,6 0-10 16,-6 0 10-16,0 0 0 15,0 0-4-15,0 0-3 16,0 0 1-16,0 0 3 16,0 0-7-16,0 0-2 15,0 0-18-15,0 0-62 16,-40-41-128-16</inkml:trace>
  <inkml:trace contextRef="#ctx0" brushRef="#br2" timeOffset="76444.87">20740 15508 149 0,'0'0'140'0,"0"0"-127"0,0 0 18 0,0 0-17 0,0 0-8 0,0 0-4 16,-21 0 13-16,21 0 46 0,0 0 20 15,-6 0-18 1,6 0-32-16,-7 0 1 15,7 0-7-15,0 0-3 16,0 0-14-16,0 0 25 0,0 0-2 16,0 0-6-16,0 0-23 15,0 0 4-15,0 0-2 16,0 0 4-16,0 0 23 16,0 0-14-16,0 0 10 15,0 0-26-15,0 0 19 16,0 0-12-16,0 0 20 15,0 0-1-15,0 0-13 16,0 0-2-16,0-4-6 16,13 0 7-16,8-8-9 15,4 0-3-15,-3 8 1 16,-10-5 0-16,16-2 5 0,-9 11-7 16,3-4 3-1,-4 0-1-15,4 0 1 0,-4 0 3 16,17 0-7-16,-17-4 2 15,10 0-2-15,-9 4 2 16,9-4 5-16,-10 4-6 16,-2 4 0-16,2-4-4 15,4-4 10-15,-10 8-2 16,16 0 1-16,-3-5-2 0,-3 5-1 16,3-3 2-1,-16 3 0-15,16-4-4 0,-13 4 0 16,4 0 8-1,2-4-10-15,-2 4 9 0,2-4-10 16,4 4 8 0,-10 0-5-16,7 0 1 0,3 0 5 15,3 0-6-15,-4 0 0 16,4 0-1-16,3 0 1 16,0 0 0-16,-3 0 5 15,3 0-9-15,0 0 8 16,-4 0-4-16,-2 0 1 15,3 0-1-15,3 0-2 16,0 0 2-16,-4 0 0 16,4 0 0-16,-3 0-3 0,-9 0 16 15,15 8-26-15,-10-4 22 16,-2 4-11-16,3-8 2 16,-4 8-2-16,4 0 1 15,-3-4 0-15,-4 0 1 16,4 4 0-16,2-4 4 15,-8-1-4-15,5 6 0 16,4-5-2-16,-9 4 0 16,-1-4 2-16,10 7 0 15,-16-2 0-15,22-5 2 16,-3 13-1-16,2-10 4 16,-8 5-6-16,9 0 1 0,6 1 0 15,-9-2-2 1,3 6 6-16,0-6-9 0,-10 6 11 15,23-6-10 1,-20 2 9-16,10-1-10 0,-9-4 12 16,12 0-8-1,-15 3 1-15,-1 1-3 0,16-4 3 16,-12 0 2-16,9 1-2 16,-3-1 5-16,-6 0-10 15,3 3 14-15,3 2-18 16,-4 2 16-16,4 2-13 15,6-1 10-15,-15-4-4 16,21 4 0-16,-6-5 0 0,0 6-1 16,-9-9 9-1,9 3-16-15,-12-6 18 0,3 11-11 16,3-4 1 0,-10 4 0-16,10 1-1 0,0-6 3 15,-9 6 0-15,9-6 0 16,-16 5 2-1,22-4 3-15,-15 1-8 0,-4 7 6 16,10-9-8-16,-9 6 4 16,2-1-1-16,1 0 3 15,-4-8 6-15,4 7-9 16,3 2 0-16,-4-1 0 16,-5 0 6-16,8 0-10 15,-14 4 8-15,20-4 1 16,-20 4-5-16,11-3 0 15,-2 6-3-15,2-7 10 0,4 8-11 16,-3-7 11 0,-7 6-12-16,10 1 9 0,-4 1-4 15,-11-10 0 1,21 14-1-16,-7-9-1 0,-2 0 4 16,-13-9-8-16,6 10 12 15,4-1-11-15,-10-4 12 16,-6 0-10-16,0 4 5 15,13 3-2-15,-13 2 1 16,6-1 4-16,-6 1-5 16,0-6 3-16,0 1-8 15,15 0 13-15,-9-4-16 16,1 4 16-16,-1 1-16 16,-6-1 12-16,15 0-4 0,-15-1 0 15,7 2 0-15,-7-1-1 16,0-4 2-16,0-1-3 15,6 2 6-15,6-1-3 16,-12 0-1-16,0 1 0 16,0-6-2-16,6 1 7 15,-6 1-10-15,7 2 10 16,-7 6-6-16,0-2 6 16,9 1-6-16,-9 0 2 0,0 1 1 15,6-1-2-15,-6-1 0 16,6 1-2-16,-6-4 5 15,6 9-7-15,-6-9 7 16,0 4-4-16,0 0 2 16,0-1 2-16,0 6-2 15,0 3-1-15,0 0 0 16,0-4 2-16,0-4-4 16,0 1 7-16,0-1-10 15,0-1 11-15,13 1-10 16,-13 1 8-16,0-1-8 15,0 0 4-15,0-4 0 16,0 0 0-16,9 4 3 0,-9-4 0 16,0-1 6-1,0 10-14-15,0-9 13 0,0 0-13 16,0 7 10 0,0-6-9-16,0 4 4 0,0-2 0 15,0-2-1 1,0-2 3-16,0-2-1 0,0-2 1 15,0-3-4-15,0 4 4 16,0 1-3-16,0 2 1 16,0 1 0-16,0 4 1 15,0-4 2-15,0-3-6 16,0-1 7-16,0-1-11 16,0 2 17-16,0-1-15 15,0-4 5-15,0 0 0 16,0 4 0-16,0-4 0 0,0 8-2 15,0-4 5-15,0 0-9 16,-9 0 12-16,-4-8-12 16,13 4 12-16,0 0-11 15,-6 3 8-15,6-2-3 16,-6-1 0-16,6 0 0 16,-6 0-9-16,6-3 22 15,-9-2-23-15,9 5 22 16,-7 0-24-16,7-4 22 15,-6 9-14-15,-6-6 4 16,6 1 0-16,6 5-3 16,-7-10 3-16,7 5 2 15,-15-3 1-15,15-2-5 0,0-3 6 16,0 4-6 0,0 1 2-16,-6 3-1 15,-1 3-3-15,1-6 8 0,-9-5-8 16,15 7 12-16,0 1-11 15,-6-3 9-15,6 3-10 16,-13 0 8-16,1-1-4 16,2-2 0-16,-2 3 0 15,6-5-1-15,6 2 3 16,0-5 5-16,0 0-7 16,0 0 5-16,0 0 4 15,0 0-13-15,0 8 6 0,0-4-4 16,-13 4 4-16,13-5 0 15,-6 2 12 1,6-2-13-16,-9 2 16 0,3 3-16 16,6 4 2-16,-13-1 0 15,7 2-3-15,-9-1 0 16,8-1 0-16,1 6-4 16,-6-5 11-16,-1-5-11 15,4-2 10-15,-3-5-10 16,12 0 10-16,0 0-12 15,0 0 0-15,0 0-22 16,0 0-11-16,0 0-100 16,-7 0-212-16,-5 0-363 0</inkml:trace>
  <inkml:trace contextRef="#ctx0" brushRef="#br2" timeOffset="80372.78">20759 15629 63 0,'0'0'282'0,"0"0"-199"0,0 0-34 0,0 0 4 0,0 0-15 0,0 0-10 16,0 0 0-16,-19 0-11 16,19 0 33-16,0 0-15 15,0 0 31-15,0 0-27 16,0 0-11-16,0 0-17 15,0 0-2-15,0 0 0 0,0 0-2 16,0 0 1 0,0 0 2-16,0 0 10 15,0 0-18-15,0 0 13 16,0 0-3-16,0 0 5 16,0 3-17-16,0-3-1 0,0 5 1 15,0-5 1 1,0 3 2-16,0 2-1 0,0-5 3 15,0 8 1-15,0-5 5 16,0 1-4-16,0 1 13 16,0-2-20-16,0 10 0 15,0-10 3-15,7 10-2 16,11-9-1-16,-2 4 6 16,-10-8-10-16,6 8 6 0,-12-5-4 15,13 2 4 1,2-1 5-16,-15 0-7 15,13 8 0-15,-1-9 3 16,4 5-3-16,-10 1 12 0,6-5-8 16,1 0-2-1,-4 12 3-15,9-8-8 0,4-8 3 16,-3 16 0-16,-7-9 2 16,4 2 1-16,-4-1-6 15,1 8 12-15,2-8-9 16,4 4 2-16,-13-4 3 15,22 0 0-15,-16 0-10 16,1 0 5-16,8 4 0 16,-8-4 0-16,8 0 4 15,-21 4-10-15,19-7 14 0,-7 3-15 16,4-5 16 0,-10 13-14-16,22 1 6 0,-3 2-2 15,-4-7-3-15,-2 13 4 16,9-14 0-1,-16 5 0-15,10-3 0 0,-3-1 0 16,-7 4 0-16,10-8-1 16,-16 4-1-16,13 0 4 15,-10-8-3-15,3 12 3 16,1-4-2-16,-1 0 0 16,4 0 4-16,-10 0-2 15,12 0 0-15,-2 1-2 16,3 2 3-16,-7-3-2 15,3 0 2-15,-2 4-3 0,9 1 0 16,-10-2 0-16,7 1 9 16,8 0-7-16,-14 1 2 15,2-1-4-15,-2-1 2 16,-1 1 3-16,4 1-5 16,-4-1 2-16,0 0-1 15,1-1-1-15,2 1 1 16,4 1-6-16,-4-6 12 15,-8 6-5-15,5-1 0 16,1 0-4-16,8-4 1 16,-15 4 1-16,13-4-1 0,-3 4 4 15,-10-8-9-15,6 4 12 16,4 1-11-16,-4-2 10 16,0 5-5-16,1 1 0 15,2 3-1-15,-2-4 0 16,8-1 2-16,-2-2-2 15,-7 3 9-15,10-4-15 16,-9 7 15-16,8-6-13 16,-8 2 11-16,-1 2-4 15,10-1 4-15,-4 0 3 16,-5-4-8-16,8 4 5 16,-8 0-10-16,9-1 10 15,-10 2-5-15,7-1 3 0,9-4-7 16,-16 4 6-16,22 0-3 15,-12 0 0-15,-4-4 1 16,4 8-3-16,-3 1 11 16,2 2-14-1,10 1 17-15,-9 1-19 0,3-5 11 16,-10-4-4-16,-2 4 1 16,5-4-1-16,4 4-1 15,-10-4 1-15,10 4-5 16,-3-4 11-16,-7-4-8 15,4 4 6-15,-10 4-6 16,12-1 2-16,4 2-1 0,-3-4 1 16,3-6 0-1,-10 6 0-15,0-2 5 0,-2 1-12 16,2-3 16 0,-6-2-12-16,16 6 5 0,-10-6-4 15,7 1-1 1,9 4 3-16,-10-3-2 0,4 2 4 15,-9-2-7 1,14 3 10-16,-8 4-7 0,3-4 5 16,-4-1-4-16,4 2 1 15,-10-5 0-15,7 8-2 16,3-4 11-16,-22 0-20 16,18 0 23-16,-18-3-19 0,16-2 17 15,-10 1-19-15,6-4 17 16,1 4-15-16,-4 0 10 15,-3 5-3 1,7-2 0-16,-1 1 4 0,-2 0-11 16,-4 1 14-16,6-6-10 15,-12 1 3-15,22-4 0 16,-16 5-2-16,6-1 2 16,-5-1 0-16,-1 2 2 15,-6-1-7-15,15-1 14 16,-8 2-11-16,-7-5 3 15,12 0-2-15,0 0 2 0,-2-1-6 16,-10 2 7 0,12-5-3-16,-6 0 1 15,-6 12 0-15,19-8-3 16,-10 0 8-16,4 0-10 16,-1 0 10-16,-6-1-4 15,-6 2-1-15,16-1 0 0,-10 0-2 16,0 0 4-16,0 4-2 15,0-8 1-15,1 0-2 16,2 4 3-16,-3 0-5 16,7-3 4-16,-1 10-4 15,-3-7 6-15,4 0-3 16,-13 0 0-16,6 0 0 16,0 4 1-16,0-7-1 0,10 6 2 15,-10-6 4 1,-6-5-12-16,0 0 2 0,0 7 3 15,6-7 0-15,7 8 2 16,-7 0-7-16,3 0 14 16,3 4-13-16,-5-7 10 15,5 3-5-15,-3 0 5 16,-2-8-9-16,-7 0 5 16,6 8-1-16,-6 0 0 15,6-4 4-15,0-1-5 16,0 2 2-16,1-5-1 15,-7 3 4-15,0-3-7 0,0 0 7 16,0 5-4 0,0-5 0-16,0 8 1 0,0-4-12 15,15 7 23 1,-9-6-17-16,1 3 13 0,-1-5-13 16,0 2 10-16,3-1-10 15,-9-4 10-15,6 12-3 16,-6-8 12-16,13-1-12 15,-7 6 3-15,0-5 0 16,-6-4-6-16,0 4 2 16,6-4-2-16,-6 0-1 15,0 0 2-15,0 0 0 16,0 0 0-16,0 0-6 16,0-4-74-16,0-32-234 15</inkml:trace>
  <inkml:trace contextRef="#ctx0" brushRef="#br2" timeOffset="92662.53">21376 16053 255 0,'0'0'70'0,"0"0"-59"0,0 0-1 0,0 0 10 0,0 0-1 0,0 0 25 16,0 0-21-16,0 0 8 0,0 0 21 16,0 0-1-1,0 0 8-15,0 0-30 0,0 0 31 16,0 0-48-16,0 0 9 16,0-3-11-16,0-22-3 15,0-6-3-15,19-5 0 16,-7 0-3-1,16 8 5-15,0-5-10 0,-3 9 12 16,-4-8-16-16,4-4 4 16,9 0 4-16,-6 12 4 15,-9 8-2-15,-19 7-4 16,12 9-19-16,-12 0 9 16,0 0-8-16,10 0-15 15,2 0 9-15,-6 0 23 16,7 0-14-16,-13 0 17 0,15 0 0 15,-15 0-5-15,0 0-5 16,0 0 20-16,0 17-14 16,0 2 11-16,0 9-3 15,0 13 0-15,0 3 17 16,0 0 10 0,0-8 3-16,0-16-34 0,0-3 5 15,0-17-16-15,0 0-21 16,0 0 24-16,12 0 0 15,29-20 7-15,11-16 1 16,10-5-10-16,-3-3 4 16,16 4-24-16,-16 4-23 0,-7 12-47 15,-5 16-7 1,-19 8-22-16,-6 0 80 0,-16 0 10 16,0 16 24-16,-6 12-37 15,0 8 52-15,0 3 11 16,0 18 75-16,0-4-19 15,0-2-49-15,0-15 9 16,0-12 5-16,0-7 12 16,0-17 1-16,6 0-32 15,22 0-7-15,-3 0-4 16,15-12 31-16,7-21-17 0,5 1-13 16,10-4 3-1,-3 0-12-15,3 16-4 0,-15 4-15 16,-13 16-3-16,-28 0-62 15,-6 16 38-15,0 36 31 16,0 17 21-16,0 3 8 16,-34 12 46-16,-6-7 71 15,12-14-72 1,22-7-16-16,-1-8-21 0,7-19-7 16,0-9-4-16,0-12 1 15,0-8 1-15,28 0-14 16,19-5 14-16,12-23-8 0,3-11 1 15,3 6 0 1,3-6-5-16,-15 14 0 0,-7 6-24 16,-18 10-19-1,-15 9 6-15,-13 0-48 0,0 32 70 16,0 20 20-16,0 4 1 16,-7 9 22-16,-20 7 3 15,8-4 31 1,3-11-28-16,16-13-9 0,0-24-14 15,0-12-12-15,0-8 1 16,10 0 0-16,30-33 4 16,-3-6-6-16,4-2 7 15,-1 9 0-15,-12 12 0 16,-10 16 2-16,-18 4-4 16,0 0-14-16,0 0-7 15,0 36 23-15,0 8 24 16,0 12-14-16,0 0 16 15,-18 1-23-15,18-1 8 0,0-12-17 16,0-8 13 0,0-12-7-16,0-9 11 0,18-10-11 15,10-5 1-15,-9 0 7 16,-4 0-5-16,10 0-3 16,-9 0 18-16,-4 0-14 15,10 0 29-15,-16 0-26 16,6 0 8-16,1 0-12 15,2 25 23-15,-8 11 3 0,5 8-18 16,0 7-9 0,-2 1 4-16,2 1-4 0,-6-17-1 15,0-17 5 1,7-10 0-16,-4-9-12 0,-9 0 0 16,6 0 5-16,-6 0 1 15,13 0 2-15,-1 0 8 16,10 0 4-16,-10 0-6 15,1 0-2-15,2 4-3 16,-2 4 4-16,-1 0-9 16,-3 4 2-16,-3-8-17 15,1 0-14-15,-1 4 3 16,0 7 27-16,-6 10 2 16,0-1-8-16,0 1 22 15,0-10 3-15,0-2-18 0,0-10-4 16,0-3-8-16,6 0-2 15,-6 0-1-15,22 0-32 16,-3-31 43-16,-4-5 4 16,4-5-4-16,-19 8 0 15,0 10-1 1,0 7-6-16,0 8-1 0,0 0 11 16,0 8 1-16,0-4-1 15,-19-1 10-15,4-3-16 16,-26 0 7-16,10 5 0 15,-25-5-1-15,4 4 1 16,-1-4 14-16,7 0 17 16,-1-8-31-16,7-4 1 0,12-5-6 15,9 6 5 1,10-1 0-16,9-1-4 16,0 1 4-16,0-4-11 0,0 4-20 15,0 8-9 1,0 8 24-16,0 4 9 0,0 0-46 15,40 0-18-15</inkml:trace>
  <inkml:trace contextRef="#ctx0" brushRef="#br0" timeOffset="106034.73">20654 15396 152 0,'0'0'100'0,"0"0"-82"0,0 0 21 0,0 0-38 15,0 0 6-15,0 0 8 16,0 0 31-16,0 0-5 15,0 0 22-15,0 0 21 16,0 0-32-16,0 0-22 16,0 0-21-16,0 0 17 0,0 0-24 15,0 0 24 1,0 0-12-16,0 0 28 16,0 0 35-16,0 0 9 15,0 0-26-15,0 0-39 0,0 0-9 16,0 0-7-16,0 0-5 15,0 0 4-15,0 0-6 16,0 0 2-16,0 0-3 16,0 0 3-16,0 0 0 15,0 0-5-15,0 0 11 16,0-13-11-16,12-2 10 16,7-1-10-16,-4 0 8 15,-2 4-6-15,-7 7 3 16,-6-3-4-16,0 5 1 15,15-2 3-15,-9-2-1 16,1-6 9-16,17 2-18 16,-2-6 17-16,-16 1-17 0,22 1 10 15,-9 7-15-15,-13 0 3 16,16-5 12-16,-4 1-4 16,-2 1 2-1,-4-2-4-15,1 5 4 0,15-12-1 16,-10 0 2-16,16 4-8 15,-12 0-12-15,-3 0 16 16,-13 4 2-16,22 0 6 16,-16-1-13-16,-6 6 20 15,1-5-15-15,14 8 7 0,-8-9-4 16,-7 10 0-16,9-5-9 16,4-4 9-16,3 7-8 15,-10-3 5-15,16-3-6 16,-16 11 11-16,7-9 1 15,3 6 0-15,-10-5-1 16,10 0 0-16,-10-4-1 16,-6 7 6-16,22 2-10 15,-9-5 11-15,3 0-17 16,-10-1 12-16,16-2-1 16,-9 3 5-16,-1-5-1 15,4 13 0-15,-10-8 6 16,10 4 5-16,-3 4-14 15,2-3 12-15,-2-5-9 16,9 8 4-16,-3-8-6 0,9-1 2 16,-6 5 1-1,6-3-5-15,-10-6 10 0,11 9-10 16,-8 0 4-16,5-11 1 16,8 10-6-16,0-7 5 15,0 0-5-15,1 0 4 16,-7 9-6-16,0-6 4 15,-3 1-1-15,-3 0 0 16,0 3 1-16,-3 5-3 16,2 0 7-16,8-3-12 15,-17-1 14-15,16 0-11 16,-15 4 4-16,21-4 0 0,-6 4 0 16,0 0 0-1,-6 0-1-15,3-4 6 0,-9 4-11 16,25-4 14-16,-23-4-8 15,26 3 5-15,-19 2-10 16,3-2 4-16,-6 5 1 16,-3 0-1-16,9 0 6 15,0 0-10-15,0 0 11 16,-9 0-12-16,15 0 16 16,-12 0-19-16,6 0 12 15,-3 0-5-15,3 0 2 0,0 0 0 16,1 0 0-1,-11 0 8-15,17 0-10 0,-20 5 5 16,20-2-2-16,-7 2 7 16,-3-1-8-16,15 0 0 15,-18-4-7 1,19 4 7-16,-7 0 0 0,-6 4 4 16,0-1 4-16,-9-2-16 15,9-1 16-15,-6 0-20 16,3-4 23-16,3 4-11 15,-6 0 0-15,-3 0-7 16,3-4 7-16,6 5 2 16,-9-2-2-16,9 5 10 15,-12-4-18-15,9 4 8 16,-4 0 0-16,1-3-2 16,-3-2-1-16,-3 2 3 0,3 6 3 15,-4-3-3-15,-8 4 7 16,15-4-12-16,-10 4 8 15,10-4-3-15,-9 5 0 16,9-10 0-16,0 5 0 16,-16-4 1-16,7 9-2 15,9-2 6-15,-10 1-2 16,10 1 1-16,0 3 3 16,-3-1-5-16,3 1 0 0,-10 1-2 15,10-6 0 1,-6-6-2-16,-4 11 5 15,-5-9-6-15,2 10 11 16,-2-1-16-16,-7-8 19 16,0 16-6-16,10-12-2 0,-10 4-4 15,-6-4 1 1,19 4 0-16,-7 0-2 0,3 4 5 16,-8-8 0-16,-1 12-3 15,6 4 11-15,-12-8-9 16,10 4 5-16,-4-4-6 15,0 5 0-15,0-6-1 16,7 6 0-16,-13 3 0 16,15-4 5-16,-9 7-5 0,0-6 6 15,1 7-9 1,-7-4 9-16,6-3-10 0,0 3 4 16,3 3-1-1,-2-7-1-15,5 9 4 0,-12-5-6 16,22-5 10-1,-10 6-8-15,0-6 4 0,-5-6-3 16,-7 15 2-16,0-17-1 16,15 18 0-16,-15-9 3 15,0 0-10-15,6 0 14 16,1 4-9-16,-7 0 10 0,6 4-7 16,-6-4 2-1,0-3 3-15,6 6-6 16,-6-10 1-16,0-1-2 0,0 4 2 15,0 0 6-15,0 8-4 16,0 0 1 0,0 0 0-16,0-8-6 0,0 8 2 15,0-8 0 1,-6 1 0-16,0 6 2 0,-1 2-4 16,1-1 7-16,-9 4-8 15,2 0 10-15,1 0-12 16,-4-4 8-16,4 0-3 15,0-4 0-15,5 0 1 16,-14 0-7-16,8 0 12 16,-8 4-10-16,8 1 11 15,-5 3-14-15,-4-8 14 16,9 0-13-16,-2 0 6 16,3-4 0-16,-7 4-1 0,19-3 7 15,-6 2-12 1,-10-3 13-16,4 0-14 0,6 4 16 15,-10 0-18-15,10-4 14 16,-7 9-5-16,7-2 0 16,-15 5-1-1,8 0-1-15,-15 5 3 0,10 11-7 16,-1-7 12-16,4 2-12 16,2-3 10-16,1-11-9 15,-4-5 10-15,4-8-5 16,-1-4 0-16,13 0 1 0,0-4-8 15,-9 0 14 1,9 0-12-16,-6-4 12 16,6 8-8-16,-6-4 2 0,6 3-2 15,0 2-2-15,-6-1 3 16,6 0-4-16,-13 1 10 16,-2-6-12-1,15 5 18-15,-13 4-23 0,7-3 21 16,0 2-17-16,0-2 7 15,-16 2 0-15,22 1 0 0,-12-4 1 16,-1 1-7 0,4-6 11-16,3 6-13 15,-1-6 6-15,1-3 2 16,-6 5 0-16,-4-1-3 16,16-1 3-16,-6 6 0 15,0-1-3-15,0 0 9 0,-7 0-14 16,-2-9 17-16,9 2-16 15,-1 7 13-15,-5-8-9 16,3 0 3-16,-4 4 0 16,1 1 0-16,6 2 2 15,-16 6-6-15,-3 2 8 16,3 1-11-16,10-7 16 16,-3-6-16-16,8-11 9 15,7 0-4-15,0 0-21 0,0-31-98 16,0-13-367-1</inkml:trace>
  <inkml:trace contextRef="#ctx0" brushRef="#br0" timeOffset="108713.79">21128 15303 146 0,'0'0'77'0,"0"0"-61"0,0 0 41 0,0 0 67 0,0 0-67 0,0 0-6 15,0 0-9-15,0 0-5 16,0 0-24-16,0 0-2 15,0 0 13-15,0 0-17 16,0 0 46-16,0 0-14 16,0 0 9-16,12-7-29 15,16-22 9-15,19-7-25 0,6-4 24 16,-1 0-26 0,16 0 2-16,-9-1 0 0,10 10-3 15,2-10 0 1,-3-3-2-16,0 5-16 0,-3 3-59 15,-18 19 60-15,-25 9-47 16,3 8 24-16,-19 0-7 16,-6 0 42-16,9 0-2 15,-3 5 3-15,-6 10-9 16,0 6 12-16,0 7-3 16,0 0 8-16,0 11 1 15,0 2 17-15,-28 11 2 16,10 1 31-16,-10-14-9 0,15 2 22 15,-2-21-30 1,15-9 14-16,0-6-33 0,0-5 5 16,0 0-13-16,0 0-11 15,15 0-2-15,26 0 2 16,11-8 0-16,17-20 3 16,-4-5-4-16,-13-3 8 15,23-8-12-15,-7-4 5 16,-15 12-10-16,6 4-18 15,-13 12 8-15,-18 12 6 16,-9 8-39-16,-10 0 12 16,-3 0 19-16,0 16 18 15,-6 24 8-15,0 0-5 0,0 16 8 16,0-8-7-16,0 1 6 16,0-10-6-16,0-6 55 15,0-13 15-15,0-9-32 16,0-6-28-1,0-5-18-15,0 0 13 0,7 0-10 16,39 0 4-16,16-13 1 16,3-15 2-16,10-8 0 15,5-3-3-15,7 6 10 16,-6 2-9-16,-16 2 2 16,-12 9-4-16,-19 12 0 15,-22 8 1-15,10 0-19 0,-22 0 6 16,0 32 11-16,0 16 6 15,0 9 3 1,0-6-2-16,0-7-5 16,0-8 5-16,0-11-5 0,0-14 1 15,0-6 0-15,0 3 1 16,0-8-1-16,18 0-6 16,16 0 6-16,29-20 10 15,-17-16-6-15,13-4 16 16,0 0-17-16,-3-1-3 15,3-3 5-15,-7 16-5 16,4 0 0-16,-25 20-1 16,-15 8-2-16,-16 0-29 15,0 25 32-15,0 22 0 0,0 6-3 16,0 2 11-16,0 1-8 16,0-7 0-16,0-13 2 15,0-16-8-15,0-4 13 16,0-12-11-16,0-4 11 15,0 0-14-15,0 0 9 16,24 0-2-16,17-20 0 16,-1-8 8-16,7 0-6 15,-7 4 0-15,-12 4-4 16,12 8 9-16,-28 8-14 16,-12 4 11-16,0 0-8 15,0 0 6-15,0 32-2 16,0 16 7-16,0 4-4 0,0 4-6 15,0-7 6 1,0-18-5-16,0-3 8 0,0-15-12 16,0-13-6-16,0 0-1 15,0 0 7-15,41 0 0 16,-7 0 2-16,0-25 4 16,12-2-2-16,-5-1 8 15,-16 3-12-15,-4 17 9 16,-8 5-7-16,-13 3-8 15,0 0 12-15,0 23 6 16,0 29 3-16,0 4-9 16,0 4-12-16,0-7 4 15,0-13-56-15,0-8 57 0,0-16-11 16,0 0 15-16,0-12-44 16,6-4-11-16,28 0 38 15,-15 0 20-15,9 0 17 16,-1-4-10-16,-2-4 21 15,-9 0-27-15,-10 8 3 16,0 0 4 0,-6 0 8-16,0 8 20 0,0 36 24 15,0 12-46-15,0 8-9 16,-12-7-10-16,-10 3-33 16,3-16 9-16,19-12 21 15,0-15-23-15,0-6-34 16,0-7 35-16,0-4 18 0,0 0 9 15,0 0 3-15,13-8 16 16,5 1 37-16,-8 7-36 16,-10 0 18-1,0 0 1-15,0 0-17 0,0 0-17 16,0 11 15 0,0 17-3-16,0-4-9 15,0-7-10-15,0 6 14 0,0-10-16 16,0-2 7-16,0-2-1 15,0-6 1-15,0-3 0 16,0 0-7-16,0 0 14 0,0 0-10 16,0 0 6-16,0 0 14 15,0 5-4-15,0 14 36 16,0 1-39 0,0 21 1-16,0-5 0 0,0 0-7 15,0-5-4 1,0-2 5-16,0-9-11 0,0-3 14 15,0-9-16-15,0-5-4 16,0-3-2-16,0 0 5 16,0 0 9-16,0 0-1 15,0 0-46-15,0 0 30 16,0 0-12-16,0 0 19 16,0 0-4-16,0 4 14 15,0 4 0-15,0 5 31 16,0-5 18-16,0 3-44 0,0 6-5 15,0-2 7-15,0 9-14 16,0 1 11 0,0-6-10-16,-10-14 6 0,10-5-119 15,0-44-345-15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5-26T23:05:18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16617 1667 69 0,'0'0'356'0,"0"0"-325"0,0 0 21 0,0 0-3 0,0 0-22 0,0 0 2 0,0 0 14 0,12 0 30 0,-12 0-28 15,0 0 69-15,0 0-34 16,0 0-32-16,0 0-33 16,0 0 22-16,0 0-2 15,0 0-1-15,0 0-10 16,0 0-22-16,0 0 16 16,0-8-13-16,0 8 2 15,0-7 6-15,0 7-15 16,0 0 2-16,0 0 0 15,0 0 0-15,0 0 6 0,0 20 1 16,0 16 1-16,6 20-9 16,0 4 5-16,-6 1 16 15,0-5-19-15,0-1 2 16,0-2-2-16,0-6-2 16,0-11-1-16,0-11-37 15,0-25-78-15,0-8-306 16,0-52-235-16</inkml:trace>
  <inkml:trace contextRef="#ctx0" brushRef="#br0" timeOffset="648.91">16703 1567 348 0,'0'0'129'0,"0"0"-99"0,0 0 61 0,0 0-22 0,0 0-3 0,0 0 51 16,-21-11-14-16,21 11-25 0,0-5-37 15,0 2 14-15,0-2-39 16,0 1-4-16,0-4-12 16,0 0-1-16,21 0-4 15,32-4 4-15,-6 12-6 16,5 0 3-16,-18 0-2 15,1 0-6-15,-23 0-9 16,-12 40-4-16,0 12 10 0,-19 12 14 16,-49 1 2-1,3-13-10-15,9 0 23 0,16-24-27 16,21-7 27-16,19-13-28 16,0-5 8-16,0-3-46 15,34 0 40-15,25 0-1 16,16 0 10-16,5 0-10 15,-8 0 7-15,-10 0-16 16,-10 0 8-16,-24 25-30 16,-15 3 44-16,-13-4 11 15,0 7 59-15,-13 2 6 16,-55-2-50-16,-13 10-7 16,-12-10-14-16,7 6 21 15,11-8-24-15,10-1-4 16,25-9-3-16,12 1-5 0,15-4-80 15,13-11-254-15</inkml:trace>
  <inkml:trace contextRef="#ctx0" brushRef="#br0" timeOffset="1182.71">17804 1808 138 0,'0'0'437'0,"0"0"-394"0,0 0 28 16,0 0 22-16,0 0-44 0,0 0-12 0,-53 0-9 0,53 0-18 0,0 0 9 0,0 0-3 15,0 0 35-15,0 0-44 16,0 0 32-16,0 0-23 16,0 0-13-16,-6 0-4 15,-22 0 5-15,-3 8-8 16,3 0 1-16,0 1 2 15,16-9 2-15,6 0-2 0,0 0-35 16,6 0-94-16,0-9-139 16,0-15-256-1</inkml:trace>
  <inkml:trace contextRef="#ctx0" brushRef="#br0" timeOffset="1715.64">18434 1174 518 0,'0'0'47'0,"0"0"20"0,0 0 79 0,0 0-58 0,0 0-85 15,0 0 47-15,0 17-18 16,0 38 15-16,0 14 1 16,0 19-11-16,0 12 12 15,0 0-22-15,-7 0-5 16,-14-11-21-16,14-9 8 15,7-20-3-15,0-12-11 16,0-15 13-16,0-9-16 16,0-16-23-16,0-8-47 15,16 0-12-15,3 0-154 16,-13-8-4-16,-6-24-253 16</inkml:trace>
  <inkml:trace contextRef="#ctx0" brushRef="#br0" timeOffset="2017.05">18440 1756 294 0,'0'0'148'0,"0"0"-21"16,0 0 27-16,0 0-35 16,0 0 18-16,341-4-114 0,-267-4-15 15,-9 3-1-15,-9 2-14 16,-3 0 7-16,-19-2-15 16,-15 1-60-16,-7-8-68 15,10-5-2-15,-16-6-9 16,0-5-176-16</inkml:trace>
  <inkml:trace contextRef="#ctx0" brushRef="#br0" timeOffset="2284.94">18954 1215 268 0,'0'0'381'0,"0"0"-314"15,0 0-17-15,0 0 12 16,0 0 39-16,0 0-12 16,69 220-65-16,-51-132 30 15,-18-3-33-15,0-5 36 16,0 1-50-16,0-17-5 16,0-1-4-16,-25-2 8 15,4-9-18-15,2-9 7 16,4-10-9-16,15-5-78 15,0-12-63-15,0-4-114 16,0-12-197-16</inkml:trace>
  <inkml:trace contextRef="#ctx0" brushRef="#br0" timeOffset="3016.55">17711 1792 81 0,'0'0'226'0,"0"0"-179"0,0 0 147 0,0 0-114 0,0 0-5 0,0 0 12 15,0 8 13-15,0 0-63 16,0 0 19-16,0 9-40 16,0-14 10-16,0-3-25 15,0 5 3-15,0-5-4 0,0 0 6 16,0 0-6 0,0 0 2-16,0 0-2 15,0 0 0-15,0 0-6 16,0 0 12-16,0 0-6 0,0 0 6 15,0 11-2-15,0 1 6 16,0-4 3-16,0 0-25 16,0 0 12-1,0-8-5-15,6 0-37 0,0 0 32 16,4 0 3-16,-4 0 7 16,0 0-2-16,-6 0-5 15,0-3 3-15,0-2-78 0,0 5-37 16,0 0-35-1,-6-3-6-15</inkml:trace>
  <inkml:trace contextRef="#ctx0" brushRef="#br0" timeOffset="3697.62">16998 2691 562 0,'0'0'28'0,"0"0"15"0,0 0 17 0,0 0 32 0,0 0-27 16,0 0-10-16,0-12-22 16,0 12 31-16,0-5-6 15,0 5-12-15,0-8 2 16,0 8-37-16,31-3 9 16,15-10-16-16,57 9 18 0,18-12-21 15,37 13 14 1,31-10-7-16,25 9-2 15,0-4-2-15,-9 8-1 0,-32 0-6 16,-24 0-15-16,-34 0-1 16,-28 0-48-16,-35 0-10 15,-27 0-83-15,-25 0-160 16</inkml:trace>
  <inkml:trace contextRef="#ctx0" brushRef="#br0" timeOffset="4481.88">17764 2943 62 0,'0'0'308'0,"0"0"-179"0,0 0-78 0,0 0 18 0,0 0-21 0,0 0-23 15,9 0 29-15,16 0-3 16,9-4 40-16,13-4-50 15,5 4 18-15,4 4-37 16,-19 0 6-16,-9 0-28 16,-15 0-1-16,-13 36-3 15,0 13 4-15,0 18-4 16,-53 6 11-16,0-5-14 16,-6-4 8-16,10-7-5 0,18-10 6 15,3-3-3-15,22-11 2 16,6-5 9-16,0-8 4 15,12-9-14-15,62-6 11 16,19-5-9-16,16 0 4 16,-4 0 3-16,-5 0 8 15,-32 0-17-15,-22-5 3 16,-12 5-3-16,-21 0-2 16,-13 0-42-16,0-3-232 15,0-2-370-15</inkml:trace>
  <inkml:trace contextRef="#ctx0" brushRef="#br0" timeOffset="11857.56">20030 2887 230 0,'0'0'237'0,"0"0"-236"0,0 0 60 0,0 0 0 15,0 0 19-15,0 0 3 16,0 0 24-1,0 0-21-15,0 0-30 16,0 0 0-16,0 0-25 0,0 0 5 16,0 0-30-16,0 0 7 15,0 0-6 1,0-5-7-16,0 2 3 0,0-1 9 16,0 0 6-16,0 4-11 15,0 0 27-15,0-4-26 16,0-8 4-16,28 0-4 15,37-4-6-15,10-1 0 16,5 6 1-16,-11-1-3 16,-10 7-6-16,-7 2 4 15,-11 3-39-15,-1 0-7 16,-28 0-84-16,-12 0-184 16,0 0-380-16</inkml:trace>
  <inkml:trace contextRef="#ctx0" brushRef="#br0" timeOffset="12206.88">19919 2663 664 0,'0'0'133'0,"0"0"-27"0,0 0 51 0,0 0-61 0,465-49-36 0,-322 21-44 0,-23 8-12 15,-20 4-8-15,-14 8-24 0,-45 4-75 16,-29 4-280-16</inkml:trace>
  <inkml:trace contextRef="#ctx0" brushRef="#br0" timeOffset="27426.81">21730 1720 186 0,'0'0'199'0,"0"0"-95"0,0 0-31 0,0 0-39 0,0 0-24 0,0 0-5 16,0 0 10-16,0 0-14 16,0 0 3-16,0 0 15 15,0 0-10-15,0 0 4 16,0 0-1-16,0 0 14 15,0 0-5-15,0-12 13 16,0 4-23-16,0-4 5 16,0 4-1-16,0 0 6 15,0 3 10-15,0-3-18 16,0 1 34-16,0-9-28 16,0 8 15-16,0-8-34 0,0 7 20 15,0 6-20-15,0-5 0 16,0 3 0-1,0 2 4-15,0 3 15 16,0 0-6-16,0-5 18 0,0 5-12 16,0-3-4-16,0-1-9 15,0-1-10-15,0 2 6 16,0 3-2-16,0-5 12 16,0 5 2-16,0 0 18 15,0 0-23-15,0 0 21 16,0 0-27-16,0 0-2 15,0 0 7-15,0 0-8 16,0 0 2-16,0 0 2 16,0 0 12-16,-7 0-13 0,-2 0 9 15,9 0-6 1,0 0-12-16,0 0 2 16,-6 13 0-16,0 23-1 15,-28 8 5-15,15 20-1 16,-15-4 2-16,15 5-4 0,-2-6 6 15,14-10-10-15,7 11 14 16,0-12-14-16,0 0 6 16,0-4 1-16,0-8-3 15,19-4-10-15,9-7 12 16,0-10-13-16,12-2 8 16,19-10 3-16,15-3-4 15,7 0 7-15,12 0-2 0,-6 0 1 16,-13-3 1-16,4-5 0 15,-16-5-23-15,-3-2-35 16,-7-6-13-16,-11-7-80 16,-13-4-156-16</inkml:trace>
  <inkml:trace contextRef="#ctx0" brushRef="#br0" timeOffset="27892.67">21649 1905 329 0,'0'0'363'0,"0"0"-320"0,0 0 155 0,0 0-89 0,0 0-81 15,0 0-2-15,208-12-23 16,-168 12-3-16,-9-5 12 16,9-3-24-16,1 5 0 15,-7-5-2-15,-6 3-18 16,-10 5-19-16,4-4 1 16,-16 0-71-16,7 0 61 15,-7 1-25-15,-6-5 33 16,0 3-98-16,0-7-113 15</inkml:trace>
  <inkml:trace contextRef="#ctx0" brushRef="#br0" timeOffset="28292.83">21736 1572 472 0,'0'0'188'0,"0"0"-71"0,0 0 89 0,0 0-117 0,0 0 13 16,0 0-45-16,288-109-36 15,-217 89 18-15,-15 0-32 16,-3 0-6-16,-19 8-1 15,-9 4-23-15,-10 4-47 16,-8 1-94-16,-7-2-278 16</inkml:trace>
  <inkml:trace contextRef="#ctx0" brushRef="#br0" timeOffset="29244.61">22471 2057 24 0,'0'0'67'0,"0"0"54"0,0 0-46 0,0 0 10 0,0 0 60 0,0 0-70 0,0 16-17 0,0-16-34 15,0 0-7-15,0 0-2 16,0 0 31-16,0 0-13 16,0 0 23-16,0 0 4 15,0 0-3-15,0 0-17 16,0 0-15-16,0 0 14 16,0 0-21-16,0 0 22 15,0 0-26-15,0 0 10 0,0 0-23 16,0 0 14-1,0 0-10-15,0 0 2 16,0-16-2-16,12-4-2 0,10-8 14 16,12-9-16-16,-3-11-2 15,-3 1 7-15,18-14-11 16,-12 1 5-16,13-20 0 16,6-9 0-16,9 5-8 15,-16 8 5-15,-21 28-3 16,9 8-4-16,-22 16 18 15,-2 8-15-15,-4 8 7 16,0 0 0-16,0 4 2 16,-6 4-2-16,7 0 6 15,-7 0 4-15,0 0-20 16,0 0 5-16,15 20 2 16,4 12 5-16,-1 20-7 15,23-4 5-15,-26 16 0 0,16-3 1 16,-15 11-1-16,-10 0 0 15,12-3 2-15,-18-5-7 16,0-12 13-16,0-5-16 16,0 1 7-16,0-7-18 15,0-5-39 1,0-8 22-16,0-8 8 0,0-4-91 16,0-8-3-16,0 4 42 15,0-8-7-15,-18-4-106 16,-4 0-41-16</inkml:trace>
  <inkml:trace contextRef="#ctx0" brushRef="#br0" timeOffset="29691.95">22557 1896 549 0,'0'0'98'0,"0"0"-11"0,0 0 14 0,0 0-13 0,0 0 9 16,0 0-25-16,202 0 26 15,-131 0-62-15,10 0 2 16,0 0-32-1,-1 0-3-15,1 0-3 0,-16 0-3 0,-3 0-22 16,-16 0-37 0,-18 0-53-16,-21 0-165 0,-7 0-132 15</inkml:trace>
  <inkml:trace contextRef="#ctx0" brushRef="#br0" timeOffset="30524.66">21730 917 276 0,'0'0'163'0,"0"0"-80"0,0 0 17 0,0 0-83 0,0 0 7 0,0 0 6 15,0 0-17-15,0 0 26 16,0 0 13-16,0 0 37 16,0 0-16-16,0 0-10 15,0 0-48-15,0 0 15 0,0 0-15 16,0 0 6-16,0 0-7 15,0 0-13-15,34 0-1 16,25 0 14-16,27 0 52 16,29 5-47-16,12-5 15 15,25 0-30 1,22 0 6-16,-1-5-8 0,-17-14-1 16,-5 7-1-1,-23-1 0-15,-48 6-2 0,-18-1-29 16,-31 3-3-16,-31 5-109 15,0 0-266-15</inkml:trace>
  <inkml:trace contextRef="#ctx0" brushRef="#br0" timeOffset="31591.82">23841 1965 449 0,'0'0'222'0,"0"0"-111"0,0 0 112 0,0 0-168 0,0 0-41 0,0 0-9 0,-12 15 7 0,12-10-11 16,0-5 5-16,12 0 16 16,35 0-19-16,-19-5 19 15,12-18-22-15,-22 2-30 16,-5 6-8-16,-13 7-14 16,0 8 29-16,0 0 23 0,-13 0 24 15,-14 0-14 1,-4 19 16-16,9-2-3 15,9-9 25-15,13 0-41 0,0-8-7 16,0 0-21-16,0 0-6 16,28 0 24-1,-15 0-7-15,5-8-12 0,-18 0-77 16,0 0-247-16</inkml:trace>
  <inkml:trace contextRef="#ctx0" brushRef="#br0" timeOffset="34630.44">24917 2394 423 0,'0'0'203'0,"0"0"-179"0,0 0 94 0,0 0 33 0,59-209-64 0,-37 145-52 0,6-12 8 16,9-4-33-16,3 0 11 15,0-5 7 1,16 5 2-16,-15-20-12 0,5 3-5 16,-6 5-5-16,-2 12-5 15,-4 28-6-15,-13 19 4 0,-2 22-2 16,-7 7-8-16,-12 4 2 15,16 0-24-15,-10 40 24 16,13 15 7-16,-4 19 6 16,10 1-6-1,15 25-16-15,-18-3 14 0,-10 11-26 16,-12-12 16 0,0-7-13-16,0-17 16 0,0-12-4 15,0-12-53-15,0-12-96 16,0-16-51-16,0-12-172 15</inkml:trace>
  <inkml:trace contextRef="#ctx0" brushRef="#br0" timeOffset="34922.98">24877 1957 259 0,'0'0'685'0,"0"0"-675"0,0 0 72 0,0 0 27 0,0 0-41 0,0 0-25 15,369 0-35-15,-289 0-8 0,7 0 13 16,6-8-26-1,-21 8-7-15,8-8-32 0,-24 8-88 16,-10 0-127 0,-21-5-111-16</inkml:trace>
  <inkml:trace contextRef="#ctx0" brushRef="#br0" timeOffset="35287.65">25953 1620 338 0,'0'0'323'0,"0"0"-222"15,0 0 30-15,0 0-33 16,0 0-62-16,0 0 14 16,21 32-14-16,-14 16 46 15,11 4-55-15,-2-4-18 16,-16 4-9-16,12-4 3 16,-12 9-3-16,0-9-15 15,0-4 12-15,0 0-24 16,0-16-25-16,0-8-26 0,0-12-27 15,0-8-77 1,0 0-69-16,0 0-94 0</inkml:trace>
  <inkml:trace contextRef="#ctx0" brushRef="#br0" timeOffset="35753.22">25847 1616 213 0,'0'0'379'0,"0"0"-288"16,0 0 62-16,0 0-20 15,0 0-103-15,0 0-11 16,127-101 12-16,-74 81-18 16,0 4 24-16,9 0-27 15,3 9 30-15,-6 7-8 16,15 0-8-16,-12 0-24 16,-3 0 0-16,-12 15-4 15,5 17 11-15,-17 1-14 0,11-2 1 16,-12 14-4-1,-6 2-23-15,-22-3 31 0,-6 5 1 16,0-9 1-16,-28 17 11 16,-37-10-4-16,-22 6 27 15,-9-9-22-15,31-8 15 16,-3-5-24-16,15-6 8 16,13 3-10-16,6-12-1 15,15-4 0-15,-2-4-31 16,-10-8-71-16,-10 0-248 15</inkml:trace>
  <inkml:trace contextRef="#ctx0" brushRef="#br0" timeOffset="36469.78">25230 1026 596 0,'0'0'70'0,"0"0"-11"0,0 0 60 0,0 0-45 0,0 0-31 0,0 0 15 0,0 0-33 15,10 0 14-15,36 4 36 16,19 12 6-1,44-7-58-15,9-9 1 0,49 0-2 16,-6 0-17-16,13 0-5 16,-13 0-6-16,-15 0-7 15,-25 0-51-15,0-5-55 32,-35 1-151-32,-33 4-107 0</inkml:trace>
  <inkml:trace contextRef="#ctx0" brushRef="#br0" timeOffset="37750.98">22024 2743 321 0,'0'0'217'0,"0"0"-182"0,0 0 30 0,0 0-31 0,0 0 7 0,0 0 4 16,19-5 10-16,9 5 30 16,-10 0-1-16,4 0-18 0,9 0-33 15,-3 0 18 1,12 0-16-16,0 0 0 0,7-3-26 16,0 3 26-1,11 0-33-15,4 0 11 0,13 0 1 16,-16-5 3-16,21 5-11 15,1 0-6-15,0-3 0 16,-10-2 3-16,25 2-7 16,-3-6 12-16,0 1-14 15,0 0 9-15,16 5-6 16,-16-6 2-16,-7 9 0 16,7 0 1-16,-6 0 0 15,0 0-6-15,6 0 15 0,-6 0-18 16,-6 0 18-16,5 0-18 15,-17 0 15-15,-4 0-10 16,3 0 4-16,-3 0-3 16,9 0-1-16,7 0 8 15,18 0-10-15,4 0 14 16,2 0-14 0,-6 0 14-16,4-3-8 0,-17 3 0 15,-5 0-2-15,-16 0-1 16,16 0 6-16,-7 0-2 15,-2 0 5-15,8 0-1 16,1 0-4-16,-7 0 17 16,-15 0-18-16,-3 0 11 15,-19 0-11-15,-3 0 1 16,-6 0-7-16,-9 0 10 0,-4 0-10 16,4 0-24-16,-19 0 6 15,0-13-57-15,0 5-117 16,-34-4-753-1</inkml:trace>
  <inkml:trace contextRef="#ctx0" brushRef="#br0" timeOffset="38751.69">24049 3028 112 0,'0'0'209'0,"0"0"-123"0,0 0 44 0,0 0-28 0,0 0-69 0,0 0 55 16,161-36-80-16,-124 23 37 15,4 9-9-15,-1 4 28 16,-12 0-24-16,-16 0-13 15,-12 0-14-15,0 4-12 16,0 40 18-16,-25 5-18 16,-37 2-2-1,-3 6-48-15,-9-1 4 0,-1-4 16 16,17-4 28-16,11-4 2 16,1-3 19-16,11-5 29 15,14-5-36-15,21-10 25 0,0-9-35 16,0-4 2-1,49-8 3-15,10 0 1 16,22 0 13-16,12 0 3 0,-6-13 23 16,6-2-2-16,-19 7-21 15,-15 3-20-15,-12 5-5 16,-26 0 0-16,-15 0-11 16,7 5-72-16,-13 15-6 15,0 4-183-15,0-12-54 16</inkml:trace>
  <inkml:trace contextRef="#ctx0" brushRef="#br0" timeOffset="76467.72">27422 1435 228 0,'0'0'92'0,"0"0"-38"0,0 0 22 15,0 0 13-15,0 0-36 0,-18 0-14 0,18 0-38 16,-6 0 1-16,-10 0 3 0,10 0 18 16,-6 0 50-1,5 0-1-15,-5 0 27 0,-4 0-45 16,16 0-8-16,-6-4-35 15,-12 4 0-15,8 0-11 16,-2 0 0-16,-1 0-1 16,1 0 6-16,12 0-1 15,-15 0 4-15,-4 0-2 16,3 0-3-16,4 0 18 16,12 0-14-16,-6 0 24 15,0 0 5-15,-1 0-31 16,7 0 3-16,-15 0-3 15,15 0 3-15,0 0-7 0,-12 0 19 16,12 0-14-16,0 0 6 16,0 0-9-16,0 0 18 15,0 0-14 1,0 0 1-16,0 0-16 0,34-11 14 16,40-14-11-16,13-11 10 15,31 8 0-15,15 4 2 16,10 4-7-16,9-1-1 15,3 6 1-15,-10-1 0 16,-17 8 10-16,-14 0-21 16,-15-4 10-16,-18-1 0 15,-19 2-24-15,-25 2-1 0,-9 9-28 16,-15 0-40-16,-13 0-113 16,0 0-241-1</inkml:trace>
  <inkml:trace contextRef="#ctx0" brushRef="#br0" timeOffset="77352.32">27519 1271 173 0,'0'0'154'0,"0"0"-110"0,0 0-25 0,0 0-2 0,0 0 5 15,0 0 4 1,0 0-6-16,-103 80 10 0,63-44-10 16,-13 8 49-16,-12-4-21 15,3 1 18-15,16-5-24 16,5 0 27-16,7-8 20 15,16-4-23-15,11-8-17 16,1-9-42-16,-9-7 15 16,15 8-22-16,0-8 5 0,0 0 0 15,0 0-8-15,0 5 4 16,0-5-1-16,0 4 5 16,34 0-1-16,12-4 13 15,7 8 1-15,28-4 57 16,-19-4-71-16,9 8 14 15,-15-8-16-15,-10 3-3 16,-21-3 1 0,-3 0-7-16,-16 0 0 0,-6 5-48 15,0-1 28-15,0-4-6 16,0 4-3-16,0-4-142 16,0 0-173-16</inkml:trace>
  <inkml:trace contextRef="#ctx0" brushRef="#br0" timeOffset="78482.53">29757 845 294 0,'0'0'150'0,"0"0"-79"0,0 0 5 0,0 0-31 15,0 0 2-15,0 0-5 0,0 0 13 16,0 0-5-16,0 0 55 15,0 0-37-15,0 0-9 16,0 0-15-16,0 0-8 16,0 0 7-16,-15 0-43 15,2 0 7-15,1 0 2 16,-16 0-8-16,-6 0 7 16,3 13-10-16,-9 2 2 15,-7 6 0-15,7 11-2 16,-7 8 5-16,7 0-11 15,0 9 18-15,6-2-23 0,-13 14 26 16,7-2-21 0,6 2 8-16,9-5-3 0,9-4-1 15,4 0-1-15,12-8 4 16,0-3 1-16,0-10-12 16,0 5 15-16,19 5-10 15,27-18 8-15,16 2-13 16,-9-14 11-16,15-11-5 15,-9 0 2-15,0 0 0 16,-3 0-1-16,-10 0-4 16,1 0 0-16,-13-23 8 0,-9-5-3 15,-4 0-15-15,-15 4 13 16,-6 4 0 0,0 12 6-16,0 3 7 15,0-6-5-15,0-1 8 0,-34-4-3 16,-18-1-7-16,-17 9 0 15,4 8 0-15,-3 0 1 16,3 0-1-16,-3 17 6 16,3 22-5-16,9 13 24 15,-3 4-22-15,19 9-6 16,12-13-1-16,15-20-13 16,13 1-56-16,0-14-82 15,13-2-142-15</inkml:trace>
  <inkml:trace contextRef="#ctx0" brushRef="#br0" timeOffset="106492.45">10220 9588 106 0,'0'0'208'0,"0"0"-84"0,0 0-51 0,0 0-52 0,0 0-4 0,0 0 6 0,0 0-8 0,0 0 60 16,0 0 37-16,0 0 48 15,0 0-105-15,0 0-34 16,0 0-21-16,0 0 8 16,0 0-14-16,0 0 19 15,0 0-1-15,0 0-9 16,0 0 45-16,0 0-21 16,0 0 1-16,0 0-13 15,0 0-11-15,0 0 0 0,0 0 3 16,0 0-12-16,0 0 15 15,0 0-4-15,0 0-5 16,0 0 23-16,0 0-23 16,0 0-1-16,0 0 2 15,-9 0-1-15,2 0-2 16,1 0-10-16,0 0 0 16,-6 0 18-16,-4 0-14 0,-3 0 6 15,13 0 1 1,-15 0 0-16,8 0-6 0,1 0 4 15,-10 8-36 1,-3 5 35-16,3 2-37 16,4 1 25-16,-10 1 11 15,9 2-7-15,-9 2 11 0,16 3-19 16,-10 0 8-16,10 0-15 16,-10-4 19-16,-3 0 3 15,19 4-15-15,-15 1 33 16,2-10-21-16,3 9 11 15,10-7-7-15,-6-6 3 16,-1-3-12-16,13 4 1 16,0-7-14-16,0 6 7 15,0 2 2-15,0-1 16 16,-9 4-31-16,3 4 19 16,-6 0 5-16,12-4 1 0,-7 0 5 15,7 0 2 1,-6-4-3-16,-3 0 15 0,9 0-27 15,0-8 17 1,0 4-5-16,0-4 2 0,0 0-1 16,0-4-9-16,0 8 2 15,0-8 7-15,0 12 1 16,0-7-7-16,0 2 12 16,0-7-12-16,0 0 10 15,15 0-14-15,-8 0 3 0,5 0-6 16,3 0 10-1,4 0 4-15,0 0-5 0,2 0 11 16,-14 0-16 0,14 0 10-16,-2 0-12 0,-7 0-2 15,10 0 14-15,-10 0-11 16,10 0 3-16,-10-7 7 16,1-2-27-16,-7-7 28 15,3 0-24-15,10 8 19 16,-13-8-3-16,16 7 7 15,-16-2-6-15,0-1 6 16,0-4-2-16,7 0 1 16,-4-4 1-16,-3 0-51 0,-6 12 29 15,0 0 23 1,0 0 3-16,0-1 11 16,0 1 37-16,0 5-50 0,0-2 48 15,0 5-5-15,-28-3-34 16,16 3 32-16,-16-5-35 15,16 5-10-15,-10 0 17 16,-3 0-19-16,4 0 5 16,-4 0-7-16,3 0 2 15,3 0 5-15,4 0-3 16,3 8 4-16,-1 0-2 16,-9 9 2-16,10-9-9 15,-7 3 15-15,10-6-13 16,-9 3 12-16,18-1-3 0,-13 1-3 15,4 5 7-15,-10 7-14 16,1-4 14-16,-4 7-7 16,3-6 5-1,-2-1-3-15,14 0-2 0,1-8 0 16,6 9 0-16,0-10 1 16,0 1-2-16,0-4-64 15,0-4-78-15,0 0-179 16</inkml:trace>
  <inkml:trace contextRef="#ctx0" brushRef="#br0" timeOffset="110605.3">8167 11826 209 0,'0'0'67'0,"0"0"-28"0,0 0 6 0,0 0 2 0,0 0-5 0,0 0 8 0,0 0-10 15,0 0 4-15,0 0 25 16,0 0-25-16,0 0 32 15,-6 0-50-15,6 0 13 16,0 0-27-16,0 0-7 16,0 0 2-16,0 0 0 15,0 0 13-15,0 0-14 16,0 0 6-16,0-11-2 0,0-2-12 16,0 5 6-1,0-7-8-15,0-2 4 0,0-7 0 16,12 8-1-16,-5 1 7 15,5-6-12 1,-12 9 15-16,9 4-16 0,4 4 14 16,-13-12-11-16,12 5 4 15,4-10 0-15,2 1-3 16,1-5 6-16,3 6-11 16,-4 2 23-16,-2-2-26 15,-4 7 15-15,0-4-4 16,4 4 0-16,-4-1-4 15,1 2 4-15,-7-2 2 16,9 6-2 0,-15-1 4-16,7 0-11 0,-1 8 19 0,0-9-22 15,6 1 23-15,-2 5-9 16,-4-10-3-16,19 5-1 16,-16 0 0-16,16 1-1 15,-3-9-2-15,-10 16 6 16,16-13 4-16,-16 1-3 15,7 4 13-15,3 0-10 16,-10 0 0-16,10-7-5 16,3 6 2-16,2-7 11 15,-2 0-9-15,3 4 3 16,0-4 0-16,-9-4-11 16,2 12 11-16,-2-5-6 15,9 2-3-15,-10-1 0 16,-2-1-3-16,9 5 13 0,-4-4-17 15,-2-4 18-15,3 5-6 16,-4 2 2-16,4 1-7 16,-3 0 2-16,-1-8 3 15,-2 9-5-15,-4-1 0 16,10 0-6-16,-3-1 10 16,-1-7-8-16,4 13 8 15,-10-10-11-15,10 1 19 16,-16 1-20-16,13 3 8 15,2 3 0-15,-8-7 0 16,-1 8 2-16,10-3-7 16,-3-6 16-16,-4 5-22 15,10-7 22-15,-10-2-11 0,10 1 5 16,-3 0-7-16,-4 4 2 16,-5-4 0-1,2 8-9-15,-2 0 18 0,-1-4-18 16,4-1 20-16,-4 6-22 15,0-9 22-15,4 11-24 16,-4-6 21-16,-5 2-8 16,5 1 0-16,-3 0-4 0,-2 5 0 15,-7-5 8 1,24-4-6-16,-8 4 13 16,9-5-22-16,-4-7 15 0,4 4-10 15,-3 1 6 1,-4-1 0-16,-2 7-1 0,-4 1 7 15,-5 0-10-15,5 0 8 16,-3 0-8-16,-3 4 7 16,-6-8-6-16,19 8 6 15,-13 1-5 1,10-6 2-16,-10 1 0 0,6 0-7 16,-5-8 23-16,14 8-25 15,-15-4 18-15,13-1-15 16,-10 6 6-16,4 3-3 15,-7-4 1-15,0 4 2 16,-6-4-1-16,22 3 10 0,-16-2-18 16,0-5 18-16,0-5-19 15,7 6 25-15,2-6-23 16,-2-2 9 0,-1 2-2-16,-12 6-7 0,16 3 8 15,-10 3-7-15,-6 5 23 16,0-4-24-16,0-4 20 15,6-3-20-15,-6-6 11 16,0 9-6-16,13-8-11 16,-13 1 12-16,0 2-7 15,0-3 9-15,15 4-13 0,-15 4 26 16,0 4-26-16,0-4 32 16,0 8-23-1,0 0 4-15,0-8-7 16,0-8 5-16,0 8-4 0,0-8 5 15,0 0-22-15,0 12 19 16,0-4 4-16,0 8-3 16,0 0 6-16,0 0 23 15,0 0-9-15,0 0-10 16,0 0-14-16,0 0 17 16,0 0-23-16,0 0 26 15,0 0-20-15,0 0 23 16,0 0-3-16,0 0-12 15,0 0 9-15,0 0-10 0,0 0-5 16,0 0 2 0,0 0 2-16,0 0-8 0,0 0 13 15,0 0-14 1,0 0 14-16,0 0-16 0,12-4 18 16,7-4-10-1,-3 3 4-15,2-6 0 0,-5 11 0 16,-4 0 5-16,3-8-11 15,-6 8 15-15,1 0-21 16,8 0 23-16,-2-9-19 16,5 1 11-16,10-3-5 15,-9-1 2-15,9-4-3 16,-1 4-3-16,-8-1 7 16,-7 5-4-16,-2 0 3 0,-10 1 0 15,12 2 0-15,-6-6 3 16,1-2-8-1,14-2 11-15,-2-6-12 0,3 6 13 16,-16 2-22-16,12 1 27 16,-11 8-19-16,-7 0 7 15,0 0-4-15,15 0 3 16,-9-4 1-16,1 0 3 16,5-8 8-16,3 0-19 15,-2 0 25-15,5 5-25 16,-8-2 9-16,8 1-2 0,-11 7-3 15,8-6 4 1,-9 7 0-16,0-4 9 0,7 0-9 16,-1-5 1-16,4 2 1 15,2-6 7-15,-11 1-8 16,20 1-1-16,-8-1 0 16,3-1 0-16,-4 1 0 15,4 5 0-15,-3-1 7 16,-4-1-17-16,4-3 19 15,3-7-19-15,9 6 18 16,3-7-8-16,-6-7 0 16,6 14 0-16,-3-7-3 15,-10 8 6-15,-2 0-6 16,3 4 10-16,-16 0-16 0,12 0 19 16,4 0-19-16,-3-5 19 15,2-6-15-15,4 7 5 16,9-4 0-16,-12-4-8 15,3-1 19-15,3 5-22 16,-10-4 22-16,10 9-21 16,-9 2 17-16,-4 5-12 15,-8 4 5-15,-1-4 0 16,0 0-2-16,0-3 4 16,16-6-4-16,-10 6 9 15,10-6-13-15,-10 1 11 16,1 4-8-16,-7 0 6 15,16 0-2-15,-16 7-1 16,0 2 0-16,0-9-12 0,10-1 26 16,-4 2-24-16,7-9 17 15,3 4-14-15,-10-4 12 16,16-1-11-16,-16 1 12 16,10 1-6-16,-3 7 0 15,-7-1-1-15,3 5-1 16,-8 0 4-1,-1-4-11-15,6-4 22 0,4 1-23 16,-4-1 13-16,16 3-6 16,-9-2 3-16,-1-2-2 15,-2 5-5-15,-4 5 7 16,-12-2-15-16,13 1 32 16,-4 0-31-16,-3 0 33 15,7 0-32-15,-7 0 15 0,0 0-2 16,16-4 1-1,-16 4 3-15,6-4-8 0,10 4 7 16,-3-5-12-16,2 2 18 16,-2-6-11-16,3 6 2 15,-10-1 0-15,7-1-1 16,2 2 6-16,-8-1-12 16,8-1 18-16,-14 2-22 15,5 3 25-15,-6 8-28 16,0-9 20-16,10 1-12 15,-4 0 8-15,7-3-2 16,3-1 0-16,6-4 1 0,-4 3-2 16,4-2 5-1,6 2-9-15,-15 5 10 0,-7 0-7 16,-12 8 2-16,0-4 0 16,16 1-3-16,-10-2 3 15,13-7 0-15,-4 4 0 16,10 0-11-16,-10 0 28 15,10 0-25-15,-9 0 16 16,-10 0-14-16,0 4 10 16,-6-4-5-16,19 4 1 15,2-4 0-15,4-8-6 16,3 4 11-16,-9 4-20 0,-10 0 19 16,4 3-6-16,-13 5 4 15,0-3-4-15,6 3 5 16,6-8-3-16,4 0 0 15,2-4 6-15,16-4-21 16,-15 4 20-16,3 4-14 16,-16 3-2-16,0 5 2 15,-6-8 16-15,0 8-7 16,0-3 19-16,16-2-19 16,-4-2 0-16,-6-1 6 15,13 0-8-15,-4 0 5 16,-2 8-6-16,-13 0 4 15,0 0-1-15,0 0 7 16,0 0-7-16,0 0 0 16,0 0 9-16,0 0-18 0,0 0-24 15,0 0-56 1,0 0-152-16,0 0 43 0,0 0-40 16,0 0 42-16</inkml:trace>
  <inkml:trace contextRef="#ctx0" brushRef="#br0" timeOffset="112972.84">12530 11582 217 0,'0'0'71'0,"0"0"-38"0,0 0 3 0,0 0-32 0,0 0-2 0,0 0 50 0,0 0 60 0,-6-16-33 15,6 16 28 1,0 0 17-16,0 0-57 0,0 0-51 16,0 0-10-16,0 0-12 15,0 0 25-15,0 0-15 16,0 0 12-16,0 0 16 16,0 0-10-16,0 0 10 15,0 0-25 1,0 0-5-16,0 0-4 0,0 0 3 15,0 0-4 1,0 0 6-16,0 0-6 0,0 0-4 16,0 0 5-16,0 0 1 15,0 0-10-15,0 0 7 16,0 3 3-16,0 10-11 16,0-5 24-16,0-1-24 15,0 1 23-15,0 5-20 0,0-5 11 16,0 1-3-1,0-2 1-15,0 1 0 0,0 4-4 16,0 0 13-16,0-4-19 16,0 4 22-16,0-8-21 15,0 12 15-15,0-8-11 16,0 5 5-16,0-2-2 16,0 1 1-16,0 1 1 15,-13 3-4-15,13-5 19 16,-6 6-30-16,0-6 31 15,-10 1-24-15,4 9 10 16,0-6-4-16,5 1-2 16,-2-3 4-16,3-6-3 0,6-2 17 15,0 6-28 1,0-6 24-16,0-5-24 0,0 8 4 16,0-8-1-16,0 0-33 15,0 0 4-15,0 0 16 16,0 0-16-16,0 0 16 15,-6 4 10-15,6 7 3 16,-13-3 18-16,7 5-14 16,0-9 11-16,-10 4-4 15,16-8 0-15,0 0-4 16,0 0-33-16,0 0-116 0,0 0-38 16,0 0-81-16</inkml:trace>
  <inkml:trace contextRef="#ctx0" brushRef="#br0" timeOffset="114003.27">12452 11489 24 0,'0'0'175'0,"0"0"-96"0,0 0 14 0,0 0-31 0,0 0-21 16,0 0-13-16,0 0 19 15,0 0-19-15,0 0 29 16,0 0-22-16,0 0 50 16,0 0-44-16,0 0-18 15,0 0-5-15,0 0 11 16,0 0 14-16,0 0-19 16,0 0 4-16,7 0-21 15,11 0 12-15,-12 0-16 0,22-3 30 16,-15 3-33-1,2 0 11-15,-2 0 6 0,-1 0-13 16,3-5-4 0,10 2 12-16,3-1-20 0,-3-1 19 15,9 5-11-15,-6-3 4 16,-16-2 4-16,23 2-7 16,-1-5 2-16,-3 0-3 15,-10 3 7-15,-2 5-20 16,-4 0 29-16,-15 0-22 0,7 0 11 15,-7 0-6 1,0 0 1-16,0 0-2 0,0 0 0 16,6 0-11-1,0 0 9-15,10 0-23 0,-4 0 5 16,7 0-25 0,-4-4 39-16,-9 4-2 0,-6 0-7 15,0 0-118-15,0 0-100 16,0 0-312-16</inkml:trace>
  <inkml:trace contextRef="#ctx0" brushRef="#br0" timeOffset="114889.15">12713 11698 44 0,'0'0'131'0,"0"0"-131"0,0 0-19 0,0 0 19 0,0 0 46 0,0 0 32 0,6 0 10 16,-6 0 32-16,0 0-80 15,0 0 16-15,0 0 19 16,0 0-20-16,0 0 19 15,0 0-45-15,0 0 45 16,0 0-47-16,0 0-27 0,0 0 5 16,0 0 30-1,0 0 0-15,0 0-33 0,0 0 8 16,0 0-2-16,0 0-16 16,0 0 16-16,0 0-14 15,0 0 6-15,0 0 0 16,0 0 13-16,0 0 2 15,0 0-5-15,0 0 2 16,0 0-10-16,0 0 15 16,0 0-16-16,0 0 1 15,0 0 4-15,0 0-6 16,0 0-4-16,0 0-6 16,0 0-4-16,0 0-27 0,0 0-10 15,0 9 36-15,-12-6-175 16,-10-3-167-16</inkml:trace>
  <inkml:trace contextRef="#ctx0" brushRef="#br0" timeOffset="120864.76">13259 7936 99 0,'0'0'110'0,"0"0"-95"0,0 0 27 0,0 0-33 0,0 0-9 0,0 0 6 15,0 0-6-15,-7 0 7 16,1 0 22-16,6 0 22 16,0 0 44-16,0 0-44 15,0 0-37-15,0 0-7 16,0 0 9-16,0 0-32 16,0 0 24-16,0 0-13 15,0 0 10-15,0 0-4 16,0 0 16-16,0 0-3 15,0 0 7-15,0 0-11 16,0 0 12-16,0 0-18 16,0 0 14-16,0 0-9 15,0 0-9-15,0 0-2 16,0 0 2-16,0 0-8 0,0 0 11 16,0 0-9-1,0 0 12-15,0 0-12 0,0 4 22 16,0 0-17-16,0-4 7 15,0 0-4-15,0 5 1 16,0-5 4-16,6 3 21 16,-6 2-27-16,7-2 6 15,2 2 7-15,-9-2-28 16,12 1 9-16,-12 4 5 0,0-3-5 16,0 3 5-1,0-5 0-15,6 5 3 0,1 1-3 16,-7-1 12-1,15 0-24-15,-9 0 24 0,-6 0-18 16,7-1 6 0,-7 1 0-16,6 5 1 0,-6-5 0 15,6 4 12-15,0-4-12 16,-6-5 15 0,0 10-8-16,6-1-9 0,-6-4 3 15,10 4-4-15,-10 0-1 16,0-5-9-16,0 6-7 15,12-1-10-15,-6-1 28 16,0-2-2-16,-6 3-4 0,7-4 14 16,-7 4-11-1,9-4 4-15,-9 4-8 0,0 4-16 16,6 0 6-16,0-4 18 16,-6 4 0-16,0 1-12 15,0-6 8-15,0 6-3 16,0-6 14-16,0-3-13 15,0 0 6-15,0 1-1 16,0-1 1-16,0 0-40 16,0 0 35-16,0 4 9 15,0-1-4-15,0 6 1 0,0-1 5 16,0-5-6-16,0 2-3 16,0-1-85-1,0-1-107-15,0 2-5 0</inkml:trace>
  <inkml:trace contextRef="#ctx0" brushRef="#br0" timeOffset="121117.55">13395 9092 32 0,'0'0'0'0,"0"0"-10"0,0 0-9 0</inkml:trace>
  <inkml:trace contextRef="#ctx0" brushRef="#br0" timeOffset="121429.82">13395 9092 13 0,'-16'124'20'0,"16"-112"11"0,0-1 53 16,0 2-43-16,0 3-22 15,0-1-16-15,-6 2-1 16,6-1-2-16,0 0 0 0,0-4-25 16,0 0 2-16,0 0 12 15,-6 0 11 1,6 0 48-16,-12-4-8 0,12 0-19 15,0-8-16-15,0 5-7 16,0 3 2-16,0-1 0 16,0 1 5-16,0 0 26 15,0 8-6-15,0 0-24 16,0-7 37 0,0 2-21-16,0-3 76 0,0-4-57 15,0-4 4-15,0 0-20 16,0 0-5-16,0 0-15 0,0 0-25 15,0 0-81 1,0 0-22-16,0 0 93 0,0 0 35 16,0-23-3-16,0-18-60 15</inkml:trace>
  <inkml:trace contextRef="#ctx0" brushRef="#br0" timeOffset="124161.29">13355 8453 55 0,'0'0'25'0,"0"0"1"0,0 0-8 0,0 0 26 0,0 0-19 0,0 0 37 15,0 5-1-15,0-5 45 16,0 0-17-16,0 0-55 16,0 0 10-16,0 0-27 15,0 0 16-15,0 0-32 16,0 0-1-16,0 0-4 15,0 3 4-15,0 2 4 0,0-5-3 16,0 8 12 0,0-8-4-16,0 7 2 0,0 1-9 15,0 5 14-15,0-1-8 16,0 4 11-16,0-4-19 16,0 0 12-16,0 0-23 15,0-4 25-15,0 0-10 16,0 0-3-16,0 4 36 15,0 4 4-15,0 1-12 16,0-2-14-16,0-2-14 16,0-2-2-16,0 1 14 15,0 1-27-15,0-2 24 16,0 1-20-16,0 4 10 0,0-3-4 16,0 2 4-16,0 1 0 15,0 4 0 1,0 1 4-16,0 2-14 15,-10-2 22-15,4 2-24 0,-6 2 19 16,6-5-19-16,-1 4 9 16,-14-4 3-16,14-7-1 15,1 2 4-15,6-3-11 16,0 0 17-16,0-4-21 0,0 4 12 16,0 1-6-1,0-2 5-15,-12 9-4 16,12-4-2-16,-16 1 4 0,10-1-1 15,6 4 3 1,-12-9-7-16,12 6 11 0,0-6-15 16,0 2 13-16,0-1-3 15,0-1-5-15,0-3 6 16,0 5-1-16,0-5-2 16,0-1-2-16,0 1 12 15,0 9-18-15,0-6 23 16,0 2-23-16,0-5-14 15,0 4-31-15,0 0 36 16,12 0 20-16,-6 0-1 16,-6 8 4-16,7-7-4 15,2 2 10-15,-9-3-13 16,12-8 17-16,-6 12-21 0,1-8 9 16,8 0-1-1,-9 1 1-15,7 2 3 0,-1 1-3 16,4 9 5-1,2-1-17-15,4-1 27 0,-10-2-6 16,1-1-7-16,2 0 5 16,-2-4-7-16,-1-4-11 15,0 0 3-15,10 0 8 16,-9 0-5-16,-7-1 8 16,9 6-16-16,-15-1 26 15,13-1-16-15,-1 6 5 16,4-5-4-16,-4-8 2 0,0 1-14 15,-12-2-2 1,16-3-2-16,-4 8 12 16,-6-8-31-16,-6 4 20 15,0-4-12-15,0 0 27 0,0 0-2 16,0 0 4-16,0 0 0 16,0 4 1-16,0-4 1 15,0 4 4-15,0-4-12 16,0 4 10-16,-18 5-4 15,2-2 7-15,-18 5 21 16,3-3-7-16,10 2 9 16,-14 1-8-16,23 1-15 15,0-2-14-15,-16-3 14 0,28 4-14 16,-13 1-4 0,1-2 8-16,-4-2 6 15,10-1-1-15,-12 3 17 0,18-3-9 16,-16-3 12-16,10 7-8 15,6-1 4-15,-6-11-10 16,6 13-16-16,-6-9 11 16,-1 4-3-16,7 3 0 15,0-6 0-15,0 7-3 16,0-4 9 0,0-5 0-16,0 5-3 0,0 1 16 15,0-1-18-15,0 8 9 16,0-4-6-16,0 0 1 0,0 4-5 15,0-8 4 1,0 8-13-16,0 8 19 0,0 0-20 16,7-3 20-1,-1-2-10-15,-6-7 3 0,12 1-6 16,-6-5 2-16,4 3-9 16,-10 1-6-1,18 1-41-15,-12 2 50 0,1-2 3 16,2 3-3-16,-9 4 14 15,0-4-6-15,0-1-1 16,0 6 0-16,0-6-5 16,0 6 13-16,0 2-18 0,0-2 20 15,0 3-21-15,0 4 23 16,0-4-22 0,0 9 17-16,0-10-7 0,0-2 0 15,0-6 1 1,0-2-2-16,0-2 13 0,-9 6-18 15,9-6 15-15,-7 14-12 16,1 2 11-16,0-7-15 16,-6 9 8-16,12-5-1 15,0 0 0-15,0-8-2 16,0 4-2-16,0 0 8 16,0 0-17-16,0 4 24 15,0 4-18-15,0-4 9 16,0 4-2-16,0-3 0 0,0-9 5 15,0-4-14-15,0 12 20 16,0-12-23-16,0 4 25 16,0 4-26-1,0-1 28-15,0 2-25 0,-10 3 13 16,-2 0-3-16,6-4 0 16,-7 0 7-16,-8-4-15 15,14 0 19-15,1 4-23 16,-6 1 23-16,12-6-20 15,-22 6 16-15,10-1-8 16,6-4 1-16,6-4 0 16,0 4-7-16,0-5 15 15,0 6-20-15,0-6 12 16,0 9-7-16,0 1 2 16,-16-5-1-16,16-1 0 15,0 2 6-15,-12-6 0 0,12-3 0 16,0 5-6-16,0-5 13 15,0 1-21-15,-7-2 28 16,-5 5-23-16,-4 0 19 16,10-4-11-16,-6 12 1 15,12-16 0-15,0 12-9 16,0 0 18-16,0-8-24 16,-6 5-5-16,-4-2 17 15,4-11-8-15,0 12 7 0,-6 1-12 16,12-13 15-1,0 11-1-15,-13-7 4 16,13-4-6-16,-9 8 9 16,9-3-13-16,-6 3 18 0,-1 4-15 15,7-1 7 1,-12-6-4-16,12-5 1 0,0 0 1 16,-15 8 23-1,15-8-12-15,-7 3 8 0,7-3-17 16,0 5 7-16,0-5-6 15,0 0-6-15,0 0-47 16,0 0-60-16,-12 0-170 16</inkml:trace>
  <inkml:trace contextRef="#ctx0" brushRef="#br0" timeOffset="126958.67">14251 9280 49 0,'0'0'93'0,"0"0"-62"0,0 0 20 0,0 0-29 0,0 0 33 0,0 0 74 0,-10 0-34 15,10 0-41-15,0 0 1 0,0 0 11 16,-6 0-7-1,6 0 13-15,0 0-17 0,0 0 7 16,0 0-61-16,0 0 18 16,0 0-6-16,0 0 13 15,0 0-17-15,0 0 13 16,0 0-18-16,0 0-1 16,0 0-6-16,0 0 12 15,0 0-15-15,-6 0 14 0,0 3-12 16,-7 18 9-16,-2 3-5 15,-10 12 0-15,-3 4 0 16,-6 0-2-16,0 9 5 16,9-10-13-16,3 2 22 15,-2-10-26-15,-4 2 11 16,9-5-1-16,-3 0-9 16,10-9 10-16,-10-6 3 15,22 4 0-15,0-14-8 16,-12 13 8-16,12-8-2 15,0-8-37-15,0 0 32 16,0 0-13-16,0 9-20 16,0-9 1-16,12 0 18 15,29 0 14-15,-7 0 3 16,6 0-6-16,0 0 8 0,1 0-3 16,-7 0-45-1,-3 0 18-15,-3 0-33 0,-7-9 25 16,4 1 13-16,-3 4-2 15,-10 0 11 1,16-4-65-16,-15 8 5 0,-1-3 33 16,4-6 29-16,-16 5-33 15,12 0 21-15,-6-4-3 16,-6-5-51-16,6 6-26 16</inkml:trace>
  <inkml:trace contextRef="#ctx0" brushRef="#br0" timeOffset="127225.68">14362 9665 19 0,'0'0'177'0,"0"0"-103"0,0 0-64 0,0 0 25 0,0 0 35 0,0 0 24 0,-93 36-45 0,87-20 13 0,-6-4-52 0,-4 4 0 16,4 0-2-16,6 4 15 15,-1 5 37-15,-8 2-28 16,15 5 52-16,-6 0-20 15,6 9-5-15,0-1-52 16,0 4-4-16,-13 0-3 16,7 4-4-16,-3 0-10 15,-4 0-10-15,1-4 12 16,6-4-59-16,-10-16-118 16,-2 4-324-16</inkml:trace>
  <inkml:trace contextRef="#ctx0" brushRef="#br0" timeOffset="135018.54">17131 5104 264 0,'0'0'175'0,"0"0"-87"0,0 0 12 0,0 0-21 0,0 0 3 0,0 0-39 0,0 0 10 0,0 5-9 16,0-5 26-16,0 0-36 15,0 0-2-15,0 0-13 16,0 0-13-16,0 0 27 0,0 0-7 16,0 0 5-16,0 0-29 15,0 0 6-15,0 0-3 16,0 0 2-1,0 0-1-15,0 0-4 0,0 0 5 16,0 0-3-16,0 0 14 16,0 0-18-16,0 0 30 15,0-16-29-15,0-12 20 16,0-16-17-16,0-12-6 16,0-9 2-16,0 1-7 15,0-4 0-15,0 0-13 16,0-1 15-16,0 5 0 15,0 17-1-15,0 19-16 0,0 15 19 16,0 13-3-16,0 0 1 16,0 0 4-16,-15 20-36 15,-26 24 22-15,-5 16-58 16,-7 9 44-16,-6-2-33 16,4-1 47-16,8-11 5 15,7-19-102-15,27-16 14 16,13-12-7-16,0-8-259 15</inkml:trace>
  <inkml:trace contextRef="#ctx0" brushRef="#br0" timeOffset="135670.07">17122 4511 47 0,'0'0'378'0,"0"0"-318"0,0 0-2 0,0 0 4 0,0 0-3 0,0 0 19 0,-31-4 28 15,3 4-18-15,9 0-20 16,-15 0-44 0,13 21-8-16,-26 10-16 0,13 13-1 15,-12 20-2-15,-1-7 3 16,16 7 12-16,-3-3-8 15,12-14 5-15,10 1-5 16,-1-7-3-16,13-2 3 16,0-6-4-16,0 3 0 15,31-8-3-15,10-4 2 16,5-4 1-16,4-8-16 0,3-4 13 16,-1-8-3-16,1 0 12 15,9-8-6-15,-9-28 3 16,6-17-3-1,3-14 1-15,-3-18-1 16,9-7 0-16,-16-20 3 0,1 0-9 16,-19 3-11-16,-15 16 5 15,-19 18-31-15,0 11 14 16,-13 7-7-16,-39 14-4 16,-16 19-2-16,-4 11 42 15,-15 13 18-15,1 0 19 16,-11 21 12-16,11 26 33 15,-1 9-82-15,6 16-20 16,28 1-100-16,13 0-97 0,6-9-176 16</inkml:trace>
  <inkml:trace contextRef="#ctx0" brushRef="#br0" timeOffset="136370.57">17913 5077 208 0,'0'0'149'0,"0"0"-23"0,0 0-22 0,0 0-15 0,0 0-18 0,0 0 26 16,0 0 28-16,0-28-77 15,0-8-3-15,12-17-33 16,22-15 51-16,19-13-31 16,-7-22 9-16,10 3-41 15,-9 7 9-15,-1 5-9 0,-5 24 0 16,-17 16-6 0,4 12 7-16,-15 8-9 15,8 15-2-15,-14 13 7 0,-7 0-20 16,0 5 20-16,0 47-20 15,0 24 23 1,12 9 0-16,-6 2-26 0,0 1-18 16,10-11-7-1,-4-1 32-15,-6-11-18 0,10-14 32 16,-16-7-42-16,0-8 9 16,0-8-26-16,0-12-81 15,0-8-52-15,-9-8-111 16</inkml:trace>
  <inkml:trace contextRef="#ctx0" brushRef="#br0" timeOffset="136585.09">18058 4656 556 0,'0'0'181'15,"0"0"-173"-15,0 0 233 16,0 0-183-16,0 0-35 16,0 0-23-16,341-53-1 0,-300 45-67 15,-1-3-179-15,-28-1-125 16</inkml:trace>
  <inkml:trace contextRef="#ctx0" brushRef="#br0" timeOffset="136983.67">18753 4431 43 0,'0'0'405'0,"0"0"-352"15,0 0-43-15,0 0 55 16,0 0-31-16,0 0 40 16,-372 225 0-16,332-157 8 15,12 0-24-15,28-8-46 16,0-16-12-16,0-8 8 15,46-3-18-15,16-13 19 16,9-1-18-16,4-7 17 16,-1 1-10-16,7-5 2 15,-10-8-6-15,4 0-12 0,-1-21-90 16,-21-15 25 0,-1 8-60-16,-36 5-98 0</inkml:trace>
  <inkml:trace contextRef="#ctx0" brushRef="#br0" timeOffset="137643.95">18192 4050 287 0,'0'0'132'0,"0"0"-100"0,0 0 11 0,0 0 18 0,0 0 3 15,0 0-15-15,-19 0 34 16,19 0-28-16,0 0 56 15,0 0-39-15,0 0-12 16,0 0-43-16,0 0-9 0,0 0-3 16,53 0 4-16,27 0 64 15,20-8-43 1,8 4-7-16,-2 0-17 0,-4 0-12 16,-15-1 6-1,-7 5-2-15,-15-3-31 0,4 3-66 16,-23 0-33-16,-12 0-191 15,-28 0-280-15</inkml:trace>
  <inkml:trace contextRef="#ctx0" brushRef="#br0" timeOffset="138302.18">19609 4888 600 0,'0'0'157'16,"0"0"31"-16,0 0-92 0,0 0-81 0,0 0 17 0,0 0-6 16,127-11-11-16,-99 11 8 15,6 0-20-15,6 0 14 16,-9-5-11-16,3 5-12 15,0 0-1-15,-6-4-45 0,-15 0-71 16,-1-4-234 0,-12 4-240-16</inkml:trace>
  <inkml:trace contextRef="#ctx0" brushRef="#br0" timeOffset="138565.29">19603 4564 519 0,'0'0'185'0,"0"0"-175"16,0 0 148-16,0 0-65 15,0 0-69 1,0 0-20-16,294-13 6 0,-241 10-20 16,-7-2-33-16,-5 5-99 15,-7 0-25-15,-22 0-107 16</inkml:trace>
  <inkml:trace contextRef="#ctx0" brushRef="#br0" timeOffset="139082.43">20533 4932 495 0,'0'0'377'0,"0"0"-220"0,0 0-58 0,0 0-10 15,0 0-73-15,0 0-4 0,0 4-12 0,0-4-31 0,0-4 0 0,0-12-60 0,0 5-13 16,0-9-552 0</inkml:trace>
  <inkml:trace contextRef="#ctx0" brushRef="#br0" timeOffset="139433.48">20638 4315 83 0,'0'0'432'0,"0"0"-330"0,0 0 30 16,0 0-62-16,0 0 2 16,0 0-67-16,183-124-2 15,-171 104 14-15,1-5-17 16,-13 9 24 0,0 0 44-16,0 4-30 0,-6 4-36 15,-35 8-4-15,7-3-14 16,3 3 15-16,-18 0-26 15,2 11 21-15,7 17-15 16,15 0 18-16,13-7-74 16,12-9-184-16,0-12-262 0</inkml:trace>
  <inkml:trace contextRef="#ctx0" brushRef="#br0" timeOffset="174111.86">6890 11867 22 0,'0'0'237'0,"0"0"-237"0,0 0-44 0,0 0-152 0</inkml:trace>
  <inkml:trace contextRef="#ctx0" brushRef="#br0" timeOffset="174236.34">6890 11867 387 0,'0'-44'192'0,"0"44"-105"0,-6 0 49 16,6 0-105-16,0 0-31 16,0 0-10-16,0 0 10 15,0 0-21-15,0 0 21 16,0 0 3-16,0 0 0 16,-7 3-6-16,7-3-60 15,-15 0-161-15</inkml:trace>
  <inkml:trace contextRef="#ctx0" brushRef="#br0" timeOffset="205907.62">8279 12464 62 0,'0'0'227'0,"0"0"-199"0,0 0 35 0,0 0 27 0,0 0-63 15,0 0 18-15,0 0-32 16,0 0 21-16,0 0-33 15,9 0 34-15,-9 0-4 16,0 0 12-16,0 0-6 16,0 0 9-16,0 0-21 15,0 0-24-15,0 0-2 16,0 0 2-16,6 0-10 0,-6 0 12 16,7 8-3-16,5-4 15 15,-6 0-5-15,10 4-6 16,-4-8-1-16,16 8-3 15,-16-3 10-15,7-2-17 16,3-3 15-16,-10 8-11 16,10 1 6-16,-16-6-6 15,13 2 3-15,-4 3 0 16,4-1 1-16,9-7 4 16,-16 8 4-16,16-8-6 15,-16 8 25-15,-6 0-13 16,16-8 10-16,-16 8-5 0,13-3-10 15,-7-5 11-15,-2 3-14 16,8 1 10-16,4 1-5 16,-16 3 13-16,13-5-23 15,-7-3 4-15,10 5-5 16,-3-5-1 0,2 0 0-16,-2 0 3 0,-4 0-3 15,-2 0 4-15,-1 0-4 16,4 0 8-16,2 0-15 15,-5 0 19-15,15 0-11 16,-10 0-1-16,10 0 0 0,-6 0 2 16,-4 0-1-1,4 0-1-15,-10 0 5 0,1 0-10 16,9 0 10 0,-10 0-3-16,7 0 1 0,2-5-2 15,4 2-1 1,3-5 0-16,-6 3-6 0,3 5 13 15,-4-4-14-15,-8 4 16 16,5 0-9-16,4 0 2 16,-16 0 10-16,16 0-9 15,-16 0-4-15,19 0 1 16,-10-3 0-16,-2 3 3 16,-1-13 3-16,10 13-4 15,-16 0-1-15,19 0 19 16,-10 0-19-16,4 0 12 15,3 0-9-15,2 0-4 0,4-8-2 16,7 0 2-16,-11 8 1 16,10-8 5-16,-12 8-9 15,-9 0 10 1,14 0-5-16,-8 0 0 0,9 0 2 16,-9 0 13-16,8-4-15 15,-8 4-2-15,9-3 2 16,-9 3-3-16,8 0 8 15,1 0-10-15,-15 0 9 16,-1 0-6-16,1 0 2 16,2 0-2-16,-3 0 0 15,10 0 0-15,-3 0 0 16,-7 0 8-16,10 0-10 0,-3 0 10 16,2 0-16-16,-2 0 9 15,9 0-4-15,-16 0 3 16,10 0 0-16,-4 0 3 15,4 0-2-15,-3 7 1 16,-7 1-1-16,4-8 2 16,-4 8-3-16,0-3 0 15,-5-2 3-15,8 5-7 16,-2 0 8-16,-1 1-4 16,3-1 0-16,-2 0 0 15,-1 0-5-15,-12-8 17 16,16 12-22-16,-16-12 14 15,12 3-4-15,-6-3 2 0,-6 8 0 16,0-8-2-16,0 0 0 16,0 0 5-16,0 0-4 15,0 0 1-15,0 0 0 16,7 0-1-16,-7 0-1 16,0 0-1-16,0 0 1 15,0 0-1-15,0 0 1 16,21 0-2-16,-14 0-10 15,33-11 24-15,-15-9-16 16,15 4 6-16,-12 4-2 0,0-1 0 16,-10-3 0-1,4 16 0-15,-10-8 2 16,1 8-10-16,-1 0 16 16,16 0-16-16,0 0 11 0,3 0-6 15,-3 0 3 1,6 0 0-16,0 0 2 15,-3 0-1-15,-9 0-1 0,18 0 0 16,-15 0-2-16,3 0 8 16,0 0-11-16,-3 0 5 15,-4 0 0-15,-2 8 0 16,9-8 0-16,-3 8-1 16,3-8 1-16,-1 0-5 15,-14 0 11-15,15 0-12 0,-3 0 4 16,2 0 0-16,1 0 2 15,-3 0 0-15,-12 5 0 16,21-5 1-16,0 3-6 16,0-3 10-16,0 8-9 15,-3 0 8-15,-3 1-8 16,0 2 5-16,-3 2-5 16,-10-1 4-16,10-1 0 15,3-6-2-15,-10 7 8 16,4-12-12-16,-3 8 11 15,2-5-10-15,-8-3 3 16,15 0 1-16,-16 0-5 16,16 0 6-16,-15 0 0 15,-1 0 3-15,10 0-9 0,-16 0 14 16,19 0-17-16,3 0 18 16,-16 0-15-16,10 0 14 15,-4 0-11-15,-2 0 4 16,2 0-2-16,4 0-3 15,-10 0 4-15,1 0 4 16,-1 0 0-16,4-3-8 16,9-5 10-16,2-1-13 15,1 1 13-15,-3-3-6 16,-3 11 0-16,-10 0 2 16,16-12-5-16,-15 12 7 15,-1-8-8-15,4 8 8 16,-4-5 1-16,0 2 0 0,16-10-8 15,-9-7 5 1,3 4-2-16,-4-7 0 0,10 6 1 16,-3 1 1-1,-3 0 1-15,-10 8-4 0,-6 0 2 16,3 1 2-16,4-2 2 16,-7-3-1-16,0-3-4 15,10 6-1-15,-10-3 0 16,-6 12 1-16,0 0-2 15,0 0-3-15,0 0-3 16,0-12-131-16,-62 0-351 0</inkml:trace>
  <inkml:trace contextRef="#ctx0" brushRef="#br0" timeOffset="-122304.95">25714 6677 386 0</inkml:trace>
  <inkml:trace contextRef="#ctx0" brushRef="#br0" timeOffset="-92792.96">24604 9496 685 0</inkml:trace>
  <inkml:trace contextRef="#ctx0" brushRef="#br0" timeOffset="-47141.51">23640 12388 592 0</inkml:trace>
  <inkml:trace contextRef="#ctx0" brushRef="#br0" timeOffset="-35412.71">10220 13114 280 0,'0'0'39'0,"0"0"-26"0,0 0 9 0,0 0 1 16,0 0-22-16,0 0-2 0,0 0 2 0,0 0 17 16,-9-4 76-16,2 4-18 15,7 0-76-15,-12 0-14 16,12 0 3-16,0 0 11 16,-6 0 35-16,6 0 34 15,-6 0 51-15,6 0-34 16,0 0 16-16,0 0-87 15,0 0 23-15,0 0-28 16,0 0-2-16,-7 0 0 0,7 0-4 16,0 0 17-16,0 0-20 15,0 0 39-15,0 0-19 16,-9 0 28-16,9 0-39 16,-6 0 10-16,-7 0-18 15,13 0 5-15,-6 0 15 16,6 0-20-16,-6 0 4 15,6 0 2-15,0 0 5 16,0 0-4-16,0 0-16 16,0 0 14-16,0 0-7 15,0 0 0-15,0 0-12 16,0 0 9-16,0 0 2 16,31 0-12-16,3 0 21 15,-6 0-18-15,-9 4 1 16,-4 40-10-16,-15 20 3 0,0 21-70 15,0 6 5-15,-56 1-105 16,-3-7 14-16,13-16 81 16,-1-10 87-16,13-15 4 15,0-11 80-15,28-17 15 16,6-16-14-16,0 0-20 16,0 0-57-16,0 0 2 15,40 0 0-15,19 0 48 16,-3-8-24-16,3 0 22 15,-19 8-50-15,-6 0 1 0,-9 0-3 16,-3 0 0-16,-4 0 0 16,4 0-45-16,-9 0-48 15,14 0-137-15,-14 0-20 16</inkml:trace>
  <inkml:trace contextRef="#ctx0" brushRef="#br0" timeOffset="-34799.18">10480 13615 357 0,'0'0'239'0,"0"0"-131"0,0 0 22 0,0 0 19 15,0 0-108-15,0 0-6 16,-6-4-28-16,6 4 1 16,0 0 3-16,0 0-7 15,0 0-5-15,0 4 6 16,0 20 35-16,0-4-26 0,6 1 1 15,13-1-11 1,3-4 4-16,-4-5-7 0,-5-2 6 16,8-6 5-1,-14-3-3-15,5 8-6 0,3-8 1 16,-2 0-4-16,-1 0 16 16,4-39-13-16,9-18-1 15,2-7-1-15,-14-4-1 16,-1-4-12-16,4 4 1 15,-16-1-35-15,0 13 25 16,0 9-18-16,0 18 29 16,0-8 17-16,0 10-10 15,0-1 3-15,0-4 0 16,0 16 0-16,0 0 4 16,0 8-5-16,0 4 5 15,0 4 8-15,0 0-9 16,18-5 3-16,44-3-4 15,10-8 17-15,24-4-9 0,9 0-6 16,-6-4-8-16,4 1-16 16,-23 7-24-16,-27 11-77 15,-19 5-130-15,-21 0-63 16</inkml:trace>
  <inkml:trace contextRef="#ctx0" brushRef="#br0" timeOffset="-34098.45">11268 13162 380 0,'0'0'181'0,"0"0"-83"0,0 0 8 0,0 0-31 0,0 0-50 0,0 0 8 0,-47 16-15 15,13-4 12-15,-6 5-10 16,21 6 8-16,-15 1 3 0,16 1-24 16,-4 3 18-16,22-1-24 15,0 1-2 1,0-3 10-16,0-5-22 0,12-1 27 16,35-2-28-16,15-1 17 15,3 0-3-15,3-1 0 16,-15 2-3-16,-25-1-6 15,-3 4 18-15,3 1-22 16,-22-2 26-16,-6-2-17 16,0 6 8-16,0-2 9 15,0 7 1-15,-34 0-8 0,-4-4 14 16,-17-9-19-16,24-7 10 16,3-8-1-1,-13 0-20-15,13 0 4 16,4 0-19-16,-10-31-38 15,12-5-153-15,9-17-167 16</inkml:trace>
  <inkml:trace contextRef="#ctx0" brushRef="#br0" timeOffset="-33915.01">11296 13174 677 0,'0'0'402'15,"0"0"-401"-15,0 0 53 0,0 0-20 16,0 0-34-16,0 0-21 16,152 0 17-16,-72-16-2 15,-5-9-68-15,-16 10-60 16,-19 11-222-16</inkml:trace>
  <inkml:trace contextRef="#ctx0" brushRef="#br0" timeOffset="9434.2">21816 5068 199 0,'0'0'52'0,"0"0"-52"0,0 0 81 0,0 0 69 0,0 0-85 0,0 0-34 16,0 0-29-16,0-11 8 0,0 11-20 15,0 0 22 1,0 0 0-16,-15 0 10 0,15 0 44 15,0 0 57-15,0 0-22 16,0 0-36-16,0 0-47 16,0 0 18-1,0 0-35-15,0 0 20 0,0 0-19 16,0 0-2-16,0 0 4 16,0 0 2-16,0 0 25 15,0 0-1-15,0 0-2 16,0 0-20-16,0 0-3 15,0 0-2-15,0 0-3 16,0 0 0-16,0 0 0 16,0 0-5-16,0 0 12 15,0 0-11-15,0 0 12 16,0 0-3-16,0 0-4 0,0 0 8 16,0 0 1-1,0 0-17-15,0 0 7 0,0 0-2 16,0 0-1-16,0 0 6 15,0 0-10-15,0 0 14 16,0 0-5-16,0 0 7 16,0 0-14-16,-6 0 9 15,6 0-4-15,0 0 0 16,0 0 4-16,0 0-12 16,0 0 0-16,0 0-1 15,0 0-48-15,0 0 14 0,0 0 23 16,0 0 9-16,0 0 5 15,0 0 1 1,0 0-23-16,0 0-120 0,-19 0-92 16,-9-8-378-16</inkml:trace>
  <inkml:trace contextRef="#ctx0" brushRef="#br0" timeOffset="10113.85">21482 5045 25 0,'0'0'424'0,"0"0"-345"0,0 0-24 0,0 0-39 0,0 0-15 0,0 0 5 0,-7 0-1 16,7 0 1-16,0 0-6 0,0 0 45 16,0 0-11-16,0 0 39 15,0 0-40 1,0 0 7-16,0 0-11 16,0 0-11-16,0 4-14 0,0-4 20 15,0 3 21 1,0 2-13-16,0 3-11 0,25 0-1 15,9-4-16-15,19 0 1 16,9 0 19-16,-3-4-10 16,9 3 4-16,-9-3-18 15,-6 0-2-15,-13 5 1 16,10-5-37-16,-26 0 7 0,-11 0-61 16,-13 0-108-1,0 0-162-15</inkml:trace>
  <inkml:trace contextRef="#ctx0" brushRef="#br0" timeOffset="11179.25">21984 5057 217 0,'0'0'108'0,"0"0"39"0,0 0-33 0,0 0-29 0,0 0-44 0,0 0 6 0,146 75-30 15,-125-62-1-15,-2-5-15 16,-13-4 29-16,16 7 5 16,-16-2-18-16,-6 3 4 15,0 5 1-15,0 6 28 16,0 1-36-16,-12 8 14 0,-38 8-22 16,-3 5 8-1,-6-6-5-15,7-3-7 0,2-11-2 16,31-9-3-16,13-8 2 15,6 0-59-15,0-8-80 16,0 0-113-16,0 0-326 16</inkml:trace>
  <inkml:trace contextRef="#ctx0" brushRef="#br0" timeOffset="11972.21">22557 4936 488 0,'0'0'106'0,"0"0"-54"0,0 0 94 0,0 0-48 0,0 0-29 0,0 0-50 16,-40-7 19-16,40 7-37 16,0 12 9-16,0 32-10 15,0 8 2-15,0 4-1 16,0 16 8-16,0-8-16 16,22-8 16-16,3 9-18 15,-10-26 18-15,4-6-14 16,-19-17 5-16,0-16 0 0,0 0 2 15,0 0 3-15,0-16 2 16,0-36-2-16,0-12-10 16,-34-8 8-16,0 3-11 15,15-8 11-15,0 5-5 16,10 5 2-16,9-2 0 16,0 0-2-16,0-3 6 15,0 0-15-15,40-3 20 16,7 6-19-16,-7 9 14 15,0 20-9-15,7 16 5 16,-1 7 0-16,-5 14 4 16,-1 3-1-16,-6 0-3 0,0 0 8 15,0 0-16 1,7 0 15-16,-16 16-14 0,9 7 1 16,-16 10-3-1,-18 3 2-15,0 16 7 0,0 12 2 16,-71 5 17-16,-10 7 10 15,-5-8 14-15,23-20 18 16,17-4-61-16,15-11 4 16,9-9-4-16,16-4-12 15,-16-4-43-15,22-1-25 16,-18 1-111-16,5 1-102 16,-8-6-136-16</inkml:trace>
  <inkml:trace contextRef="#ctx0" brushRef="#br0" timeOffset="12311.96">23218 5285 626 0,'0'0'65'0,"0"0"24"0,0 0 22 0,0 0-56 0,0 0-46 0,0 0-8 0,0 85-1 0,0-74 6 16,0 17-10-16,0-12 11 15,0 1-14-15,-6-14-38 16,-13-3-90-16,-3 0 5 16,4-43-411-16</inkml:trace>
  <inkml:trace contextRef="#ctx0" brushRef="#br0" timeOffset="12463.8">23100 5041 853 0,'0'0'98'0,"0"0"-61"0,0 0-2 15,0 0-35-15,0 0-222 16,0 0-88-16</inkml:trace>
  <inkml:trace contextRef="#ctx0" brushRef="#br0" timeOffset="12760.89">23100 5041 9 0,'447'-33'798'15,"-447"49"-797"-15,0 5 77 16,0 7 5-16,0 0-47 16,0 3-36-16,0 5 0 15,0 5-1-15,0-8 1 16,0-10-12-16,0 5 19 16,-7-15-15-16,-14-5-35 15,2-8-43-15,-15 0-48 16,0-21-210-16</inkml:trace>
  <inkml:trace contextRef="#ctx0" brushRef="#br0" timeOffset="12927.86">23333 4960 774 0,'0'0'195'0,"0"0"-182"16,0 0 17-16,0 0 0 15,0 0-22-15,0 0-8 16,214 0-20-16,-162 0-183 16,-5 0-48-16,-19 0-150 15</inkml:trace>
  <inkml:trace contextRef="#ctx0" brushRef="#br0" timeOffset="13246.04">23333 4960 592 0,'428'185'84'16,"-428"-185"21"-16,0 0 86 16,0 0-113-1,0-24-74-15,12-4-1 0,3 3-5 16,4-2 4-16,9-1-3 16,-3 3 1-16,9 5 0 15,-12 12-26-15,-16 8-3 16,6 0-16-16,-12 0 7 15,6 20 38-15,-6 13 0 0,0 11 21 16,0 12 2 0,0-1 20-16,0 11-40 0,-18-7 24 15,5-7-26 1,-2-8-2-16,9-16-7 0,6-11-28 16,0-9-2-16,-7-8-129 15,1 0 5-15,-9-12-129 16</inkml:trace>
  <inkml:trace contextRef="#ctx0" brushRef="#br0" timeOffset="13476.36">23686 5141 639 0,'0'0'139'15,"0"0"-50"-15,0 0 37 16,0 0-79-16,0 0-20 16,0 0-25-16,0 0 0 15,34-9-2-15,7-10-18 16,5-1-43-16,-12-8-247 16,6 4-294-16</inkml:trace>
  <inkml:trace contextRef="#ctx0" brushRef="#br0" timeOffset="13677.1">23974 4772 925 0,'0'0'183'16,"0"0"-158"-16,0 0 30 15,0 0-33-15,0 0-22 16,0 0-4-16,100-164-79 16,-91 143-123-16,-9 6-392 15</inkml:trace>
  <inkml:trace contextRef="#ctx0" brushRef="#br0" timeOffset="13975.87">23974 4772 532 0,'329'-16'101'0,"-344"32"-18"16,-10 0-6-16,-9 1 25 15,0 6-30-15,-7 1-27 16,10 9-34-16,-9 11-11 0,6-1 0 15,28 9 1-15,6-3-10 16,0-1 13-16,0-4-8 16,0-8-29-16,18-8-30 15,23-15-26-15,-7-6 24 16,-16-7 1-16,10 0 2 16,-22-7 29-16,-6-18-144 15</inkml:trace>
  <inkml:trace contextRef="#ctx0" brushRef="#br0" timeOffset="14160.8">24123 5104 160 0,'0'0'194'0,"0"0"-57"15,0 0 1 1,0 0-28-16,0 0-19 0,0 0 3 16,205 49-83-1,-177-29-7-15,0-4 3 0,-16 4-7 16,16-8-65-16,-16 1-100 15,1-13-29-15,-13 0-114 16</inkml:trace>
  <inkml:trace contextRef="#ctx0" brushRef="#br0" timeOffset="14410.86">24123 5104 331 0,'338'130'158'16,"-328"-130"-78"-16,14 0-42 15,10 0-27-15,13 0-8 16,6 0 16-16,3 0 2 0,-4 0 7 15,-5-25 33-15,-7-11 4 16,-21-5 43-16,9-3-81 16,-28 1-19-16,0-1-8 15,0 3-43-15,-47 17-54 16,-6 12 47-16,-9 12 50 16,3 0 16-16,-9 25 6 15,15 14-14-15,19-3 17 16,16-8-25-16,18 1-119 15,0-17-93-15,0 8-266 16</inkml:trace>
  <inkml:trace contextRef="#ctx0" brushRef="#br0" timeOffset="15145.43">24824 5093 51 0,'0'0'504'0,"0"0"-465"15,0 0-20 1,0 0-14-16,0 0-5 0,0 0 0 15,65 128 0-15,-65-128 10 16,0 0-6 0,0 0 41-16,0-32-45 0,-6-4 0 15,0-8-8-15,6-5-6 16,0 10 11-16,28 6 6 16,12 2-9-16,6 15 14 15,-5 7 3-15,-23 9 6 16,-11 0 12-16,-7 0-27 15,0 36 17-15,-13 9-19 16,-27-1-37-16,0-8-21 16,15 3-67-16,3-14-22 0,16-9 112 15,6-12 25 1,0 4 20-16,0-4 4 0,40-4 24 16,0 9 86-1,1-6-71-15,-10 2-43 0,3-2-4 16,-6 5 2-16,-16-4-5 15,1 9-2-15,-13 6-1 16,9-7-6-16,-3-4 2 16,-6-8-18-16,13 0 22 15,-13 0 28-15,0 0 11 16,6 0 34-16,-6 0-18 16,6-24-8-16,3-8-38 15,-3-8-18-15,1 4 6 0,-1-1 1 16,28 1 1-1,-15 9-2-15,21 7-4 16,-12 7 14-16,-3 9-6 0,-4 4 4 16,-8 0-5-1,15 0 1-15,-10 17 20 0,10 11-14 16,6 8-7-16,-9 0-3 16,3 0-43-16,-22 8 7 15,-6-3 11-15,0-10 22 16,0-11-19-16,0-7-84 15,0-5-165-15</inkml:trace>
  <inkml:trace contextRef="#ctx0" brushRef="#br0" timeOffset="15326.84">25419 5157 17 0,'0'0'413'0,"0"0"-413"0,0 0-52 0,0 0-139 0</inkml:trace>
  <inkml:trace contextRef="#ctx0" brushRef="#br0" timeOffset="15612.15">25419 5157 41 0,'221'-205'556'16,"-249"205"-475"-16,21 25 43 0,1-1 4 15,6 4-107 1,0-5-10-16,0-2-11 0,41-6-15 16,17-2 13-16,-17-1 0 15,-7-4-5-15,6-4 14 16,-21 3-15-16,-4-2 14 15,-15-1-6-15,0 0 2 16,0 4 10-16,-6 12 9 16,-62 5-18-16,9 6-6 15,-15 1 6-15,33-8 4 0,13-3-7 16,16-10-2-16,12-11-66 16,0 8-106-1,0-8-84-15</inkml:trace>
  <inkml:trace contextRef="#ctx0" brushRef="#br0" timeOffset="16143.15">26281 4996 693 0,'0'0'208'0,"0"0"-51"0,0 0-112 0,0 0 31 0,0 0-55 0,0 0 25 15,208-3-8-15,-81 3-9 0,7 0-17 16,-1 0-2-16,0 0-20 16,-12 0 6-16,-28 0-14 15,0 0-37-15,-18 0-10 16,-23-5-61-16,-30-3-221 0,-22 5-162 15</inkml:trace>
  <inkml:trace contextRef="#ctx0" brushRef="#br0" timeOffset="16676.2">27190 4780 101 0,'0'0'496'0,"0"0"-414"0,0 0 82 0,0 0-16 0,0 0-91 15,0 0-56 1,-6 0 7-16,46 4 20 0,6 8-9 15,13 3-1 1,3-2-8-16,-15-5 7 0,-7 4-14 16,-15-4-4-1,-3 0 1-15,-10 9-6 0,-12-2-11 16,0 9 17-16,0 1 2 16,0-1 2-16,-18-1 5 15,-10 2-1-15,9-6 4 16,-3 1-10-16,10-4-2 15,-10 9-4-15,10-9-13 0,6-4-44 16,-1-1-65 0,-2-11-104-16,-3 0-140 0</inkml:trace>
  <inkml:trace contextRef="#ctx0" brushRef="#br0" timeOffset="18471.28">28266 4695 327 0,'0'0'335'0,"0"0"-290"15,0 0 75-15,0 0 7 0,0 0-67 0,0 0-20 16,-6 0-5-16,6 0-12 16,0 0 25-16,0 0-24 15,0 0 8-15,12 0-28 0,22-7 6 16,25-1 6-16,-12 0-2 16,-13 8-12-16,-13 0 3 15,-14 0-10-15,-7 0 11 16,0 31-6-16,0 18 2 15,-35 19-4-15,-39 4 2 16,9 1-7-16,-10-6-8 16,17-6-1-16,2-13 8 15,19-12 8-15,15-4-8 16,16-12 11-16,6-7-10 16,0-2-3-16,0-11 6 15,34 0-11-15,12 0 14 0,26 0 0 16,-4 0 1-1,0 0 7-15,-3 0-4 0,-12 0 35 16,-4 0-26-16,-11 0 1 16,-4 8-7-16,-13-4-12 15,4-4-5-15,9 0-29 16,7 0-64-16,-7 0-154 16,6 0-166-16</inkml:trace>
  <inkml:trace contextRef="#ctx0" brushRef="#br0" timeOffset="18924.07">29053 5145 519 0,'0'0'66'0,"0"0"5"0,0 0 15 0,0 0 12 0,0 0-53 15,0 0-11-15,69 128-27 0,-57-103 10 16,3-17-17-16,-8-8-9 16,-1 0 9-16,6 0 0 15,10-13 33-15,-3-27-7 16,-7-12-1-16,-3 0-19 16,-9-12-12-16,0-5 4 15,0-6-25-15,0-2 4 16,-15 5-27-16,2 0 44 0,1 24 6 15,-3 7 66-15,8 5 7 16,7 13 28-16,0 2-54 16,0 5 2-1,0 9-30-15,0-6 1 0,41-3-12 16,39-4 8 0,29-8 4-16,24-8-18 0,13 0 24 15,9 3-22-15,-22 5-7 16,-12 9 3-16,-28 2-30 15,-12 17-25-15,-22 0-9 16,-19 0-72-16,-12 0-74 0,-28 28-134 16</inkml:trace>
  <inkml:trace contextRef="#ctx0" brushRef="#br0" timeOffset="19737.77">29791 4941 347 0,'0'0'196'0,"0"0"-89"0,0 0-58 0,0 0-48 0,0 0 14 15,0 0-14-15,-9-9 12 0,9 1-13 16,0 5 1 0,0-2 11-16,0 2-10 0,0 3 43 15,0 0 10 1,0 0 52-16,0-5-60 0,0 2 21 15,0-2-46-15,0-3 19 16,0 4-37-16,-12 1 5 16,-16 3 4-1,-3 0-6-15,-16 0 12 0,-9 0-10 16,16 15 16-16,-6 14-23 16,15-6 10-16,3 5-7 0,15 5-7 15,13-5 2-15,0-1-3 16,0-2 3-1,13-1-2-15,39 0-5 16,10 0 0-16,10-4-1 16,8 4-10-16,-5-4 2 0,-10 0-25 15,-9-4 25-15,-10-8-17 16,-21 12 10-16,-3-7 22 16,-16-2-19-16,-6 1 12 15,0 4 15-15,0-3-7 16,0 7 13-16,0 0 7 15,-40 4-7-15,-1-8-12 16,-11-1-2-16,11-2 7 16,-5-9-20-16,-1 0 16 15,1-4-8-15,-1 0-7 0,13 0-20 16,12-13-77 0,22-18-83-16,0-18 13 0,0 5-266 15</inkml:trace>
  <inkml:trace contextRef="#ctx0" brushRef="#br0" timeOffset="19957.47">29782 4988 951 0,'0'0'69'0,"0"0"-11"0,0 0-20 0,0 0-19 0,0 0 8 0,0 0 20 15,282-56-29-15,-183 40 5 16,16 0-18-16,-16 1-10 16,-12 2-13-16,-19 5-63 15,-49 4-114 1,-19 4-498-16</inkml:trace>
  <inkml:trace contextRef="#ctx0" brushRef="#br0" timeOffset="31877.55">6347 12814 192 0,'0'0'254'0,"0"0"-164"0,0 0-43 0,0 0-10 0,0 0-22 0,0 0 6 16,-19 0 4-16,19 0-18 0,0 0 57 16,0 0-5-1,0 3 49-15,0 1-56 0,0-4-16 16,0 8-16-16,0-4-1 15,0 4-14-15,0 4 1 16,0 0 9-16,0 1-8 16,0 3 3-16,0-1-4 15,0-2-12-15,0-2 11 16,0-3-5-16,0 1 0 16,0-1-1-16,0-5 0 0,7-3 1 15,5 5-1-15,4 3 2 16,2-8-9-16,-12 12 11 15,22-9-7-15,-21-3 0 16,14 0 4-16,-15 0-14 16,19 0 2-16,-9 0 9 15,2 0-1-15,-11 0-4 16,8 0 16-16,-3 0-16 16,-12 0 11-16,7 0-3 15,14 0 0-15,-2 0 0 16,-7 0-2-16,10 0 4 0,-10 0-7 15,10 0 12-15,-16 0-13 16,7 0 12-16,-7 0-11 16,0 0 10-16,3 0-3 15,4 0 6-15,-1 0-8 16,1 0 1-16,2 0 4 16,-2 0-9-16,-1 0 17 15,10 0-18-15,-16 0 8 16,6 0-4-16,-6 0 1 15,4 0 0-15,2 0 1 16,1 0 2-16,2 0 2 16,-2 0-2-16,5 0 9 15,-2 0-10-15,-4 0 14 16,0 0-16-16,10 0 6 0,-3 0-6 16,-4 0 0-16,4 0-2 15,-7 0 8 1,4 13 3-16,-4-1-9 15,1-1 25-15,8 2-21 0,-8 3 6 16,-1-1-8-16,-3-6-4 16,-2-9 1-1,-7 12 1-15,12-8-1 0,-12 4 8 16,0 0-12-16,0 0 14 16,0 0 5-16,0-4-9 15,0-4 2-15,0 3-7 16,0-3 0-16,0 0-2 15,0 0 0-15,0 0-2 0,0 0 8 16,0 0 5 0,0 0-4-16,0 0-1 0,0 0-4 15,0-15-4 1,0-1 2-16,0-8 1 0,12 0-5 16,-5 3 10-16,8 10-8 15,-3-1 6-15,-12-1-7 16,22 5 7-16,-16 5-6 15,-6 3 3-15,7 0 1 16,-7 0-2-16,12 0 2 16,-6 0-6-16,0 0 12 15,22 0-10-15,-6 0 9 16,-3 0-7-16,-1 0 2 16,4 0 0-16,-3 0-1 0,2 0 3 15,-2 0-7 1,3 0 10-16,-4 0-14 0,-2 0 20 15,-10 0-17 1,6 3 12-16,-6 5-6 0,1-3 2 16,14-2-2-16,-8 6 0 15,8-9 3-15,-2 11-9 16,-13-6 15-16,0-2-18 16,4 2 12-16,2-5-6 15,-6 0 1-15,7 8 2 16,2-8-5-16,-2 4 8 0,5-4-6 15,-2 0 6 1,2 4-4-16,-2-4 10 0,-4 0-18 16,1 0 11-1,-1 0-3-15,10 0 1 0,24 0-3 16,-12 0 3-16,1 0 0 16,-29 0-1-16,6 0 6 15,7 0 4-15,-10-4-9 16,16-8-2-16,-3-1 2 15,2-2 4-15,-8-6-3 16,-4 13 6-16,1 1-12 16,-13-6 12-16,0 2-9 0,6-2 4 15,9-2 2 1,-8-2 0-16,-1 6-8 0,-6-2 2 16,0 10-3-16,0 3-15 15,0 0-86-15,0 0-141 16,0 0-558-16</inkml:trace>
  <inkml:trace contextRef="#ctx0" brushRef="#br0" timeOffset="35358.18">16530 6565 130 0,'0'0'289'0,"0"0"-269"0,0 0 10 0,0 0 29 0,0 0-5 0,0 0-11 0,0 0 17 0,-22 0 12 0,22 0 33 16,0 0 12-16,0 0-52 15,0 0-43-15,0 0-18 16,0 0 8-16,0 0-10 16,0 0 6-16,0 0-5 15,0 0 4-15,0 0 20 0,0 0-12 16,0-8 12-1,0-4-22-15,0-9-10 16,0-2 13-16,6 2-19 16,10-2 16-16,2 2-8 0,10-7 3 15,-3 12 0-15,-3 1-3 16,3 6 3-16,-10 5 0 16,-9 4-8-16,7 0 1 15,-7 0-4-15,9 4 5 16,4 24-12-16,-13 8 0 15,-6 4-11-15,0 20 2 16,0-4 9-16,-40 9-33 16,0 7 33-16,-7-8 17 15,7-8-8-15,9-15 8 0,3-13 1 16,22-12 0-16,-1-8 0 16,7-8-1-1,0 7 3-15,0-2 3 0,0 3 5 16,0-5 30-16,25-3-33 15,9 0 13-15,0 0-20 16,7 0 0-16,-7 0-11 16,-3 0-7-16,3-8 5 15,-12 5-72-15,-10 3-44 16,-6 0-4-16,-6 0 3 16,0 0-37-16,0 0 15 15</inkml:trace>
  <inkml:trace contextRef="#ctx0" brushRef="#br0" timeOffset="35944.05">15987 6524 742 0,'0'0'24'0,"0"0"45"0,0 0 71 0,0 0-98 0,0 0 3 0,0 0-27 0,0 0 21 15,-220 225-16-15,220-157 17 16,0 9-32-16,0-5 2 16,0-4-10-16,34-8 0 15,19-12-3-15,12 0 14 16,16-11-17-16,-1-6 15 16,13 1-18-16,-6-12 13 15,0-12-8-15,0-3 0 16,-7-5 3-1,7 0-1-15,-6-33 2 0,12-19-6 16,-6-15-1-16,-7-14-9 16,1-7-22-16,-13-5 32 0,-28 6-5 15,7-6-1 1,-29 9-8-16,-18-4-21 0,0 11-16 16,0 5 3-16,-80 5 35 15,-13 14-61-15,-6 9 80 16,-10 16 46-16,10 15 41 15,-10 13-55-15,4 0-7 16,-10 8-25-16,22 28-2 16,0 9-2-16,40-1-54 15,13-3-131-15,12 11-147 0</inkml:trace>
  <inkml:trace contextRef="#ctx0" brushRef="#br0" timeOffset="36807.23">17324 6978 430 0,'0'0'109'0,"0"0"-71"0,0 0 3 0,0 0 4 0,0 0-26 16,0 0-13-16,0 11 2 16,12-6-3-16,-12-2-1 15,9-3 21-15,-9 0 42 16,0 0 27-16,0 0 5 15,0 0-67-15,0 0 14 16,6-19-37-16,1-14-2 16,5-10-2-16,10-14 4 0,3-10-4 15,2-14 0 1,8-3 5-16,-11 8-8 0,-2 11-4 16,-3 17 2-16,-4 20-7 15,-9 9 11-15,7 19-12 16,-7 0 14-16,0 0-6 15,3 0 0-15,16 0 1 16,-3 15-7-16,9 17 12 0,3 4-12 16,0 8-3-16,-15 9 7 15,-4 11-10-15,-8 0 6 16,-7-7-8-16,0 2 1 16,0-7-17-16,0-3-24 15,0-1 1-15,0-4-34 16,0-4 45-16,-7 0 16 15,-21-4 21 1,10-16 4-16,-4-8-32 0,-3-4-59 16,16-8-14-16,-10 0-109 15</inkml:trace>
  <inkml:trace contextRef="#ctx0" brushRef="#br0" timeOffset="37075.8">17432 6770 240 0,'0'0'283'15,"0"0"-168"-15,0 0 63 0,0 0-14 0,0 0-120 0,0 0-16 0,332-41-25 16,-270 37-3-16,-22-4-2 16,0 4-41-16,-15-5-115 15,-3-2-155-15</inkml:trace>
  <inkml:trace contextRef="#ctx0" brushRef="#br0" timeOffset="37407.16">18092 6537 550 0,'0'0'161'16,"0"0"7"0,0 0-25-16,0 0-82 15,0 0-37-15,0 0-4 0,-34 241 3 16,34-194-21-16,0-2 1 16,0-9 4-16,-6-4-14 15,0 0-16-15,-6 0 6 16,2-9-22-16,10-6-39 15,0-5-156-15,0-8-11 16</inkml:trace>
  <inkml:trace contextRef="#ctx0" brushRef="#br0" timeOffset="38031.98">17993 6549 303 0,'0'0'93'0,"0"0"58"0,0 0-62 0,0 0 34 0,0 0-33 15,0 0-32-15,267-36-43 16,-202 27 13-16,-9 9-28 15,-16 0 0-15,-21 0-4 16,-19 0 11-16,0 28 34 16,0 5-15-16,0 3 14 0,-25-5-27 15,-25 2-5 1,10-5-7-16,3-17-2 0,28 2-14 16,2-5-16-16,7 1 12 15,0-1-79-15,0-5-31 16,0 1 30-1,41 0 63-15,5 4 23 0,-12 1 11 16,0-6 1-16,-21 9 1 16,-13 0 0-16,0 8 28 15,0 0 56-15,-41 1-40 16,-45 2 48-16,5-2 23 16,-24 2-54-16,18 2-10 15,-6-5 4-15,18-1-16 0,23-6-30 16,18 3-9-1,21-16-33-15,-9 0-99 16,22 0-335-16</inkml:trace>
  <inkml:trace contextRef="#ctx0" brushRef="#br0" timeOffset="38905.16">17386 6092 144 0,'0'0'172'0,"0"0"34"0,0 0-100 0,0 0 4 0,0 0 1 15,0 0 4-15,0 0-74 0,0 0-23 16,0 0 18-1,0 0-4-15,0 3 23 0,18 5-32 16,41 0 31 0,22 1-28-16,40-1 15 15,12-5-30-15,34 2 20 0,13-2-21 16,-19-3-7 0,-27 0-3-16,-26 5-8 15,-43-2-30-15,-24 6-24 0,-13-9-19 16,-28 0-71-16,0 0-180 15,0 0-340-15</inkml:trace>
  <inkml:trace contextRef="#ctx0" brushRef="#br0" timeOffset="39687.86">19001 7002 648 0,'0'0'226'0,"0"0"-92"0,0 0-65 0,0 0 14 0,0 0-41 16,0 0-31-16,295 0 6 15,-227 0-17-15,-9-8 1 16,-13 3 7-16,-12 2-14 15,0 3 6-15,-15 0-14 16,-7 0-47-16,-2 0-43 16,-10-8-108-16,0 0-133 15</inkml:trace>
  <inkml:trace contextRef="#ctx0" brushRef="#br0" timeOffset="39939.17">19196 6665 614 0,'0'0'150'16,"0"0"35"-16,0 0-46 0,0 0-24 15,0 0-96-15,354-12-10 16,-280 4-4 0,-2 8-10-16,-10-5-29 0,-10 5-83 15,-30-8-267 1</inkml:trace>
  <inkml:trace contextRef="#ctx0" brushRef="#br0" timeOffset="64867.01">21221 6408 51 0,'0'0'125'0,"0"0"20"0,0 0 79 0,0 0-94 0,0 0 38 0,0 0-79 0,0 0-28 16,0 0-47-16,0 0 18 15,0 0 16-15,0 0-13 16,0 0 36-16,0 0-54 15,0 0 17-15,0 0-27 16,0-4 0-16,0 0-1 16,0 0-8-16,0 0 4 0,0 4 4 15,0 0 9 1,0 0-10-16,0 0 20 0,0 0-24 16,0 0 16-16,0 0-13 15,0 0 3-15,0 0-7 16,0 0 0-16,-6 0-6 15,0-4 10-15,-10 4-8 16,4 0 8-16,-1 0-10 16,7 0 23-16,-9 0-23 15,8 0 14-15,-5 0-13 16,-3 0 5-16,2 0 0 16,-5 0-4-16,-4 0 8 15,-3 0-17-15,-9 0 21 16,6 0-19-16,3 4 19 0,-3 12-16 15,0 8 1 1,-12 4 3-16,9-3-1 0,-3 3 6 16,-13-4-10-16,20 4 18 15,-1-5-18-15,-3 10 21 16,3-9-24-16,9 8 1 16,-3-5 8-16,10-6-8 15,0 7 3 1,12-3 1-16,-10 3-8 0,10 3 1 15,0 2 28-15,0-6-28 16,0-7 18-16,0-3-7 16,0-1 3-16,0-5-2 15,0-2 0-15,0 7-1 16,10-8-12-16,21 0 23 0,-10 0-19 16,4 0 22-16,3-1-22 15,6-2 16 1,-15-1-10-16,2 4 1 0,4-4 4 15,-3-4-6-15,-10 4 12 16,16-4-15-16,-15 0 5 16,-1 0 0-16,10 0 0 15,-10 0 2-15,10 0-7 16,-4-4 7-16,-11-8-3 16,14 0 5-16,-14-8-4 15,-7 7 12-15,6 2-12 16,-6-1 12-16,0-1-10 15,0-2 4-15,0 7 2 16,0 0-4-16,0 0 2 16,-6 8 10-16,-22-5-11 0,3 5 11 15,9-3-6-15,-24 3-8 16,21 0 13-16,-15 0-16 16,6 0 5-16,-3 0-4 15,-9 0 0-15,0 3 4 16,-7 13-6-16,13-3 20 15,0-1-27-15,9-4 29 16,4 4-32-16,2 4 28 16,10 0-19-16,2-4 7 15,1-1-1-15,0 6-5 0,6-5-50 16,0 0-16-16,0 0-64 16,19-12-117-1,21 0-256-15</inkml:trace>
  <inkml:trace contextRef="#ctx0" brushRef="#br0" timeOffset="68707.9">21233 6870 45 0,'0'0'189'0,"0"0"-178"0,0 0 7 0,0 0-13 16,0 0 12-16,0 0-5 0,0 0 11 15,47 0 24-15,-47 0 51 16,0 0-18-16,0 0-34 0,0 0-16 16,0 0-27-1,0 0 13-15,0 0-15 0,0 0 46 16,0 0-23-16,0 0 1 16,0 0 14-16,0 0 27 15,0 0 26 1,0 0-46-16,0 0 3 0,0 0-46 15,0 0 5-15,0 0-5 16,0 0-3-16,0 0 0 16,0 0 0-16,0 0-11 15,0 0 23-15,0 0-12 16,0 0 18-16,0 0-24 0,6 0 23 16,-6 0-16-16,9 0 7 15,-2 0-10 1,33 0 7-16,13 0 1 0,15 0 50 15,9 0-40-15,20 0-6 16,-11 0 3-16,-14 0-26 16,2 0 16-16,-15 0-12 15,3 0-44-15,-37 0-55 16,-16 0-273-16</inkml:trace>
  <inkml:trace contextRef="#ctx0" brushRef="#br0" timeOffset="69546.21">22492 6568 54 0,'0'0'178'0,"0"0"-127"0,0 0 5 0,0 0 92 0,0 0-80 0,0 0 18 16,0 0-9-16,0 0 20 15,0 0 33-15,0-11-80 16,0 11 5-16,0-8-50 15,0 4 4-15,0-4-5 16,0 3-8-16,0-3-2 16,25 8 4-16,3 0 0 15,19 0 4-15,5 0-10 16,1 0 3-16,-19 13-5 0,-6 27-106 16,-28 15 44-1,0 22-29-15,-34 3-2 0,-41 4 44 16,17-7 36-1,-11-9 23-15,23-12 11 0,12-20 64 16,15-4-48-16,7-11 28 16,12-10-24-16,0-11-17 15,0 0-14-15,0 0 5 16,52 0-4-16,29 0 18 16,24-11 98-16,4-2-75 15,-10 5-7-15,0 8-2 16,-30 0-14-16,-17 0-18 0,-30 0-2 15,9 0-34-15,-15 0-107 16,-10 8-91 0,-6-8-187-16</inkml:trace>
  <inkml:trace contextRef="#ctx0" brushRef="#br0" timeOffset="70063">23233 7118 516 0,'0'0'102'0,"0"0"-57"0,0 0 33 0,0 0-25 0,0 0-20 0,0 0 0 0,19 56-28 15,-3-36 29-15,-4-12-34 16,7-3 37-16,-10 3-36 16,-3-8 31-16,0 0-26 15,13 0 2-15,3 0 4 16,12-33-11-16,12-11 10 16,-21-12 8-16,-19-4-38 15,-6-9 1-15,0 2-36 16,0-5-64-16,-40 7-8 15,-7 5 81-15,1 16 45 16,15 8 1-16,-3 8 4 0,12 12 107 16,3 0 39-1,19 4-62-15,0-1-78 0,0 2-22 16,25-9 9-16,50 7 2 16,11-10 0-16,42-2 2 15,11-11 8-15,10 4-7 16,-10 0-2-1,-11 4 16-15,-29 8-28 0,-25 8 11 16,-27 12-21-16,-35 0-117 16,-12 0-55-16,0 8-10 0</inkml:trace>
  <inkml:trace contextRef="#ctx0" brushRef="#br0" timeOffset="70678.36">24015 6640 321 0,'0'0'234'0,"0"0"-164"0,0 0-29 0,0 0-13 0,0 0-16 0,0 0 3 0,-28 13 1 0,15-13 11 16,7 4 26-16,-6 7 42 15,-4-2-29-15,10-1-52 16,-6 4 6-16,12 4-6 0,0 0-12 16,0 0 0-16,0 0-2 15,18 4 1-15,16-4 0 16,7 4-2-1,-7 0 3-15,19 4-7 0,-7 4 10 16,-6-8-10-16,1-4 10 16,-7-3-10-16,-9 2 0 15,-10 2 4-15,-9-6-15 16,-6 10 16-16,0 11-1 16,0 0 2-16,-28 12 22 15,-24-4-16-15,-1-8-14 16,6 1 8-16,1-21-4 15,6-4-7-15,-7-8-25 0,-2 0-38 16,18 0-86 0,3-28-55-16,21-16-120 0</inkml:trace>
  <inkml:trace contextRef="#ctx0" brushRef="#br0" timeOffset="70894.4">24223 6653 745 0,'0'0'80'0,"0"0"-20"15,0 0 36 1,0 0-96-16,0 0 0 0,0 0 0 16,226 0 8-16,-146-21-5 15,14 10-6-15,-14-1-26 16,-12-9-241-16,-49 10-164 15</inkml:trace>
  <inkml:trace contextRef="#ctx0" brushRef="#br0" timeOffset="80737.54">6561 11779 64 0,'0'0'167'0,"0"0"-98"0,0 0 38 0,0 0 0 0,0 0-71 0,0 0 3 16,0 0-34-16,0 0 46 15,0 0 1-15,0 0 34 16,0 0 6-16,0 0-23 0,0 0-32 15,0 0-8-15,0 0 6 16,0 0-29 0,0 0 5-16,0 0-9 0,0 0-3 15,0 0 4-15,28 0-1 16,6 0 9-16,0 0-8 16,13-5 0-16,-1-7 8 15,1 4-21-15,-13-8 22 16,6 16-21-16,-21-8 9 15,2 8-7-15,-8-8 6 16,5 8-7-16,-2 0 7 0,-10 0-6 16,7 0 7-1,-13 0-16-15,0 0 16 16,0 0-19-16,0 0 18 16,0 0-2-16,0 0 3 0,0 24 0 15,0 4 4 1,0-4-6-16,0 1 6 0,0-5 1 15,0-12 2 1,0 8-10-16,0-9 5 0,0 1-2 16,0-3 0-16,0-5-3 15,0 0-7-15,0 0-37 16,0 0-33-16,-7 0-23 16,-14 0-20-16,-17 0-188 15</inkml:trace>
  <inkml:trace contextRef="#ctx0" brushRef="#br0" timeOffset="81354.28">6663 11907 429 0,'0'0'195'0,"0"0"-158"0,0 0 75 0,0 0-88 0,0 0-24 0,0 0-12 0,0 36-7 16,0-36 3-16,0 0 16 0,0 0 16 15,0 4 10 1,0 0-11-16,0-1-9 0,0 5-12 16,0-3 7-16,7 3-9 15,-7-4 16-15,6-4 1 16,-6 0 32-16,0 0-15 16,0 0 29-16,0 0-16 15,0 0-26-15,0 0-13 16,0 0 0-16,0 0 4 15,0 0 5-15,0 0 14 16,0 0-4-16,0 0-19 0,0 0-40 16,0 0-15-16,0-8-90 15,-6 4 115-15,-7 4 29 16,-15 0-78-16,0-5-113 16,4-14-300-16</inkml:trace>
  <inkml:trace contextRef="#ctx0" brushRef="#br0" timeOffset="111860.12">6397 13382 446 0,'0'0'63'0,"0"0"-33"0,0 0 34 0,0 0-32 0,0 0-5 0,0 0 12 0,0 0 28 0,0 0-16 15,0 0 42-15,-16 8-30 16,16-8-3-16,0 0-12 16,0 5-15-16,-6-5 2 15,6 0-33-15,0 3 25 16,-12 2-26-16,5 2 18 15,-8 6-17-15,-4-2 1 16,-2 2-3-16,2-1 1 16,-9 4 7-16,-6 4-8 0,9 4 18 15,-9 8-15 1,15 4 1-16,-2 4 1 16,8 0 3-16,7 1-8 0,6-10 1 15,0 5-1 1,0-7 3-16,0-1-13 0,13 0 18 15,27-8-19-15,6 0 8 16,23-12-1-16,2-8 3 16,10 0-3-16,-1 0-1 15,-12-8-6-15,-15-24 8 16,-19 4-14-16,-34-8 15 16,0 4-5-16,0-4-1 15,-46 11 11-15,5 5-3 16,-14 20 1-16,8 0 10 0,-6 0 7 15,-15 17-15-15,3 22 2 16,3 10 2 0,9-1-14-16,13-1 20 0,21-14-26 15,13 0 11-15,6-14-19 16,0-7-72-16,0-7-7 16,40-5-146-16,7 0-48 15</inkml:trace>
  <inkml:trace contextRef="#ctx0" brushRef="#br0" timeOffset="112477.62">6756 13700 468 0,'0'0'199'0,"0"0"-154"0,0 0 65 0,0 0-46 0,0 0-42 0,0 0-22 15,41 0 0-15,-29 0 0 16,-6 0 38-16,10 0 15 0,24 0-20 15,0 0 19-15,-2 0-25 16,-4 0-3-16,6 0-23 16,-6 0 1-16,6 0-2 15,-5 0-43-15,-4 0 21 16,-4 0-18-16,1 0-46 16,-21 0-170-16,-7-9 33 15</inkml:trace>
  <inkml:trace contextRef="#ctx0" brushRef="#br0" timeOffset="113309.3">7324 13403 35 0,'0'0'170'0,"0"0"-103"0,0 0 32 16,0 0-18-16,0 0-12 0,0 0-19 16,0 0-3-16,0 0 24 15,0 0 39 1,0 0-11-16,0 0-31 0,0 0-32 16,0 0-15-16,0 0 8 15,0 0-25-15,0 0 9 16,12 0-8-16,4-5-2 15,9-3 5-15,2 0 8 16,8 0 3-16,11 5-7 16,-12 3-8-16,-3 0 7 0,-3 0-22 15,-6 3 3 1,-16 21-3-16,-6 9-3 0,0 11 12 16,0 4-5-16,0-7 5 15,-16 6-2-15,-2-7 4 16,-4 0-9-16,10-7 21 15,6-18-22-15,-7 1 16 16,13-4-12-16,0-12 6 16,0 0-1-16,0 5 0 15,0-5-1-15,0 0-3 16,13 0 10-16,21 0 13 16,0 0-15-16,-3 0 13 15,-3 0-16-15,0 0-5 16,-10 0 2-16,4 0-15 15,-4 0 1-15,-11 0-38 16,-7 0-49-16,0 0-118 16,0 0 69-16,0 0-177 15</inkml:trace>
  <inkml:trace contextRef="#ctx0" brushRef="#br0" timeOffset="113809.32">7786 13716 344 0,'0'0'114'0,"0"0"-56"0,0 0 4 0,0 0-38 0,0 0 30 15,0 0-13-15,59 139-1 16,-59-134-20-16,15-5-2 16,-9 0 13-16,-6 0-3 15,0 0 39-15,0 0-13 16,0-20-20-16,13-16-34 16,-1 4 27-16,4-9-15 0,2-7 9 15,-5 1-21 1,2-14 0-16,-9-7-6 0,7 4-20 15,2 0-5 1,-8 11 31-16,-1 21 1 0,-6 9 18 16,0 18 49-1,0 5 9-15,0 0-20 0,0-4-57 16,6-4-6-16,6 8-28 16,4-8 6-16,9 5 25 15,-4-2-3-15,4 5-1 16,9 0 9-16,0 0-8 15,7-8 2-15,5 8 3 16,1-4-16-16,-7-8-33 16,7 5-76-16,-20-2-206 15,-8 1-121-15</inkml:trace>
  <inkml:trace contextRef="#ctx0" brushRef="#br0" timeOffset="114559.4">8242 13379 237 0,'0'0'12'0,"0"0"0"0,0 0 22 0,0 0 30 0,0 0 41 16,0 0-27-16,0 16-2 15,0-16-62-15,0 0 40 0,0 0 12 16,0 0 49-16,0 3-25 16,0-3-27-16,0 9-14 15,0-1-16 1,0 0 8-16,-16 3-33 0,4-2 4 15,6-1-4-15,-10 0-13 16,10 0 11-16,6 0-10 16,0 0 4-16,0-1-3 15,0 1-1-15,0 5-12 16,28-5 15-16,18-4-15 16,1 7 13-16,-13-2-18 15,-16-1 17-15,4 5 1 16,-9-2 3-16,-1-3-2 0,-12-4 3 15,15 4-9 1,-15 0 16-16,0 0-12 0,0 4 14 16,0 9-6-16,0-1-4 15,-15-1 12-15,-16-2-1 16,3-1-3-16,9-5-1 16,-8-2-3-16,5-9-8 15,-9 0-8-15,3 0 2 16,9 0-28-1,-2 0 11-15,14-20-35 0,1-5-44 16,6-7-24-16,0-12-29 16,0 0-203-16</inkml:trace>
  <inkml:trace contextRef="#ctx0" brushRef="#br0" timeOffset="114843.94">8254 13287 10 0,'0'0'291'0,"0"0"-284"0,0 0 18 0,0 0-13 0,0 0 0 15,0 0 126-15,40 0-30 0,-27 0-8 16,8 0 66-16,-2 3-22 15,15-3-94 1,-9 0-2-16,9 0-44 16,-12 0-4-16,-4 0-1 15,-5 0-17-15,-4 0-48 0,-9 0-197 16,0 0-254-16</inkml:trace>
  <inkml:trace contextRef="#ctx0" brushRef="#br0" timeOffset="132459">22598 665 4 0,'0'0'355'0,"0"0"-220"0,0 0-53 0,0 0 17 0,0 0-31 0,0 0 10 16,0 0-1-16,0 0-10 16,-34-28-41-16,34 28 19 15,0-4-27-15,0 4 10 16,0 0-26-16,0 0 15 0,0 0-17 16,0-4 3-1,0-4 9-15,0 4-5 0,0 0 14 16,-19 0-20-1,13 0 24-15,-10-5-23 16,-2 3 5-16,-4-7-7 16,-3-4-3-16,-3 2 2 0,0-1-1 15,4 0-5-15,-10-1 7 16,-7 1-7-16,16 9 1 16,-15-1 5-16,0 8-3 15,-7 0 4-15,-9 0 0 16,4 0-3-16,-7 12 2 15,3 4 2-15,3-4-13 16,7 4-2-16,-1 0-7 0,7 4-8 16,-7 0 22-16,7-1 2 15,0 6 3 1,0-9 0-16,5 0 4 0,11 1-4 16,-4 6 6-16,3 1-13 15,-9 1 15-15,0 6-12 16,-7-3 7-16,7 0-2 15,0-4 2-15,-3 1 0 16,9-5 1-16,6 4 5 16,4 4-9-16,-1-8 9 15,4 4-14-15,-4 8 9 16,-3-3-2-16,4 2 0 16,-10 5 6-16,15-3-12 15,-8 3 9-15,2-5-6 0,13-2 6 16,0 3-2-1,6 0 2-15,0-1-6 0,0 6-5 16,0 0 6-16,0-1-9 16,0 3 11-16,0 5-2 15,0 9 11 1,0-9-18-16,0 0 19 0,0 0-23 16,0-12 21-16,0-4-14 15,0 4 10-15,0 4-4 16,0-3 0-16,0-5-3 15,0 0-1-15,18-4 0 0,4 7-1 16,3 2-5 0,-3 3 1-16,2 0-1 0,-2 0-5 15,-3 0 11 1,2 0 4-16,4 4-9 0,3-11-5 16,0-6 5-16,3 2-4 15,3-9 8-15,0 8-1 16,-6-1-3-16,3 2 2 15,-9 3 7-15,12 0-4 16,-9-4 8-16,9-4-8 16,0-4 10-16,6-4-12 15,7 1 10-15,-1-5-10 16,1-5 12-16,5 9-9 16,-5-4 3-16,0 8 0 0,-20-4-4 15,8 9 9 1,-11-10-7-16,10 1 6 15,1-7 2-15,5-5-6 0,0 0-4 16,7 0 3-16,-1 0 1 16,-6 0 6-16,7 3-5 15,-7 10 27-15,-6-10-18 16,-3 14 4-16,-3-9-10 16,-6-5 2-16,3-3-6 15,3 0 0-15,12 0 2 16,0 0 0-16,-9 0 1 15,19 0 2-15,-13-8-7 16,-9-3 6-16,19-6-8 16,-19 6 7-16,-4-6-4 0,4 6 1 15,-6 3 0-15,-3-5-5 16,8 9 12-16,-14-4-11 16,15-8 10-16,-10 8-1 15,16-12-2-15,-9 0-1 16,16-4-2-16,-1-4-1 15,-12 0 1-15,12 0-1 16,-15 4-5-16,3 7 6 16,-6 1-2-16,-4 1 4 15,10 7 1-15,-3-8 1 16,-3-1-3-16,2-2-1 16,4-1 1-16,0-5-6 0,3-7 0 15,-3 9 1 1,0-6-43-16,-9 5 29 0,2 8 6 15,-8 0 12-15,-7-4 12 16,6 4 2-16,4-1-4 16,-4-11-10-16,1 12 4 15,2-7 4-15,4-5-14 16,2 4 15-16,-8-1-16 16,-1 2 7-16,1 2-1 15,-13 1-2-15,21-4-3 16,-8-12 4-16,2 13-48 15,-9-18-27-15,-6 13-18 0,13-13 61 16,-7 2 14-16,0 6 15 16,-6-3 10-1,0 13 3-15,0-2 18 16,0-7 6-16,0-4-32 0,0 0-4 16,0-4-6-16,0-4-36 15,0 12 37-15,0-5-5 16,0 10 10-16,0 2 8 15,-12 5-1-15,-1-4 31 16,-14 4-24-16,-1-4 18 16,9-4-1-16,0 0 8 15,-2 0-34-15,2 0 7 16,4 4-8-16,2-4-1 0,1 8-6 16,-10-4 14-1,-3 12-7-15,-3-4 37 16,-6-4 12-16,-6-1-43 15,15 1 12-15,-21 1-18 0,12-1 0 16,12-8 3-16,-3 12 12 16,-3-1-14-16,10 1 3 15,-17 0 44-15,14-4-32 16,-4 4-14-16,-9-4 6 16,12 4-6-16,-9 1-2 0,16-2 0 15,2 4 0 1,1 2 5-16,-4-1 4 0,-2 4-6 15,-1-5 15 1,-3-2-13-16,10-1 2 0,-10 0-6 16,10-4-1-1,-16 4-1-15,16-1 1 0,-1 1-1 16,-15 1 4-16,22 10-3 16,-6-3 5-16,-4 8 30 15,-2 0-18-15,11 0-17 16,-14 0 0-16,2 0 0 15,3-3-3-15,4 3-9 16,6 0 12-16,-7 0 0 16,-8 0-12-16,2 0 20 15,-9 0-18-15,0 0 13 16,4 0-3-16,2 0 0 16,-3 0 0-16,10 0-2 0,-4 0 7 15,-15 0-3-15,0 16 0 16,-7-1 20-16,-5-7-22 15,15 8 15-15,3-4-12 16,0-7-1-16,16 11-4 16,-1 0-14-16,-15 7-24 15,-37 14-90-15,-9-1-652 16</inkml:trace>
  <inkml:trace contextRef="#ctx0" brushRef="#br0" timeOffset="142683.95">9931 2619 214 0,'0'0'177'0,"0"0"-159"0,0 0 45 0,0 0 9 0,0 0-17 0,0 0-6 16,0 0-13-16,-6-25 14 15,6 25 16-15,0 0 39 16,0 0-55-16,0 0-12 16,0 0-37-16,0 0 0 0,0-8 2 15,0 8-2 1,0-4-2-16,0 4 10 0,0 0-9 16,0 0 0-1,0 0 18-15,0 0-15 0,0 0-2 16,0 0-1-16,0 0 3 15,19-4 9-15,9 0-7 16,-3 0 2-16,2 4-1 16,1-4-2-1,-3 1 7-15,3-2-19 0,0 5 8 16,-3-3-2-16,9 3-1 16,-6 0 6-16,-3 0-6 15,3 0 7-15,6 0-7 16,-3 0 9-16,15 0-6 15,4 0 0-15,-25 0 0 16,15 0 0-16,-12 0 0 0,-3 0-1 16,3 0 3-16,12 0 5 15,-12 3-6-15,18 2 18 16,-15-5-11-16,25 0-7 16,-3 0 3-16,6 0-4 15,-13 0 0-15,-5 0 1 16,-7 0-5-16,0 0 4 15,0 0-14-15,12 0 28 16,1 0-29-16,-1 0 14 16,1 0 0-16,-7 0-4 15,-12 0 0-15,-3 0 3 0,3 0 1 16,-3 0-6 0,9 0 14-16,0 0-14 0,0 0 12 15,0 0-12 1,-9 0 14-16,15 0-11 15,-6 0 4-15,13 0 0 0,-7 0-3 16,-6 0 13-16,-9 0-18 16,3 0 17-16,12 3 3 15,-12 1-9-15,25 0 8 16,-13-4-11-16,7 0 4 16,5 0-12-16,-11 0 17 15,5 0-18-15,1 0 18 0,-1 0-13 16,7 0 14-1,-13 0-15-15,-6 0 7 0,13 0-2 16,-13 4 9 0,6-4-6-16,7 4-3 0,-7 0 9 15,7-4-11-15,-1 13 11 16,-6-10-15-16,1 5 14 16,5-4-13-16,1-4 5 15,-7 5 0-15,7 3 0 16,-13-5 2-16,6-3-9 15,13 0 17-15,-1 0-9 16,10 0 0-16,-9 0 10 16,-6 0-10-16,5 0-1 15,-11 0 0-15,-7 0 6 16,0 0-13-16,-16 0 16 16,10 0-20-16,-6 0 22 0,-3 0-19 15,15 0 11-15,0 0-3 16,-3 0 2-1,9 0 0-15,-6 0-4 0,7 0 11 16,-7 0-15-16,0 0 17 16,3 0-10-16,-9 0 6 15,-16 0-4-15,4 0-3 16,-4 0 0-16,-6 0 2 16,1 0 2-16,-1 0 9 15,3 0-11-15,-9 0 23 16,0 0-21-16,0 0 22 0,13 0-23 15,5 0 1 1,16 0-4-16,19-16-6 0,3-28-36 16,-38-7-186-1</inkml:trace>
  <inkml:trace contextRef="#ctx0" brushRef="#br0" timeOffset="149311.08">921 7864 212 0,'0'0'89'0,"0"0"-87"0,0 0 11 0,0 0 11 0,0 0 78 0,0 0-46 0,0 0-30 0,28 0-22 15,-22 0 29-15,-6 0 8 16,0 0 5-16,0 0 2 0,0 0 0 15,0 0 30-15,0 0-7 16,0 0 15-16,0 0-61 16,0 0 13-16,0 0-29 15,0 0-1-15,0 0-5 16,0 0-2-16,0 0-1 16,0 0 2-16,0 0 3 15,0 0 3-15,0 0-4 16,0 0 3-16,0 0-7 15,0 0 2-15,0 0-2 0,0 0 0 16,0 0-3 0,0 0 0-16,0 0 6 0,0 13-12 15,0 6 23-15,0 13-20 16,0-11 13-16,0 6-12 16,0 1 5-1,0-3 0-15,0 6-2 0,0-3 8 16,0 5-12-16,0-1 12 15,0 0-14-15,0-4 17 16,0 1-14 0,0-6 5-16,0-3 0 0,0 12-2 15,0-4 4-15,0 8-8 16,0-8 14-16,0 5-16 16,0-5 13-16,-15-4-11 15,2 4 11-15,7 0-8 16,-7 0 3-16,7 0 0 0,-3 8-1 15,-3 0 2-15,12 1-6 16,-7-1 11-16,7 0-12 16,0 0 7-16,-6 4-8 15,6 0 4-15,0 4 1 16,0 1-4-16,0-2-6 16,0 1 11-16,0 0-9 15,0-3-1-15,0-2 22 16,-6 2-21-16,-10-10 17 15,10 5-11-15,0-3 4 16,0 3-4-16,-10 5-14 0,10-2-32 16,6 2 30-1,0 2 17-15,-12 1-1 0,12-3 5 16,0-2-2 0,-6-3 2-16,6 2 0 0,-7-11-1 15,7 13 3-15,-6-4-8 16,-3 0 15-16,9 5-19 15,-6-5 21-15,-1 3-14 16,7-3 6-16,-18 5-1 16,18-1-3-16,0-4 0 15,0 0-3-15,0-4 10 16,0-7-16-16,0 3 20 0,0-5-20 16,-9 1 18-16,9 9-17 15,0-5 8-15,0 0 0 16,0 0 0-1,0-4 1-15,0 4-7 0,0-4 18 16,0 8-24-16,0 0 26 16,0 4-26-16,0 0 16 15,0-8-5-15,0 0 1 16,0-3-6-16,0 7 2 16,0 0-23-16,0 8 25 15,0 4-3-15,0-4-3 16,0 1 8-16,-7-10-2 15,1 2 0-15,0-6 2 16,6-2-3-16,0 3 1 0,0-5-8 16,0 1 20-1,-6 13-20-15,0-10 20 0,6 6-19 16,-7-9 13-16,7 0-4 16,0-16 0-1,0 8 0-15,0 4-4 0,0-7-31 16,0 2 12-16,-9 9 1 15,3 1 11-15,6-2-31 16,0 1 6-16,0-7 23 16,0-1 13-16,0-8 0 15,0 4 0-15,0-1-3 16,0 2 14-16,0-1-16 16,0 4 17-16,0-13-18 15,0 14 6-15,0-1 0 0,0-4 0 16,-6 4 1-16,6 4-4 15,-13-4 9-15,13 0-8 16,0-4 9-16,0-8-11 16,0 8 11-16,0 0-11 15,0-4 8-15,0 0-2 16,0 12-2-16,0-7 1 16,0 3-6-16,0-1 12 15,0-2-11-15,0-5 13 16,0-8-14-16,0 0 10 15,0 0 11-15,0 0-14 16,0 0 2-16,0 0-8 0,0 0 9 16,0 0-7-1,0 0 4-15,0 3-4 0,0 6 4 16,0-1 30-16,0-5 1 16,0-3-16-16,0 0-15 15,0 0 0 1,0 0 42-16,34 0-29 0,-3 0-8 15,3 0 2-15,7 0-18 16,-1 0 10-16,-6 0-4 16,6 0 3-16,1 0-1 15,-10-11-3-15,15-1 8 16,10-1-8-16,-16 1 15 0,13 1-18 16,6 6 11-1,-3 2-5-15,15-5 2 16,-3 8 3-16,7-9 16 0,-16 9-13 15,15-4 9 1,-3-3-7-16,-2 2-5 0,18-3 2 16,-13 5-11-16,7 3 5 15,-4 0 0-15,-15-5 1 16,19-3-1-16,-22 0 0 16,21 1 2-16,-15 7-14 15,4 0 22-15,5 0-16 16,-3 0 12-16,4 0 3 15,-1 0-8-15,-9 0 7 16,10 0 0-16,-13 0-7 16,9 3 1-16,-9-3 15 0,-9 0-3 15,21 0-13 1,-9 0 12-16,16 0-11 0,6 4 14 16,12 0-16-16,16 0 5 15,-7-4-10 1,-9 8 12-16,-6-8-14 0,-6 8 14 15,-6-8-15-15,-7 13 20 16,-2-6-13-16,-4-3 2 16,0 5-1-16,-9-9 0 15,0 0 1-15,-3 0-3 16,-16 0 10-16,19 0-17 16,0 8 18-16,3 0-18 0,-3-1 13 15,-7-3-4 1,4 0 0-16,-3-4 0 0,-13 0-3 15,7 0 14-15,-13 0-21 16,-9 0 21-16,9 0-14 16,-6 0 7-1,3 0 0-15,-3 8-3 0,-7 0 17 16,10-3 1-16,3-2-11 16,-6-3 12-16,-3 9-16 15,3-9 5-15,0 0-4 16,-9 0 13-16,2 0-15 15,-8 0 8-15,-1 0-11 16,-12 0-10-16,0 0-12 0,0-9-80 16,-25-15-231-1</inkml:trace>
  <inkml:trace contextRef="#ctx0" brushRef="#br0" timeOffset="151960.12">1101 7949 117 0,'0'0'127'0,"0"0"-74"0,0 0 31 0,0 0-17 0,0 0-24 0,0 0-10 15,15 0-18-15,-15 0-5 16,0 0 19-16,0 0-20 0,0 0 40 15,0 0-2-15,0 0 1 16,0 0-37-16,0 0-6 16,0 0 8-16,0 0-12 15,0 0 22-15,0 0-13 16,0 0 22 0,0 0-23-16,0 0 13 0,0 0-13 15,0 0 18-15,0 0-19 16,0 0 5-16,0 0 17 15,-9 0-18-15,3 3 6 0,6 2-9 16,-6-5 7-16,6 0-16 16,0 0 19-16,0 3-15 15,0 2 10-15,0 2 2 16,21 1 5-16,10 8 3 16,10-4-3-16,5 4-2 15,10-3-13-15,3-1-1 16,15-1-3-16,7 5 12 15,-4-7-5-15,10-1 4 16,-6 0-8-16,34-8-3 16,-16 8 8-16,15-4 2 0,-21-4-24 15,-46 8 25 1,-1-8-23-16,-11 8 14 0,11 0-4 16,22-5 0-16,-21 2 0 15,6-1-4-15,5-4 11 16,-17 4-15-16,15 4 17 15,2-4-12-15,-17-1 11 16,-1 2-16-16,0 3 9 16,-5-4-1-16,-4 4 0 15,15 0 1-15,4 0-7 16,2-4 16-16,-5 0-19 16,6 0 24-16,-7 0-27 15,16 0 17-15,-15 0-5 0,12-4 0 16,3 4 0-16,9-4-6 15,-3 0 8-15,-9 0-8 16,-6 0 11-16,-4 0-10 16,4 0 1-16,0 0 3 15,-7 0-7-15,16 0 5 16,-9 0-1-16,6 0-6 16,3 0 1-16,-3 0 18 15,0 0-19-15,-3 0 12 16,-10 0-10-16,1 0 4 15,-7 0 4-15,6 0 0 16,-5 0 3-16,11-4-6 16,-5 0 5-16,-13 4-7 15,13-4 10-15,-1 4-10 0,7-4 12 16,-7-4-9 0,10 8 2-16,-3-9-2 0,6 9-1 15,-13-3-2-15,1-1-3 16,2 0 16-16,-11 0-22 15,-4 0 18 1,0 0-8-16,-6-1-19 0,3 2 1 16,-3-2 12-16,6 2 7 15,-10-1-7-15,-2 4-2 16,-3-4 4-16,-4 4 13 16,4 0-15-16,3-4 14 0,-4 0-6 15,10-5 2 1,-3 1 0-16,3 5-3 15,0-5 8-15,-3 0-13 0,-4 4 16 16,-8-1-17-16,-7 5 18 16,0 0-17-16,-6 0 8 15,0 0-1-15,0 0-2 16,0 0 3-16,0 0 7 16,0 0-7-16,0 0 39 15,0 5-32-15,0 10 23 16,0 1-30-16,-12 1 2 15,-1 7-2-15,-2 8 0 16,2 12-1-16,7 0 7 16,-6 8-15-16,12 1 20 15,0 2-22-15,0 6 25 0,0-5-16 16,0 1 5-16,0-2-1 16,0-7-2-16,0 4 3 15,6 1-7-15,6 3 10 16,1-1-18-16,-4 6 12 15,-9 3-22-15,0-4 15 16,0 1 4-16,0-1 2 16,0-4-7-16,0 0 4 15,0 0-5-15,0-8 1 0,0 8 16 16,0-3-16 0,0-1 19-16,0-8-19 15,0 4 8-15,0-8 0 0,0 8 0 16,0 0 0-1,0 1-3-15,0-2 10 0,6 6-18 16,-6-1 22-16,6-4-22 16,1 0 20-16,-1 5-14 15,0-6 5-15,10-2 0 16,-10-1-3-16,0 0 7 16,-6 0-9-16,6 4 13 15,0-7-15-15,1-2 17 16,-7-6-15-16,9 3 6 15,-9 0-1-15,0-5 0 16,0 2 1-16,0-2-8 16,0 13 8-16,0 0-12 0,0 5 22 15,0 4-19 1,0-6 12-16,0-3-7 0,0 1 3 16,0-14 0-16,-9 2 0 15,2-1-11-15,1 4 10 16,0 0-21-16,-6-4 21 15,-4 8-13-15,-3-8 8 16,-2 8 1-16,8-8 5 16,7-3 0-16,0-9-5 15,0-1-8-15,-4 6-59 16,4-5 48-16,0-1 8 16,0 2 9-16,6-6 11 0,-6 2-4 15,-1-4 0-15,1-2 1 16,-3 5-4-1,3-4 1-15,0 4-3 0,6-8-10 16,0 8 13 0,0 0-2-16,0-8 0 0,0 12 6 15,-7-4-2-15,7-3 5 16,-6-6-1-16,6-3-8 16,0 0 14-16,-6-4-20 15,6 13 18-15,-9-5-16 16,9-5 16-16,-7-3-7 15,7 9 8-15,0-9-1 16,0 0 19-16,0 0-18 16,0 0-9-16,0 0-5 0,0 0-62 15,0 0-145 1,0 0-129-16</inkml:trace>
  <inkml:trace contextRef="#ctx0" brushRef="#br0" timeOffset="158571.87">620 10371 22 0,'0'0'54'0,"0"0"26"0,0 0 33 0,0 0-29 16,0 0-69-16,0 0-10 0,0 0 0 0,0 0 32 15,0-4-20 1,0 4 47-16,0-8-1 0,0 8-10 16,0 0 16-16,0 0 16 15,0 0 3-15,0 0-45 16,0 0-15-16,0-5-15 16,0 5 13-16,0-3-24 15,0-2 1-15,0 2 2 16,0 3-1-16,0-5 5 0,0 5-6 15,0 0-6 1,0 0 8-16,0 0 11 16,0 0-13-16,0 0 4 15,0 0-3-15,0 0-7 0,6 0 3 16,7 0 0 0,15-12 1-16,0-4 4 0,-4-7-5 15,-8-10 4-15,2 1-8 16,-11 0 7-16,-7-4-6 15,0 12-5-15,0 8-3 16,0-1-2-16,0 17-10 16,0 0 17-16,-13 0-8 15,-8 29 12-15,2 7-1 16,13-8 3-16,6-3 32 16,0-14-15-16,0-7-17 0,0-4 4 15,34 0-4-15,12-23 1 16,-15-6 1-16,-3 5-1 15,-15 12-2-15,-13 8-9 16,0 4 7-16,0 0-2 16,-13 8-16-16,-21 28-32 15,9-8-102 1,4-3-193-16</inkml:trace>
  <inkml:trace contextRef="#ctx0" brushRef="#br0" timeOffset="163816.89">701 8052 53 0,'0'0'61'0,"0"0"-11"0,0 0 0 0,0 0-17 0,0 0-21 16,0 0 24-16,0 0-25 15,6-12 28-15,-6 12 42 16,0 0-17-16,0 0-47 16,0 0-9-16,0 0-8 0,0 0 0 15,0 0-1-15,0-3 4 16,0 3-5-16,0 0 5 16,0-5 9-16,0 5 5 15,6 0-10-15,-6-3-3 16,6 3 3-16,-6 0 5 15,0 0 9-15,0 0 7 16,0 0-14-16,0 0-12 16,0 0 11-16,0 0-18 15,0 0 9-15,0 0-8 0,0 0 8 16,0 0 2 0,0 0 1-16,-12 11-6 15,-7 1-1-15,19 1 0 16,0-5-4-16,-9 0 9 15,3-4-8-15,0 7 6 16,-7-3-5-16,-2 1 2 0,9-1 0 16,-1 3-1-16,1-3 3 15,0 5-1-15,0-1 1 16,0-1-4-16,6 2-11 16,-22-1 13-16,22 0-9 15,-13 0 5-15,-2 0 3 16,9 0 1-16,-7 0-3 15,1 0 6-15,3 4-12 16,2-4-11-16,-11 1 14 0,18-5 1 16,-6-1 5-16,-1 1 0 15,7 0 7-15,0-3-7 16,0-2 3-16,0 2-8 16,0-2-9-16,0 1 8 15,0 4-11-15,0 5 13 16,0-2-1-16,0 6 5 15,0-6-2-15,0 2 6 16,0-1-9-16,0-4 4 16,7-5-6-16,-7 6-11 15,6-1 15-15,-6-5-11 16,0 10-4-16,18-1 12 16,-11 4 6-16,2-5 1 0,3-2-1 15,1 3-1-15,-7-5-20 16,-6 6 12-1,0-1-11-15,0-1-27 0,0 2 25 16,0 3-5 0,0 0-6-16,0-4-21 0,0 0 45 15,0 4-3-15,0-8 12 16,0 1 0 0,0 2-43-16,0 5-15 0,0 1 26 15,0 6 32-15,0 1 12 16,0-7 9-16,0 7-1 15,0-9 42-15,-6-2-18 16,6 7 24-16,-13-9-34 16,1 6-29-16,3-1-5 0,-16 4-6 15,3-4-12 1,-9 4 4-16,-3-4 14 0,22 0 1 16,-10 1 32-1,9-2-12-15,7 1 81 0,-9-8-100 16,9-8-2-16,6 4 1 15,0-4-1-15,0 0-40 16,0 0-34-16,0 0 29 16,0 0 1-16,0 0 44 15,0 0 0-15,0 0 23 0,6 0 3 16,15 0-11 0,4 0-1-16,-9 0-11 0,15 0-6 15,-16 0 6-15,-2 0 3 16,-7 0-4-1,0 16-4-15,3 0-3 0,-2 0 5 16,-1 9-6-16,-6-5 8 16,0 4-9-16,0-1 14 15,0 2-9-15,0-9 17 16,0 12-11-16,0-8 12 16,0-4 45-16,0 12-33 15,0-12-18-15,0 4 3 0,0 4 5 16,0-7-1-1,0 2-6-15,0-7 2 16,0 4-8-16,0 1-10 16,12 6-1-16,-6 1-1 0,-6-4 5 15,0 1 0-15,0-1-3 16,0-4 10-16,0-1-11 16,0 1 13-16,0 1-13 15,0-6 11-15,0 2-5 16,0-1 0-16,0-1 3 15,0 10-12-15,0-4 15 16,0 6-17-16,0 1 22 16,0 4-17-16,0 0 10 15,0-12-6-15,0-4 2 16,0 1 0-16,0-5-5 0,0-5 2 16,0 9 3-16,7-7 0 15,2 11-5-15,10-1 12 16,-7 1-13-16,-3-3 9 15,4-9-6-15,-13-4-7 16,6 0-27 0,16 0 11-16,-10-9-7 0,7-22-125 15</inkml:trace>
  <inkml:trace contextRef="#ctx0" brushRef="#br0" timeOffset="165846.73">465 10487 283 0,'0'0'36'0,"0"0"8"0,0 0 85 0,0 0-70 0,0 0-12 0,0 0 1 0,0 0-13 0,0 0 21 16,0 0-42-16,0 0 34 16,0 0-45-16,0 0 4 15,0 0 8-15,0 0-11 0,0 0 7 16,0 0-10 0,0 0 16-16,0 0-6 0,0 0 19 15,0 0-27-15,0 0 3 16,0 0 5-16,0 0-17 15,0 0 11-15,0 0-5 16,0 0 0-16,0 0 2 16,0 8-2-16,0-4 1 15,0 4-2-15,-6-4 1 16,0 4-9-16,-7 1 9 16,7-2-6-16,-9-7-1 15,15 12 5-15,0 0 2 0,-7-4 0 16,7 0-4-1,0 4 11-15,0-4-9 0,0-3 12 16,0 6-20 0,0-7 7-16,0 9-2 0,0-5-15 15,0 3 11 1,0 1 7-16,0 4 2 0,0-3-1 16,0 2 1-16,0-2-5 15,0-10 10-15,0 14-8 16,0-14 3-16,0 2-5 15,0 11 5-15,0-9 0 16,0 18-11-16,0-9 18 16,0 4-16-16,0-4 18 15,0-5-17-15,0 2 20 16,0 4-24-16,0-6 12 0,0 5 0 16,0 4-4-16,0 0-6 15,0 4 10-15,0-7-5 16,7-2 1-16,-7-2 0 15,0 10 3-15,0-7 0 16,0 9 1-16,0-6-2 16,6-6 6-16,-6 2-10 15,0-2-12 1,0 10-17-16,0-2 5 0,0-6 20 16,-6 6 7-16,-13 2 3 15,-3 2 5-15,4-5 8 16,-16 4 0-16,-7-12-8 15,29-8 16-15,-10 0-16 16,10-4 20-16,-7 5-5 16,4-5 20-16,8 0-33 15,7 0 3-15,0 0 13 16,0 0-18-16,0 0-10 0,0 0 5 16,0 0-5-16,0 0-9 15,0 0 7-15,0 0-11 16,0 0 8-16,0 0 0 15,0 8 5-15,0-8 1 16,0 8 8-16,7-8-3 16,8 7-1-16,4 1 0 15,-7 0 2-15,4 12 0 16,2 1 1-16,-2-1 0 16,-4-4 5-16,1 7 0 0,-7-2-15 15,9-1 14 1,-2 4-13-16,-7-1 14 15,0-6-2-15,-6 2-5 0,0-2 13 16,0-4 2-16,0 10-6 16,0-7-7-1,0 8 5-15,0-4-4 0,0 0-2 16,0 0-2-16,0 1 7 16,0 2-9-16,0-2 2 15,0-1 0-15,0 4-3 16,16-4 6-16,-4-4-10 15,-12-4 15-15,12-1-16 0,1-6 17 16,8-5-18 0,7 0 8-16,-3 0 1 0,-3 0-1 15,18-5-47-15,1-11-93 16,-4 9-56-16,-3-6-170 16</inkml:trace>
  <inkml:trace contextRef="#ctx0" brushRef="#br0" timeOffset="174074.25">620 7399 122 0,'0'0'216'0,"0"0"-205"0,0 0 4 0,0 0 25 0,0 0-18 16,0 0 4-16,0 0 31 16,6 0 24-16,-6 0 5 15,0 0 47-15,0 0-13 16,0 0-79-16,0 0-19 15,0 0-16-15,0 0 4 16,0 0-7-16,0 0-1 16,0 0 5-16,0 0-9 15,0 0 6-15,0 0 1 0,0 0 10 16,0 0-14 0,0 0 15-16,0 0-15 0,0 0 16 15,0 8-14 1,0 8-6-16,0 8 6 15,0 0-7-15,0 0 4 0,0 4 0 16,0-4 0-16,0-4 3 16,0 0-9-16,0 1 14 15,7-6-18-15,-1-2 21 16,9-10-22-16,10-3 10 16,3 0-15-16,12 0 8 15,-6-3 4-15,-3-10 2 16,10 5-9-16,-7 8 10 15,-6 0-11-15,-3 0 11 0,2 0-60 16,-14 0-59 0,2 0 38-16,-2 5-27 0,-13-5-53 15,0 3-225-15</inkml:trace>
  <inkml:trace contextRef="#ctx0" brushRef="#br0" timeOffset="174425.06">620 7559 488 0,'0'0'82'16,"0"0"-74"-16,0 0 30 0,0 0 17 0,0 0-32 0,0 0-2 0,155 0-15 0,-124 0-12 0,-3 0-47 0,0 0-27 0,-16-8-126 0,-5-4-170 16</inkml:trace>
  <inkml:trace contextRef="#ctx0" brushRef="#br0" timeOffset="174663.2">620 7559 326 0</inkml:trace>
  <inkml:trace contextRef="#ctx0" brushRef="#br0" timeOffset="174773.16">620 7559 326 0,'13'-249'112'0,"-7"241"-19"0,22-4-3 0,6 1 105 0,0-2-148 16,6 5 5-16,-9-4-10 15,9 12-27-15,-5-8-9 16,-1 5 0-16,6 3-12 15,-15-13-59-15,9-2-214 0</inkml:trace>
  <inkml:trace contextRef="#ctx0" brushRef="#br0" timeOffset="176322.51">1026 10287 240 0,'0'0'6'0,"0"0"11"0,0 0 64 0,0 0 21 0,0 31-69 15,0-31 24-15,0 0-18 16,0 0 10-16,0 0-5 0,0 0 30 16,0 8-18-1,-6-3-56-15,6-5 13 0,0 0-5 16,0 0 49-16,0 0-16 16,0 0 34-16,0 0-49 15,-6 0 2-15,6-13-7 16,0-11-14-16,0-16-7 15,0-12 6-15,0-12-13 16,0-8 12-16,22 8-10 16,-10 0-9-16,16 15 10 15,-16 10-1-15,1 6 4 16,-7 17 1-16,3 4 0 16,-3 8-4-16,-6 0 11 15,0 4-13-15,0 0 10 16,0 0-8-16,0 0-9 0,0 8 6 15,0 12 1 1,0 16 6-16,13 0-21 0,-7-3 0 16,0-2 9-16,10 2-25 15,-10 3 35-15,-6-8-29 16,0 16 30-16,0-4-10 16,0-4-14-16,0-8 6 15,0 0 5-15,0-3 13 16,0-14 1-16,0 6 0 15,0-9 5-15,0-8-10 16,0 0-2-16,0 0-46 0,0 0-79 16,0 0 22-16,0 0 12 15,0 0-20-15,0 0-104 16</inkml:trace>
  <inkml:trace contextRef="#ctx0" brushRef="#br0" timeOffset="176676.29">1060 10154 271 0,'0'0'345'0,"0"0"-295"0,0 0 31 0,0 0-1 0,0 0 32 16,0 0-63-16,168-40-23 15,-122 32 4-15,-5 4-20 16,11-1-7-16,-11-2 9 15,-13 3-24-15,-10-4-4 0,-2-4-65 16,-16-12-223 0,0 4-314-16</inkml:trace>
  <inkml:trace contextRef="#ctx0" brushRef="#br0" timeOffset="189501.44">16173 8417 504 0,'0'0'98'0,"0"0"-72"0,0 0 23 0,0 0-18 0,0 0-28 16,0 0 7-16,0 0 8 16,0-31 65-16,0 31 17 15,0 0-6-15,0 0-36 0,0 0-2 16,0 0-12-16,0-8-21 15,0-9-9-15,0-2-8 16,0-1-6-16,0-1 9 16,0 9-15-1,16 1 12-15,-4 3-5 0,7 3-1 16,2 1-3-16,7 4-6 16,-9 0 4-16,9 0-11 15,-22 12 14-15,13 12-5 0,-13 8 14 16,-6 9-5-1,0 6 5-15,-13-3-10 16,-21-8 3-16,3-11 0 0,16-9 0 16,9-12 0-1,-1 0-1-15,7-4 2 0,0 0-6 16,0 0-5-16,0 0-6 16,0 0-15-16,0 0 13 15,0 0 12-15,0 12 2 16,7 4 0-16,-1 4 4 15,0 8 0-15,-6 0 7 16,0 8 12-16,0 8-11 16,-12-3 26-16,-35 6-23 15,7-6 12-15,-13-5-23 16,0 0 4-16,-15-4-8 16,0-8 1-16,15-4 2 15,7-12-50-15,46-8-12 0,0 0-95 16,0-20-298-1</inkml:trace>
  <inkml:trace contextRef="#ctx0" brushRef="#br0" timeOffset="190194.83">16102 8433 130 0,'0'0'170'0,"0"0"-157"0,0 0 118 0,0 0 22 15,0 0-38-15,0 0-17 0,-189 69 26 16,142-21-62-16,1 8-31 15,-7 12-3-15,13 9-23 16,-13-5 7-16,13 0-1 16,6-4 2-16,12-8 6 15,16-4 14-15,6-4-28 16,0 0 2-16,0-4-7 16,46-7 0-16,16-9 0 15,3-12-10-15,10-16 4 16,24-4 6-16,3 0-8 15,4-4 20-15,8-37-14 0,1-14 10 16,-16-26-8 0,16-10 8-16,-28-18-7 0,-10-3 2 15,-27-5 2 1,-25 5-10-16,-13 3-25 0,-12 9 16 16,0 17-23-16,-37 22 28 15,-25 17-15-15,-12 16 24 16,8 20 34-16,-14 8-1 15,5 0 19-15,-5 0-52 16,-7 0 0-16,0 16-33 16,-12 20 31-16,6 17-141 15,0 11-158-15,18 3-378 0</inkml:trace>
  <inkml:trace contextRef="#ctx0" brushRef="#br0" timeOffset="211476.53">17686 8325 530 0,'0'0'97'0,"0"0"-50"0,0 0 38 0,0 0-52 0,0 0-33 0,0 0 0 0,0 0 5 16,0 0 26-16,0 0 73 15,0 0-42-15,0 0-1 16,0 0-37-16,0 0 11 0,0 0-20 15,0 0 4-15,0 0-14 16,0 0-2-16,0 0 17 16,0 0-16-16,0 0 0 15,0 0 0-15,0 0-7 16,0 0 7-16,0 0-6 16,0 12 2-16,0 1 0 0,0 2 0 15,0 1 3 1,0 0-6-16,0-4 9 15,0 4-7-15,0 1 9 0,0-6-12 16,0 10 8-16,0 2-4 16,0 5 0-16,0 5 0 15,0-1-4-15,-9 0 10 16,3-4-10-16,0 0 11 16,-1-4-12-16,-5 4 9 15,-4-4-4-15,4 4 0 16,0 0 0-16,5 0 1 15,-2-3 2-15,9-1-6 16,-6 0 9-16,6 4-10 16,-6 0 9-16,-7 4-10 15,13-3 8-15,0-1-5 0,0-1 2 16,0 1 0 0,0 5-3-16,0-10 5 15,0 10-9-15,0-14 9 0,0 9-4 16,0 0 4-16,0-3-4 15,0-1-3-15,0-1 5 16,0 6 0-16,0-5 7 16,-6-3-12-16,-3 10 10 15,3-7-10-15,-7 8 11 16,7-8-11-16,6 4 7 16,-15-7-2-16,15 2 0 0,0-3 0 15,0 1-6-15,0 7 13 16,0 0-13-16,-7 0 13 15,7 0-13-15,-6 4 16 16,0-4-18-16,6 0 8 16,0 0 0-16,0 5-3 15,-6-6 8-15,0 1-11 16,6-3 13-16,0-9-14 16,0 7 15-16,0-6-12 15,0 7 6-15,0-4-4 16,0 0 4-16,0 4-2 15,0 0 0-15,0 0 1 16,0-3-8-16,0-5 15 16,0-5-14-16,0 1 10 0,0 1-7 15,0-10 3 1,0 14 0-16,0-9 4 0,0 0-3 16,0 4-2-16,0-4 2 15,0 0-1-15,0-5 3 16,0-3-6-1,0 8 3-15,0-8-1 0,0 0 1 16,0 0 0-16,0 0-4 16,0 0 12-16,0 0-12 15,0 0 10-15,0 0-9 16,0 0 6-16,0 0-5 16,0 0 2-16,0 0 0 15,0 0-2-15,0 0 5 16,0 0-12-16,0 0 22 15,0 0-28-15,0 0 21 16,0 0-9-16,0 0 3 0,0 0 0 16,18 0 2-1,10 5-1-15,6-5 4 0,-3 0 0 16,3 4-6-16,7-4 4 16,-7 0-4-16,0 8 5 15,-16-5-4-15,10-3 0 16,-9 5 1-16,9-5-1 15,-3 0 7-15,9 0-6 16,12 0 3-16,-12 0-2 16,0 0 6-16,7 0-15 15,-7 0 12-15,-3 0-6 0,-9 0 1 16,18 0 0-16,0 0-4 16,7 0 13-16,-1 0-16 15,1 0 15-15,5 0-11 16,-11 0 7-16,-1 0-8 15,-12 0 3-15,-3 0 0 16,-4 0 0-16,14 3 2 16,-4 2-7-16,-4-5 15 15,8 8-15-15,5-4 16 16,-9-1-14-16,9-3 4 16,-6 8 0-16,-12-8-1 15,9 0 4-15,-3 13-8 0,0-9 10 16,3-4-11-1,-3 4 14-15,6-4-14 16,-9 0 7-16,9 4-1 0,-6-4 3 16,-4 0-3-1,-2 0-1-15,-3 4 1 0,-4-4 7 16,4 0-5-16,-13 4 8 16,10-4-5-16,2 0-4 15,-5 0 0-15,8 0 3 16,-2 3-2-16,3-3 0 15,2 0-4-15,-8 0 10 16,9 0-5-16,3 0 0 16,-7 0 3-16,10 0-4 15,-15 0-4-15,-10 0 3 0,0 0-1 16,13 5 0 0,-10-5 5-16,4 0-7 0,-7 0 6 15,-6 0 6-15,6 0-8 16,-6 0-1-16,12 0 3 15,-2 0-3-15,-4 0 1 16,-6 0-2-16,6 0 4 16,-6 0 1-16,0 0-6 15,0 0 5-15,0 0-8 16,0 0-10-16,0 0-20 16,0 0-53-16,-34 0-333 0</inkml:trace>
  <inkml:trace contextRef="#ctx0" brushRef="#br0" timeOffset="213572.77">17723 8306 258 0,'0'0'159'0,"0"0"-79"0,0 0-26 0,0 0-19 0,0 0-17 0,0 0-4 0,0 0-11 0,0 0 10 0,0 0 19 16,0 0 9-16,0 0 21 0,0 0-16 16,0 0-4-1,0 0 1-15,0 0 22 16,0 0-50-16,0 0 6 15,0 0-19-15,0 0 25 0,0 0-18 16,0 0 4 0,0 0-13-16,0 3 6 0,0 17 8 15,0 1-12 1,22-1 20-16,6 4-19 0,-3-1-4 16,3 2 11-16,6-1-18 15,-9-1 8-15,3 2 0 16,-4-1 0-16,-2-4 2 15,-3 4-5-15,2-9 11 16,-2 6-9-16,9-4 8 16,-9-2-13-16,8 6 11 15,-5-6-8-15,-9 1 3 16,5 4 0-16,4-4 0 16,-10 4 2-16,1 4-2 15,8 1 5-15,-2-1-3 16,3-1 2-16,12 5-8 0,-9-3 4 15,3-1 0-15,-4-1 5 16,-2 2-1-16,-10-1 2 16,-5-4-5-16,8 0 15 15,-9 1-8-15,7-2-12 16,-1 1 9-16,4 5-5 16,-10-6 0-16,0 1 1 0,0 5 4 15,0-1-3 1,10-1-2-16,3 2 4 0,2-6-8 15,4 6 8 1,3-9-6-16,0 4 2 0,-3 4 0 16,-4 4-3-16,-2-3 8 15,3-2-10 1,-10 5 11-16,7-7-10 0,-13-6 9 16,22 9-6-16,-6-4 3 15,-10-4-3-15,0 4 1 16,1 4-2-16,8-4 0 15,-14 5 4-15,21-1-5 16,-16-1 8-16,0-2-7 16,4-1 3-16,-10 4-2 0,19-4 0 15,-3 0 1 1,-16 0 0-16,15 1 6 0,-8 2-8 16,5-7 7-16,-11 4-3 15,14-7 1 1,-8 3 5-16,2-1-6 15,4 1-2-15,9 1 0 0,-10 7 2 16,10-9-4-16,-9 10 9 16,3-9-14-16,-4 8 16 15,10-8-15-15,-15 8 10 16,8-4-8-16,-2 1 5 16,-7-2-1-16,10-2 0 15,-3 2 5-15,-4-2-11 0,-3-6 13 16,-5 1-15-1,5-4 14-15,-3 5-13 0,-9-10 7 16,13 6-1-16,-7-6 0 16,-6 5 1-16,6 0-3 15,-6 5 7-15,6-6 3 16,-6 6-7-16,0-5 12 16,0 0-10-16,0-1 3 15,16 1 0-15,-10 13 4 16,0-1 1-16,13 0-8 15,-4-9 11-15,-8-3-13 16,-1-3 2-16,0-5-2 16,-6 0-5-16,0 0-41 15,0 0-67-15,-6-24-210 16</inkml:trace>
  <inkml:trace contextRef="#ctx0" brushRef="#br0" timeOffset="-214574.67">17612 9873 23 0,'0'0'227'0,"0"0"-152"0,0 0-7 0,0 0-19 0,0 0-35 0,0 0 11 0,0 8 19 0,0-8 8 15,0 0-5-15,0 0-5 16,0 0-19-16,0 0 19 16,0 0-7-16,0 0 36 15,0 0 26-15,0 0-25 16,0 5-26-16,0-5-25 16,0 0-14-16,0 0-6 15,0 0-1-15,0 0 2 16,0 0-3-16,0 0 10 0,0 0-16 15,0 0 9-15,0 0-4 16,0 0 2-16,0 0 0 16,18 0 3-1,-2 0-1-15,9 0 38 0,3 0-27 16,6 0 8-16,6 0-19 16,7 0 20-16,5 0-22 15,-5 0 0-15,6 0 2 16,-13 0-1-16,-6 0-1 15,-6 0 4-15,-10 0-8 16,-5 0 12-16,-4 0-13 16,-3 0 7-16,-6 0-2 15,0 0 0-15,0 0-1 0,0 0-1 16,0 0 2-16,0 3-3 16,0 5 6-1,0 4-8-15,0 4 8 0,0 4-6 16,-21-4 6-16,-4 9-1 15,-3-1-1-15,0-9 2 16,9 10 1-16,7-1-2 16,-10-8 9-16,16 8-11 15,0 4 19-15,6 1-14 16,0-10 0-16,0 1-5 16,0 0 4-16,0-7-9 15,0-5 4-15,0-5-1 0,0-3-17 16,0 0 17-1,0 0-24-15,0 0 1 0,0 0-67 16,0 0-86-16,0 0-214 16</inkml:trace>
  <inkml:trace contextRef="#ctx0" brushRef="#br0" timeOffset="-214122.61">17739 10050 293 0,'0'0'324'0,"0"0"-316"0,0 0 21 0,0 0 11 0,0 0-36 0,0 0 11 0,0 0 9 0,0 0 21 16,0 0-20-1,0 0-1-15,0 0-11 0,0 0 2 16,0 0 0-16,0 0 0 16,0 0 44-16,0 0-54 15,0 8 30 1,0-5-20-16,0 2 18 0,0-5-25 16,0 8-8-16,0-8-38 15,0 0-239-15,0 0-283 16</inkml:trace>
  <inkml:trace contextRef="#ctx0" brushRef="#br0" timeOffset="-213172.42">16815 10559 45 0,'0'0'160'0,"0"0"-59"0,0 0 29 0,0 0-34 0,0 0-56 0,0 0-13 0,0 0 10 16,0 0-1-16,0 0 12 15,0 0 10-15,0 0 38 16,0 0-31-16,0 0-17 16,0 8-31-16,0 12-7 15,0 4-1-15,0 1-8 0,0 3 5 16,0 3-5 0,0 2 22-16,0 6-9 0,0 2 0 15,0-9-14-15,0-4 5 16,0-4-5-16,0-16-1 15,0-4-12-15,0-4-28 16,0 0-27-16,0 0-81 16,0 0-17-1,-6 0 0-15,-7-8-124 0</inkml:trace>
  <inkml:trace contextRef="#ctx0" brushRef="#br0" timeOffset="-212475.4">16784 10559 262 0,'0'0'73'0,"0"0"-25"0,0 0 100 0,0 0-110 0,0 0 12 0,0 0-1 16,0 0-2-16,0 0 15 15,0 0-42-15,0 0 7 16,0-8-23-16,6 0 64 16,19 0-32-16,9 1 10 15,0-2-22-15,0 1-20 16,-9 8-3-16,3 0 2 16,0 0-3-16,-16 0 4 0,1 0-12 15,-7 0 16 1,9 17-9-16,-15 2 1 0,7 5 0 15,-7 5-2-15,0 2 2 16,0-3 0-16,0 1 2 16,-7-6-8-1,-8-6 11-15,-4-1-12 0,19-16 10 16,0 0-6-16,0 0-49 16,0 0-44-16,0 0 73 15,19 0 23-15,-13 0-10 16,-6 0 23-16,9 11-13 15,-9-2 4-15,0-6 67 16,0 13-8-16,0-3-24 16,0 7-21-16,0 8 12 15,-34-4-8-15,-6 16 2 0,0-8 42 16,-7-8-53 0,13-8-2-16,6-8-3 0,16-3-16 15,-1-5-1-15,-15 0-63 16,4-8-131-16,-17-13-267 15</inkml:trace>
  <inkml:trace contextRef="#ctx0" brushRef="#br0" timeOffset="-210960.15">17258 8145 16 0,'0'0'67'0,"0"0"67"0,0 0-99 0,0 0-17 0,0 0 10 0,0 0-20 15,-28 4-16 1,28-4 16-16,0 0-8 16,0 0 3-16,0 0 97 15,0 0-4-15,0 0-43 0,0 0 3 16,0 0-53-16,0 0 2 15,0 0-5-15,0 0-15 16,0 0-1-16,0 0 16 16,0 0 2-16,0 0 54 15,0 0 14-15,0 0 29 0,0 0-9 16,0 0-45 0,0 0-21-16,0 0-15 15,0 0 8-15,0-4-14 0,0-1-2 16,0 5 3-1,0 0-4-15,0 0 1 16,0 0 0-16,0 0 10 16,0 0-3-16,0 0 23 0,0 0-24 15,0 0 24 1,0 0-31-16,0 0 26 0,-6 21-26 16,0 3-11-16,-9 8 11 15,2 4 0-15,7-8 2 16,6 5 6-16,0-5-16 15,0 0 10-15,0-4-5 16,0-4 2-16,0-4-1 16,19-4 1-16,15-9-13 15,0-3 13-15,6 0-5 0,7 0 2 16,-7 0 8 0,0 0-5-16,-15-3 6 0,-9-1-7 15,-10-1 3 1,0 5-2-16,-6-3-17 0,0-2-34 15,0-3-38 1,0 0-133-16,0 0-199 0</inkml:trace>
  <inkml:trace contextRef="#ctx0" brushRef="#br0" timeOffset="-210578.23">17131 8373 374 0,'0'0'199'0,"0"0"-151"0,0 0 80 0,0 0-20 0,0 0 15 0,0 0-64 16,19-3-12-16,9 3-11 16,12-5-11-16,-9-2-19 0,9-1-4 15,-5 0 4 1,-8-1-1-16,-8 1-10 16,-3 5-10-16,-10-5-16 15,0 3-11-15,0 2 13 16,0-6-10-16,1-3-42 15,-1-3-105-15,-6-2-16 0,0-3-239 16</inkml:trace>
  <inkml:trace contextRef="#ctx0" brushRef="#br0" timeOffset="-210420.9">17131 8373 521 0</inkml:trace>
  <inkml:trace contextRef="#ctx0" brushRef="#br0" timeOffset="-210306">17131 8373 521 0,'158'-280'122'0,"-148"280"-62"0,2 0-3 16,13 0-24-16,3-5-20 15,0-2-6-15,-3-1-14 16,2 3-30-16,-8 2-25 0,-3 3-51 16,-10 0-97-1</inkml:trace>
  <inkml:trace contextRef="#ctx0" brushRef="#br0" timeOffset="-208478.16">19705 10880 202 0,'0'0'54'0,"0"0"-10"0,0 0 115 0,0 0-63 0,0 0-27 15,0 0 20-15,0 0 55 0,0 0-41 0,0 0-35 16,0 0-33-16,0 0 8 15,0 0-42-15,0 0 12 16,0 0-11-16,0-12 11 16,0-12 2-16,18-12-6 15,10-8 20-15,-9-1-24 0,15 6 26 16,-6-2-26 0,3 2-3-16,3-2 4 0,-6-7-11 15,3 4 5 1,3 0-6-16,-12 16 6 0,-4 7-7 15,-11 6-2-15,2 15 14 16,-9 0-10-16,0 0 2 16,0 0 2-16,0 0-27 15,0 0-4-15,0 0 20 16,0 0-8-16,0 0 6 16,0 0 2-16,0 0 11 15,0 23 2-15,0 6 2 16,0 3-1-16,0-4-4 15,0 12-1-15,0 0 3 0,0 4 0 16,0-3 1 0,0-5-7-16,0-8 15 0,0 0-18 15,0-12 9-15,0 7-15 16,0-7-33-16,-16 1-2 16,4 2-20-16,-10-2-95 15,4-6 34-15,5-3 16 16,-8-3-73-16,2-5-62 15</inkml:trace>
  <inkml:trace contextRef="#ctx0" brushRef="#br0" timeOffset="-208130.2">19857 10615 373 0,'0'0'241'0,"0"0"-192"0,0 0 118 0,0 0-9 0,0 0-87 0,0 0-5 16,214-15 1 0,-180 15-49-16,0 0 9 0,-9 0-27 15,-4 0 4-15,4 0-1 16,3 0-6-16,-9 0-27 16,2-8-55-16,-21-9-106 15,0 1-404-15</inkml:trace>
  <inkml:trace contextRef="#ctx0" brushRef="#br0" timeOffset="-204532.39">17531 11117 63 0,'0'0'60'0,"0"0"-54"0,0 0 109 0,0 0 5 0,0 0 4 0,0 0-48 0,-6 0-35 16,6 0-11-16,-15 0-16 15,15 0 43-15,0 0-1 16,0 0 62-16,0 0-26 16,0 0-42-16,0 0-16 15,-7 4-17-15,7-4-1 16,0 3-13-16,-6 5-4 16,-6-3 9-16,-1 6-11 15,-15 2 6-15,7 2 5 0,2-2 17 16,7 10-11-16,-4-6 7 15,4 2-13-15,-1 2-15 16,13-1 17-16,0 5-14 16,0 3 12-16,0-5-15 15,0-7 7-15,0 8 0 16,0 1 0-16,0-2 4 16,19-2-8-16,9 2 10 15,-3-6-13-15,-4-6 3 16,7-3 2-16,-9-8-18 15,0 5 13-15,-4-5-7 16,-3 0-11-16,1 0 8 16,2 0-1-16,-2-13 18 15,-1-10-26-15,-3 7 16 16,-2-4-1-16,-7 12 7 0,0 3-4 16,0-6 8-1,0 11-3-15,0 0-6 0,0 0 0 16,-22 0-14-16,-12 0 14 15,-6 8 12-15,21 3-11 16,0 2 8-16,-9-1-3 16,28-9-1-16,0 5-14 15,0 0-7-15,0 4-126 16,0-4-60-16,0-3-234 16</inkml:trace>
  <inkml:trace contextRef="#ctx0" brushRef="#br0" timeOffset="-203832.78">17844 11401 142 0,'0'0'128'0,"0"0"-65"0,0 0 76 0,0 0-54 0,0 0-23 0,0 0 13 0,-12 0-53 16,12 0 5-16,0 0 29 15,0 0 12-15,-6 0 0 16,6 0-14-16,0 0-51 15,0 0 15-15,0 0-2 16,0 0 6-16,0 0 3 16,0 0-22-16,0 0 3 15,0 0-3-15,0 0-3 16,12 0 0-16,22 0 8 0,7 0-5 16,-1 0 2-1,0 0-4-15,1 0-1 0,-17 0-1 16,10-4-19-16,-6-4 13 15,-3 0-26-15,-3 5-34 16,-10-10-154-16,-12 6-82 16</inkml:trace>
  <inkml:trace contextRef="#ctx0" brushRef="#br0" timeOffset="-202916.68">18452 11101 24 0,'0'0'225'0,"0"0"-102"0,0 0 9 0,0 0-60 0,0 0-36 0,0 0-28 16,-31 11 36-16,31-11 29 16,0 0 60-16,0 0-45 15,0 0-39-15,0 0-31 16,6 0-6-16,1 0-12 15,-7 0-2-15,6 0-1 16,22 0 6-16,-16 0-13 16,0 5 18-16,16 2-19 15,-9 9 22-15,3-8-16 16,-10 12 5-16,-6-7 0 16,4 3-5-16,-10-1-27 15,0 2 12-15,0 7 4 0,0 1 12 16,-35 6 8-16,8-7-3 15,-8-7 2-15,29-2-3 16,-6-7 1 0,12-3 1-16,0-5 0 0,0 0 2 15,0 0-8-15,0 0 10 16,0 0-10-16,0 0 13 16,18 0-8-16,17 0 12 15,-1 0 0-15,-6 0 2 16,-4 0-12-16,4 0-3 15,-9 0 5-15,3 0-14 0,-4 0-15 16,-2 0-14 0,-4 0-23-16,-6 0 7 0,-6 0-56 15,0 0-48-15,0 0-236 16</inkml:trace>
  <inkml:trace contextRef="#ctx0" brushRef="#br0" timeOffset="-202301.73">18855 11397 205 0,'0'0'411'0,"0"0"-328"16,0 0 42-16,0 0-3 0,0 0-91 0,0 0-21 0,34 72-10 0,-21-55 1 0,-1-1-6 15,-6-1 11-15,16-7-2 16,-22-3 7-16,25-2-9 16,-16 2-2-16,4-5-1 15,-7 0-1-15,15 0 2 16,-8-8-8-16,-1-20 16 16,1-16-1-16,8 0-6 15,-8-12-2-15,-13 7-20 16,0-7-11-16,0 7-24 15,0 2-8-15,0 7 64 16,0 16 3-16,0 4 87 16,0 7-18-16,0 10-7 0,0-6 8 15,0 9-8 1,0 0-55-16,0 0-9 0,0-4-1 16,0 4-11-1,15-7 8-15,10-9 5 16,22 7-3-16,8-15 2 0,-8 8-2 15,-7-4 3-15,7 8-4 16,-22 4-38 0,-4 8-19-16,-15 0-28 0,-6 0-214 15,0 0-204-15</inkml:trace>
  <inkml:trace contextRef="#ctx0" brushRef="#br0" timeOffset="-201451.75">19249 11221 49 0,'0'0'119'0,"0"0"-45"0,0 0 18 0,0 0 19 0,0 0-39 16,0 0-41-16,0 0 0 16,0 0 4-16,0 0 3 15,0 0 24 1,0 0-17-16,0 0 38 0,0 0-3 16,0 0-12-16,0 0-39 15,0 0 11-15,0 0-19 16,0 0 21-16,0 0-29 15,0 0 2-15,0 0-14 16,0 4 4-16,0 0-10 16,0 4 1-16,6 3 1 15,7 2 1-15,2-1-5 16,4 4 7-16,-4-4 0 0,10 1-2 16,-3 2-6-16,3-2 7 15,-4-5-5-15,4 7 0 16,-3-7 2-16,-4 0-2 15,-2 5-16-15,-10-2 16 16,0 1 3-16,-6 1 0 16,0-1 0-16,0 7 6 15,0 6 21-15,0-6-14 16,0 9 8-16,0-11-12 16,-6-6-1-16,-16-3-5 0,10-8-1 15,-16 9-6 1,3-9-23-16,-15 0-8 0,12-9-46 15,3-27-1 1,10-3-280-16,9-13-133 0</inkml:trace>
  <inkml:trace contextRef="#ctx0" brushRef="#br0" timeOffset="-201248.68">19444 11085 297 0,'0'0'28'0,"0"0"161"0,0 0-82 0,0 0-39 0,0 0-26 0,0 0-42 16,239-45 0-1,-211 37-153-15,-28 5-283 16</inkml:trace>
  <inkml:trace contextRef="#ctx0" brushRef="#br0" timeOffset="-196471.32">18313 8081 110 0,'0'0'82'0,"0"0"-60"0,0 0 27 0,0 0 8 0,0 0 95 16,0 0-62-16,0 0-40 0,0 0-7 16,0 0-28-1,0 0 33-15,0 0 9 0,-7 0 24 16,7 0 1-1,-6 0-17-15,6 0-44 0,0 0-2 16,0 0-17-16,0 0 4 16,0 0-4-16,0 0 0 15,0 0 15-15,0 0-16 16,0 0 19-16,0 0-18 16,0 0 12-16,0 0-11 15,0 0 1-15,0 0-4 16,0 0-5-16,0 0 1 15,0 0-7-15,0 0 8 16,0 0-2-16,0 0 3 16,0 0 4-16,6 0-7 15,22 0 4-15,-9 0 1 0,-7 0 0 16,10 0 0 0,-10 0-5-16,4 0 10 0,-4 0-14 15,1 4 14-15,-1 4-10 16,10 0 5-16,-10 0-4 15,10 0-6-15,-10 4-7 16,-12-4 10-16,0 0-4 16,7 4 4-16,-1-1 12 15,-6 6-12-15,6 2 7 16,-6 2 0-16,0-1-7 16,0 5 0-16,0-6 5 0,0-2-2 15,9-1 2 1,-9-5 4-16,0 1-7 0,0 4 17 15,0-4-16 1,0 4 4-16,0 1 0 0,0-6 0 16,0 5 0-16,6-4-2 15,1 1 7-15,-1-1-7 16,0-1 7-16,-6-3-10 16,6 0 10-16,10 1-8 15,-10-1 3-15,6 0 0 16,4-5-2-16,2 5 5 15,10 1-6-15,-3-1 14 16,-3 0-20-16,-10 0 10 16,7 0-2-1,9-4-23-15,-16 4-16 0,10-4 12 0,-10 3 25 16,10-2 0 0,-10 3 3-16,7-4-9 0,-3 0 18 15,-4 4-14-15,0 1 13 16,4-6-14-1,-10 1 6-15,19-4 0 0,-3 0-3 16,-10 4 10-16,16 0-11 16,-16 4 9-16,10-3 8 15,-3-2-8-15,2 2 1 16,-2-5-6-16,-1 0 0 16,-2 0 3-16,3 0-1 0,-13 0 8 15,9 0-10 1,-2 0 6-16,-7 0 1 0,0 0-8 15,10 0 5-15,-4 0-4 16,7 0 1-16,-10-5-1 16,3 2 0-16,-5 3 3 15,-7-5-9-15,6 5 12 16,-6 0-14-16,0-4 14 16,0 4-12-16,0-4-2 15,0 4 8-15,0 0-1 16,0 0 1-16,0 0-2 15,0 0-2-15,0 0 3 16,0 0 2-16,0 0-2 16,0 4-3-16,0 5 4 15,0 6-1-15,0-3 1 16,0 0 3-16,0 8 5 0,0-4-8 16,0 4 3-1,0 1 5-15,0-1-8 16,0-1 17-16,0 1-12 0,0-4 4 15,0 1-8-15,0-1 1 16,0-4-3-16,0 0 10 16,6 0-13-16,3 0 11 15,-9 0-10-15,13 4 9 16,-7 0-3-16,0-3-3 16,0 6-1-16,0-2-5 0,4-6 12 15,-4 6-11-15,-6-6 15 16,12 1-16-16,-5 1 15 15,-1 3-14-15,3 4 8 16,-3-4-3-16,7-1 0 16,-1 6 0-16,-3-13-5 15,4 4 10-15,-1-4-12 16,-6-5 5-16,10 2-3 16,-10-2 4-16,-6 6 1 15,19-6 0-15,-4 5 3 16,-2-3-9-16,-1 3 12 15,0 0-12-15,10 0 12 16,-9-4-11-16,-7 4 14 0,15 4-18 16,-8-4 9-16,-1 8 0 15,-2-4-1-15,8 4 4 16,4-4-7-16,-4 0 8 16,-5 0-9-16,-13-4 13 15,22 0-16-15,-10 0 14 16,-6-4-11-16,10 9 5 15,-4-6 0-15,-6 1-2 16,0 0 5-16,16 0-10 16,-16 8 17-16,1 1-20 15,-1-6 16-15,0-3-10 16,0 4 4-16,10 1-1 16,-10 2 1-16,6-7-3 15,-6 13 1-15,10-6 1 16,-16-2-4-16,19-2 10 15,-19 1-12-15,0-4 7 16,0 5-8-16,0-1-4 0,0-1 12 16,0 2-2-16,0 7 4 15,0-4 11-15,-19 4-3 16,3-4 24-16,-2-4-21 16,-4 1-2-16,4-6-6 15,-1-3-5-15,-9-4 0 16,-6 0-22-16,-6 0-200 15,-7 0-307-15</inkml:trace>
  <inkml:trace contextRef="#ctx0" brushRef="#br0" timeOffset="-165415.61">1823 10767 204 0,'0'0'145'0,"0"0"-77"0,0 0 20 0,0 0-49 0,0 0-8 0,0 0-28 0,0 0 13 15,0 0 18-15,0 0 27 16,-12 0 19-16,6 0-31 15,-4 0-9-15,10 0-26 16,0 0 13-16,0 0-23 16,0 0-2-16,-6 0 1 0,6 0 9 15,0 0-7 1,0 0 7-16,0 0-12 16,-12 0-5-16,12 0 5 15,0 0-80-15,0 0-28 0,0 0-14 16,0 0 97-16,0 0 25 15,0 0 8 1,0 0 49-16,0 0 28 0,0 0 4 16,0 0-89-16,-7-3-89 15,-8-6-196-15</inkml:trace>
  <inkml:trace contextRef="#ctx0" brushRef="#br0" timeOffset="-163448.61">1950 10615 339 0,'0'0'148'0,"0"0"-98"0,0 0 17 0,0 0-54 0,0 0-5 0,0 0-8 16,0-51 23-16,0 46-7 16,0-3 66-16,0 4 4 0,0 0 7 15,-6 4-51 1,6 0-22-16,0-8-20 0,0 8 0 16,0 0-4-16,0 0 12 15,0 0 6 1,0 0-11-16,-6 0 4 15,-16 12-6-15,-3 24 2 0,-24 12-3 16,12 13-14-16,-13 2 5 16,-9 10 17-16,13-5-18 15,-7-7 20-15,13-6-19 16,18-19 19-16,9-16-13 16,7-12 3-16,6-8-6 15,0 0-15-15,0 0-16 0,0 0 18 16,41-3 19-16,5-18-5 15,1-2 11 1,5 6-12-16,-5 1-2 0,-7 13 8 16,0 3-21-16,-18 0 16 15,3 0-1 1,-3 0 6-16,-4 0-7 0,10-5 14 16,-15 5-14-16,-1-8 17 15,22-4-16-15,-12 1 6 16,-4-6-2-16,-5 5 2 15,2-4-1-15,4 0-5 0,-13-4 12 16,3-1-3 0,-2 2 4-16,5 2 0 0,-12 2-6 15,0 3 8 1,0 3 6-16,0 9 16 0,0 0-4 16,0 0-16-16,0 0 39 15,0 0-35-15,0 0 14 16,0 0-26-16,0 21-6 15,-12 7 8 1,-10 8-5-16,3 12 10 0,-2 4-6 16,-4 9 12-16,3-5-11 15,-12-1 5-15,15-6-9 16,1-9 11-16,2-4-7 16,10-8-2-16,6-4-3 15,0 1 0-15,0-9-1 16,0 7-9-16,0-7-9 0,0-8-25 15,0-8 1 1,0 0-135-16,6 0-38 0,0-16 21 16</inkml:trace>
  <inkml:trace contextRef="#ctx0" brushRef="#br0" timeOffset="-162932.32">2326 11073 264 0,'0'0'154'0,"0"0"-96"0,0 0 30 0,0 0-66 0,0 0 2 0,0 0 4 0,24 8 16 16,10-8 31-16,25 0 82 15,16 0-78 1,18 0-37-16,9 0 10 0,-9 0-37 16,-18-8 30-16,-10 3-44 15,-3-3 10-15,-10 0-9 16,-11 4-2-16,-7 0 0 15,-9 0-15-15,-13 4-23 16,-12-3-30-16,0-5-78 16,0 0-136-16,0 3-22 0</inkml:trace>
  <inkml:trace contextRef="#ctx0" brushRef="#br0" timeOffset="-162384.71">3222 10744 441 0,'0'0'139'0,"0"0"-139"0,0 0 19 0,0 0-19 0,0 0 17 0,0 0 28 0,0 232-3 16,0-171 32-16,0 3 24 16,0-4-32-1,0-9-46-15,0-10 24 0,46-5-37 0,-15-11-7 16,25-14 0-16,3-3 1 16,0-8 13-16,9 0-9 15,-9 0 11-15,-3 0-12 16,-10 0 8-16,-5 0-11 15,-17-16-1-15,4 8 3 16,-15-8-3-16,2 12 0 16,-9-7 3-16,1 2-6 15,-7 1 1-15,6-8 0 16,-6-4-55-16,0-1-36 16,0-7-147-16,0 0-88 15</inkml:trace>
  <inkml:trace contextRef="#ctx0" brushRef="#br0" timeOffset="-162117.53">3187 10916 568 0,'0'0'257'16,"0"0"-246"-16,0 0 68 15,0 0-71-15,0 0 3 16,0 0 14-16,128 0 22 16,-76 0-41-16,-11 0 1 0,-7-8-2 15,-9 4-10 1,9-4-24-16,0 4-77 0,-6-3-14 16,-16-10 5-16,-12 4-29 15,0-2-295-15</inkml:trace>
  <inkml:trace contextRef="#ctx0" brushRef="#br0" timeOffset="-161933.53">3315 10611 723 0,'0'0'27'0,"0"0"189"16,0 0-112-16,0 0-28 15,0 0-46-15,0 0-6 16,272-11-24-16,-237 11-5 0,17 0-61 16,-18 0-43-1,-15 0-279-15</inkml:trace>
  <inkml:trace contextRef="#ctx0" brushRef="#br0" timeOffset="-161335.8">4115 11309 321 0,'0'0'379'16,"0"0"-280"-16,0 0 86 16,0 0-118-16,0 0-45 15,0 0 37-15,0-31-23 16,0 6-14-16,0-24-16 0,0-7 31 15,0-7-37 1,28-14 3-16,-1 9 4 0,-2 4-14 16,-3 16 7-16,-10 3-9 15,1 17 1 1,-4 9-3-16,-3 2 8 0,0 9-12 16,-6 0 9-1,13 8-20-15,-13 0 17 0,12 0-46 16,-2 16 27-16,-4 25 10 15,0 15 18-15,0 4 0 16,7-4-11-16,2 5-4 16,-3-17-25-16,7-5 32 0,-3 2 1 15,-4 3-5 1,16 4 12-16,-16-4-4 16,10-4-9-16,-3-16-99 15,-1-8 19-15,-2-7-8 16,-10-9 7-16,0 0-44 15,-6 0 121-15,0 0 12 0,0 0-46 16</inkml:trace>
  <inkml:trace contextRef="#ctx0" brushRef="#br0" timeOffset="-161135.77">4115 11309 251 0</inkml:trace>
  <inkml:trace contextRef="#ctx0" brushRef="#br0" timeOffset="-161081.69">4115 11309 251 0,'28'-144'740'0,"-28"144"-736"0,27 0 18 0,20 0 7 0,24 0-25 0,-21-17 4 0,3 6-16 0,-7-9-14 0,-6-4-161 15,-27-1-157-15</inkml:trace>
  <inkml:trace contextRef="#ctx0" brushRef="#br0" timeOffset="-160353.84">3374 10310 287 0,'0'0'26'0,"0"0"-12"0,0 0 56 0,0 0-60 0,-7 0 71 0,7 0 35 16,-12 0 38-16,12 0-8 16,0 0-62-16,0 0-62 15,0 0-16-15,0 0-2 16,0 0 9-16,0 0 14 0,0 0-17 15,0 0 50-15,0 0-31 16,0 0-2 0,6 0-25-16,75 0-2 0,40 0 32 15,31 0-9 1,49 0 1-16,13-28-1 0,6-3-5 16,-12 2-18-16,-41 9 0 15,-8 8-46-15,-39 8 1 16,-20 4-88-16,-38 0-42 15,-50 0-260-15</inkml:trace>
  <inkml:trace contextRef="#ctx0" brushRef="#br0" timeOffset="-145199.81">15531 9593 231 0,'0'0'270'0,"0"0"-230"0,0 0 28 0,0 0-53 0,0 0 15 0,0 0-1 0,0 0 25 15,0 0-8-15,0 0 33 16,0 0 23-16,0 0-50 0,0 0-12 15,0 0-17 1,0 0 10-16,0 0-30 16,0 0 15-16,0 0-16 15,0 0 34-15,0 0-28 0,-6 0 16 16,-6 11-24 0,-1 2 2-16,-2 7-5 15,2 4 6-15,1 4-11 0,-4 8 16 16,-2 8-7-16,5-4 5 15,-8 4-9-15,2 0 6 16,-3-8-4-16,10-8 1 16,6-11 0-16,6 2-3 15,0-6 12-15,0-9-19 0,-6 4 18 16,6-5-16-16,0-3 12 16,0 0-6-16,0 0 2 15,0 0-15-15,0 0-1 16,0 0 5-16,12 0 8 15,16 0 6-15,-3 0-6 16,3 0 11-16,-4 0-12 16,4-3 4-16,0-5-2 15,-3-4-3-15,3 4-13 16,-9 0 15-16,-13-4 3 16,16 7-12-16,-10-3 18 15,-6 5-9-15,3-5 3 0,-2-4 0 16,-1-4-2-1,0-9 2-15,-6 14-2 16,0-2 11-16,0 13-15 0,0-4 13 16,0 0-8-16,0-3 7 15,12 2-12-15,-12 5 7 16,0 0-1-16,0 0 9 16,0 0-6-16,0 0 15 15,0 0-16-15,0 0 19 16,0 16-20-16,0 9 4 15,0 3 1-15,0 0-6 16,0 0 0-16,-12 4 4 0,12-4-4 16,0 0 4-1,0-4 8-15,0 0-11 16,0-8 3-16,0 4 2 16,0-8-6-16,0-8 0 15,0 4-8-15,0-4-6 0,0-4-37 16,0 4-16-16,12 4 0 15,10-8-19-15,-3 12-94 16,9-12 75-16,0 0-158 16</inkml:trace>
  <inkml:trace contextRef="#ctx0" brushRef="#br0" timeOffset="-144632.8">16000 9906 183 0,'0'0'305'0,"0"0"-197"0,0 0 38 0,0 0 21 0,0 0-64 0,0 0-74 16,-13 0 8-16,13 0-33 15,0 0 25-15,0 0-3 0,0 0-3 16,0 0-18-1,0 0 6-15,19-9 16 0,15 6-19 16,6-5-8 0,13-5 5-16,3-2-12 0,-4 2-7 15,1 1-49-15,-6 0-33 16,-13 12-39-16,-22 0-85 16,4 0-10-16</inkml:trace>
  <inkml:trace contextRef="#ctx0" brushRef="#br0" timeOffset="-144343.33">16000 9906 149 0</inkml:trace>
  <inkml:trace contextRef="#ctx0" brushRef="#br0" timeOffset="-144085.12">16000 9906 149 0,'427'-213'313'0,"-427"213"-232"0,0 0 0 0,0 0 260 0,0 0-292 0,0 11 43 16,0 14-55-16,0 3-1 15,0 8-22-15,0 0 5 16,0-4-12-16,0 4-4 16,0 5-3-16,0-5 8 15,0 0-16-15,0-13 14 16,28-6-12-16,19 7 0 15,-7-16 6-15,0-4-10 16,7-4 7-16,-7 0 2 16,7 0 2-16,-13 0-7 0,6-8 7 15,-15-12-2 1,3 0-12-16,-9-4-15 0,-4 4-19 16,-9 0 21-16,0 4 6 15,-6-4-20-15,0 15-7 16,0-14-44-16,0 2 15 15,0 9-120-15,-12-12-148 16</inkml:trace>
  <inkml:trace contextRef="#ctx0" brushRef="#br0" timeOffset="-143800.51">16623 9757 301 0,'0'0'156'0,"0"0"-96"0,0 0 33 0,6 0-12 0,0 0-14 0,7 0-28 0,2 0 35 16,-3 0-44-16,1 0-6 15,2 0-24-15,-15 0-11 16,19 0-45-16,-7 0-37 16,-12 0 18-16,10 0-77 0,-10 0-181 15</inkml:trace>
  <inkml:trace contextRef="#ctx0" brushRef="#br0" timeOffset="-143566.55">16623 9757 678 0,'40'-140'51'0,"-40"140"-38"16,0 0-11-16,25-16-2 15,3 0 3-15,6 4-4 16,-9 4 4-16,-4-5 12 15,-2 5 1-15,3-4-16 16,-4-4 0-16,10 8-98 0,-9 1-37 16,3 7-211-1</inkml:trace>
  <inkml:trace contextRef="#ctx0" brushRef="#br0" timeOffset="-142901.65">16982 10002 287 0,'0'0'257'0,"0"0"-222"0,0 0 27 0,0 0 44 16,0 0-72-16,0 0 46 0,-12 8-33 16,12-8 9-16,0 0 2 15,0 0-11-15,0 0 2 16,0 0 9-16,0-16-40 16,0-20-6-16,0-13 6 15,12-2-14-15,16-6-3 16,-3 1 4-16,3 4-10 15,6 12-1-15,-15 11 5 16,-4 17-7-16,-15 9 8 16,13 3-5-16,-13 0 7 15,6 0-8-15,6 0 8 0,16 3-17 16,0 17 29 0,3 5-28-16,-3-1 14 0,0-1-7 15,-9 18-13-15,2-1-4 16,-15 8 14-16,-6 0-10 15,0 9 11 1,0-9 0-16,0-1 2 0,0-6 5 16,0-9 2-16,0-12-28 15,0-16-24-15,0-4 10 16,0 0-118-16,0 0-69 16,0-24-219-16</inkml:trace>
  <inkml:trace contextRef="#ctx0" brushRef="#br0" timeOffset="-142634.42">17150 9829 195 0,'0'0'267'0,"0"0"-154"0,0 0 30 0,0 0-4 0,0 0-67 0,0 0-39 0,226-23-23 15,-204 23-20-15,-10 0-16 16,-5 0-75 0,-7 0-134-16,0 0-257 15</inkml:trace>
  <inkml:trace contextRef="#ctx0" brushRef="#br0" timeOffset="-141903.18">16508 9413 108 0,'0'0'232'0,"0"0"-200"0,0 0-19 0,0 0 24 0,0 0 18 0,0 0-44 0,-6 0 39 0,6 0 18 0,0 0 17 15,0 0 39-15,-6 0-20 16,6 0-36-16,0 0-40 0,0 0 5 16,0 0-10-16,0 0 1 15,0 0-20-15,0 0 0 16,0 0-4 0,6 0 0-16,47 0 51 0,15 0-18 15,12 0-6-15,7 0-14 16,6 0 9-16,6 0-17 15,-6 0-5-15,16 0 5 16,-28-5-5-16,-22 1 0 16,-13 4 1-16,-24 0-5 15,-16 0-15-15,-6 0 9 16,0 0-57-16,0 0-56 0,0 0-237 16</inkml:trace>
  <inkml:trace contextRef="#ctx0" brushRef="#br0" timeOffset="-104367.59">21221 8597 19 0,'0'0'357'0,"0"0"-295"0,0 0-18 0,0 0 26 0,0 0-56 0,0 0 13 15,0 0-9-15,0-39 23 16,0 35-18-16,0 4 7 16,0-4 26-16,0 0-12 15,0-4 9-15,0 0-15 16,0 0 25-16,0-4-52 15,0 4 24-15,0 0-20 0,0 3 10 16,0 2-12 0,0 3-7-16,0-5 0 0,0-6-2 15,0-6-8-15,0-3-13 16,0 1 16-16,0 2 1 16,12 9-3-16,-12 5 3 15,0 3 0-15,0 0 17 16,0 0-13-16,0 0-5 15,0 0 16-15,0 8-30 16,0 20-13-16,-12 11 19 16,-10 14 1-16,10 3 8 15,6 12 0-15,6 4 4 16,0-8-8-16,0-3 17 16,0-9-19-16,0-13 16 15,34-6-10-15,0-5 3 0,12-12-1 16,-5-4-2-16,11-8 0 15,7-4 8-15,-6 0 1 16,9 0 7-16,-9-20-9 16,-7-4-14-16,-5 0-2 15,-20 8 4-15,-8 7-19 16,-7 1-10-16,-6 1-30 16,0 3-56-16,6 0-32 15,-6 0 5-15,0 0 27 16,0 4-157-16</inkml:trace>
  <inkml:trace contextRef="#ctx0" brushRef="#br0" timeOffset="-103951.36">21162 8863 674 0,'0'0'57'16,"0"0"63"-16,0 0-10 0,0 0-84 0,0 0 16 0,0 0-17 0,78-45 21 0,-44 37-44 0,-6 5 26 15,-4-5-18 1,4 4-17-16,0-1 7 0,-3 2-24 16,-3 3 8-16,3-5-11 15,-16 5 11-15,10 0-21 16,-19 0 12-16,0 0-18 0,0-3-7 15,0-5-51-15,0-9 23 16,0-2 2-16,0-6-266 16</inkml:trace>
  <inkml:trace contextRef="#ctx0" brushRef="#br0" timeOffset="-103701.81">21168 8502 214 0,'0'0'113'0,"0"0"-36"15,0 0 101-15,0 0-101 16,0 0 28-16,0 0-1 0,168-96-29 16,-150 84-35-1,10 4-3-15,-3 0-29 16,3 3-6-16,0-3-2 15,9 8-48-15,-3 0-119 0,-6 0-68 16,-9 0-197-16</inkml:trace>
  <inkml:trace contextRef="#ctx0" brushRef="#br0" timeOffset="-102934.89">22111 8871 18 0,'0'0'81'0,"0"0"7"0,0 0-42 0,0 0-20 0,0 0-19 0,0 0-4 0,-34 32 8 0,34-32-22 16,-6 0 13-16,-1 0-7 15,-2 0 7-15,-3 0-2 16,12 0 26-16,-6 12 32 16,-7-4 64-16,4 0-85 15,9 0-10-15,0-8-24 16,0 0 34-16,0 0-12 15,0 0 33-15,0 0 17 0,0 0-3 16,0 0 17-16,0 0-28 16,0 0-3-1,0 0-45-15,0 0 37 16,0 0-32-16,0-8 50 0,0-28-57 16,0-5-7-16,0-14-4 15,0-6 0-15,22-3-2 16,-4-4-11-16,16 12-1 15,-6 8-24-15,-3 12 36 16,3 20-29-16,-28 8 25 16,22 8-1-16,-16 0-16 15,12 0 23-15,4 11-2 16,3 10-13-16,3 7 7 0,-16 8-4 16,16 8-31-1,-28 16 34-15,6 5-12 0,-6 2 20 16,0-3-28-1,0-3-39-15,0-6-38 0,0-14-38 16,7-5 25-16,-7-16-68 16,0-4-51-16</inkml:trace>
  <inkml:trace contextRef="#ctx0" brushRef="#br0" timeOffset="-102659.74">22037 8787 643 0,'0'0'250'0,"0"0"-219"0,0 0 72 0,0 0-34 0,0 0-51 15,0 0 14-15,266 23-27 16,-213-23-10-16,3 0-25 16,-25-3-14-16,-10-14-42 15,-14 1-240-15,-7 5-47 16</inkml:trace>
  <inkml:trace contextRef="#ctx0" brushRef="#br0" timeOffset="-101934.45">21193 8024 316 0,'0'0'318'0,"0"0"-245"0,0 0 28 0,0 0-21 16,0 0 39-16,0 0-68 0,143 8 32 16,-72-3-38-1,10-2-21-15,18 2-22 0,-3-5 5 16,-3 0-14-16,-12 0-5 15,-10 0 7-15,3 0-72 16,-12 0-5-16,-15 0-68 16,-7 0-133-16,-21 0-285 15</inkml:trace>
  <inkml:trace contextRef="#ctx0" brushRef="#br0" timeOffset="-101203.43">22458 7808 218 0,'0'0'246'0,"0"0"-144"0,0 0 1 0,0 0 41 0,0 0-117 16,0 0 32-16,-6 0-40 15,6 0 6 1,0 0-23-16,0 0 29 0,25-12 13 16,9 4-41-16,-6 3 16 15,-3 5-11-15,-4 0-15 16,-14 0 8-16,-1 5-2 15,-6 39-15-15,0-4 16 16,0 12-3-16,-28 0 15 0,3-7-19 16,3-6 16-16,10-11 1 15,12-7-4-15,0-9 5 16,0-1-2-16,19-11-13 16,36 0 7-16,4 0-3 15,16 0 29-15,-10 0-23 16,3 0 6-16,-15 0-9 15,-19 0-6-15,-6 0-59 16,-10 0-68-16,-18 0-234 16</inkml:trace>
  <inkml:trace contextRef="#ctx0" brushRef="#br0" timeOffset="-100571.34">23038 8935 411 0,'0'0'166'0,"0"0"-15"0,0 0-49 0,0 0-15 0,0 0-28 16,0 0-27-16,62-20 27 16,-9 16-9-16,-1 0 7 15,11 0-50-15,-5 0 6 16,-5 4-12-16,-19 0-2 0,0 0-44 15,-15 0-32-15,-19 0-7 16,0 0-165 0,0-4-28-16</inkml:trace>
  <inkml:trace contextRef="#ctx0" brushRef="#br0" timeOffset="-100354.61">23038 8935 151 0,'87'-261'633'16,"-47"261"-503"-16,13 0 41 16,9 0-95-16,-3 0-56 15,15 4-20-15,1-4-58 0,-23 0-111 16,-11 0-281-16</inkml:trace>
  <inkml:trace contextRef="#ctx0" brushRef="#br0" timeOffset="-71887.9">24095 9083 451 0,'0'0'100'0,"0"0"-35"0,0 0 55 0,0 0-30 15,0 0 19-15,0 0-64 0,0 0 6 16,0 0-38-1,0 0 15-15,0 0 25 0,0 0-40 16,0 0-5 0,0 0 0-16,0 0-16 0,0-8 7 15,7-3-3-15,-7-2 0 16,0-3 4-16,0 0 10 16,0 0-10-16,0-8 24 15,-7-4-20-15,-14-8-8 16,8-5 15-16,1-7-24 15,12-4-6-15,0-7-6 16,0-6-12-16,0 1 30 16,0 3 2-16,0 2-1 0,0 7-6 15,46-1 11 1,-5 14-8-16,-1 6-65 0,0 9-65 16,-21 8-85-16,15 12-336 15</inkml:trace>
  <inkml:trace contextRef="#ctx0" brushRef="#br0" timeOffset="-70923.79">24635 8322 483 0,'0'0'85'0,"0"0"-76"0,0 0 60 0,0 0-9 0,0 0-24 0,0 0-1 16,0-8 71-16,0 8-48 15,0 0 6-15,0 0-40 16,0 15-10-16,0 6-11 15,-6-1-1-15,-19-1-4 0,19 6 9 16,-22 3-14-16,0 0 19 16,3 4-12-16,-3-4 5 15,10-4 3-15,2-4-8 16,10-8 0-16,6-8 0 16,0-4 8-16,0 4-17 15,0-4 21-15,0 0-28 16,0 0 14-16,28 0-2 15,24 0-46-15,-5 0 9 16,-13 0-6-16,19-16-36 16,-13-4 25-16,0 4-29 0,-5-4 14 15,-11 4 4 1,-2 4 13-16,-10-1-23 0,-5 2 6 16,8 7 33-1,-15-1 40-15,0 5 3 0,0 0 42 16,0 0 72-1,0 0-49-15,0 0-3 0,0 0-8 16,0 0 17-16,0 0-69 16,0 5-5-16,-15 10-2 15,8 6 2-15,-11-1-5 16,2 12 16-16,-2 4 24 16,-4 9-6-16,3 2 49 0,-8 1-32 15,8 4-9 1,-3-3-29-16,4-1-6 15,-4-9 14-15,22-3-15 0,-6-11-1 16,6-5-2-16,-6-4-7 16,-7 0-54-16,13-4-38 15,-6-4-91 1,-16-8-153-16</inkml:trace>
  <inkml:trace contextRef="#ctx0" brushRef="#br0" timeOffset="-70162.82">25032 8678 278 0,'0'0'11'0,"0"0"-11"0,0 0 82 0,0 0 31 0,0 0-56 0,0 0 16 0,0-12 26 15,0 12 10 1,0-3 5-16,0-2-48 0,0 1 1 16,31 0-23-16,3 4 4 0,19 0-29 15,2-4 1-15,11 0-11 16,2 0-2-1,-9 1-7-15,-7-2 0 0,-11 5-6 16,-1 0-15-16,-12 0 5 16,-9 0-61-1,2-4 6-15,-15-4-218 16,-6-4-303-16</inkml:trace>
  <inkml:trace contextRef="#ctx0" brushRef="#br0" timeOffset="-69645.98">25692 8497 325 0,'0'0'90'0,"0"0"14"0,0 0 9 0,0 0-3 0,0 0-25 15,0 0-23-15,22-19-44 16,-22 19 37-16,0 0-31 16,0 0 26-1,0 0-49-15,0 0-1 0,0 3 3 16,0 18-3-16,0 2 6 16,0 13 5-16,0 5-19 15,0-1 19-15,0 4-21 16,0-4 22-16,0 0-19 15,0-7 11-15,0-1-8 16,0-12-2-16,46 0-24 16,1-12 28-16,-1-8-37 0,20 0 1 15,-4 0-31 1,-16 0-3-16,7-8-50 0,-13-17 16 16,-18-3-167-16</inkml:trace>
  <inkml:trace contextRef="#ctx0" brushRef="#br0" timeOffset="-69324.94">25692 8497 454 0</inkml:trace>
  <inkml:trace contextRef="#ctx0" brushRef="#br0" timeOffset="-69293.74">25692 8497 454 0,'68'61'186'0,"-27"-61"-89"0,5 0 67 0,-15 0-120 0,19 0-63 0,-25 0-83 0,3-4-39 0,-28-4-50 0,0 0-247 0</inkml:trace>
  <inkml:trace contextRef="#ctx0" brushRef="#br0" timeOffset="-69112.69">25847 8373 692 0,'0'0'300'0,"0"0"-236"16,0 0 81-16,0 0-107 16,0 0-21-16,214 0-17 15,-161 0-19-15,-7 0-67 0,-11 0-128 16,-11-12-338-16</inkml:trace>
  <inkml:trace contextRef="#ctx0" brushRef="#br0" timeOffset="-68582.25">26086 8766 559 0,'0'0'230'16,"0"0"-125"-16,0 0 20 15,0 0-87-15,0 0-16 16,0 0-18-16,34-64 29 16,25 12-19-16,3-1 19 0,-3 2-30 15,-3 7-4 1,-10 8 1-16,-15 8-13 15,10 7-13-15,-13 10-21 0,-10 6 11 16,-18 5-19-16,0 0 41 16,0 29 14-16,0 19 25 15,0 4-23-15,0 8 8 16,0-4-10-16,0 0 0 16,0-4-3-16,0 1-25 15,0-6 26-15,0-6-42 16,0-10 1-16,0-6-70 15,0-9-68-15,0-8-71 16,0-4-82-16</inkml:trace>
  <inkml:trace contextRef="#ctx0" brushRef="#br0" timeOffset="-68357.46">26086 8766 984 0</inkml:trace>
  <inkml:trace contextRef="#ctx0" brushRef="#br0" timeOffset="-68325.67">26086 8766 984 0,'174'-95'47'16,"-106"102"64"-16,6-3-48 0,-15 0-102 0,16-4-63 0,-41 0-97 0,-9 0-184 0</inkml:trace>
  <inkml:trace contextRef="#ctx0" brushRef="#br0" timeOffset="-67848.92">26774 8229 69 0,'0'0'520'0,"0"0"-347"15,0 0 23-15,0 0-100 16,0 0-51-16,0 0-20 0,28 8 16 15,6 16-22 1,13 0 25-16,-1 16-29 0,-5 5 24 16,-1 7-37-1,-21 12 8-15,9 8-6 0,-22 5-8 16,-6 6 3-16,0-2 0 16,0 2-5-16,-47-2 12 15,1-9-22-15,-1-7 1 16,-15-9-23-16,16-9-94 15,-1-14-71-15,13-22-314 16</inkml:trace>
  <inkml:trace contextRef="#ctx0" brushRef="#br0" timeOffset="-66999.3">27109 7816 507 0,'0'0'105'0,"0"0"-21"0,0 0 76 0,0 0-67 0,0 0-51 0,0 0-4 0,0 0-13 0,34 0 16 0,7 0-22 0,-1 4 25 16,6 4-19-16,-11-4-8 16,-11 16-12-1,-8 0-9-15,-4 12 4 16,-12 8-1-16,0 9-3 0,0 3-3 16,-40-1 2-16,-7-2 10 15,20-13-12-15,8-13 18 16,19-10-22-16,0-9 5 15,0-4-7-15,19 0 2 16,33 0 4-16,10-4 7 0,3-16-11 16,-9-4 7-1,-9 8-38-15,-13 4 19 16,-9 7-19-16,-13 5-25 16,-3 0-220-16,-9 0-190 15</inkml:trace>
  <inkml:trace contextRef="#ctx0" brushRef="#br0" timeOffset="-66446.71">27677 8497 76 0,'0'0'571'0,"0"0"-495"0,0 0 67 0,0 0-54 0,0 0-53 0,0 0 6 0,40 81-23 0,-34-41-6 15,-6 0-12-15,9 1 19 16,-9 3 1-16,0 0 41 16,0 0-50-16,0-1 4 15,0-6-11-15,0-5-10 0,0-8-13 16,0-12-77-16,0-4 5 15,0-8-89-15,0 0 9 16,0 0-56-16,0-4-69 16</inkml:trace>
  <inkml:trace contextRef="#ctx0" brushRef="#br0" timeOffset="-66183.88">27537 8726 527 0,'0'0'152'15,"0"0"112"-15,0 0-134 16,0 0-38-16,0 0-17 15,0 0-74-15,313 0-1 16,-257-4-3-16,-16-3-24 16,7 2-72-16,-7 5-130 15,-15 0-223-15</inkml:trace>
  <inkml:trace contextRef="#ctx0" brushRef="#br0" timeOffset="-65748.84">28461 9067 602 0,'0'0'231'0,"0"0"-56"0,0 0-135 16,-142-204 88-16,142 131-106 0,0-2 4 0,0-2-26 0,40 9 3 0,34 8-1 0,1 11 3 0,-16 5-10 16,9 16-23-16,-28 4-49 15,-15 12-127-15,-19 9-461 16</inkml:trace>
  <inkml:trace contextRef="#ctx0" brushRef="#br0" timeOffset="-63385.49">29202 8489 390 0,'0'0'167'0,"0"0"-67"0,0 0 2 0,0 0 22 15,0 0-80-15,0 0 24 16,0 0-45-16,-40-11 15 0,34 11 8 16,-1 0 12-1,-8 0-22-15,3 0-31 16,-1 0-5-16,-9 0 9 0,4 0-17 15,-4 8 23-15,4 16-27 16,-17 4 22-16,17 8-15 16,-10 8 5-16,-6 1 0 15,9 7-5-15,3 4 14 16,22-4-19-16,0-1 21 16,0 1-22-16,7 1 17 15,55-13-15-15,-4-8-3 16,17-12 7-16,5-12-10 15,-8-4-11-15,2-4 16 16,-15 0-6-16,-9 0 1 0,-13-12 29 16,-9-3-27-1,0-6 13-15,-16-3-2 0,-6-4-14 16,-6-4-6-16,0-1-6 16,0 2-20-16,-46 3 4 15,-1 12-13-15,-5 8 57 16,-1 8 18-16,-9 0 10 15,-3 28-15-15,3 8 3 16,9 4 12-16,25-4-18 16,10 0-6-16,18-8 0 15,0-3-8-15,0-2-61 16,0-10-56-16,24-2-54 0,32-11-24 16,-3 0-243-16</inkml:trace>
  <inkml:trace contextRef="#ctx0" brushRef="#br0" timeOffset="-62682.56">29822 8807 487 0,'0'0'122'0,"0"0"-12"0,0 0 5 0,0 0-17 0,0 0-54 0,0 0-13 0,0 0-9 0,0 0-9 0,7 0 33 16,33 0 10-16,16 0 11 15,24 0-56-15,7-5-2 16,0-7 2-16,-10 1-22 15,4-2 8-15,-19 1-20 16,-15-4-23-16,-13 4-71 16,-10-4-67-16,-17 5-150 15</inkml:trace>
  <inkml:trace contextRef="#ctx0" brushRef="#br0" timeOffset="-61937.6">31013 8370 320 0,'0'0'195'0,"0"0"-148"0,0 0 48 0,0 0-33 0,0 0-8 0,0 0-10 0,40 0 51 16,-21 0-41-16,3 0-32 15,-10 0 7-15,4 0-23 16,-10 0-12-16,-6 0 11 16,0 19-10-16,0 14 10 15,0 6-7-15,-22 10 4 16,-24 7-2-16,-1 0 0 15,-6 0 3-15,19-4 14 16,16-8-14-16,2-8 22 0,16-11-21 16,0-6-8-16,0-2-1 15,0-9-17-15,34-5 6 16,25-3 12-16,9 0-8 16,1 0 18-16,-4 0-12 15,-19 0 12-15,1 0-12 16,-26 0 15-16,13 0-19 15,-9 0 8-15,3 0-45 16,-9-3-51-16,-19-5-59 16,15 4-11-16,-15 4-107 15</inkml:trace>
  <inkml:trace contextRef="#ctx0" brushRef="#br0" timeOffset="-61465.56">31460 8831 620 0,'0'0'107'0,"0"0"-16"0,0 0 16 0,0 0-81 0,0 0-22 0,0 0-4 15,68 84-16 1,-62-81 14-16,0-3 4 0,-6 0 10 16,16 0 2-16,-4-11 16 15,0-25-6-15,10-12-8 16,-3-12-16-16,9-1-17 16,-4-3 14-16,-2 0-55 15,-3 0 42-15,-10 4 8 16,3 11 8-16,-12 6 0 15,0 14 0-15,0 14 54 16,0 2-13-16,0 5 12 16,0 8-34-16,0-8-19 15,7 1 9-15,21-6-18 16,18-7 2-16,13 4 7 16,9-4 11-16,13 0 5 0,-10 7 4 15,4 5-17 1,-17 5-6-16,4-1-19 0,-15 4-28 15,-7 0-94 1,-15 0-170-16</inkml:trace>
  <inkml:trace contextRef="#ctx0" brushRef="#br0" timeOffset="-60901.44">32111 8414 471 0,'0'0'118'0,"0"0"-75"0,0 0 43 0,0 0-50 0,0 0-15 0,0 0 22 15,-149 44-34-15,143-41 41 0,-1 6 10 16,7-1 9-16,0-5-49 15,0 5 14-15,0 5-31 16,0-1 1-16,25-1 0 16,25 6 1-16,9-5-3 15,-13 8 5-15,7 0-13 16,-7 0 18-16,-5 4-24 16,-13-4 20-16,0 0-21 15,-16-4 13-15,-12 0-9 16,0 9 7-16,0-2 2 15,0 6-3-15,-22-6 13 16,-24-2-13-16,-7-6 12 16,7-7-18-16,5-8-1 0,7 0-12 15,9 0-83 1,-3-31-193-16,10-10 4 16</inkml:trace>
  <inkml:trace contextRef="#ctx0" brushRef="#br0" timeOffset="-60778.44">32111 8414 536 0</inkml:trace>
  <inkml:trace contextRef="#ctx0" brushRef="#br0" timeOffset="-60705.59">32111 8414 536 0,'24'31'67'0,"11"-31"-59"0,23-7 94 16,4-1 112-16,13-8-214 15,-29 8-133-15,7-1-27 16,-6 1-106-16</inkml:trace>
  <inkml:trace contextRef="#ctx0" brushRef="#br0" timeOffset="-60188.61">32690 8153 224 0,'0'0'129'16,"0"0"-26"-16,0 0 41 0,0 0-78 15,81 56 40-15,-41-32-63 16,7 13 4-16,6-1-16 16,-13 8-27-16,-6 7 9 15,-15 6-6-15,-19 7 0 16,0 4 3-16,0 5 5 16,-13 7-11-16,-39 0 25 15,5 0 9-15,1-8 24 16,11-12 0-16,7-12-59 15,10-16-6-15,5-11-92 16,-8-21-133-16,8 0-501 16</inkml:trace>
  <inkml:trace contextRef="#ctx0" brushRef="#br0" timeOffset="-59404.69">33146 7872 9 0,'0'0'485'0,"0"0"-437"0,0 0 20 0,0 0 5 0,0 0-52 15,0 0-4-15,41-8 3 16,-17 8 63-1,-8 0-54-15,-16 0 9 0,0 0 16 16,0 0-38-16,0 28-3 16,0 8 5-16,-16 1 12 15,-8 2-9-15,8-11 4 16,10-3-20-16,6-6-7 16,0-7 12-16,0 1-20 15,0-10 9-15,22 2 1 16,24-1-3-16,13-4 14 15,3 0-16-15,-3 0 14 16,0 0-18-16,-3 0 19 16,-10 0-24-16,-21 0 7 0,3 0-78 15,-28 0-213 1,0 0-283-16</inkml:trace>
  <inkml:trace contextRef="#ctx0" brushRef="#br0" timeOffset="-56590.11">10487 2891 124 0,'0'0'0'0,"0"0"-102"0,0 0 102 0,0 0 58 16,0 0-2-16,0 0 79 15,0 0-28-15,0-24-69 16,0 24 18-16,0 0-25 15,0-4 35-15,0 0-32 0,0-4-10 16,0 0-9 0,0 4-11-16,0 0-4 0,0 4 52 15,0 0 57-15,0 0-9 16,0 0-39-16,0 0-58 16,0 0 9-16,0 0-6 15,0 0 10-15,0 0-11 16,0 0 8-16,0 0 0 15,0 0 4-15,0 0 1 16,0 0-12-16,0 0 8 16,0 0-13-16,0 0-2 15,0 0 9-15,24 0-3 16,-8 0 6-16,9 0 2 16,3 0 1-16,-1 0-12 0,4 4 35 15,19 0-27 1,3 4 8-16,12 0-12 0,3-4-5 15,-3 0 5 1,-3-4-6-16,3 0 0 0,4 0 0 16,-4 0-6-16,3 0 16 15,-15 0-22-15,2 0 27 16,-2 4-30-16,6 0 27 16,-6 0-12-16,9-1 1 15,-10 6-1-15,-5-5-2 16,21-4 2-16,-15 4-11 0,15 0 27 15,10 0-30-15,2 4 26 16,1 0-24-16,6-4 23 16,-7 8-19-16,13-3 9 15,0 2-1-15,3 1 0 16,16-4 4-16,-3 5-18 16,-4-10 26-16,10 5-24 15,-16-8 19-15,10 0-11 16,2 0 4-16,-9 0 0 15,-2 0-3-15,-14 0 7 16,-5 0-12-16,-28 0 19 16,-13 0-21-16,-6 0 26 15,-21 0-31-15,-1 0 20 16,-3 0-5-16,-2 0 3 16,-7 0 0-16,6 0-6 15,-6 0 18-15,6 0-31 16,-6 0 14-16,0 0 2 0,0-8-71 15,0-12-77-15,0 4-523 16</inkml:trace>
  <inkml:trace contextRef="#ctx0" brushRef="#br0" timeOffset="23474.54">21047 10266 487 0,'0'0'123'0,"0"0"-55"0,0 0 100 0,0 0-81 0,0 0-46 0,0 0-12 16,0 0-25-16,0-12 2 0,0 12-1 15,0 0 27-15,0 0 0 16,0 0 9-16,0 0-19 16,0 25-9-16,0 6-12 15,0 13 0-15,0 5-1 16,0 10 1-16,0 10-2 16,0 0 6-16,0-5-5 15,25-9 0-15,9-10 0 16,7-17-6-16,-1-9 1 15,13-19 0-15,2 0-12 0,-2 0 2 16,6-19-4 0,-3-9 19-16,-3 3-12 0,-13 2-1 15,-15 10-93-15,-10 2-101 16,-15 7-9-16,0 4-103 16</inkml:trace>
  <inkml:trace contextRef="#ctx0" brushRef="#br0" timeOffset="23726.39">20979 10523 978 0,'0'0'124'0,"0"0"-114"16,0 0 9-16,0 0-13 15,0 0 5 1,0 0 0-16,134-16-6 0,-85 8-1 16,-12-4-4-16,-3-4-18 15,-18 16-2-15,9-4-27 16,-19-9-29-16,-6-2-163 16,0-13 13-16</inkml:trace>
  <inkml:trace contextRef="#ctx0" brushRef="#br0" timeOffset="23892.6">21060 10215 760 0,'0'0'135'0,"0"0"-60"16,0 0 29 0,0 0-8-16,0 0-71 15,403-25-9-15,-304 9-16 16,-24-12-53-16,-44-4-348 0</inkml:trace>
  <inkml:trace contextRef="#ctx0" brushRef="#br0" timeOffset="25989.09">21429 11021 54 0,'0'0'436'0,"0"0"-424"0,0 0 54 0,0 0-43 0,0 0-5 0,0 0-1 0,71-25 33 16,-62 22-5-16,-2-2 17 15,-7 5 41-15,0 0-53 16,0 0-35-16,0 0-12 16,0 0 23-16,0 0-5 0,0 0 14 15,0 0-15 1,0 0-5-16,0 0-12 0,0 0 1 16,0 0-8-1,0 0 13-15,0 0 15 0,6 0-9 16,-6-8 16-16,12-4-11 15,-6-7 1-15,29-26 0 16,-1-15-2-16,6-20-4 16,0-12-6-16,1-5-2 15,-1 9-1-15,-15 12-12 16,3 11 4-16,-22 29 0 16,0 25-6-16,-6 11 6 0,0 0-7 15,0 19-14 1,0 34 21-16,0 11 4 0,-12 4-8 15,12 0 13 1,-7 0-14-16,7 4 7 0,0-3-2 16,0-2-12-16,0-10 3 15,0-17-74-15,7-12 6 16,27-20-59-16,-3-8-101 16,-10 0 30-16,-21-23 47 15</inkml:trace>
  <inkml:trace contextRef="#ctx0" brushRef="#br0" timeOffset="26187.41">21581 10744 933 0,'0'0'49'0,"0"0"-30"0,0 0 100 0,0 0-61 0,0 0-25 0,0 0-25 0,341-89-8 16,-295 65-2-16,-12-7-79 16,-12-5-104-16,-22 0-369 15</inkml:trace>
  <inkml:trace contextRef="#ctx0" brushRef="#br0" timeOffset="26588.05">20920 9668 527 0,'0'0'275'16,"0"0"-169"-16,0 0 23 0,0 0-48 16,0 0-36-16,0 0-33 15,-34 0-4-15,56 0-2 16,49 0 25-16,22 0 13 15,22 0 14-15,0 0-40 16,12 0-3-16,6 0-15 16,-12 0-8-16,-16 0-26 15,-5-3-46-15,-20-1-105 16,-24 4-592-16</inkml:trace>
  <inkml:trace contextRef="#ctx0" brushRef="#br0" timeOffset="27054.59">22356 10816 631 0,'0'0'151'0,"0"0"-70"0,0 0 22 0,0 0-19 0,0 0-20 0,0 0-4 16,341 0-58-16,-267 0-2 0,-15 0 8 15,-9 0-16-15,-19 0-45 16,-31-5-19-16,0-10-184 16,0-1-16-16</inkml:trace>
  <inkml:trace contextRef="#ctx0" brushRef="#br0" timeOffset="27237.43">22430 10479 1051 0,'0'0'89'0,"0"0"-62"15,0 0-20-15,0 0 20 0,0 0-15 16,410 4-12 0,-324-16-45-16,-27-20-167 15,-31-4-564-15</inkml:trace>
  <inkml:trace contextRef="#ctx0" brushRef="#br0" timeOffset="36178.68">23674 10964 404 0,'0'0'94'0,"0"0"-63"0,0 0 37 0,0 0-37 0,0 0-4 0,0 0-22 0,0 0 26 15,-7 4-8-15,7-4 41 16,-12 0-17-16,12 0-1 16,0 0-31-16,0 0-10 15,0 0-1-15,0 0 4 16,0 0 33-16,0 0-27 16,0 0 51-16,0-28-39 15,0-16 18-15,0-24-44 16,0-8 0-16,0-4 0 15,31-9 3-15,3 1-3 16,-6 4 10-16,-9-1-23 16,-4 10 9-16,-9 23 2 15,-6 19-1-15,0 21-3 0,0 12 6 16,0 0-2-16,0 24-8 16,0 28 10-16,0 12-3 15,-6 1 12-15,-22-6-17 16,0-6 18-16,4-1-20 15,-4-4-5-15,9-4-40 16,10-4-78-16,9-15-110 16,0-13-171-16</inkml:trace>
  <inkml:trace contextRef="#ctx0" brushRef="#br0" timeOffset="36646.21">24049 10423 487 0,'0'0'117'0,"0"0"-65"0,0 0 85 0,0 0-68 0,0 0-15 0,0 0-4 0,-22 0-21 0,4 0 25 0,-17 24-36 16,8 24 28-16,-4 4-22 0,3 9-15 16,15 6-1-16,-2 2-9 15,15-2 1-15,0-10 0 16,15-4-2-16,26-17-14 16,11 3-4-16,7-14 7 15,9-6 5-15,7-11 11 16,-10-8-12-16,-12 0 13 15,15-32-14-15,-28-16 6 16,-12-8-1-16,-28-4-3 16,0 8-9-16,0 7 5 0,-28 18 9 15,-12 15-2 1,-28 12 10-16,9 0 19 0,-22 20-23 16,0 36 0-1,10 4-1-15,22-8-5 0,24-16-24 16,25-24-291-1,0-12-336-15</inkml:trace>
  <inkml:trace contextRef="#ctx0" brushRef="#br0" timeOffset="44039.2">25131 10736 44 0,'0'0'121'0,"0"0"-110"0,0 0 22 0,0 0-9 0,0 0 11 16,0 0 3-16,0 0-5 15,0 0-26-15,0 0-4 0,0 0 11 16,-28 0 43 0,22-8 26-16,-6 8-39 0,12 0 31 15,0 0-29-15,0 0-11 16,-7 0-24-16,7 0 12 15,0 0 23-15,-6 0-5 16,-3 0 38-16,3 0-27 16,6 0 22-16,-13 0-57 15,1 0 0-15,-4 0-15 16,4 0 7-16,6-9-9 16,-1 9 4-16,-8 0 29 15,9 0-28-15,0-3 5 16,-1-2-3-16,7-3-3 15,0 8 0-15,0 0 21 16,0 0-19-16,0 0 2 0,0 0-4 16,0 0-4-16,0-3-5 15,0 3-12-15,47 0 7 16,6-5 18-16,15 2-8 16,-3-9 0-16,-3 12 0 15,-3-5 0-15,-6 5 0 16,-19 0-4-16,6 0-20 15,-18 0-14-15,-16 0-26 16,-6 0-112-16,0 0-263 16</inkml:trace>
  <inkml:trace contextRef="#ctx0" brushRef="#br0" timeOffset="45920.45">25900 10996 374 0,'0'0'131'0,"0"0"-84"0,0 0-26 0,0 0 10 0,0 0-13 0,0 0 32 0,34-111 7 0,-15 81 7 16,9 3-7-16,6-5 7 15,-3 3-7-15,-3 1-48 0,0-11-6 16,-4-2 10 0,-2-7-21-16,-10-4 8 15,16 4-17-15,-28-4 1 16,0 8-21-16,0 11 27 16,0 5 10-16,-9 9 9 15,-16 2 11-15,-3 14 27 0,4-2-36 16,-17 5 8-16,26-3-16 15,-16 3-3-15,15 0 0 16,-2 0-10-16,2 0 10 16,4 0 0-16,12 0-16 15,0 3 37-15,0 22-38 16,0-1 23-16,0 7-6 16,0-3 1-16,21 1 1 0,4-5-2 15,3 4 0 1,6 1-2-16,7 7-9 15,-17 0-1-15,10 0-31 0,-6 0 6 16,3-5 3-16,-3 5 13 16,-9-8 16-16,-4 5 0 15,-15-9-2-15,0 4 14 16,0 0-16-16,-15 4 11 16,-32-4-8-16,7 0 6 15,-6-8 0-15,-1 0 0 16,16-7 0-16,-9 3-4 15,12-9-59-15,22-3-44 16,-1-4-66-16,7 0-199 16</inkml:trace>
  <inkml:trace contextRef="#ctx0" brushRef="#br0" timeOffset="46454.25">26427 10467 243 0,'0'0'275'0,"0"0"-184"0,0 0-16 0,0 0 46 0,0 0-32 15,0 0-19-15,-46 36-35 16,33 8 7-16,13 9-3 16,0 2 27-16,0 1-40 15,0-3-1-15,0-1-15 0,6 0-10 16,13 4 0-16,9-8 3 16,6-12-9-1,13-12 5-15,-7-4-9 0,13-12-18 16,-7-8-9-16,7 0-10 15,-4 0 17-15,-2-8-16 16,-16-23-51-16,9-10-54 16,-18-7-10-16,3 4 30 15,-10 0-201-15</inkml:trace>
  <inkml:trace contextRef="#ctx0" brushRef="#br0" timeOffset="46689.57">26570 10623 306 0,'0'0'57'0,"0"0"-49"16,0 0-8-16,0 0 0 15,0 0-165-15</inkml:trace>
  <inkml:trace contextRef="#ctx0" brushRef="#br0" timeOffset="46920.54">26570 10623 914 0,'-41'-241'52'0,"41"241"17"16,7 0-18-1,27-3-11-15,25-9 9 16,0-1-44-16,3-3-10 0,-10-4-40 15,-5 12-28 1,-19-3-103-16,-10 6-173 0</inkml:trace>
  <inkml:trace contextRef="#ctx0" brushRef="#br0" timeOffset="47437.37">27016 10868 554 0,'0'0'130'0,"0"0"10"0,0 0 50 16,0 0-139-16,0 0-14 15,0 0-23-15,-6-40-13 16,6-5 11-16,0-2-5 16,0-1 25-16,6-4-13 15,35-1-6-15,-7-2-8 16,12-2-10-16,-6 17 7 15,-9 16-6-15,-15 12-29 16,-10 12 22-16,7 0-27 16,-7 0 13-16,3 4 25 15,3 20 1-15,1 7-1 0,-13 2 2 16,22 8-5 0,-22-2-2-16,12 2-4 0,-12 6-3 15,0 9 6-15,0-3-2 16,0 2-12-16,0-6-3 15,6-17-65-15,0-8-40 16,10-16 28-16,-16-8 27 16,0 0-83-16,0 0-171 15</inkml:trace>
  <inkml:trace contextRef="#ctx0" brushRef="#br0" timeOffset="47670.37">27137 10551 42 0,'0'0'526'0,"0"0"-503"0,0 0 91 0,0 0-12 0,0 0-47 0,0 0-19 16,261 8-33-16,-221-8-3 15,0 0-92-15,-21-8-61 16,-19-8-199-16</inkml:trace>
  <inkml:trace contextRef="#ctx0" brushRef="#br0" timeOffset="48220.43">26536 10744 114 0,'0'0'218'0,"0"0"-124"0,0 0 27 0,0 0-54 0,0 0-4 0,0 0 28 16,0 0 18-16,6 0-30 15,6 0-18-15,4 0-32 16,9 0 8-16,15 0 14 15,6 0-19-15,-12 0-4 16,19 0-24-16,-13 0-7 16,-5-5 3-16,-8 2-23 0,-14-5-51 15,6 8 0-15,-19 0-262 16,0 0-352 0</inkml:trace>
  <inkml:trace contextRef="#ctx0" brushRef="#br0" timeOffset="51649.76">28105 10359 214 0,'0'0'145'0,"0"0"14"0,0 0-68 0,0 0-38 0,0 0 32 16,0 0-15-16,0 0 4 15,0 128-9-15,0-96-23 16,6 0 1-16,3 0-34 16,-3 0 10-16,13 12-16 0,-4-11-3 15,-15 3 4-15,0-4-8 16,0-9-1-16,0-2-20 16,0-9 18-16,0-9-51 15,0-3-76-15,0 0-89 16,0-8 68-16,0-20-232 15</inkml:trace>
  <inkml:trace contextRef="#ctx0" brushRef="#br0" timeOffset="51983.1">27993 10651 284 0,'0'0'274'16,"0"0"-238"-16,0 0 6 15,0 0 27-15,0 0-9 16,0 0 34-16,31 0-17 15,-16 4-49-15,4 0 23 16,15-4-13-16,0 0-10 16,19 0-28-16,0 0 6 15,15 0-4-15,-9 0 4 16,3-4-6-16,-16-4-28 16,1-3-98-16,-13-10-197 0,-15 14-157 15</inkml:trace>
  <inkml:trace contextRef="#ctx0" brushRef="#br0" timeOffset="52402.75">28560 10447 44 0,'0'0'479'0,"0"0"-392"16,0 0-51-16,0 0 23 16,0 0-20-16,0 0 50 15,-86 120 3-15,86-79-28 16,0-10-34-16,0 10-8 15,0-18-5-15,0 2-15 0,0 2 9 16,18-15-9 0,22 13-4-16,1-6 9 0,-1-6-6 15,0 3-1 1,1-12-19-16,-1-1 1 0,-6-3-12 16,6 0-11-16,-9 0-18 15,4-15 33-15,-14-9-9 16,-2-1-41-16,-13 2-80 15,16 2-108-15</inkml:trace>
  <inkml:trace contextRef="#ctx0" brushRef="#br0" timeOffset="52648.48">28560 10447 464 0</inkml:trace>
  <inkml:trace contextRef="#ctx0" brushRef="#br0" timeOffset="52687.42">28560 10447 464 0,'93'76'91'0,"-65"-76"-67"0,-3 0 14 0,9-4-27 0,0-16-37 0,-21 0-156 0</inkml:trace>
  <inkml:trace contextRef="#ctx0" brushRef="#br0" timeOffset="52864.95">28681 10359 91 0,'0'0'883'0,"0"0"-866"15,0 0 36-15,0 0-9 16,31 0-1-16,19 0-23 16,9-16-20-16,0-12-15 15,3 3-118-15,-16 6-265 0</inkml:trace>
  <inkml:trace contextRef="#ctx0" brushRef="#br0" timeOffset="53414.46">29128 10672 206 0,'0'0'261'0,"0"0"-250"15,0 0 32-15,0 0 6 16,0 0-37-16,0 0 13 16,-6 8 25-1,6-8 57-15,0 0 13 0,0-8-18 16,0-25-53-16,0 2-33 16,0-13-12-16,18-9-4 15,16 4 0-15,0 2-5 16,-6 11-4-16,-3 11-9 15,3 6 13-15,-9 2-14 0,-4 14-8 16,-2 3-83-16,-7 0 39 16,-6 3 29-16,0 46 42 15,0 2 70-15,0 10-50 16,0-5-20-16,0-4-13 16,0 0-28-16,0 4-2 15,6 1 15-15,-6-1 26 16,6-9-3-16,-6-6 1 15,0-9 2-15,0-20-133 16,0-8-193-16</inkml:trace>
  <inkml:trace contextRef="#ctx0" brushRef="#br0" timeOffset="53699.18">29249 10531 605 0,'6'0'123'0,"6"0"-113"0,10-8 2 0,18-4-8 0,-6 4-8 16,7-8-65-16,-16 0-192 0</inkml:trace>
  <inkml:trace contextRef="#ctx0" brushRef="#br0" timeOffset="54349.08">29568 9997 487 0,'0'0'125'0,"0"0"-95"0,0 0-2 0,0 0 53 0,0 0-52 15,0 0-16-15,109-11 0 16,-97 11-13-16,-12 8 60 0,0 15 15 16,0 10-32-1,0 7-34-15,-25 0 3 16,-9-4-10-16,12-3 13 0,10-14 4 16,6-2 0-1,6-14-19-15,0 2 14 0,0-5-29 16,0 0 21-16,18 0-12 15,29-5 12-15,9-7-7 16,-10-4 1-16,1 5 0 16,-1-2-1-16,1 1-7 15,5-8-14-15,-5 4-92 16,-13 0-165-16,-12 8-256 16</inkml:trace>
  <inkml:trace contextRef="#ctx0" brushRef="#br0" timeOffset="60477.15">27785 12059 380 0,'0'0'158'0,"0"0"-130"0,0 0-14 0,0 0 24 0,0 0-11 16,0 0-9-1,0 0-9-15,-12 0 8 0,12 0-17 16,-22 0-18-16,22 0 13 16,-6 0 3-1,0 0 4-15,6 0 43 0,0 0 10 16,0 0-5-16,-7 0 17 15,7 0-54-15,0 0-13 16,0 0-146-16,0 0 73 16,0 0 73-16,-9 0 20 15,3 0 50-15,0 0 30 16,0 0-14-16,6 0-46 16,0 0-25-16,0 0 0 15,0 0-20-15,0 0 7 16,0 0-3-16,0 0 1 0,0 12 0 15,0 12 1-15,0 9 3 16,6 3 3 0,15-5-7-16,-8-2-3 0,-7-6-60 15,-6-10-102 1,0-1-9-16,0-4-28 0,0-5-108 16</inkml:trace>
  <inkml:trace contextRef="#ctx0" brushRef="#br0" timeOffset="60859.51">27463 12136 485 0,'0'0'141'0,"0"0"-104"0,0 0 43 0,0 0 29 0,0 0 10 0,0 0-55 0,0 0-31 16,142 0-12-16,-95 0-19 0,-1-5 16 16,1-7-18-16,-7-7-2 15,-15 2-80-15,15-7-168 16,-24 8-123 0</inkml:trace>
  <inkml:trace contextRef="#ctx0" brushRef="#br0" timeOffset="61469.92">28092 11738 499 0,'0'0'167'16,"0"0"-18"0,0 0-15-16,0 0-93 0,0 0-37 15,0 0-8-15,0 0 7 16,13 0-3-16,2 0 0 16,-9 0 6-16,13 0-13 15,-13 16 14-15,-6-8-5 16,0 17 3-16,0 3 6 15,0 0-9-15,0-4-2 16,0-4-6-16,0-9 5 0,0-2-7 16,0-6 8-1,0 2-8-15,0-5-13 16,16 0 16-16,24 0-27 16,6 0 13-16,1 8-2 0,-13 0 19 15,-9 8 2 1,3-9 0-16,-22 10 13 0,-6 2 5 15,0 2 44-15,0 3-27 16,-28 16-5-16,-31 0-29 16,13 0 9-16,-23-4-10 31,23-3-2-31,6-10-28 0,15-10-90 0,9-13-145 16,16 0-117-16</inkml:trace>
  <inkml:trace contextRef="#ctx0" brushRef="#br0" timeOffset="62010.65">28734 11626 325 0,'0'0'193'0,"0"0"-153"0,0 0 15 0,0 0-7 0,0 0 17 15,0 0 39-15,-59 28-20 0,25 0-42 16,0 8-11-16,-13 8 20 15,7 9-32-15,6-6-5 16,15 1-5-16,4-4-17 16,9 5 13-1,6-9-6-15,0 0 1 0,0-4 0 16,6-8-3-16,43 0 4 16,-2-8-2-16,-1-7 2 15,7-5-4-15,-19-8-25 0,-3 0-1 16,-3-16-8-1,-15-17 20-15,-13 2 14 0,0 3-22 16,0 7 25-16,-13 5 0 16,-33 4 0-16,-1 12 7 15,-12 0-1-15,-3 0 7 16,10 16-13-16,11 12 33 16,13 0-1-16,16 5-32 15,12-6-5-15,0-10-45 16,0-1-286-16</inkml:trace>
  <inkml:trace contextRef="#ctx0" brushRef="#br0" timeOffset="78626.13">29140 12095 112 0,'0'0'356'0,"0"0"-275"0,0 0-30 0,0 0 9 0,0 0-36 0,0 0 5 0,0 0 9 0,0 0-15 15,-12 5 17-15,12-5-21 16,0 0 57-16,0 0-34 16,0 0-3-16,0 0-16 0,0 0 3 15,0 0 13-15,0 0-21 16,0 0 30-16,0 0-24 16,0 0-2-1,0 0-18-15,0 0 0 0,0 0 7 16,0 0-14-16,0 0 3 15,6 0-2-15,41 0 1 16,8 0 2-16,4 0 2 16,9 0-3-16,-9 0 4 15,-6 0 5-15,-6 0-17 16,-7 0 8-16,-6 0-5 16,0 0-38-16,-15 0-66 15,-19-13-191-15,0 5-380 16</inkml:trace>
  <inkml:trace contextRef="#ctx0" brushRef="#br0" timeOffset="82874.18">30011 11843 182 0,'0'0'196'0,"0"0"-98"0,0 0-19 0,0 0-17 0,0 0 3 0,0 0 44 0,0 0 29 0,0 0-45 0,0 0-47 16,0 0 3-16,0 0-23 0,0 0 12 15,0 0-27 1,0 0 6-16,0 0-11 0,0 0 1 16,0 0-5-16,0 0 1 15,0 0-3-15,0 0 11 16,0 0-20-16,0-5 21 15,0-7-20-15,0 4 8 16,-6-8-1 0,6 1 0-16,0-1 0 0,0-9-4 15,0 1 6-15,0 0-14 16,0 0 22-16,13 16-20 16,5-8 6-16,4 8-13 15,-16 1-14-15,7 7 2 0,-7 0 5 16,9 0-8-1,-2 7 32-15,-7 25 2 0,9 12-11 16,-15 9 5 0,0 11-11-16,0 4-43 0,-34 8-6 15,-34-4-18 1,9-4 59-16,-3-4 23 0,9-8-7 16,7-23 2-16,18-1 12 15,9-25 10-15,19 1 14 16,0-8-21-16,0 0-9 15,0 0-13-15,0 0-3 16,19 0 16-16,28 0 20 16,8 0 73-16,-14 0-36 15,18 0-40-15,-13 0 25 16,1 0-36-16,-7 0-6 16,0 0-16-16,1 0-69 0,-14-8-204 15,-14-15-218-15</inkml:trace>
  <inkml:trace contextRef="#ctx0" brushRef="#br0" timeOffset="83675.25">30318 11610 482 0,'0'0'211'16,"0"0"-39"-16,0 0-36 0,0 0-100 0,0 0 3 0,0 0-13 0,-120 80 14 0,85-32-6 15,11-4 6-15,2 0-28 16,10-11 4-16,12-2-10 16,0-11-3-16,0-4-3 15,0-3 12-15,0-5-24 16,0-4 19-16,12-1-13 0,28-3 12 16,7 8-7-1,-1-3 1-15,1-1 0 16,-7 4-3-16,-12-8-3 15,-9 8-2-15,-4-8-5 0,-9 0 13 16,-6 0-37 0,13 0 19-16,2 0-27 0,-9 0 17 15,1 0 21-15,-1 0 7 16,0 0 1-16,-6-8 4 16,0 8 7-16,0-8-11 15,0-1-2-15,0 1-24 16,0 5 9-16,0 3 1 15,0 0 9-15,0 0-1 16,0 0-1-16,0 0 5 16,0 20 6-16,0 4 26 15,0 16-25-15,0 0 36 0,0-4-19 16,0 0-9 0,0 0-12-16,0-3 2 15,0-2 21-15,0-6-21 0,0 11-1 16,0-12 9-1,0-4-19-15,0 0 9 0,0-9-34 16,0-3-37 0,6-3-55-16,-6-5-255 0</inkml:trace>
  <inkml:trace contextRef="#ctx0" brushRef="#br0" timeOffset="85058.26">30765 12147 237 0,'0'0'286'0,"0"0"-196"0,0 0 27 0,0 0 5 0,0 0-44 0,0 0-39 16,0 0 8-16,0 0-26 0,0 0 30 15,0 0 21-15,0 0-16 16,0 0-35-16,0 8-9 16,0 12-12-16,0 0 6 15,0 4-12-15,0 1 13 16,0-2-22-16,0-2 26 15,0-9-21-15,0-1 10 16,6-3-1-16,3-3-6 16,-9-5 1-16,7 0 5 15,-1 0-21-15,6 0 11 16,4-13-1-16,2-18 8 16,10-18-6-16,-3-7-9 0,-9-4-34 15,-4 0 22 1,-12-5-29-16,0 6-139 15,0-5 42-15,0-1-23 16,0 14 33-16,0-2-50 16,0 21 140-16,0 12 57 0,0 9 65 15,0 2 65-15,0 5 7 16,0 0-48-16,0 0-86 16,0 4 27-16,0 0 38 15,0 0-10-15,6-9-30 16,53-2 49-16,16-5-20 0,11-1-53 15,-5 2 1 1,-7 2-5-16,-2 5-20 16,-38 5-148-16,-19 3-180 15</inkml:trace>
  <inkml:trace contextRef="#ctx0" brushRef="#br0" timeOffset="85802.59">31072 11862 3 0,'0'0'311'0,"0"0"-196"0,0 0-23 0,0 0-62 0,0 0 6 0,0 0 3 0,0 0-2 15,0 0-26-15,0 0 70 16,0 0 58-16,0 0-32 16,0 0-54-16,0 0-42 15,0 0 13-15,0 0-19 16,0 0 16-16,0 0-21 15,0 0 17-15,0 0-6 16,0 0-2-16,0 0-3 16,0 0-6-16,0 0-3 15,0 5-12-15,0 15 11 16,22 0 8-16,24-1 7 16,1 2-9-16,-1-1 9 15,1 3-11-15,-7-2 0 16,-6-4-4-16,-6-2 3 15,-9-3-11-15,-13 0-3 0,9 0 9 16,-15 4 0-16,0 4-2 16,0 4 13-16,0 9-7 15,-28-2 4-15,-18 5 10 16,-7 5-4-16,7-13-4 16,-4 0-8-16,19-12 9 15,3-4-6-15,10-4 13 16,-10-8-24-16,21 0 8 15,-8 0-19-15,-4-17-74 16,13-19-115-16,6-11-31 0</inkml:trace>
  <inkml:trace contextRef="#ctx0" brushRef="#br0" timeOffset="86019.75">31094 11887 274 0,'0'0'84'0,"0"0"-71"0,0 0 41 0,0 0 13 0,0 0-1 0,0 0-56 0,328-108 51 0,-303 108-36 0,3 0-24 15,-22 0-1 1,-6 0-119-16,0 0-392 15</inkml:trace>
  <inkml:trace contextRef="#ctx0" brushRef="#br0" timeOffset="101064.27">31996 11626 72 0,'0'0'180'0,"0"0"-132"0,0 0 29 0,0 0 28 0,0 0-55 0,0 0-14 0,0 0-5 15,0 0-8 1,6 0 18-16,-6 0-3 16,0 0 30-16,0 0 16 0,0 0-18 15,0 0-26 1,0 0-3-16,0 0-11 16,0 0-21-16,0 0 22 0,0 0-13 15,0 0 13 1,0 0-21-16,0 0 11 0,0 0-16 15,0 0 0-15,0 9-2 16,0 6 2-16,6 1-6 16,1 4 13-16,2 8-13 15,-9 12 17 1,0 0-12-16,0 9 0 0,0-5 3 16,0 0-3-16,0-4-6 0,0-4 1 15,0-8-37-15,0-8 22 16,0-4-47-1,0-8-7-15,6-4-118 0,0-4 48 16,-6 0-62-16,6 0-127 16</inkml:trace>
  <inkml:trace contextRef="#ctx0" brushRef="#br0" timeOffset="101406.38">31956 11967 112 0,'0'0'73'0,"0"0"12"0,0 0 94 0,0 0-69 0,0 0-47 0,0 0-3 0,6-13-17 15,22 6-8 1,6-1-21-16,-3-5-28 0,9-3-13 15,0-4-90-15,-5 12-109 16</inkml:trace>
  <inkml:trace contextRef="#ctx0" brushRef="#br0" timeOffset="102030.5">32402 11710 386 0,'0'0'123'0,"0"0"-110"0,0 0 29 15,0 0-14-15,0 0 5 16,0 0-2 0,0 0 10-16,62 0-19 0,-37 0-21 15,-3 0-1 1,-4 0 18-16,-8 4-26 0,-10 20 14 16,0 12-6-16,0 13 14 15,-10 2-6-15,-36 6-2 16,-1-1-6-16,1-8 2 15,5-4 5-15,17-12-4 0,8-12-1 16,16-12 6 0,0 0-8-16,0 0 0 15,28-8-3-15,37 4 3 0,3-4 7 16,-9 0 5-16,9 0-11 16,-15 0 9-16,-6 0-7 15,-13 5-1-15,-13-5 1 16,-2 0-3-16,-13 0-68 15,0 0-112-15,-6 0-276 16</inkml:trace>
  <inkml:trace contextRef="#ctx0" brushRef="#br0" timeOffset="102392.59">32839 12083 271 0,'0'0'35'0,"0"0"45"0,0 0 24 0,0 0-22 0,0 0-33 0,0 0 31 0,146-16-16 0,-112-20 13 16,0-16-26-16,-3-1-43 15,-3-6-4-15,-9 10-1 16,-10 10-6-16,-9 14-14 16,0 9 15-16,0 8-17 15,-40 0-82-15,6 8 47 16,-7 0 42-16,1 0 10 16,0 0-13-16,-1 32-12 15,7-4-78-15,16 0-233 16</inkml:trace>
  <inkml:trace contextRef="#ctx0" brushRef="#br0" timeOffset="109584.45">26616 10114 45 0,'0'0'477'0,"0"0"-412"0,0 0 9 0,0 0 55 16,0 0-62-16,0 0-10 15,0 0-42-15,-9 0 21 0,9 0-15 16,0 0 47 0,0 0-13-16,0 0 14 15,0 0-57-15,0 0-8 0,0 0-4 16,50 0 4-16,21 0 10 15,22 0-11-15,15 0 12 16,-8 0-9-16,8 0-12 16,-21-17 6-16,-6-2-32 15,-22-1-102-15,-41 4-218 16</inkml:trace>
  <inkml:trace contextRef="#ctx0" brushRef="#br0" timeOffset="164355.36">22344 9516 97 0,'0'0'164'0,"0"0"-102"0,0 0 56 0,0 0-48 0,0 0-8 0,0 0-42 0,0 0 19 16,-41 8-11-16,35-8 34 0,6 0-26 0,0 0 32 0,0 0-33 15,0 0 18 1,0 0-27-16,-6 0 10 0,6 0-9 16,-6 0-19-16,6 0 19 15,0 0-21-15,0 0 32 16,0 0-35-16,0-8 8 15,0-7-11-15,0-10 0 16,40 9 2-16,-9 0 2 16,9 12-8-16,-6 4 1 15,13 0-6-15,-7 0 7 16,-12 0-6-16,12 0 4 0,-9 4-4 16,-3 24-8-16,-6 4 16 15,-22 13-9-15,0 7 19 16,0 8-15-16,-28-4 16 15,-18-4-17 1,-1-12 15-16,7-7-10 0,6-10 6 16,-7-7 2-1,35-3 36-15,-6-10-12 0,2-3 2 16,4 0-28-16,6 0 10 16,0 0-1-16,0 0-23 15,0 0 13-15,16-8-6 16,30-12 4-16,7 1 1 15,-7-2-3-15,-5 9 8 16,-1 4-20-16,-6 0 3 0,13 4 4 16,-13 0-38-16,-9 0-19 15,3 0 19-15,-10 4-10 16,-2 0-77-16,-4 0-165 16</inkml:trace>
  <inkml:trace contextRef="#ctx0" brushRef="#br0" timeOffset="195610.43">3293 16082 183 0,'0'0'24'0,"0"0"-13"0,0 0 48 0,0 0-33 0,0 0 7 0,0 0 59 16,0 0-31-16,81 0-35 15,-69 4 13 1,-12-4-35-16,9 4-1 0,-3-4-6 16,-6 0 8-16,7 7 3 15,-7-7 19-15,0 0 11 16,0 0-6-16,0 0 22 16,0 0-14-16,0 0-28 15,0 0-12-15,12 0 0 16,-6 0-1-16,-6 0 2 0,10 0 18 15,-10 0-10-15,0 0 56 16,0 0-3-16,0 0 13 16,0 0-33-16,0 0-26 15,0 0 8-15,0 0-6 16,0 0 20-16,0 0-35 16,0 0 32-16,-22 0-27 15,-18 0 0-15,-19 0-6 16,12 8 10-16,1 0-11 15,-4 1 10-15,3-1-20 16,7 0 24-16,-13-5-27 16,1 2 25-16,5-1-22 0,1 0 9 15,12-4 0 1,-13 12-4-16,7-1 8 0,-19 6-11 16,-22 2 3-1,13 2-3-15,-13-1 0 0,1 0-6 16,9-4 13-16,-16 0-3 15,-22-4 3-15,10 0 0 16,-10-4-1-16,10 0 2 16,25 0-12-16,-7 0 26 15,4 0-29-15,2 4 31 16,13-7-31-16,16 3 20 16,-1-5-9-16,-6 5 3 15,26-8-6-15,-4 0-5 0,-10 0-5 16,1 4 3-16,0-4 26 15,6 0-22 1,-1 0 18-16,11 8-6 16,2-3-2-16,3-2 1 15,4-3-2-15,9 0 11 0,-1 0-28 16,1 0 25-16,-6 0-20 16,-4 0 18-16,10 0-10 15,-6 0 8-15,-1 0-4 16,-2 0 8-16,2 8 0 15,13-3-1-15,0-1 1 16,0 7-16-16,0 10 19 16,0 2-26-16,0 2 22 15,0 11-13-15,0 0 7 16,0 5-1-16,0 3 0 0,0-1 4 16,0 1-13-16,0 0 18 15,13-3-16-15,8-5 19 16,-8 0-24-1,6-8 16-15,-4 4-7 16,-9 0 3-16,13 4 0 0,-19 4-4 16,22 5 10-16,-16-6-9 15,-6-3 9-15,6-3-12 16,-6-13 12-16,6-1-15 16,0-2 3-16,4-5-5 15,2 4 11-15,0-4-6 16,4 3 2-16,3-2-14 15,2-5 12-15,-8-4-10 0,21-4 9 16,-9 0 1-16,9 0 3 16,12 0-3-16,-6 0 6 15,19 0-4-15,-9 0 11 16,3 11-12-16,6-11 20 16,9 0-28-16,12 0 24 15,-2 0-19-15,-4 0 12 16,1 0-4-16,24 0 0 15,3 0 7-15,-2 0-4 16,-7 0-2-16,-25 0 19 16,3 0-13-16,-3 0-13 15,-9 0 10-15,3 0-6 16,-3 0 2-16,34 0-3 0,-6 0-5 16,-6 0 16-16,12 0-15 15,-7 0 20 1,-5 0-19-16,12-3 16 0,9-5-12 15,-9 0 2-15,0 0 0 16,-6-1-1-16,-6 9-1 16,-7 0-3-16,-15 0 8 15,3 0-17-15,10-3 28 16,-4-1-28-16,-3-4 19 16,-3 4-8-16,-3-4 3 15,-13 4 0-15,1 4-3 16,-7-5 6-16,7 5-10 0,-7-3 14 15,16-1-14-15,-3-4 15 16,-7 4-16 0,13-5 14-16,-13 1-6 0,-5 0 0 15,-1 8 1-15,-6-3-6 16,6 3 7-16,-5 0-15 16,5-4 26-16,-9 4-20 15,3-8 9-15,-6 0-2 16,-3 0 0-16,3-4 1 15,-7-1-6-15,-8 5 10 16,-1 5-19-16,-12 3 28 0,13-5-24 16,-4 2 20-1,-9-6-20-15,12 1 17 0,-12-11-7 16,13-1 0 0,2-5 5-16,-2-3-15 0,-7 4 27 15,-6-4-31 1,0 4 30-16,0 4-19 0,0 0 4 15,0 0-1-15,0 0 0 16,0-8 1-16,0-4-5 16,0 0 8-16,0-1-9 15,0 2 14-15,0-2-14 16,0 5 10-16,0 0-8 16,0 0 6-16,0 1-3 0,-6-3 0 15,-7 7 3 1,-2-5-8-16,2-4 14 0,1-1-18 15,3 10 20-15,-4-5-22 16,13-1 22-16,-12 6-9 16,12 6 4-16,-6 17 13 15,-1-8 8-15,7 5-20 16,0-10-5-16,-9-3 9 16,9-8-22-16,0 0 20 15,0 0-25-15,0 4 16 16,0 8 0-16,0 4 0 15,0 0 0-15,-6 0-4 16,-13-4 15-16,13-4-22 16,-9 4 13-16,-4 0-6 15,-3 3 8-15,10 6-4 0,-1 3 2 16,-8 0 9 0,2 0 17-16,-9 0-28 0,-6 0 10 15,-6 0 1-15,-7 0-13 16,-12 0 12-16,0 0-19 15,-3 0 18-15,4 0-10 16,-5 0 4 0,11 0-3-16,-1 0 3 0,0 0 8 15,-2 0-16 1,2 0 16-16,6 0-9 0,7 0 4 16,-13 0-11-16,7 0 10 15,12 0-5-15,-7 0 0 16,7 0 6-16,3 0-14 0,-3 0 16 15,-6 0-13-15,6 0 19 16,-7 0-25-16,14 0 11 16,2 0-1-16,-3 0-1 15,3 0 2-15,-9 0-6 16,-6 0 14-16,12-8-20 16,-3 8 25-16,-10 0-18 15,-8-4 14-15,2 4-15 16,1-4 6-16,5 0 0 15,1-1-2-15,22 2 6 16,-23-5-9-16,7 8 12 0,9 0-18 16,-9 0 28-1,0 0-23-15,22-5 13 0,-10-2-12 16,3 3 5 0,7 0-6-16,-10-4 1 0,4 8 10 15,8 0-12-15,10 0 18 16,-18 0-7-1,18 0-2-15,0 0 2 0,0 0-4 16,0-8-5-16,-6 8-3 16,6 0 16-16,-7-5-18 15,-2 5 22-15,9 0-26 16,0 0 5-16,-12 0-50 0,-22 0-423 16</inkml:trace>
  <inkml:trace contextRef="#ctx0" brushRef="#br0" timeOffset="206568.22">28681 9978 29 0,'0'0'210'0,"0"0"-122"0,0 0-8 0,0 0 35 0,0 0-65 0,0 0 35 0,0 0-50 16,0 0-15-16,0 0-3 15,0 0-7-15,0 0 15 16,0 0-17-16,0 0 19 0,0 0-20 16,0 0 32-1,0 0-34-15,0 0 20 0,0 0-22 16,0 0 9-16,0 0 8 15,0 0-10-15,0 0 32 16,0 0-37-16,0 0 41 16,0 0-41-16,0 0 29 15,0 0-20-15,0 0 22 16,13 0-31-16,46 0-1 16,27 0 26-16,11 0-27 15,-4 0 15-15,-7 0-15 0,-11 0-6 16,-29 0-1-1,1 0-1-15,-22 0-24 0,-10 0-19 16,-9 0 2 0,-6 0-27-16,0 8-95 0,-34 0-172 15</inkml:trace>
  <inkml:trace contextRef="#ctx0" brushRef="#br0" timeOffset="208568.17">27636 11771 111 0,'0'0'198'16,"0"0"-133"-16,0 0 9 0,0 0-24 0,0 0-4 0,0 0-32 0,-6 0 31 15,6 0-13-15,0 0 39 0,0 0-28 16,0 0 14-16,0 0 16 16,0 0-35-16,0 0 2 15,0 0-40 1,0 16 41-16,0 20-37 0,0 3 7 16,0 6-6-16,0-1 17 15,0-5-16-15,0 2-4 16,0-1-4-16,0-3 4 15,0-9-4-15,0-5 12 16,16-10-20-16,2-2-8 16,10-11-85-16,-9 0-230 0,-7 0-201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494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image" Target="../media/image150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5" Type="http://schemas.openxmlformats.org/officeDocument/2006/relationships/image" Target="../media/image170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0.png"/><Relationship Id="rId4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5" Type="http://schemas.openxmlformats.org/officeDocument/2006/relationships/image" Target="../media/image210.png"/><Relationship Id="rId4" Type="http://schemas.openxmlformats.org/officeDocument/2006/relationships/customXml" Target="../ink/ink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customXml" Target="../ink/ink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customXml" Target="../ink/ink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859572E-A121-3A00-20CF-473825367025}"/>
                  </a:ext>
                </a:extLst>
              </p14:cNvPr>
              <p14:cNvContentPartPr/>
              <p14:nvPr/>
            </p14:nvContentPartPr>
            <p14:xfrm>
              <a:off x="3165840" y="3736440"/>
              <a:ext cx="6851880" cy="21427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859572E-A121-3A00-20CF-4738253670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6480" y="3727080"/>
                <a:ext cx="6870600" cy="216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2E47728-7A5C-1A4D-D185-0438CD7DEF31}"/>
                  </a:ext>
                </a:extLst>
              </p14:cNvPr>
              <p14:cNvContentPartPr/>
              <p14:nvPr/>
            </p14:nvContentPartPr>
            <p14:xfrm>
              <a:off x="1070640" y="220680"/>
              <a:ext cx="11006280" cy="64828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2E47728-7A5C-1A4D-D185-0438CD7DEF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1280" y="211320"/>
                <a:ext cx="11025000" cy="650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593A749-0A4D-43BF-96A0-6CA0CCEE8689}"/>
                  </a:ext>
                </a:extLst>
              </p14:cNvPr>
              <p14:cNvContentPartPr/>
              <p14:nvPr/>
            </p14:nvContentPartPr>
            <p14:xfrm>
              <a:off x="5278680" y="2484720"/>
              <a:ext cx="5797080" cy="37108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593A749-0A4D-43BF-96A0-6CA0CCEE86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9320" y="2475360"/>
                <a:ext cx="5815800" cy="372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2640F5D-364C-7ED2-3674-6F5773A7CEDF}"/>
                  </a:ext>
                </a:extLst>
              </p14:cNvPr>
              <p14:cNvContentPartPr/>
              <p14:nvPr/>
            </p14:nvContentPartPr>
            <p14:xfrm>
              <a:off x="2701440" y="1914120"/>
              <a:ext cx="7493760" cy="16639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2640F5D-364C-7ED2-3674-6F5773A7CE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2080" y="1904760"/>
                <a:ext cx="7512480" cy="168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5B03552-8AAC-C184-F827-604CBD4EFF48}"/>
                  </a:ext>
                </a:extLst>
              </p14:cNvPr>
              <p14:cNvContentPartPr/>
              <p14:nvPr/>
            </p14:nvContentPartPr>
            <p14:xfrm>
              <a:off x="1008000" y="1730880"/>
              <a:ext cx="8128800" cy="30063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5B03552-8AAC-C184-F827-604CBD4EFF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8640" y="1721520"/>
                <a:ext cx="8147520" cy="30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2E01261-E519-CCBF-2C4A-5776C417C740}"/>
                  </a:ext>
                </a:extLst>
              </p14:cNvPr>
              <p14:cNvContentPartPr/>
              <p14:nvPr/>
            </p14:nvContentPartPr>
            <p14:xfrm>
              <a:off x="3385440" y="1084320"/>
              <a:ext cx="5578200" cy="53424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2E01261-E519-CCBF-2C4A-5776C417C7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76080" y="1074960"/>
                <a:ext cx="5596920" cy="536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D07FEC4-51F8-0CBE-593F-B69AC64A8D74}"/>
                  </a:ext>
                </a:extLst>
              </p14:cNvPr>
              <p14:cNvContentPartPr/>
              <p14:nvPr/>
            </p14:nvContentPartPr>
            <p14:xfrm>
              <a:off x="7458840" y="2513160"/>
              <a:ext cx="4618080" cy="36882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D07FEC4-51F8-0CBE-593F-B69AC64A8D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49480" y="2503800"/>
                <a:ext cx="4636800" cy="370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7EC24A6-8772-654B-E279-1536972444D9}"/>
                  </a:ext>
                </a:extLst>
              </p14:cNvPr>
              <p14:cNvContentPartPr/>
              <p14:nvPr/>
            </p14:nvContentPartPr>
            <p14:xfrm>
              <a:off x="1422000" y="2248920"/>
              <a:ext cx="6234840" cy="18298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7EC24A6-8772-654B-E279-1536972444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2640" y="2239560"/>
                <a:ext cx="6253560" cy="18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1912E28-352A-1E0C-A699-EBFF9A3EF492}"/>
                  </a:ext>
                </a:extLst>
              </p14:cNvPr>
              <p14:cNvContentPartPr/>
              <p14:nvPr/>
            </p14:nvContentPartPr>
            <p14:xfrm>
              <a:off x="4299840" y="4127760"/>
              <a:ext cx="6467760" cy="26640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1912E28-352A-1E0C-A699-EBFF9A3EF4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90480" y="4118400"/>
                <a:ext cx="6486480" cy="268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BF35B8A-1588-0483-F2CA-123F746F7B66}"/>
                  </a:ext>
                </a:extLst>
              </p14:cNvPr>
              <p14:cNvContentPartPr/>
              <p14:nvPr/>
            </p14:nvContentPartPr>
            <p14:xfrm>
              <a:off x="1809360" y="2044440"/>
              <a:ext cx="8884800" cy="45727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BF35B8A-1588-0483-F2CA-123F746F7B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0000" y="2035080"/>
                <a:ext cx="8903520" cy="45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CC39F30-EFE0-D289-448C-7145F89B4476}"/>
                  </a:ext>
                </a:extLst>
              </p14:cNvPr>
              <p14:cNvContentPartPr/>
              <p14:nvPr/>
            </p14:nvContentPartPr>
            <p14:xfrm>
              <a:off x="2463480" y="4539240"/>
              <a:ext cx="9738720" cy="16909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CC39F30-EFE0-D289-448C-7145F89B44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54120" y="4529880"/>
                <a:ext cx="9757440" cy="170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DB9742A-9280-F78B-490D-B46868B9A0F5}"/>
                  </a:ext>
                </a:extLst>
              </p14:cNvPr>
              <p14:cNvContentPartPr/>
              <p14:nvPr/>
            </p14:nvContentPartPr>
            <p14:xfrm>
              <a:off x="1187640" y="4836240"/>
              <a:ext cx="1598760" cy="14284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DB9742A-9280-F78B-490D-B46868B9A0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8280" y="4826880"/>
                <a:ext cx="1617480" cy="144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9E579E0-CD24-F606-A308-A349DE78384C}"/>
                  </a:ext>
                </a:extLst>
              </p14:cNvPr>
              <p14:cNvContentPartPr/>
              <p14:nvPr/>
            </p14:nvContentPartPr>
            <p14:xfrm>
              <a:off x="581400" y="274320"/>
              <a:ext cx="11674080" cy="64321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9E579E0-CD24-F606-A308-A349DE7838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2040" y="264960"/>
                <a:ext cx="11692800" cy="64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44335329-A6ED-720F-26F4-567BBF914365}"/>
                  </a:ext>
                </a:extLst>
              </p14:cNvPr>
              <p14:cNvContentPartPr/>
              <p14:nvPr/>
            </p14:nvContentPartPr>
            <p14:xfrm>
              <a:off x="4886192" y="2817081"/>
              <a:ext cx="322200" cy="19188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44335329-A6ED-720F-26F4-567BBF9143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77552" y="2808441"/>
                <a:ext cx="339840" cy="20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0AF7D13-FE02-9807-1F40-797505A2C031}"/>
                  </a:ext>
                </a:extLst>
              </p14:cNvPr>
              <p14:cNvContentPartPr/>
              <p14:nvPr/>
            </p14:nvContentPartPr>
            <p14:xfrm>
              <a:off x="90360" y="242280"/>
              <a:ext cx="12176280" cy="64774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0AF7D13-FE02-9807-1F40-797505A2C0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000" y="232920"/>
                <a:ext cx="12195000" cy="649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76643D2-FF39-A28E-E44F-A62D16845FD4}"/>
                  </a:ext>
                </a:extLst>
              </p14:cNvPr>
              <p14:cNvContentPartPr/>
              <p14:nvPr/>
            </p14:nvContentPartPr>
            <p14:xfrm>
              <a:off x="71280" y="132840"/>
              <a:ext cx="12034800" cy="6128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76643D2-FF39-A28E-E44F-A62D16845F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20" y="123480"/>
                <a:ext cx="12053520" cy="614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18</Words>
  <Application>Microsoft Office PowerPoint</Application>
  <PresentationFormat>Widescreen</PresentationFormat>
  <Paragraphs>18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4</cp:revision>
  <dcterms:created xsi:type="dcterms:W3CDTF">2026-05-19T19:02:25Z</dcterms:created>
  <dcterms:modified xsi:type="dcterms:W3CDTF">2026-05-26T23:23:38Z</dcterms:modified>
</cp:coreProperties>
</file>