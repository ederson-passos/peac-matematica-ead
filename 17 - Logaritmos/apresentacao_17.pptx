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2:09:37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21407 8638 338 0</inkml:trace>
  <inkml:trace contextRef="#ctx0" brushRef="#br0" timeOffset="6295.84">31754 7659 1232 0</inkml:trace>
  <inkml:trace contextRef="#ctx0" brushRef="#br0" timeOffset="9657.39">27977 9236 220 0</inkml:trace>
  <inkml:trace contextRef="#ctx0" brushRef="#br0" timeOffset="11087.84">29354 9311 830 0</inkml:trace>
  <inkml:trace contextRef="#ctx0" brushRef="#br0" timeOffset="-137868.53">25733 10162 213 0</inkml:trace>
  <inkml:trace contextRef="#ctx0" brushRef="#br0" timeOffset="-132699.67">29289 11505 532 0</inkml:trace>
  <inkml:trace contextRef="#ctx0" brushRef="#br0" timeOffset="-124890.4">26808 8132 696 0</inkml:trace>
  <inkml:trace contextRef="#ctx0" brushRef="#br0" timeOffset="-45126.95">19609 5646 231 0,'0'0'114'0,"0"0"-55"16,0 0 58-16,0 0-38 0,0 0 6 0,0 0 30 15,0 0 15-15,0 0-14 16,87-40-75-16,-53 8 15 16,6-12 11-16,-6-8-7 15,13-12-22-15,-1-21-37 16,1 9 4-16,-13-20 0 0,-16 7-10 15,-18-2-12 1,0 2 4-16,0 21 11 0,0 16-17 16,-25 20 19-16,-9 20 16 15,6 12 17-15,-12 12-11 16,15 57-11-16,-15 22-7 16,6 17 9-16,28-3-7 15,6-13-4-15,6-12-2 16,68-11 1-16,1-10-2 15,2-10-11-15,10-13-6 16,-6-24-54-16,-1-12-143 16,-5 0-453-16</inkml:trace>
  <inkml:trace contextRef="#ctx0" brushRef="#br0" timeOffset="-44527.08">20371 5525 247 0,'0'0'121'0,"0"0"-33"0,0 0 40 0,0 0-15 0,0 0-26 0,0 0 68 0,69 21-36 0,-38-45-35 0,9-12-31 0,-6-8 10 0,0 4-33 16,-15-4-26-16,-4 15 20 15,-15-2-21-15,0-2-6 0,0 10-16 16,-34 10-25-16,-18 13-30 15,-4 0 65-15,3 13-15 16,0 18 24-16,25 2 23 16,16-10-19-16,12-2 7 15,0-10-8-15,6-11-6 16,56 0-13-16,16 0 12 16,2-16-14-16,1-4-25 15,-13 1 7-15,-28 11-93 16,1-5 18-16,-35 1-81 15,-6 0-215-15</inkml:trace>
  <inkml:trace contextRef="#ctx0" brushRef="#br0" timeOffset="-43761.2">20759 5285 699 0,'0'0'168'0,"0"0"-54"0,0 0-16 16,0 0-73-16,0 0-16 15,0 0-5-15,-46 121 8 16,46-110-11-16,21-6 13 16,10-5 26-16,3 0 12 15,19 0-34-15,3-13 8 16,-16-18-18-16,-9-10-8 15,-15 2 11-15,-16 6-22 0,0 2 10 16,0 14-4-16,-16 9-9 16,-30 8 14-16,-13 0 1 15,-16 12-1-15,16 20-1 16,4 0 0-16,36 0-10 16,19-12 7-16,0 1-11 15,0-9-14-15,47-4 6 16,5-8 9-16,16 0 14 15,-9 0 7-15,-3-17 1 16,-25-7-8-16,-3 4-1 16,-15 9-6-16,-13 3 14 15,0 8-2-15,0 0 0 16,0 0 27-16,0 0 0 16,0 8-31-16,15 23 8 15,4 21 2-15,21-3-3 0,13-1-3 16,-1 4-6-16,-2 4 1 15,3 4-4-15,-7 16-8 16,-27 9-14-16,-19 11 20 16,0 8 6-16,-13 4-9 15,-61-11 19-15,-13-21 6 16,7-28-7-16,2-32 13 16,10-16-5-16,9-16-10 15,25-40-7-15,12-21-12 16,22-6-7-16,0 2 1 0,22 9-14 15,30 15-47-15,-17 14-58 16,-17 14-278-16</inkml:trace>
  <inkml:trace contextRef="#ctx0" brushRef="#br0" timeOffset="-42605.54">21968 4929 485 0,'0'0'187'0,"0"0"4"0,0 0 22 0,0 0-85 0,0 0-43 16,0 0-39-16,56 0-18 15,-16-5 9-15,-9-3 3 16,4 8-38-16,-1 0 6 16,-22 0-7-16,16 0-2 15,-9 0-13-15,-13 13 14 16,-6 10-9-16,0 5 1 16,0 0 5-16,0 5 3 0,-13-9-13 15,-5-1 12-15,-10-10-2 16,28-5-4-16,0-4 2 15,0-4-31-15,0 4-3 16,0 4 38-16,22-8 1 16,2 12-2-16,4-4 5 15,-9 4 22-15,3 16-24 16,-4-4 26-16,-18 1-16 16,0 6-4-16,0 2 2 15,-34 6 13-15,-59 2-21 16,-6-2 7-16,-16-3-16 15,3-8 13-15,10-7-10 0,22 2-10 16,49-14-21 0,21-9-46-16,10 0-55 0,28 0-286 15,59-32 39-15</inkml:trace>
  <inkml:trace contextRef="#ctx0" brushRef="#br0" timeOffset="-41895.39">22452 5001 439 0,'0'0'106'0,"0"0"-54"0,0 0 51 0,0 0 133 16,0 0-70-16,0 0-20 15,71-5-91-15,-37 5-7 16,1 0-23-16,-11 0 2 16,10 0-14-16,-6 17-8 0,-3 11-4 15,-25 8 10-15,0 8-22 16,-6 3 9-16,-41 6 0 15,-5-1-11-15,18-8-11 16,9 9 23-16,3-14-3 16,10-10-2-16,-1-6 12 15,13-10-14-15,0 2 17 16,0-10-10-16,53-5 2 16,18 0 18-16,16 0 4 15,16 0-12-15,17 0-10 16,-20-8 5-16,-26 8-12 15,-9 0-29-15,-59 0-24 0,-6 0-225 16</inkml:trace>
  <inkml:trace contextRef="#ctx0" brushRef="#br0" timeOffset="-39445.95">21482 6056 508 0,'0'0'242'0,"0"0"-99"0,0 0-46 0,0 0-37 0,0 0-46 0,0 0 20 15,-28 3-31-15,28-3 21 16,0 0 34-16,0 5 24 15,0-5-29-15,0 0-13 16,0 0-19-16,0 0-20 16,0 0 9-16,0 0-8 15,0 0-4-15,0 0-6 16,28 0 8-16,6 0 2 16,-10 0 4-16,32 0-6 15,-15 0 2-15,-10 0-4 0,9 0-8 16,-12 0 9-1,-10 11-17-15,-8 14 16 16,-10 3-9-16,0 8 0 16,-22 0-5-16,-31 3-1 0,-9 2 17 15,10-10 0-15,11 2 6 16,7-9 2-16,22-15 26 16,6 6-32-16,6-11-2 15,0 0-5-15,0 0-10 16,0 0 15-16,34-4 2 15,6 0 33-15,-9 0-23 16,-3 0 7-16,6 0-18 16,-15 0-2-16,-19 0-27 15,0 0 7-15,0 0-15 16,15 0-24-16,-15 0-36 0,0 13-55 16,0-10-349-1</inkml:trace>
  <inkml:trace contextRef="#ctx0" brushRef="#br0" timeOffset="-38031.1">24027 4996 391 0,'0'0'238'0,"0"0"-147"0,0 0 139 0,0 0-101 16,0 0-50-16,0 0-30 16,22-8 26-16,-22 8-23 15,0 0-16-15,0 0 0 16,0 0-28-16,0 0 7 15,0 0-11-15,0 0 10 16,12 16-14-16,1 21 3 16,-4 15-2-16,10 12 1 0,2 0-3 15,-2 0 9-15,-13-4-16 16,-6 1 3-16,0-14 3 16,0-6-16-16,0-21-4 15,0-16-42-15,0-4-65 16,0 0-182-16,0-8-442 15</inkml:trace>
  <inkml:trace contextRef="#ctx0" brushRef="#br0" timeOffset="-37610.94">23748 5265 575 0,'0'0'299'0,"0"0"-147"0,0 0-6 0,0 0-16 0,0 0-31 0,360 0-24 15,-245 0-10-15,-22 0-18 16,-13 0-31-16,-33 0-16 15,-13 0-5-15,-22 16-23 16,-12 1-74-16,0 10-66 16,-65-7-742-16</inkml:trace>
  <inkml:trace contextRef="#ctx0" brushRef="#br0" timeOffset="-36630.4">25351 5358 225 0,'0'0'96'0,"0"0"-30"0,0 0 88 0,0 0-62 15,0 0 11-15,0 0 50 16,0 0-59-16,0 0 11 16,0 0-6-16,0 0-14 15,0 0-44-15,0 0-20 16,22 0-3-16,24-29-14 16,35-15 30-16,12-20-17 0,6-12 14 15,-6-17-15-15,-25-2-11 16,-15-6-5-16,-19-3-6 15,-34-9-24-15,0 5-16 16,0 12 0-16,-12 28-23 16,-10 47 69-16,-6 21 3 15,3 17 45-15,4 59-45 16,-4 28 40-16,-9 25-14 16,28-5-6-16,6-15-3 15,0-18-14-15,52-19-12 16,23-15-6-16,5-9 0 15,1-12-48-15,6-11-44 0,-10-10-313 16</inkml:trace>
  <inkml:trace contextRef="#ctx0" brushRef="#br0" timeOffset="-36187.95">26709 5253 398 0,'0'0'158'0,"0"0"-23"0,0 0 22 0,0 0-51 0,0 0-32 0,0 0 21 0,174-208-68 0,-174 171-14 16,0 6-13-16,-34 14-9 16,-25 14 5-16,-3 3 8 15,-9 3 11-15,-4 41 11 16,22 4 37-16,13 1-24 15,25-13 6-15,15-5-42 0,0-10 3 16,34-12-6-16,53-6-7 16,12-3 7-16,22 0-17 15,6-36-17-15,-12-4-85 16,-29 3-156-16,-33 6-228 16</inkml:trace>
  <inkml:trace contextRef="#ctx0" brushRef="#br0" timeOffset="-35466.65">27224 4972 589 0,'0'0'218'15,"0"0"-60"-15,0 0 0 16,0 0-79-16,0 0-39 16,0 0-38-16,-62 121 11 15,62-113-7-15,34-8 2 16,19 0-7-16,3 0 26 15,3-28-17-15,-7-8 4 16,-18-5-7-16,-6 2-3 16,-15 3-4-16,-13 3-8 0,0 17 7 15,0 8-6-15,-53 8-6 16,-3 0 19-16,-21 28-12 16,15 12 12-16,9 0 5 15,13 1-10-15,40-13 1 16,0-1-4-16,0-7-9 15,27-7 4-15,26-10-3 16,22-3 1-16,-10 0-8 16,-13 0 5-16,-2-3 1 15,-25-13-26-15,-13 4 9 16,-12-1 10-16,0 5 16 16,0 8-6-16,0 0 8 15,0 0 20-15,0 8 7 0,-6 20 13 16,6 5-5-1,0 3-23-15,0 5-11 0,28-5-2 16,12 11 5-16,7 1-8 16,-13 12-16-16,-16 17 3 15,-18 7-10-15,-6 8 14 16,-87 4 12-16,-28-7 2 16,-6-17 39-16,-6-28-19 15,6-24 3-15,21-20-23 16,10 0 0-16,37-24 1 15,25-28-4-15,34-4-15 16,0-1-4-16,22 1 10 0,49 17-11 16,10 2-3-16,6 9-35 15,-7 8-9-15,-5 12-204 16,-1-4-322-16</inkml:trace>
  <inkml:trace contextRef="#ctx0" brushRef="#br0" timeOffset="-34218.91">28474 5104 335 0,'0'0'449'0,"0"0"-213"0,0 0-74 0,0 0-52 15,0 0-85 1,0 0-24-16,58-72 2 16,11 33-6-16,5-5 12 0,-3 0-18 15,-9-1 18-15,-21 5-7 16,-16 4-2-16,-19 0 1 15,-6 4-1-15,0 0 6 16,0 4 3-16,-41 3-7 16,4 9 21-16,3 9-22 15,6 2 24-15,0 5-25 16,-3 0-2-16,16 0-2 16,-4 0-7-16,7 28 11 15,2 8-5-15,10 5-2 0,0 3 14 16,0-4-14-1,0-4 7-15,35 0-3 16,-1 0 3-16,6-4-11 0,0 1 11 16,1-2-32-16,-7 2 29 15,-3-2-18-15,-10 2 19 16,-21-1-9-16,0 0 11 16,0 0 0-16,-46-4 2 15,-7-11 16-15,-3-2-7 16,4-11 13-16,11 4-3 15,-5-8-8-15,-1 0-12 16,1 0-2-16,-7 0-31 16,-9-8-10-16,22 4-76 15,0-3-279-15,21 7-282 0</inkml:trace>
  <inkml:trace contextRef="#ctx0" brushRef="#br0" timeOffset="-33587.02">29475 5242 693 0,'0'0'420'0,"0"0"-250"0,0 0-76 0,0 0-42 0,0 0-49 16,0 0 13-16,34-169-4 15,-15 104 25-15,-10 6 3 16,-3 2-11-16,-6-3-14 16,0-4-12-16,0-4-6 15,0 16-26-15,0 12 3 16,0 19-22-16,0 21 35 15,0 0-3-15,-15 21 7 0,-16 43 5 16,-25 0 8-16,-15 5-8 16,18-14-15-16,-3-19-99 15,22-8-200 1,22-8-314-16</inkml:trace>
  <inkml:trace contextRef="#ctx0" brushRef="#br0" timeOffset="-32521.16">27866 5815 542 0,'0'0'426'0,"0"0"-352"0,0 0 4 0,0 0-47 15,0 0-21-15,0 0-2 16,198-33-16-16,-176 33 5 16,-16 0 3-16,-6 25 12 15,0 3 46-15,0 4-33 0,0-8-12 16,-12 8 14-16,-10-12-23 16,10 0-8-16,12-8 4 15,0-3-6-15,0-9-8 16,0 3-2-16,0-3 16 15,28 0 0-15,18 0 0 16,-15 8 4-16,-15-8-5 16,-4 12 8-16,-12 1-12 15,0 6 10-15,0 9 22 16,-40 8 36-16,-25 0-28 16,-16-8 4-16,7 0-31 15,15-7 4-15,-3-9-6 16,15-1-12-16,13-3-27 0,22-3-32 15,12-5-173 1,0 0-587-16</inkml:trace>
  <inkml:trace contextRef="#ctx0" brushRef="#br0" timeOffset="19402.36">19249 11947 463 0,'0'0'107'0,"0"0"-97"0,0 0 23 0,0 0 11 16,0 0 38-16,0 0 48 16,0 0-29-16,0 0-19 15,99 4 19-15,-77-16-42 16,18-20 5-16,13-24-39 15,0-13 6-15,9-6-27 16,-10-18 2-16,-17 4-2 16,-23 6-1-16,-12-1-4 0,0 11 12 15,0 0-20 1,-12 26 13-16,-29 14-8 0,7 18 4 16,-6 15-2-16,-7 31 2 15,19 58 0-15,-3 32 2 16,10 10-2-16,21-2 0 15,0-12 5-15,21-17-15 16,38-20-1-16,28-20 0 16,6-20-13-16,16-24-35 15,-4-16-102-15,-24 0-246 16</inkml:trace>
  <inkml:trace contextRef="#ctx0" brushRef="#br0" timeOffset="19835.3">20024 11879 536 0,'0'0'111'0,"0"0"-17"16,0 0 2-16,0 0 27 0,0 0-23 15,0 0-13-15,323-81-33 16,-286 41-9-16,-3 0-18 0,-28-12 5 16,-6 4-29-16,0-1-3 15,0 18-1-15,-12 10-8 16,-41 18 6-16,-9 3-5 15,9 0 1-15,7 32 0 16,6 8 7-16,21 0 0 16,19-12 3-16,0-8-3 15,0-20 0-15,59 0 0 16,28 0-18-16,12-20 1 16,-12-12-42-16,-13 4-41 15,-12 3-194-15,-22 6 84 16,-21 11-71-16</inkml:trace>
  <inkml:trace contextRef="#ctx0" brushRef="#br0" timeOffset="20385.48">20579 11497 64 0,'0'0'223'16,"0"0"-92"-16,0 0-58 15,0 0-17-15,0 0-16 16,0 0 14-16,-40 108-10 16,40-87 6-16,0-1 22 15,22-8-34-15,30-4-4 16,-5-3 7-16,6-5 10 0,-1 0-14 16,4-9-26-16,-9-23-2 15,-23-8-5-15,-8-4-4 16,-16 0-3-16,0 8-20 15,0 3-14-15,0 17 37 16,-34 13 9-16,-13 3 7 16,-15 0-2-16,3 23-14 15,13 21 6-15,12 0 17 16,21-8-9-16,13-11-14 16,0-21-9-16,47-4-40 15,27 0-10-15,-9-12-6 16,4 0-67-16,-29 7 52 0,6 5 79 15,-5 8 1 1,-1 41 30-16,-3 7 45 0,4 8-9 16,8 8-52-16,-12-3-2 15,-15-5-7-15,-22 4-3 16,0 8 24-16,-28 4 70 16,-65 8-16-16,-28-7 61 15,16-17-61-15,-10-16-26 16,22-32-27-16,25-16 1 15,15 0-23-15,35-24-10 16,18-40-4-16,0-8-47 0,71-4-13 16,16 3-86-1,9 18-207-15</inkml:trace>
  <inkml:trace contextRef="#ctx0" brushRef="#br0" timeOffset="21315.97">22015 11189 333 0,'0'0'176'0,"0"0"-176"0,0 0 2 16,0 0 19-16,0 0 12 15,0 0 54-15,-6 0 84 0,6 0-46 16,0 0 1-16,0 0-56 16,0 0 23-16,0 0-62 15,0 0 11-15,15-13-37 16,38-15 3-16,12-8-5 16,9 9-3-16,-12 10 0 15,-9 9 2-15,-28 8-8 16,9 0-15-16,-22 33 16 15,-12 6-7-15,0 5 7 16,0 5-3-16,0-1-5 16,-24-7 12-16,-10-13-4 15,15-5 2-15,10-7 0 16,9-16-7-16,0 0 9 0,0 0-6 16,15 0-18-16,25 0 25 15,-9 0 17-15,-9 0-4 16,-16 0 11-16,-6 8-17 15,0 17 23-15,0-2-23 16,-6 14 21-16,-62 3-22 16,-10 0 4-16,-30 3-2 15,21-5-1-15,19-2-6 16,31-21-1-16,21-7-1 16,16-8-66-16,0 0-103 15,28 0-322-15</inkml:trace>
  <inkml:trace contextRef="#ctx0" brushRef="#br0" timeOffset="21935.09">22840 11085 645 0,'0'0'130'0,"0"0"-27"0,0 0-57 0,0 0-8 15,0 0 67 1,0 0-59-16,167-33 14 0,-161 33-3 16,0 16-6-16,-6 28-34 15,0 20 15-15,-34 13-27 16,-40 12 6-16,3-9-9 16,9 0 2-16,15-24 2 15,35-9 0-15,5-10 3 16,7-13-9-16,0-8 4 15,19-16-3-15,74 0-1 16,16 0 3-16,18-20 10 16,-16 0-5-16,4 4-3 15,-28 12-10-15,-28 4-28 16,-19 0-36-16,-24 0-93 0,-16 20-67 16,0 12-133-16</inkml:trace>
  <inkml:trace contextRef="#ctx0" brushRef="#br0" timeOffset="22936.13">21407 12208 269 0,'0'0'468'0,"0"0"-301"0,0 0-31 16,0 0-94-16,0 0-1 0,0 0 59 15,109-8-56-15,-85 3-7 16,4 5-2-16,-21 0-32 15,-7 0 30-15,0 5-19 16,0 19 12-16,0 12-23 16,0 4-3-16,-35 7-1 15,-5-3-6-15,3-3-6 16,9-9 12-16,22-8-8 16,6-8 6-16,0-4-2 15,0-7 1-15,34-5-2 16,25 0 10-16,-13 0-4 15,1 0 2-15,-13 0 1 0,-15 0-6 16,8 0 4 0,-8 0-7-16,3 0 6 0,-10 0-1 15,10 0-22-15,-4 0-11 16,-5 0-27-16,9 0-130 16,-22 0-319-16</inkml:trace>
  <inkml:trace contextRef="#ctx0" brushRef="#br0" timeOffset="23698.88">24170 11718 504 0,'0'0'41'0,"0"0"21"0,0 0 22 15,0 0-53-15,0 0 79 16,0 0-19-16,-16 0 31 16,16 4-31-16,0-4 32 15,0 0-74-15,0 0-5 16,0 0-25-16,0 0 7 15,0 0-7-15,0 0-16 0,22 0 23 16,25 0-10-16,5 0 9 16,1 0-20-16,15 0-10 15,-15 0 5-15,0-8-26 16,-13-8-14-16,-6 8-18 16,-6-8-17-16,-9 4-85 15,-13-4-131-15,-6 0-182 16</inkml:trace>
  <inkml:trace contextRef="#ctx0" brushRef="#br0" timeOffset="23947.92">24170 11718 275 0</inkml:trace>
  <inkml:trace contextRef="#ctx0" brushRef="#br0" timeOffset="24031.35">24170 11718 275 0,'59'-188'609'0,"-25"175"-529"16,6 1 114-16,0 9-4 0,13 3-190 16,0-5 0-16,-13 2-22 15,0-2-51-15,-21 5-226 16,-3-3-268-16</inkml:trace>
  <inkml:trace contextRef="#ctx0" brushRef="#br0" timeOffset="24713.44">25131 11614 165 0,'0'0'221'0,"0"0"-111"0,0 0-29 0,0 21-4 16,0-21 12-16,0 0 42 0,0 0-31 15,0 0-1-15,0 0 13 16,6 0-37-16,16 0-4 15,9-21-13-15,25-11 3 16,24-12-30-16,26-20 13 16,27-13-29-16,16-11-7 15,-22 0-8-15,-22 15-29 16,-36 18-14-16,-29 19-14 16,-34 23 25-16,-6 13-11 15,0 0 14-15,-15 0-44 16,-32 0-255-16,1 16-99 15</inkml:trace>
  <inkml:trace contextRef="#ctx0" brushRef="#br0" timeOffset="24964.16">25605 11048 182 0,'0'0'594'0,"0"0"-480"15,0 0 95-15,0 0-70 16,0 0-44-16,81 253-39 16,-41-196-9-16,19 7-39 0,3-20-8 15,-3-13-11-15,16 2-131 16,-41-5-38-16,-22 0-908 15</inkml:trace>
  <inkml:trace contextRef="#ctx0" brushRef="#br0" timeOffset="40500.73">20908 14441 516 0,'0'0'59'0,"0"0"-31"0,0 0 37 15,0 0-25-15,0 0 32 16,0 0-44-16,0 0 4 16,0 0 23-16,0 0 67 15,0 0-43-15,0 0-27 16,0 0 3-16,0 0-45 15,0 0 4-15,0 0-7 16,0 0 22-16,0 0-24 16,0 0 26-16,0 0-21 0,0 0 13 15,0 0-6-15,0-8-17 16,12-16 3-16,29-8 5 16,11 0-10-16,-5 4 8 15,6 0-3-15,2 16 6 16,-8 0-9-16,-13 4 0 15,-9 8-1-15,-4 0-1 16,-14 0 4-16,11 8-8 0,-18 32 17 16,0 16-9-1,0 8 4-15,0 8-12 16,-46 0 7-16,5 9-3 0,-5-9-6 16,-7 8 8-16,-9-3-2 15,16-5 6-15,-1-8-11 16,16-9 16-1,9 2-13-15,4-12 5 0,18-17-1 16,0-4 0-16,0-4 2 16,0-9-7-16,0-6 11 15,18-5 11-15,23 0-12 16,-1 0 19-16,0 0-21 16,1 0 8-16,-1 0-9 15,0 0-1-15,-9 0-2 16,3 0 6-16,1 0-12 15,-8 0-15-15,-8 0 1 16,9 0-39-16,-3 15 1 0,-10 1-133 16,-9-4-259-16</inkml:trace>
  <inkml:trace contextRef="#ctx0" brushRef="#br0" timeOffset="45995.43">21984 14104 1 0,'0'0'436'0,"0"0"-336"0,0 0-33 0,0 0 12 15,0 0-10-15,0 0-49 16,0 0-4-16,0 0-16 16,0 5-2-16,0-5-2 15,0 3 4-15,0 2 31 16,0-5 17-16,0 3 58 15,0-3-19-15,0 0-10 0,0 0-27 16,0 0-7-16,0 0-39 16,0 9 5-16,0-1 0 15,0 3-4-15,-6 1-10 16,-4-4 16-16,10-3-10 16,-6-5 5-16,6 0 2 15,0 0-2-15,0 3-6 16,0-3 3-16,0 0 3 15,0 0 15-15,0 0-15 16,0 0 19-16,0 0-17 16,6-39 0-16,56-14-3 0,3-7 4 15,10-16-8 1,12 8-1-16,-7 7 0 16,-15 14 3-16,-3 6-9 15,-34 13-8-15,3 12 11 0,-24 12-37 16,2 4 22-16,-9 0-36 15,0 0-41-15,0 0-90 16,0 0-99-16,0 0-107 16</inkml:trace>
  <inkml:trace contextRef="#ctx0" brushRef="#br0" timeOffset="46412.05">22095 13780 300 0,'0'0'221'0,"0"0"-164"0,0 0 31 0,0 0 54 0,0 0-44 16,0 0 7-16,0 39 27 16,41-6-27-16,-7-2-41 15,19 7-42-15,-7-2 21 16,1-5-41-16,-7 5 3 15,16 5-1-15,-4-2-7 16,1 10 3-16,-13-1-12 16,-5-9 6-16,-11-6-31 15,4-17-10-15,0-16-121 16,-28 0-333-16</inkml:trace>
  <inkml:trace contextRef="#ctx0" brushRef="#br0" timeOffset="47511.44">22830 15159 67 0,'0'0'145'0,"0"0"-92"0,0 0 65 0,0 0 21 15,0 0-68-15,0 0 14 16,10-12 37-16,-10 12-45 15,0 0-5-15,0 0-1 16,0 0 18-16,12 0-58 16,-6 0 43-16,28-3-38 0,7-5 16 15,-1 8-23 1,13 0 4-16,6-5 7 0,3 5-29 16,-10 0-6-16,1 0 8 15,-6-4-26-15,8-4 19 16,-24 0-12-16,-3 0-18 15,-22-4 2-15,7 4-16 16,-13-5-29-16,0 10-58 16,0-1-313-16</inkml:trace>
  <inkml:trace contextRef="#ctx0" brushRef="#br0" timeOffset="48278.1">22858 14762 62 0,'0'0'170'0,"0"0"-117"0,0 0 97 0,0 0-34 0,0 0-64 16,0 0 51-16,0-11-20 16,0 11 50-16,0 0-67 15,34 0 14-15,13 0-21 16,-1 0 4-16,7 0-1 0,9 0-30 16,9 0 9-16,-9 7-30 15,4-3 7-15,-11 0-8 16,-2-4-15-16,0 0 6 15,-13 0-2-15,0 0-1 16,-6 0-8-16,-9 0 0 16,9-15-20-16,-12 7 16 15,-22-9-82-15,0 9-73 16,0 0-350-16</inkml:trace>
  <inkml:trace contextRef="#ctx0" brushRef="#br0" timeOffset="53088.72">24511 14181 558 0,'0'0'121'0,"0"0"21"0,0 0 18 16,0 0-58-16,0 0-61 16,0 0 15-16,0 0 16 15,0 0-54-15,0 0 29 16,0 0-14-16,0-5 6 16,0 2-29-16,0-5-8 15,0 0-2-15,18-4 0 0,17 4 3 16,-1 8 0-1,-9 0-6-15,-13 0 6 0,3 0-13 16,-8 11 11-16,-7 22-1 16,0 11 2-16,0 4 0 15,0-1-2-15,-22-2-5 16,16-16-1-16,6-9-7 16,0-9 9-16,0-11-17 15,0 0 12-15,0 0-17 16,6 0 26-16,16 0 0 15,6 5 7-15,-4 15 5 16,-2 7 4-16,-16 10 15 16,-6 2-27-16,0 13 26 15,0 1-23-15,-46-1 19 16,-10 8-19-16,3-7-5 0,0-9 7 16,1-1-3-16,-1 1-12 15,-3-8-14-15,10-3-23 16,27-17-81-16,4-16-245 15</inkml:trace>
  <inkml:trace contextRef="#ctx0" brushRef="#br0" timeOffset="53822.43">25305 14217 406 0,'0'0'317'0,"0"0"-160"0,0 0 5 0,0 0-41 16,0 0-87-16,0 0 4 16,68-52 12-16,-9 35 5 15,0 1-13-15,-3 13-4 16,-4 3-16-16,-18 0-14 15,-9 8 4-15,-25 44-10 0,0 12 8 16,0 8-2 0,-25 4-15-16,-30-8 7 0,-4 4-5 15,6-11 3 1,0-1 2-16,4-4-11 0,2-4 22 16,22-7-20-16,4-14 14 15,21-7-10-15,0-7 6 16,21-9-1-16,38 0 11 15,22-8-10-15,6 0 12 16,-7 0-11-16,-15 0 28 16,-3 0-27-16,-21 0-1 15,-1 0 7-15,-6 0-15 16,-22 0 6-16,13 0-23 16,-3 0-20-16,-16 0-45 0,7 0-33 15,-4 15-253 1,-9 10-136-16</inkml:trace>
  <inkml:trace contextRef="#ctx0" brushRef="#br0" timeOffset="95720.07">21041 16105 232 0,'0'0'172'0,"0"0"-114"0,0 0 30 0,0 0-42 0,0 0-13 16,0 0 32-16,0 69-14 15,0-61-1-15,0-8-19 16,0 0 39-16,0 0 4 15,6 0 22-15,-6 0-50 16,0 0-7-16,0 4 36 16,0-4-39-16,0 4-4 15,0-4-32-15,0 0 3 16,0 4-2-16,0-4-1 16,0 0 0-16,0 0 1 15,13 0-1-15,27 0 1 0,13 0 27 16,15 0-19-16,6 0 18 15,-2 0-21-15,-10 0-4 16,-3 0 3-16,-19 8-7 16,-12 28 2-16,-22 8-3 15,-6 20 0-15,0 0-9 16,-40 16 2-16,-35 13-32 16,-5-1 38-16,-1-4-12 15,16-7 13-15,12-17 1 16,25-28 2-16,22-12-2 15,6-12 10-15,0-12-5 16,34 4 0-16,31-4 22 16,16 0-22-16,12 0 24 0,9 0-19 15,-15 0 4 1,-28-8-5-16,-19 4-4 0,-27 4-6 16,-7 0-21-16,-6 0-16 15,0 0-16-15,0 8 26 16,-6 0-224-16,-34 0-268 15</inkml:trace>
  <inkml:trace contextRef="#ctx0" brushRef="#br0" timeOffset="96369.27">22117 15861 66 0,'0'0'200'0,"0"0"-200"0,0 0 0 0,0 0 106 16,0 0-13-16,0 0-27 15,53-28 23-15,-53 28 29 0,0 0 13 16,0 0-53-16,0 0 42 15,0 0-52-15,0 0-7 16,0 0-46-16,0 20-6 16,-6 0 3-16,-22 8-9 15,-13 8 2-15,10-4-3 16,-9 9 0-16,-6 2 3 16,-4-6-10-16,4 3 9 15,14-20-9-15,11-16-1 16,15-4-16-16,6 0-22 15,0-4-50-15,6-33-131 16,22-10-156-16</inkml:trace>
  <inkml:trace contextRef="#ctx0" brushRef="#br0" timeOffset="96464.36">22117 15861 531 0</inkml:trace>
  <inkml:trace contextRef="#ctx0" brushRef="#br0" timeOffset="96586.45">22117 15861 531 0,'-214'-41'347'0,"239"41"-257"0,71 17 22 0,-3 23 102 15,28 5-153-15,-34-6-36 16,-10-3 13-16,-8 0-36 16,-17-3 2-16,-11-9-4 0,-13 4-25 15,-4-8-7 1,-24-12-47-16,0-8-122 15,0 0-454-15</inkml:trace>
  <inkml:trace contextRef="#ctx0" brushRef="#br0" timeOffset="97202.04">22892 16788 868 0,'0'0'88'0,"0"0"18"0,0 0 11 0,0 0 3 16,0 0-74-16,301 0-12 0,-267-5-34 15,-15 2 0 1,-7 3-2-16,-2 0-12 0,-10 0-1 16,0 0-57-16,0 0-32 15,0 0-119-15,0-5-84 16,0-3-206-16</inkml:trace>
  <inkml:trace contextRef="#ctx0" brushRef="#br0" timeOffset="97405.15">22892 16788 1094 0,'41'-129'97'0,"-41"121"-37"15,59 1 29-15,21-10-10 0,1 5-58 16,-7 0-4-16,-15 8-17 16,-6-4-4-16,-7 0-26 15,-12 4-56-15,1-5-113 16,-23 9-414-16</inkml:trace>
  <inkml:trace contextRef="#ctx0" brushRef="#br0" timeOffset="98035.14">24343 16230 916 0,'0'0'210'0,"0"0"-190"0,0 0 37 0,0 0-22 16,0 0 5-16,0 0-21 15,186-17-6-15,-167 47 0 16,-19 17-3-16,0 9 8 15,0 21-14-15,-71 3-8 16,-10 4 3-16,7 1-8 16,-13-5 12-16,22-8-8 15,18-8 5-15,26-16 0 16,21-12-1-16,0-20-17 0,34-11 11 16,46-5 14-16,13 0 1 15,-6 0-7-15,6-5 1 16,-18 1 3-16,-16 0-10 15,-7 0 5-15,-18 4-18 16,-12 0-4-16,-16 0-31 16,0 0-9-16,1 0-52 15,-7 0-164-15,0 0-134 16</inkml:trace>
  <inkml:trace contextRef="#ctx0" brushRef="#br0" timeOffset="98953.24">25339 15756 424 0,'0'0'237'0,"0"0"-61"0,0 0 3 0,0 0-68 16,0 0-49-16,0 0-32 0,0-8-1 16,0 8-27-16,0 0 44 15,-13 0-19-15,-27 0 10 16,0 0-34-16,-7 0 0 15,7 25 1-15,12-1-4 16,0-1 0-16,28 2 4 16,0-9-13-16,0 4 14 15,0-7-10-15,40 2 6 16,16 1-9-16,9-4 15 16,-3 4-10-16,-3-8 3 0,-12 8 0 15,-19-4-4 1,-16 1 9-16,-12-13-17 15,12 8 19-15,-12-5-12 16,0 1 10-16,0 4-8 0,0 20 8 16,-34 1-4-16,-31-1-1 15,-3 0-9-15,15-12-2 16,7-16-44-16,18 0 28 16,3 0-86-16,19-4-154 15,6-36-88-15</inkml:trace>
  <inkml:trace contextRef="#ctx0" brushRef="#br0" timeOffset="99082.07">25339 15756 549 0</inkml:trace>
  <inkml:trace contextRef="#ctx0" brushRef="#br0" timeOffset="99150.48">25339 15756 549 0,'46'-16'376'0,"-5"16"-290"16,5 0 36-16,35 0 67 16,6 0-189-16,-1-15-2 15,-11-9-101-15,-29 7-260 16,-27 9-491-16</inkml:trace>
  <inkml:trace contextRef="#ctx0" brushRef="#br0" timeOffset="100819.45">20406 16418 604 0,'0'0'188'0,"0"0"-114"0,0 0 95 0,0 0 1 0,0 0-68 0,406 185-24 0,-245-129-29 0,19 1-21 15,-7-1-10-15,-11-12-11 16,5-5-14-16,-21-11-3 16,9-3-25-16,-22-14-41 15,-46-3-80-15,-34 1-398 16</inkml:trace>
  <inkml:trace contextRef="#ctx0" brushRef="#br0" timeOffset="101632.39">24095 16519 518 0,'0'0'101'0,"0"0"97"0,0 0 20 0,0 0-122 15,0 0 12-15,0 0-61 16,-12-8 0-16,52 8-40 16,13 15 58-16,18 14-34 15,4-1 2-15,-1 4-24 16,1-8-9-16,-17 0 0 15,17-4-14-15,-4-4-11 16,-3 1-45-16,1-10 13 16,-4 1-103-16,-31 0-352 15</inkml:trace>
  <inkml:trace contextRef="#ctx0" brushRef="#br0" timeOffset="102415.87">22071 18308 715 0,'0'0'185'0,"0"0"48"0,0 0-83 0,0 0-92 0,307-229-20 15,-233 173-35-15,-15 8-3 16,-6 7-1-16,-19 13-7 16,-16 17-23-16,-18 3 20 15,0 8-37-15,0 0-18 16,0 0-87-16,0 0-176 0,-18 0-199 16</inkml:trace>
  <inkml:trace contextRef="#ctx0" brushRef="#br0" timeOffset="102663.87">22089 17890 666 0,'0'0'192'0,"0"0"2"16,0 0-30-16,0 0-59 0,0 0-63 15,267 237 11-15,-193-197-43 16,-12 1-10-16,-9-10-1 16,0-10-34-16,-19-9-23 15,0-9-93-15,-22-3-233 16,7 0-307-16</inkml:trace>
  <inkml:trace contextRef="#ctx0" brushRef="#br0" timeOffset="103013.4">23072 18131 660 0,'0'0'435'0,"0"0"-377"16,0 0 38-1,0 0-61-15,0 0-35 0,0 0 0 16,375-16-35-16,-350 0-92 16,-9 0-105-16,-16 8-97 15</inkml:trace>
  <inkml:trace contextRef="#ctx0" brushRef="#br0" timeOffset="103229.87">23072 18131 397 0,'-6'-200'795'0,"34"200"-793"16,43-5 57-16,16-15-23 0,0 9-5 15,15-2-23-15,-37 10-16 16,3 3-32-16,-21 0-76 15,-13 0-143-15,-15 0-213 16</inkml:trace>
  <inkml:trace contextRef="#ctx0" brushRef="#br0" timeOffset="103797.23">24123 17826 167 0,'0'0'508'0,"0"0"-460"0,0 0 112 16,0 0 5-16,0 0-116 16,0 0 2-16,-263 61-30 15,244-38 34-15,-3 1-38 16,16-4 9-16,6-4-14 15,0 4-7-15,0 1 9 16,28-9-5-16,47-1 5 16,-4-3-5-16,9-3 1 15,7-1-4-15,-12 0-10 16,-16 4 6-16,-4-1-4 16,-14-2-2-16,-29 7-9 15,1-4 8-15,-13 0-16 0,0 16 11 16,0 0 20-16,0 16-6 15,-53 0-2-15,-15 9 3 16,9-5-2-16,0-13-3 16,-3-10 0-16,21-14-12 15,17-7 8-15,-4 0-55 16,15-39-93-16,-2-9-255 16</inkml:trace>
  <inkml:trace contextRef="#ctx0" brushRef="#br0" timeOffset="104030.2">24210 17823 445 0,'0'0'306'0,"0"0"-124"0,0 0 23 0,0 0-91 16,0 0-58-16,0 0-45 16,372-57-4-16,-319 33-7 15,3 12-48-15,-31-5-132 16,-25 6-304-16</inkml:trace>
  <inkml:trace contextRef="#ctx0" brushRef="#br0" timeOffset="107909.62">21556 7572 252 0,'0'0'56'0,"0"0"52"0,0 0 18 0,0 0-59 15,0 0 57-15,0 0-3 16,0 0-16-16,0 0-38 16,0-5-13-16,0 5-11 15,0-3-14-15,0 3 13 16,0 0 1-16,0 0 4 15,-16 0-35-15,10 0 24 16,-12 0-31-16,-10 0 17 16,3 3-8-16,-9 13 3 0,6-4-16 15,-6 16 4 1,9-7 6-16,3-6-11 0,16 1 10 16,6 1-6-16,0 7-8 15,0-4 11 1,22 12-12-16,43-4 5 0,16-4-2 15,5 8 0-15,1 1-2 16,6-14 3-16,-18 13-13 16,-16-11 7-16,-13 2-8 15,-6-7 9-15,-18 1-2 16,-22-6 2-16,0-3 2 16,0 5 4-16,0 2 10 15,-6 13-2-15,-69 13 3 0,-11-2-3 16,-14 6-16-16,-8-1 1 15,21-12-4-15,13-12 2 16,15-7-6-16,12-13 8 16,1 0-28-16,24-5-6 15,16-27-63-15,6-16-82 16,0-13-310-16</inkml:trace>
  <inkml:trace contextRef="#ctx0" brushRef="#br0" timeOffset="108343.64">21447 7672 277 0,'0'0'344'0,"0"0"-272"0,0 0 28 16,0 0 19-16,0 0-9 15,0 0 4-15,155-52 2 16,-89 52-42-16,20 0-25 16,10-5-6-16,-18-7-34 15,24 4-9-15,-21-4-15 16,-16 1-75-16,-3 3-148 15,-22 0-609-15</inkml:trace>
  <inkml:trace contextRef="#ctx0" brushRef="#br0" timeOffset="109093.13">23153 7587 730 0,'0'0'127'0,"0"0"66"0,0 0-74 0,0 0-36 0,0 209-36 0,12-153-4 16,-6 8-8-16,-6-12-22 15,16 4 16-15,-10-4-28 16,-6 4 6-16,0-3 1 16,0-5-16-16,0-3-3 15,0-14-24-15,0-15-42 16,0-16-133-16,0 0-264 15</inkml:trace>
  <inkml:trace contextRef="#ctx0" brushRef="#br0" timeOffset="109376.39">22926 8052 523 0,'0'0'541'16,"0"0"-382"-16,0 0-23 0,413 44-77 15,-252-44-11 1,-21 0-47-16,-26 0-1 0,-39 0-64 16,-50 0-178-16</inkml:trace>
  <inkml:trace contextRef="#ctx0" brushRef="#br0" timeOffset="133938.27">26948 10531 378 0,'0'0'164'0,"0"0"-140"0,0 0 29 0,0 0 19 16,0 0 77-16,0 0-19 15,0 0-30-15,-40 172-56 16,34-123-12-16,-13-5 16 15,19-4-38-15,-6 0-6 0,-1-4 3 16,-14 1 16-16,15-1-13 16,-1 0 5-16,-8 3-7 15,15 2-11-15,-6 3 3 16,-7 0 0-16,1-4-2 16,-4 4 4-16,4 0-8 15,0 4 13-15,-4 1-13 16,10-5 7-16,-7 0-2 15,13 0-3-15,-6 0 2 16,6-4 2-16,0 4 0 16,-6 0-2-16,6 9 7 0,-9 2-10 15,-4 9 16 1,1 0-22-16,-16 1 22 0,22 3-18 16,0-11 7-16,6-6-1 15,0-2-1-15,0-5 4 16,0 0-4-16,-7 0 5 15,1 8-16-15,-15 0 13 16,8 8-1-16,1 1-8 16,2-5 8-16,4-1 1 15,-12 2 0-15,18-5 0 16,-16 13-8-16,4-6 4 16,-7-2-7-16,4 2 5 15,2-2-13-15,1 3 7 16,-4 0 0-16,-2-4 12 15,-4 17 0-15,3-9-8 16,1 3 3-16,-10-1 4 0,0 9-6 16,16-3 6-16,-10-3-7 15,16 3 5-15,-1-3 1 16,1-10-11-16,6 5 2 16,-6 1 4-16,-16 7 7 15,16 8-11-15,-12 0 23 16,-4-4-22-16,-9 4 20 15,-9 0-17-15,18-7 7 16,-3-5 0-16,-3-4-21 16,6 0 1-16,4 0 16 15,12 9 8-15,-10-1-1 0,-3 4-1 16,-21 4 12 0,12 0-9-16,-3 1-1 0,3-5-3 15,22-8-1-15,6-4 0 16,0-7 1-16,0-10-7 15,0 2 12-15,0-1-5 16,6 0 6-16,7 4 4 16,-13 0-11-16,0 1 1 15,0-1-1-15,0-4 0 16,0-4-6-16,0 0 13 16,0 0-16-16,0-4 23 15,0 0-27-15,0 5 24 16,0-1-18-16,0 12 7 15,-13-1 0-15,7-2-4 0,0-1 4 16,0 0-2-16,6-8 0 16,0-4-6-16,0-4 12 15,0 0-17 1,0 5-6-16,6-5 16 0,6 0 1 16,-12 0-31-16,13-3 13 15,2-2 3-15,-9 5 0 16,7 5 17-16,-13 6-3 15,0 1 1-15,0 4-1 16,0-3-3-16,0 3-22 16,0 0 15-16,0 0 7 0,0 0-6 15,0-8 22 1,0 1-18-16,0-6 15 0,0-10-14 16,0-1-4-16,0 0-57 15,0-4 41-15,0 13 23 16,0-1 0-16,0 0 8 15,-13 8 11-15,7-8-15 16,0 0 13-16,6-5-12 16,0-3-2-16,0-3-8 15,0-6-1-15,0-2-4 16,0 11 13-16,0-4-9 16,0 4 14-16,0 8-4 15,0-8 6-15,0 1 17 16,0-9-22-16,-9-4-1 15,9 7 7-15,0 10-1 16,0-2 6-16,0 2 5 0,0 3-13 16,-13 4-4-16,1 5-21 15,-22 2 4-15,6-3 17 16,9-12 1-16,7-24-1 16,12-8-23-16,0-23-139 15,0-49-214-15</inkml:trace>
  <inkml:trace contextRef="#ctx0" brushRef="#br0" timeOffset="134986.79">27543 11698 64 0,'0'0'216'0,"0"0"-131"0,0 0 6 0,0 0-38 16,0 0-48-16,0 0-3 15,0 0 3-15,-46 128-10 16,46-116 1-16,0-12 4 15,0 0 23-15,0 0 13 0,0 0 25 16,0 0-25-16,-6 0 37 16,6 0 44-16,0 0-3 15,-7 0-44-15,7 5-20 16,-6-5-17-16,6 0-12 16,0 0-3-16,0 0-14 15,0 0 38-15,0 0-33 16,0 3 38-16,0 2-36 15,0 11 20-15,19-4-4 16,15-4 2-16,19-5-27 16,15-3-2-16,12 0 8 15,14-39-5-15,-1-25 7 0,0-13-7 16,-7-7 6-16,-11-12-2 16,-23 3-12-16,-11-7 5 15,-29-8-6-15,-12 3 3 16,0 10-34-16,0 6 32 15,-31 17-24-15,-9 32 18 16,0 23 5-16,-1 17-6 16,-5 17 14-16,5 51-2 15,14 24 2-15,27 16 3 16,0 8 1-16,0 1-2 16,46-9-1-16,7-3 8 15,9-12-13-15,-3-18 2 16,15-23-1-16,13-20-34 0,21-32-30 15,4-7-66 1,-19-45-241-16</inkml:trace>
  <inkml:trace contextRef="#ctx0" brushRef="#br0" timeOffset="135503.13">28594 11497 669 0,'0'0'9'0,"0"0"4"0,0 0 31 0,0 0-26 16,0 0-3-16,0 0 33 16,-34 41 29-16,34-25 32 15,0-9-25-15,0-2-27 16,7-5-13-16,27 0-9 16,18 0-17-16,1 0 29 15,3-12-23-15,-3-12 5 16,-13-9-27-16,-15 2 16 15,-10-13-16-15,-15 11 4 0,0 2-6 16,-15 6-5-16,-38 17-1 16,-12 8 4-16,-3 0-13 15,15 8 11 1,6 24-1-16,32-3 2 0,15-6-2 16,0-18-8-16,0 3-15 15,40-8 19-15,22 0-15 16,19 0 19-16,-4 0-41 15,-2-8-52-15,-7-9-106 16,-21 6-122-16,-23-5-106 16</inkml:trace>
  <inkml:trace contextRef="#ctx0" brushRef="#br0" timeOffset="136035.52">29069 11317 255 0,'0'0'131'15,"0"0"-126"1,0 0 75-16,0 0 7 0,0 0-73 15,0 0-4-15,-28 0 34 16,28 20 16-16,0 1 54 16,0 2-60-16,0 10-1 15,0-14-33-15,34-10 4 16,13-1-10-16,21-8-3 16,-3 0 41-16,3-8-50 15,-9-20 8-15,-19-8-10 16,-21 0-8-16,-19 3-40 0,0 13 1 15,0 4 18 1,-47 8 29-16,-11 8 0 0,-1 0 2 16,-3 4 17-16,9 20 11 15,6 16 60-15,35-15-68 16,12-2-22-16,0-10-14 16,0-6-24-16,25-7-16 15,28 0 12-15,2 0 39 16,-8 0-11-16,-22 0 8 15,-10 0-1-15,-15 0 2 16,0 0-16-16,0 13 21 16,0 15 27-16,13 24 23 15,-1 0-29-15,10-1-18 16,-4 6 1-16,-12-1 1 0,4 5 7 16,-10 3 10-16,0-1 31 15,-34 6-8-15,-28-5-6 16,-19-12 42-16,10-16-20 15,9-8 4-15,21-20-41 16,17-8 16-16,17 0-40 16,7-27-3-16,0-34-46 15,0-16-6-15,59-6 5 16,0 2-98-16,3 17-304 16</inkml:trace>
  <inkml:trace contextRef="#ctx0" brushRef="#br0" timeOffset="137084.46">30284 11381 195 0,'0'0'159'0,"0"0"8"0,0 0-16 0,0 0 55 0,0 0-24 16,0 0-82-16,-34 0-46 15,34 0-12-15,0 0-17 16,0 0-12-16,0-23-13 15,0 2-2-15,0-7 2 16,34-3-2-16,0 1 12 16,13-6-15-16,6-3 9 15,-7-10-4-15,1 6 0 16,-13-9-1-16,-6-1-1 16,-16-2-21-16,-12-2 20 15,0 9-24-15,0 15 25 0,0 17 2 16,-28 9 12-1,-9 7 6-15,-3 0-18 0,-1 0-5 16,1 15-2 0,12 26 2-16,10 3-1 0,18 8-5 15,0 8 22-15,0-3-13 16,18-1 4-16,44-4-4 16,-3 0 1-16,0-12-1 15,3 0-4-15,-3 0-16 16,-13-12 22-16,-11 8-22 15,-17-8 13-15,-9 1 18 16,-9-6 4-16,0 2 18 16,-21-1 10-16,-32-1-18 15,-9-6-12-15,-9-1 3 0,2-8-12 16,4-5-4-16,10 6 4 16,36-9-13-16,19 0-15 15,0 0-43-15,0-17-96 16,34-6-289-16,6 2 0 15</inkml:trace>
  <inkml:trace contextRef="#ctx0" brushRef="#br0" timeOffset="137585.08">31087 11466 497 0,'0'0'144'0,"0"0"-66"0,0 0 42 0,0 0-14 16,0 0-97-16,0 0 133 15,-46-173-36-15,40 133-20 16,6-9-63-16,0-7 2 15,0-7-17-15,0-1-2 16,0-5-12-16,0 5-6 16,0 16 7-16,0 24-15 15,0 19 10-15,0 5 3 16,0 0-7-16,0 5 2 16,0 11-20-16,0-1-56 15,-10 6-27-15,-2 11-91 16,0 8-13-16,-10 16 25 0</inkml:trace>
  <inkml:trace contextRef="#ctx0" brushRef="#br0" timeOffset="138838.27">29624 11931 502 0,'0'0'57'0,"0"0"-39"0,0 0 74 0,0 0 3 16,0 0 25-16,0 0 15 15,0 0-21-15,0 0-10 0,0-5-60 16,25-14-3-16,9-1-30 16,0 0-8-16,-9 4 12 15,9 11-27-15,-12 5 20 16,-4 0-16-16,-5 0 4 15,-4 0 2-15,-3 13-6 16,-6 18 16-16,0 2-8 16,0-2 6-16,0 2-9 15,-6-13 12-15,-10-8-13 16,16-3 4-16,0-9-4 16,0 0-6-16,0 0 3 15,0 0 3-15,0 0 7 16,0 0-19-16,0 7 32 15,0 9-15-15,0 4 6 0,0 0 0 16,0 8 7-16,0 4-6 16,-40 0 19-16,-13 9-25 15,-6-5 6-15,-9-5 1 16,22-11-13-16,18-7 5 16,22-13-2-16,6 0-50 15,0 0-112-15,68-36-140 16,-3-5-19-16</inkml:trace>
  <inkml:trace contextRef="#ctx0" brushRef="#br0" timeOffset="139866.39">31754 11489 723 0,'0'0'197'0,"0"0"-28"0,0 0-75 16,0 0-27-16,0 0-47 15,0 0 25-15,0 0-31 16,16 0 17-16,24 0 8 16,0 0-20-16,-3 0-16 15,13 0-2-15,-13 0-2 16,-3 0-40-16,-6 0-4 15,-9 0-67-15,-19 0-168 16,0 0-221-16</inkml:trace>
  <inkml:trace contextRef="#ctx0" brushRef="#br0" timeOffset="140116">31754 11489 593 0,'-31'-228'282'0,"56"228"-149"16,3 0 17 0,6-8-48-16,6 8-47 0,-9 0-43 15,10-5 7-15,-1-6-12 16,13 3-14-16,-4-9-23 15,-2 6-54-15,-23-1-225 16,-8 12-346-16</inkml:trace>
  <inkml:trace contextRef="#ctx0" brushRef="#br0" timeOffset="142846.62">32783 10896 37 0,'0'0'871'0,"0"0"-692"0,0 0-83 0,0 0 8 15,0 0-93-15,0 0-5 16,0-4-3-16,0 4-3 16,0 0 19-16,0 0 0 15,22 12 25-15,-3 16-19 16,-4 4 18-16,4 8-42 16,3 0 1-16,-10 1-2 15,0-5-18-15,-5-9-26 16,-1 6-45-16,-6-5-112 15,0 0-314-15</inkml:trace>
  <inkml:trace contextRef="#ctx0" brushRef="#br0" timeOffset="143429.25">32545 11754 74 0,'0'0'431'0,"0"0"-400"0,0 0-9 0,0 0-22 15,0 0 0-15,0 0-1 16,0 0 1-16,0 0 18 0,0 0 68 15,0 0 17 1,0 0 1-16,0 0-67 0,0-3 2 16,0-10-8-16,12-3-7 15,1 4-24-15,2 0 0 16,-9 4 9-16,7 4 25 16,-1-8 37-16,10-8-24 15,12 1 44-15,-3-14-51 16,31-11 15-16,12-17-39 15,32-19-4-15,8-20-12 16,-2 4-2-16,-3-1 2 16,-23 13-27-16,-20 8 7 15,-11 8-25-15,-24 16 14 16,-3 12-71-16,0 11 19 16,-22 9-46-16,28 1-67 15,-21 2-64-15</inkml:trace>
  <inkml:trace contextRef="#ctx0" brushRef="#br0" timeOffset="148458.81">28439 13555 275 0,'0'0'220'0,"0"0"-163"0,0 0 20 0,0 0 15 0,0 0-18 15,0 0-10-15,0 0-48 16,-6-4-16-16,6 0-3 15,0 0 3-15,0 4-5 0,0 0 10 16,0 0 27-16,0 0 46 16,0-4 6-16,0-12-55 15,34-9 9-15,13-2-31 16,6-1 24-16,-1 3-11 16,4 14 3-16,-9 2-8 15,-16 6-12-15,18 3-3 16,-18 0 5-16,10 0-12 15,-14 0 9-15,-8 3-4 16,-19 30-16-16,0 3 18 16,0 8 0-16,-12 4-6 15,-57 4 2-15,11-4 8 0,5-16-9 16,19-12 12-16,21-15-14 16,13-5 7-16,0 0-12 15,0 0-33-15,25 0 31 16,15 0 9-16,-5 0 10 15,-8 0 5-15,-8 0-9 16,-7 0 4-16,-2 15 4 16,-10 1-11-16,0 9 12 15,0 7-10-15,-62 0 16 16,-13 0 3-16,-12 8-15 16,-6 0 0-16,-12 13-8 15,3-2-66-15,9-7-46 0,21-11-251 16,38-25-155-16</inkml:trace>
  <inkml:trace contextRef="#ctx0" brushRef="#br0" timeOffset="149308.66">29308 12981 302 0,'0'0'303'0,"0"0"-265"0,0 0-3 0,0 0 32 16,0 0 25-16,0 0 3 15,21-15-5-15,-21 15-5 0,7 8-17 16,5 15 25-1,3 2-64-15,-8-1-17 0,11-1-12 16,-2 2 2 0,2-1-5-16,-5-1-7 0,2 2 8 15,-2-1-23-15,-7-7 11 16,0 6-58-16,-6-15-30 16,0-8-130-16,0 0-107 15</inkml:trace>
  <inkml:trace contextRef="#ctx0" brushRef="#br0" timeOffset="149790.51">29236 13451 208 0,'0'0'159'0,"0"0"-126"0,0 0 88 0,0 0-77 0,0 0 16 0,0 0 48 16,0 0 97-16,25-20-79 16,-3-8-34-16,18-13-26 15,-9-11-25-15,19-12-13 16,2-4-27-16,7-8 19 15,3 20-19-15,-15 7 8 16,-22 21 0-16,-10 17-18 16,-9 3 3-16,-6 8-19 15,0 0 2-15,0 0-50 0,7 0-71 16,-7 0-179-16,0 0 13 16</inkml:trace>
  <inkml:trace contextRef="#ctx0" brushRef="#br0" timeOffset="150706.34">29838 13775 525 0,'0'0'164'0,"0"0"-37"0,0 0 56 0,0 0-66 0,0 0-13 15,0 0-44-15,214-3-30 16,-155 3-9-16,-7-5-16 16,10 5 14-16,-15 0-12 15,-22 0-7-15,9 0 0 16,-12 0-6-16,-4 0-8 16,4 0-17-16,-10 0-17 15,-12 0-83-15,0 0-110 16,0 0-160-16</inkml:trace>
  <inkml:trace contextRef="#ctx0" brushRef="#br0" timeOffset="151056.09">29943 13539 661 0,'0'0'234'0,"0"0"-88"16,0 0-65-16,0 0-24 15,0 0 6-15,0 0 8 16,13 0-28-16,27 0 5 16,6 0-29-16,17 0-2 15,-5 0-17-15,-2 0-2 16,-3-5-47-16,-13-6-28 16,-9 11-100-16,-9-8-360 15</inkml:trace>
  <inkml:trace contextRef="#ctx0" brushRef="#br0" timeOffset="154536.28">30892 13960 139 0,'0'0'125'0,"0"0"-2"0,0 0 19 16,0 0-91-16,0 0 10 15,0 0 18-15,0 0-26 16,0 0 13-16,0 0 9 15,0 0 18-15,0 0-44 0,0 0 8 16,0 0-10-16,0 0 20 16,0 0-36-16,0 4-22 15,0-4 35-15,6 0-24 16,-6 0 27-16,10 0-31 16,-4 0 10-16,0-4-22 15,13-24-2-15,15-4 1 16,12-24-2-16,16 3-1 15,-3-11 3-15,0 1-7 16,3-1 4-16,-9-5-10 16,-19 5-6-16,0-5 15 15,-15 2-26-15,-13 7-23 0,-6 15 12 16,0 13 16 0,-6 16 19-16,-47 12 3 0,-9 4 20 15,3 0-12-15,0 0-8 16,13 8 0-16,11 17-2 15,14 11 0-15,21 3 2 16,0 10 0-16,0 2 0 16,0 1 0-16,21-7 3 15,26-1-6-15,12-3-18 16,3 2 6-16,-16 1-43 16,13-4 24-16,-18 8 1 15,-20 9-13-15,-21-9 40 0,0 12 6 16,0-16 62-16,-34 4 13 15,-28-12-42-15,-9-8-31 16,-16-8-2-16,13-7-10 16,-7-13-2-16,16 0-38 15,15 0-47-15,38-25-107 16,12-11-25-16,0-8-199 16</inkml:trace>
  <inkml:trace contextRef="#ctx0" brushRef="#br0" timeOffset="155104.06">31801 14008 542 0,'0'0'212'0,"0"0"-114"0,0 0 42 0,0 0-41 16,0 0-88-16,0 0-4 15,0-253 27-15,0 170 20 16,15-2-37-16,4 17 2 0,-4 3-15 16,-9 6-8-1,13 7-1-15,-19 3-6 0,0 21-11 16,0 8 22 0,0 20-22-16,-19 0 11 0,-27 16 4 15,-4 16-6-15,13-8 1 16,15 4-25-16,16-15-60 15,0-1-177-15,-10 4-222 16</inkml:trace>
  <inkml:trace contextRef="#ctx0" brushRef="#br0" timeOffset="158133.2">28191 15095 277 0,'0'0'285'0,"0"0"-282"0,0 0 58 0,0 0 10 0,0 0 38 15,0 0-30-15,0 0-27 16,236-32 23-16,-230 32-32 16,-6 4 49-16,0 16-24 15,0 4-26-15,0 9-35 16,0-2 5-16,0-6-12 15,-6-6 1-15,6-7-3 16,0-4-21-16,0-3 10 0,19-2-12 16,43 5 19-1,3 4 12-15,3 4-4 0,-28 1 9 16,1 2-7-16,-29 2 10 16,-12 11-13-16,0 8 21 15,-53 11-21-15,-49 18 33 16,-25 3-32-16,0 0 10 15,27-15-10-15,20-17-4 16,40-24 2-16,40-16-30 16,0 0-61-16,6-41-353 15</inkml:trace>
  <inkml:trace contextRef="#ctx0" brushRef="#br0" timeOffset="158735.03">29047 14497 719 0,'0'0'114'0,"0"0"15"0,0 0-28 0,0 0-44 15,0 0 48-15,0 0-67 16,6 125-7-16,22-101-30 16,6-8 17-16,-9-1-9 15,-3 2-18-15,12-1 1 16,-9 8-25-16,3-7-71 15,-10-6-199-15,4-7-191 16</inkml:trace>
  <inkml:trace contextRef="#ctx0" brushRef="#br0" timeOffset="159016.09">29202 14979 228 0,'0'0'428'16,"0"0"-312"-16,0 0-56 16,0 0 37-16,0 0-96 15,0 0-1-15,53-209-1 0,-41 190-20 16,10 6 4-16,-10 5 1 15,4 4 11-15,3-12-65 16,-7 13-7-16,3-6-12 16,-8 1-64-16,-7 8-268 15</inkml:trace>
  <inkml:trace contextRef="#ctx0" brushRef="#br0" timeOffset="159884.9">29208 14895 439 0,'0'0'0'0,"0"0"-34"0,0 0 33 0,0 0 1 0,0 0 13 16,0 0 80-16,0 0 8 15,0 0 43-15,0 0 16 0,0 0-77 16,0 0-19-1,0 0-46-15,0 0 10 0,0 0-25 16,0 0 20-16,0 0-16 16,0 0 6-16,0 0 8 15,0 0 2-15,0 0 32 16,7-28-31-16,27-16 12 16,12-17-35-16,22-3 16 15,-9-1-9-15,-6 9-14 16,15 9 6-16,-15 11-5 15,-6 0-8-15,-13 11-13 16,-6 9-22-16,-16 0-67 16,0 9-82-16,-12 7-132 15,0 0-146-15</inkml:trace>
  <inkml:trace contextRef="#ctx0" brushRef="#br0" timeOffset="160499.01">29717 15388 817 0,'0'0'226'0,"0"0"-110"0,0 0-23 0,0 0-79 15,0 0 6-15,0 0 24 16,161-20-4-16,-121 12-36 16,-2 0-6-16,-4 3 2 15,6 2-2-15,-6-1-16 0,-6 0-24 16,-3 4-8-16,-3-4-81 15,-16-4-73-15,-6 3-145 16,0-3-129-16</inkml:trace>
  <inkml:trace contextRef="#ctx0" brushRef="#br0" timeOffset="160700.17">29869 15070 664 0,'0'0'478'15,"0"0"-438"-15,0 0 61 16,0 0-43-16,0 0-46 0,0 0-12 16,403-15-5-16,-344-9-72 15,-19 0-114-15,-34 4-433 16</inkml:trace>
  <inkml:trace contextRef="#ctx0" brushRef="#br0" timeOffset="162746.99">16269 14124 523 0,'0'0'202'0,"0"0"-141"0,0 0 41 0,0 0-37 0,0 0-5 16,0 0-30-16,-34 0 18 16,34 0 2-16,0 0-1 15,-6 0 22-15,6 0-23 16,0 0-16-16,0-7-24 16,0-22-16-16,6-11 9 15,53-20-9-15,9-7 8 16,-3-10-5-16,-9 8-5 15,-19 2-4-15,-15 3 11 16,-16 3-26-16,-6 12 9 16,0 10-25-16,0 11 33 15,-52 12 12-15,-10 16 2 0,9 0 33 16,-12 0-30-16,3 28 15 16,9 12-12-16,19 16-8 15,22-4-5-15,12 12 1 16,0-3 2-16,46-2-11 15,13 6 17-15,15-9-4 16,-5 8 0-16,-4-8 2 16,-13-4-14-16,-11-3 20 15,-20-9-21-15,-21-8-2 16,0 0 4-16,-12 0 7 16,-75 4-1-16,-21 0 5 15,2-3 0-15,10-10 17 16,16 1-8-16,27-15-9 0,13-9-14 15,15 0-4-15,19 0-126 16,6-17-277-16,0-15-129 16</inkml:trace>
  <inkml:trace contextRef="#ctx0" brushRef="#br0" timeOffset="163263.33">16936 14217 761 0,'0'0'204'0,"0"0"-82"0,0 0-19 0,0 0-85 0,0 0 6 16,0 0 6-16,34-273 15 16,-22 189-38-16,-5-1 18 15,8 13 2-15,-15 13-24 16,0 18-3-16,0 21 9 16,0 8-16-16,0 12 13 15,0 0-12-15,0 0-9 16,-22 16-22-16,-18 24 20 15,-13 16-46-15,-15-8-39 16,9 1-94-16,13-13 73 0,18 0-19 16,15-12-55-1</inkml:trace>
  <inkml:trace contextRef="#ctx0" brushRef="#br0" timeOffset="164561.16">17472 13479 320 0,'0'0'199'0,"0"0"-131"0,0 0 13 0,0 0 6 16,0 0-10-16,-34 245-8 16,19-189 9-16,2 8-4 15,1-4-56-15,12 4 38 16,0-3-54-16,0-2 5 16,0 1 0-16,0 1-6 0,0-5-1 15,0 4 0 1,0 1-4-16,-6-2 13 0,6 1 2 15,-16 4-8-15,10 5 3 16,0-5 4-16,6 4-10 16,0 0 0-16,0-3-10 15,-6 7 9-15,-1-4 2 16,1-4-4-16,-3 1-2 16,-3-1 3-16,12 3 4 15,-13 6-17-15,1-1 15 16,-4-4-1-16,-2 4 0 15,-4-15-30-15,3-5 18 16,4-4 13-16,9-9-2 16,6-3 16-16,0 5-13 15,0-1 3-15,0 4 3 0,0 0-7 16,0 0-2-16,0-3-1 16,0-5 2-16,-7 0-2 15,1-5 6-15,0 5-10 16,-6 1 19-16,-4 3-20 15,10 4 8-15,-13 1 0 16,4 2 0-16,2-3 0 16,-15-3-1-16,28-5 5 15,-12-8-10-15,12-4 13 16,-6 4-13-16,6 0 13 16,-6 8-10-16,-10 4 4 15,10 4-1-15,-13 0 20 16,19 0-17-16,-6-3 11 0,6-9-5 15,0 0-7-15,0-4 7 16,0-4 1-16,0 4-2 16,0 0 7-16,0 0-15 15,0 13 1-15,0-2-3 16,0 6 8-16,0 2-16 16,0-6 24-16,0-2-12 15,0-3 3-15,0-11 2 16,0-5-7-16,0 4 0 15,0-8 0-15,0 4 0 16,0 5-5-16,0-1 15 16,0 7-21-16,0 5 26 0,0-3-24 15,0-2 12 1,0-2-3-16,0-1 0 0,0-4 0 16,-6 5-5-16,-3 2 12 15,2 2-17-15,-5-2 20 16,0 2 2-16,-4-9-9 15,16-1 0-15,-12-6-2 16,12 2 0-16,-13 2-2 16,-2-1 4-16,2-4-13 15,7-4 20-15,0-9-17 16,0-3 12-16,6 0-10 16,0-3-59-16,-9-41-162 0,-10-17-597 15</inkml:trace>
  <inkml:trace contextRef="#ctx0" brushRef="#br0" timeOffset="165760.87">17913 13498 209 0,'0'0'9'0,"0"0"160"0,0 0 41 0,0 0-122 15,0 0 13-15,0 0-3 16,-53 0 8-16,53 0-48 16,-9 0 39-16,9 0-10 15,0 0-15-15,0 0-44 16,0 0-3-16,0 0-25 15,0 0 0-15,40 0-4 16,28 0 4-16,7 0-15 16,5 0 30-16,-15 0-30 15,-12 0 21-15,-31 0-13 0,3 0 0 16,-16 25-9-16,-9 3 10 16,12 0-8-16,-6 0 8 15,-6 1-3-15,0-1 2 16,7-12-21-16,-7-5 20 15,0-2-9-15,21-6 9 16,-8 2-19-16,-1-2 2 16,10 2 17-16,-16 10 4 15,0 6-1-15,-6 7 10 16,0 8 37-16,0 8-2 16,-40 4-8-16,-13 4-21 15,-15-4 3-15,-3 17 7 0,9-9-14 16,15-9-5-1,19-11-2-15,16-15-11 0,12-17-63 16,0-4-70-16,0 0-254 16,0-20-165-16</inkml:trace>
  <inkml:trace contextRef="#ctx0" brushRef="#br0" timeOffset="166942.31">16040 14898 331 0,'0'0'46'0,"0"0"-12"0,0 0 18 16,0 0-20-16,0 0-26 16,0 0 17-16,0-11 18 15,0 11 53-15,0 0 82 16,0 0-24-16,0-8-90 0,15 8-51 16,4-5 41-16,0-2-29 15,8 2 31-15,1-3-43 16,-9 5-4-16,9 3-6 15,-10 0-1-15,-11 0 0 16,-7 3-11-16,0 22 10 16,0 22-3-16,0 2-6 15,-7 7-10-15,-24 4-7 16,4-4-44-16,-1-8 61 16,15-4 1-16,7-16 9 15,6-7-2-15,0-13 8 16,0-1-3-16,0-7-1 0,19 0 16 15,36 0-3 1,17 0 24-16,-4 0-14 0,-3-12 14 16,3 4 2-16,-21 0-35 15,-19 5-6-15,-22-2 2 16,0 5-8-16,-6 0-58 16,0 0-49-16,0 0-224 15,0 0-112-15</inkml:trace>
  <inkml:trace contextRef="#ctx0" brushRef="#br0" timeOffset="167558.8">16657 14758 494 0,'0'0'138'0,"0"0"-132"0,0 0 84 0,0 0 25 16,0 0-62-16,0 0-32 15,245 0 9-15,-217 0-18 16,-16 0 7-16,10 12 26 0,-16 5-40 16,0 3 24-16,-6 7-20 15,0 6 61-15,0 10-59 16,0 1-5-16,0 9-6 15,0-5 0-15,-18 4-3 16,2 0 5-16,10-11-8 16,0-2 10-16,6-6-11 15,-6-14-29-15,6-7-41 16,0-7-47-16,0-5 25 16,0 0-39-16,0 0 17 0,0 0-74 15</inkml:trace>
  <inkml:trace contextRef="#ctx0" brushRef="#br0" timeOffset="167842.03">16849 15070 666 0,'0'0'70'0,"0"0"143"0,0 0-109 0,0 0-77 16,0 0-18-16,0 0-18 15,208 0-58-15,-202 0-219 16,6 0-229-16</inkml:trace>
  <inkml:trace contextRef="#ctx0" brushRef="#br0" timeOffset="168741.08">17786 14734 768 0,'0'0'62'0,"0"0"-23"0,0 0 30 0,0 0 31 16,0 0-66-16,0 0 1 16,207-24-27-16,-176 24-1 15,-3 0-6-15,-6 0 12 0,-10 0-6 16,-6 8 3-16,-6 12-9 16,0 4 10-16,0 1-22 15,0-2 19-15,0-7-18 16,0-4-31-16,0-4-43 15,0 0 22-15,13-3 22 16,27 3 22-16,-6-1 11 16,13 6 6-16,-19 3 2 15,-22-1 5-15,6 1 0 16,-12 4 17-16,0 9 45 0,-12 3-9 16,-41 4-14-1,-9 0-37-15,-9-4 6 16,15 0-12-16,10-11-4 0,5-18-8 15,1-3-47 1,15 0-355-16,3 0-177 0</inkml:trace>
  <inkml:trace contextRef="#ctx0" brushRef="#br0" timeOffset="169940.29">16443 15820 312 0,'0'0'399'0,"0"0"-368"16,0 0-12-16,0 0 21 0,0 0-35 16,0 0 0-16,-16 30 58 15,23-30-27-15,14 0 70 0,20 0-8 16,5 0 5-1,1 0-82-15,5-30-3 0,1-1-16 16,-3-18-2-16,-10 6-9 16,-15 2-16-16,-13 5 1 15,-12 20-22-15,0 8 44 16,0 5-1-16,-18 3-3 16,-41 0-5-16,-10 3-26 15,11 21 13-15,2 9 20 16,15-5 2-16,29-8-7 15,12-12 5-15,0 8-97 16,0-8 64-16,34-8 27 16,13 0 10-16,5 0 1 0,10 0-1 15,-9 0 0 1,0-24-11-16,-13-1-77 0,-12 6-35 16,-16-1 80-16,-12 12 30 15,0 3 13-15,0 2 22 16,0 3-9-16,0 0-8 15,-18 0 43-15,2 0-8 16,16 8-37-16,0 11 12 16,0 6-14-16,0-5 3 15,0 4 2-15,0-1 2 16,0 13-8-16,0-7 6 16,7 8 20-16,-7-10-17 0,9 1 1 15,-9-3-2 1,0 3 38-16,0-5 31 0,0 6 36 15,0-1-63-15,-50 0-34 16,13-4-16-16,-31 4 0 16,-13-8-3-16,1-8-4 15,8-8-8-15,16-4-12 16,16 0 22-16,34 0-86 16,-7 0-137-16,-8 8-107 15</inkml:trace>
  <inkml:trace contextRef="#ctx0" brushRef="#br0" timeOffset="171090.2">17565 15617 537 0,'0'0'205'0,"0"0"13"0,0 0-60 16,0 0-96 0,0 0 0-16,0 0-26 0,0 0 11 15,13 0-44-15,-1 0 22 16,4 0-24-16,8 0 12 15,17 0-13-15,5 0 5 16,-12 0-12-16,1 0 13 16,-17 3-16-16,-2 9 12 15,-16 9-8-15,0 2-18 16,0 5 23-16,0 1-3 16,0 3 4-16,0-13-3 15,0-6 6-15,0-13-13 0,18 0-17 16,29 0 19-1,-1 0-19-15,10 0 13 0,-19 0-5 16,4 0 1-16,-20 0 13 16,-15 0-2-16,-6 23 7 15,0 7 29-15,0-7 16 16,-40 5-36-16,-6-7 6 16,-1-2-14-16,1 1-2 15,-1 0-8-15,7 1-33 16,6-6-30-16,6-7-206 15,15-8-304-15</inkml:trace>
  <inkml:trace contextRef="#ctx0" brushRef="#br0" timeOffset="171888.88">16306 16783 641 0,'0'0'276'0,"0"0"-221"0,0 0 36 0,0 0 21 0,0 0-93 0,0 0-16 16,323-144-2-16,-304 141 12 16,2 3-1-16,-21 0 0 15,0 0 19-15,0 0-30 16,0 3 12-16,0 17 2 16,0 1-12-16,0-6-3 15,0-2-21-15,0-2 17 16,0-3-17-16,0 1 14 0,0-6-35 15,13 2 26 1,8-2-7-16,10 2 23 0,-3-2 0 16,0 5 4-16,-9 4-14 15,-19 9 20-15,0 7 3 16,0 0-3-16,0 11 39 16,-53 6-31-16,-21 7-5 15,-19 8 1-15,0-7-6 16,12-14 12-16,22-19-19 15,25-12 11-15,34-8-12 16,0 0-9-16,0 0-74 16,0-3-78-16,0-25-300 0</inkml:trace>
  <inkml:trace contextRef="#ctx0" brushRef="#br0" timeOffset="172754.39">17485 16570 223 0,'0'0'322'0,"0"0"-247"0,0 0 48 0,0 0 77 0,0 0-112 16,0 0-48-16,-13 0-37 15,44-11 29-15,10 3 8 16,-7 0 17-16,6 8-25 16,-6 0-26-16,-9 0 7 15,-3 0 4-15,-4 0-22 16,-18 0 10-16,6 12-10 16,-6 3-2-16,0 2-6 15,0 7-2-15,0 1 3 16,0-10 7-16,0 1-9 15,0-8 9-15,0-8-25 16,0 0 27-16,28 0-5 16,7 0-1-16,-8 0-1 0,-14 0 10 15,-13 0-16 1,0 24 16-16,-6 8 18 0,-63 12-15 16,4-3 9-16,3-10-1 15,3-6 27-15,25-14-2 16,13-6-8-16,21-5-28 15,0 0-21-15,0 0-49 16,0 0-186-16,0 0-276 16</inkml:trace>
  <inkml:trace contextRef="#ctx0" brushRef="#br0" timeOffset="173354.27">16455 17879 517 0,'0'0'157'0,"0"0"-73"0,0 0-26 0,0 0 27 0,0 0 33 16,0-274-61-16,0 202-51 15,0 16 7-15,0 16-12 16,0 20 2-16,13 12 5 16,-13 8 1-16,0 0 3 15,0 24 9-15,0 24-15 16,0 9-12-16,-25-1 3 15,-15-4-37-15,-7-21-416 16</inkml:trace>
  <inkml:trace contextRef="#ctx0" brushRef="#br0" timeOffset="173870.74">17063 17654 551 0,'0'0'150'0,"0"0"52"0,0 0 12 0,0 0-71 0,515-245-107 0,-314 137 26 15,26-20-60 1,15-13-2-16,-16 8 0 0,-34 14-35 15,-43 34-49-15,-44 34-212 16,-36 30-99-16</inkml:trace>
  <inkml:trace contextRef="#ctx0" brushRef="#br0" timeOffset="174536.17">17872 17613 478 0,'0'0'387'0,"0"0"-385"0,0 0 160 16,0 0-63-16,0 0-35 15,0 0-63-15,295-100-2 16,-289 100 0-16,0 0 1 16,-6 4 19-16,0 25-7 15,0 7 24-15,-6 0-33 16,-22-8-3-16,10-5 0 0,11-2-1 15,-8-9-17-15,15-4 12 16,0-5-5-16,0-3-34 16,0 0 33-16,22 9 12 15,24-5-16-15,-12 12 29 16,-9 4-19-16,-3 5 12 16,-22 11-12-16,0 0 14 15,0 0 19-15,0 0-27 16,-6 0 14-16,-50 8-18 15,-16 0 8-15,-14 4 12 16,-11-9-8-16,20-14 9 0,9-9-17 16,27-16-5-1,13 0-31-15,4-8-85 0,11-16-296 16</inkml:trace>
  <inkml:trace contextRef="#ctx0" brushRef="#br0" timeOffset="175471.08">18880 16888 589 0,'0'0'218'0,"0"0"-98"0,0 0 44 0,0 0-107 16,0 0 14-16,0 0-58 0,-53 216 1 15,41-183-6-15,0-2-7 16,-4 10 20-16,-3-5-20 16,-2-8-1-16,8-9 14 15,13-10-26-15,0-5 12 16,0-4-12-16,0 0-23 16,19 0 28-16,15 0-4 15,6 0 11-15,1 0-3 16,-7 0-1-16,0 0 1 15,-28 0-16-15,13 0-2 16,-19-8-18-16,6 0 1 16,3 3 21-16,-9-3 13 15,0 1 1-15,0-6 2 0,0-3-11 16,0 1-33-16,0-6-40 16,13 1 58-16,-13 9 24 15,0 3-16-15,0 8 19 16,0 0 30-16,0 0 4 15,0 0 7-15,0 0-15 16,0 0 0-16,0 3-22 16,0 21 45-16,0 17 0 15,-13 15 41-15,-2 4-33 16,-4 0-13-16,-3-8-19 16,16-11-23-16,6-21-4 15,0-12-22-15,0-8-9 0,0 0-107 16,0-5-176-16,0-18-432 15</inkml:trace>
  <inkml:trace contextRef="#ctx0" brushRef="#br0" timeOffset="177650.31">31041 14903 329 0,'0'0'239'0,"0"0"-186"0,0 0 32 0,0 0-61 16,0 0 4-16,0 0 33 15,0 0 1-15,0 0-54 16,0 0-3-16,-16 0 29 15,10 0 32-15,6 0-15 16,0 0-40-16,0 0 12 16,-6 0 27-16,6 0-11 15,0 0 5-15,-6 0 12 16,6 7-26-16,0-7-18 16,0 0 3-16,0 0-12 0,0 0 16 15,0 0-16 1,0 0 22-16,0 0-25 0,0 0 0 15,0 0-7 1,18 0 7-16,29 0-2 0,9-7-11 16,-4 2 10-16,-5 5-33 15,-13 0 17-15,-15 0-14 16,-13 17 29-16,-6 22 3 16,0 10 2-16,0-1-4 15,-19 4 13-15,-15-8-20 16,9-16 25-16,10-8-32 15,15-15 12-15,0-5-40 16,0 0-11-16,0 0 26 16,0 0 30-16,15 0 0 15,-8 0-5-15,-7 0 4 0,0 16-2 16,6 7 6-16,-6-2 1 16,0 10-1-1,0 2 7-15,0 3 9 0,-22 8 27 16,-37 4-10-16,-21 16-36 15,-7-7 11-15,-6-10-8 16,18-11-6-16,29-16 2 16,33-20-9-16,13 0-90 15,0-8-252-15,41-40-85 16</inkml:trace>
  <inkml:trace contextRef="#ctx0" brushRef="#br0" timeOffset="178482.99">31956 14409 590 0,'0'0'164'0,"0"0"95"0,0 0-163 0,0 0-46 0,0 0-14 16,0 0-14-16,-115 213-14 16,102-197-7-16,1-4 4 15,12-4-4-15,0 0 11 16,0 0-6-16,0 4-10 15,0-4 16-15,0 0-24 16,0 0-4-16,0-8-48 16,19 8 47-16,2-8 14 15,26 0 1-15,-7 0 4 0,7 0-7 16,-13 0 9-16,-3 0-8 16,-9 0-26-1,-10 0-27-15,-6-8-69 0,-6-4-1 16,16 0 85-16,-16 0 41 15,0 8 1-15,0 4 35 16,0 0 37-16,0 0-27 16,0 0-15-16,0 4-26 15,0 24 9-15,-16 8 50 16,-9 8-11-16,-3 0 7 16,1 4-27-16,8-4 22 15,7-11-47-15,2-9-6 0,10-16-1 16,0-8-71-16,0 0-148 15,0 0-226-15</inkml:trace>
  <inkml:trace contextRef="#ctx0" brushRef="#br0" timeOffset="179518.48">27698 15095 860 0,'0'0'78'0,"0"0"28"0,0 0 34 0,0 0-58 15,441 213-44-15,-286-166-2 16,-10 6-36-16,10-1 6 15,-21-4 0-15,-29 1-12 16,-18-10-9-16,-31-6-22 16,-25-9-115-16,-31-9-336 15</inkml:trace>
  <inkml:trace contextRef="#ctx0" brushRef="#br0" timeOffset="180285.28">31047 15155 656 0,'0'0'395'0,"0"0"-326"0,0 0 65 0,0 0-48 15,0 0-58-15,0 0 16 16,400 253-37-16,-307-209-5 16,9 0-2-16,-9-8-16 15,0 5-38-15,-6-2-54 16,-18-6-296-16</inkml:trace>
  <inkml:trace contextRef="#ctx0" brushRef="#br0" timeOffset="181063.95">28821 16387 1225 0,'0'0'40'15,"0"0"10"-15,0 0 7 0,0 0-21 0,0 0-34 0,0 0 8 16,80 200 0-16,-61-172-19 16,3-7 13-16,-4-2-8 15,-2 1-2-15,2-4-27 16,-5 4-2-16,2 5-25 16,4-1-63-16,-7-1-276 0,-12 2-111 15</inkml:trace>
  <inkml:trace contextRef="#ctx0" brushRef="#br0" timeOffset="181364.7">28681 17201 643 0,'0'0'60'16,"0"0"17"-16,0 0 22 15,0 0-75-15,0 0 16 16,0 0 19-16,-34 32 34 15,34-32 8-15,0 0-3 16,0-4-34-16,0-33-29 16,47-15-15-16,12-15 7 15,21-13-2-15,7-9-19 0,6-4-10 16,3-2 4-16,-15 2-13 16,-22 9-36-16,-7 15-1 15,-24 33-18-15,-9 25 4 16,-19 11-18-16,0 11-1 15,0 30 76-15,0 3-43 16,0 0-213-16,0-8-148 16</inkml:trace>
  <inkml:trace contextRef="#ctx0" brushRef="#br0" timeOffset="181815.12">29695 17068 625 0,'0'0'354'0,"0"0"-292"0,0 0 50 0,0 0-10 0,0 0-50 16,0 0-28-16,310 0 9 16,-251-12-31-16,-6-7-4 15,-13 2-11-15,-12 1-31 16,-15 8-17-16,-13 5-91 16,0 3-106-16,0 0-182 15</inkml:trace>
  <inkml:trace contextRef="#ctx0" brushRef="#br0" timeOffset="182013.13">29695 17068 905 0,'134'-252'113'0,"-94"227"-68"15,16 6 41-15,-4 14 21 16,-5 5-91-16,-7 0 1 15,1 0-16-15,-1 24-2 16,6-4-18-16,-12 1-128 0,-9-9-177 16,-19-4-276-1</inkml:trace>
  <inkml:trace contextRef="#ctx0" brushRef="#br0" timeOffset="182746.33">31180 16443 307 0,'0'0'708'0,"0"0"-686"0,0 0 21 0,-99 212 12 16,37-156-55-16,3-7-3 16,-3-10-23-16,16-2 12 0,15-13-1 15,9-8 15-15,16-9 38 16,6-2-24-16,0-2-14 15,0-3 17-15,12 0-30 16,35 0 26-16,21 0 4 16,-3-3 8-16,3-9-7 15,-15 12 2-15,-13 0-9 16,-6 0 4-16,1 0-6 16,-1 0-16-16,-3 0 13 15,3 0-12-15,-13 0-43 16,4 0-5-16,-12-24-1 0,2-1 0 15,-9 9 12-15,-6 13 31 16,0 3 12-16,0 0 42 16,0 0 38-16,-6 19-74 15,-22 17 7-15,10 9 7 16,-10 7 57-16,0 12-26 16,3 4-7-16,3 0-6 15,10 1-27-15,6-14-7 16,0-10-4-16,6-18 0 15,0-22-38-15,0-5-62 16,0-28-302-16,0-36-366 16</inkml:trace>
  <inkml:trace contextRef="#ctx0" brushRef="#br0" timeOffset="186010.68">24898 7335 351 0,'0'0'253'0,"0"0"-250"0,0 0 9 16,0 0 73-16,0 0-62 0,0 0 31 15,19-28 65-15,-19 48 10 16,0 12-26-16,0 12 18 15,0 7-63-15,-53 18-34 16,-21 3-11-16,0 13 4 16,8-9-25-16,-2-12 20 15,15-7-24-15,19-6 16 16,16-22-4-16,12-10 0 16,6-7-3-16,0-7-8 15,0-2-4-15,24-3 10 16,23 0 10-16,15 0-15 15,9 0 25-15,10 0-26 16,-7-3 11-16,-15-2-5 16,-9 5-3-16,-19 0 2 15,-3 0 2-15,0 0-3 0,-4 0-3 16,-2 0 20-16,-9 0-16 16,-1 0 6-16,-12-3-10 15,0-10-11-15,0-10 15 16,0 2-4-16,0-3-2 15,0 12 3-15,0-3 9 16,0 10-13-16,0-3 26 16,0 8-22-16,0 0 9 15,0 0-4-15,0 0 2 16,-12 0 4-16,-1 40 33 16,-15 16-17-16,0 13 30 15,3-2-22-15,4 5 8 0,2-3-33 16,7 0 8-1,2-14-9-15,-2-2-6 0,6-17-9 16,6-12-50-16,0-17 4 16,0-7-143-16,6-3-231 15</inkml:trace>
  <inkml:trace contextRef="#ctx0" brushRef="#br0" timeOffset="186593.3">26142 8401 139 0,'0'0'654'0,"0"0"-543"0,0 0 23 16,0 0-79-16,0 0-47 16,0 0 24-16,0 0 26 15,220-36 0-15,-167 32-50 0,-7-4 29 16,-5 5-35-16,-7-2-3 16,0-3 1-16,-22 0-17 15,13 4-27-15,-10-4-32 16,-15-3-99-16,0 6-129 15,0 1-224-15</inkml:trace>
  <inkml:trace contextRef="#ctx0" brushRef="#br0" timeOffset="186842.26">26142 8401 113 0,'-28'-261'578'15,"74"238"-562"-15,7 2 102 16,-13 10 38-16,-5 2-108 16,-8 9-46-16,-14 0 6 15,-1 0-8-15,16 0 0 16,-9 12-6-16,9 1-119 15,-10-10-170-15</inkml:trace>
  <inkml:trace contextRef="#ctx0" brushRef="#br0" timeOffset="187891.17">27723 7864 432 0,'0'0'222'0,"0"0"-129"0,0 0-16 0,0 0-13 0,0 0-19 15,0 0 33-15,183 64-25 16,-124-88-52-16,-6-8 12 16,-13 0-12-16,-12-8 13 15,-16-8-13-15,-5-4-2 0,-7-9-50 16,0 9-59-16,0 16-54 15,-41 16-24-15,-18 20 109 16,0 0 79-16,4 20 79 16,8 32 41-16,7 4 63 15,21 16-65-15,13-3-24 16,6-17-39-16,0 0-47 16,25-28-5-16,43-3 1 15,13-13 2-15,12-8 2 16,-13 0-16-16,7-17-12 15,-22-15 10-15,-18 9-51 16,-19-10-58-16,-28 1 57 16,0 12-34-16,-7-5 65 0,-45 14 31 15,5 3 36 1,7 4 6-16,6 4 104 0,12 0-48 16,16 0-42-16,6 4-56 15,0 15 10-15,0 14-4 16,0-1 22-16,0 5-10 15,22 2-18-15,2 10 5 16,10-6 1-16,-12 6-7 16,3 3 5-16,-3-4-8 15,-10-1 4-15,-12 6-9 16,0-1 9-16,0 4 3 16,-12 4 43-16,-35-4-35 15,-21 1 69-15,-6-9-77 0,-13-8 28 16,-19-3-29-16,-2-10 3 15,-19-2-5-15,21-14-13 16,13-7 7-16,19-4-46 16,15 0-30-16,19-8-532 15</inkml:trace>
  <inkml:trace contextRef="#ctx0" brushRef="#br0" timeOffset="188724.77">30405 5546 411 0,'0'0'443'0,"0"0"-269"0,0 0-89 0,0 0-63 15,0 0-5-15,0 0 0 16,0-28 14-16,13 24-8 16,2 4 31-16,-2 0-21 15,5 0 19-15,22 0-33 16,23 0 24-16,14-4-35 16,25-4 4-16,4-5-12 15,-10-2-2-15,-19-1-28 16,-15 0-38-16,-21-1 3 15,-16-2-89-15,-25-6-264 16</inkml:trace>
  <inkml:trace contextRef="#ctx0" brushRef="#br0" timeOffset="189007.65">30625 5189 603 0,'0'0'241'0,"0"0"-93"15,0 0-11-15,0 0-24 0,0 0-99 16,0 0 6-1,301-40-20-15,-248 40 0 0,-13 0-15 16,-6 0-95 0,-21 0-214-16,-13 0-366 0</inkml:trace>
  <inkml:trace contextRef="#ctx0" brushRef="#br0" timeOffset="189923.08">31568 5021 445 0,'0'0'168'0,"0"0"-161"0,0 0 42 0,0 0 42 16,0 0-7-16,0 0-53 16,19 3 74-16,2 5-34 15,7 1-3-15,9-1-26 16,4-5 25-16,5 2-57 16,-12-5 11-16,0 0-5 15,-12 0 1-15,-3 0 17 16,-1-8-34-16,-2-17 32 15,3-11-29-15,2-3-3 16,-2-2-1-16,3-3-19 0,-16 8 1 16,-6 8 14-1,0 12-7-15,0 12-20 16,-34 4 31-16,-13 0 2 16,-6 0 4-16,-2 25-1 0,14-2-1 15,16 9 7-15,13 0-8 16,3 0-2-16,9-7 8 15,0-9-8-15,0-4-2 16,0-1-6-16,21-3 8 16,26-8-8-16,-1 0 14 15,7 0-6-15,3 0 0 16,-19-8-1-16,-9-3 0 16,-6-6 1-16,-16 1-4 15,-6 8 10-15,0 4 2 0,0 4 7 16,0 0 9-1,0 0-11-15,0 0-11 0,0 0-2 16,0 0-12-16,0 20 7 16,12 13-5-16,23 3 3 15,-1 3 14-15,6-6-15 16,-3 11 8-16,3-4-1 16,-5-8-1-16,-1 1-11 15,-16-2-9-15,-8-6 8 16,-10-6 5-16,0 1 18 15,-10 13 3-15,-77 3 2 16,-18 3 18-16,-22 2-30 0,-13-9 13 16,19-8-12-16,22-8-2 15,25-8-2-15,27-4-26 16,13 4-60-16,6-4-251 16</inkml:trace>
  <inkml:trace contextRef="#ctx0" brushRef="#br0" timeOffset="198539.12">30384 2458 635 0,'0'0'29'0,"0"0"-24"0,0 0 30 0,0 0-20 0,0 0-9 16,0 0 3-16,0 0 42 16,21 0 49-16,-21 0 70 0,13 0-67 15,-13 0-50 1,0 0-26-16,0 0-12 15,0 0 2-15,15 0-2 0,-2 0-22 16,21 0 25-16,12 0-15 16,13 20 6-16,28 4 24 15,12 4-18-15,22 5-12 16,6 6-3-16,-6 17 4 16,-22 5-6-16,-18 11 6 15,-19 8 7-15,-16 8-5 16,-21 4 21-16,3-4-12 15,0-11-10-15,-3-18 3 0,9 2-1 16,6-17-7 0,1-8 4-16,-1-3-23 0,-6-14 7 15,-3-7 6-15,-3-7-51 16,6-5-33-16,-22-13-205 16</inkml:trace>
  <inkml:trace contextRef="#ctx0" brushRef="#br0" timeOffset="199651.39">31602 3493 14 0,'0'0'377'0,"0"0"-227"0,0 0-84 0,0 0 13 0,0 0 23 16,0 0-14-16,0 12 25 15,0 12-53-15,25-1 11 16,-3 10-22-16,18 11 9 15,-6-5-46-15,-3 2-14 16,-3-1 3-16,-16-8-2 16,10 1-5-16,-16-5 6 15,7-5-6-15,2-2 14 16,-9-9-21-16,-6-8 21 16,19-4-22-16,-7 0 11 15,10 0-1-15,6-37 0 0,-3-6-3 16,3-1-1-1,-16 8 1-15,-6 0-2 0,-6 3 18 16,7 5-8-16,-7 0 6 16,0 16-14-16,0 3 3 15,0 1 4-15,0 5 0 16,0 3-5-16,0 0 1 16,0 0 6-16,-25 0-15 15,-9 0 17-15,-7 3-10 16,1 10 12-16,15-13-5 15,-3 0-1-15,-6 0 0 16,16 0 2-16,-4 0 5 0,-3 0-14 16,16 0 1-1,-10 0-42-15,-3 0-277 0,-2 0-108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2:28:40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22650 7716 111 0</inkml:trace>
  <inkml:trace contextRef="#ctx0" brushRef="#br0" timeOffset="165342.24">25103 7354 325 0</inkml:trace>
  <inkml:trace contextRef="#ctx0" brushRef="#br0" timeOffset="123410.54">25813 5522 669 0</inkml:trace>
  <inkml:trace contextRef="#ctx0" brushRef="#br0" timeOffset="-140573.06">11035 12083 488 0,'0'0'171'0,"0"0"-162"0,0 0-2 16,0 0 56-16,0 0-12 16,0 0-9-16,0 0-1 15,0 4 10-15,0 0 3 0,0-4 21 16,0 4-57-1,0-4-15-15,13 0-3 16,-7 0-1-16,6-4-103 0,-12-12-31 16,0 8-35-16,0 0-125 15</inkml:trace>
  <inkml:trace contextRef="#ctx0" brushRef="#br0" timeOffset="-2839.55">23519 10575 137 0</inkml:trace>
  <inkml:trace contextRef="#ctx0" brushRef="#br0" timeOffset="18073.64">31509 12457 199 0,'0'0'0'0</inkml:trace>
  <inkml:trace contextRef="#ctx0" brushRef="#br0" timeOffset="18140.34">31509 12457 253 0,'31'-9'49'15,"-31"9"-49"-15,0 0-74 16</inkml:trace>
  <inkml:trace contextRef="#ctx0" brushRef="#br0" timeOffset="167602.74">22030 17048 107 0</inkml:trace>
  <inkml:trace contextRef="#ctx0" brushRef="#br0" timeOffset="-17856.35">20123 6549 196 0,'0'0'262'0,"0"0"-244"0,0 0-7 0,0 0 27 16,0 0-31-16,0 0 16 16,0 0-22-16,0 0 0 15,0 0 17-15,0 0 6 16,0 0-13-16,0 0 11 15,0 0 66-15,0 0 26 16,0 0-15-16,0 0-14 16,0 0-32-16,0 0-23 15,0 0-4-15,0 0-3 16,0 0-9-16,0 0 24 16,0 0-1-16,0 0 5 15,0 0-28-15,0 0 14 0,0 0-25 16,0 0 3-16,0 0-4 15,0-4-2-15,28-17 2 16,19 1 1-16,21-19 15 16,31-26 9-16,16-15 3 15,18-20-22-15,-6-9 3 16,1-7-11-16,-23 0-9 16,-24 0-7-16,-22-5-18 15,-32 4 12-15,-20 9-16 16,-7 8 33-16,0 25-1 15,0 31 6-15,-41 19 9 0,7 25 1 16,-18 0 6 0,-14 56-4-16,-14 44-1 0,18 45-9 15,21 11 5-15,29-4 0 16,12-11-14-16,0-5 13 16,28-15-14-16,37-13-6 15,9-11-37-15,7-22 1 16,6-11-150-16,-13-23 6 15,-9-29-368-15</inkml:trace>
  <inkml:trace contextRef="#ctx0" brushRef="#br0" timeOffset="-17373.07">21286 6421 634 0,'0'0'125'0,"0"0"-120"0,0 0 29 0,0 0 5 0,0 0-5 0,0 0 32 15,96 8 10-15,-31-29-7 16,10-15-8-16,-1-8 10 16,-9-4-49-16,-3-4-10 15,-21-1-8-15,-17 1-4 16,-17 4 0-16,-7 12 2 15,0 4-5-15,-19 20 6 16,-27 12-2-16,-16 0-1 16,-4 0 0-16,4 33 0 15,10 3-3-15,18 0-21 16,9 0-23-16,25-5-6 16,0-6 20-16,0-6-23 15,0-2-22-15,18-6-23 16,23-3-55-16,5-3-24 0</inkml:trace>
  <inkml:trace contextRef="#ctx0" brushRef="#br0" timeOffset="-16641.94">21748 6292 667 0,'0'0'56'0,"0"0"-52"0,0 0 12 0,0 0 5 0,0 0-12 16,0 0-1-16,180 93 57 15,-84-101-7-15,-25-25 7 16,4 0-35-16,-22-6-11 16,-19-9-18-16,-22 4 8 15,-12 0-9-15,0 11 0 16,0 17 8-16,-31 8 12 16,-37 8 21-16,15 0-20 15,-9 0-20-15,9 29 5 0,13-1-12 16,6 3 12-16,28-3-6 15,6-3 0-15,0-1-1 16,0-8 1-16,34-4-13 16,19-9 8-16,15-3-6 15,-3 0 5-15,-9 0-10 16,-10 0-22-16,-21 0 4 16,-9-11-19-16,-16-1 14 15,0-1 10-15,0 2-12 16,0 3 2-16,-7 4 39 15,-14 4 28-15,8 0 68 16,-8 0-80-16,14 28 22 0,7 16-4 16,0 4-26-1,0 12-1-15,28 4-4 0,25 8-4 16,0 9 4-16,9 19 0 16,-10 4-2-16,-24 9 8 15,-28 11 17-15,0-7 22 16,-9-9 43-16,-62-8 3 15,-25-25-33-15,9-30-36 16,-6-29 0-16,0-16-16 16,18-8-9-16,16-45-22 15,19-22 1-15,28-5-2 16,12-12-31-16,0 12-12 16,18 3-94-16,35 13-315 15</inkml:trace>
  <inkml:trace contextRef="#ctx0" brushRef="#br0" timeOffset="-6583.95">22712 7174 223 0,'0'0'287'0,"0"0"-228"0,0 0-9 15,0 0 16-15,0 0-62 16,0 0-1-16,0 0-3 16,0 0 0-16,0 0 7 15,0 0 23-15,0 0 43 16,0 0-64-16,0 0 10 0,0 0-17 15,0 0 15-15,0 0-8 16,0 0 13-16,0 0 7 16,0 0-1-16,0 0-10 15,0 0-16-15,0 0 5 16,0 0 5-16,0 0-6 16,0 0 10-16,0 0 18 15,0 0-3-15,0 0-12 16,0 0-18-16,0 0 0 15,0 0-2-15,0 0 1 0,0 0-9 16,0 0 1 0,0 0-1-16,0 0 9 0,0 0 8 15,0 0 3 1,0 0 0-16,0 0 2 0,0 0-5 16,0 0-16-16,0 0 2 15,0 0-14-15,0 0-16 16,0 0 33-16,0 0-4 15,0 0 3-15,0-16-13 16,0-15-319-16</inkml:trace>
  <inkml:trace contextRef="#ctx0" brushRef="#br0" timeOffset="-3202.81">24750 5502 1111 0,'0'0'60'0,"0"0"-52"0,0 0 46 0,0 0-53 0,415-72-1 16,-328 72 0-1,-47 0-1-15,-6 8 1 0,-21 20 11 16,-7 0 27-16,0 3-11 16,7-6 19-16,-4-5-38 15,3 1-4-15,1-13 1 16,15 3-10-16,6-7-2 15,12 0 1-15,7-4 5 16,-7 4 2-16,13 9 0 16,-9 6 7-16,-25 18 9 15,-19 15-4-15,-6 12 19 16,0 8-30-16,-31 12 10 16,-43 0 5-16,-13 0 1 15,-22-4 8-15,4-16 1 0,12-15-5 16,12-17-19-16,35-16-6 15,24-11-7-15,10-5-20 16,12 0-62-16,0 0-56 16,0 0-311-16</inkml:trace>
  <inkml:trace contextRef="#ctx0" brushRef="#br0" timeOffset="-2232.21">23299 6902 984 0,'0'0'104'0,"0"0"-77"0,0 0 90 0,0 0-66 0,0 0-3 16,0 0-33-16,396-137-3 16,-358 137-8-16,2 24 10 15,-31 24 4-15,-9 17-17 16,0 3 11-16,-28 12-7 16,-31-3 0-16,-9-10 1 15,9-3-6-15,10-15 4 16,18-18 6-16,15-10 3 15,16-13-10-15,0-4-3 16,16-4 7-16,36 0 8 16,23 0-9-16,5 0 18 0,7 0-11 15,-9-8-2-15,-4 4-11 16,-21 4 3-16,-13 0-7 16,-6 4-8-16,-12 23-3 15,-3 6-29-15,-13 7 7 16,15-4-32-16,-14-7-9 15,-7-10-140-15,0-15-663 16</inkml:trace>
  <inkml:trace contextRef="#ctx0" brushRef="#br0" timeOffset="155860.72">24716 2502 135 0,'0'0'322'0,"0"0"-214"0,0 0 4 0,0 0 78 0,0 0-79 16,0 0-33-16,0 0-16 0,0 0 12 15,15 0-42 1,-15 0 19-16,0 0-10 0,0 0-7 15,0 0-2 1,0 0-18-16,0 0 4 0,0 0-18 16,0 0 3-16,-22 0 4 15,-24 0-14-15,-19 0 7 16,-10 20-3-16,-5 4 1 16,-1 8 2-16,7 0 0 15,9 4-7-15,18 12-3 16,7 1 20-16,6 3-18 15,15-4 13-15,19-4-10 16,0-16 4-16,0 0-11 16,59-12-6-16,22-4-16 15,12-8 32-15,0-4-9 0,0 0 7 16,-19 0-15-16,-15 0-44 16,3 0-112-16,-16-27-209 15</inkml:trace>
  <inkml:trace contextRef="#ctx0" brushRef="#br0" timeOffset="156496.09">25286 2912 614 0,'0'0'266'0,"0"0"-136"0,0 0-7 0,0 0-1 0,0 0-62 15,0 0-19-15,273-5-28 16,-227 1 2-16,7-4-11 16,-25 8-8-16,-16 0 1 15,-5 0-22-15,-7 0-50 16,0 0 0-16,0 0-33 16,0 0-82-16,0 0-111 15,0 0-167-15</inkml:trace>
  <inkml:trace contextRef="#ctx0" brushRef="#br0" timeOffset="156743.44">25286 2912 1020 0,'-108'-210'67'0,"108"210"8"15,0-3 45-15,0 3-76 16,0 0 1-16,21-5 0 16,26-7 13-16,-1 9-21 15,-12-10-20-15,4 10-17 16,-17 3-4-16,-8-13-27 16,15 9-38-16,-4 4-21 15,-2-4-133-15,12 4-295 0</inkml:trace>
  <inkml:trace contextRef="#ctx0" brushRef="#br0" timeOffset="157360.58">26340 3043 255 0,'0'0'324'0,"0"0"-214"0,0 0 85 0,0 0-36 0,0 0-102 15,0 0 14-15,28 0-15 16,-15-31-5-16,-1-6-12 16,-3-11-10-16,10-4 5 15,-7-13-30-15,-12-2 12 16,0-2-13-16,0 5-2 15,0 9 3-15,0 6-8 16,0 17 4-16,0 8 0 16,0 12 0-16,0 8 2 15,0 4 11-15,0 0-13 0,0 0-9 16,-31 40-36-16,-31 16-3 16,3 8-61-16,-3-12-142 15,38-16-104-15</inkml:trace>
  <inkml:trace contextRef="#ctx0" brushRef="#br0" timeOffset="157813.42">26657 2807 510 0,'0'0'70'0,"0"0"-59"0,0 0 67 0,0 0-10 16,0 0 10-16,0 0-26 15,151 75 16-15,-98-70 1 16,9-5-17-16,3 0 16 16,10 0 6-16,12-24-28 15,-13-12-26-15,-15-4 15 0,-13-4-34 16,1-8-1-16,-19 3-14 16,-28 6-12-16,0 10-17 15,-22 9-9-15,-43 16 2 16,-28 8 50-16,6 0-3 15,7 0-6-15,-1 0 8 16,0 24-29-16,1 12-31 16,8 0-164-16,4-3-20 15</inkml:trace>
  <inkml:trace contextRef="#ctx0" brushRef="#br0" timeOffset="164071.83">27075 6408 539 0,'0'0'274'0,"0"0"-179"0,0 0 22 16,0 0-14-16,0 0-72 15,0 0 12-15,0 0-21 16,0 0 4-16,0 0 13 16,6 0 17-16,4 0 12 15,2 0-34-15,7-4 3 16,21-4-31-16,22-11 0 15,-3 10-5-15,-13 1-2 16,23-8-44-16,-17 8-21 16,-5 0-5-16,-13 0-83 15,-22-1-137-15,-12 9-298 0</inkml:trace>
  <inkml:trace contextRef="#ctx0" brushRef="#br0" timeOffset="164370.87">27345 6108 907 0,'0'0'233'0,"0"0"-105"16,0 0-42-16,0 0-59 15,0 0-19-15,0 0-10 16,158 0 2-16,-102 0-12 16,-10-5 2-16,1 5-21 15,-22-3-24-15,9-5-117 16,-22 0-315-16</inkml:trace>
  <inkml:trace contextRef="#ctx0" brushRef="#br0" timeOffset="177311.29">21249 10459 541 0,'0'0'35'0,"0"0"-29"0,0 0 32 15,0 0 6-15,0 0-31 0,0 0 62 16,0 0 19-16,-28 0-20 15,28 0 31-15,0 0-29 16,0 0-52-16,0 0-13 16,0 0-4-16,0 0 30 15,0 3-22-15,0-3-1 16,0 0-7-16,0 0-4 16,0 0-3-16,0 0 8 15,0 0-3-15,40-31-5 16,25-26 26-16,32-23-11 15,2-24-1-15,-6-12-14 16,-6-13-5-16,-19 1-24 16,-37 8-29-16,-16 16 4 15,-15 19-31-15,0 21 71 0,0 33 14 16,-40 10 30-16,-13 17 18 16,-9 4 59-16,-3 8-107 15,3 56 0-15,3 28 9 16,13 29-7-16,18 7-2 15,22 1 4-15,6-9-13 16,0-16-19-16,12-15-4 16,56-14-62-16,-3-14-123 15,4-9-89-15</inkml:trace>
  <inkml:trace contextRef="#ctx0" brushRef="#br0" timeOffset="177795.97">22071 10379 263 0,'0'0'155'0,"0"0"-41"0,0 0 25 0,0 0-10 0,0 0-30 0,0 0 0 15,359-172-52-15,-318 119-39 16,-20 13 7-16,-21-8-15 16,0 7 0-16,0 13-16 15,-9 9-25-15,-44 15-35 16,-21 4 45-16,3 4 31 16,-4 43 10-16,7-6 65 15,21-1-37-15,35-16-24 0,12-4-14 16,0-16-29-16,28-4-18 15,37 0-20-15,22 0 13 16,-6-12-96-16,-13-24-17 16</inkml:trace>
  <inkml:trace contextRef="#ctx0" brushRef="#br0" timeOffset="178412.11">22585 10002 491 0,'0'0'56'0,"0"0"-33"15,0 0-21 1,0 0 35-16,0 0-11 0,0 0 7 16,-40 88-10-16,40-72 45 15,40-16 7-15,13 8-16 16,6-8-35-16,9 0 27 15,7-8-13-15,-10-20 0 16,-13-8-22-16,-17 4-6 16,-8-4-10-16,-20 0-4 15,-7 7 0-15,0 9-14 16,-19 12-3-16,-37 8-34 16,-3 0 54-16,-9 28 2 0,9 16 5 15,13-3 6 1,24-10-7-16,22-6-5 0,0-9-30 15,0-16-31-15,34 0-12 16,19 0 47-16,3 0-6 16,-4-5 18-16,-5-18-15 15,-19 2-12-15,-10 1 2 16,-18 1 15-16,0 15-14 16,0-1 22-16,0 5 16 15,-6 0 65-15,-22 0-6 16,10 33-2-16,-4 7 59 15,22 4-9-15,0 8-50 16,0 0-45-16,62 4 0 16,-3 8 4-16,9 8-12 15,-15 5-8-15,-1 7 4 0,-30 4-10 16,-16 9-11-16,-6-1 6 16,-15-12-14-16,-72-7 24 15,-31-30 5-15,-15-19 18 16,-16-28 7-16,34 0-18 15,16-48-7-15,34-32-1 16,37-5-158-16,28 2-61 16</inkml:trace>
  <inkml:trace contextRef="#ctx0" brushRef="#br0" timeOffset="180793.2">24824 9516 156 0,'0'0'295'0,"0"0"-234"0,0 0 14 0,0 0-51 15,0 0-9 1,0 0 36-16,0 0 73 0,0 0-24 16,0 0 18-16,0 0-50 15,0 0 7-15,0 0-22 16,0 0-4-16,0 0-18 16,0 0 0-16,0 0-22 15,0 0 2-15,6 0-22 16,28 0 17-16,19-12-9 15,21 1 6-15,-15-6 0 16,16 13-3-16,-1 4 0 16,-15 0-5-16,0 0-2 15,-3 0 1-15,-31 13-28 0,3 34 18 16,-28 6 0-16,0 11 10 16,0 4 12-16,-47 0-3 15,-6-11-3-15,13-18 1 16,18-14-3-16,10-17-11 15,12-8-25-15,0 0-91 16,12 0 16-16,41 0 68 16,15 0 45-16,7 0 0 15,-4 0 0-15,-3 0 2 16,-27 0 2-16,-17 0-1 16,-24 16 11-16,0 15 89 15,-31 5 19-15,-43 5-54 0,-13-5-29 16,-6-4-13-16,-15 4-2 15,2-7-24-15,13-1 0 16,-3-9-43-16,43-7-67 16,13-4-325-16</inkml:trace>
  <inkml:trace contextRef="#ctx0" brushRef="#br0" timeOffset="183359.93">23767 11012 278 0,'0'0'308'0,"0"0"-235"0,0 0 45 0,0 0-17 0,0 0-66 16,0 0 45-16,-6 9 8 0,6-9 15 15,0 0-37-15,0 0-33 16,0 0 23-16,0 0-40 16,0-33 21-16,0-23-30 15,0 0-7-15,0-20 7 16,0-5-2-16,-7 1-5 15,7 12-24-15,0 8 20 16,0 16-1-16,0 20-4 16,-6 16 18-16,-9 8-7 15,8 0 7-15,-17 12-8 16,-11 28-1-16,-5 8-57 16,12 0-36-16,10-3-104 0,11-14-133 15,1-10-18 1</inkml:trace>
  <inkml:trace contextRef="#ctx0" brushRef="#br0" timeOffset="183704.97">23987 10728 195 0,'0'0'317'0,"0"0"-268"16,0 0 39-16,0 0-38 15,0 0 11-15,0 0 0 0,248 52 25 16,-174-68 15-16,1-20-24 16,-4-12-25-16,-15 4 21 15,-10-9-57-15,-21 5-16 16,-25 12-4-16,0 8 1 15,0 19-2-15,-53 9 10 16,-21 0 10-16,-19 17-13 16,6 23-4-16,13 0-51 15,15 1-52-15,12-5-108 16,26-8-194-16</inkml:trace>
  <inkml:trace contextRef="#ctx0" brushRef="#br0" timeOffset="187934.49">20771 11525 339 0,'0'0'217'0,"0"0"-175"0,0 0 34 16,0 0 17-16,0 0-30 16,0 0 15-16,0 0-17 0,0 13-3 15,16-13-5 1,-4 4 22-16,10 0-19 0,3 0-15 15,3 0-13-15,18 0 2 16,7-1-11-16,0 2-14 16,9-5 24-16,3 3-18 15,3-3 24-15,-3 0-22 16,3 0 14-16,7 0-13 16,-4 0 0-16,10-8 2 15,-1-3-16-15,7 3 19 16,-6-4-17-16,-7 7 10 15,1 2-9-15,-10-2 15 16,9 5-16-16,1 0 6 16,-4-3-8-16,3-6 0 15,1 6 0-15,5-10 5 0,-2 5-12 16,-4 1 14-16,1-1-12 16,-10 8 20-16,9 0-22 15,-21 0 7-15,21 0 0 16,-15 0-1-16,16 0 2 15,5 0-3-15,1-5 10 16,-7-3-10-16,13 5 10 16,-16-5-14-16,-9 8 6 15,4 0 0-15,-20-5 0 16,1 5-1-16,8-4-3 16,-2 1 8-16,0 3-9 15,21-8 12-15,-15 8-15 0,9 0 16 16,-9 0-16-1,-3 0 8-15,-3 0 0 0,0 0-1 16,-1 0 1-16,4 0-2 16,-3 0 6-16,12-5-9 15,-9 2 14-15,-4 3-14 16,1 0 9-16,0-9-5 16,3 9 1-16,-4 0 0 15,1 0 0-15,6 0 3 16,22 0-8-16,-7 0 14 15,0 0-16-15,-8-4 17 16,8 0-20-16,-6 4 10 0,-9 0 0 16,0 0 0-1,15-3 5-15,-15 3-10 0,10-5 14 16,-17-3-18-16,-5 8 8 16,-1-3-7-16,-5 3 14 15,5 0-10-15,-6-5 5 16,10-3-1-16,-3 8 0 15,11-7 2-15,-23 2-5 16,5 2 11-16,-15 3-13 16,3 0 16-16,-1 0-17 15,-2 0 12-15,22 0-6 16,-13 0 5-16,0 0-2 16,6 0-3-16,-15 0 4 0,-3-8-8 15,6 8 12 1,-3 0-14-16,2 0 14 0,-8 0-14 15,-3 0 6-15,-10 0-13 16,-6 0-17-16,0-13-84 16,0 1-107-16,-56 4-802 15</inkml:trace>
  <inkml:trace contextRef="#ctx0" brushRef="#br0" timeOffset="191082.99">21140 13010 605 0,'0'0'69'0,"0"0"18"0,0 0 53 0,0 0-83 0,0 0 2 16,0 0-2-16,0 0 14 15,0 0 3-15,0 0-23 16,0 0 4-16,28 0-23 16,13-13 7-16,18-26-21 15,-1-18 15-15,11-15-31 16,-10-9 1-16,-4-10 5 0,-8 2-13 15,-22-15 5-15,-4-5-6 16,-14 1-6-16,-7 16-16 16,0 12 22-16,0 20 1 15,0 24-9-15,-22 11 25 16,-9 18-11-16,-3 7 9 16,0 0 10-16,-7 7-16 15,-5 50-3-15,-1 19 10 16,19 20-10-16,4 21 14 15,17-5-12-15,7 5-4 0,0-17 2 16,0-4-3 0,7-20-24-16,58-16-10 0,3-12-11 15,37-16-21-15,-8-7-2 16,-4-5-118-16,-22-9-302 16</inkml:trace>
  <inkml:trace contextRef="#ctx0" brushRef="#br0" timeOffset="191514.78">22055 12858 555 0,'0'0'142'0,"0"0"-14"0,0 0-25 0,0 0-48 16,0 0-39-16,0 0 18 15,96 28-22-15,-37-28 26 16,9 0-5-16,4-28 42 16,-10-16-38-16,3-13-23 15,-19 4 2-15,-12-11-15 16,-21 8-1-16,-13 9-6 15,0 11 2-15,0 23-31 16,-53 13 28-16,-34 0-6 16,-6 28 13-16,0 21 2 0,13-5 11 15,33 4 10-15,25-12-21 16,22-4-1-16,0-12-1 16,22-17-5-16,65-3-47 15,6 0-13-15,12 0-52 16,-15-27-115-16,3-5 25 15,-28 0-199-15</inkml:trace>
  <inkml:trace contextRef="#ctx0" brushRef="#br0" timeOffset="192098.18">22650 12524 542 0,'0'0'157'0,"0"0"-112"0,0 0-6 15,0 0-39-15,0 0-31 16,0 0 21-16,-6 52 10 16,6-24 4-16,0 0-1 15,28 5 24-15,12-5-3 16,7-12 33-16,0-8-31 16,27-8-14-16,-9 0-3 15,3 0-8-15,-15-44-1 16,-19-12 0-16,-9 7-34 15,-25-3-73-15,0 16 26 0,0 16 46 16,-13 12 35-16,-39 8 93 16,-1 0 61-16,3 5-134 15,4 18-20-15,6 1 5 16,9 1 2-16,31 14 64 16,0-6-39-16,0-5-2 15,0 0-27-15,18-4-3 16,29 4-3-16,-1 0 0 15,-5 0 0-15,11 0 6 16,4 0-9-16,-3 1 13 16,-7-6-14-16,-12-2-7 15,7-1-44-15,-16 7-53 16,-4 13 27-16,-21 9 75 0,0 15 7 16,-6 8 2-1,-62 0 26-15,21 0 80 0,-5-11-64 16,5-14 6-16,19-11-35 15,-12-19-5-15,0-5-7 16,-1-5 7-16,1-2-3 16,15-5 43-16,-3 0 36 15,28 0-56-15,0-36-28 16,0-33-68-16,75-14-254 16,11-6-223-16</inkml:trace>
  <inkml:trace contextRef="#ctx0" brushRef="#br0" timeOffset="196860.05">11228 12901 245 0,'0'0'139'0,"0"0"-38"0,0 0-7 0,0 0-23 0,0 0-21 16,0 0 32-16,0 0-13 16,6 0-50-16,-6 0 38 15,0 0 14-15,0 0-10 16,0 0-16-16,0 0-8 15,0-4-22-15,0-7-15 16,6 6 5-16,-6-7 2 16,22 1-1-16,-16 3 3 15,-6-1-11-15,12 1 4 16,4-4-3-16,2-8 1 16,4 0 0-16,3-4-2 15,15 0 8-15,-12 8-17 16,-9 3 14-16,-4 10-6 0,-2-5 6 15,-7 8 12-15,6-4-5 16,-2-4-5-16,8 0 1 16,-5-8-6-16,14-1 1 15,8-6 9-15,-4 10-18 16,3 2 19-16,-19 2-19 16,10 1 16-16,3 0-11 15,-3 5 3-15,3-10 0 16,6 5-6-16,-10 4 13 0,-2 1-18 15,-3-5 20 1,9 3-16-16,-10-3 10 16,10-4-3-16,13 4 0 15,-1-8 0-15,0 0-3 0,-6 0 11 16,7 0-13-16,-1 0 16 16,-9 8-22-16,3 0 19 15,-6 4-17-15,-3-1 10 16,9 2-1-16,0-2 0 15,0-2 3-15,-3-1-7 16,-3 0 11-16,0 0-17 16,-16 3 21-16,16 5-22 15,-9-3 19-15,15-5-8 16,-6 4 0-16,3-4 2 16,9 3-5-16,-12-3 8 0,-3 8-13 15,-3 0 16-15,-4 0-16 16,-2 0 17-16,15 0-9 15,-10 0 5-15,7 0-1 16,-9 0 1-16,3-3-3 16,2-5-4-16,4 4 8 15,-15-1-4-15,15 5-2 16,-4-3 9-16,-2 3-6 16,-3-5 7-16,-4 5-10 15,-2-3 3-15,11 3-3 16,-14 0 4-16,8-8-11 15,10 8 15-15,-9 0-8 0,3 0 9 16,-16 0-13 0,6 0 4-16,1 0 0 0,-4 0 1 15,3 0 2-15,-6 0-1 16,1 0 9-16,21 0-12 16,-16 0 13-16,10 0-15 15,-10 0 10-15,0 0-7 16,4 0 0-16,-10 0 0 15,0 0-1-15,7 0 4 16,15 0-14-16,-4 0 22 16,4 0-18-16,0 0 20 15,-3 0-16-15,-9 0 3 16,2 0 0-16,-12 0-6 16,10 0 6-16,-4 0-6 15,1 0 14-15,-7 0-19 0,0 0 22 16,10 0-11-16,8 0 2 15,-8 8-1-15,-4-5-1 16,1 2 0-16,2-2 0 16,-2 2 5-16,-7-1-14 15,0 0 16-15,10 0-20 16,-4-1 18-16,-6-3-11 16,7 0 6-16,-4 8-8 15,-3-3-1-15,-6-1 9 16,6-4-4-16,-6 0 7 0,13 0-13 15,-7 4 18 1,0 0-15-16,10-4 10 16,-10 8-6-16,0-5 2 0,6 2 1 15,4-2-2-15,-10 2 7 16,0-1-11-16,0 4 12 16,1-4-12-16,-7 3 15 15,6 1-21-15,3-3 18 16,-9-1-12-16,19 4 6 15,-19-4 0-15,6-4-4 16,-6 0-1-16,0 0 4 16,0 0-18-16,0 4 11 15,0 1-29-15,0 2-8 16,6 1 31-16,-6-4-4 16,0 8 9-16,0-7-46 15,0-5-100-15,0 0-176 0</inkml:trace>
  <inkml:trace contextRef="#ctx0" brushRef="#br0" timeOffset="197710.88">13860 12488 282 0,'0'0'267'0,"0"0"-248"0,0 0 15 0,0 0-16 16,0 0-18-16,0 0 0 16,0 0 0-16,0 0 22 15,0 0 35-15,0 0 78 0,0 0-64 16,0 0-44-16,0 0-27 16,0 8 0-16,0-3-2 15,0-2 2-15,0 9 4 16,16-4 1-16,-10 5 36 15,12-10-6-15,-18 1-8 16,28-4-23-16,-15 0 10 16,2 0-9-16,4 0-4 15,-7 0 5-15,4 0-6 16,-4 0 4-16,0-15-3 16,4-10-1-16,-10-3 5 15,0-8-3-15,-6 8 0 16,0 4 1-16,0 4 4 15,0 7 11-15,0 10 15 0,0-5-6 16,0 8-22-16,0-8-5 16,0 8-23-16,0 0-13 15,0 0-22-15,0 0-114 16,0 16-92-16</inkml:trace>
  <inkml:trace contextRef="#ctx0" brushRef="#br0" timeOffset="200444.64">10353 14024 262 0,'0'0'154'0,"0"0"-34"0,0 0-67 0,0 0-51 16,0 0 9-16,0 0-3 15,0 0 27-15,0 0-25 16,0 0 34-16,0 0 19 16,0 0 2-16,0 0-17 15,0 0 5-15,0 0-16 0,0 0-8 16,0 0 18-16,0 0-31 16,0 0 21-16,0 0-22 15,0 0 19-15,0 0-17 16,0 0-6-16,0 0 7 15,0 0-12-15,0 0-6 16,0 0-4-16,0 0 1 16,6 5 5-16,1 3-9 15,5-1 10-15,-6 1-8 16,3 0 10-16,4-3 0 16,-1 3 1-16,-6-1-2 0,4 1-4 15,2 5 9-15,1 3-15 16,2-4 15-16,-2-4-15 15,-13 8 7-15,18-9-1 16,-12 6 0-16,4-2 2 16,-4-6-5-16,6 7 10 15,1-4-7-15,8 3 6 16,-2 6-7-16,-4-6 9 16,-2 6-12-16,5-9 4 15,4 3 0-15,-9 2 0 16,8-5 5-16,-2 4-14 15,-7 0 20-15,4 0-24 0,9 0 29 16,-4 4-14 0,4 1-1-16,-3-9-2 0,6 7-3 15,-10-7 4 1,1 5 1-16,3-10 8 0,-10 9-16 16,-6-4 15-16,10-3-16 15,-10 3 17-15,22 0-8 16,-10-1-1-16,10 1-2 15,-9 0 1-15,9 0 1 16,3 1 0-16,3-1 4 16,-6 0-10-16,-3 0 20 15,3 0-25-15,-1-1 14 16,8 1-3-16,-17-8 3 16,-5 8-2-16,14-8 7 15,-14 0-1-15,2 0-10 0,-2 8 11 16,-1-3-12-16,-6-1 9 15,1 4 3-15,14-5-6 16,-8 2 5-16,8-2-4 16,-8 2-2-16,9-1 8 15,-4 0-8-15,1 0-2 16,2 0 10-16,-8 0-16 16,15 4 14-16,-10-5-6 15,4 6-1-15,-3-5 0 16,-4 0-9-16,4 4 20 0,-1-8-21 15,10 8 20 1,0-5-15-16,-3 2 12 0,3-1-11 16,12 4 4-16,1-4 0 15,-17 0-2 1,4-4 6-16,0 0-11 16,-3 0 16-16,3 0-12 0,6 0 12 15,-9 0-14-15,9 5 6 16,6-5-1-16,0 3 0 15,1-3-6-15,-1 0 6 16,-15 0-2-16,3 0-12 16,-16 0 24-16,10 8-19 15,-10-8 16-15,16 4-13 16,-9-4 6-16,15 0 0 16,6 0-1-16,7 0 5 15,-1 0-9-15,-5 0 13 16,-14 0-13-16,14 0 15 0,-23 0-20 15,10 0 9-15,-3 0-2 16,3 0 2-16,-9 0 2 16,2 0-7-16,13 0 14 15,1 0-13-15,-11 0 11 16,4 0-12-16,-3 0 8 16,3 0-3-16,12 0 1 15,1 0 0-15,-1 0-1 16,0 0 6-16,1 0-11 15,-1 0 12-15,-15 0-10 16,9 0 16-16,-6 0-24 16,-4 0 17-16,-2 0-5 0,-3 0 0 15,-4 0 0-15,-2 0-3 16,-7 0 10-16,6 0-18 16,10 0 21-16,-3 0-18 15,2 0 14-15,10-4-6 16,-3-4 0-16,-6 8 0 15,3-3 0-15,-13-2 0 16,4 5-7-16,8-4 14 16,-8 0-11-16,-4 0 14 15,10 0-13-15,-3 0 4 16,-7-1-2-16,22 2 0 16,-12-1 1-16,-10 0 0 15,7 4 9-15,3-8-20 0,-10 4 23 16,16-9-24-16,-10-2 14 15,4-1-2-15,3 0 1 16,-3 4 1-16,-10-1-2 16,-6 13 0-16,0 0-3 15,-6-8 11-15,0 8-16 16,10 0 19-16,-10 0-19 16,0-3 13-16,0 3-5 15,6-5 1-15,-6 5-1 16,0 0 0-16,0 0 2 15,0-7-8-15,0 7-7 16,0 0 0-16,0-8-53 0,0-8 12 16,0-1-40-16,0-7-63 15,0 9-42-15,0 2-120 16</inkml:trace>
  <inkml:trace contextRef="#ctx0" brushRef="#br0" timeOffset="201156.74">13956 14405 160 0,'0'0'305'0,"0"0"-305"0,0 0 12 0,0 0-13 16,0 0 2-16,0 0 24 15,0 0 56-15,0 9 4 16,0-9 22-16,0 0-25 16,0 0-27-16,0 0-37 15,19 0 21-15,-7 0-4 16,10 0-7-16,-4 0-15 16,-2 0-4-16,3 0 20 15,-7 0-20-15,10 0 3 0,-10 0-12 16,10 0 3-1,-16 0 5-15,6 0-8 0,-12 0 0 16,22 0 5-16,-16 3-2 16,-6 13-1-16,0 4 19 15,0 4-2-15,0 4 16 16,0 5-34-16,-28-2 3 16,4 10-4-16,-4-10 0 15,6-6-2-15,16-5 4 16,6-12-7-16,0-4-30 15,0-4-51-15,0 0-107 16,6-21-81-16</inkml:trace>
  <inkml:trace contextRef="#ctx0" brushRef="#br0" timeOffset="212496.13">24356 12159 516 0,'0'0'38'0,"0"0"35"0,0 0 55 0,0 0-24 15,0 0-47-15,0 0-14 16,0 0-26-16,0-4-5 16,0 4 32-16,0 0 3 15,6 0 26-15,-6 0-25 16,0 0 7-16,0 0-10 16,6 0 4-16,16 0-25 15,12-4-9-15,19-16 7 0,-1-3-11 16,23-6 12-16,12 1-18 15,6-4-3-15,-13 20 5 16,-5 0-14-16,-16 12 8 16,-25 0-5-16,-3 12-5 15,-22 40 9-15,-9 28-8 16,-9 12-12-16,-56 13 15 16,-16-1-49-16,7 8 28 15,2-7-15-15,4-5 26 16,15-12 15-16,13-16 0 15,28-15 22-15,12-21-21 16,0-13 16-16,31-6-10 16,43-13 7-16,13-4-5 0,12 0 13 15,3 0-12-15,4 0 7 16,-13 0-6-16,3 0-10 16,-31 0-2-16,3 0-15 15,-21 0-48-15,-41 0-105 16,-6 24-292-16</inkml:trace>
  <inkml:trace contextRef="#ctx0" brushRef="#br0" timeOffset="213430.03">23655 13627 86 0,'0'0'69'0,"0"0"-67"0,0 0 65 0,0 0 3 0,0 0 79 15,0 0-15 1,0 0-26-16,0 9-28 0,0-9-9 16,0 8-28-16,0-1-3 15,0 1-20-15,0 5 3 16,0-10 20-16,0-3-22 16,0 5 39-16,0-5 15 15,0 0 4-15,0 0-27 16,0 0-2-16,0-21-23 15,0-15-27-15,0-12 1 16,0-8-2-16,0-9 1 16,19 1 0-16,-7 0-7 15,-12 9 1-15,0 14 0 16,0 18-29-16,0 14 31 16,0 9-4-16,0 0 7 15,0 0 1-15,0 9 3 16,-12 30 0-16,-29 9 4 0,-24 20-14 15,-3-7 2-15,-13-9-14 16,35-8-120-16,6-12-113 16,33-8-184-16</inkml:trace>
  <inkml:trace contextRef="#ctx0" brushRef="#br0" timeOffset="213828.75">23788 13547 667 0,'0'0'116'0,"0"0"-58"0,0 0-8 0,0 0-21 0,0 0-12 16,0 0 10-16,106 80-16 15,-53-71 55-15,2-9 7 16,-8 0 19-16,6 0-63 16,-1-33 8-16,-5-15-11 15,-13-9-26-15,-12 2-4 0,-16 2-56 16,-6 9-33-1,0 16-13-15,-34 12 26 0,-19 16 24 16,-21 0 56-16,21 16 9 16,-22 25-2-16,23 7 21 15,24-1 13-15,9-3-41 16,4-3-293-16</inkml:trace>
  <inkml:trace contextRef="#ctx0" brushRef="#br0" timeOffset="-198348.51">27258 11525 75 0,'0'0'474'0,"0"0"-459"0,0 0 49 0,0 0 49 16,0 0 4-16,0 0 43 16,0 0-60-16,0 8-10 0,-9-3-23 15,-16-1-28-15,19-4-5 16,-16 8-22-16,3-4 11 16,-8 0-11-16,-1-1 33 15,15 2-20-15,-5-5 23 16,18 3-20-16,0-3 4 15,0 0-14-15,0 0-12 16,0 0 2-16,0 0-6 16,0 0-4-16,24 0-14 15,23 0 10-15,21-3 12 16,19-13-3-16,-6 4-3 16,-1 4-11-16,-15 0-12 15,-3 8-29-15,-15 0-4 16,-22 0-21-16,9 0 13 0,-28 0-60 15,-6 0-60-15,0-5-172 16</inkml:trace>
  <inkml:trace contextRef="#ctx0" brushRef="#br0" timeOffset="-197993.89">27029 11132 1045 0,'0'0'53'0,"0"0"37"0,0 0-19 0,0 0-2 15,0 0-37-15,0 0 17 16,300 16-31-16,-207-16-8 16,-12 0-10-16,-7-11-11 15,-5-9-50-15,-38 4-81 0,9-4-174 16,-18 7-522-16</inkml:trace>
  <inkml:trace contextRef="#ctx0" brushRef="#br0" timeOffset="-197416.03">28474 10767 809 0,'0'0'68'15,"0"0"-26"-15,0 0 55 16,0 0-75-16,0 0-17 16,0 0-4-16,-22 109 17 0,22-93 13 15,15-4 63 1,19-8-48-16,13 0 8 0,24-4-40 15,32 0 21 1,24-20-7-16,0-32 1 0,0-21-9 16,-15 1-13-16,-26-12-7 15,-17-4 5-15,-23 4 4 16,-27 4-9-16,-19 23 0 16,0 6-15-16,-65 22 11 15,-22 22 1-15,-22 7 3 16,-18 7 0-16,-25 45 0 15,3 9-4-15,16-1-12 16,34-1 9-16,31-2-64 16,43-1-29-16,25-8-72 0,0-4-26 15,31-8 17-15,49-12-51 16</inkml:trace>
  <inkml:trace contextRef="#ctx0" brushRef="#br0" timeOffset="-197150.82">29608 10567 585 0,'0'0'247'0,"0"0"-54"0,0 0-42 15,-18 233-88-15,-10-153-27 16,3-3-14-16,-3-5-14 16,-6-16-8-16,22-1-6 15,-10-10 1-15,10-18-35 16,-1-2-13-16,-9-14-102 16,-2-11-164-16,24 0-246 15</inkml:trace>
  <inkml:trace contextRef="#ctx0" brushRef="#br0" timeOffset="-196433.65">30272 9958 899 0,'0'0'109'0,"0"0"-23"0,0 0 27 0,0 0-48 0,0 0-27 16,0 0-31-16,-109 148 25 16,57-83-15-16,-1-6 2 15,13-10-19-15,18-13 0 16,3-13-1-16,19-2-6 15,0-9 0-15,0-4-8 16,7-5 2-16,39 10 17 0,1-9-10 16,8-4 12-1,11 0-5-15,8 0-1 0,-3 0-3 16,-9 0 3-16,-9-17-18 16,-13 9-3-16,-12 1-9 15,-9-6 27-15,-13 2-20 16,0-1 23-16,4-4-10 15,-10 3 10-15,0 1-1 16,0 1 5-16,0-2-8 16,0 9 10-16,0 4-6 15,0 0 0-15,0 0 42 16,0 4-21-16,-16 37 2 16,4 11-4-16,-7 4 5 0,-3 0-24 15,16-4 10 1,-6 0-15-16,2-4 7 0,-2 1-4 15,-7-10-5-15,4-11 3 16,-4-3-17-16,19-22-40 16,-6 10-89-16,6-13-191 15,0 0-266-15</inkml:trace>
  <inkml:trace contextRef="#ctx0" brushRef="#br0" timeOffset="-195918.48">30898 10647 576 0,'0'0'240'0,"0"0"-161"0,0 0-30 0,0 0 36 0,0 0-31 16,289-204 37-16,-215 143-53 15,0 10-2-15,-15-6-23 16,-18 1 8-16,-7 4-18 16,-22 0 5-16,1 12-7 0,-13 8-1 15,0 15 15-15,0 6-12 16,-25-1 43-1,-37 12-40-15,15 0-5 0,-12 0-1 16,13 0-3-16,-1 0-1 16,-2 31 2-16,12 2-1 15,2 15 6-15,8 0-7 16,20 0 11-16,7 4-15 16,0-7 10-16,7-1-11 15,45 0-19-15,16-4 2 16,1 4 12-16,-4 5-1 15,-13 6 13-15,-17 1-41 16,-29 8 36-16,-6-15-6 16,0-1 13-16,-53-16 0 15,-46-12-100-15,-28-8-180 0,-16-12 34 16,25 0-267-16</inkml:trace>
  <inkml:trace contextRef="#ctx0" brushRef="#br0" timeOffset="-195251.78">27937 11497 561 0,'0'0'199'0,"0"0"-84"0,0 0 15 0,0 0-90 15,0 0 15-15,341 69 19 16,-133-69-2-16,59 0-32 16,49-8 4-16,37-28-4 15,23 0-16-15,5 3 27 16,-21 10-38-16,-26 7-8 16,-39 3-10-16,-69 6-9 15,-52 7-48-15,-59 0-97 16,-75 0-459-16</inkml:trace>
  <inkml:trace contextRef="#ctx0" brushRef="#br0" timeOffset="-187591.7">28774 13066 262 0,'0'0'405'0,"0"0"-306"0,0 0 13 0,0 0 34 16,382 20-52-16,-249-92-17 15,0-12-9-15,-12-13-26 16,-21-7 6-16,-38 4-33 16,-25 8 12-16,-37 3-23 15,0 13-6-15,-31 15 2 0,-72 22-2 16,-2 27-13-16,-28 12 10 16,-1 23 0-16,-8 46 5 15,8 19-4-15,29 12-1 16,24 0-2-16,47-3-76 15,34-17-97-15,0-24-276 16</inkml:trace>
  <inkml:trace contextRef="#ctx0" brushRef="#br0" timeOffset="-187224.53">30225 12640 1059 0,'0'0'97'0,"0"0"3"0,0 205-36 0,0-136-59 0,0-2-5 15,0-2-9-15,0-9-28 16,0 0-62-16,-34-20-62 15,-6-23-261-15</inkml:trace>
  <inkml:trace contextRef="#ctx0" brushRef="#br0" timeOffset="-186593.2">30973 12164 618 0,'0'0'376'0,"0"0"-276"0,0 0-9 0,0 0-73 0,0 0-14 0,0 0 6 16,133 0-8-16,-93 0-4 15,-6 8 15-15,-15 23-8 16,-10 13 0-16,-9 9 9 16,0-1-10-16,0 8 4 15,-15-8-8-15,2-12 0 0,13-7-2 16,0-18-5-1,0 1 6-15,0-16-25 0,41 8 22 16,18 0-18-16,3 1-1 16,-10 7-5-16,-39 7 22 15,2 18 6-15,-15-2 23 16,0 6 43-16,-56 15-31 16,-24-8 35-16,-13 4-36 15,-6-7 15-15,12 2-37 16,6-10-9-16,35-13-3 15,12-8-72-15,15-16-95 16,13 8-497-16</inkml:trace>
  <inkml:trace contextRef="#ctx0" brushRef="#br0" timeOffset="-168640.85">28452 6789 543 0,'0'0'30'0,"0"0"-14"0,0 0 134 0,0 0 51 0,0 0-62 16,0 0-18-16,-19 12-18 16,19-40-10-16,0-24-51 15,0-24 15 1,28-20-27-16,31-37 0 0,15-23-22 16,-2-12-3-16,-10-1-4 15,-28 20 1-15,-28 25 1 16,-6 28 2-16,0 36-9 15,0 24 18-15,-15 16-22 16,-4 16 8-16,-3 4-11 16,4 0-56-16,-10 16 26 15,9 44-4-15,-9 16 6 0,3 17-10 16,-21 10-65-16,-28 6-192 16,5-5-552-16</inkml:trace>
  <inkml:trace contextRef="#ctx0" brushRef="#br0" timeOffset="-168274.19">29301 6152 671 0,'0'0'206'0,"0"0"-180"0,0 0 129 15,-279 240-57-15,199-147-41 16,12 3 1-16,9 8-35 15,12-8-3-15,1-7-13 16,18-9-6-16,15-16 15 16,7-17-26-16,-3-9 10 15,3-7-14-15,-7-11-6 0,1-7-50 16,-4-13-74 0,4 0-240-16</inkml:trace>
  <inkml:trace contextRef="#ctx0" brushRef="#br0" timeOffset="-167775.82">30278 5746 138 0,'0'0'561'0,"0"0"-523"15,0 0 101-15,0 0 18 16,-353 89-89-16,291-25 26 15,-10 21-50-15,10 15 10 16,3 11-30-16,25 5 18 16,6-3-25-16,28-5-1 15,0-19-16-15,41-13 0 16,27-16-3-16,19-11-1 0,6-21-3 16,15-25 14-16,-2-3-3 15,-7-12 2-15,-25-32 3 16,-27-3 1-16,-35-2 13 15,-12 9-10-15,0 8-10 16,-77 20 3-16,-38 12 2 16,-18 31-16-16,6 41 16 15,18 13-12-15,44-4 4 16,43-13-17-16,22-20-110 16,34-24-234-16</inkml:trace>
  <inkml:trace contextRef="#ctx0" brushRef="#br0" timeOffset="-107560.8">31360 9264 528 0,'0'0'129'0,"0"0"-124"0,0 0 51 16,0 0 40-16,0 0-50 16,0 0-18-16,0 0 1 0,0 0 12 15,0 0-5 1,0 0 69-16,0 0-44 0,0 0-6 15,0 0-39-15,0 0 19 16,0 0-7-16,0 0-7 16,0 0-8-16,0 0-5 15,0 0-4-15,0 0 1 16,0 0 19-16,0 0-17 16,0 0 22-16,0-12-28 15,47-29 16-15,21-11-1 0,25-15-15 16,-12-2-2-1,5 9 0-15,-20 4-3 0,-17 16-46 16,-12 11 17-16,-21 14-42 16,-16 15-33-16,0 0-65 15,-22 0-210-15</inkml:trace>
  <inkml:trace contextRef="#ctx0" brushRef="#br0" timeOffset="-107258.99">31221 8871 888 0,'0'0'127'0,"0"0"-91"0,0 0 39 0,0 0 41 0,0 0-71 16,93 216-11-16,-53-164-26 16,7-8-7-16,-7 1 1 15,0-5 4-15,-6-4-12 16,-15-4-19-16,3 0-11 16,-16-4-51-16,0-11-89 15,0 2-216-15</inkml:trace>
  <inkml:trace contextRef="#ctx0" brushRef="#br0" timeOffset="-106726.81">32470 9264 132 0,'0'0'510'0,"0"0"-453"0,0 0 4 0,0 0 134 0,0 0-96 15,0 0-42-15,0 19-4 0,0-19-12 16,0-19 29-1,0-29-32-15,0-12-5 0,7-9-10 16,-7-7 7-16,0 0-29 16,6-5 7-16,-6 6-8 15,0 6-3-15,0 17 1 16,0 16-14-16,0 24 12 16,0 8-9-16,0 4 7 15,-19 0-18-15,-15 4 13 16,0 28-67-16,-6 16-41 15,9-3-30-15,3-1-241 16</inkml:trace>
  <inkml:trace contextRef="#ctx0" brushRef="#br0" timeOffset="-106344.6">32783 9228 307 0,'0'0'204'0,"0"0"-160"16,0 0-1-16,0 0 26 15,0 0 31-15,0 0 7 16,317 19 45-16,-252-63-70 0,3-8 36 16,-15-4-75-16,-25 0 1 15,-22 4-27-15,-6 0 2 16,0 4 7-16,-53 4-24 16,-9 8-1-16,-3 16 14 15,-3 15-15-15,-7 5 1 16,-11 20-2-16,5 32-4 15,16 9-42-15,18-1-81 16,13-4-305-16</inkml:trace>
  <inkml:trace contextRef="#ctx0" brushRef="#br0" timeOffset="-105212.56">31528 13587 781 0,'0'0'94'0,"0"0"-59"0,0 0 45 0,0 0-27 15,0 0-40-15,0 0 35 0,0 0-35 16,0 0 52-16,0 0-21 16,0 0 18-16,28 0-23 15,18-16-6-15,19-24 6 16,16-8-17-16,6-12-6 16,-7-4-8-16,-11-1-16 15,-4-3 0-15,-3 8-14 16,-16 8-28-16,-15 7-13 15,-15 14-67-15,-16 15-74 16,0 16-57-16,-7 0-250 16</inkml:trace>
  <inkml:trace contextRef="#ctx0" brushRef="#br0" timeOffset="-104862.23">31695 13054 789 0,'0'0'292'0,"0"0"-290"16,0 0 59-16,0 0 19 0,0 0-38 16,59 233-20-1,-12-186 5-15,2-2-25 0,-12-6-2 16,-2 2 0-16,-1-2-8 16,-28 2-4-16,16 3-53 15,-16-4-7-15,-6-12-83 16,0-4-263-16</inkml:trace>
  <inkml:trace contextRef="#ctx0" brushRef="#br0" timeOffset="-104128.11">32483 13840 315 0,'0'0'154'0,"0"0"-88"0,0 0-9 0,0 0-4 0,0 0-28 0,0 0-2 16,0 40 38-16,0-40 43 15,0 3 7-15,0-3 11 16,0 0-60-16,0 0 1 16,0 0-49-16,6 0 46 15,-6-7-24-15,15-42-11 16,-2-23-14-16,9-16 4 0,2-4 7 15,4-8-16 1,-3-1-12-16,-16-2 0 0,-2 10 3 16,-7 17-30-16,0 28 21 15,0 27 5 1,0 18 7-16,0 3 6 0,0 0-3 16,0 0-3-16,0 16-50 15,-28 28-52-15,-19 16-272 16,-6-3-427-16</inkml:trace>
  <inkml:trace contextRef="#ctx0" brushRef="#br0" timeOffset="-103579.9">32904 13410 445 0,'0'0'51'0,"0"0"-43"0,0 0 33 0,0 0 36 0,0 0-23 16,0 0 38-16,0 77 2 16,0-53 37-16,0-4-25 15,0-8-13-15,0 4-73 16,0 4-17-16,0 1-6 16,0 2 6-16,0 1-5 15,0 1 12-15,0 3-20 16,13-4 8-16,2-9 1 15,10 1-2-15,3-7 3 16,6-9 0-16,19 0 0 16,0-12 17-16,15-40-14 15,6-21 6-15,-9-3 1 16,4-16-20-16,-17 7 2 16,-33 5 3-16,-19 16 4 15,0 16 1-15,0 20 2 0,-59 15 8 16,0 13 48-16,-22 0-48 15,-5 0 6-15,-1 37-16 16,6 7-53-16,1 0-82 16,5 0-401-16</inkml:trace>
  <inkml:trace contextRef="#ctx0" brushRef="#br0" timeOffset="-102113.59">21488 16687 675 0,'0'0'128'0,"0"0"-107"0,0 0 50 0,0 0 29 15,0 0-79-15,0 0 11 16,0-7 0-16,28 7 15 15,-4 0 19-15,11 0-27 16,5 0-10-16,13 0-24 16,2 0 18-16,-2 0-22 15,0 0 4-15,-7 0-5 16,-12 0-1-16,7 0-36 16,-23 0-7-16,-8 0-43 15,2 3-25-15,-12 5-58 0,0-4-70 16,0-4-221-16</inkml:trace>
  <inkml:trace contextRef="#ctx0" brushRef="#br0" timeOffset="-101547.51">21488 16423 179 0,'0'0'520'0,"0"0"-491"0,0 0 59 0,0 0 19 16,0 0-11-16,0 0 15 15,0 0-12-15,353-17-55 0,-285 14-42 16,7 3 0-16,-16 0-2 16,-19 0-18-16,-6 0-104 15,-34 0-131-15,0 0-336 16</inkml:trace>
  <inkml:trace contextRef="#ctx0" brushRef="#br0" timeOffset="-97417.73">23454 14890 364 0,'0'0'248'0,"0"0"-155"0,0 0 37 0,0 0 2 15,0 0-81-15,0 0 32 16,0-20-29-16,0 17-19 16,0 3-17-16,0 0 36 15,0 0-9-15,0 0-11 16,0 0-18-16,0 0-9 16,0 20-14-16,0 19 11 15,0 18-15-15,0 15 20 0,-7 9-18 16,-21 2 8-1,4 1-3-15,-10-4 3 16,6-11 2-16,3-9-10 0,3-15 24 16,22-22-30-16,0-2 5 15,0-18 2-15,0-3-25 16,0 8 21-16,22-8 9 16,-4 0-6-16,-5 0 0 15,9 0 15-15,12 0-18 16,-10 0 24-16,17-8-29 15,-13-3 19-15,-4-6-6 16,-8 6-4-16,-4 3 0 16,-5-9 7-16,-7 17 2 15,12-8-16-15,-3 0 29 16,-3-4-28-16,1-7 2 0,-1-2 4 16,0-3-8-16,0 0-11 15,-6 0 6-15,0 4 3 16,0 8 16-16,0 4-2 15,0 8-1-15,0 0 10 16,0 0 36-16,0 0-40 16,0 0 16-16,0 0-17 15,0 8-7-15,0 24 7 16,0 16 0-16,0 4 23 16,0 5-15-16,0 6 11 15,0-7-11-15,0 1 13 16,0 7-19-16,-6 0 9 0,-13 0-11 15,-8-8 0-15,27-12 0 16,-7-8-12-16,7-20-3 16,0-3-90-16,0-13-13 15,0 0-193-15,7 0-129 16</inkml:trace>
  <inkml:trace contextRef="#ctx0" brushRef="#br0" timeOffset="-96967.75">24043 15941 28 0,'0'0'650'0,"0"0"-560"0,0 0-7 0,0 0 40 0,-16 225-78 16,4-173-44-16,-1 0-2 16,-15 1 6-16,28-14-11 15,-12 2 14-15,12-21-17 16,0-4-3-16,0-12-65 15,0-4-78-15,0 0-27 16,0 0-364-16</inkml:trace>
  <inkml:trace contextRef="#ctx0" brushRef="#br0" timeOffset="-96136.29">24495 15869 394 0,'0'0'145'0,"0"0"-99"0,0 0 92 0,0 0 62 15,0 0-110-15,0 0-21 0,0-8-28 16,7-20-10-16,14-12-30 16,4-5 26-16,9-2 19 15,7-1-36-15,-1-9-2 16,0 1-8-16,0-8 7 15,-5 12 3-15,-11-9-18 16,4 9 17-16,-22 8-18 16,1 1-5-16,-7 2-5 15,0 9-10-15,0 0 9 16,-25 8 9-16,-22 16-38 16,-8 0-8-16,2 8 7 15,19 0 50-15,-13 0 4 0,13 12-4 16,9 16 0-1,-3 12 9-15,10 1 2 0,18 3-8 16,0-5-1 0,0 2 8-16,25-2-14 0,21 2 14 15,10-5-18-15,3-4 8 16,9 4 0-16,-9-4-3 16,-13 8 7-16,1 0-9 15,-19-4 14-15,-10 5-15 16,-8-5 12-16,-10 4-5 15,0 16 14-15,-16-8 21 16,-43 0-10-16,-3-12 1 16,-3-3 16-16,3-5-23 15,-3-9-20-15,19 1 8 16,-1-4-19-16,19-3-36 0,10 2-13 16,8-10-197-16,10-2-206 15</inkml:trace>
  <inkml:trace contextRef="#ctx0" brushRef="#br0" timeOffset="-95337.55">22731 16808 66 0,'0'0'537'0,"0"0"-498"0,0 0 25 15,0 0 114-15,0 0-3 16,0 0-92-16,0 0 2 15,-28 0-47-15,37 0-31 16,63 0 4-16,55 0 23 16,34 0 29-16,25-5-36 15,3-7 10-15,10-4-27 16,-4 1 9-16,13-6-11 0,12 1-12 16,-18 9 8-16,-10-2-8 15,-25 9-4-15,-27 0-47 16,-32 4 55-16,-27 0-72 15,-22 0 7-15,-19 0-72 16,-27 0-196-16,-13 0-421 16</inkml:trace>
  <inkml:trace contextRef="#ctx0" brushRef="#br0" timeOffset="-92671.82">30446 13154 18 0,'0'0'459'0,"0"0"-459"0,0 0-9 0,0 0-26 16,0 0-25-16,0 0 18 15,0 8 42-15,0-8 89 0,0 0-41 16,0 0 33 0,0 4-73-16,0-4-8 0,0 0-8 15,0 0 8-15,0 0 8 16,0 0 5-16,0 0 29 15,0 0 18-15,0 0 41 16,0 0-68-16,6 0-23 16,6 0-10-16,4-4-32 15,-4-17-52-15,-6 13-139 16</inkml:trace>
  <inkml:trace contextRef="#ctx0" brushRef="#br0" timeOffset="-90673.56">23962 17397 204 0,'0'0'79'0,"0"0"-43"0,0 0-4 0,0 0-7 16,0 0-24-16,0 0 7 15,0 0 31-15,-68 0 20 16,68 0 27-16,0 8-8 15,0-8 22-15,0 0 12 0,0 0-5 16,0 0-4 0,0 0-56-16,0 0 13 0,0 0-25 15,0 0 9-15,0 0-44 16,0 0 12-16,0-19-12 16,0-6 0-16,15-7 5 15,23 4-4-15,-11 0 1 16,20 8 7-16,-1 7-18 15,-11 6 12-15,11 7-12 16,-12 0-5-16,0 0 1 16,-15 15 1-16,3 29 10 15,-16 5-10-15,-6 7 19 16,0 5-17-16,0-6 11 0,0-2-9 16,-6-1-22-16,-16-12 26 15,16-12 1-15,0-8-11 16,6-13 8-16,0-7-25 15,0 0-24-15,0 0 14 16,12 0 34-16,22 5 14 16,6 7-7-16,7 0 2 15,-7 0-4-15,0 0 4 16,-15 1 2-16,-9-5 5 16,2 7-8-16,-11 1 31 15,-7 12-3-15,0 5 23 16,0 6-32-16,-31 2 4 0,-44 6-22 15,-5-2 1-15,-13-9-3 16,-7 0-21-16,20-12 8 16,5-12-39-16,23-12 10 15,30 0 25-15,22 0-477 16</inkml:trace>
  <inkml:trace contextRef="#ctx0" brushRef="#br0" timeOffset="-82397.63">25286 15026 278 0,'0'0'226'0,"0"0"-185"0,0 0 16 0,0 0-40 16,0 0-10-16,0 0 22 15,0 0 41-15,0 0 5 16,0 0 29-16,0 0 3 16,0 0-53-16,0-3-5 0,0-1-10 15,0-12 32 1,0-12-50-16,19-4 21 0,2-13-32 15,26-2 12 1,-22 3-11-16,15-1-5 0,-6 1-12 16,0 3-5-16,-9 10 11 15,-3 7-49-15,-10 12 1 16,-6-1-70-16,-6 10-53 16,0 3-80-16,0 0-276 15</inkml:trace>
  <inkml:trace contextRef="#ctx0" brushRef="#br0" timeOffset="-82114.83">25165 14622 503 0,'0'0'165'16,"0"0"-82"-16,0 0 111 16,0 0-100-16,0 0-20 15,254 252-65-15,-223-195 29 16,-9-13-33-16,12-4-4 16,-21-12 0-16,-1-4-1 15,4 4-9-15,-16-4-30 16,0 1-4-16,0-10-161 15,0-2-185-15</inkml:trace>
  <inkml:trace contextRef="#ctx0" brushRef="#br0" timeOffset="-81580.97">25847 15095 532 0,'0'0'124'0,"0"0"-53"0,0 0 125 0,0 0-101 0,0 0-43 16,0 0 9-16,0-116 30 0,0 60-63 15,0-8 7-15,0-5-15 16,0 1-15-16,0 0-3 16,6 16 8-16,-6 11-18 15,13 21 20-15,-13 12-9 16,0 8-2-16,0 0 17 16,0 0-18-16,0 0-8 15,0 0-15-15,-13 0 3 16,7 0-21-16,-9 8-60 15,-4 20-79-15,7 5-119 16,-16-2 4-16</inkml:trace>
  <inkml:trace contextRef="#ctx0" brushRef="#br0" timeOffset="-81198.93">26148 14830 29 0,'0'0'485'0,"0"0"-460"15,0 0 6-15,0 0 3 16,0 0 16-16,0 0-23 15,47 68 38-15,-23-68 14 0,-2 0 25 16,-3 0-4-16,9-19-30 16,6-6 3-16,-16-6-53 15,10-5 8-15,-15-8-24 16,-1-5 7-16,-3 5-8 16,-9 4-3-16,0 16 0 15,0 15-5-15,0 9 5 16,-34 0 0-16,-12 0 0 15,-10 33-25-15,3 7-16 16,-6 8-68-16,-9 0-151 16,9-4-471-16</inkml:trace>
  <inkml:trace contextRef="#ctx0" brushRef="#br0" timeOffset="-80349.02">25240 18335 700 0,'0'0'301'0,"0"0"-221"0,0 0-10 0,0 0-5 16,0 0-61-16,0 0-2 16,105-168 1-16,-71 136-3 15,0-8 16-15,-15 4-8 16,-1 0-8-16,4 3-1 0,-22 13-3 16,19 1-30-16,-19 14-2 15,0 1-42-15,0 1-47 16,0-2-10-16,0 5-4 15,0 0 41-15,0 0-85 16</inkml:trace>
  <inkml:trace contextRef="#ctx0" brushRef="#br0" timeOffset="-80083.33">25199 17962 772 0,'0'0'235'16,"0"0"-220"-16,0 0 48 15,0 0-20-15,0 0 20 16,0 0-44-16,146 157 7 16,-93-134-26-16,-25 2 7 15,-4 3-6-15,-2-7 3 16,-3 7-4-16,-4-9-6 15,-2-7-1-15,-1 1-67 16,4-5-30-16,-4-8-145 16,-6 0-54-16</inkml:trace>
  <inkml:trace contextRef="#ctx0" brushRef="#br0" timeOffset="-79633.63">25919 18360 586 0,'0'0'82'0,"0"0"44"0,0 0-6 15,0 0-43-15,0 0-62 16,0 0 37-16,46-197-24 16,-30 133 28-16,-16 4-13 15,18 0-19-15,-12-1-20 16,4 13 7-16,-10 16-22 15,0 9 23-15,0 18-20 16,0 5 20-16,0 0 2 16,0 0-14-16,-28 20-2 15,-6 24 2-15,-13 13-33 0,7 2 5 16,-7-10-50-16,35-9-67 16,-10-16-57-16,22 0 41 15,0-12-189-15</inkml:trace>
  <inkml:trace contextRef="#ctx0" brushRef="#br0" timeOffset="-79265.97">26247 18119 625 0,'0'0'24'0,"0"0"-9"0,0 0 3 16,0 0-16-16,0 0 6 16,0 0 39-16,13 112 31 15,-7-112-12-15,16 0 29 16,-10 0-22-16,10 0-7 16,-4 0-32-16,10 0 22 15,6-23-30-15,-3-22-10 16,10-15 16-16,-7-9-31 15,-6-3 6-15,-22-3-3 16,-6 11-8-16,0 11-6 16,0 17 10-16,0 28 0 0,0 8 3 15,-22 0-1 1,-37 16-2-16,13 36-7 0,-1-4-38 16,7 0-11-16,12-12-139 15,16-16-269-15</inkml:trace>
  <inkml:trace contextRef="#ctx0" brushRef="#br0" timeOffset="-78633.71">26374 16880 706 0,'0'0'187'0,"0"0"-68"0,0 0-30 0,0 0-71 15,0 0 30-15,0 0 25 16,59 0-44-16,-18 0 5 16,5 0-25-16,-6 0 1 15,-5-12-4-15,-1 4-12 16,-6 3-26-16,-10-3-8 16,-5 1-80-16,-7-1-179 15,-6 0-103-15</inkml:trace>
  <inkml:trace contextRef="#ctx0" brushRef="#br0" timeOffset="-78434.57">26374 16880 1259 0,'-121'-172'43'16,"149"167"1"-16,6 5 5 15,7-8-32-15,5 0-4 16,13-4-13-16,16-4-17 16,-29-4-69-16,7 4-28 15,-31 4-303-15</inkml:trace>
  <inkml:trace contextRef="#ctx0" brushRef="#br0" timeOffset="-75936.37">27987 14979 577 0,'0'0'187'0,"0"0"-182"0,0 0 152 16,0 0-32-16,0 0-75 16,0 0-49-16,0-12 28 15,0 12-6-15,0 0 15 16,0 16 15-16,0 16-46 15,0 8 7-15,0 24-2 16,0 12-14-16,-16-11 14 0,4-1-16 16,6-8 4-16,-1-9 0 15,-2-14 0-15,9 0 5 16,0-14-12-16,0 1 16 16,0-12-24-16,0 0 7 15,0-4 6-15,28-4-16 16,0 0 8-16,3 0 4 15,9 0 0-15,1 0-3 16,-1 0-8-16,-6-4 15 16,-6-4-13-16,-10 8 6 15,4 0-4-15,-3 0 11 16,-7-3-3-16,4-5 0 16,-10-5 4-16,0 9-23 15,-6-12-3-15,13-4-11 0,-7 7 14 16,-6-2-61-1,0-1 51-15,0 8 34 0,0 8 24 16,0 0-15 0,0 0 68-16,0 0-20 0,0 0-10 15,-6 0-33-15,-7 0-5 16,7 20-18-16,-6 20 6 16,2 16 3-16,4 8 3 15,0 13 27-15,0-10 1 16,6 14-10-16,-7-13-10 15,7-12-3-15,0-7-16 16,0-18 4-16,0-6-20 0,0-9-81 16,0-16-134-1,0 0-107-15,0 0-35 0</inkml:trace>
  <inkml:trace contextRef="#ctx0" brushRef="#br0" timeOffset="-75254.72">28827 15861 439 0,'0'0'120'0,"0"0"-41"0,0 0 99 0,0 0-69 15,0 0-33-15,0 0-53 16,121-201 25-16,-81 145-46 16,-15 4 19-16,-9-4 4 15,-4 0-11-15,-12 4 1 0,0 11-15 16,0 2 22-16,-19 11-9 16,-21 8 22-16,-6 4-31 15,5 8 22-15,1 3-17 16,6 5 4-16,0 0-13 15,28 0 6-15,-7 0-7 16,7 0 4-16,-3 0-6 16,9 13-20-16,0 10 18 15,0 10-16-15,0-9 17 16,0 12-2-16,34-8 6 16,18 8-6-16,4 0 4 15,-3 0-7-15,-7 0 17 16,7 5-20-16,-13 3 24 15,1-1-24-15,-20 1 12 16,-8-3 0-16,-13-2 0 0,0 6 5 16,0 7-10-16,-13-3 12 15,-42-6 7-15,2-3-14 16,-6-12 0-16,-3-8 0 16,31-15-8-16,-9-5-45 15,6 0-117-15,6 0-209 16</inkml:trace>
  <inkml:trace contextRef="#ctx0" brushRef="#br0" timeOffset="-74666.86">27878 16490 87 0,'0'0'728'0,"0"0"-716"0,0 0 17 0,0 0 6 0,0 0 12 0,0 0 48 16,146 0 0-16,-50 0-6 15,16 0-21-15,37 0-16 16,18 0 9-16,7-23-20 15,5-1-19-15,-5-1-7 16,0 5 6-16,-13 9-25 16,-15-6 4-16,-7 6-31 15,-12-2 6-15,-24-3-55 16,-23 4-70-16,-55 0-357 16</inkml:trace>
  <inkml:trace contextRef="#ctx0" brushRef="#br0" timeOffset="-72705.73">28126 17104 559 0,'0'0'440'0,"0"0"-372"0,0 0 0 0,0 0-37 15,0 0-21-15,0 0 16 16,0 0-18-16,168-111 6 15,-137 94-10-15,3 13 21 16,0 4-19-16,6 0 3 16,1 0-5-16,-1 0 0 15,-6 24-4-15,-15 12 1 0,-7 8-8 16,-12 9 8-16,0 2-11 16,0 1 20-16,0-12-24 15,0-8 9-15,0-15 3 16,0-13-6-16,0-8-25 15,0 0-32-15,34 0 47 16,13 0 8-16,-1 0 20 16,-12-8-17-16,0 8 17 15,-21 0-3-15,-13 0 5 16,0 20 48-16,0 24-17 16,0 9-19-16,-19 6 1 15,-55 6-23-15,-13-6 12 16,-6 2-8-16,-16-9-12 0,10-4-6 15,12-16-10-15,19-7-48 16,22-18-109-16,33-7-438 16</inkml:trace>
  <inkml:trace contextRef="#ctx0" brushRef="#br0" timeOffset="-72337.99">28920 17597 409 0,'0'0'212'0,"0"0"-209"0,0 0 21 0,0 0 43 15,0 0 0-15,0 0 46 16,301-36 10-16,-233-20-39 16,6-12-15-16,-8-4 0 15,-20-9-32-15,-12 9-20 16,-28 13-11-16,-6 18-6 16,0 21 4-16,-40 16-1 15,-31 4 11-15,-32 4-5 0,-2 36-13 16,12 12 11-1,3 1-14-15,31 2-22 0,19-10-79 16,21-5-339-16</inkml:trace>
  <inkml:trace contextRef="#ctx0" brushRef="#br0" timeOffset="-65810.87">13686 6051 358 0,'0'0'140'0,"0"0"-59"0,0 0 29 0,0 0-7 16,0 0-90-16,0 0 13 16,0 0-6-16,0-12 39 15,0 12 37-15,0-4-25 0,0 4 15 16,0 0-78-16,0-7 25 15,0 7-22-15,0-8 32 16,0 3-30-16,0-3 1 16,0 4-13-16,0-4 2 15,0 8 7-15,0 0-4 16,0 0 10-16,-6 0-9 16,-6 0 19-16,6 0-25 15,-10 33 8-15,4 18-9 16,-1 6-5-16,1 2-4 15,-16 6 1-15,6 7-2 16,-9 0 20-16,-3-4-19 16,6-16 26-16,-3-11-25 15,16-18 8-15,15-10-3 0,0-13 3 16,0 0-5-16,0 0-1 16,0 0-32-16,0 0 37 15,0 0 2-15,28 0-12 16,-10 0 16-16,-12 0-5 15,16 0 6-15,-9 0-6 16,2 0 0-16,4-13 0 16,-7 2-4-16,16-9 8 15,-16 8-8-15,4-9 13 16,2 10-21-16,-11-1 7 16,-1 4 2-16,-6 8 0 15,0 0 3-15,0-8-4 16,0 8 18-16,0 0-19 0,0 0 17 15,0 0-22-15,0 0 18 16,0 0-9 0,0 0 1-16,0 0 0 15,0 8-3-15,0 31 10 0,0 10 18 16,0 15-12-16,6-12-12 16,10 8 7-16,-16 0-5 15,0 4 3-15,0 0-1 16,0 1-3-16,-16-14 4 15,-3-13-12-15,19-10-24 16,0-25-25-16,0-3-117 16,0 0-125-16,19-31-96 0</inkml:trace>
  <inkml:trace contextRef="#ctx0" brushRef="#br0" timeOffset="-65142.43">13956 7046 389 0,'0'0'173'0,"0"0"-171"0,0 0 46 0,0 0-5 15,0 0-7-15,0 0 75 16,53-176-22-16,-25 140-16 15,-10-5-50-15,-11 5 32 16,-7 0-23-16,0-4-17 16,0-9-7-16,0 5-14 15,0 13 6-15,0-2-14 0,-19 10 13 16,-15 7-1-16,-19 3-4 16,19 6 12-16,-6 7 16 15,-7 0 12-15,19 0 2 16,4 0-20-16,8 0 9 15,4 0-25-15,5 0 0 16,7 0-4-16,0 7-14 16,0 14 18-16,0 10-2 15,0 13-12-15,7 1 19 16,33-1-10-16,13 8 3 16,-1-4-1-16,17-8-12 15,-11 0 3-15,4 1 6 16,-21-5 2-16,-10 3-7 0,-16 5 18 15,-8 1-14-15,-7 3 14 16,0 0 0-16,-13 4 9 16,-43-4-11-1,-3-4 12-15,0-3-11 0,4-26-6 16,14-7 11-16,1-8-25 16,15 0-1-16,19-31-81 15,6-13-307-15</inkml:trace>
  <inkml:trace contextRef="#ctx0" brushRef="#br0" timeOffset="-64430.01">14930 6268 464 0,'0'0'77'0,"0"0"-15"0,0 0 41 16,0 0-45-16,0 0 103 0,0 0-19 16,0 204-59-1,0-139-59-15,0-6 4 16,0 2-14-16,0 3 18 16,0 0-5-16,0 1-22 0,21-1 11 15,4-12-15-15,9-8 5 16,1-8-2-16,11-16-8 15,7-4 5-15,21-4-2 16,7-7 2-16,6 2 5 16,12-7 2-16,9 0-5 15,13 0 14-15,13 0-16 16,-1-7 38-16,0-6-32 16,7-7 7-16,-7 8-5 15,22-12 6-15,-15 4-6 16,-7 4-6-16,-6 3-6 0,-6 2 6 15,12 7-8-15,-5 4-12 16,-8 0-1-16,1 0-40 16,-21 0-26-16,-20 0-60 15,-39 0-216-15,-41 0-225 16</inkml:trace>
  <inkml:trace contextRef="#ctx0" brushRef="#br0" timeOffset="-63629.93">15507 6264 582 0,'0'0'175'0,"0"0"-54"0,0 0 12 0,0 0-57 15,0 0-32-15,0 0-10 16,-16 4 1-16,16-4-12 16,0-12 7-16,22 3 1 0,12 1-10 15,-3 5-15-15,25 3-12 16,-16 0-2-16,0 0-1 15,1 11-3-15,-17 26 12 16,-2 3 1-16,-16 4 3 16,0-4-8-16,-6 9 11 15,7-21-16-15,-7 0 5 16,0-17-1-16,21-11-19 16,-8 8 5-16,5-8-7 15,4 5 2-15,3 7 23 16,3-4-8-16,-6 16 7 15,-16 4 4-15,-6-5 4 16,0 18 15-16,0-5 18 0,-47 4-16 16,-27-4-10-16,-1-4-5 15,-5-4-6-15,-1-8 12 16,4 4-5-16,-4-4-18 16,25-4-10-16,19-11-72 15,21-5-155-15,16 0-235 16</inkml:trace>
  <inkml:trace contextRef="#ctx0" brushRef="#br0" timeOffset="-63280.74">15947 6781 351 0,'0'0'170'0,"0"0"-141"16,0 0 8-16,0 0-15 0,0 0 24 15,0 0-4-15,347 4 66 16,-279-28 1-16,-3-8-9 16,-3 0-43-16,-15-20 12 15,6-5-15-15,-13-15-25 16,-12-3-16-16,-22-2-6 0,-6 17-1 15,0 20 2-15,-74 23-2 16,-26 17-6-16,-21 5 2 16,-6 47-2-16,6 8-2 15,16-3 0-15,24-6-19 16,26-7-34-16,30 8-127 16,3 1-280-16</inkml:trace>
  <inkml:trace contextRef="#ctx0" brushRef="#br0" timeOffset="-62064.16">15634 8502 78 0,'0'0'443'0,"0"0"-366"0,0 0 36 0,0 0 21 16,0 0-46-16,0 0 4 15,0-8-39-15,0-20-16 16,0-13 16-16,0 5 32 16,0 0-9-16,0-8-33 15,0 5-3-15,0-10-39 16,0-11 8-16,0-8 0 16,0-4-10-16,0-5 1 15,0 10-3-15,0 10 3 16,-22 12 3-16,3 6-2 0,-2 6 2 15,2 10-6-15,7-1 7 16,-4 7-6-16,16 6 3 16,-6 3-2-16,6 3-3 15,0 5-15-15,0 0 4 16,-6 0 5-16,0 0-2 16,-10 0 22-16,4 8-18 15,-13 25 16-15,-3 19-4 16,-6 8-2-16,9 0-2 15,-3-3 0-15,16-14-25 0,-4 1-18 16,4-3-45 0,-1-2-29-16,-8-3-238 0,2-7-35 15</inkml:trace>
  <inkml:trace contextRef="#ctx0" brushRef="#br0" timeOffset="-59850.94">13060 7756 0 0,'0'0'257'0,"0"0"-192"0,0 0 89 0,0 0-67 0,0 0-66 15,0 0-11-15,0 12 53 16,0-12-15-16,0 7 54 16,0-7-20-16,0 0 45 15,0 0-79-15,0 0-4 0,0 0-1 16,6 0 8-16,22 0-30 16,9-19-14-1,19-1 16-15,16-5-13 0,2 2 2 16,13 7-12-16,-13 11-3 15,-9 5-24-15,-15 0 22 16,-13 8-30-16,-21 33 35 16,-16 11 0-16,0 12 0 15,0 0 2-15,0 5 3 16,-16-13-2-16,-3-25 8 16,1-10-8-16,18-18-3 15,0-3-5-15,0 0-31 0,0 0-21 16,0 0 52-16,53-3 5 15,-7-10-11 1,1 2 19-16,-7 11-25 0,-12 0 3 16,-16 0 5-16,-12 3-6 15,0 26 15-15,0 7 52 16,-34 8-2-16,-40-1-6 16,-7 2-36-16,-6-9 18 15,16-7-22-15,3-10-4 16,34-7-12-16,21-12-46 15,13 0-81-15,0 0-340 16</inkml:trace>
  <inkml:trace contextRef="#ctx0" brushRef="#br0" timeOffset="-59449.8">13823 8185 386 0,'0'0'186'0,"0"0"-130"0,0 0-10 0,0 0-1 0,0 0 21 15,0 0 38 1,146 16-13-16,-94-20-43 15,23-28 18-15,-10-4-38 16,-3-12 41-16,-3-9-54 0,-13-10 14 16,-12 2-25-16,-12-7 9 15,-16 16-12-15,-6 8 5 16,0 24 1-16,-52 24-5 16,-23 0-2-16,-40 8-22 15,22 28 16-15,-6 3-31 16,31 2-5-16,15-8-27 15,25 3-7-15,22-13-37 16,6 5-127-16,0-4-180 16</inkml:trace>
  <inkml:trace contextRef="#ctx0" brushRef="#br0" timeOffset="-58817.72">12973 8710 491 0,'0'0'200'0,"0"0"-64"0,0 0 43 0,0 0-97 15,0 0-52-15,0 0 52 16,134-24-20-16,11 12 31 16,23 1-24-16,5-2 10 15,1-2-51-15,0 6-15 16,-13 1-13-16,-6 0-3 15,-9 0-15-15,-25 0-27 16,-16 0 0-16,-24-4-53 0,-35 4-31 16,-24-4-292-16</inkml:trace>
  <inkml:trace contextRef="#ctx0" brushRef="#br0" timeOffset="-57768.96">13609 9640 245 0,'0'0'279'0,"0"0"-233"0,0 0 9 0,0 0-1 0,0 0-44 16,0 0-10-16,0 64 0 16,0-56 44-16,0-8 5 15,0 5 65-15,0-5-26 16,0 0-18-16,0 4-35 15,0-4-6-15,0 0-21 16,0 0 9-16,0 0 51 16,0 0-42-16,0-9 27 15,0-27-20-15,0-11 7 16,0-17-38-16,0-5 42 0,0-14-40 16,0 2 3-16,0 1-7 15,0 3-6 1,0 17 4-16,0 16-26 0,0 16 26 15,0 20 4-15,0 8-9 16,0 0 7-16,0 0-18 16,0 0 0-16,0 12 3 15,-28 20-15-15,16 8-27 16,-4-8-12-16,4-8-63 16,-1 4-153-16,7 0-146 15</inkml:trace>
  <inkml:trace contextRef="#ctx0" brushRef="#br0" timeOffset="-57153.08">14102 9532 205 0,'0'0'385'0,"0"0"-377"0,0 0 57 0,0 0-13 16,0 0 38-16,46-208 38 16,-5 159-29-16,-13 2-50 15,-10 2 1-15,-2 6 24 16,-10 3-49-16,-6 3-14 16,0 5-3-16,0 4-9 15,0 4 14-15,0 9-8 16,-16 11 5-16,-15 0-6 15,-9 0 13-15,0 0-13 0,-1 3-8 16,7 17 7 0,6 8-17-16,10 0 21 0,5-4-14 15,13 4 7-15,0-7-14 16,0 2 3-16,0 2 0 16,13-1 10-16,27 7-22 15,7 2 19-15,5 3 4 16,10-5-3-16,-15 10-3 15,-16-8-2-15,-9-2 5 16,-16 13 3-16,-6-8-2 0,0-3 7 16,-13-10-12-1,-27-2 6-15,6-13-1 0,-6-8-25 16,-1 0-18 0,7 0-185-16,-12 0-481 0</inkml:trace>
  <inkml:trace contextRef="#ctx0" brushRef="#br0" timeOffset="-51340.72">16120 8257 536 0,'0'0'75'0,"0"0"49"0,0 0-2 0,0 0-22 0,0 0-30 16,0 0 6-16,0 0-5 16,28 36-8-16,-21-20-1 15,-1 8-5-15,6 13-5 16,4 7-34-16,-10 3 4 16,0 14-20-16,-6-1 28 0,0 0-29 15,0 5 8-15,0-18-9 16,0-2-11-1,0-18-35-15,0-22-40 0,0-5-172 16,0-13-752-16</inkml:trace>
  <inkml:trace contextRef="#ctx0" brushRef="#br0" timeOffset="-49708.29">14455 9673 239 0,'0'0'137'0,"0"0"-72"0,0 0 10 0,0 0-30 16,0 0-17-16,0 0 8 0,162 96 15 15,-134-80 27-15,-4-8 21 16,4-4-11-16,0-4-2 16,9 0-57-16,-3 0 32 15,7-4 16-15,-1-24-28 16,0-4-21-16,-6-12-21 15,-9 0 1-15,3-8 0 16,-6-9 2-16,-3 5-2 16,-7 1-13-16,-12 14 8 15,0 5-3-15,0 3 12 16,0 14 15-16,0 2-6 16,-19 2-19-16,-15 2 23 0,0 2-23 15,-6 3-2-15,-1-1-5 16,4 6 3-16,-12 3-5 15,2 0 3-15,7 0 1 16,0 0 6-16,15 0-8 16,-3 0 16-16,3 0-19 15,3 0 16-15,-3 0-14 16,-2 12 6-16,-1 12-1 16,3 4 1-16,3 8-4 15,10 24 0-15,6-4-22 16,-1 5 20-16,7-10-23 15,0-2-32-15,0-10-40 16,0-3-4-16,0-15-142 16,0-17-308-16</inkml:trace>
  <inkml:trace contextRef="#ctx0" brushRef="#br0" timeOffset="-44347.08">14725 9785 465 0,'0'0'63'0,"0"0"-42"0,0 0 35 0,0 0-48 0,0 0-1 0,0 0-5 15,0 0 1-15,-9 21 10 16,9-18 26-16,0-3 46 16,-6 12-20-16,-7-4-8 15,7-4-31-15,0 8 1 16,-3-4 2-16,9-3-19 16,0-2 2-16,0-3-11 15,0 0 34-15,0 0 7 16,0 0 17-16,0 0-20 15,0 0-1-15,0 0-32 16,0 0 8-16,0-19-12 16,0-30 4-16,34-19-7 15,12-17 2-15,1-11 9 16,2-4-5-16,-2 20-2 16,-16 8-2-16,-16 19-2 0,-2 22-12 15,-13 11 4-15,0 12-21 16,0 8-3-16,0 0-11 15,0 0-91-15,-7 8-200 16</inkml:trace>
  <inkml:trace contextRef="#ctx0" brushRef="#br0" timeOffset="-43264.89">16046 6981 278 0,'0'0'93'0,"0"0"23"0,0 0-13 0,0 0-46 0,0 0-20 0,0 0 15 16,0 13-27-16,0-13-17 16,16 0-2-16,-16 0 86 15,6 0-6-15,6 0 14 16,1-24-41-16,14-8 38 15,26-17-64-15,9-18 0 16,19-21-19-16,12-1-10 16,0-7-4-16,-6 19-6 15,-19 13-13-15,-22 24-23 0,-21 13-26 16,-3 10-23-16,-22 13-58 16,0 4-108-16,0 0-98 15</inkml:trace>
  <inkml:trace contextRef="#ctx0" brushRef="#br0" timeOffset="-41038.54">16682 7716 656 0,'0'0'122'0,"0"0"-39"0,0 0 18 0,0 0-70 16,0 0-30-16,0 0 3 16,-59 233 9-16,59-181 12 15,0-1 17-15,12 10-6 0,22-1 17 16,13-12-46-16,5 1 7 15,1-13-5-15,9-5-3 16,-9-10-12-16,0-6 12 16,2-2-12-16,-8-10 2 15,-7-3 4-15,1 0-13 16,-17 0 9-16,4-19-19 16,-9-26 1-16,-4-7 4 15,-15 4-18-15,0 8 35 16,0 16 2-16,-21 12 22 15,-26 12 23-15,-12 0-9 16,3 0-9-16,-21 44-26 16,3 12 7-16,5 1-5 15,29-10-4-15,28-14-16 16,12-5-70-16,0-12-278 16</inkml:trace>
  <inkml:trace contextRef="#ctx0" brushRef="#br0" timeOffset="-39884.43">13869 10575 471 0,'0'0'52'0,"0"0"-47"0,0 0 33 0,0 0 13 0,0 0-12 0,0 0 80 15,0 8 15-15,0-8-19 16,0 0-24-16,0 0-2 16,0-8-33-16,-9-32-23 15,3-16-21-15,0-12-4 16,-7-5 7-16,1 1-12 15,-4 5 11-15,4 6-11 16,6 13-1-16,-16 19-1 16,22 10-1-16,0 2 0 15,0 14-24-15,-6 3 1 0,6 0-27 16,-6 0 8-16,-1 20-101 16,-14 20-26-16,2 0-125 15,-3-8-171-15</inkml:trace>
  <inkml:trace contextRef="#ctx0" brushRef="#br0" timeOffset="-39367.88">14217 10374 306 0,'0'0'173'0,"0"0"-170"0,0 0 43 0,0 0 23 15,121-220-17-15,-103 168 33 16,-5 0-34-16,2 4 32 15,-15 4-24-15,0 11 10 16,0 5-22-16,0 12-23 16,-9 8 33-16,-16 8-29 0,-3 0 4 15,-6 0-22-15,3 0 19 16,3 16-16-16,0 9-4 16,10 6-2-16,11-7 0 15,7-7-3-15,0 7-4 16,0-1-5-16,0 2-1 15,34 3-2-15,-3 0 15 16,10 0-16-16,-1 1 4 16,-12-1-3-16,-3-5-2 15,-10 1 4-15,-2 1 6 16,-13-2-2-16,0 1-4 16,0 12 12-16,-19-8-12 0,-27-7-76 15,5-13-64-15,1-8-161 16,6 0-295-1</inkml:trace>
  <inkml:trace contextRef="#ctx0" brushRef="#br0" timeOffset="-38968.59">13094 10531 253 0,'0'0'751'0,"0"0"-716"0,0 0-14 16,0 0 101-16,0 0-47 15,0 0-43-15,394-28-32 0,-301 12-2 16,-12 8-40-16,-29 0-100 15,-11 8-243-15</inkml:trace>
  <inkml:trace contextRef="#ctx0" brushRef="#br0" timeOffset="-38552.21">13900 10988 858 0,'0'0'61'15,"0"0"74"-15,0 0 22 16,369-136-85-16,-214 95-11 15,-21 10-23-15,-16 3-32 16,-16 4-6-16,-15 12-19 0,-13-1-24 16,-15 5-75-16,-25 8-195 15,-34 0-441-15</inkml:trace>
  <inkml:trace contextRef="#ctx0" brushRef="#br0" timeOffset="-38084.19">14455 11333 497 0,'0'0'119'0,"0"0"-86"0,0 0 22 15,0 0 14-15,0 0-5 16,416-68-18-16,-363 15-28 16,-26 2-3-16,-27 2-7 15,0 10 49-15,0 10-9 16,-52 17 8-16,-16 12-33 16,-13 0 34-16,-6 16-50 15,-12 32-7-15,12 4-3 16,13 9-10-16,33-5 11 15,35-4-34-15,6-16-132 16,19-11-278-16</inkml:trace>
  <inkml:trace contextRef="#ctx0" brushRef="#br0" timeOffset="117466.27">10580 6485 545 0,'0'0'53'0,"0"0"-42"0,0 0 32 0,0 0-20 16,0 0-7-16,0 0 47 15,0 0 48-15,40 0-10 16,-40 0-21-16,0 0-2 0,0 0-2 15,0 0-36-15,0 0-17 16,0 0 7-16,0 0-18 16,0 0 10-16,0 0-11 15,0 0 21-15,0 0-13 16,0-13-8-16,-13 9-10 16,-21-12-1-16,-12 0 0 15,6-4 3-15,-1 8-6 16,-12-4 8-16,-2 5 3 15,2 11 7-15,-6-9 5 16,6 5-12-16,-15-4-2 16,15-4-5-16,-15 9 2 15,9-6-3-15,-15 1 0 0,-1 4 4 16,10-5-1-16,-9 9 3 16,-7 0 3-16,7-3-3 15,-4-5-4-15,-2 0-2 16,-1 0 0-16,13-1 4 15,-13 2-6-15,4 7 8 16,-26 0-8-16,-2 0 7 16,-10 0-5-16,-6 0 2 15,0 0 7-15,16 0-4 16,-16 0-4-16,22 0 15 16,0 7-16-16,-4-2 15 15,17-1-14-15,-1 0 4 0,0 0-3 16,6-4 2-1,1 4-3-15,-20-4-1 0,1 4 0 16,-16-4-2-16,-5 0-3 16,8 0 9-16,-15 4-12 15,12 3 16-15,0 2-9 16,-2 3 2-16,14 0 7 16,-2 0-8-16,18-4 0 15,0 0 0-15,0-3 6 16,25 3-8-16,3-5 4 15,-9 1 6-15,15 4-7 16,1-8 11-16,5 0-10 0,7 0 0 16,0 0-2-1,-1 0 2-15,-5 0-3 0,-1 0 3 16,7 0-1-16,0 0 1 16,6 0 5-16,6 0-6 15,-3 0 4-15,3 0-5 16,9 0 0-16,-9 0 0 15,16 0 0-15,3 0-3 16,9 0 6-16,0 0-6 16,0 0-8-16,0 0-4 15,0 0-35-15,0 0-60 16,0 0-58-16,0-12-422 16</inkml:trace>
  <inkml:trace contextRef="#ctx0" brushRef="#br0" timeOffset="118331.42">5501 6123 219 0,'0'0'338'0,"0"0"-264"0,0 0-17 0,0 0 71 16,0 0-69-16,0 0-20 15,-134 108 41-15,85-87-57 16,2-1 40-16,1 8-16 15,-1-4 29-15,-12 4-36 16,25-8-27-16,0 0-12 16,15-8 8-16,13-8 2 15,6-4-10-15,0 0-1 0,0 0 1 16,0 0-2 0,0 0 2-16,6 0-1 0,35 0 7 15,5 0 11-15,13 8 9 16,3-8-8-16,-15 5 5 15,-1 3-23-15,1-1 5 16,-7-2-3-16,-6 6 11 16,-9-6-13-16,9 3 1 15,-6-5-2-15,-16 1 0 16,7 4-3-16,-10-3 8 16,4 3-8-16,-7-8 7 15,-6 0 3-15,6 0-6 16,-6 0 9-16,0 0-3 0,0 0-2 15,0 8 10-15,0-8-11 16,0 0-8-16,0 3-1 16,0-3-27-16,6 12-26 15,0-4 22-15,4 5-75 16,-10-13-273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2:56:55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20238 4768 141 0,'0'0'525'0,"0"0"-501"0,0 0 48 0,0 0 64 16,0 0-130-16,0 0-6 15,0 0-18-15,19-4 18 16,-19-4-14-16,0 4 14 0,0 4 82 15,0 0 10-15,0 0-8 16,0 0-45-16,0 0 18 16,0 0-57-16,0 0 8 15,0 0-5-15,9 0 5 16,-3 0-7-16,7-13 4 16,21-23 13-16,18-19-1 15,23-29 8-15,12-13-15 16,-7-11-17-16,-8 4 7 15,-17-1-12-15,-14 17-27 16,-41 8 15-16,0 12-18 16,-10 16 31-16,-42 4 5 15,-1 20 12-15,13 15-1 0,-13 13 7 16,0 0 31 0,-3 49-37-16,10 23 10 0,21 20-14 15,3 8 10-15,22 0-7 16,0 1-5-16,41-6-4 15,18-2-18-15,15-12-9 16,7-14-68-16,-1-2-36 16,1-29-153-16,-16-21-65 15</inkml:trace>
  <inkml:trace contextRef="#ctx0" brushRef="#br0" timeOffset="399.17">20995 4528 502 0,'0'0'46'0,"0"0"-26"0,0 0 26 0,0 0 25 16,0 0 76-16,0 0 3 0,254-41-52 15,-208 2-35-15,-27-2 21 16,-7 5-67-16,-12 0 11 16,0 3-25-16,0 10 4 15,0 10 9-15,-24 6-11 16,-17 7-1-16,-11 0 2 15,-4 0-8-15,3 28 3 16,7 8-2-16,18 0-17 16,15-8-23-16,13-4-87 15,0-12-71-15,0-4-72 16,22-8-137-16</inkml:trace>
  <inkml:trace contextRef="#ctx0" brushRef="#br0" timeOffset="1015.18">21463 4338 185 0,'0'0'330'16,"0"0"-321"-16,0 0-6 15,0 0 40-15,0 0-41 0,0 0 42 16,205 80-1 0,-137-87-19-16,-9-25 52 15,-4-4 7-15,-8 0 12 0,-35 3-74 16,1 5 12 0,-13 9-16-16,0 7 19 0,-19-1-8 15,-43 13-9 1,-3 0 10-16,3 0-26 0,3 16 1 15,6 17 1-15,13-2 35 16,12 2-37-16,22-13 2 16,6-4-5-16,0-8 0 15,0-4-22-15,34-4-1 16,19 0 6-16,-7 0-17 16,-5 0 20-16,-7-4-26 15,-22-9 3-15,-6 5-9 0,-6 5 36 16,0 3 10-16,0 0 19 15,0 0 47-15,0 11-56 16,0 22 2-16,0 6-11 16,0 10 0-16,10 4 5 15,49 2-6-15,6 1 0 16,3 8-4-16,-9 5-1 16,-3 3 1-16,-32 5 0 15,-24 3 8-15,0 4 2 16,-31-4 16-16,-65-3 31 15,-3-26-31-15,-16-11 8 16,4-28-29-16,8-12 2 0,10 0-3 16,34-44-22-16,25-7-91 15,34-2-239-15,0 9-207 16</inkml:trace>
  <inkml:trace contextRef="#ctx0" brushRef="#br0" timeOffset="2130.39">22806 4620 198 0,'0'0'349'0,"0"0"-339"0,0 0 1 0,0 0 54 16,0 0-16-16,0 0 60 15,0 3 23-15,0-3-50 16,0 0-36-16,0 0 25 16,0 0-25-16,0 0 31 15,0 0-28-15,-7 0 28 16,-21-15-38-16,-12-18-5 16,0-19-2-16,-13-15-11 15,7-14-15-15,-1-12 5 16,32 2-22-16,15 6-10 15,0 13 21-15,0 0-44 16,40 12 26-16,22 8-40 16,18 8-35-16,-21 16-80 15,-12 20-331-15</inkml:trace>
  <inkml:trace contextRef="#ctx0" brushRef="#br0" timeOffset="2998.69">22911 4572 507 0,'0'0'140'0,"0"0"-89"0,0 0 93 0,0 0-41 16,0 0-24-16,0 0-18 15,0 0 7-15,0 3-27 16,0-3 17-16,0 0-12 16,0-16-8-16,46-28-13 0,23-20 7 15,5-12 11-15,13 8-25 16,-16 7 7-16,-15 9-23 16,-16 13-4-16,-21 6-1 15,-7 13-30-15,-12 4-15 16,0 12-7-16,0 4 18 15,0 0-10-15,0 0-22 16,0 0-52-16,-24 0-164 16,-4 20-80-16</inkml:trace>
  <inkml:trace contextRef="#ctx0" brushRef="#br0" timeOffset="3279.63">22806 4102 690 0,'0'0'269'16,"0"0"-226"-16,0 0 38 15,0 0-35-15,0 0 38 16,0 0-47-16,173 216 14 0,-108-175-41 15,-9-1 8 1,9-8-18-16,-12 4 0 0,-13-4-4 16,1 0-37-16,-14-7 3 15,1-9-59 1,-9-4-49-16,-13-4-251 0</inkml:trace>
  <inkml:trace contextRef="#ctx0" brushRef="#br0" timeOffset="3780.71">23841 4315 726 0,'0'0'88'0,"0"0"48"0,0 0 25 0,0 0-117 0,0 0-18 15,0 0 8-15,40 0 27 16,-12 0-23-16,3 0-2 16,3 0-33-16,7 0-3 15,5-8-30-15,1 0-56 16,-1-4-111-16,-18-4-369 0</inkml:trace>
  <inkml:trace contextRef="#ctx0" brushRef="#br0" timeOffset="8893.37">24598 3942 573 0,'0'0'93'0,"0"0"-58"0,0 0 112 0,0 0-54 15,0 0-10-15,0 0-18 16,6 0-24-16,19 0-24 16,21-17 0-16,10 6 8 15,-3-5-22-15,-1 16-6 16,-17 0 7-16,-17 0-8 0,10 0 4 15,-16 0 0-15,10 16 5 16,-9 4-4-16,-1-4-1 16,16 4 6-1,-6-8-12-15,-16 0 7 0,12-4-3 16,-11 8-1-16,-7 4 3 16,0 12 16-16,0 8 2 15,0 13-1-15,-13 6-11 16,-33 1-1-16,-1-4-5 0,-6-15 0 15,-2-13 0-15,30-12 1 16,-9-12 4-16,6-4-5 16,9 0-8-16,-9 0-50 15,10-4 6-15,-10-1-237 16,-6 5-392-16</inkml:trace>
  <inkml:trace contextRef="#ctx0" brushRef="#br0" timeOffset="9424.2">25373 3765 296 0,'0'0'470'0,"0"0"-370"0,0 0 44 0,0 0-58 16,0 0 5-16,0 0-38 15,174 28-11-15,-143 13-13 16,24 6 1-16,-30 17-6 16,-19 16 24-16,-6 13-31 15,0 11 3-15,-65 17-17 16,-28-5 2-16,-15-3-5 0,2-13-34 16,19-24-11-16,7-24-98 15,18-36-346-15</inkml:trace>
  <inkml:trace contextRef="#ctx0" brushRef="#br0" timeOffset="12004.86">22278 5021 195 0,'0'0'394'0,"0"0"-374"0,0 0 48 0,0 0 23 0,0 0-45 0,0 0 3 16,0 0 56-16,0 0-44 16,0 0 9-16,0 0-18 15,0 0 4-15,0 0-31 16,0 0-17-16,0 0-4 0,0 0 0 16,0 0 12-16,0 0-11 15,0 0 16-15,0 0-16 16,0 0 13-16,0 0-16 15,0 0-4-15,13 0 2 16,-1 0-3-16,1 0 1 16,2 3 4-16,-9 5-4 15,1 9 12-15,-1 2-9 16,-6 1 3-16,0 9 6 16,0 7-9-16,0 0 3 15,-6-4-1-15,-13 8 0 16,-3-16 3-16,16-3-5 15,6 2 11-15,0-7-8 0,0-11-7 16,0 3 5-16,0-8-4 16,0 0-3-16,0 0 5 15,19 0 8-15,2 0-2 16,-2 0 3-16,3 0-3 16,-4 0-5-16,-2 0 8 15,2 0-16-15,-5 0 12 16,2 0-6-16,-2 0 1 15,-13 0-11-15,0 0-7 16,0 0-36-16,0 0-38 16,0 0-152-16,0 0-180 15</inkml:trace>
  <inkml:trace contextRef="#ctx0" brushRef="#br0" timeOffset="13387.48">26241 4042 131 0,'0'0'333'0,"0"0"-226"0,0 0-14 0,0 0-43 16,0 0 37-16,0 0 25 15,6-24-21-15,-6 24-56 16,0 0 71-16,0 0-24 15,0 0-14-15,0 0-23 16,0 0-16-16,0 0-9 16,6 0-14-16,-6 0-6 15,0 0 5-15,0 0-13 16,0 0 13-16,7 0-6 16,-7 16 2-16,0 16 4 15,0 8-2-15,0 0-3 16,0 5-1-16,6-6-6 15,-6-3 6-15,0 5-24 16,0-5-8-16,0 3-37 0,0-3 24 16,0-6-84-16,0-11-96 15,0-15-57-15,0-4-297 16</inkml:trace>
  <inkml:trace contextRef="#ctx0" brushRef="#br0" timeOffset="13738.17">25987 4266 214 0,'0'0'517'0,"0"0"-367"0,0 0 26 16,0 0-43-16,0 0-91 15,0 0 7-15,201-7-1 0,-129-6-22 16,-10 5-26-16,-16 0 0 15,-12 0-3-15,-15 8-36 16,-19-4-46-16,0 4-227 16,0 0-461-16</inkml:trace>
  <inkml:trace contextRef="#ctx0" brushRef="#br0" timeOffset="15519.99">26595 4539 510 0,'0'0'342'0,"0"0"-272"0,0 0 39 0,0 0-31 15,0 0-26-15,0 0-5 16,86-24-15-16,-39-16 8 16,15-17-17-16,9-10 22 15,-3-13-26-15,-9-9 7 16,16 6-26-16,-16-2 0 15,-19 1-6-15,-12 7-14 16,-22 2 12-16,-6 10-18 16,0 9 23-16,0 16-7 15,-19 8 10-15,-21 15 6 16,-6 17 5-16,18 0-9 0,-19 0-1 16,19 20 5-16,-3 24-5 15,-3 22-1-15,19 1 2 16,2 2-6-16,13 11 8 15,0 4-5-15,0 4 1 16,0-3-4-16,13-1-10 16,27-4-47-16,-6-16-55 15,0-4-100-15,0-12-78 16,-3-20-20-16</inkml:trace>
  <inkml:trace contextRef="#ctx0" brushRef="#br0" timeOffset="15969.38">27270 4556 570 0,'0'0'76'0,"0"0"-22"0,0 0 47 0,0 0-11 16,0 0-53-16,0 0 15 15,75-36-8-15,-16 3 33 16,-6 2 32-16,-13-2-54 16,-6 5-11-16,-6 0-31 0,-16-4-5 15,-12 4-3-15,0 3-10 16,0 6-3-16,0 2 1 15,-28 17-3-15,-24 0 7 16,-7 0-16-16,-3 28 8 16,9 5 9-16,19-5-2 15,9-12 2-15,25 0-18 16,0-4 0-16,0-9-55 16,0-3 35-16,47 0 14 15,-7 0-12-15,19 0-38 0,0 0-52 16,-3-11-6-1,-10-5 10-15,-15-4-102 0</inkml:trace>
  <inkml:trace contextRef="#ctx0" brushRef="#br0" timeOffset="16035.41">27270 4556 258 0</inkml:trace>
  <inkml:trace contextRef="#ctx0" brushRef="#br0" timeOffset="16469.25">27270 4556 258 0,'400'-274'231'0,"-400"274"-123"0,0 9-41 15,0 7-12-15,0-5-55 16,0-6-21-16,0-5-27 16,0 0 34-16,7 0 14 15,21 0 12-15,6 0 11 16,0-8 25-16,3-20 23 0,3 0-39 16,-12-4-32-16,0 4-14 15,-22 3-19-15,-6 9-46 16,0 8 35-16,-15 8 2 15,-32 0 42-15,7 0 16 16,3 0 15-16,3 0-5 16,12 21 19-16,10-6 16 15,12-2-29-15,0 3-32 16,0-9-2-16,0 6-3 16,18-2-33-16,10 2 20 15,6 7 7-15,7 11 8 16,-1 14 1-16,6 15 4 0,1 12-8 15,-1 5 5-15,-5-2-37 16,-7 6-27-16,-28-5 25 16,-6 0 40-1,0-12 0-15,-40 4 58 0,-41-4 36 16,-18-11 60-16,12-6 16 16,0-14-27-16,19-25-94 15,15-8-11-15,19 0-38 16,22-24-13-16,12-24-32 15,0-12-54-15,12-13-106 16,47 5-178-16</inkml:trace>
  <inkml:trace contextRef="#ctx0" brushRef="#br0" timeOffset="17433.34">28474 4463 224 0,'0'0'7'0,"0"0"1"0,0 0 15 0,0 0-22 0,0 0 68 16,0 12 62-16,0-3-12 15,0-6-12-15,0-3 76 0,0 0-91 16,0 0-45 0,0 0-13-16,0 0 7 0,0 0 16 15,0 0-26-15,-13 0 18 16,-9 0-12-16,4-24 4 15,-16-8-28-15,0-8 0 16,0-13-4-16,15-3-8 16,13 1-1-16,6 2 0 15,0 9-2-15,0 0 1 16,0 8-12-16,12 4-11 16,28 0-13-16,7 4-69 15,-1 0-109-15,1 0-210 0</inkml:trace>
  <inkml:trace contextRef="#ctx0" brushRef="#br0" timeOffset="17985.18">29109 3945 226 0,'0'0'322'0,"0"0"-276"0,0 0 43 0,0 0 58 0,0 0-126 0,0 0-3 16,-235 185-13-16,182-144 7 16,0 3-3-16,7-8 56 15,5-8 11-15,1 0-66 16,18-8-10-16,4-9 4 16,5-3 2-16,13-8-6 15,0 0-6-15,0 0-9 16,0 0-22-16,0-8-26 15,13-15 7-15,21-10-28 16,-16 6-102-16,-5-1-195 16</inkml:trace>
  <inkml:trace contextRef="#ctx0" brushRef="#br0" timeOffset="18217.13">29109 3945 245 0,'-409'133'530'0,"409"-133"-500"16,0 8 45-16,40 8 86 15,7 0-53-15,21 1-52 16,-15 3-1-16,-1 4-49 16,-5-4 10-16,-13 3-15 15,-22 1 0-15,10 1-1 0,-10-1-25 16,-12-4-17-16,0-4-78 15,0-4-152-15,0-4-195 16</inkml:trace>
  <inkml:trace contextRef="#ctx0" brushRef="#br0" timeOffset="18684.14">29410 4002 263 0,'0'0'309'0,"0"0"-301"0,0 0 95 0,0 0 56 0,0 0-54 15,0 0-74-15,40 120 35 16,-40-79-42-16,0 3 11 16,0 0-34-16,0 0 2 15,0-8-3-15,0-4-35 16,0-4 21-16,0-16-53 16,0-12-105-16,0 0-54 15,0 0-32-15</inkml:trace>
  <inkml:trace contextRef="#ctx0" brushRef="#br0" timeOffset="19083.43">29308 4171 93 0,'0'0'417'0,"0"0"-354"0,0 0 24 0,0 0 2 0,0 0 11 16,0 0-69-16,74 0-17 15,-34 0-14-15,-12 0-81 16,-3 0-86-16,3 0-256 15</inkml:trace>
  <inkml:trace contextRef="#ctx0" brushRef="#br0" timeOffset="19715.3">29891 3914 530 0,'0'0'152'16,"0"0"28"-16,0 0-24 15,0 0-43-15,0 0-15 16,0 0-48-16,12 0-33 15,10 0 2-15,-4 0 2 16,10 3 5-16,6 10-18 16,-9-1-3-16,3-4-10 15,-9 12-8-15,-4-1 9 16,-15 14 0-16,0 0 4 0,0-2 1 16,0 5-1-16,0-8 0 15,0-4-14-15,-9-7-7 16,9-6-35-16,0-3 5 15,0 0-34-15,22-4 59 16,12 1 21-16,-10-2 5 16,-8 10-3-16,-10-5 7 15,-6 4 10-15,0 7-3 16,0 1 29-16,-6 5 2 16,-34 7-23-16,-7 4-16 15,-15 0-2-15,3-4 1 16,-9-8-2-16,15-4 0 15,13-16-108-15,28-4-104 0,12 0-248 16</inkml:trace>
  <inkml:trace contextRef="#ctx0" brushRef="#br0" timeOffset="20165.43">30424 3865 436 0,'0'0'465'0,"0"0"-295"0,0 0-8 0,0 0-81 0,0 0-59 0,0 0-7 15,143 234-13-15,-143-170 8 16,0 16-9-16,-35 12 7 16,-33 4-8-16,9-7-14 15,7-14-27-15,17-18-49 16,14-21-104-16,21-24-277 16</inkml:trace>
  <inkml:trace contextRef="#ctx0" brushRef="#br0" timeOffset="23231.59">28126 5101 374 0,'0'0'238'0,"0"0"-160"0,0 0 78 0,0 0-4 15,0 0-110-15,0 0-23 16,-6 0 13-16,6 0-19 16,0 0 34-16,0 0 11 15,0 0-2-15,0 0-35 16,0 0 1-16,0 0-12 0,6 0-7 16,28 0-4-1,13 0 6-15,-1-8-2 0,1 0 6 16,-7 8-11-16,-15 0 7 15,22 0 13-15,-13 0-13 16,-6 0 1-16,-10 3-6 16,-2 10-5-16,-16 7 2 15,0 4-16-15,0 4 16 16,0 8-15-16,-16-3 12 16,-24 6 12-16,15-14-12 15,-3-2 7-15,10-2-1 16,2-13 3-16,16 4-3 15,0-12 0-15,0 0-9 16,0 0 3-16,0 0-4 0,0 0 10 16,22 0 1-16,24 0 7 15,-5 0-7-15,-1-9-1 16,-6-2-3-16,-9-2-26 16,-10 13-21-16,-9 0-114 15,1 0-137-15,-7 0 68 16,6 13 86-16,-6 15 101 15,6-8 46-15,0-9 0 16,0-6-249-16</inkml:trace>
  <inkml:trace contextRef="#ctx0" brushRef="#br0" timeOffset="24229.04">31025 4572 186 0,'0'0'341'0,"0"0"-298"0,0 0 51 15,0 0-58-15,0 0 33 0,0 0-25 16,0 0 8 0,0-16 9-16,0 16 32 0,0 0 14 15,0 0-29-15,0 0-21 16,0 0-23-16,0 0 16 15,0-5-38-15,0 5 9 16,0-3-20-16,0-6 7 16,28 5-6-16,13-8 8 15,11 0 6-15,1 0-14 16,15-3 15-16,-9-2-15 16,3 1-2-16,-9 4 0 15,-13 8-19-15,-12 0-9 16,-22 4-14-16,-6 0-25 0,0 0-96 15,-21 0-199 1,-45 25-252-16</inkml:trace>
  <inkml:trace contextRef="#ctx0" brushRef="#br0" timeOffset="24628.48">30827 4346 604 0,'0'0'75'0,"0"0"63"0,0 0 69 0,0 0-118 16,0 0 21-16,372-72-81 0,-316 64-22 15,-16 8 4-15,-9-3-22 16,-3 3 2-16,-9 0-34 16,2-4-128-16,-8 4-204 15,-13-4-184-15</inkml:trace>
  <inkml:trace contextRef="#ctx0" brushRef="#br0" timeOffset="25579.15">32263 3552 578 0,'0'0'327'0,"0"0"-283"0,0 0 61 0,0 0-35 0,0 0-69 15,0 0 9-15,-7 29-7 16,-21 11 49-16,4 20-10 0,-10 1 24 16,-7 3 8-16,-5-5-42 15,-1 6-13-15,1-9-15 16,5-4-2-16,14-12 0 15,8-8-4-15,3-7-8 16,16-14 1-16,0-2-6 16,0-1-20-16,0-8 25 15,0 3-5-15,10-3 9 16,21 0-8-16,3 0 3 16,12 0-6-16,1 0 3 15,-13 0 0-15,0-3 6 16,-6-10 6-16,-9 1 1 0,8 4-5 15,-20-4 5-15,17 4 0 16,-8 0 1-16,-4 0-10 16,7-4-4-16,-4 0-5 15,-2 0-2-15,-1 4-32 16,-2 4 15-16,-4 4-8 16,-6 0 44-16,0 0 2 15,0 0 13-15,0 0 17 16,0 0-17-16,0 0 38 15,0 0-29-15,0 0 26 16,0 16-21-16,0 16 12 16,-6 16-5-16,-10 9 7 15,4 3-37-15,12-1 12 0,-7-2-14 16,-8-5 10 0,9-4-9-16,0-8-3 0,-1 1 0 15,-5-10-25-15,-4-3-8 16,4-12-70-16,0-11-149 15,5-5-598-15</inkml:trace>
  <inkml:trace contextRef="#ctx0" brushRef="#br0" timeOffset="170953.52">22911 3421 391 0,'0'0'157'0,"0"0"-100"0,0 0 4 0,0 0-28 16,0 0-32-16,0 0 19 15,0 0 5-15,0 3 47 16,0-3-20-16,0 0 43 16,0 0-33-16,0 0-28 0,0 0-6 15,0 0 3-15,0 0 0 16,0 0-27-16,0 0 37 16,0-8-26-16,0-3 20 15,0-9-26-15,0-1-9 16,0 1 0-16,0-4-2 15,28 9-7-15,-10-2-2 16,10 1 10-16,13 0-20 16,-23 4 18-16,16 7 2 15,-12 5-8-15,-22 0 6 0,12 0 1 16,-12 0-1-16,7 0-7 16,5 0 9-16,4 0 2 15,2 0-11-15,4 5 19 16,3 7-17-16,-4 1 13 15,14-10-5-15,-17 13 0 16,10-12 3-16,-3 9-10 16,9-10 14-16,0 5-14 15,-9-4 14-15,9-4-15 16,0 0 8-16,-6 0-2 16,3 0-7-16,3 0 3 15,0 0-4-15,6 0 9 16,1 0-5-16,-16-4-18 0,3-7 21 15,-16-2 5 1,-12 13-2-16,0 0 0 0,0-4 0 16,0 4 1-1,9-13-1-15,-9 7 0 0,0-7 3 16,6-4-9-16,-6 10-9 16,0-1 14-16,0 0-11 15,0 8 3-15,0 0 9 16,0 0 0-16,0 0 27 15,0 0 4-15,0 0-15 16,0 0-8-16,0 0-14 16,0 0 6-16,0 0 0 15,0 4 1-15,0 15 17 16,13 2-13-16,5 7 7 0,4-11-12 16,-3-2 9-1,15 1-13-15,6-3 10 0,-6-6-12 16,7-3 12-16,-1 5-8 15,-6-6 7-15,25-3-5 16,0 0 0-16,3 0 6 16,3-3-17-16,-9-17 14 15,-4 7-6-15,-17-3 0 16,-4 4 1-16,-4 9-2 16,8-10 3-16,-17 9 0 15,10 0 1-15,12-8 9 16,-5 12-5-16,-4 0-6 15,-10 0 13-15,4 0-14 16,-3 0 7-16,12 0-5 16,6 0 1-16,0 16 0 0,13 1-2 15,0-6 4-15,-13-3-4 16,-6 12 4-16,-15-4-4 16,-13 4 7-16,-6 5 3 15,0 2-8-15,0 1-11 16,0-11-63-16,0-17-176 15,0 0-531-15</inkml:trace>
  <inkml:trace contextRef="#ctx0" brushRef="#br0" timeOffset="175749.49">23640 1644 611 0,'0'0'144'0,"0"0"-131"0,0 0 29 15,0 0 31-15,0 0-6 16,0 0 14-16,0 0-31 16,0 0 17-16,0 0-7 0,0 0 18 15,0 0-67-15,0 0 11 16,0 0-16-16,0 0 8 15,0 0 1-15,0 0-14 16,0 0 17-16,0 8-17 16,0 7 20-16,0 10-18 15,0 7 7-15,0 4-2 16,0 4-9-16,0 4 1 16,0 0 0-16,0 0-2 15,0 4 7-15,6-4-11 0,-6 1 16 16,0-5-18-16,0 0 19 15,0-4-17-15,0-4 7 16,0-4-1-16,0-3 0 16,0-9 7-16,0-4-16 15,0-1 15-15,0-11-12 16,0 8 12-16,0-8-12 16,0 0 9-16,0 0-8 15,0 0 0-15,0 0 5 16,0 0-2-16,9 0-13 15,-9 0 15-15,19 0-17 16,9-19 6-16,3-14 13 16,18-3-4-16,-12 5-9 0,4-2 7 15,-7 9-11-15,-12 12-12 16,2 9 20-16,-17 3-7 16,8-5 9-16,-3 1 7 15,16 0-9-15,-3 0 9 16,9 0-5-16,-12 4-3 15,3 0-3-15,3 0-4 16,-10 0 9-16,10 8-7 16,-9 16 22-16,3-4-22 15,-16 4 27-15,-6-4-28 16,0-4 13-16,0 4-1 16,-19 5 0-16,-55 2 2 15,-35 1 22-15,-2 5-16 0,-17-10 16 16,-5 6-21-16,25-14 12 15,21 2-15-15,22-9-3 16,9-5-12-16,43-3-26 16,7 0-100-16,6-31-509 15</inkml:trace>
  <inkml:trace contextRef="#ctx0" brushRef="#br0" timeOffset="177498.36">28288 3332 488 0,'0'0'54'0,"0"0"-54"0,0 0 45 0,0 0-12 16,0 0 4-16,0 0-10 16,0 0 69-16,0 0 19 15,0 0-15-15,0 0-31 16,0 0-35-16,0 0-15 0,0 0 6 16,0 0 3-1,0 0-26-15,0-8 17 0,6-11-15 16,6-11-8-16,22 11 10 15,-15-1-16-15,-13 12 9 16,10 4 1-16,-4 0 0 16,-6 0 2-16,0 0-5 15,10 4 7-15,-4 0-14 16,1 0 17-16,2 0-20 16,-2 0 14-16,5 0-1 15,10 4 2-15,0 16 1 16,3 0 4-16,-3-4-4 15,6 0-4-15,0-4 11 16,-9-7-12-16,9 6 8 16,6-7-5-16,7-4 1 0,-1 0-2 15,1 0 0-15,-1 0 0 16,-12 0-2-16,1 0 1 16,5 0-8-16,0 0 10 15,0 0-2-15,13 0-34 16,-6-4 8-16,-1-24-12 15,-5 12-20-15,-7 0-15 16,-22-1 9-16,0 10 43 16,4-1 22-16,-16-4 27 15,6 0-16-15,-6-4-11 16,0-4-12-16,0 4-72 16,0-1-2-16,0 9 46 15,0 8 40-15,0 0 30 16,0 0 98-16,0 0-52 0,0 0 3 15,0 0-43-15,0 0-18 16,0 8-18-16,0 9 2 16,0-1-4-16,0 4-2 15,0-4 1-15,25 0 4 16,3-8-5-16,0-4 0 16,3-4 0-16,-3 0 8 15,12 0-4-15,0 0 0 16,1 0-3-16,-1-4 1 15,-15 0-14-15,15 4 12 16,-6 0 6-16,6 0-4 0,7 0 4 16,-7 0-4-1,7 0 3-15,-7 0-1 0,0 12 3 16,-12 8 0 0,-3 0 9-16,3 13-12 0,12-2 29 15,7-3-27-15,-1-7 11 16,-5-6-12-16,-13-7 17 15,-16-3-17-15,-12-2 2 16,0-3-6-16,0 5-13 16,-68 3-19-16,-19 4-321 15</inkml:trace>
  <inkml:trace contextRef="#ctx0" brushRef="#br0" timeOffset="178431.15">29636 2145 667 0,'0'0'45'0,"0"0"41"0,0 0 35 0,0 0-32 16,0 0-41-16,0 0-5 15,-28 0-7-15,10 0-19 16,-16 0 13-16,-7 0-4 16,-11 0-6-16,-1 12-18 15,-9 12 12-15,3 8-14 16,6 4 19-16,7-4-9 16,18-4 1-16,15 5 3 15,4-2-7-15,9-2-7 0,0-1 13 16,0 0-20-16,34-4 15 15,28-4-8-15,3-3 4 16,22-10-7-16,16-3 6 16,-10-4-3-16,0 0 0 15,-28 0-16-15,9 0 9 16,-12 0-52-16,-22-8 2 16,-15 0-20-16,-19 0-97 15,-6-4-107-15,0 0-209 16</inkml:trace>
  <inkml:trace contextRef="#ctx0" brushRef="#br0" timeOffset="180861.63">26641 3164 476 0,'0'0'74'0,"0"0"-68"0,0 0-3 0,0 0 59 16,0 0-26-16,0 0 41 16,0 0 12-16,0 0-44 15,0 0 7-15,0 0 45 16,0 0-37-16,0 0-9 15,0 0 24-15,0 0-26 16,0 0 16-16,0 0-21 16,0-41-9-16,0-18-32 0,28-26 3 15,12-3-2 1,13-16 1-16,-7-9-7 0,16-6 10 16,-9-10-16-16,0 4-28 15,0 9 33-15,-7 8-38 16,-12 24-9-16,-21 20-3 15,-13 23 32-15,0 22-16 16,0 6-16-16,0 9-22 16,-7 4-275-16</inkml:trace>
  <inkml:trace contextRef="#ctx0" brushRef="#br0" timeOffset="181644.51">26529 2795 189 0,'0'0'85'0,"0"0"99"0,0 0-66 0,0 0-26 0,0 0-26 0,0 0 15 16,7 0-13-16,-7 0-28 16,0 7-7-16,0 22 21 15,0 7 19-15,0 4 5 16,0 1-33-16,0 6-35 15,0 1 9-15,0-7-15 16,0-5-7-16,0-12 11 16,0-1-8-16,0-6 5 15,0-9 5-15,6-5-10 0,12-3-4 16,4 0-1-16,31 0 5 16,6-31 8-16,9-13-8 15,-9-1 13-15,3 6-9 16,-16-2-8-16,-5 17-1 15,-7-4-13-15,-9 16-4 16,-4 8 5-16,-14 4 13 16,-7 0-15-16,0 0-48 15,-13 0-255-15,-61 12-346 16</inkml:trace>
  <inkml:trace contextRef="#ctx0" brushRef="#br0" timeOffset="194200.78">21221 7503 303 0,'0'0'316'0,"0"0"-278"0,0 0-23 0,0 0 31 0,0 0-33 16,0 0-11-16,0 0 0 16,-6-4 30-16,-10 4 43 15,10 0 3-15,-19 0-66 16,10 0-12-16,2 0-83 15,7 0-84-15,-15 8 101 16,21 5 66-16,-13-2 44 16,1-3 43-16,6 0 23 15,6-8-44-15,0 0-50 16,0 0-7-16,0 0-9 16,0 0-43-16,0 0 4 15,0 0 39-15,0 0 72 0,0 0 27 16,0 0 6-1,0 4-34-15,0-4-43 0,0 0-24 16,0 0 3-16,0 0-1 16,0 0 15-16,0 0-6 15,0 5 8-15,0-2-8 16,0 5 1-16,0-3-12 16,0-2 2-16,0 1-12 15,0 0 12-15,0 0-9 16,18-4 13-16,22 5-12 15,7-5 5-15,15 0 2 16,15-5 7-16,4-35-10 16,0-15-4-16,12-14 15 15,-6-11-29-15,-13-12 9 0,-15-1-1 16,-10-4-25-16,-42 6 24 16,-7 18-10-16,0 18 19 15,-7 14 5-15,-48 21-4 16,-10 17 22-16,-16 3-16 15,-6 7 7-15,0 42-3 16,19 14-13-16,15 21 6 16,25 13 0-16,22 7 4 15,6 4-3-15,0-3-10 16,28-5 5-16,31-8-7 16,9-7-35-16,13-5-7 15,-10-24-28-15,10-12-99 0,-7-24-173 16,-15-20-288-1</inkml:trace>
  <inkml:trace contextRef="#ctx0" brushRef="#br0" timeOffset="194684.17">21928 7620 536 0,'0'0'109'0,"0"0"-5"0,0 0 10 0,0 0-65 0,0 0-25 0,0 0 32 15,109 39-7-15,-51-39 13 16,11-23-2-16,11-18-18 16,-8-11-30-16,-4-8-7 15,-22 4-5-15,-18 4 12 16,-15 8-21-16,-13 12 18 16,0 4-2-16,-19 8-2 15,-43 15 24-15,-3 5-17 16,-10 0-5-16,-11 12-7 0,11 20 0 15,23 1-8-15,5-10 9 16,47-2-4-16,0-6-22 16,0-2 7-1,0-5-18-15,25 0 11 0,24-1-24 16,-2-7-8-16,-7 0-26 16,25 0-69-16,-18 0-77 15,-7-11-177-15</inkml:trace>
  <inkml:trace contextRef="#ctx0" brushRef="#br0" timeOffset="195350.1">22483 7331 509 0,'0'0'75'0,"0"0"-25"0,0 0 1 16,0 0-17-16,0 0-25 15,0 0 36-15,0-16-15 16,0 16 18-16,0 0 11 15,0 0 25-15,0 3-67 16,-6 17 0-16,-13 5-16 16,13-1 2-16,6 0-3 15,0-4 4-15,0-4-10 16,0-4 12-16,6 0-12 16,41-4 15-16,5-8-15 0,7 0 15 15,22-4-15 1,0-28 6-16,-7-8-4 15,-21-12-13-15,-13 3-43 0,-6-7-11 16,-34 17-51-16,0 14 73 16,0 14 49-16,-53 3 8 15,-15 8 97-15,-6 0-64 16,15 19-30-16,6 6 12 16,13 6 0-16,24-11-20 15,10 1 2-15,6-1 0 16,0-12-10-16,0 3-3 15,0-6 8-15,22-5-21 16,-4 0-3-16,4 0-3 16,-22 0 12-16,6 0 11 15,-6 0 8-15,13 0 7 16,8 0-10-16,-8 4 15 16,15 4-11-16,-3 8-5 0,3 12 1 15,6 8 2-15,12 12 2 16,7 17 0-16,0 2 23 15,15 18-20-15,-3 10 29 16,-3 2-28-16,-16-1-9 16,-11 4-15-16,-35-7 15 15,0 7 3-15,-56-8 81 16,-56-3-20-16,-9-13-34 16,-6-20 44-16,0-20-48 15,18-24-4-15,10-12-19 16,25-8-6-16,33-48-29 0,29-13-54 15,12-6-103-15,6 6-92 16,62 5-307-16</inkml:trace>
  <inkml:trace contextRef="#ctx0" brushRef="#br0" timeOffset="196564.81">23540 7957 562 0,'0'0'86'0,"0"0"19"0,0 0 2 0,0 0-54 16,0 0 8-16,0 0-44 15,7 0 31-15,27 0-11 16,12 0 13-16,-6 0-25 16,7 0 12-16,-7 11-21 15,-12 14-13-15,-22 3-3 16,7 8 2-16,-13 8-4 16,0 0 12-16,0 8-20 15,-13-4 20-15,-14-4-13 16,-1-4 6-16,15-11-3 0,13-6 0 15,0-3 0-15,0-7-3 16,0-2 16-16,41-3-18 16,11-8 10-16,10 0-3 15,-15 0 7-15,27 0-18 16,-21 0 9-16,-7 0-1 16,-5 0-14-16,-23 0-61 15,4 0-73-15,-16 0-280 16</inkml:trace>
  <inkml:trace contextRef="#ctx0" brushRef="#br0" timeOffset="206339.61">24557 6460 610 0,'0'0'76'0,"0"0"43"0,0 0 58 16,0 0-85-16,0 0-19 0,0 0-23 15,0-8-10-15,0 8-32 16,0 0 25-16,0 0-20 16,0 0 33-16,0 0-37 15,0 0 6-15,0 0-12 16,0 0-1-16,0 13-4 15,0 15 4-15,0 3-6 16,0 2 10-16,0-2-1 16,0 13-2-16,7 9-3 15,5 4 1-15,-12-6 0 16,6 1-1-16,-6-3 7 16,0-9-15-16,16-4 16 0,-10 4-17 15,-6 0 17 1,0 4-16-16,6-8 9 0,-6 5-1 15,0-5 0-15,0 3-7 16,0 5 7-16,0 1-3 16,0-1-3-16,0 4-5 15,0 0 10-15,0 5-6 16,0 2 7-16,0-2 0 16,0-9 2-16,0-8-2 15,0-16-5-15,0 0 4 16,0-1-29-16,19-6 6 15,-13-1 4-15,-6-4 17 0,0 4 0 16,15 8 3 0,-15 0 14-16,0-8-3 0,0 8-11 15,0-16 4-15,0-4-3 16,0 8 7-16,0-8-16 16,0 0 8-16,0 0-2 15,0 0-1-15,0 12 0 16,0-12-2-16,0 8 5 15,0-4 0-15,0-4 8 16,0 0-6-16,0 0 1 16,7 0-6-16,-1 0 5 15,16 0-6-15,2 0-4 16,17 0 8-16,-1-20-5 16,6 8 2-16,-11 1-5 15,-8 3 4-15,-8-5-21 0,3 1-58 16,-16-8 17-16,0-4-158 15,-6 4-278-15</inkml:trace>
  <inkml:trace contextRef="#ctx0" brushRef="#br0" timeOffset="207073.11">24598 6424 510 0,'0'0'81'0,"0"0"33"0,0 0 48 15,0 0-53-15,0 0-57 16,0 0-29-16,65 0 7 16,-37 0-16-16,-3 0 11 15,-4 0-19-15,-2 0-6 16,-4 0-73-16,-2 0-109 15,-7 0-99-15</inkml:trace>
  <inkml:trace contextRef="#ctx0" brushRef="#br0" timeOffset="207890.54">25004 7371 204 0,'0'0'387'0,"0"0"-324"0,0 0 55 0,0 0 72 0,0 0-110 15,0 0-13-15,0 0-18 16,0 0-3-16,0 0-6 16,0 0 33-16,0 0-35 15,0 0-4-15,-6-17-16 16,-22 1-5-16,3-4 0 16,3-8-11-16,4-4-4 15,2-4 8-15,16-15-15 16,0-10 4-16,0-7-1 15,0-4-34-15,28 16 5 0,6 7-4 16,-15 21-26-16,2 13-35 16,-21 15-60-16,0 0-60 15,0 0 51-15,0 3-67 16</inkml:trace>
  <inkml:trace contextRef="#ctx0" brushRef="#br0" timeOffset="208438.28">25125 7258 289 0,'0'0'311'0,"0"0"-305"0,0 0 81 0,0 0 81 0,0 0-23 16,0 0-52-16,220-116 15 0,-174 101-78 16,-11-6-10-16,-11 9-20 15,-2-4-3-15,-3-4-6 16,15-8-41-16,0-5 1 16,6-3 19-16,-6-3-31 15,-9 14-80-15,-3 9-90 16,-22 16 0-16</inkml:trace>
  <inkml:trace contextRef="#ctx0" brushRef="#br0" timeOffset="208904.54">25252 6938 463 0,'0'0'310'0,"0"0"-308"0,0 0 133 0,0 0-14 16,0 0-72-16,0 0 1 15,112 225-15-15,-97-198-35 16,-3-2 11-16,10-2-21 16,-3-10 10-16,-7-6-33 15,4 6-13-15,-4-13-28 16,7 0-153-16,-4 0-12 16,-2 0-307-16</inkml:trace>
  <inkml:trace contextRef="#ctx0" brushRef="#br0" timeOffset="209405.22">25819 7106 688 0,'0'0'253'0,"0"0"-196"0,0 0 0 0,0 0-12 0,0 0-10 16,0 0 21-16,208-24-56 16,-174 24-12-16,7 0-25 15,-23 0-43-15,4 0-45 16,-4 0-141-16,-18 0-207 16</inkml:trace>
  <inkml:trace contextRef="#ctx0" brushRef="#br0" timeOffset="210253.25">26266 6861 557 0,'0'0'99'0,"0"0"-13"0,0 0 23 0,0 0-69 16,0 0-1-16,0 0 44 15,149 0-53-15,-103 0 7 16,-12 0-8-16,-9 0 12 16,-9 0 4-16,8 0-33 15,-14 20 14-15,2 13-21 16,-12 3 13-16,0 3-17 0,0 2-2 16,0-5 1-1,0-8-1-15,0-4-6 16,-12-12 14-16,12 0-22 0,0-12 15 15,0 0-18-15,0 0-18 16,0 0-18-16,0 0-13 16,0 0 37-16,46 0 26 15,-21 8 8-15,9 0 1 16,-21 5 6-16,-7-10 15 16,-6-3-15-16,0 8-7 15,0 4 4-15,-6 1 3 16,-41 7 3-16,-12 4-13 15,-15 4 21-15,27-8-22 16,1-4-13-16,18-4-21 0,22-8-5 16,6-4-126-16,0 0-135 15</inkml:trace>
  <inkml:trace contextRef="#ctx0" brushRef="#br0" timeOffset="210887.16">26883 6749 654 0,'0'0'82'16,"0"0"-15"-16,0 0 47 0,0 0-43 0,0 0-54 15,0 0 45-15,220 196-27 16,-208-155 11-16,-5 3-7 0,-7-8-11 16,0 8-12-1,0 4-14-15,0-4 4 0,0 5 5 16,-31 7 6-16,-10-9-12 15,1-6 2-15,6-1-7 16,6-12-8-16,9-8-27 16,13-8-41-16,6-12-118 15,0 0-237-15</inkml:trace>
  <inkml:trace contextRef="#ctx0" brushRef="#br0" timeOffset="211636.29">27329 7142 490 0,'0'0'199'0,"0"0"-115"0,0 0 84 0,0 0-66 16,0 0-26-16,0 0-15 16,0 0 13-16,0 0-35 15,0 0 13-15,0 0-1 0,0 0-23 16,0 0 9-16,0 0-34 15,0 0-3-15,0 0-4 16,0 0-19-16,0 0-29 16,0 0-6-16,0 0-66 15,0 0-161-15,0 0-380 16</inkml:trace>
  <inkml:trace contextRef="#ctx0" brushRef="#br0" timeOffset="213950.58">27584 7411 192 0,'0'0'58'0,"0"0"-4"0,0 0 65 0,0 0-6 0,0 0-27 16,0 0-30-16,0 0 21 15,6 20 13-15,0-16-22 16,-6 4-23-16,0-4-15 16,9 0-20-16,-9-1-6 15,0 2 20-15,0-5 3 16,0 4 12-16,0-4-28 0,0 0 24 16,0 0-20-1,0 0 13-15,0 0-1 16,0 0 5-16,0 0 10 0,0-12-40 15,0-12 21-15,0-8-12 16,-15-4 12-16,2-5-2 16,7 2-13-16,6-5-5 15,0-9-3-15,0-2 0 16,0-11-13-16,25-6-12 16,25 5-18-16,-4 6 17 15,-15 14-42-15,-3 6 4 16,-6 17-114-16,-16 17-226 15</inkml:trace>
  <inkml:trace contextRef="#ctx0" brushRef="#br0" timeOffset="-214696.4">28306 6953 594 0,'0'0'142'0,"0"0"45"0,0 0-61 0,0 0-73 0,0 0-36 16,0 0 10-16,0 5 14 16,0 7 3-16,0 15-9 15,0 6 13-15,-28 3-6 16,-18 8-23-16,21-4 11 16,-15 4-27-16,-1-3 8 15,1-5-5-15,6 8-10 16,0-21 7-16,9-7-6 15,19-7 3-15,-4-5-3 16,4-4-3-16,6 0-25 0,-6 0 7 16,-6 0-34-16,5 0 0 15,-8 0-23-15,15 0-53 16,-12-4-17-16,12-21 68 16,0 2-117-16,-7-10-16 15,1 9-160-15</inkml:trace>
  <inkml:trace contextRef="#ctx0" brushRef="#br0" timeOffset="-214599.39">28306 6953 708 0</inkml:trace>
  <inkml:trace contextRef="#ctx0" brushRef="#br0" timeOffset="-214446.81">28306 6953 708 0,'-428'153'162'0,"428"-153"-70"0,53 4 27 0,9 16 136 15,-3 8-211 1,-19-4-3-16,-6-4-37 0,13 5 6 16,-7-1-10-16,-21 4-9 15,21 3-14-15,-24 2-17 16,2-9-10-16,-5-4-68 16,-13-4-130-16,6-12-258 15</inkml:trace>
  <inkml:trace contextRef="#ctx0" brushRef="#br0" timeOffset="-213911.91">28675 7054 36 0,'0'0'551'0,"0"0"-502"0,0 0 7 0,0 0 35 16,19 24-6-16,-7 8 1 0,-6 8 15 16,4 4-44-16,-10 0 31 15,6 0-77-15,0 1 12 16,0-18-21-16,0 1-4 16,10-3-15-16,-10-1 3 15,0-1-55-15,-6-2-72 16,0-4-94-16,0-10 24 15,0-3-336-15</inkml:trace>
  <inkml:trace contextRef="#ctx0" brushRef="#br0" timeOffset="-213548.27">28588 7279 39 0,'0'0'650'16,"0"0"-645"-16,0 0 70 0,0 0 49 0,0 0-93 0,0 0-31 16,233 0-7-16,-187 0-82 15,1-13-60-15,-19-2 6 16,-10 10-288-16</inkml:trace>
  <inkml:trace contextRef="#ctx0" brushRef="#br0" timeOffset="-212763.45">29149 6989 403 0,'0'0'366'0,"0"0"-242"0,0 0-6 0,0 0-93 0,0 0-25 0,0 0-6 16,78 0-4-16,-44 0 5 16,-6 0-11-16,-22 0 16 15,0 29 29-15,-6-1 41 16,0 0 26-16,0-3-54 16,0 3-27-16,0-5-10 15,0 1-10-15,0-4-3 16,0 1-5-16,0-9-19 15,0 7-21-15,0-7 21 0,7 1-1 16,33-5 21 0,6 3 2-16,-11 6 4 0,-8-9 12 15,-14-5-13-15,-13 6 12 16,0-1-5-16,0 8 21 16,0 8 5-16,-6 0-7 15,-28 0-13-15,-7 0-12 16,-5 0-2-16,-7-3 6 15,0-6-50-15,7-2 16 16,12-13-35-16,18 0-109 16,16 0-75-16</inkml:trace>
  <inkml:trace contextRef="#ctx0" brushRef="#br0" timeOffset="-212148.07">29491 6845 586 0,'0'0'80'0,"0"0"-9"0,0 0 25 0,0 0-96 16,0 0-15-16,0 0 15 0,46 0 42 15,-34 16 22-15,7 1 68 16,-3 2-48-16,-4 9 20 16,0-3-64-16,23 3 2 15,-1-4-34-15,0 4 4 16,-3 0-10-16,-3 0-2 16,0 4 0-16,-16 8 2 15,-12 9 6-15,0 2-7 16,0 1-2-16,0-8-26 15,0-3-27-15,0-9-92 0,-19-8-180 16,-15 0-131 0</inkml:trace>
  <inkml:trace contextRef="#ctx0" brushRef="#br0" timeOffset="-210931.43">29990 6493 196 0,'0'0'309'0,"0"0"-305"0,0 0 78 16,0 0-18-16,0 0 33 15,0 0 20-15,46 0-45 0,-30 8-36 16,-4-5 29-1,1 9 13-15,2-12-33 0,4 8-12 16,2-8-29-16,4 8 9 16,-3-3-5-16,3-5-16 15,-4 12 8-15,-8-12 0 16,5 8 0-16,-2 3 0 16,3-2 0-16,-13 2 7 15,9 2 1-15,-9-5 5 16,7 4 2-16,-1-1-11 15,4 10 4-15,-16 7 18 0,0 8-4 16,0 0-5 0,0 4-13-16,0 4-3 0,0 5 3 15,0 3-6-15,0-4 6 16,0 0-6-16,0-4 8 16,0-4 3-16,-16 5-5 15,4-1-2-15,-1-5-2 16,-8 14 6-16,2-6-12 15,-3-3 14-15,4-3-10 16,18-1 4-16,-6 0-2 16,-1 5 0-16,1-6 0 15,6 5-2-15,-9 0 6 16,9-3-8-16,-6 3 8 16,0-4-10-16,6 1 0 15,0-13 3-15,0-1 6 0,0-3-6 16,0-3-2-16,0-5-1 15,0-9-2-15,0 6 16 16,0-5-12-16,0 3 13 16,0 6-12-16,0-9 7 15,0 0-8-15,0-5-6 16,0-3 8-16,0 0-4 16,-7 0-5-16,1 0 11 15,0 0 3-15,-16 0 8 16,-3 0-8-16,-2 5 9 15,-14 2-6-15,1-2 6 16,-7-2-11-16,-5 2 2 0,18-5-6 16,-7 3 7-16,7 2-10 15,9-2 9-15,4 6-7 16,-7 2-3-16,3-3-18 16,3 1-42-16,-3-1-28 15,4-8-88-15,15 3-203 16</inkml:trace>
  <inkml:trace contextRef="#ctx0" brushRef="#br0" timeOffset="-210050.37">30811 7447 86 0,'0'0'637'0,"0"0"-494"0,0 0 30 0,0 0-79 15,0 0-5-15,0 0-40 16,143 12 26-16,-96-12-23 16,-1 0-3-16,-6 0-9 15,-15 0-25-15,-3 0-15 16,-3 0-2-16,-4 0-8 16,-3 0-25-16,-5 8 4 0,-1-4-56 15,-6 0-60-15,0 0-310 16</inkml:trace>
  <inkml:trace contextRef="#ctx0" brushRef="#br0" timeOffset="-209833.46">30811 7447 846 0</inkml:trace>
  <inkml:trace contextRef="#ctx0" brushRef="#br0" timeOffset="-209733.43">30811 7447 846 0,'10'-84'187'0,"42"92"-32"0,1-8-49 0,22 0-1 16,-16 0-105-16,-32 0-6 16,-8 0-27-16,-3 0-23 15,-10 0-74-15,-6 0-227 16,0 0-241-16</inkml:trace>
  <inkml:trace contextRef="#ctx0" brushRef="#br0" timeOffset="-208885.07">31943 6881 679 0,'0'0'218'0,"0"0"-83"0,0 0-44 0,0 0-17 0,0 44-28 15,0-11-6-15,-28 6-21 16,-12 6-13-16,6-5-6 16,9-4 2-16,-9 4 1 15,0-8 1-15,9 0 0 16,-9-3-4-16,12-1 0 16,4-5-2-16,5-2 1 15,13-9-3-15,0-4 4 16,0 0-4-16,0-5-9 15,0 2 9-15,13-5-23 0,33 0 19 16,7 0 8-16,9 0 0 16,-3 0 0-16,-6 0-3 15,-13 0-6-15,0 0-1 16,-6 0-6-16,-6-5-8 16,-9-3-26-16,-7 5-3 15,4-9-3-15,-10 4-16 16,-6-5 6-16,0 5 63 15,0 5 3-15,0 3 9 16,0 0 69-16,0 0-29 16,0 0-12-16,0 0-3 15,0 24-8-15,-22 12 52 16,10 8-29-16,-1-4-16 16,-2 9 14-16,2-2-28 15,7 1 1-15,-6 4-19 0,-4 1 7 16,4-1-8-16,6-8 7 15,-10-4-14-15,4-16-14 16,-1-4-40-16,13-20-134 16,0 0-398-16</inkml:trace>
  <inkml:trace contextRef="#ctx0" brushRef="#br0" timeOffset="-175397.33">20446 10716 76 0,'0'0'550'0,"0"0"-512"16,0 0-24-16,0 0 35 0,0 0-32 15,0 0-14-15,0 0 16 16,0 3-5-16,0-3 45 16,0 0 30-16,0 0 6 15,0 0-51-15,0 0 0 16,0 0-24-16,0 0 15 15,0 0-18-15,6 0-16 16,6 0 16-16,16 0-14 16,13 0 18-16,18 0-13 15,9-19 22-15,12-17-27 16,7-13 16-16,-6-23-16 16,12-12 10-16,-6-16-13 15,-13-8 2-15,-27-1-7 0,-23 9 3 16,-24 8-5-1,0 15 3-15,0 13 3 0,-40 24-15 16,-25 16 16-16,-9 8 4 16,-1 16 0-16,16 0 21 15,-9 36-23-15,9 32 5 16,6 29-3-16,32-2-8 16,21 10 4-16,0 0-15 15,0-22-16-15,46 2 7 16,22-17-36-16,7-8-50 15,24-16-88-15,-6-19-63 16,0-10-176-16</inkml:trace>
  <inkml:trace contextRef="#ctx0" brushRef="#br0" timeOffset="-174962.61">21540 10659 509 0,'0'0'20'0,"0"0"28"0,0 0 1 0,0 0-8 0,0 0 4 0,0 0 23 16,236-28 2-16,-189-3-51 16,-13-2-4-16,-9-6 1 15,-10-2 14-15,-15 13-28 16,0 4 13-16,0 4 3 16,-28 12 21-16,-25 8-20 15,-15 0-5-15,3 0 8 16,-3 16-18-16,28 15 10 15,5-2-10-15,29-5-4 16,6-3-9-16,0-14 4 16,6 9-20-16,50-16-5 0,9 0 7 15,4 0-31-15,2 0-86 16,3-8-41-16,1-12-89 16</inkml:trace>
  <inkml:trace contextRef="#ctx0" brushRef="#br0" timeOffset="-174380.47">21950 10407 432 0,'0'0'0'0,"0"0"-2"15,0 0 2-15,0 0 57 0,0 0 0 16,0 0-23 0,114 104-2-16,-67-104-14 0,-7 0 18 15,19 0-25-15,-19 0-1 16,1-16-4-16,-7-12-12 16,-9 0 10-16,-19 0-11 15,-6-1 3-15,0 18 4 16,0-1 4-16,-6 12 13 15,-41 0 53-15,-6 0-26 16,7 0-39-16,-7 0 11 16,19 23 31-16,0 2-22 15,15-1-13-15,19-1-4 0,0-6-6 16,0-1-4 0,7-4-9-16,39-8-8 0,-12-4-10 15,19 0 15-15,-13 4-46 16,1 12 31-16,-1 12 14 15,-9 21 15-15,15 15 32 16,4 8 4-16,3 0-36 16,-1 5-6-16,-17-5-7 15,-29 8-130-15,-6-16 143 16,0-4 33-16,-59-9 28 16,-16-10 47-16,-11-16-52 15,5-10-22-15,0-7-3 16,7-8-1-16,21 0-25 15,19-8-10-15,22-24-11 0,12-17-44 16,21-15-129-16,51-3 28 16,15-10-282-16</inkml:trace>
  <inkml:trace contextRef="#ctx0" brushRef="#br0" timeOffset="-172264.48">22799 11101 236 0,'0'0'425'0,"0"0"-364"0,0 0 41 16,0 0-64-16,0 0-15 15,0 0-2-15,0-5 41 16,0 2-44-16,7-5 27 15,27-4 10-15,6-1 17 0,-9 1-44 16,25 4-10-16,-10 0-5 16,-15 5-5-16,-9 3-16 15,-16 0 11-15,-6 0-9 16,0 3 12-16,0 22 9 16,0 11-13-16,0-5 11 15,-12 10-13-15,-16-5 1 16,3-8-7-16,-3-4 12 15,16-4-14-15,2-8 20 16,4-4-23-16,6 0 23 16,0-8-19-16,0 0 7 15,0 8 0-15,0-3 0 0,6-5-1 16,29 0-4-16,11 0 10 16,-6 0-14-16,7 0 19 15,-7 0-20-15,7 0 8 16,-13-5 1-16,6-3-23 15,-18 8-50-15,-4 0-56 16,-5 0-151-16,-13 0-11 16</inkml:trace>
  <inkml:trace contextRef="#ctx0" brushRef="#br0" timeOffset="-100777.33">25698 6549 326 0,'0'0'242'0,"0"0"-214"0,0 0 44 0,0 0-21 0,0 0-17 16,0 0-11-16,0 0-18 16,0 0 15-16,0 0 4 15,0 0 64-15,0 0-6 16,0 0-28-16,0 0-35 15,0 0 11-15,0 0-22 16,0 0-6-16,7 0-2 16,-7 0 7-16,9 0-8 15,-9 0 2-15,19 0-2 16,-13-12 12-16,0 7-21 16,16-3 19-16,-16 0-16 15,22-4 7-15,-10 1-3 16,4 3-2-16,-16 8 10 15,13 0-10-15,-13-5 10 0,-6 5-10 16,0 0 8-16,6-8-9 16,16 8 6-16,-16-7 0 15,28-1-3-15,-9-8 8 16,-3 11-10-16,6-2 13 16,3-1-21-16,-16 8 23 15,10-13-20-15,-9 13 12 16,-4-4-5-16,0 0 3 15,4 0 0-15,2 0 0 16,-5 0 1-16,2 4-11 16,4-3 20-16,-7 3-21 15,4 0 23-15,-4-8-12 0,7 8 0 16,3 0 0-16,5-5-1 16,-2 1 2-16,3 0-7 15,-9 0 12-15,-4 4-12 16,10 0 4-16,-3 0 2 15,-10-4 0-15,16 4-3 16,-9-4 3-16,9 4 0 16,-10-8-1-16,-2 8-4 15,9 0 3-15,-13 0 0 16,10 0-3-16,-10 0 6 16,16 0-7-16,-3 0 6 15,-4 0 0-15,14 0 4 16,-11 0-4-16,4 0 0 0,-9 0 0 15,-4 0-2 1,-2 0 4-16,8 0-3 0,-8 0 4 16,12 0-6-16,-4 0 4 15,7 0-1-15,-3 0 0 16,3 0 6-16,-9 0-13 16,2 0 15-16,-8 0-18 15,-1 0 15-15,4 0-12 16,2 0 8-16,-5 0-1 15,8 0 0-15,-2 8 0 16,-4-8-2-16,-2 4 9 16,-7-4-14-16,22 4 14 0,-3 0-9 15,-4-4 4 1,-8 8-2-16,9-8 0 0,-10 5-3 16,-6-5-1-16,0 0 8 15,-6 8-12-15,16-8 14 16,-4 3-9-16,7 1 5 15,-4-4-2-15,4 4 0 16,-7 0 1-16,4 0-2 16,3 0 3-16,-4 4-11 15,-3-8 19-15,-5 8-20 16,-1 0 16-16,0-4-7 16,-6 1 1-16,16-5-2 15,-10 8 2-15,6-5 1 0,-6 5-1 16,10-3 0-16,-10-2-2 15,6 1 13-15,-5-4-24 16,5 0 29-16,-3 8-21 16,4-3 5-16,-1-5 0 15,-6 8-5-15,10-8 5 16,-10 8-6-16,6-5 12 16,-5-3-13-16,8 0 15 15,-2 0-8-15,-7 0 0 16,6 0 1-16,-3 12-4 15,-2-12 7-15,-1 8-14 16,0 5 18-16,6-13-16 16,4 8 16-16,-16-4-10 15,6-4 9-15,-6 0-11 0,19 0 4 16,-13 0 0-16,10 0 0 16,-10 8 2-16,0 0-5 15,-6-5 12-15,6-3-12 16,10 9 9-16,-10-9-4 15,6 4 0-15,-6-4-2 16,1 0 0-16,-1 7 2 16,3-7-7-16,4 8 11 15,-13-8-14-15,0 5 18 16,12-5-13-16,-6 8 12 16,-6-4-14-16,9-4 7 15,-9 8-2-15,7-8 0 16,-1 0 10-16,0 0-19 15,-6 0 18-15,0 0-17 0,0 0 16 16,0 4-15-16,0 3 12 16,0-7-7-16,0 0 2 15,6 0 0-15,0 0-3 16,-6 0 7-16,0 0-16 16,0 0 22-16,0 0-20 15,0 0 3-15,0 0 5 16,0 0-30-16,0 0-97 15,0 0-116-15,0 0-274 16</inkml:trace>
  <inkml:trace contextRef="#ctx0" brushRef="#br0" timeOffset="-99877.66">27785 6632 230 0,'0'0'4'0,"0"0"46"0,0 0 73 0,0 0-38 0,0 0-54 16,0 0 9-16,0 0-13 15,0 0 4-15,0 0-5 16,0 8-6-16,0-3 34 0,0-5-22 15,0 8 29-15,13-8-39 16,-1 4 26 0,10-4-38-16,-4 8 14 0,-2-5-15 15,2 2-6-15,-5-1 4 16,9 0-5-16,-4 8 25 16,4-8-22-16,-4 0 10 15,-2-1-11-15,-4-3 1 16,-5 0-5-16,-1 0 0 15,-6 0 1-15,0 0-1 16,0 0 18-16,0 0-16 16,0 0 28-16,0 0-8 0,0 0 10 15,0-7-26-15,0-22-3 16,0 6-3-16,0-1-12 16,0 4 11-16,0 0-3 15,0 7-1-15,0 2 0 16,0 3 0-16,0-4 10 15,0 12-9-15,0 0 4 16,0-5 0-16,0-3-14 16,0 0-189-16,0 5-108 15</inkml:trace>
  <inkml:trace contextRef="#ctx0" brushRef="#br0" timeOffset="-98545.79">23695 10664 325 0,'0'0'169'0,"0"0"-98"0,0 0 42 0,0 0-7 0,0 0-4 16,0 0 1-16,0 11-38 16,0-11-8-16,0 0-6 15,0 0 6-15,0 0-35 16,0 0 16-16,0 0-23 16,0 5 29-16,0-5-27 15,0 0 5-15,0 0-11 16,-21-5-5-16,-13-23 6 0,-7-4-6 15,-11-12 0-15,17-4-6 16,-5-4 0-16,9 4 3 16,3 4-7-16,10-9 5 15,18-2-2-15,0-9-1 16,0-13-2-16,52-3-1 16,13 4-9-16,-3-1 10 15,-3 22-57-15,-6 6-38 16,-13 21-79-16,-12 20-111 15,-15 8-23-15</inkml:trace>
  <inkml:trace contextRef="#ctx0" brushRef="#br0" timeOffset="-95648.2">23841 10423 406 0,'0'0'126'0,"0"0"-76"0,0 0 10 16,0 0 9-16,0 0 21 16,0 0-10-16,0 0 29 15,0 0-28-15,0 0 15 16,0 0-29-16,0 0-13 15,0 0-46-15,0 0-2 16,0 0 4-16,19-24 4 16,30-16 16-16,10-1-8 15,0-3 3-15,16-4-16 16,-23 4 8-16,23 0-12 16,-23 3-10-16,-5 10 2 15,-13 7-17-15,-6 4-14 16,-22 0-11-16,13 4 1 0,2-1-34 15,-14 6-40-15,-1-2-143 16,-6 6-51 0</inkml:trace>
  <inkml:trace contextRef="#ctx0" brushRef="#br0" timeOffset="-95313.73">24154 9865 618 0,'0'0'120'0,"0"0"-14"16,0 0 68-16,0 0-75 0,0 0-10 15,0 0-10-15,-12 185-47 16,24-133 14-16,22 0-30 15,-12-4 7-15,-3-4-21 16,-13-8 4-16,22 0-6 16,-22 0-4-16,6-8 1 15,-12 8-29-15,7-11 17 16,-7-9-54-16,0-4-23 16,0-4-108-16,0-8-159 15,0 4-253-15</inkml:trace>
  <inkml:trace contextRef="#ctx0" brushRef="#br0" timeOffset="-94365.64">24675 9532 220 0,'0'0'210'0,"0"0"-109"0,0 0-16 0,0 0 0 16,0 0 35-16,0 0-41 15,0-3 14-15,0 3-48 16,16 0-4-16,-10-5-4 16,6-3 10-16,10 8 12 15,3 0-51-15,9-8 25 16,12 8-11-16,-5 0-3 16,-7 0-19-16,-6 0 0 15,-22 0-2-15,-6 21 2 16,0 10-2-16,0 5 9 15,0 0-12-15,0 0 18 0,-16-7-23 16,4-5 19-16,0-3-16 16,12-6 8-16,-7-7-1 15,7-4 0 1,0 8 7-16,0-8-18 0,0 4 12 16,0 0-7-16,0-3 12 15,0-2-10-15,0-3 8 16,25 0-1-16,16 0-3 15,-1 0 1-15,13 0-2 16,-7 0-9-16,-6-3 8 0,1-10-67 16,-20 5-61-1,-8 8-125-15,-13 0-33 16</inkml:trace>
  <inkml:trace contextRef="#ctx0" brushRef="#br0" timeOffset="-91567.6">25664 6621 316 0,'0'0'188'0,"0"0"-178"0,0 0 47 0,0 0 26 0,0 0-59 16,0 0-18-16,50 0 16 15,-38 0 44-15,-5 0-11 16,-7 0 11-16,0 0-8 16,0 0-17-16,6 0-39 15,0 0 17-15,16-8-7 16,-16 4 6-16,22-4-18 15,-16-5 0-15,-6 6 13 16,22-6-13-16,-9 2 25 16,9-9-21-16,-16 7 8 15,22-7-5-15,-9 9-14 0,-3 3 1 16,6-5-5-16,-16 6 4 16,1 2 7-16,2 2-2 15,-15-2 4-15,6 2-7 16,-6-5 10-16,25-1 22 15,-9-7-12-15,8 4 0 16,-2-4-15-16,-10 5 0 16,7 6-1-16,-3 1 4 15,-4-4-10-15,-6 0 14 16,0 0-5-16,10 5-1 16,2-2 31-16,-5-3-3 15,15 0-17-15,0-1-12 16,-10 2 4-16,10-1-11 0,-9 4 15 15,-4 0-16-15,-2 4 16 16,-1-4-2-16,-6 0 4 16,22-1 17-16,-15-2 2 15,21-5-17-15,0 0-7 16,6-4-2-16,0 4-4 16,-21 4 10-16,9 0-18 15,-16 8 17-15,-5-5-15 16,-1 5 9-16,-6 0-2 15,15 0 0-15,4-3 3 16,15-1-5-16,-6 0 4 16,18-5 1-16,-5 1 4 15,-16 5-12-15,9 3 5 0,-13 0-1 16,-2 0 1-16,9 0 0 16,-3 0 0-16,9 0 0 15,-6 0 3-15,18 0 6 16,-6 0-14-16,-9 0 13 15,4 0-16-15,-8 0 10 16,-14 0-5-16,9 0 4 16,-22 0-1-16,24 0 2 15,-8 0 7-15,9 0-1 16,9 0-1-16,0 0 8 16,6 0-12-16,-9 0 2 15,3 0-3-15,0 0 0 0,-6 0 3 16,3-5 0-16,-3 5-8 15,0 0 7-15,-9 0-8 16,9 0 12-16,-4 0-14 16,-2 0 7-16,3 0-1 15,3 0 0-15,-6 0 1 16,9 0-3-16,-3 0 11 16,12 0-12-16,-6 0 9 15,6 0-5-15,-15 0 5 16,-3 0-9-16,-4 0 3 15,-11 0-2-15,8 0 0 16,4 5 4-16,-7-2-1 16,16 2 7-16,0 3-13 15,-3-4 15-15,-4 4-12 0,4 0 6 16,-3-5-5-16,3 2 1 16,-4-2 0-16,-2 2-3 15,3-1 7 1,-4 0-8-16,4 0 10 0,3-1-11 15,-3 2 11-15,12-2-8 16,-10 2 2-16,4 3 0 16,-9-4-1-16,3 4 5 15,-10 0-12-15,0-5 16 16,4 10-17-16,3-5 21 16,2 4-20-16,-2-9 8 15,-7 10 0-15,4-1 0 16,-4-7 2-16,1-2-8 0,-4 9 12 15,-3-8-16-15,7 4 20 16,-7 1-15-16,9-1 9 16,4-1-4-16,-7 1 0 15,10 0 1-15,-10 0-6 16,1-3 10-16,-4 3-12 16,-3-1 17-16,0-2-18 15,7 3 17-15,-7 0-15 16,16 0 7-16,-4-1-2 15,-2 6 1-15,-4 3-2 16,7-13 0-16,-4 9 4 16,-8-12-12-16,-7 8 18 0,12-8-16 15,-12 13 16-15,6-5-13 16,0-4 5-16,-6 4-1 16,0 3-2-16,0-2 4 15,0-5-9-15,0 3 15 16,0 6-11-16,0-1 8 15,0-4 0-15,0-4-1 16,16 3-1-16,-10 6-2 16,0-13-4-16,0 8 1 15,-6-8-4-15,0 4 6 16,0-4-36-16,0 0-23 16,0 0-61-16,0 0-215 15,0 0-439-15</inkml:trace>
  <inkml:trace contextRef="#ctx0" brushRef="#br0" timeOffset="-90900.93">28815 6653 232 0,'0'0'151'0,"0"0"-43"0,0 0-41 0,0 0-23 16,0 0-14-16,0 0-20 0,80-13-6 15,-74 13 19-15,-6 0-7 16,7 0 60-16,-1 0 4 16,0 0-20-16,22 0-26 15,-9 5-14-15,-4 3 3 16,-3 4-13-16,16 0 16 16,-9 0-23-16,-7 0 30 15,16 0-33-15,-6 0 14 16,-3-3-12-16,-7-6-2 15,3 2 0-15,-15-5 0 16,0 0 25-16,0 0-18 16,0 0 40-16,7 0-2 15,-1-5-16-15,6-19-25 0,10-4-4 16,-3-4-1-16,-7 0-11 16,10 7 12-16,-10 6-14 15,-6 10 12-15,-6 9 2 16,0 0 4-16,0 0-4 15,-12 0-1-15,-28 13-93 16,-19 2-203-16</inkml:trace>
  <inkml:trace contextRef="#ctx0" brushRef="#br0" timeOffset="-88317.76">25547 9869 511 0,'0'0'83'0,"0"0"5"0,0 0 35 0,0 0-39 16,0 0-49-16,0 0 43 16,0 0-29-16,6 0 3 15,-6 0 31-15,0 0-32 16,0 0-1-16,0 4-29 16,0 12 2-16,0 4-21 15,0 9 19-15,0 7-17 16,0 4 3-16,0 7-6 15,0 6 0-15,0-5 2 16,0 0-2-16,-22-4-2 0,16-4 5 16,0-16-8-1,-7 4-13-15,13-15-17 0,-6 2-56 16,-3-7-76 0,9-8-192-16,0 0 116 0,0 0-120 15</inkml:trace>
  <inkml:trace contextRef="#ctx0" brushRef="#br0" timeOffset="-87934.82">25137 10182 654 0,'0'0'148'0,"0"0"-52"0,0 0 55 0,0 0-87 15,0 0-43-15,0 0 0 16,28 0 51-16,12 0-30 16,1 0 23-16,-1 0-31 0,0 0 0 15,13 0-33 1,-6 0-1-16,-1 0 0 0,1 0-25 16,-7 0-32-16,-21 0-69 15,2 0-218-15,-21 0-344 16</inkml:trace>
  <inkml:trace contextRef="#ctx0" brushRef="#br0" timeOffset="-87122.49">26114 9681 110 0,'0'0'623'0,"0"0"-500"0,0 0 24 15,0 0-62-15,0 0-84 16,0 0 4-16,65 0 42 0,-25 0 0 15,-6 0-16-15,1 0-26 16,-23 0 14-16,10 23-11 16,-22 15 8-16,0-2-14 15,0 7-2-15,0 9-6 16,0-3 2-16,-22-10 1 16,-12-3 0-16,28-19-6 15,6-9-21-15,0-8-23 16,0 0-14-16,0 0 24 15,21 0 28-15,-2 0 15 16,9 0 1-16,-16 0 6 16,4 0 9-16,-16 0-3 0,0 3 54 15,0 22-6 1,0-1-18-16,0 4-33 0,-28 0 7 16,-19-4-5-16,-15-4-5 15,16 5-2-15,-7-6 0 16,7 1 2-16,-1-4-7 15,25 4-16-15,-2-12-25 16,24 0-49-16,0-8-132 16,0 0-124-16,0 0-78 15</inkml:trace>
  <inkml:trace contextRef="#ctx0" brushRef="#br0" timeOffset="-86671.78">26427 10318 492 0,'0'0'122'0,"0"0"70"0,0 0-8 0,0 0-70 15,0 0-20-15,0 0-28 16,248-164-33-16,-195 124-11 16,-7 0-3-16,16-1-16 15,-15 2-3-15,-7 6 0 16,-15 10-2-16,-3 7-49 16,-16 3 0-16,-6 1-46 15,0 12-17-15,0 0-61 16,0 0-111-16,-6 0-35 0</inkml:trace>
  <inkml:trace contextRef="#ctx0" brushRef="#br0" timeOffset="-86386.82">26709 9842 74 0,'0'0'685'0,"0"0"-547"0,0 0 2 15,0 0-52 1,41 219 7-16,-23-166-70 0,4-5 9 16,-10 0-14-16,-6-4-3 15,7-8 1-15,2 0-15 16,-2-8-6-16,15 0-6 15,-10 5-24-15,-5-9-23 16,15 4-79-16,-16-8-189 16,-12-8-133-16</inkml:trace>
  <inkml:trace contextRef="#ctx0" brushRef="#br0" timeOffset="-84573.59">26449 7564 114 0,'0'0'113'0,"0"0"-98"0,0 0-7 15,0 0 27-15,0 0 63 16,0 0 50-16,0 0-89 16,-22-53-2-16,22 53 17 15,0 0 21-15,-6 0-34 16,6 0-5-16,0 0-14 15,0 0-14-15,0 0 1 0,0 0 7 16,0 0 5-16,0 0-28 16,0 0 6-16,0 0-7 15,0 0-12-15,0 0 0 16,0 0 2-16,0 0 32 16,0 0-20-16,0 0 21 15,0 0-31-15,0 0-6 16,0 17 6-16,0 2 3 15,12 1-7-15,29 5 9 16,-7-9 2-16,-6 4-10 16,18-4-2-16,-6-1 14 15,7 1-27-15,-7-3 31 0,1 2-24 16,11 6 7-16,-5-9 0 16,-1 8 0-1,1-8-1-15,-1 3-9 0,-5-2 3 16,5-9 6-16,-6 4-22 15,-5 4 12-15,11 0 1 16,-18 5 10-16,6-14-4 16,-9 9 7-16,15-12-6 15,-6 0 6-15,-9 0-17 16,9 0 27-16,-12 0-26 16,18 0-1-16,-15 0 0 0,-3 0 0 15,-4 0 10-15,16 0-2 16,1 0 6-1,-11 0 0-15,4 0 1 0,0 8-5 16,-3-8 8-16,3 0-9 16,0 0 9-16,-3 0-4 15,9-8 17-15,6-16-17 16,-6 4 4-16,-3 0-2 16,3-5-4-16,-12 6 4 15,9 7 5-15,-3-12 2 16,0 4 16-16,-10-8-22 15,4 7 3-15,-16 9-5 16,-6 1 1-16,13 11-2 0,-13 0-36 16,0 0-26-1,0 0-53-15,0 0 2 0,0 0 20 16,0 0-15-16,0 0 27 16,0 0-131-16</inkml:trace>
  <inkml:trace contextRef="#ctx0" brushRef="#br0" timeOffset="-83923.38">27937 7659 51 0,'0'0'342'0,"0"0"-341"0,0 0 11 0,0 0-5 16,0 0 37-16,0 0 30 15,0 0-25-15,9 0 41 16,-2 0-1-16,11 0 29 16,4 0-35-16,24-12-26 15,-5-7-46-15,-1-1-8 16,-9 7-3-16,-9 10-5 15,-10 3 4-15,-6 0 1 0,10 0 0 16,-10 0 8-16,0 11 28 16,0 9-3-16,-6-4-24 15,0-4-3-15,0 4 3 16,0 0-9-16,0 1 0 16,0 3-4-16,0 4-31 15,0-4-37-15,0-1-189 16,-6-6-89-16</inkml:trace>
  <inkml:trace contextRef="#ctx0" brushRef="#br0" timeOffset="-81426.65">27410 10114 75 0,'0'0'496'0,"0"0"-455"0,0 0 24 16,0 0 17-16,0 0 3 15,0 0-49-15,0 0 56 0,0-8-48 16,0 8 8-16,0 0-8 16,0 0 27-16,0 0-32 15,0 0-16-15,0 0 18 16,0 0-14-16,0 0 8 15,0 0-32-15,0 0 16 16,0 0-18-16,12 0 8 16,38 0 4-16,3 0 5 15,12 0-5-15,15 0-13 16,-11 0 0-16,-4-4-20 16,-9-1-4-16,-10 5-41 15,-15 0-19-15,3 0-143 0,-12 0-226 16</inkml:trace>
  <inkml:trace contextRef="#ctx0" brushRef="#br0" timeOffset="-80676.23">28294 9661 668 0,'0'0'211'0,"0"0"-119"0,0 0-28 15,0 0-48-15,0 0-10 16,0 0 32-16,180 7-29 15,-146 1 22-15,-16 9 36 16,-5-6-12-16,-4 18-13 16,-9-5-25-16,0 8-1 15,0 0-12-15,0 0-8 0,0 1 5 16,0-5-2-16,0-4-2 16,0-4 1-16,0-4-9 15,0-4-13-15,0-1 23 16,0-6 2-16,0 10-9 15,0-7 19-15,0 9-7 16,0 7-3-16,0 7 21 16,0 2-14-16,-28 8 3 15,-6-2 8-15,-13 2-18 16,-5-5 3-16,5-5 9 16,7-11-26-16,12-12 4 15,22-8-2-15,6 0-57 16,0 0-50-16,0 0-297 0</inkml:trace>
  <inkml:trace contextRef="#ctx0" brushRef="#br0" timeOffset="-80127.25">29382 9701 686 0,'0'0'149'0,"0"0"-84"0,0 0 71 0,0 0-81 0,0 0-24 15,0 0-2-15,-115 124 52 16,63-80-57 0,-1 1 25-16,-6-1-29 0,-3 0 4 15,3 4-22-15,-3-8 3 16,16 0-5-16,5-8 5 16,-5-4-11-16,27-3-4 15,-3-10-3-15,16-7-21 16,6-8 6-16,0 0-22 15,0 0-28-15,0 0-15 16,0-12-58-16,0-7-55 16,6 2 62-16,10-7-145 15</inkml:trace>
  <inkml:trace contextRef="#ctx0" brushRef="#br0" timeOffset="-79827.34">28861 9961 489 0,'0'0'137'0,"0"0"-43"15,0 0 74-15,0 0-41 0,0 0-19 16,0 0 10-16,127 53-62 15,-102-17 24-15,9 0-46 16,-12-8-23 0,3 8 0-16,3-4-22 0,-10 1 3 15,4-5 0-15,6 0-44 16,-10-9-38-16,1-2-63 16,9-9-236-16,-6-8-317 15</inkml:trace>
  <inkml:trace contextRef="#ctx0" brushRef="#br0" timeOffset="-77463.67">26489 7564 562 0,'0'0'47'0,"0"0"-30"0,0 0 29 0,0 0-24 0,0 0-11 0,0 0-12 15,0 0 2-15,0 0-1 16,0 0 56-16,0 0 6 16,0 0 18-1,0 0-50-15,0 0 1 0,0 0 3 16,0 0-18-16,0 0 6 16,0 0 0-16,0 0 23 15,0 0-45-15,0 0 3 16,0 3 9-16,0 5-15 15,0 0 6-15,0 4 19 16,0 13 7-16,0-6-14 16,0 1 14-16,0 1-17 0,13-1 4 15,-7-4-5 1,6-1-22-16,-3 1 24 0,-2 1-14 16,-1-6 2-16,12 2 2 15,4-1 5-15,-9 4 8 16,14-4-6-16,-8 0-7 15,9 0 14-15,-3 0-16 16,-4-4-2-16,14 12 8 16,-17-8-7-16,-12 0 2 15,22 0-4-15,-9-4 3 16,3 0-1-16,5 0 16 16,5 0-15-16,8 0 2 0,6 4 11 15,-5-4-17 1,11 0 8-16,-11 4-6 15,-1-4 1-15,-6 0 0 0,0 0 3 16,-6-3-2-16,-3 3 10 16,9-1-5-16,-6 6 1 15,-3-5 5-15,9-5-18 16,0 6 12-16,6-6-9 16,1 2 3-16,-1-5 0 15,-9 3 2-15,3 2 4 16,0-5-12-16,0 3 12 15,-9 6-10-15,9-9 10 16,0 4-9-16,-9-4 3 16,25 0 0-16,-13 0-1 15,3 0 8-15,-6 0-14 16,-12 0 18-16,9 0-22 16,-9 0 20-16,-4 0-16 0,4 0 10 15,3 0-3-15,3 0 0 16,0 0-2-16,3 0-4 15,-4 0 12-15,8 0-16 16,-7 0 20-16,3 0-19 16,-4 0 15-16,-8 0-6 15,9 0 0-15,0 0 0 16,-10-4-2-16,10 0 5 16,-3-4-8-16,9 0 13 15,0 0-11-15,0-1 12 0,-3 1-16 16,-3 5 10-16,0-2-3 15,3-3 0-15,-9 5 1 16,6-6-5 0,-3-7 10-16,3 0-12 0,-4-4 12 15,4 0-17-15,6 1 18 16,-15-2-13-16,3 9 6 16,-4 4 0-16,-11 8 1 15,-7 0 4-15,9 0 5 16,-3-4-6-16,0-4-3 15,0-3 12-15,22-2-22 16,-21 5 14-16,11 4-10 16,-18 4-4-16,0-8-19 0,0 8 0 15,0 0-50-15,6-20-22 16,22-4-162-16,-6-9-38 16,-16 14 62-16</inkml:trace>
  <inkml:trace contextRef="#ctx0" brushRef="#br0" timeOffset="-76846.31">28867 7720 237 0,'0'0'57'0,"0"0"65"0,0 0-8 15,0 0-54-15,0 0 44 16,0 0-38-16,109 0 7 16,-91 0-32-16,1 0 44 15,-3 0-22-15,2 0-15 16,-12 0-18-16,22 0-21 16,-15 0 19-16,-4 0-27 15,-3 0 1-15,0 0 10 0,1 0-8 16,5 24 47-16,-6 0-14 15,3 4-29-15,-9-4-5 16,0 8-6-16,0-7 1 16,0-6-8-16,0-7-42 15,0-12-66-15,0 0-230 16,0 0-211-16</inkml:trace>
  <inkml:trace contextRef="#ctx0" brushRef="#br0" timeOffset="-73982.55">29655 10042 470 0,'0'0'176'0,"0"0"-60"0,0 0 56 0,0 0-38 15,0 0-91-15,0 0 51 16,0 0-58-16,0 0-4 16,0 0-3-16,0 0 14 15,0 0-3-15,0 0-24 16,0 0 2-16,0 0-15 15,9 0 12-15,-3 0-14 16,13 0 11-16,9 0-7 16,-3 0 17-16,31 0-7 15,2 0-1-15,11 0-1 0,-4-4-12 16,-13-9 2 0,4 10 9-16,-9 3-21 0,-13-5 23 15,-3 5-28-15,-3 0 16 16,0 0-4-16,-16 0 2 15,-6 0-6-15,-6 0 2 16,0 0-27-16,0-3-9 16,0-1-67-16,0-4-93 15,-46 8-655-15</inkml:trace>
  <inkml:trace contextRef="#ctx0" brushRef="#br0" timeOffset="-72415.72">30771 9757 545 0,'0'0'173'0,"0"0"-130"0,0 0 63 0,0 0-40 0,0 0-62 16,0 0 7-16,-6 4-11 15,6 0 62-15,0 0-4 16,0-4 53-16,0 0-49 16,0 0-36-16,0 0-21 15,0 9 1-15,0-2-6 16,0 1 4-16,6 0-1 15,16 0-1-15,-10-8 13 16,16 12-10-16,-9-8 10 16,9 0-14-16,0-4 5 15,3 0-3-15,-10 0 4 0,4 0-14 16,3 0 14-16,-16-20-12 16,10 4 8-16,-9-12-6 15,8-4 0-15,-15 3-5 16,1 6-2-16,-7 3-4 15,0 4 12-15,0 3-17 16,0 10 10-16,-28-2 9 16,-3 5-8-16,-19 0 22 15,13 0-17-15,-3 8 7 16,-16 13-4-16,37-1 2 16,7 4-1-16,-4-4-2 15,10 5 7-15,6-2-12 0,0-3 14 16,0 1-16-16,0-6 9 15,0-7-5-15,12-4-11 16,16-4 14-16,0 0-2 16,-3 0-12-16,3 0-2 15,0 0-32-15,-16 0 44 16,7 0-19-16,-13 0 1 16,-6 0 18-16,0 0 5 15,0 0 13-15,0 0 52 16,0 0-29-16,0 0-36 15,0 0 0-15,0 0 4 16,0 0-18-16,0 20 23 16,16-4-17-16,-10 12 8 15,6-3 0-15,-6 3-3 16,4 0 9-16,-4 4-12 0,0-4 12 16,-6 0-17-16,0 3 4 15,0-2 6-15,0-1-14 16,0 8 6-16,0-8 7 15,0 0 2-15,-12-3 28 16,-22 3-26-16,-7-1 30 16,-5-2-11-16,-1-5 18 15,-15-9-38-15,3 6 36 16,-9-5-33-16,3 0-3 16,3 8-2-16,9-1-9 15,1-10 1-15,11 7-47 0,7-4 13 16,16-4-133-16,2-8-239 15</inkml:trace>
  <inkml:trace contextRef="#ctx0" brushRef="#br0" timeOffset="-71319.14">31515 9552 510 0,'0'0'63'0,"0"0"-11"0,0 0 28 0,0 0-34 15,0 0 61-15,0 0 21 16,0 16-14-16,0-8-2 16,0-3-46-16,0 7-23 15,0-4-5-15,0 8-28 16,0 7 0-16,0 5 1 15,0 5-10-15,0-1 5 16,0 0 3-16,0 4-12 16,7-4 11-16,-1 8-12 15,-6 9 4-15,0-10 0 0,0 2 1 16,0-1 8-16,0-4-16 16,0-8 22-16,0 16-25 15,0-12 20-15,-6 8-11 16,-16 4 6-16,-3 0-10 15,-9 5 10-15,-6-1 2 16,-1-1-7-16,1-6 7 16,-7-5-16-16,13 0 15 15,10-11-12-15,-4-9-5 16,21-9 4-16,7-7-9 16,0 0-30-16,0 0-17 0,0-32-93 15,35-16-287 1</inkml:trace>
  <inkml:trace contextRef="#ctx0" brushRef="#br0" timeOffset="-69549.85">32135 10266 619 0,'0'0'49'0,"0"0"34"0,0 0 20 0,0 0-8 16,0 0-1-16,0 0 19 15,134 5-24-15,-119-2-57 16,-2 2 20-16,5-2-32 16,4-3-11-16,12 0-9 15,6 0 0-15,1 0-21 0,-4 0-19 16,-3 0-2 0,-12 0-34-16,-4 0-35 0,-11 0-86 15,-7 0-12 1,0 0 28-16,0 0-115 0</inkml:trace>
  <inkml:trace contextRef="#ctx0" brushRef="#br0" timeOffset="-69349.17">32135 10266 489 0</inkml:trace>
  <inkml:trace contextRef="#ctx0" brushRef="#br0" timeOffset="-69250.71">32135 10266 489 0,'87'-116'254'0,"-87"116"-135"0,0 0 43 16,22-4-64-16,24 0-97 15,-11 0 5-15,-4 4-12 16,-3 0-2-16,-1 0-16 16,-2-8-117-16,-3 4-232 15</inkml:trace>
  <inkml:trace contextRef="#ctx0" brushRef="#br0" timeOffset="-68268.74">33100 9549 522 0,'0'0'116'0,"0"0"-97"0,0 0 29 0,0 0-37 16,0 16-7-16,18 7 51 15,-18 6 12-15,0-6 50 16,0 10-14-16,0-2 7 16,-34 10-53-16,-12 3-32 15,5-4 4-15,10 0-13 0,-18-3 18 16,36-5-33-16,-5 4 10 15,2-13-8-15,10-3-6 16,0-4 4-16,6-7-2 16,0 7 0-16,0-8-12 15,0 0 11-15,0-4-18 16,0-4 5-16,34 0-4 16,6 0 13-16,1 0-4 15,-1 0 7-15,-9 0-1 16,-3-4 3-16,0 4-1 15,-16 0 1-15,1 0-8 16,2 0 7-16,-3 0 0 16,-5 0-33-16,-1 0-2 15,0-8-18-15,-6 0 29 16,9-8 20-16,-9 12 6 0,0 4 6 16,0 0 5-16,0 0 46 15,0 0-22-15,0 0-5 16,0 0-28-16,0 0 5 15,0 0 0-15,0 0 13 16,-15 4-3-16,-10 20 2 16,3 7 28-16,4 2-21 15,-10 15 20-15,9-4-37 16,-2 0 30-16,2 8-38 16,-3-3 3-16,4-5 1 0,2-8-3 15,10 0-2 1,0-8-2-16,6-4 0 0,0-8-21 15,0-8-16-15,0-8-44 16,0 0-48-16,0 0-405 16</inkml:trace>
  <inkml:trace contextRef="#ctx0" brushRef="#br0" timeOffset="95139.5">25878 10443 112 0,'0'0'325'0,"0"0"-325"0,0 0-35 0,0 0 35 16,0 0 46-16,0 0-10 15,0 0 24-15,0 0-24 16,-12 11 10-16,-7-11 2 16,19 8-48-16,-15-8 0 15,15 5-13-15,-13-5 12 16,13 0 2-16,0 0 37 15,0 0-15-15,-6 4 14 16,-6-4-31-16,-4 8-4 0,4-4-2 16,12-4 0-16,-13 4 6 15,-2-4-3-15,15 12 6 16,-6-8 48-16,0 0-8 16,6 0-18-16,-7-4 0 15,-5 8-26-15,12-4-8 16,-16 4 3-16,4-4 0 15,-10 8-10-15,10 0 23 16,-13 4-10-16,3-4 15 16,-5 1 40-16,8 2-43 15,-9-2-11-15,22-5-2 16,-13-5-2-16,19-3 0 16,-6 0 1-16,6 0-7 15,0 0 15-15,0 0-5 0,0 0-2 16,0 0 16-16,0 0-17 15,0 0 1-15,0 0-2 16,0 0-9-16,0 0 8 16,31 0 2-16,50-28 4 15,52-24 2-15,22-12 17 16,25-16-20-16,28-9 28 16,12-15-12-16,34-16-5 15,0-8 3-15,0-1-11 16,-27 13 19-16,-47 24-24 15,-72 28-4-15,-49 28-12 16,-37 15-35-16,-22 21-3 16,0 0 11-16,-34 0-38 0,-59 49-110 15,-41 10-101-15</inkml:trace>
  <inkml:trace contextRef="#ctx0" brushRef="#br0" timeOffset="96239.53">27438 10615 422 0,'0'0'128'0,"0"0"-115"0,0 0 92 0,0 0 5 15,347-161-9-15,-248 110-6 0,10-9-5 16,24-12-32-16,35-13 18 16,24-15-14-16,22-8-37 15,6-9 3-15,9 13-27 16,-36 12 22-16,-32 20-16 16,-34 11-11-16,-40 22 4 15,-28 11-5-15,-31 15 1 16,-28 13-33-16,0 0 2 15,-6 13-24-15,-75 30-40 16,-28 9-200-16,-24 0-358 16</inkml:trace>
  <inkml:trace contextRef="#ctx0" brushRef="#br0" timeOffset="97921.82">20585 13050 376 0,'0'0'192'0,"0"0"-162"0,0 0 13 16,0 0 30-16,0 0-33 16,0 0 3-16,0 0 20 15,0 0-4-15,0 0 20 16,0 0-31-16,0 0 7 15,0 0-39-15,28-25 16 16,13-26 2-16,11-1 13 16,-11-12-44-16,11-5 0 0,-18 1-4 15,-15 0 3-15,-3-9-4 16,-16-3-2-16,0 0-5 16,0 8-64-16,0 16 66 15,-16 15-47-15,-9 30 42 16,-3 11 12-16,-12 0 2 15,0 44-2-15,-13 23-1 16,19 18 1-16,9 4 1 16,16-1 28-16,9 7-24 15,0-10-6-15,15-5 1 16,38-12-26-16,0-16-30 16,21-27-168-16,-15-9-30 0,-3-16-286 15</inkml:trace>
  <inkml:trace contextRef="#ctx0" brushRef="#br0" timeOffset="98404.21">20979 12986 378 0,'0'0'212'0,"0"0"-199"0,0 0-7 0,0 0 31 0,0 0-20 15,0 0 17-15,62 3 64 16,-21-31 0-16,5-3 26 16,-6-13-71-16,1-5-4 15,-17 1-36-15,-8-1-2 16,-4 13-11-16,-12 13-9 16,0 7 7-16,0 8-21 15,-40 8 23-15,-13 0-12 0,-2 24 11 16,2 12 0-16,28 0-6 15,3-8 7-15,16-8-37 16,6-7-10-16,0-13-28 16,0 0-32-16,47 0 21 15,12 0 21-15,15-5 4 16,-21-7-78-16</inkml:trace>
  <inkml:trace contextRef="#ctx0" brushRef="#br0" timeOffset="99202.56">21522 12704 119 0,'0'0'162'16,"0"0"-137"-16,0 0 86 0,0 0-24 0,0 0-37 0,0 0-11 0,-59 53-4 15,59-45-7-15,0-4-28 16,0-4 23-16,0 0 6 15,19 0 16-15,8 0 30 16,4 0-19-16,4-4-21 16,-8-16-29-16,-2-4 5 15,-9-4-4-15,-10 0-14 16,-6-5-14-16,0 18 4 16,-6 7 10-16,-41 8 7 15,-9 0 34-15,-2 8-34 16,-1 32 0-16,18-4 10 15,7-4-18-15,22-17 13 0,12-2-10 16,0-9-31-16,12-4 19 16,41 0 0-16,9 0 11 15,3 0 1 1,3 0-10-16,-9-12-10 0,-19 0-35 16,-5 0 15-16,-17 3-6 15,-12 6 39-15,-6-5-1 16,0 0 13-16,0-4 2 15,0 12 16-15,0 0 9 16,0 0-11-16,0 0 54 16,0 0-20-16,0 0 48 15,0 0-43-15,0 0 0 16,0 0-35-16,0 0-15 16,0 0-5-16,0 0 2 15,0 28-8-15,0 8 12 0,34 3-17 16,7 6 23-16,-1 4-18 15,-12 6 11-15,-16 9-5 16,-12 8 0-16,0 0 2 16,-12 9-2-16,-62-13 0 15,-19-15 42-15,0-14-2 16,-10-23 24-16,4-16-54 16,40 0 1-16,3-11-11 15,50-45-12-15,6-9-52 16,34-19-135-16,65 12-224 15</inkml:trace>
  <inkml:trace contextRef="#ctx0" brushRef="#br0" timeOffset="100002.25">22731 12901 419 0,'0'0'200'0,"0"0"-75"0,0 0 76 15,0 0-35-15,0 0-97 16,0 0 14-16,0 0-51 16,-133 4 22-16,80-23-16 15,25-9-2-15,-6-21-32 16,22-12 7-16,12-22-22 15,0-14 4-15,40 9 1 16,28-1-63-16,3 17-9 0,-2 17-165 16,-23 22-266-16</inkml:trace>
  <inkml:trace contextRef="#ctx0" brushRef="#br0" timeOffset="100669.61">23547 12391 307 0,'0'0'312'0,"0"0"-270"0,0 0 41 0,0 0 25 0,0 0-25 15,0 0-36-15,-152 73-6 16,118-57-24-16,12 8 19 16,-18 9 8-16,-1 11 4 15,-12 4-8-15,1 4-24 0,-1 7 8 16,-3-6-19-16,25-5-10 15,-3-11 9-15,12-14-4 16,10-10 0-16,6-5 3 16,6-8-10-16,0 0-9 15,0 0-4-15,0 0-84 16,0-36-37-16,0-5-178 16,0-3-178-16</inkml:trace>
  <inkml:trace contextRef="#ctx0" brushRef="#br0" timeOffset="100934.4">22824 12609 631 0,'0'0'60'0,"0"0"-16"16,0 0 15-16,0 0 24 15,0 0 0-15,0 0-13 16,161 0-27-16,-114 31-21 16,-7 2 49-16,0 11-36 15,1 4-6-15,-1-4-29 16,-6-3-2-16,-3-5-12 16,-3-13-33-16,12-2-26 0,-5-14-44 15,-17-3-107 1,-2-4-68-16</inkml:trace>
  <inkml:trace contextRef="#ctx0" brushRef="#br0" timeOffset="101919.17">23686 12100 442 0,'0'0'168'0,"0"0"-115"0,0 0 44 0,0 0-51 16,0 0-41-16,0 0 1 15,0 0 35-15,0 0 18 16,16 0-14-16,2 0 13 0,-5 0-37 16,8 0 9-16,-14 0-25 15,-1 0 1-15,9 11 1 16,-9 9-1-16,-6 4-5 15,0 4 12-15,0 13-9 16,0 2-1-16,-27 1-3 16,-8-3 13-16,11-10-23 15,-4-6 21-15,28-12-14 16,0-10 8-16,0-3-10 16,0 0 5-16,0 0-7 15,0 0 6-15,28 0 1 16,18 0 27-16,-6 0-8 15,13 0 1-15,-13-3-14 0,-12-2-8 16,-3 5 2 0,-3-4-14-16,-10 4-17 0,-6 0-31 15,7 0-29-15,-13 0-111 16,0 0 10-16,0 0-212 16</inkml:trace>
  <inkml:trace contextRef="#ctx0" brushRef="#br0" timeOffset="102832.94">24275 12737 265 0,'0'0'273'0,"0"0"-218"0,0 0 43 0,0 0-15 16,0 0-24-16,0 0 37 15,-6 3 18-15,6-3-35 16,0 0-16-16,0 0-7 15,0 0-40-15,0 0 10 16,0 0-25-16,0 0 9 16,0 0 0-16,34 0 3 15,6 0 7-15,13 0-4 16,6 0-13-16,9 0 0 16,-9 0-6-16,9 0-15 15,-9 0-3-15,-6 0-55 0,3-7-47 16,-38-1-162-16,-18 8-214 15</inkml:trace>
  <inkml:trace contextRef="#ctx0" brushRef="#br0" timeOffset="103864.75">25364 12516 281 0,'0'0'189'0,"0"0"-111"0,0 0-33 0,0 0-9 0,0 0-3 15,0 0-9-15,0 8 8 16,0-8 18-16,9 0-38 15,3 0 19-15,16 0-2 0,-3 0 25 16,3-8-12-16,-3-7 8 16,-10 2-35-16,4-11-11 15,-13 8 9-15,-6-8-9 16,0 0 3-16,0 0-7 16,0 12-9-16,0 3-13 15,-25 9 2-15,-21 0 14 16,-1 0 6-16,-15 5-5 15,22 23 13-15,0 5-19 16,15-2 16-16,9-3-10 16,4-4 10-16,12 1-7 15,0-10 2-15,0 1-18 16,0-11 16-16,22-2-7 16,9-3 7-16,15 0-2 15,-12 0-1-15,13 0 10 0,-1-3-15 16,-18-18 11-16,0 6-2 15,-22 7-1-15,-6-9 2 16,0 14 4-16,0 3 21 16,0-5 17-16,0 5-2 15,0 0 7-15,0 0-42 16,0 0-10-16,0 0 3 16,0 0-9-16,0 0 4 15,13 8 0-15,-7 12-7 16,0 0 13-16,10 4-3 15,-4-4-15-15,-12 1 7 16,0 10-6-16,0-6 12 16,0-1 5-16,0-1 2 0,0 2 0 15,0-5 34-15,-28 7 7 16,3-6-21-16,-9-5 29 16,0 4-23-16,-6-8-1 15,-13 4-24-15,13-7 9 16,6-1-11-16,9-8-20 15,-3 8 10-15,22-1-74 16,-1-3-167-16,7 0-200 16</inkml:trace>
  <inkml:trace contextRef="#ctx0" brushRef="#br0" timeOffset="104448.43">26015 12147 20 0,'0'0'516'0,"0"0"-505"0,0 0 61 0,0 0 14 0,0 0 42 15,0 0-44-15,220 133-19 16,-189-81-7-16,3 7-44 16,-6 10 33-16,-28 11-36 15,0 9 32-15,0 11-43 16,-34-8 17-16,-13-8-9 16,7-15-8-16,-7-5-11 15,35-33-50-15,6-22-31 16,6-9-282-16</inkml:trace>
  <inkml:trace contextRef="#ctx0" brushRef="#br0" timeOffset="105564.86">22170 13415 342 0,'0'0'182'0,"0"0"-138"0,0 0 73 0,0 0-5 15,0 0-19-15,0 0-15 16,186-53-11-16,-158 53-67 16,-10 0 19-16,-8 0-14 15,-10 20 21-15,0 21-9 16,0 11-1-16,0 4-14 16,-34 8 7-16,-7-8-18 0,7-7 16 15,9-13-16-15,10-8 15 16,15-12-12-1,0-5-3-15,0-6-12 0,28-5 17 16,31 0 4-16,15-5-3 16,-6-19 11-16,4 9-16 15,-20-6 8-15,-2 14-9 16,-25-1-74-16,-13 8-44 16,-3 0-50-16,-2 0 46 15,-7 0-81-15</inkml:trace>
  <inkml:trace contextRef="#ctx0" brushRef="#br0" timeOffset="106581.58">26883 12869 598 0,'0'0'98'0,"0"0"16"0,0 0 59 0,0 0-72 15,0 0-45-15,0 0 18 16,0 0-43-16,0 0 25 16,0 0-35-16,0 0 7 15,19 0-25-15,15 0 2 0,0 0 0 16,6 0-1 0,0 0-8-16,1 0-26 15,-10 0-7-15,-10 0-53 0,-14-8-68 16,-7-3-189-16,0-2-171 15</inkml:trace>
  <inkml:trace contextRef="#ctx0" brushRef="#br0" timeOffset="106800.66">26883 12869 582 0</inkml:trace>
  <inkml:trace contextRef="#ctx0" brushRef="#br0" timeOffset="106896.52">26883 12869 582 0,'-155'-216'243'0,"161"216"-153"0,34 0 60 16,29 0-3-16,-10 0-143 16,-4 0-4-16,4 0-11 15,-12 0-72-15,-19 0-200 16,-28 0-313-16</inkml:trace>
  <inkml:trace contextRef="#ctx0" brushRef="#br0" timeOffset="107798.11">27745 12059 475 0,'0'0'70'0,"0"0"-52"0,0 0-12 0,0 0 54 16,0 0 38-16,6-4 49 16,-6 16 8-16,0 16-30 15,0 16-51-15,0 0-64 16,0 1 5-16,0-1-23 15,0-8 16-15,0 0-13 0,0-8 5 16,0-4-5 0,0-4 3-16,0-4 2 15,0-8-2-15,34 4-24 0,7-12 4 16,-1 0-21-16,6 0 11 16,7 0-4-16,-13 0 14 15,-6 0-26-15,1 0-13 16,-23 0 10-16,0 0 12 15,-5 0 29-15,-7 0-26 16,0-4 34-16,0-8-10 16,0-3 7-16,0-6-34 15,0-3-31-15,0 8-6 16,0-8 23-16,0 12-67 0,0-1-29 16,0 10 149-16,-7 3 74 15,1 0 114 1,-12 3-70-16,2 33 14 15,-3 8 10-15,-2 22-33 0,8-2-12 16,1 3-24-16,12-2-44 16,0-17-23-16,0-9-5 15,0-6 12-15,0-13-26 16,0-4 5-16,19-4-13 16,-13 4-84-16,-6 0-156 15,0 0-300-15</inkml:trace>
  <inkml:trace contextRef="#ctx0" brushRef="#br0" timeOffset="144332.14">21956 15231 116 0,'0'0'369'0,"0"0"-333"0,0 0 23 15,0 0 16-15,0 0-22 0,0 0-23 16,0 0 45-1,0 0-9-15,-28 0 17 0,28 0-32 16,-6 0 15-16,6 0-49 16,-13 0 13-16,13 0 5 15,0 0-11-15,0 0 3 16,0 0-25-16,0 0 25 16,-6 0-26-16,0 0 24 15,-3 5-25-15,-4-2 18 16,-5 2 1-16,11-2-8 15,-2 2 11-15,9-5-21 16,0 0 18-16,0 0-15 16,0 0 9-16,0 0-8 15,0 0-4-15,0-8 0 0,0-5-1 16,0 1 0-16,16 1 4 16,9-2-10-16,2 1 9 15,-8 4-13-15,15 8 6 16,-6 0-2-16,-9 0-11 15,-4 0 12-15,-2 33-1 16,-13 14-6-16,0 17 11 16,0 5-1-16,-53 19-7 15,-9-7-18-15,-3-6 17 16,9-6-29-16,9-14 34 16,7-2-5-16,21-17 10 0,7-12 1 15,-3-12 6 1,15-4 6-16,0-3-5 0,0-5-2 15,34 0-2 1,18 0 28-16,-5 0-20 0,9 0 16 16,-4 0-13-16,1 0-11 15,-6 0 3-15,-13 0-2 16,12 0-9-16,-18 0 14 16,-15 0-20-16,8 7-14 15,-2 5-13-15,3 0-51 16,-4-4-95-16,-12-4-206 15</inkml:trace>
  <inkml:trace contextRef="#ctx0" brushRef="#br0" timeOffset="147482.36">22579 14389 484 0,'0'0'94'0,"0"0"-36"0,0 0-3 0,0 0 39 16,0 0-85-16,0 0 39 16,0 0 14-16,-22 0-5 15,22 0-10-15,0 0-16 16,-12 0 3-16,12 0-18 15,0 0 27-15,0 0-21 16,0 0 4-16,-6 12-14 16,-10 4-13-16,4 12 14 15,-7 4-13-15,-2 8 0 0,2 1 2 16,-3 3 6-16,4 4-2 16,2-8 0-16,10 0 2 15,0-8-16-15,0-7 17 16,6-10-14-16,0-2 5 15,0-13-11-15,0 8 8 16,0-8-11-16,0 3 8 16,0-3 12-16,18 0-18 15,-2 0 25-15,15 0-26 16,3 0 6-16,0 0 7 16,0-11-7-16,-9-2-8 0,3 1 13 15,-10-4-7 1,-2 12-5-16,2-4 18 15,-18 4-11-15,16-3 3 0,-10 7-2 16,-6-8 3-16,6 3-13 16,-6 1 16-16,0 4 0 15,0-4-10-15,0 4 25 16,0 0-5-16,0 0-5 16,0-4 13-16,0 4-16 15,0 0 7-15,0 0-4 16,0 0 0-16,0 0-4 15,0 0 8-15,0 0-7 16,0 0 7-16,0 8 5 0,0 20-14 16,0-3 17-16,0 3-2 15,-6 8-14 1,6 0 1-16,0 3 6 0,-6 2-13 16,6-1 20-1,-16-4-28-15,16-9 26 0,-6-2-26 16,6-9-6-16,0-8-30 15,0-8-56-15,0 0-129 16,6 0-52-16</inkml:trace>
  <inkml:trace contextRef="#ctx0" brushRef="#br0" timeOffset="148277.43">23171 15612 315 0,'0'0'258'16,"0"0"-209"-16,0 0 30 0,0 0 61 0,0 0-32 0,0 0-25 16,115-8-72-16,-68-3 38 15,-1-2-40-15,-6 1 31 16,7-4-37-16,-7 4 2 15,-6 4-5-15,-6 0-21 16,-3 0-18-16,3 8-32 16,-9 0-25-16,-4 0-100 15,4 0 87-15,-19 0-49 16,0 0-246-16</inkml:trace>
  <inkml:trace contextRef="#ctx0" brushRef="#br0" timeOffset="148664.76">23165 15396 313 0,'0'0'70'16,"0"0"-24"-16,0 0 69 15,0 0-5-15,0 0-28 16,0 0 42-16,0-24 5 15,0 20-50-15,0-4-32 16,28 0 7 31,-3 0-10-47,15 0-30 0,1-4-27 0,-7 7 13 0,12-3-17 0,-12 5-85 0,7-2-55 16,-1-2-142-16,-6-1-65 0</inkml:trace>
  <inkml:trace contextRef="#ctx0" brushRef="#br0" timeOffset="151324.71">24685 15147 288 0,'0'0'288'0,"0"0"-223"0,0 0-2 0,0 0 51 0,0 0-96 16,0 0 22 0,0 0 4-16,31 0-8 0,-16 0-32 15,-9 0 24-15,-6 0 16 16,0 4-19-16,0 12 20 16,0-8-25-16,0 12 41 15,0 9-53-15,-6-1 14 16,-22 3-16-16,0 2 15 15,-18 6 11-15,-1 10-22 16,7-1 5-16,-7 12-8 16,-5 1-1-16,5-5 6 15,-6-4-9-15,26-8-3 16,-1-13-3-16,21-14 0 16,1-1-14-16,6-8-12 15,0 4-25-15,0-1-3 16,0-11-92-16,0 9-122 15,0-9-86-15</inkml:trace>
  <inkml:trace contextRef="#ctx0" brushRef="#br0" timeOffset="151658.46">24216 15360 501 0,'0'0'84'0,"0"0"3"0,0 0 42 16,0 0-2-16,0 0-77 16,0 0 25-16,127-41-27 15,-74 41 77-15,6 21-74 16,-12 15 7-16,-1 8-26 15,-12 8 5-15,-6 0-19 16,-3 4-17-16,3 4-2 16,-6-3-4-16,2-9 2 15,4-9-43-15,-9-10-15 16,9-5-54-16,-10-16-88 16,4-8-154-16</inkml:trace>
  <inkml:trace contextRef="#ctx0" brushRef="#br0" timeOffset="152390.67">24898 14641 310 0,'0'0'92'0,"0"0"-88"0,0 0 33 0,0 0 34 16,0 0-47-16,0 0 30 15,93-47 13-15,-80 47 27 16,9 0 52-16,-4 0-61 0,10 3-30 15,-15 18-53 1,5 2 24-16,-18 13-19 0,0 5 20 16,0 7-27-16,0 1 2 15,0 15-7-15,0-9 16 16,0-2-19-16,0-9 16 16,0-12-11-16,0-12 17 15,22-8-25-15,12 0 14 16,12-8-3-16,7-4 0 15,6 0 2-15,9-4-8 16,-15-16-3-16,0 3 8 16,-19 14-61-16,-6-1-86 15,-10 4-126-15,-11 0-151 16</inkml:trace>
  <inkml:trace contextRef="#ctx0" brushRef="#br0" timeOffset="153057.25">25578 15468 308 0,'0'0'301'0,"0"0"-189"0,0 0 83 16,0 0-53-16,0 0-91 0,0 0 12 16,275-28-31-16,-209 28-17 15,-4-4-15-15,3 4-7 16,-9 0 7-16,2 0-89 16,-23 0-27-16,5 0-229 15,-22 0-207-15</inkml:trace>
  <inkml:trace contextRef="#ctx0" brushRef="#br0" timeOffset="154206.4">26870 15111 132 0,'0'0'362'0,"0"0"-353"0,0 0 50 0,0 0-24 16,0 0-29-16,0 0 18 16,0 36-4-16,0-36 21 15,0 0 0-15,0 0 47 16,0 0-29-16,0 0 22 16,13 0-56-16,12 0 1 15,-4 0-11-15,-2 0-13 16,3 0 2-16,-4 0 8 0,10-28-1 15,13 4-10 1,-23-8 9-16,-2-5-6 0,-4 1-6 16,-6 0 2-16,-6 8-10 15,0 5 8-15,0 15 2 16,0 0-13-16,-34 8 27 16,-12 0-11-16,21 0-1 15,-9 0 21-15,6 0-9 16,-6 23-9-16,28 1-5 15,-13 4 3-15,19 0-10 16,0 1 9-16,0-5-10 16,0 0 2-16,0-8 3 15,25 4-17-15,9-12 12 16,6 8-15-16,7-7 11 16,-1-9-2-16,1 0-16 0,-7 0 25 15,-6 0-33-15,-6 0-32 16,-22 0 6-16,7-9 30 15,-13 1 34-15,0 0 0 16,0 8 80-16,0 0 1 16,0 0-40-16,0 0-37 15,0 0 9-15,0 0-13 16,6 0-6-16,15 8-11 16,-8 9 16-16,21 6-3 15,-6-7-10-15,-9 4 12 16,-7 9-22-16,3-1 21 15,-15 3-13-15,0 2 4 0,0-2 24 16,0 2-7 0,0-1 2-16,-34 0 10 0,-18 0 16 15,-4 4-9-15,-9-8 36 16,-10 12-29-16,-5-8 29 16,8-4-5-16,-2 0-34 15,27-3-16-15,13-14-10 16,22-11-25-16,12 0-77 15,0 0-267-15</inkml:trace>
  <inkml:trace contextRef="#ctx0" brushRef="#br0" timeOffset="167329.24">21240 17787 181 0,'0'0'473'0,"0"0"-430"0,0 0 94 0,0 0-43 0,0 0-20 16,9-210-33-16,3 163 4 16,7-10-4-16,3-15-16 15,2-16 6-15,4 0-12 16,13-8 0-16,-7 7-16 15,-9 17-6-15,-4 12 13 16,-8 7-13-16,-13 14 4 0,0 14-1 16,0 9 9-16,0 16-1 15,0 0 19-15,0 0-22 16,0 0-5 0,-6 33-27-16,-41 11-16 0,7 8 21 15,-1 0-89-15,7-9-39 16,16-5-138-16,11-19-251 15</inkml:trace>
  <inkml:trace contextRef="#ctx0" brushRef="#br0" timeOffset="167878.95">22043 16844 563 0,'0'0'153'0,"0"0"-66"16,0 0 5-16,0 0-77 0,0 0-11 0,0 0 17 16,-19 75 60-16,-15-34-30 15,12 11-6-15,-18 12 37 16,21 8-65-16,-2 5-4 16,2-1-4-16,7 4-5 15,12-12-3-15,0-7 0 16,0-10-1-16,0-7 2 15,25-11-8-15,2-13 8 16,14-4-12-16,-1-13 0 16,0-3 0-16,-6 0 3 15,-3-8 7-15,-9-28 2 16,-3-7 0-16,-13-1 0 16,-6 0 1-16,0 8-6 15,0 7-10-15,-31 9 2 0,-16 20-13 16,-8 0 22-16,-4 0 2 15,-9 44-5-15,9 5 4 16,18-10-7-16,13-11-78 16,28-19-336-16</inkml:trace>
  <inkml:trace contextRef="#ctx0" brushRef="#br0" timeOffset="168427.45">22743 17445 183 0,'0'0'781'0,"0"0"-723"0,0 0 11 0,0 0-58 0,0 0 12 0,0 0 8 16,190 16-14-16,-144-11-17 16,-12-2-15-16,-9-3-11 15,-3 4-13-15,-10-4-2 16,-6 0-61-16,-6 0-51 16,0 0-28-16,0 0-76 15</inkml:trace>
  <inkml:trace contextRef="#ctx0" brushRef="#br0" timeOffset="168678.3">22743 17445 995 0,'-40'-253'91'0,"40"253"25"16,0 0-34-16,0 0-50 0,16 0-18 16,-4 0-8-16,16 0-11 15,-3 0 5-15,-3 0-2 16,2 0-32-16,4 0-17 16,0 0-67-16,-3 0-90 15,3 0-148-15</inkml:trace>
  <inkml:trace contextRef="#ctx0" brushRef="#br0" timeOffset="169243.12">23674 17566 545 0,'0'0'125'0,"0"0"-6"0,0 0 12 0,0 0-58 0,0 0-37 0,0 0-11 15,0-5-3 1,0-15 69-16,46-11-24 0,7-10-7 16,9-6-34-16,-3-10 1 15,21-3-24-15,-5 0-3 16,-16 4 0-16,3 4-9 15,-16 16-13-15,-27 8-35 16,9 11 1-16,-16 9-77 16,-12-3-80-16,0 3-108 15</inkml:trace>
  <inkml:trace contextRef="#ctx0" brushRef="#br0" timeOffset="169559.84">23854 16880 426 0,'0'0'319'16,"0"0"-267"-16,0 0 144 15,0 0-73-15,120 237-43 16,-67-165-30-16,-6 8-29 0,-19 0-10 16,18-12-11-1,-12-4 1-15,-15-7-2 0,15-13-13 16,-12-4 9-16,2-13-59 16,11-7-73-16,-17-12-238 15,4-8-119-15</inkml:trace>
  <inkml:trace contextRef="#ctx0" brushRef="#br0" timeOffset="170242.71">24570 16551 689 0,'0'0'124'0,"0"0"-39"0,0 0-15 0,0 0-48 16,0 0 10-16,0 0 27 15,65 4-41-15,-65 20 43 16,22 3-25-16,-16-2 7 0,-6 11-41 15,0 5 9-15,0 3-7 16,0 0-1-16,0 4-6 16,-13-1 0-16,-8-2-2 15,2-9 10-15,13-12-10 16,6-12 6-16,0-8-6 16,0-4-5-16,0 0-10 15,31 0 20-15,25-4 0 16,-16-8 0-16,0 9-3 0,-21-2-1 15,9 5-17 1,-3 0-34-16,-10 0-18 0,-2 0-144 16,-7 0-81-16</inkml:trace>
  <inkml:trace contextRef="#ctx0" brushRef="#br0" timeOffset="170775.31">25178 17392 398 0,'0'0'213'0,"0"0"-128"0,0 0 80 0,0 0-15 0,0 0-91 16,0 0-12-16,347-43-32 16,-301 39-4-16,-5 4-11 15,-1-8-13-15,-6 4-48 16,-15 0-189-16,-19 4-204 16</inkml:trace>
  <inkml:trace contextRef="#ctx0" brushRef="#br0" timeOffset="171759.13">26179 17029 327 0,'0'0'244'0,"0"0"-199"0,0 0-4 0,0 0 27 0,0 0-18 16,0 0 34-16,40 31-57 0,-12-31 24 15,-15 0 1-15,15 0 5 16,-16 0-14-16,16 0-24 16,6 0 28-16,-9 0-11 15,3 0-21-15,-10-8-11 16,4-4 3-16,-16-8-4 16,7 4 3-16,-13-4-6 15,0 4-4-15,0 8-3 16,0 0 11-16,-41 8-13 15,1 0 7-15,-13 0-1 16,13 4-14-16,6 16 13 16,3 0-1-16,3 0 5 0,9 1-4 15,10-6 1-15,9 6-1 16,0 2-3-16,0-7-2 16,0 1 18-16,16 2-12 15,24-7 5-15,-9-4-2 16,25-3 0-16,-16-5-4 15,0 0 3-15,7 0-23 16,-22 0 2-16,9-13-8 16,-6 1 3-16,-22 4-10 15,6 0 8-15,-6 5 21 16,-6-6 0-16,0 9 8 16,0 0-52-16,0 0 31 15,0 0 10-15,0 0 2 0,0 0 9 16,0 0 0-1,0 4-6-15,0 9 1 0,0 10 5 16,0 1-5-16,0 4 0 16,0 5 10-16,0 3-7 15,0 0 15-15,0 3-16 16,0-3 6-16,0-3 24 16,0-9-18-16,0-4-2 15,0 5 39-15,-52 6 5 16,-23 2 29-16,-2-1-48 0,-13 0 25 15,12-8-28 1,16-4 0-16,16-9-29 0,21-2 0 16,-3-5-24-1,28-4-72-15,-12 0-325 0</inkml:trace>
  <inkml:trace contextRef="#ctx0" brushRef="#br0" timeOffset="183514.8">27230 16434 938 0,'0'0'90'0,"0"0"-61"0,0 0 40 0,0 0-21 0,0 0-44 16,0 0 10-16,0 0 20 15,28 53 6-15,-16-34-7 16,1-6-20-16,-13 11 20 16,22 3-14-16,-22 14 22 15,0 7-8-15,0 1 0 16,0-5-27-16,0-5-12 15,0-6 3-15,0-5-15 16,0-4-24-16,0-4-12 16,0 0 8-16,-10-4-47 15,-2-8-99-15,12-8-238 16</inkml:trace>
  <inkml:trace contextRef="#ctx0" brushRef="#br0" timeOffset="183881.58">26936 16636 677 0,'0'0'154'0,"0"0"34"0,0 0-21 0,0 0-86 0,0 0-37 15,0 0-3-15,226 0-22 16,-170-5-10-16,-16-3-6 15,-3 4-6-15,-3 4-18 16,-18 0-24-16,9 0-31 16,-4 0-84-16,-8 0-143 15,-7 0-185-15</inkml:trace>
  <inkml:trace contextRef="#ctx0" brushRef="#br0" timeOffset="184766.45">27798 16410 575 0,'0'0'183'0,"0"0"-102"0,0 0 14 0,0 0-43 16,0 0-23-16,0 0-28 15,0 0 27-15,0 0-17 16,0 8 35-16,0-8 21 16,0 5-1-16,12-5-39 0,22 0 8 15,0 0-15-15,0 0-13 16,7 0-7-16,-17-25 15 15,11-11-25-15,-14 4 17 16,-2-8-14-16,-7 4-3 16,-2 12-16-16,-10 7-1 15,0 14 6-15,0 3 18 16,-16 0 3-16,-18 0-5 16,3 0 15-16,-3 16-2 15,-6 1-8-15,27-2-2 16,-2 1 0-16,15 0-3 15,0 0 5-15,0 1-5 16,0-2-1-16,0-7 12 16,0 5-16-16,6-10 20 15,16-3-17-15,-10 8 7 0,10-8 0 16,-10 0 0-16,-6 0-3 16,0 0-1-16,4 0 1 15,-4 9-8-15,6-1 18 16,-5 8-14-16,5 4 14 15,-3 8-1-15,-3 0-1 16,-6-4-1-16,7 4-4 16,-7-4 1-16,0 4-5 15,0 0 8-15,0 5 18 16,6-5-12-16,6-5 15 0,-12-2-13 16,10-1-7-1,-10-9-5-15,0 2 0 0,0 2 9 16,0 6-4-16,-22 2 32 15,-37 5-34-15,-15-7 3 16,27-1-6-16,13-12-5 16,6-5-20-16,22 6-43 15,-13 2-57-15,7 6-246 16</inkml:trace>
  <inkml:trace contextRef="#ctx0" brushRef="#br0" timeOffset="185930.11">22396 16526 183 0,'0'0'597'0,"0"0"-514"0,0 0 8 16,0 0 19-16,0 0-80 16,0 0-1-16,0 0 16 0,0 0-24 15,0 0 10-15,0 0-1 16,0 0 10-16,0 33-39 15,0 11 20-15,0 0-21 16,0-4 20-16,0-4-20 16,6-7 0-16,4-6-4 15,-10 1-23-15,18-7-6 16,-18-1-29-16,13-4-40 16,-4-9-112-16,3 2-76 15,-5-5-61-15</inkml:trace>
  <inkml:trace contextRef="#ctx0" brushRef="#br0" timeOffset="186281.33">22210 16680 587 0,'0'0'45'0,"0"0"-39"0,0 0-6 0,0 0 1 16,0 0-1-16,0 0-55 15,273-77 2-15,-211 61-88 16,-15 8-43-16,-23 4-11 16</inkml:trace>
  <inkml:trace contextRef="#ctx0" brushRef="#br0" timeOffset="187378.03">22778 16410 518 0,'0'0'39'0,"0"0"-25"0,0 0 42 0,0 0 33 16,0 0 4-16,0 0-31 16,0 0 10-16,0 0-41 15,0 0 11-15,0 0-21 16,0 0 7-16,0 0-12 15,0 0 16-15,0 0-15 16,0 0-12-16,6 0 5 16,34 0-8-16,16 0 23 15,-3 0-24-15,6-7 10 16,-13-17-1-16,-6-1-18 0,-18 1 8 16,3 0-3-1,-19-3-1-15,-6 6 1 0,0 6-8 16,0 6 6-16,0 9-5 15,-19 0 20-15,-27 0-18 16,-1 9 12-16,13 2-7 16,0 5 3-16,16-4 0 15,-4 4 6-15,3 4-4 16,13-4 7-16,6-4-1 16,0 4-15-16,0-8 7 15,0 1-8-15,0-9-12 16,0 3 4-16,13-3 11 15,-1 0-2-15,10 5 4 0,-4-5-8 16,4 8 4 0,-3 0-20-16,-4-5 22 0,-3 9-15 15,-5-4 19-15,5 9 2 16,-12-6 2-16,6 2 1 16,10-1 4-16,-10-4-16 15,0 3 21-15,0 2-25 16,10 2 24-16,-10 10-12 15,13 7 8-15,2 0-8 16,-8 0 0-16,-1-12 3 16,-6-7-8-16,10-6 11 15,-16-7-12-15,0 4 21 0,0 0-7 16,0 9 51 0,-47 2-24-16,-21 9-15 0,3 1 11 15,-3-9-19-15,15-5-7 16,19-7-6-16,6-4 1 15,22 0-2-15,-6 0-35 16,12 0-3-16,0 21-204 16,0 7-267-16</inkml:trace>
  <inkml:trace contextRef="#ctx0" brushRef="#br0" timeOffset="195225.29">25773 17008 349 0,'0'0'165'0,"0"0"-150"0,0 0 15 0,0 0 43 0,0 0-14 16,0 0 19-16,0 0 29 16,0 0-43-16,0 0 2 15,0 4-60-15,0-4 28 16,0 4-12-16,-28-4 16 15,16 0-14-15,-7 0 6 16,-9 0-8-16,0 0-11 16,-3 0 5-16,3 0-8 0,0 4-16 15,4 0 16-15,-4 1-16 16,9-5 10-16,3 8-2 16,4-8 3-16,6 0 10 15,-10 3 22-15,10-3-26 16,0 0 11-16,0 0-10 15,6 0 24-15,0 0-27 16,0 0 11-16,0 8-15 16,0 12 10-16,6 8-2 15,47 13 8-15,34 3 12 16,27-8-24-16,13 0 2 0,28-5-2 16,-9 2-14-16,0-1 7 15,-25 0-1-15,-13 0-19 16,-33 0-17-16,-4 4-6 15,-31-12-54-15,-27-7-127 16,-13-9-577-16</inkml:trace>
  <inkml:trace contextRef="#ctx0" brushRef="#br0" timeOffset="195987.31">26861 16467 316 0,'0'0'315'0,"0"0"-171"0,0 0 40 0,0 0-43 16,444 88-53-16,-311-76-13 0,19-4-42 16,-10-8 4-16,-14 4-25 15,-1 4 4-15,-22 4-16 16,-6 0-8-16,-24 8 0 15,-22 4-54-15,-26 1-86 16,-27-6-246-16</inkml:trace>
  <inkml:trace contextRef="#ctx0" brushRef="#br0" timeOffset="199268.23">28213 17173 278 0,'0'0'392'0,"0"0"-304"0,0 0 13 0,0 0 31 0,0 0-99 15,0 0-2-15,-6 11-19 16,6-11 21-16,0 0-32 15,0 5 67-15,0-2-26 16,0-3-2-16,12 0-14 16,16 0-16-16,-3 0 18 0,3 0-27 15,12 0 9-15,1 0-7 16,-1 0 19-16,6-3-22 16,7-21 15-16,0-9-12 15,-1-3 3-15,4 5-6 16,-3-10 6-16,-6 1-14 15,-7 4 15-15,-6 4-19 16,0-4 16-16,-15-4-12 16,-7-4 8-16,4-5 0 15,-4-3-3-15,-6 1 3 0,-6 2-2 16,6 1 9 0,-6 4-13-16,0 8 12 0,0 3-6 15,0 5 2-15,0 1-2 16,0-6 0-16,0-7 1 15,0 0 8-15,0-13-7 16,7-6 14-16,8 2-14 16,-3-7 3-16,16 4 2 15,-9 4-14-15,-13 0 12 16,0 8-5-16,-6-9 2 16,16 10 1-16,-10-2-5 15,-6 6 7-15,6-6-7 16,-6-3 11-16,0 8-10 15,0-8 6-15,0 0-6 16,0-8 1-16,0-1 0 0,0-3-1 16,0 0 8-16,0 12-15 15,0 0 22-15,0 4-25 16,0 7 22-16,0-6-14 16,0 2 5-16,-6 1-2 15,-16 0 0-15,10-8 3 16,-22-4-6-16,9-5 11 15,-9-2-17-15,6-1 19 16,16 3-17-16,-1 1 14 16,13 4-7-16,0 0 3 15,-6-8 7-15,6-5 0 16,-9-11-8-16,3 0-4 0,-1 8-4 16,1 0 1-1,6 19-20-15,0 1 23 0,0 4 1 16,0 8 0-16,0-13 1 15,0-6 0-15,0-6-3 16,0-2 4-16,13-5-13 16,8 8 17-16,-2 15-10 15,9 5 8-15,-10 8-5 16,-2 8 2-16,2 3 0 16,1-11-4-16,-3 8 6 15,8-11-9-15,10-14 12 16,13-7-19-16,0-4 24 15,8 0-17-15,-8 12 7 0,-13 16 0 16,-9 11 3-16,3-3-1 16,12 0 3-1,-9-4 4-15,3 0-13 0,6 8 7 16,-12 0-6-16,-9 12-13 16,-13 0 15-16,-6 12-10 15,0 0 3-15,0 0 4 16,16 0-7-16,-10 0 10 15,12 0-13-15,10 0 11 16,0 0-4-16,3-8-3 16,-9-5 3-16,-3 10-45 15,-13 3-101-15,-6 0-236 0</inkml:trace>
  <inkml:trace contextRef="#ctx0" brushRef="#br0" timeOffset="199867.37">29363 12247 467 0,'0'0'50'0,"0"0"-1"0,0 0 66 0,0 0-6 16,0 0-29-16,0 0 8 15,307 0-44-15,-266 0-3 16,-16 0-21-16,-19 0 10 16,22 0-30-16,-16 0 32 15,4 0-10-15,-16 0-10 16,0 13 5-16,0-1-13 16,0 12 12-16,0-1-15 15,-16 2-1-15,-24 7 11 16,9 4-14-16,-16 4 15 15,7-4-24-15,6 0 2 0,12-16-87 16,16-12-112 0,6-8-96-16,0 0-246 0</inkml:trace>
  <inkml:trace contextRef="#ctx0" brushRef="#br0" timeOffset="202649.65">30266 12011 182 0,'0'0'137'0,"0"0"28"0,0 0-18 0,0 0-6 16,0 0-95-16,0 0-45 15,-16 0-1-15,16 0-10 16,0 0 1-16,0 0 9 16,0 0 23-16,0 0 58 15,0 0 29-15,0 0-37 0,0 0-18 16,0 0-28 0,0 0 7-16,0 0-21 0,0 0 7 15,0-16-14-15,0-4-11 16,16-1 11-16,9-2-5 15,2 7 4-15,8 4 0 16,-4-1 17-16,24-3-21 16,10-7-1-16,4 7 10 15,-4-4-20-15,-9 15 1 16,-32 5-4-16,-24 0-3 16,0 41-3-16,0 31 18 15,-34 8 2-15,-37 8-2 16,3 1-4-16,-7-14 3 15,10-2 3-15,3-13-9 16,3-8 10-16,13-12-2 0,6 1 3 16,5-18-1-1,17 1 16-15,18-11-16 0,0-10 10 16,0-3-3-16,0 0-18 16,0 0 13-16,0 0-4 15,34 0 2-15,-9 0 5 16,3 0-7-16,-4 0 6 15,11 0-14-15,-8 0 17 16,-2 0-17-16,3 0 13 16,6 0-10-16,-15 0-13 15,9 0-55-15,-22-8-102 16,0 0-254-16</inkml:trace>
  <inkml:trace contextRef="#ctx0" brushRef="#br0" timeOffset="203563.71">30892 11990 452 0,'0'0'0'0,"0"0"7"0,0 0 25 0,0 0-7 16,0 0-14-16,0 0 52 15,6 0 22-15,-6 0 68 16,0 0-62-16,0 0-14 15,0 0-42-15,0 0-14 16,0 0 1-16,0 0 35 16,0 5 0-16,-6 3-41 15,-34 0-8-15,21 0 0 0,-9 8 5 16,3-8-5-16,-2 8 2 16,-8 0-9-16,23 0 11 15,0 4-1-15,2 0-2 16,4 0-8-16,6 4 4 15,0-4-10-15,0-7 0 16,40 3-7-16,7-4 15 16,-1-4-10-16,-5-5 8 15,15 10-1-15,-16-1 0 16,-9-1 1-16,-3 2-9 0,-10 2 10 16,4-2-6-16,-16-1-3 15,1 7 1 1,-7 2 9-16,0 3-6 0,0 4 6 15,-13 8 1-15,-33 1 12 16,5-9-16-16,1-5 19 16,12-7-13-16,9-3-12 15,-2-10-7-15,15 1-8 16,-7-4-47-16,13 0-33 16,-6 0-47-16,0 0-41 15,-10 0 48-15,10-23-269 16</inkml:trace>
  <inkml:trace contextRef="#ctx0" brushRef="#br0" timeOffset="203881.19">30939 12111 1023 0,'0'0'51'0,"0"0"-33"0,0 0 66 0,0 0-68 0,0 0-16 16,0 0-48-16,214-52-85 16,-180 44-206-16,-22 0-309 15</inkml:trace>
  <inkml:trace contextRef="#ctx0" brushRef="#br0" timeOffset="204448.54">31447 12457 525 0,'0'0'158'0,"0"0"-26"0,0 0 7 0,0 0-21 0,0 0-52 16,0 0 16-16,34 0-50 15,19 0 32-15,9 0-23 0,-9-17 4 16,-7 13-29 0,-18 0-8-16,3-4-8 0,-9 8-4 15,-10-3 0-15,1 3-25 16,-13 0-4-16,0-5-34 16,0 5-17-16,0 0-117 15,0 0-162-15,0 0-114 16</inkml:trace>
  <inkml:trace contextRef="#ctx0" brushRef="#br0" timeOffset="204571.45">31447 12457 622 0</inkml:trace>
  <inkml:trace contextRef="#ctx0" brushRef="#br0" timeOffset="204683.61">31447 12457 622 0,'-105'-218'151'0,"105"210"-134"16,0 1 120-16,18 7 71 15,16 0-126-15,-21 0-57 16,15 0-6-16,-3-5-19 16,15 2 0-16,0-5-24 15,-6 8-125-15,0-5-228 16</inkml:trace>
  <inkml:trace contextRef="#ctx0" brushRef="#br0" timeOffset="205533.41">32470 11954 655 0,'0'0'121'0,"0"0"-23"0,0 0 58 16,0 0-104-16,0 25-43 16,-12 11 18-16,-10-8 43 15,-3 12-16-15,4-8-30 16,2 4 21-16,-15 8-12 16,6 8-11-16,-12 12-7 15,-7 8-11-15,-5 5-8 16,-1 0 11-16,0-10-15 15,19-14 5-15,12-21-1 16,10-9-22-16,6-6 13 16,0-13-9-16,6 0-21 15,0-4 5-15,0 0-100 0,0-8-56 16,0-28-87-16,31-17-187 16</inkml:trace>
  <inkml:trace contextRef="#ctx0" brushRef="#br0" timeOffset="205829.82">31956 12195 846 0,'0'0'167'0,"0"0"-102"16,0 0 98-16,0 0-83 16,0 0-44-16,0 0-2 15,214 141-33-15,-187-105-2 16,-2-8 5-16,-3 12-8 16,-10 0 4-16,1 4-39 15,2 0-22-15,-9-3-17 16,7-5-31-16,-1-24-190 15,4-12-305-15</inkml:trace>
  <inkml:trace contextRef="#ctx0" brushRef="#br0" timeOffset="206501.51">32570 11469 1027 0,'0'0'62'0,"0"0"-2"0,0 0 22 0,0 0-75 0,0 0 8 15,0 0-4-15,0 0 12 16,0 0-22-16,0 5 37 16,0 7-10-16,0 7-2 15,0 1-25-15,0 9-1 16,0-1 0-16,0 4 6 15,0 0-15-15,0-4 18 16,0-4-25-16,0 8 26 16,0-4-14-16,0-4 7 15,6-4-6-15,22 1 0 16,0-9 3-16,6-4-2 0,12-8 7 16,7 0-7-16,6 0 9 15,-13 0-9-15,1 0 7 16,-19 3-10-16,-7 2-1 15,-8-5-10-15,-7 8-25 16,-6 0-47 0,0-1-251-16</inkml:trace>
  <inkml:trace contextRef="#ctx0" brushRef="#br0" timeOffset="-212693.78">29810 14682 361 0,'0'0'176'16,"0"0"-172"-16,0 0 45 0,0 0 10 0,0 0 3 15,0 0 0-15,0 0 4 16,0 40-36-16,0-40 16 15,0 4 18-15,0 0-28 16,0 9 5-16,0 2-12 0,0 1 26 16,6 17-16-16,0-10-14 15,10 1-20-15,-4 1-5 16,1-1 0 0,2-1 4-16,-2-6-4 0,-1 2 9 15,10-2 6-15,-10-13-12 16,-6 0 0-16,0-4 4 15,-6 0-14-15,7 0 3 16,8-4 4-16,-2-36 6 16,21 0 2-16,-10-12 12 15,17-12-14-15,-13-5-12 16,0 1 12-16,-22 0-9 16,-6 3 3-16,0-2 0 15,0-2-8-15,0 5 2 0,0 12 5 16,-13-1-4-16,-8 17-1 15,8-3-1-15,-2 11 4 16,9 3-8-16,6 9 11 16,-7 5 1-16,1 2 4 15,6 5-7-15,0-8 10 16,0 9-16-16,0-2 15 16,0-3-15-16,0 0 7 15,0 4 1-15,28-7 0 16,25-2 3-16,12 1 5 15,16-8-7-15,-1 4 31 16,1 0-21-16,-1 0-2 0,-5-4-4 16,-4 0-10-16,-3 4-3 15,-9-1 1 1,-12 6-8-16,-7 6-34 0,-24 5-31 16,-10 0-109-16,-6 0-132 15</inkml:trace>
  <inkml:trace contextRef="#ctx0" brushRef="#br0" timeOffset="-211711.12">30405 14381 370 0,'0'0'109'0,"0"0"-87"0,0 0 13 0,0 0 11 0,0 0 12 15,0 0 16 1,65-31-28-16,-43 31 51 0,6 0-27 16,-9 0-18-16,-1 0-35 15,-2 0-3-15,-4 0-10 16,1 0 5-16,-4 11-18 16,-3 17 19-16,-6 8-14 15,0 5 8-15,0 10-8 16,-6 1 4-16,-28 5-2 15,-7-6 2-15,7-2 0 16,0-9-3-16,16-8 7 16,5-7-8-16,4-10 14 15,9-2-20-15,0-10 5 16,0 2-13-16,0-2 5 16,0 5 13-16,0-4 0 15,0 1 0-15,0-5-3 16,9 0 9-16,16 0 5 0,9 0-10 15,6 0 16-15,1 0-14 16,-7-9-3-16,-3-2 0 16,-3-2-13-16,-10 5-23 15,-2 0-41-15,-10 4-14 16,0 1-20-16,-6-10 32 16,0 5-117-16</inkml:trace>
  <inkml:trace contextRef="#ctx0" brushRef="#br0" timeOffset="-210912.02">30898 14425 276 0,'0'0'45'0,"0"0"45"0,0 0-32 0,0 0-45 0,0 0-5 16,0 0 17-16,0 0-4 15,22-8 2-15,-16 8 34 16,-6-3 16-16,0 3 19 16,0 0-43-16,0 0-16 15,0 0 20-15,0 0-11 0,0 0 4 16,0 0-7-16,0 0-1 16,0 0-25-16,0 0 6 15,-6 0-14-15,-16 3 18 16,10 10-23-16,-1-10 34 15,7 9-19-15,6-7-9 16,0 3-6-16,0-8-4 16,0 11 2-16,0 1-19 15,13-12 6-15,27 16 9 16,0-8-1-16,1 9 14 16,5-6-9-16,1 2 2 15,-7-1 0-15,-6-1 0 16,-3 2 1-16,-9-1-12 0,-16-1 22 15,0 2-23-15,-6 2 24 16,0 2-12-16,0 10 12 16,0-2 8-16,0-1-5 15,-25 1-13-15,4-10 6 16,-13 9-7-16,9-4 0 16,-9-4 1-16,12-4-4 15,3-4-34-15,13-8-9 16,0 0-8-16,0 0-160 15,-4-16 39-15,4-12-98 16</inkml:trace>
  <inkml:trace contextRef="#ctx0" brushRef="#br0" timeOffset="-210629.07">31053 14240 525 0,'0'0'141'0,"0"0"-25"0,0 0 37 0,0 0-76 0,0 0-56 15,0 0-16-15,100 0-10 16,-66-15-13-16,-6 2-174 16,-4 2-241-16</inkml:trace>
  <inkml:trace contextRef="#ctx0" brushRef="#br0" timeOffset="-210013.02">31673 14743 565 0,'0'0'38'0,"0"0"6"0,0 0 95 0,0 0-28 0,0 0-34 16,0 0-22-16,276-73-53 15,-241 73-2-15,-11 0 1 16,-2 0-6-16,3 0-27 15,-3 0-27-15,-4-4-54 16,-2 4-51-16,-10-4-52 16</inkml:trace>
  <inkml:trace contextRef="#ctx0" brushRef="#br0" timeOffset="-209793.2">31673 14743 288 0</inkml:trace>
  <inkml:trace contextRef="#ctx0" brushRef="#br0" timeOffset="-209696.06">31673 14743 288 0,'41'-226'337'0,"-41"226"-331"0,0 0 79 16,0 0 128-16,9 0-171 15,3 0-22-15,13 0-1 0,3 0-15 16,12 0-4-16,7 0-23 16,6-20-103-16,-7 17-60 15,-5 3-116-15</inkml:trace>
  <inkml:trace contextRef="#ctx0" brushRef="#br0" timeOffset="-208847.5">32390 14505 551 0,'0'0'242'0,"0"0"-201"0,0 0 65 16,0 0-57-16,-6 109-8 15,6-82-12-15,27-2-14 0,-8-1 7 16,3-4-19-16,-10 8 47 15,1-4-21-15,-1 4-7 16,3-3-22-16,-2-6 3 16,-1-7-1-16,-2-7-4 15,-10-5-8-15,0 0 4 16,0 0 4-16,0 0 4 16,0 0 22-16,0-17-20 15,0-10 23-15,0-14-26 16,0-7 10-16,0-8-8 15,0-20-3-15,0-13 0 16,0 1 10-16,0-16-17 16,6-4 16-16,6 12-18 15,7 3 17-15,2 25-8 0,-8 4 4 16,2 7 5-16,-8 2 8 16,5-1-15-16,10-1-2 15,2 1 7-15,11 8-17 16,-8 8 2-16,4 16 4 15,10 8 4-15,-13 8-8 16,12 8-1-16,-15 0 4 16,24 0 2-16,4-5-25 15,6 2-37-15,3-14-157 16,-9 17-290-16</inkml:trace>
  <inkml:trace contextRef="#ctx0" brushRef="#br0" timeOffset="-208214.59">32805 14517 499 0,'0'0'179'0,"0"0"-44"0,0 0 50 0,0 0-110 16,0 0 16-16,0 0 1 15,81-84-15-15,-35 40-46 16,7 5 11-16,-6-6-15 15,-7 5-21-15,6 12-3 16,-12-8 0-16,1 11-6 0,-17 2-42 16,4 2 2-16,-10 6-42 15,-6-1-16-15,-6 8-51 16,0 3-55-16,0 5-60 16</inkml:trace>
  <inkml:trace contextRef="#ctx0" brushRef="#br0" timeOffset="-207930.58">32880 13957 565 0,'0'0'316'0,"0"0"-282"0,0 0 80 15,0 0-8 1,0 0-27-16,-16 216-25 0,44-177-49 16,-3 6 2-16,9-1-7 15,-12 0 0-15,2-3-3 16,4-2 11-16,0-6-16 16,-3-2-6-16,-3-3-4 15,18-7-119-15,-21-6-104 16,2-7-121-16</inkml:trace>
  <inkml:trace contextRef="#ctx0" brushRef="#br0" timeOffset="-207031.35">33326 13764 187 0,'0'0'494'0,"0"0"-424"0,0 0-2 0,0 0-61 15,0 0 2-15,0 0-9 16,6 0 60-16,16 0 70 0,-3 0-61 15,-7 0 28 1,-6 0-60-16,4 0 1 0,-4 0-27 16,-6 0 1-16,6 11-10 15,-6 10 1-15,0-1-3 16,0 8 8-16,0-4-22 16,0 4 26-16,0-3-24 15,0-2 24-15,0 1-10 16,0-4-1-16,0-4 4 15,0-4-5-15,0-7 7 0,0-2-14 16,0-3 9 0,0 0-10-16,34 0 11 0,6 0-3 15,19 0 3-15,-6 0 0 16,3-8-3-16,-4 0-3 16,-17 8-4-16,-17-4-37 15,-5 4-11-15,-13 0-103 16,0 0-174-16,0 0-327 15</inkml:trace>
  <inkml:trace contextRef="#ctx0" brushRef="#br0" timeOffset="-203085.11">29509 14165 368 0,'0'0'111'0,"0"0"-92"0,0 0 10 0,0 0-28 0,0 0-2 15,0 0 2-15,0 0 8 16,0 0 20-16,0 0 37 16,0 0 17-16,0 0-32 15,0 0 8-15,0 0-13 16,0 0 9-16,0 0-43 15,0 0 21-15,0 0 7 16,0 0 8-16,0 0 7 16,0 0-17-16,0 0 3 15,0 0-33-15,0 0 23 16,0 0-30-16,0 0 21 16,0 0-14-16,0 8-8 15,-6 16-1-15,6 12 1 0,0-4-1 16,0 17 5-16,0-10-14 15,0 2 25-15,0-2-27 16,0-6 25-16,0-5-26 16,-6-8 11-16,6 4-1 15,0-16-30-15,0 7-43 16,0-15-5-16,0 0-147 16,0 0-126-16</inkml:trace>
  <inkml:trace contextRef="#ctx0" brushRef="#br0" timeOffset="-202451.83">29323 14453 518 0,'0'0'141'0,"0"0"-97"0,0 0 38 16,0 0-28-16,0 0-13 16,0 0 75-16,0 0-43 15,0 0 24-15,0 0-35 16,0 0 20-16,0 0-48 15,25 0 17-15,9 0-41 16,6 0 5-16,1 0-15 16,5 0-9-16,-6 0-10 15,1 0-52-15,-1-3-6 16,-6-14-60-16,-3 14-55 16,-9-2-155-16</inkml:trace>
  <inkml:trace contextRef="#ctx0" brushRef="#br0" timeOffset="-201619.33">29301 14838 275 0,'0'0'287'0,"0"0"-283"0,0 0 66 0,0 0 8 16,0 0-31-16,0 0 7 16,-24 16 8-16,24-16 56 15,0 0-42-15,0 0 26 16,0 0-51-16,6 0 11 16,28 0-28-16,-3 0-1 15,3 0-24-15,-6 0-3 0,3 0 1 16,-3 0-6-16,0 0-2 15,3-8-19-15,-10 0 19 16,-2 0-50-16,3 1-11 16,-16-1-85-16,-6 8-212 15</inkml:trace>
  <inkml:trace contextRef="#ctx0" brushRef="#br0" timeOffset="-197806.8">32430 14120 196 0,'0'0'78'0,"0"0"-20"0,0 0 19 0,0 0-10 16,0 0-19-16,0 0-1 16,-6 12-18-16,-7-12 26 15,13 0 64-15,0 5-19 16,0-5-16-16,0 8-43 15,-9-5-7-15,3 2-2 16,-6 2-16-16,-1-2 0 16,13-2 10-16,-6-3 3 15,6 5-1-15,0-5 6 16,0 0-34-16,0 0 35 16,0 0-21-16,0 0 14 15,0 0-15-15,0 0 6 0,0-5 5 16,0-34-16-16,6-17 20 15,34-13-13-15,13-14 17 16,22-11-29-16,2-6 1 16,10-4-4-16,-7 12-1 15,1 4-17-15,-28 16-18 16,3 19-10-16,-25 17-18 16,-16 25 1-16,-9 11-66 15,-6 0-86-15,0 19-36 16,0 17-236-16</inkml:trace>
  <inkml:trace contextRef="#ctx0" brushRef="#br0" timeOffset="-196788.11">33574 14193 416 0,'0'0'134'0,"0"0"-58"0,0 0 58 0,0 0-31 0,0 0 41 16,0 0-52-16,6-120-12 15,41 40-18-15,6-9-28 16,-1 4-11-16,-2 13-11 16,3 12-24-16,-19 12 10 0,-9 20-30 15,-4 17-15 1,-21 11-64-16,0 0-158 0,0 15-99 15</inkml:trace>
  <inkml:trace contextRef="#ctx0" brushRef="#br0" timeOffset="-195890.55">30353 15977 685 0,'0'0'72'0,"0"0"8"0,0 0 58 16,0 0-63-16,0 0-47 16,-242 217 44-16,195-168 9 15,1-10-58-15,5 17 24 16,-11 1-21-16,-4 7 0 16,3 0-23-16,-6 0 15 15,13-12-13-15,5-8-10 16,7-11 5-16,6-18-15 15,28-7-34-15,0-8-53 0,0 0-112 16,0-23-208 0</inkml:trace>
  <inkml:trace contextRef="#ctx0" brushRef="#br0" timeOffset="-195640.98">29497 16126 932 0,'0'0'105'15,"0"0"-65"-15,0 0 141 16,0 0-88-16,0 0-8 16,279 228-40-16,-199-172-3 15,1 9-40-15,-13-14-1 0,-3-2-1 16,-3-5-22-16,-31-4-8 15,16 0-40-15,-32 0-14 16,-15-7-145-16,0-17-423 16</inkml:trace>
  <inkml:trace contextRef="#ctx0" brushRef="#br0" timeOffset="-194959.37">30644 16490 919 0,'0'0'196'0,"0"0"-103"0,0 0-19 0,0 0-62 15,0 0-1-15,0 0 2 16,208 0 54-16,-146-11-43 15,-3-1 9-15,-13 4-25 16,-5 3-7-16,-7 2-1 16,-22-2-26-16,4 5-8 15,-10 0-40-15,-6-3-3 16,0-6-122-16,0-2-165 16,0-2-139-16</inkml:trace>
  <inkml:trace contextRef="#ctx0" brushRef="#br0" timeOffset="-194807.36">30644 16490 1023 0</inkml:trace>
  <inkml:trace contextRef="#ctx0" brushRef="#br0" timeOffset="-194709.21">30644 16490 1023 0,'16'-272'27'0,"58"272"53"0,13 0 59 0,-10 0-43 16,4 0-96-16,-41-8-8 15,-6-8-23-15,-6 8-55 16,-15-1-126-16,-13 6-240 16</inkml:trace>
  <inkml:trace contextRef="#ctx0" brushRef="#br0" timeOffset="-190929.21">31689 15950 50 0,'0'0'378'0,"0"0"-238"0,0 0-30 0,0 0 35 16,0 0-28-16,0 0-15 15,0 0-28-15,0 0-22 16,0 0-1-16,0 0-26 16,0 0 34-16,0 0-33 15,0 0 24-15,0 11-36 16,0 17 5-16,0 8-2 15,6 5-17-15,7 11 3 16,-7-4 5-16,3-1-12 0,3 6 16 16,-5-1-17-16,5-8 5 15,4 0-3-15,-10-11-18 16,6-13-33-16,-6-9-23 16,1-6-29-16,-7-5-57 15,0 0-151-15,0-21 47 16</inkml:trace>
  <inkml:trace contextRef="#ctx0" brushRef="#br0" timeOffset="-190646.24">31522 16226 158 0,'0'0'604'0,"0"0"-526"0,0 0 136 0,0 0-62 16,0 0-102-16,0 0-16 15,238 0-32-15,-204 0-4 16,-6 0-5-16,0 0-32 15,-3 0-52-15,-13-8-174 16,-2-8-342-16</inkml:trace>
  <inkml:trace contextRef="#ctx0" brushRef="#br0" timeOffset="-189977.31">32523 15861 629 0,'0'0'187'0,"0"0"-78"0,0 0-2 0,0 0-51 0,0 0-35 16,0 0 26-16,-34 0-25 15,3 0 14-15,-3 8 10 16,0 9-16-16,9 6 3 16,-3 1-27-16,16 4 19 15,2 0-25-15,10 5 1 16,0-5 5-16,0-4-12 15,0-8-3-15,41-4-6 16,5-4 12-16,10 0 0 16,-3 0-4-16,-1-4 10 15,-18-4-10-15,7 11-4 16,-7-2 9-16,-16-5-19 16,10 12 5-16,-21-4-2 0,-1 0 9 15,-6 12 4 1,0 1 10-16,0 11-8 0,-34 3 13 15,-13-11-16-15,7 5 14 16,6-14-8-16,3-11 0 16,9-4-11-16,3-4-64 15,-8 0-80-15,2 0-153 16,-3-23 98-16</inkml:trace>
  <inkml:trace contextRef="#ctx0" brushRef="#br0" timeOffset="-189746.18">32411 15850 559 0,'0'0'619'0,"0"0"-595"0,0 0-17 0,0 0 35 0,0 0-37 16,0 0 16-16,214-5-19 15,-149-20-2-15,10-6-10 16,-10-2-54-16,-9 10-134 16,-25 7-317-16</inkml:trace>
  <inkml:trace contextRef="#ctx0" brushRef="#br0" timeOffset="-188897.39">30684 17386 456 0,'0'0'171'0,"0"0"-167"0,0 0 76 0,0 0 23 0,0 0 8 16,0 0-33 0,0 100-8-16,16-89-35 0,2-11 33 15,10 0-29-15,-3 0-21 16,9 0-5-16,13-20-1 16,-13-24 23-16,0-3-34 15,-15-2-2-15,-4 1-1 16,-15 7-2-16,0 5-27 15,0 16-5-15,0 12 5 16,-34 8-35-16,-13 0 24 16,-15 5 42-16,-3 39 0 15,3 7 1-15,3-6-9 16,25-5 10-16,16-8-4 16,18-11-39-16,0-10-80 0,0-7-46 15,0-4 18-15,40 0 80 16,19 0-23-16,-13-20 44 15,23 0 19-15,-17 4-10 16,1 0-131-16</inkml:trace>
  <inkml:trace contextRef="#ctx0" brushRef="#br0" timeOffset="-188842.12">30684 17386 236 0</inkml:trace>
  <inkml:trace contextRef="#ctx0" brushRef="#br0" timeOffset="-188663.23">30684 17386 236 0,'397'-69'335'0,"-397"72"-202"0,0 22 15 16,0 3-8-16,0 8-129 0,0-15-11 15,6-6-9 1,19-2-18-16,3-13 24 16,12 0 6-16,7 0 25 15,-1-17-20-15,7-7 8 0,3-7 4 16,-10-6-20-16,-14 1 0 16,-11-4-60-16,-2 7-19 15,-19 2 9-15,0 3-52 16,0 7-68-16,-25 17-129 15</inkml:trace>
  <inkml:trace contextRef="#ctx0" brushRef="#br0" timeOffset="-187945.55">31754 18042 641 0,'0'0'153'0,"0"0"-31"0,0 0 21 0,0 0-99 15,0 0 25-15,0 0-3 16,0-3-35-16,0 3 21 0,0-5-22 15,16 2 24 1,24-9-22-16,6-1 5 16,7 2-33-16,0-1-1 0,0-4-3 15,2 0-7-15,-8 4-24 16,6-4-47-16,-7 3-18 16,-12 6-123-16,0 2-292 15</inkml:trace>
  <inkml:trace contextRef="#ctx0" brushRef="#br0" timeOffset="-187297.45">32771 17649 508 0,'0'0'109'0,"0"0"20"0,0 0 10 0,0 0-48 0,0 0-7 16,0 0-24-16,0 0 36 15,0 0-31-15,0 5-18 16,0-1-8-16,0 7-30 16,-6 6 5-16,-22 7-5 15,3 0-4-15,-3 0 0 16,10 0 8-16,2 0-11 15,16-4 5-15,0 0-7 16,0 0 3-16,0-4-7 16,0 0-14-16,34-4 14 15,13 1-1-15,-7 3-3 16,-6-4 4-16,0-1-2 16,-9 6 6-16,-3-9-5 15,-4 3 0-15,-11 2-2 0,-1 2 6 16,9 1 2-16,-15 9-9 15,0-5 17-15,0 12-10 16,0-9 4-16,0 2-2 16,-40 7-1-16,12-8-1 15,-6-3-9-15,3-13-2 16,3-8 8-16,9 0-33 16,-2 0 18-16,8 0-61 15,-8-36-51-15,8 0-227 16,7-9-8-16</inkml:trace>
  <inkml:trace contextRef="#ctx0" brushRef="#br0" timeOffset="-187079.6">32752 17713 418 0,'0'0'117'0,"0"0"-80"0,0 0 85 0,0 0 9 16,0 0-1-16,0 0-66 15,314-167-38-15,-280 159-20 16,6 3-12-16,-15 5-49 16,-10 0-201-16,-15 0-343 0</inkml:trace>
  <inkml:trace contextRef="#ctx0" brushRef="#br0" timeOffset="71514.57">15113 6111 613 0,'0'0'0'0,"0"0"-114"0,0 0 114 16,0 0 22-16,0 0-11 16,0 0 22-16,0 0-21 15,0 0-5-15,279 41-7 16,-245-29-2-16,-6-4-7 16,-10 0-41-16,1 0-140 0,-3 4 128 15,-4-4 62 1,-6 0 135-16,0 0-25 0,4-4-79 15,-10-1 42-15,0-3 7 16,6 0 41-16,-6 0-15 16,6 0-11-16,-6 0-45 15,6 0-27-15,-6 0-9 16,0 0-11-16,0 0 18 16,0 0 13-16,0 5 30 15,0-5-40-15,0 3 15 16,0-3-19-16,0 0 6 15,0 0-3-15,0 0-6 16,0 0-1-16,0 0-14 0,0 5 14 16,0-2-10-1,0 10 8-15,0 15-11 0,0 8 10 16,-18 17-8-16,-38 11 7 16,-16-1-4-16,-8 21-8 15,-22 1 0-15,-4 3 6 16,-2-4-3-16,15-15 6 15,27-22-18-15,20-19 4 16,18-15-8-16,22-13-27 16,6 0-26-16,0-16-54 15,0-32-245-15</inkml:trace>
  <inkml:trace contextRef="#ctx0" brushRef="#br0" timeOffset="71847.97">14976 6284 661 0,'0'0'368'0,"0"0"-334"0,0 0 141 0,0 0-62 0,189 240-26 16,-130-163-67-16,-6-5 0 0,3-3-20 16,-10-5-4-16,-5-9 3 15,-7-2-30-15,-9-9-15 16,3-8-39-16,-10 0-18 15,10-8-97-15,-16-20-236 16</inkml:trace>
  <inkml:trace contextRef="#ctx0" brushRef="#br0" timeOffset="72696.63">15761 5846 531 0,'0'0'191'0,"0"0"-1"0,0 0-37 0,0 0-57 0,0 0-51 16,0 0 13-16,6-11-13 15,-6 11-6-15,0 0-22 16,12 0 15-16,-12 0-16 15,0 0-6-15,7 0-3 16,-1 0-6-16,-6 0-1 16,9 0 2-16,-9 11-6 15,0 18 10-15,0 3-1 0,0 15-2 16,-22 6-1-16,-18-1-1 16,0-8 1-16,15-11-2 15,9-10 6-15,16-2-14 16,0-9 15-16,0-1-13 15,0-3 6-15,41-3-1 16,21-5 1-16,18 0 2 16,-8 0 12-16,2 0-14 15,-21 0 7-15,-13 0-2 16,-18 0-10-16,-10 0-12 16,-12 0-29-16,0 0-44 15,0 0-89-15,0 0-205 0,0 0-334 16</inkml:trace>
  <inkml:trace contextRef="#ctx0" brushRef="#br0" timeOffset="73363.04">16489 6781 746 0,'0'0'135'0,"0"0"27"0,0 0-14 16,0 0-79-16,0 0 25 15,0 0-10-15,180-8-24 0,-121 8-34 16,-3-3-9 0,9 3-11-16,3-5-6 0,-9 1-10 15,0 0-29-15,3 4-1 16,-15-4-27-16,-1 4-9 15,-6-8-60-15,-12 0-143 16,-28 0-211-16</inkml:trace>
  <inkml:trace contextRef="#ctx0" brushRef="#br0" timeOffset="73762.84">16508 6537 621 0,'0'0'298'0,"0"0"-130"0,0 0-19 0,0 0-46 0,0 0-25 16,0 0 2-16,195 0-47 15,-114 0-16-15,-16 0-17 16,3-13-1-16,-9 5-45 16,0 5-45-16,-19-9-60 15,-5 4-281-15</inkml:trace>
  <inkml:trace contextRef="#ctx0" brushRef="#br0" timeOffset="74716.96">18508 6103 26 0,'0'0'612'0,"0"0"-591"0,0 0 36 0,0 0 146 0,0 0-54 15,0 0-49-15,0 0-13 16,-47-16-10-16,47 16-42 16,0 0 22-16,0 0-38 15,0 0-6-15,0-3-10 0,25-2 8 16,43-2-10-16,7 2 6 16,12 5-7-16,-16 0 0 15,3 0-4-15,-21 28 4 16,-25 16-1-16,-16 12-20 15,-12 9 13-15,0 7 3 16,-52 4-1-16,-35 9 0 16,6-10 0-16,-12 2 5 15,0-9 2-15,13-11 0 16,18-18 3-16,21-6 0 16,23-17 5-16,18-9 1 15,0-2-10-15,0-2-1 16,0 5 1-16,12-3 0 15,28 3-2-15,1-5 8 0,11-3-3 16,17 0 1-16,-1 0 2 16,-15 0-6-16,12 0 3 15,-9 0-3-15,-10 0-2 16,-27 0-1-16,9 0-6 16,-16 0 4-16,0 0-18 15,4 0-11-15,-10 0-37 16,19-8 4-16,-3-11-73 15,5-6-159-15,-8-3-171 16</inkml:trace>
  <inkml:trace contextRef="#ctx0" brushRef="#br0" timeOffset="75544.71">19457 6087 238 0,'0'0'387'0,"0"0"-341"0,0 0 42 0,0 0 12 15,0 0-22-15,0 0-20 0,18 0-17 16,-18 0-22-16,0 0-1 16,0 0 32-16,0 0 21 15,0 0-10-15,0 0-26 16,0 0 12-16,0 0-14 15,0 0 8-15,-18 0-25 16,-29 8-5-16,1 12-11 16,-10 4 0-16,16 9 5 15,2 3-3-15,11 0 1 16,5 0-2-16,22-5 3 16,0 2 2-16,0 0-6 15,0-2 1-15,34-3 1 16,19 1-2-16,15-9 0 15,-9 8-9-15,9-9 15 0,-9 6-14 16,-13-5 14-16,10-9-12 16,-25 14 5-16,-3-13-6 15,6 8 2-15,-28 3-4 16,1 2 7-16,-7 7 2 16,0-4-2-16,0 4 9 15,-7 0 3-15,-39 1-10 16,-22-2 29-16,3 2-13 15,-4-2 1-15,10-6-11 16,-3-9-6-16,25-5 0 16,-3-11-40-16,12 0 38 0,9-16-64 15,-8-27-49 1,5-14-5-16,16 5-137 0,-7-7-50 16,7 2-263-16</inkml:trace>
  <inkml:trace contextRef="#ctx0" brushRef="#br0" timeOffset="75794.06">19475 6075 297 0,'0'0'271'0,"0"0"-215"0,0 0 80 0,0 0 73 0,0 0-40 16,0 0-49-16,0 0-95 15,323-8-25-15,-264 8-2 16,3 0-54-16,-31 0-270 16</inkml:trace>
  <inkml:trace contextRef="#ctx0" brushRef="#br0" timeOffset="93678.56">13928 6789 300 0,'0'0'341'0,"0"0"-289"0,0 0-1 16,0 0 14-16,0 0-29 15,0 0-10-15,0 0 68 16,0-19-70-16,0 14 9 0,0 5-15 15,0 0 55-15,0 0-27 16,0 0 4-16,0 0 11 16,0 0-40-16,0 0-12 15,0 0 2-15,0 0 0 16,0 0-5-16,0 0 8 16,0 0-11-16,0 0 16 15,0 0-14-15,0 0-2 16,0 0-5-16,0 0 7 15,0 0-10-15,0 0 2 0,0 0-5 16,0 0 7 0,0 16-5-16,0 4 12 15,0 1-7-15,0 2 2 0,0-3-1 16,13 1 7-16,2-1-1 16,-2 4-8-16,5 4 11 15,-9-5-9-15,10-2 6 16,-13 7-6-16,10-8 1 15,-4-4 1-15,1 0-4 16,-1 1 4-16,3-6-8 16,-8 9 18-16,-1-8-22 15,0-4 23-15,0 5-21 16,4-5 12-16,-4-8-5 0,0 0 1 16,-6 0-2-1,6 0 0-15,-6 0-5 0,0 0 2 16,0 0 10-16,0 0-1 15,0 0 1-15,0 0 1 16,0 0-6-16,0 0-3 16,0-8 1-16,0-13 4 15,0-3-13-15,0 0 25 16,0-4-31-16,0-4 33 16,0 0-21-16,0 0 5 15,0 0-1-15,0-4-2 16,0-5-1-16,0 2 3 15,0 2-24-15,0 1 24 16,0 0-3-16,0 4-7 0,0-4 11 16,0 0-1-1,0-5-2-15,0-3 1 16,0 5-3-16,0 3-3 0,0-5 8 16,0 10-17-16,0-2 11 15,-6 0-11-15,6 6 9 16,0-5-23-16,0 0 20 15,0 4 0-15,0-8-2 16,6 8 11-16,0 0-18 16,7 3 17-16,-4 9 6 15,-3 0-15-15,7 1 14 16,-7-6-2-16,0 9 0 16,10-8 1-16,-10-1-1 15,6 10 9-15,10-9-18 0,-10-4 20 16,1 16-19-16,-7-4 16 15,3 8-12-15,-3-4 10 16,-6 8 3-16,0-8-1 16,13-5-7-16,-7 2-2 15,10-1 3-15,-4-1-11 16,-6 10 16-16,0-2-15 16,-6 2 16-16,7-1-5 15,-1 0 4-15,3-5 0 16,-3 9-7-16,-6-3 2 15,0 3-10-15,0 0 18 16,0 0 2-16,0 0-2 0,0 0 4 16,13 0-14-16,-1-5 0 15,10 2-3-15,-4-5 9 16,4 8-16-16,-3-5 23 16,-4 5-26-16,-2 0 21 15,5 0-11-15,4 0 6 16,-10 0-3-16,22 0 1 15,1 0 1-15,-4 0 3 16,9 0 3-16,-6 0-10 16,0 0 11-16,-6 0-15 15,-3 0 12-15,3 0 2 16,-10 0-8-16,10 0 0 16,-9 0-1-16,9 0 5 15,12 0-8-15,0-7 11 16,-6 2-9-16,7-3 11 15,-10 5-18-15,-3 3 12 0,0 0-3 16,-10-5 0-16,16 5 1 16,0-3-3-16,-3-6 4 15,10 6-3-15,-7-2 10 16,6 2-18-16,-12-2 17 16,3 5-14-16,3-3 8 15,0 3-2-15,0-5 0 16,7 2 4-16,5-6-12 15,-6-2 18-15,7 3-25 16,-13 3 18-16,-15 5-8 0,9 0-1 16,-16 0 5-1,0 0-8-15,4 0 6 16,2 0-4-16,4 0 14 0,-3 0-10 16,9 0 12-16,-10 0-5 15,4 0-4-15,-10 0 0 16,1 0-4-16,-7 0 4 15,3 0 4-15,4 0-4 16,-7 0 1-16,0 0 7 16,-6 0-1-16,0 0 2 15,0 0-18-15,0 0 10 16,0 0-3-16,0 0-23 16,0 0-45-16,0-8-129 0,0 4-329 15</inkml:trace>
  <inkml:trace contextRef="#ctx0" brushRef="#br0" timeOffset="95676.99">17699 6873 519 0,'0'0'91'0,"0"0"-47"0,0 0 17 0,0 0-31 0,0 0 15 16,0 0 8-16,0 0 19 15,-13 149 2-15,13-125-33 16,13-4 22-16,5 0-61 15,-2 0 20-15,-10-8 7 16,0 0 27-16,0 0-49 16,-6-4 27-16,0 0-20 0,0-8-13 15,0 0-1-15,0 0 8 16,0 0 7-16,0 0-14 16,13 0 20-16,2 0-21 15,-2-28 13-15,8-3-12 16,4-14 3-16,3-7-4 15,-3-5 0-15,-3 6-4 16,-10-1 5-16,10 7-12 16,-10 5 22-16,1 0-17 15,8 0 9-15,-15-5-6 16,1 9-1-16,-7-3-7 0,0 6 3 16,0 2-16-1,0-2 22-15,0 2-35 0,6 2 36 16,-6 6 1-1,6-10 2-15,10 0-1 0,2-3 1 16,4-3-2-16,3-5-23 16,-10 8 14-16,-2 3-3 15,-1 10 0-15,-12 2 24 16,0 1-10-16,0 0 8 16,0-4 6-16,0-4-16 15,0-5 0-15,0 10-1 16,0-9 5-16,0 8-12 0,0-5 7 15,0 10-5 1,0 2-11-16,0-2 17 0,0-1-3 16,0 7 3-16,0 6-4 15,0 7 9-15,0 0 3 16,0-5-5-16,0 2 7 16,0-2 0-16,0-3-20 15,0 5 8-15,0-6 1 16,0 9-2-16,0-3 3 15,0 3-6-15,0-5 15 16,0 5-12-16,12 0 9 16,-12 0 4-16,10 0 1 15,-4 0 14-15,0 0-14 16,13 0 3-16,9 0 0 16,6 0-9-16,0 0 5 0,19 0 2 15,-13 0-15-15,6 0 12 16,-5 0 1-16,-17 0-2 15,11 0 3-15,-14 0-2 16,-8 0 2-16,5 0 15 16,4 0-25-16,6 0 0 15,3 0 11-15,3 0-13 16,6 5 8-16,1-5-9 16,-7 0 2-16,-3 0 0 15,-3 0 0-15,0 0 4 16,-4 3-14-16,-2-3 23 15,12 0-26-15,6 0 27 16,7 0-22-16,-7 0 8 16,7 0 0-16,-16 0-3 15,18 0 4-15,-24 0-8 0,9 0 14 16,-6 0-14-16,3 0 20 16,-9 0-24-16,18 0 16 15,-6 0-5-15,13 0 0 16,-1 0 2-16,-5 0-4 15,5 0 8-15,-5 0-12 16,-1 0 13-16,-9-3-11 16,9 3 14-16,-12-5-17 15,-16 5 7-15,10 0 0 16,-9 0-3-16,5 0 5 0,-2 0-4 16,2 0 4-1,4 0-7-15,-3 0 16 0,2 0-16 16,-8 0 12-1,5 0-8-15,10 0 1 0,-6 0 0 16,-10 0 0-16,7 0 6 16,-4 0-15-16,-8 0 21 15,-7 0-25-15,0 0 4 16,0 0 8-16,0 0-28 16,0-8-9-16,0 0-58 15,0-4-254-15</inkml:trace>
  <inkml:trace contextRef="#ctx0" brushRef="#br0" timeOffset="98242">13742 6545 223 0,'0'0'242'0,"0"0"-242"0,0 0 0 16,0 0 49-16,0 0-32 0,0 0 9 16,0 0-8-16,-15 4 6 15,15-4 19-15,0 0 56 16,0 0-26-16,0 0 2 16,0 0-13-16,0 0-14 15,-13 8-20-15,13-8 2 16,0 0-6-16,-6 0-20 15,6 0 38-15,0 0-31 16,0 0 5-16,0 0-9 16,0 0 1-16,0 0-7 15,53-33 10-15,34-19 9 16,34-16-10-16,18-16-6 16,35-16 3-16,21-9-12 0,-3 5 17 15,-9 8-14-15,-31 20 2 16,-43 23-19-16,-50 22-26 15,-31 26-37-15,-28 5-28 16,0 0-15-16,0 0 26 16,-35 20-180-16</inkml:trace>
  <inkml:trace contextRef="#ctx0" brushRef="#br0" timeOffset="99274.39">15513 6203 256 0,'0'0'110'0,"0"0"23"0,0 0-75 0,0 0-40 0,0 0-14 15,0 0 64-15,0 0 0 16,0 0 39-16,0 0-60 15,0 0 7-15,0 0 6 16,0 0-21-16,0 0-5 16,0 0-21-16,28 0 13 15,3-8-17-15,15-7 25 0,4-6-22 16,15-2 31-16,3-2-27 16,10 1 18-16,2-7-4 15,7-5-8-15,0 3-5 16,-7-3-9-16,1-4-11 15,-13 16 9-15,-21-4-12 16,-13 15-6-16,-22 10-17 16,-12-5-54-16,0 8-71 15,0 0-192-15,0 0-264 16</inkml:trace>
  <inkml:trace contextRef="#ctx0" brushRef="#br0" timeOffset="100290.7">15277 7768 83 0,'0'0'448'0,"0"0"-431"0,0 0 25 0,0 0 45 0,0 0-52 15,0 0 51-15,50-48 1 0,-50 48 22 16,6 0-14-16,-6 0 3 15,0 0-22-15,0 0-43 16,0 0 15-16,0 0-36 16,0 24 11-16,0 0-22 15,-6 8 1-15,-16 17-2 16,-6-2 0-16,-9 9 1 16,-13 8 6-16,-9 8-14 15,-6-3 14-15,-9-9-6 16,12-4 5-16,9-20-12 0,13-3 6 15,-1-10-1-15,17-2 0 16,-4-6-10 0,0-2 10-16,9-2-29 0,-2-6 14 15,8-5-54-15,7 0-33 16,0-24-291-16,6-24-258 16</inkml:trace>
  <inkml:trace contextRef="#ctx0" brushRef="#br0" timeOffset="100591.08">14858 7744 469 0,'0'0'200'0,"0"0"21"0,0 0-25 0,0 0-32 16,214 244-99-16,-142-183-1 15,2-1-53-15,1-1 19 16,-10-2-15-16,-3-9-14 16,-22-4-2-16,7-8-14 15,-13-8-8-15,-10-3-51 16,-11-9-19-16,2-13-286 15</inkml:trace>
  <inkml:trace contextRef="#ctx0" brushRef="#br0" timeOffset="101307.13">15993 8104 703 0,'0'0'192'0,"0"0"-99"0,0 0 30 16,0 0 2-16,0 0-57 15,0 0-46-15,242 0-10 16,-195 0-2-16,-7 5-18 16,0-1 8-16,-15-4-3 15,9 0-23-15,-12 0-18 16,-10 0-14-16,7 0-75 16,-10-12-80-16,-9-4-92 15</inkml:trace>
  <inkml:trace contextRef="#ctx0" brushRef="#br0" timeOffset="101638.04">15987 7788 636 0,'0'0'296'0,"0"0"-242"15,0 0 79-15,0 0-20 0,0 0-67 16,0 0 3-16,273 28-39 15,-217-16 1-15,-10-8-6 16,-21-4-10-16,15 8-20 16,-12-8-31-16,-9 0-133 15,-10 0-265-15</inkml:trace>
  <inkml:trace contextRef="#ctx0" brushRef="#br0" timeOffset="102471.77">17035 8073 583 0,'0'0'162'0,"0"0"-71"0,0 0 56 0,0 0-82 0,0 0-44 16,0 0 14 0,81 200-26-16,-66-167 60 0,16-6-42 15,-9 1 4-15,-10-8-29 16,-5-4 4-16,-7-7-6 16,6-6 0-16,-6-3-2 15,0 0 5-15,9 0-12 16,-3-20 15-16,0-24-17 15,-6-8 4-15,0-8 5 16,0-12-26-16,0-4 21 16,0 4-2-16,0-5-11 15,0 5 16-15,0 16 4 16,0-5 2-16,0 14 3 0,0-2 30 16,0 6-21-1,0 2-9-15,0 5-4 0,0 8 15 16,0 4 13-16,7 8-21 15,21-4 20-15,-4 12-11 16,4 4 25-16,13 0-26 16,18 4 18-16,15-9-15 15,25 2-10-15,10-5-4 16,-10 3-2-16,3 1-6 16,-15 8-10-16,0 0 12 15,0 0-30-15,-22 0 6 16,-3 8-50-16,-16 9-4 15,-15-9-126-15,-9 0-210 16</inkml:trace>
  <inkml:trace contextRef="#ctx0" brushRef="#br0" timeOffset="103354.56">17652 7747 399 0,'0'0'162'16,"0"0"-107"-16,0 0 34 0,0 0-4 0,0 0-3 16,0 0 89-16,0 0-68 15,25 0 12-15,9 0-66 16,-12 0 17-16,-4 0-48 16,10 0 2-16,-9 9-14 15,9 23-3-15,-10 8-3 0,-2-4 0 16,-16 8-1-16,0 13 8 15,0-9-14-15,0-1 16 16,0-3-18-16,-16-8 12 16,4 0-4-16,0-11 1 15,-4-1 0-15,4-7-4 16,6-2 8-16,6-7-11 16,-7 0 17-16,7 0-23 15,0 0 25-15,0-4-24 16,0 4 8-16,0-3-3 15,0-2 6-15,0 2 1 16,19-5 1-16,3 3 8 0,2 2-6 16,11-5 5-16,5 3-16 15,6-3 15-15,1 0-14 16,-1 4 6-16,-12-4-1 16,-6 0-7-16,-9 0-20 15,-7 0 23-15,10 0-36 16,6 0 2-16,-9-4-52 15,-7-20-79-15,-12 1-246 16</inkml:trace>
  <inkml:trace contextRef="#ctx0" brushRef="#br0" timeOffset="104256.41">18399 7860 127 0,'0'0'212'0,"0"0"-6"0,0 0-80 0,0 0 11 0,0 0-45 15,0 0-74-15,0 0 39 16,0 0-45-16,0 0 40 15,0 0-11-15,0 0 12 16,0 0 8-16,0 0-18 16,0 0-4-16,0 0-35 15,0 0 7-15,0 0 2 16,0 0-18-16,0 0 11 16,0 0-10-16,0 0 4 0,0 0 0 15,0 0 6-15,7 0-3 16,2 0 2-16,3 0-4 15,1 0-2-15,8 0 11 16,-8 0-14-16,-1 0 5 16,-6 0-1-16,10 0 0 15,-16 0 5-15,0 0-10 16,0 0 14-16,0 0-18 16,0 0 23-16,0 0-12 15,0 0 1-15,0 0-4 16,0 0 10-16,0 4-9 15,0 17 0-15,-22-10 4 16,-12 21-6-16,9-3 7 0,-9-6 18 16,6 1-19-16,16-12 11 15,12 1-5-15,0-10-20 16,0-3 10-16,0 8-4 16,0 1-8-16,12 2 1 15,38-3 5-15,-13 5 12 16,3-1-10-16,7-1 9 15,-13 2-7-15,-6-6 2 16,0 1-1-16,-10 0-6 16,1 5 7-16,-3-5-9 15,-4 4 14-15,-6-4-23 16,-6 4 20-16,0 12-3 16,0 1 2-16,-18 6 11 0,-35 5-11 15,-9-3 0 1,-13-5-2-16,10-9 5 0,19-11-8 15,6-8 15-15,12 0-22 16,21 0-4-16,-11-3-37 16,9-30-88-16,9-11-105 15,0-3-324-15</inkml:trace>
  <inkml:trace contextRef="#ctx0" brushRef="#br0" timeOffset="104520.58">18620 7659 759 0,'0'0'135'0,"0"0"62"0,0 0-35 0,0 0-108 16,0 0-38-16,0 0-16 16,248-15-28-16,-208 15-187 15,-12 0-452-15</inkml:trace>
  <inkml:trace contextRef="#ctx0" brushRef="#br0" timeOffset="111996.72">16381 10395 647 0,'0'0'74'0,"0"0"-62"0,0 0 52 0,0 0 89 0,0 0-73 15,0 0 37 1,0 0-39-16,6-44-6 0,-6 44-35 15,0 0 1-15,0 0-16 16,0 0 0-16,0 0 8 16,0 0-9-16,0 31 16 15,0 34-18-15,-19 16 21 16,-27 2-30-16,12 9 6 16,0-12-12-16,9-11-7 15,-3 0 3-15,16-18-13 16,-22-7 4-16,-1-3-23 15,-5-13 0-15,6-9-52 0,-12-19-26 16,-7 0-190 0,-6-3-600-16</inkml:trace>
  <inkml:trace contextRef="#ctx0" brushRef="#br0" timeOffset="112229.77">15941 10379 1345 0,'0'0'22'0,"0"0"-14"15,0 0 36-15,0 0 17 16,0 0-30-16,161 260-12 16,-90-180-4-16,10-3-13 15,-1-5-4-15,-5-19 5 0,-1-6-11 16,-9-7-21-16,-18-8-24 15,-1-4-41-15,-12-11-106 16,-6-17-374 0</inkml:trace>
  <inkml:trace contextRef="#ctx0" brushRef="#br0" timeOffset="112663.35">17277 10728 769 0,'0'0'425'0,"0"0"-386"0,0 0 62 0,0 0-24 0,0 0-28 0,0 0-34 16,233 0-15-16,-178 0-6 16,-2 0-36-16,-13 0-12 15,-12-25-50-15,-15 10-99 16,-13-9-281-16</inkml:trace>
  <inkml:trace contextRef="#ctx0" brushRef="#br0" timeOffset="112864.94">17178 10415 1285 0,'0'0'51'16,"0"0"3"-16,0 0 19 15,0 0-41-15,0 0-26 16,0 0-6-16,93 0 0 15,-40-12-8-15,-1-9-25 16,10 6-53-16,3-6-29 16,-3 1-309-16</inkml:trace>
  <inkml:trace contextRef="#ctx0" brushRef="#br0" timeOffset="114062.11">18914 10138 587 0,'0'0'129'0,"0"0"-31"0,0 0 33 0,0 0-72 16,0 0-5-16,0 0-12 15,0 0 22-15,0-8-57 16,-25 8 75-16,-15 0-56 16,-16 0-2-16,-3 12 4 15,19 17-12-15,0-1 10 16,15-1-18-16,25 1 10 15,0 0-13-15,0 0-10 16,0-3 2-16,25-6-1 0,27 1 1 16,17 1-12-1,-4-1 13-15,9-4 2 0,-12 0-8 16,3-1 17-16,-12 2-15 16,-19-1 16-16,0 0-13 15,-15 8 3-15,-4 0 0 16,-15 4 8-16,0 0-2 15,0 12 6-15,0-3 2 16,-40-1 1-16,-7 0-8 16,-8-8-8-16,2 4 6 15,6-12-10-15,1 4 3 16,-1-24-5-16,1 0-12 16,12 0-24-16,0-24-46 15,-7-37-180-15,1 6-152 16</inkml:trace>
  <inkml:trace contextRef="#ctx0" brushRef="#br0" timeOffset="114261.97">18815 10171 1124 0,'0'0'266'0,"0"0"-256"0,0 0 25 0,0 0-33 16,0 0-4-16,0 0-75 16,400-29-80-16,-332 9-606 0</inkml:trace>
  <inkml:trace contextRef="#ctx0" brushRef="#br0" timeOffset="116210.61">12852 1070 448 0,'0'0'495'0,"0"0"-461"0,0 0 14 16,0 0 31-16,0 0-9 15,0 0-36-15,28 0-12 16,-28 0-10-16,0 0 14 16,0 0 15-16,0 0 21 15,0 0-30-15,0 0-18 16,0 0 20-16,0 0-16 16,-28 0-6-16,7 4-6 15,-10 0-11-15,3 9 19 0,-13-2-7 16,17 1-4-1,-26 20 7-15,19 1 3 0,-16 3-11 16,32 0-2-16,-10-4 4 16,25-8-12-16,0 8 13 15,0 0-12-15,40-8-8 16,26 4 6-16,8-8-13 16,7 0 14-16,18-4 5 15,-25 0-3-15,-9 9 0 16,-18-2 11-16,-25-2-18 15,-10 2 26-15,0-10-11 16,-12-1 0-16,0 4 6 16,0 15 5-16,-24 10-1 15,-23-2 4-15,-27-2-13 0,-7-5 7 16,28 1-3-16,1-14-11 16,24-7 4-16,0-7-1 15,3-5-16-15,19-13-21 16,0-43-69-16,-4-4-45 15,10-12-209-15</inkml:trace>
  <inkml:trace contextRef="#ctx0" brushRef="#br0" timeOffset="116426.81">12645 1135 822 0,'0'0'493'0,"0"0"-492"0,0 0 27 0,0 0 47 16,0 0-70-16,0 0-5 16,127-21 0-16,-47 1-11 15,1 0-12-15,0 4-21 16,-10 8-72-16,-9 4-187 16,-44 0-162-16</inkml:trace>
  <inkml:trace contextRef="#ctx0" brushRef="#br0" timeOffset="116660.41">13507 1503 1115 0,'0'0'224'0,"0"0"-163"16,0 0 17-16,0 0-25 15,0 0-53-15,0 0-2 16,-13 0-54-16,13 0-85 16,0 0-253-16</inkml:trace>
  <inkml:trace contextRef="#ctx0" brushRef="#br0" timeOffset="117110.76">14089 1238 760 0,'0'0'70'0,"0"0"-34"0,0 0 112 16,0 0-112-16,0 0-19 16,0 0-14-16,-86 93 9 15,86-61-2-15,12-4 4 16,41 1 40-16,9-1-22 15,3 3 3-15,9 10-27 16,-5 3 11-16,2 0-14 16,-25 0 5-16,-5-8-4 15,-26-8-4-15,-2-5 14 16,-13 7 22-16,0 1 16 16,-47 2-15-16,-27-2 8 15,-7-2-38-15,10-17-6 16,3-9-3-16,-1-3-17 0,17-3-49 15,5-50-45 1,13-23-162-16,9 0-441 0</inkml:trace>
  <inkml:trace contextRef="#ctx0" brushRef="#br0" timeOffset="117292.54">14068 1186 1188 0,'0'0'156'15,"0"0"-130"-15,0 0 13 16,0 0-10-16,0 0-29 16,0 0-12-16,155-20 10 0,-75 4-20 15,20-7-22 1,8 2-39-16,-15 6-49 0,-12-2-334 16</inkml:trace>
  <inkml:trace contextRef="#ctx0" brushRef="#br0" timeOffset="117693.19">15079 1572 750 0,'0'0'200'0,"0"0"-88"16,0 0 58-16,0 0-95 15,0 0-29-15,0 0-35 0,238 36-4 16,-188-36-7 0,-19 0-29-16,-9 0-58 0,-16 0-89 15,-6 0-231-15,0-24-124 16</inkml:trace>
  <inkml:trace contextRef="#ctx0" brushRef="#br0" timeOffset="117891.75">14970 1271 1275 0,'0'0'64'0,"0"0"-58"0,0 0 47 15,0 0-28-15,0 0 16 16,0 0-33-16,335-20-8 16,-254 12-32-16,-13-5-32 15,-15-2-105-15,-19 7-346 16</inkml:trace>
  <inkml:trace contextRef="#ctx0" brushRef="#br0" timeOffset="118357.78">16182 974 661 0,'0'0'223'0,"0"0"-21"16,0 0-28-16,0 0-95 15,0 0-54-15,0 0-1 16,205 52-3-16,-205 0-19 16,0 13 9-16,-12 7-1 15,-41-4-20-15,0 8-12 0,13-8 21 16,0-16 0-1,18 5 1-15,16-21 13 0,6-8-12 16,0-8-2-16,0-4-5 16,6-8 1-16,47 15 10 15,9-6-9-15,12-1 4 16,-15 0 0-16,0 1-1 16,-13-6 1-16,-18 1-8 15,-6-4-8-15,-16 0 12 16,-6-4-26-16,6-4-16 15,1 0-106-15,-7 0-184 16,12 0-310-16</inkml:trace>
  <inkml:trace contextRef="#ctx0" brushRef="#br0" timeOffset="118758.23">17035 1243 403 0,'0'0'593'15,"0"0"-577"-15,0 0 96 16,0 0-29-16,0 0-51 16,0 0-28-16,-105 40-4 15,105-16 17-15,0 8-17 16,12 0 15-16,44 0 6 0,9 0 11 15,3-4-25-15,10 4 27 16,-4 4-23-16,1 5-2 16,-10-10 0-16,-16 2-12 15,-18-10 8-15,-24-6-10 16,-7 2 3-16,0 2 2 16,-25 7 9-16,-90 4-4 15,-18 8 4-15,-29-4-3 16,29-16-12-16,6-12-4 15,28-8 6-15,18 0-36 16,22-31-21-16,31-34-67 16,28-11-105-16,0-4-137 15,13-20-200-15</inkml:trace>
  <inkml:trace contextRef="#ctx0" brushRef="#br0" timeOffset="118810.45">17035 1243 205 0</inkml:trace>
  <inkml:trace contextRef="#ctx0" brushRef="#br0" timeOffset="118909.35">17035 1243 205 0,'-198'-93'738'0,"204"93"-512"16,28 0-109-16,25 0-37 16,34-20-76-16,22 0-8 15,6 1-16-15,-16 6-94 16,-31 1-276-16</inkml:trace>
  <inkml:trace contextRef="#ctx0" brushRef="#br0" timeOffset="124937.36">10158 14301 569 0,'0'0'579'16,"0"0"-523"-16,0 0 2 16,0 0-52-16,0 0 2 15,0 0-16-15,0 0-15 16,0 0-21-16,0-12-27 16,0-4-30-16,0-4-222 15,0 0-316-15</inkml:trace>
  <inkml:trace contextRef="#ctx0" brushRef="#br0" timeOffset="126285.35">11714 13932 578 0</inkml:trace>
  <inkml:trace contextRef="#ctx0" brushRef="#br0" timeOffset="139440.5">18127 10122 144 0,'0'0'576'0,"0"0"-472"0,0 0 38 0,0 0-37 0,0 0-57 0,0 0-35 16,0 0 9-16,-22 0 24 15,22 0-20-15,0 0 35 16,0 0-19-16,0 0 7 16,0 0-16-16,0 0 3 15,0 0-25-15,0 0 13 16,0 0-13-16,0 0-10 15,0 20-1-15,0 4 3 16,0 9 14-16,0 11-16 16,0 0 23-16,9 0-20 15,-9 4-7-15,6-9 3 16,1 2-17-16,-7-13-22 16,0-8-39-16,12-16-33 0,-6-4-125 15,0 0-300-15</inkml:trace>
  <inkml:trace contextRef="#ctx0" brushRef="#br0" timeOffset="139874.4">18040 10274 618 0,'0'0'164'0,"0"0"-78"0,0 0 52 15,0 0-101-15,0 0-29 16,0 0-6-16,-16 5 28 16,16-5-24-16,0 3 91 0,0-3-24 15,0 5 4-15,0-5-42 16,0 3-9-16,0-3-8 16,0 0-14-16,34 4 13 15,13-4-15-15,15 0 21 16,3 0-19-16,16 0 0 15,5 0-4-15,-11-12-24 16,-16-4-14-16,-31 4-47 16,-22 4-73-16,-6 8-293 15</inkml:trace>
  <inkml:trace contextRef="#ctx0" brushRef="#br0" timeOffset="140539.3">17900 10832 575 0,'0'0'175'0,"0"0"-22"0,0 0 46 0,0 0-72 16,0 0-39-16,0 0-22 15,146 0-13-15,-72-4-2 16,7-16-30-16,-10-5-5 16,-2 9-16-16,-17 13-15 0,-18-6-37 15,-9 9-30-15,-16 0-96 16,-9 0-349-16</inkml:trace>
  <inkml:trace contextRef="#ctx0" brushRef="#br0" timeOffset="171663.83">10592 14048 469 0,'0'0'106'0,"0"0"-13"0,0 0 53 0,0 0-31 0,0 0-12 16,0 0-36-16,0 0-5 15,-158 177-10-15,117-125 11 16,7-12-23-16,0-4 11 16,6 0-18-16,-3-8 1 15,-9 13-19-15,0-2-14 16,-7 10 6-16,1 7 0 15,5-4-12-15,1-4 14 0,12-16-18 16,3-15 5 0,25-10-8-16,0-7-30 0,0 0-31 15,0 0-23-15,0-36-119 16,0-20-252-16</inkml:trace>
  <inkml:trace contextRef="#ctx0" brushRef="#br0" timeOffset="171912.42">9959 14225 1137 0,'0'0'13'0,"0"0"3"0,0 0 15 16,0 0-23-1,0 0 1-15,0 0 14 16,205 52 32-16,-124-15-35 0,-7 2 20 15,-27 2-16-15,5 6-8 16,-11-7-16-16,-13 1 1 16,-4-2-2-16,-8-6-21 15,-16-9-6-15,18-12-62 16,-18-12-112-16,7-8-341 16</inkml:trace>
  <inkml:trace contextRef="#ctx0" brushRef="#br0" timeOffset="172579.62">10713 13791 515 0,'0'0'316'0,"0"0"-213"0,0 0 28 15,0 0 12-15,0 0-99 0,0 0-5 16,12-19-35 0,16 14 21-16,-15 5-23 0,14 0 1 15,-8 0 7-15,9 21-5 16,-22 23 14-16,0 7-15 16,-6 14 26-16,0 8-29 15,0-10-1-15,0-15 4 16,0-7-4-16,0-21 0 15,0-12 0-15,0 3-4 16,0-11-15-16,34 0 18 16,35 0 2-16,11-19 11 15,13-17-9-15,0 3-4 16,-18 10 1-16,-16 10-26 16,-25 13-9-16,-16 0-30 15,-18 0 33-15,0 21-21 16,0 2-67-16,0-2-312 15</inkml:trace>
  <inkml:trace contextRef="#ctx0" brushRef="#br0" timeOffset="173027.84">11389 14541 554 0,'0'0'314'0,"0"0"-212"0,0 0 31 0,0 0-65 0,0 0-48 15,0 0 15 1,53 0 3-16,-7 0 28 0,7 0-31 15,3 0 15-15,-4 0-39 16,1 0-11-16,0 0-1 16,2-8-30-16,-2 5-19 15,0-5-57-15,-25 8-119 16,-16 0-337-16</inkml:trace>
  <inkml:trace contextRef="#ctx0" brushRef="#br0" timeOffset="173960.7">12725 14068 571 0,'0'0'46'0,"0"0"12"15,0 0 49-15,0 0-45 0,0 0-38 16,0 0 28-16,-6 52-6 0,40-43-25 15,-3-6 31 1,25-3-10-16,-3 0 11 0,6 0 6 16,-4-15-21-16,-24-9-14 15,10-1-17-15,-26-11-3 16,-2 0 0-16,-13-3-8 16,0-2 1-16,-13 21-12 15,-43 7-4-15,-24 13 17 16,-13 0-24-16,0 41 22 15,6 7 4-15,22 4 6 16,15-3 2-16,32-10-3 16,18-6-10-16,0-5 4 15,6-12-8-15,56-4 6 16,15-12 1-16,10 0 1 16,0 0-1-16,0-17 2 0,-7-10 0 15,-11-6-3-15,-11 2-11 16,-11 3 8-16,-13 3-23 15,-21 6 26-15,-13 14 6 16,0 5 7-16,0 0 5 16,-31 0 31-16,-4 0-33 15,1 13-3-15,6 2-17 16,16 6 14-16,0-2-14 16,12 1 12-16,0 5-8 15,0-1 3-15,0 4 0 16,24 3-5-16,10 5 16 15,13-3-21-15,0 6 20 16,-20 2-20-16,8 3 11 16,-29 9-1-16,-6-6 0 0,0 6 9 15,-47 3 10-15,-46-8-7 16,-15 0 0-16,-19-7 2 16,-1 2-12-16,17-7 4 15,18-7-12-15,12-9-1 16,41-1-56-16,12-19-245 15,28 0-401-15</inkml:trace>
  <inkml:trace contextRef="#ctx0" brushRef="#br0" timeOffset="198740.8">13854 14710 563 0,'0'0'304'0,"0"0"-225"0,0 0 25 15,0 0-43-15,0 0-8 16,0 0-19-16,46-8 17 16,-30 0-19-16,-4 4 0 15,7 0 14-15,15-5-16 16,0-2 15-16,13-1-39 16,-7-9 16-16,6 6-17 15,1 2-8-15,-7 2 3 0,-6-1-2 16,7-1-18-16,-13 5-10 15,-10 0 2-15,1 1-35 16,-19 2 6-16,0 2-109 16,0-2-241-16</inkml:trace>
  <inkml:trace contextRef="#ctx0" brushRef="#br0" timeOffset="198974.75">13854 14710 544 0</inkml:trace>
  <inkml:trace contextRef="#ctx0" brushRef="#br0" timeOffset="199106.57">13854 14710 544 0,'6'-257'293'0,"-6"257"-179"0,22-12 11 16,37-4 130-16,3-4-198 16,-28 9-28-16,3-2 20 0,-9 1-48 15,-6 12-1-15,2 0-6 16,-2-4-41-16,-3 4-28 15,-7 0-146-15,-12 0-488 16</inkml:trace>
  <inkml:trace contextRef="#ctx0" brushRef="#br0" timeOffset="200010.34">16046 14851 585 0,'0'0'100'0,"0"0"45"0,0 0 43 0,22 0-103 0,-22 0-32 16,6 0 1-16,-6 0-6 15,6-28-16-15,7-13 8 16,2-23-10-16,-3-8 32 16,10-13-61-16,-3-2 26 15,-7-6-23-15,-12 9-4 16,0-4-2-16,0 11 2 16,0 13-7-16,0 12-12 15,0 20 11-15,-12 12 16 16,6 13-17-16,-1-2 2 15,1 9 5-15,-9 0-12 16,2 12 4-16,-21 32 9 0,0 12-43 16,-6 13-30-16,3-5-145 15,-4 0-258-15</inkml:trace>
  <inkml:trace contextRef="#ctx0" brushRef="#br0" timeOffset="200621.32">16784 13876 47 0,'0'0'585'0,"0"0"-425"0,0 0 23 0,0 0-61 16,0 0-66-16,0 0-2 0,-28 28-28 15,0-8-3-15,-6 13 5 16,-12 11 7-16,-7 7 19 16,0 17-27-16,0 9 7 15,-2-1-32-15,8 12 7 16,22 4-8-16,4-4-2 16,21-7 0-16,0-13 0 15,0-7 0-15,15-18-8 16,38-7 3-16,6-7 1 15,9-14-1-15,3-2 12 16,10-13-2-16,-13 0-1 16,-15 0-1-16,-13-17 12 15,-18-7-14-15,-22 1 0 0,0-2 1 16,0 1-10 0,-16 16 18-16,-30 4-20 0,-19 4 13 15,-10 0-2-15,-12 12 0 16,1 44 0-16,5-7 0 15,13 6-6-15,37-22-13 16,15-10-106-16,16-23-149 16,0 0-469-16</inkml:trace>
  <inkml:trace contextRef="#ctx0" brushRef="#br0" timeOffset="204921.87">8688 14838 58 0,'0'0'444'0,"0"0"-389"0,0 0-16 16,0 0 5-16,0 0-21 15,0 0-16-15,13-31 9 16,-13 31 71-16,0 0 8 16,0 0 30-16,0 0-52 0,0 0-28 15,0 0-32-15,0 0 11 16,0 0 18-16,0 0-32 15,0 0-1-15,0 0 6 16,0 0 9-16,0 0-22 16,0 8 33-16,0 15-24 15,6 6 7-15,3 7-10 16,3 4-5-16,7 7 6 16,-3-6 4-16,8 7-15 15,4-8 8-15,-9 0 0 16,9-4-2-16,-16 5 13 15,10-10-17-15,-4 2 1 0,-2-9-3 16,3 7 5 0,-7-10-9-16,3-9 12 0,4 4-10 15,-13-8 18 1,0 0-28-16,-6-8 18 0,0 0-8 16,0 0 8-16,0 0 1 15,0-4 18-15,0-16-17 16,0-8 16-16,0-16-14 15,0-5-13-15,0-18 16 16,0-10-15-16,0-11 4 16,0-1 0-16,0-3-4 15,0 12-16-15,0 8 16 0,0 12 1 16,0 7-2 0,0 2-12-16,0 2 16 0,0-7-17 15,0 9 16-15,0-10-6 16,0 4-1-16,0-6-7 15,0-9-37-15,0-1 38 16,0 2-31-16,0 6 6 16,0 9 4-16,0 12 32 15,0 16 3-15,0 7 1 16,0 6 16-16,0-1-11 16,0 4-3-16,0-8 10 15,0 16-19-15,10-8 17 16,-10 0-19-16,6-1 11 15,0 1-2-15,-6 0 3 0,0 8-1 16,6-8-2 0,1-7 2-16,8 10-11 0,-9-3 18 15,-6 5-18-15,6 3 6 16,-6-9 0-16,13 9 2 16,-1-4 1-16,4-3-3 15,-4 2 10-15,22-3-14 16,-15 0 18-16,3-4-16 15,-4 1 12-15,4 2-14 16,-16 5 9-16,7 4-2 16,-13 0 0-16,0 0 2 15,0 0 12-15,12 0-10 16,3 0 8-16,-2 0-11 0,-1 0 14 16,10 0-10-1,-3 0-2-15,8 0 0 0,-8 0-3 16,9 0 2-16,0 0 4 15,-3 0 9-15,9 0-13 16,0 0 29-16,6 0-29 16,1 0 20-16,5 0-21 15,1 0 1-15,5 0 1 16,1 0 0-16,9 0-6 16,-3 0 15-16,-6 0-22 15,15 0 21-15,0 0-17 16,-3 0 11-16,10 0-8 15,-10 0 6-15,-3 0-4 0,-3 0 1 16,-7 0 0 0,10 0-2-16,-15 0 4 0,21 0-11 15,-31 0 13-15,25 0-13 16,-3 0 7-16,3-12 1 16,-9 1-1-16,12-2 2 15,-9 9-5-15,3 0 13 16,-7 0-4-16,10 0-1 15,-9 4-3-15,0-7 0 16,0 7 0-16,-4-5-1 16,4-3 1-16,-7 4-4 15,7-4 9-15,-6 3-13 0,-7 5 20 16,6 0-25 0,-5 0 20-16,-7 0-14 0,6 0 10 15,-12 0-3-15,19 0 0 16,-7 0 5-16,-9 0-11 15,25 0 17-15,-10 0-21 16,-5-3 21-16,-10 3-21 16,3 0 17-16,-6 0-13 15,-4 0 6-15,17 0 0 16,-13 0-4-16,6 0 13 16,0 0-16-16,-9 0 23 15,3 0-28-15,-4-8 24 16,4 8-19-16,0 0 8 15,-3 0-1-15,-10 0 0 16,4 0 1-16,3 0-5 0,3 0 12 16,2 0-17-16,8 0 18 15,-11 0-13-15,-2 0 11 16,-9 0-7-16,-7 0 0 16,6 0 0-16,4 0-3 15,-4 0 9-15,7 0-8 16,2 0 13-16,7 0-17 15,-15 0 18-15,-1 0-19 16,4 0 13-16,-4 0-6 16,7 0 0-16,2 0 2 15,20 0-9-15,-10 0 19 0,18 0-12 16,4 0 8-16,-7 0-1 16,-5 0-2-1,-7 0-5-15,12 0 0 0,-15 0 2 16,-3 0-6-1,6 0 10-15,-6 0-12 0,-9 0 18 16,-7 0-20-16,-6 0 21 16,-6 0-21-16,16 0 11 15,-16 0-6-15,0 0 3 16,0 0 0-16,0 0-1 16,6 0 6-16,0 0-10 15,7 0 13-15,2 0-2 16,-2 0-5-16,5 0 4 15,-8 0-5-15,-10 0-3 0,6 0-2 16,-6 0 10-16,6 0-9 16,0 0 9-16,-6 0 8 15,0 0-9-15,0 0-8 16,0 11-14-16,0 6-14 16,0 7-32-16,-6 8-250 15</inkml:trace>
  <inkml:trace contextRef="#ctx0" brushRef="#br0" timeOffset="206434.59">15178 14770 230 0,'0'0'523'0,"0"0"-494"0,0 0 19 0,0 0 0 0,0 0-46 0,0 0 15 16,0 0-2-16,-6 37 49 15,12-18 19-15,6 9 36 16,10 8-53-16,-3 8-29 16,8 1-28-16,14-5-1 15,-13-4 1-15,3-12-18 0,3 0 14 16,-13-16-14-16,-8-8 10 16,-7 0-7-16,0 0 12 15,-6 0-3-15,0 0 9 16,16-4-10-16,2-33 28 15,1-7-26-15,9-3 15 16,6-9-8-16,-9-8-15 16,3-8 6-16,-7-8-2 15,-2-9 0-15,-7 1-8 16,-2-1 2-16,-4 1 0 16,0 12-1-16,-6 0 14 15,6-1-12-15,-6 1 9 16,0-4-8-16,0-8 2 15,0 4-7-15,0 12-7 0,-12 7-13 16,6 13 25 0,-16 16 4-16,22 8-9 0,0 8 13 15,0 4-6-15,0 4 2 16,0 4 0-16,0 0 12 16,0-4-12-16,0-1 0 15,0 2 2-15,0 2 2 16,0 9 1-16,0 0-6 15,0 0 10-15,0 0-17 16,34 0 13-16,13 0-5 16,12-3 0-16,9-2 8 15,-3 2-19-15,3-2 27 16,-9 5-25-16,-3 0 13 0,3 0-4 16,0 0 2-16,9 0 8 15,6 0-9-15,-2 0 5 16,8 0-6-16,-5 0 5 15,-1-8-12-15,-9 5 18 16,-3 3-15-16,-15 0 10 16,-1 0-1-16,-5 0-4 15,5 0 2-15,-6 0-1 16,-6 0 4-16,-3 0-11 16,-3 0 17-16,-15 0-21 15,2 0 20-15,-2 0-20 16,-13 0 11-16,6 0-2 15,0 0 0-15,-6 0 0 16,6 0-2-16,-6 0 9 0,0 0-14 16,0 8 15-16,0 24-3 15,0 4-5-15,0-4 20 16,0-8-20-16,0-12-3 16,10-12-20-16,14 0-33 15,-2 0-24-15,-22 0-337 16</inkml:trace>
  <inkml:trace contextRef="#ctx0" brushRef="#br0" timeOffset="211114.54">13702 16675 345 0,'0'0'112'0,"0"0"-106"0,0 0 30 0,0 0-5 16,0 0 18-16,0 0 32 15,0 0 70-15,12 0-47 16,-12 0 4-16,0 0-51 15,0 0 8-15,0 0-34 16,0 0-28-16,13 0 2 16,-4 0 2-16,3 0-6 15,7 0 4-15,3 0 20 16,-4 0-20-16,4 0 11 16,-3 0-8-16,9-8 2 0,12 0-6 15,0-4-2 1,0-4-2-16,7 0-9 0,-16-4 2 15,3-5-77-15,-12 2-14 16,-4 2-144-16,-18 1-148 16</inkml:trace>
  <inkml:trace contextRef="#ctx0" brushRef="#br0" timeOffset="211695.47">13807 16443 451 0,'0'0'181'0,"0"0"-114"0,0 0 95 0,0 0-36 0,0 0-62 15,0 0-50-15,-6-4 5 16,6 4-1-16,0 0 20 15,0 0 39-15,0-5-44 16,0-3 16-16,22 0-33 0,9 0 29 16,3 1-42-16,6-1-3 15,1 0-1-15,11 0 1 16,1-1 0-16,-3-2-44 16,2-2-31-16,-18-3-96 15,-3 1-170-15,-3-2-293 16</inkml:trace>
  <inkml:trace contextRef="#ctx0" brushRef="#br0" timeOffset="-214204.6">15218 16154 621 0,'0'0'99'0,"0"0"-43"0,0 0 30 0,0 0-22 15,0 0 21-15,0 0-42 16,0 0 11-16,0 0 3 0,0 0 2 16,0 8-11-16,0 7-5 15,0 14-18-15,6 8-4 16,1 2 19-16,2 2-38 15,-3-5 6-15,-6 0 0 16,0-5-15-16,0 2 7 16,0-2-1-16,0 18 0 15,0-5-15-15,0 0 12 16,0-12-53-16,0-16-15 16,0-11-156-16,0-5-225 15</inkml:trace>
  <inkml:trace contextRef="#ctx0" brushRef="#br0" timeOffset="-213888.33">14924 16506 22 0,'0'0'736'0,"0"0"-595"16,0 0-30-16,0 0-2 15,0 0-52-15,0 0-11 16,6 0-34-16,22 0 51 16,18 0-14-16,-5 0-5 0,5 0-14 15,1 0-27 1,5 0-2-16,-2 0-1 0,-4 0-5 15,1-16-62-15,-7 1-31 16,-9-1-189-16,-22 16-354 16</inkml:trace>
  <inkml:trace contextRef="#ctx0" brushRef="#br0" timeOffset="-213404.39">14945 17140 642 0,'0'0'219'0,"0"0"-151"0,0 0 61 0,0 0-55 16,0 0 3-16,0 0-4 15,0 0-19-15,87 0-12 16,-40 0-18-16,5 0-3 16,17-3-13-16,-11-5-16 15,1-4 5-15,3 4-37 16,-9-5-22-16,-13 1-100 0,-5 4-183 15,-17 0-443-15</inkml:trace>
  <inkml:trace contextRef="#ctx0" brushRef="#br0" timeOffset="-212439.19">15934 16138 524 0,'0'0'115'0,"0"0"5"0,0 0 24 0,0 0-35 0,0 0-54 16,0 0 49-16,19 16-50 15,-3 16 15-15,-10 12-48 16,-6 5-5-16,0 6-12 0,0 6-4 16,0 3 4-16,0 0-3 15,0-8 17-15,0 1-11 16,0-21 1-16,0-9 3 15,0-3-22-15,6-8 13 16,19 0-7-16,3 1 5 16,6-9-6-16,6 0 4 15,0-5 1-15,1-3-7 16,-10 0 16-16,-3 0-11 16,-7 0 14-16,-2 0-21 15,-1 0 12-15,-2 0-4 16,-4-11-4-16,10-6-6 15,-16 1 7-15,7-8 3 0,-7 0-10 16,0-3 10-16,-6-6-1 16,0 5-21-16,0-4 17 15,0 8-23-15,0 8 11 16,0 11 17-16,0 5 2 16,0 0 3-16,0 0 0 15,0 0 34-15,0 13-26 16,0 27 15-16,0 9-13 15,0 14 29-15,0 5-7 16,0 1-22-16,0-1 2 16,0-4-13-16,28-8-2 15,-9 4 7-15,-10-4-17 0,-9-4-1 16,0-7 4 0,0-13-36-16,0-17-47 0,0 2-128 15,0-13-330-15</inkml:trace>
  <inkml:trace contextRef="#ctx0" brushRef="#br0" timeOffset="-188359.59">9643 17153 282 0,'0'0'347'0,"0"0"-298"0,0 0 71 0,0 0-24 15,0 0-37-15,0 0-40 0,0 0 27 16,0 0-22-16,0 0 0 15,0 0 10-15,0 0 18 16,0 0-3-16,6 0-18 16,10 0 12-16,-4 12-33 15,1-1 1-15,2 9-2 16,-2 4-10-16,27 12 6 16,-15 17-5-16,3 3 2 15,12 9 0-15,-6-1-4 16,0-12 11-16,-9-4-19 0,9-9 17 15,-6-14-14-15,-10-6-7 16,-18-6 6-16,13-9-8 16,-4-4 6-16,-3 0 7 15,-6-28 6-15,19-41 16 16,3-31-10-16,-10-24 13 16,1-16-17-16,-13-13-10 15,0 0-14-15,0-2-17 16,0 2-53-16,-41 13 10 15,-12 7 23-15,13 37 56 16,0 16 5-16,15 23 17 16,10 18-11-16,8 6 16 15,7-6 19-15,0-2-43 0,0-7-2 16,47-4-2-16,27 4 2 16,26 19 20-16,27 1 14 15,40 5 20-15,19-1-32 16,16-1 23-16,5-3-42 15,-14-11-1-15,8 2-3 16,-33 9-20-16,-35 8-35 16,-18 4-79-16,-50 16-182 15,-37 0-271-15</inkml:trace>
  <inkml:trace contextRef="#ctx0" brushRef="#br0" timeOffset="-187775.83">10980 16426 851 0,'0'0'107'0,"0"0"-95"0,0 0 53 0,0 0-23 0,0 0-24 0,0 246-15 16,0-174 6-16,0 3-9 16,-19 5 0-16,-3 9 65 15,-9-1-40-15,-3 1-20 16,6-9 4-16,10-12-18 16,-4-20 0-16,16-17-42 15,6-14-22-15,0-17-27 16,0 0-116-16,0-28 20 15,-13-28-232-15</inkml:trace>
  <inkml:trace contextRef="#ctx0" brushRef="#br0" timeOffset="-187509.6">10418 16716 1077 0,'0'0'125'16,"0"0"-119"-16,0 0 98 16,0 0-62-16,0 0-4 15,388 172-33-15,-301-133 0 16,-19 2-2-16,-3 7-6 16,-15 1 1-16,-19 3-11 15,-3-1-12-15,-16 1-17 0,10-16 31 16,-16-8-45-1,-6-23-57-15,0-5-105 0,0-16-64 16,0-40-83-16</inkml:trace>
  <inkml:trace contextRef="#ctx0" brushRef="#br0" timeOffset="-187010.98">10899 16182 342 0,'0'0'348'0,"0"0"-309"0,0 0 15 0,0 0 6 0,0 0 9 16,0 0 3-16,167-16-51 15,-120 16-20-15,2 4 5 16,-11 12 5-16,-4 4-22 15,0 4 22-15,-6 0-21 0,-10 4 20 16,-11 20-1-16,-7-8 39 16,15 13-31-16,-15-14 14 15,12-14-26-15,1-9-5 16,15-13 5-16,-3 6-9 16,15-5 16-16,-6-4-20 15,6 0 8-15,1 0-2 16,-1 0-17-16,-6 0-83 15,-15 0-246-15</inkml:trace>
  <inkml:trace contextRef="#ctx0" brushRef="#br0" timeOffset="-186677.33">11928 16912 1129 0,'0'0'59'0,"0"0"-27"0,0 0 13 0,0 0-24 15,0 0 9-15,0 0-25 16,255 7-5-16,-193-14-4 16,-10-17-13-16,1-1-68 15,-13 2-123-15,-12-1-236 16</inkml:trace>
  <inkml:trace contextRef="#ctx0" brushRef="#br0" timeOffset="-186078.46">12592 16595 609 0,'0'0'305'0,"0"0"-266"16,0 0 18-16,0 0-55 15,0 0 9-15,0 0-5 16,161 24 22-16,-114-24-16 16,5-20 12-16,-11 0 18 15,-29 0 10-15,4 0-26 16,-16 0-25-16,0-1 16 0,0 10-12 15,-16 3 8-15,-18 8-13 16,-13 0-9-16,-11 0-4 16,-1 0-38-16,3 11 43 15,25 2-17-15,9-1 24 16,16-4-10-16,6 0 0 16,0 0 13-16,6 0-12 15,41 0 10-15,15-8 0 16,3 0-4-16,15 0 7 15,-11-12-19-15,-4 3 9 16,-25 6-7-16,-6 3-11 16,-15 0 12-16,-4 8 13 0,-2 28 7 15,11 4 12-15,4-4-16 16,-6-4-3-16,3 1-15 16,-3-2 5-16,9 5 3 15,-10 0-1-15,-8 5 16 16,-13 7-8-16,0 4 31 15,0 0 11-15,0-4-7 16,-7-12-18-16,-20-3 37 16,-20-6-50-16,-6-7 20 15,1 0-9-15,-29 1-30 16,13-1-11-16,-4-1-41 16,-14-2-158-16,17-17-378 15</inkml:trace>
  <inkml:trace contextRef="#ctx0" brushRef="#br0" timeOffset="-184928.57">11147 15720 654 0,'0'0'336'0,"0"0"-306"0,0 0 0 0,0 0-24 0,0 0 27 15,0 0 11-15,208-60 7 16,-156 45-32-16,-5 2 1 16,9 10-9-16,3 3 9 15,9 0-3-15,-3 0-11 0,28 0 33 16,3 0-24-1,-3 0 3-15,19 0-9 0,9 0-7 16,0 0-2 0,12-9 0-16,-6-7 0 0,-6 5 3 15,-9-2-6-15,-4 6 9 16,-21-1-9-16,-6-9 13 16,-7 6-20-16,-27 3 11 15,-7-5-5-15,-15 13 4 16,9-4-1-16,-16 0-5 15,4 4 12-15,-10 0-14 16,-12 0 21-16,0 0-30 16,0-4 24-16,7 4-14 15,2 0 7-15,-3 0 0 0,0 0 0 16,22 0 2-16,-3 0 0 16,9 0 8-16,13 0-10 15,-1 0 14-15,1 0-18 16,-1 0 4-1,-12 0-1-15,-6 0 1 0,-9 0 0 16,9 12 4-16,-10 20-1 16,4 8 25-16,3 9-24 15,-3-5 11-15,-10 0-4 16,0 4-10-16,-12-8 5 16,0 8-12-16,0 4 2 15,0-20-37-15,0-16-84 16,0-4-451-16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3:16:06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8555 3320 344 0,'0'0'258'0,"0"0"-257"0,0 0 93 0,0 0-6 0,0 0-87 0,0 0 21 15,0 0 2 1,0 0 18-16,0 0 53 0,0 0 15 15,0 0-43-15,0 0-33 16,0 0-16-16,0 0 4 16,0 0 0-16,0 0-10 15,0 0 15-15,0 0-22 16,0 0 24-16,0 0-26 16,0 0 24-16,0 0-25 15,0 0 5-15,0 0-7 16,0 0-2-16,0 0 0 0,0 0-10 15,0 0 9-15,0 0 6 16,0 0-4-16,0 0 4 16,0-4 1-16,0-7-3 15,0 11-1-15,-22-5 0 16,10-3 1-16,-7 4-7 16,-3 4 0-16,4-4 1 15,-10 4-3-15,15-9 5 16,-2 9 4-16,3 0-1 15,-1 0 0-15,-21 0 1 16,6 0-2-16,-12 0 9 16,3 9-2-16,3-1-2 15,12 5 14-15,9-2-17 16,1-7 1-16,3 8-2 0,-4-3-2 16,7-1 1-16,-6 3-5 15,-4 1 6-15,10 1-7 16,0 2-1-16,0 1 14 15,-7 0-13-15,4 1 10 16,9-1-4-16,-6 4 1 16,-1-4 0-16,1-1-2 15,0 1-10-15,6 1 6 16,0-1-12-16,0 0 16 16,-6-1 0-16,6 2 2 15,-6-9 0-15,6 3 0 16,0 10-3-16,0-9 7 15,0 0-9-15,0 0 11 16,0 0-14-16,0 0 11 16,0 0-8-16,0 5 3 0,0-6-3 15,0-2-13-15,0 2-7 16,0 2 22-16,0-6-10 16,6 6 8-16,6-10 3 15,1 5-5-15,8 0 9 16,-8 4-4-16,8-4 2 15,-8 5 0-15,5-6-1 16,4-7-8-16,3 8 4 16,3-3-23-16,-16-2 14 15,4-3 11-15,-4 0-2 16,7 0 1-16,3 0 4 16,-4 0-3-16,10 0 3 0,6 0-6 15,-9 0 13-15,9 0-8 16,-6-3 5-16,-3-10 1 15,3 10-4-15,-22-1 7 16,16-1-3-16,2-3 0 16,-8-3-3-16,9-1-1 15,15-4 3-15,-12-4 2 16,12 4-8-16,-15 3 8 16,-9 1-12-16,-4 9 6 15,-6-2 0-15,0 5 0 16,-6 0 1-16,0 0-2 0,0 0 11 15,0-3-5 1,0-2 5-16,16-3 8 0,-4-4-14 16,7 1-4-16,3 2 0 15,-4-3-2-15,4 0-1 16,-4 4 6-16,-11 0-7 16,8-9 8-16,-15 2-7 15,13-1 11-15,-7-12-15 16,6 4 7-16,-3 4-3 15,-9 0-4-15,0 4 4 16,0 0-6-16,0 4 17 16,0-4-16-16,0-1 16 15,0 1-13-15,0 0 12 16,-27 4 1-16,-1 1 11 0,3-2-4 16,-9 1 4-1,0 1-11-15,0 2 0 0,3-7-3 16,-4 5-10-16,-5-6-7 15,0 4 11-15,6 10-10 16,-7 0 5-16,1-6 4 16,0 9-41-16,-13 0-105 15,13 0-351-15</inkml:trace>
  <inkml:trace contextRef="#ctx0" brushRef="#br0" timeOffset="-86821.09">21429 10022 640 0,'0'0'54'0,"0"0"-54"0,0 0 0 0,0 0 178 0,0 0-62 16,0 0-54-16,0 0-26 15,-62 0 6-15,62 0-25 16,0 0 41-16,0 0-37 0,0 0 0 16,0 0-9-16,0 0 12 15,0 0-9-15,0 0-1 16,0 0 7-16,0 0-20 15,0 0 20-15,0 0-16 16,15 0-9-16,32 0 8 16,46 0 21-16,0 0-20 15,34 0 1-15,13-20 2 16,8 4-5-16,-2-1 17 16,22-2-19-16,-20 7 19 15,32 7-17-15,0 2 19 16,6 3-21-16,9 0 1 15,13 0 2-15,-16-5-4 0,10 5 0 16,-10-3 4-16,-3 3-5 16,-9 0 8-16,28 0-3 15,-10 0 2-15,16 11-4 16,10 1 2-16,-4-7-4 16,12-5 0-16,-18 0 4 15,13 0-9-15,-32 0 14 16,-3 0-16-16,-31 0 18 15,-21 0-9-15,9 0 5 16,-16 0-6-16,-6 0 2 16,13 0 3-16,-13 0-6 15,0 0 13-15,0 0-24 0,19 0 24 16,-10 0-20 0,-2 0 14-16,-13 0-3 0,-4 3-2 15,10 5 2-15,16 0-4 16,3-8 0-16,0 0-5 15,2 0 14-15,-8 0-18 16,-1-11 24-16,-5-9-13 16,-13 4-1-16,-28 3 11 15,-25 10-12-15,-28-6 0 16,-21 9-2-16,-19 0-29 16,0 0-12-16,0 0-48 15,-47 0-20-15,-64 33-339 0</inkml:trace>
  <inkml:trace contextRef="#ctx0" brushRef="#br0" timeOffset="-85089.41">23308 5298 509 0,'0'0'0'0,"0"0"0"0,0 0 36 0,0 0 1 0,0 0 110 15,0 0 86-15,-40-64-172 16,30 51-5-16,10 9 2 16,-6-4-28-16,0 8 45 15,-7 0-38-15,13 0-4 16,-6 0-30-16,6 0 8 15,-9 20-5-15,3 24 6 16,6 20 1-16,0 1-13 16,0-1 0-16,0 0 9 15,0 5-3-15,0-5-3 16,0 3 31-16,0 2-30 0,0-1 27 16,0 4-28-16,15 4 3 15,-9 4-5-15,19-3 2 16,-9 3-3-16,-4 9 4 15,10-6-8-15,-10 9 10 16,-6-7-8-16,-6 3 11 16,0-4-7-16,0 4 0 15,0-11 12-15,0 3-12 16,0-12 8-16,0-4-20 16,0 8 22-16,0 5-23 15,13 3 24-15,2 8-11 16,-8 9 1-16,-7-2 11 0,0 14-13 15,0-13 0 1,0 8-1-16,0-12 7 0,18-7-19 16,10-9 17-16,-3 0-14 15,15 5 18-15,-12 7-8 16,-9 7-1-16,-19 2 3 16,0 3-3-16,0-4 8 15,0-3-17-15,0-5 24 16,0-4-30-16,0-3 29 15,0-1-28-15,0-13 18 16,0 18-9-16,0-9 5 16,0 9 0-16,0-10-1 15,0 2 5-15,0-5-18 0,0 0 13 16,0 0-6 0,0 5 6-16,0-9-3 0,0 4 4 15,0-4-1-15,0-7-2 16,0-1 6-16,0-4-11 15,0 0 12-15,9-7-13 16,10-2 18-16,-7 9-18 16,-3 5 11-16,-3 2-2 15,-6 1 0-15,0 2 1 16,0-2-4-16,0-5 10 16,0 9-18-16,0-7 18 15,0 3-14-15,0 0 8 16,0 0-7-16,7 4 5 15,-1-7 0-15,-6-2-3 16,6 6 4-16,0-5-8 0,-6 8 18 16,0-4-15-16,16 5 12 15,-16-2-14-15,12 10 11 16,-6 7-10-16,-6 4 6 16,0-3 0-16,0-5 3 15,0-13 7-15,7-6-11 16,-7-1 8-16,0-4-10 15,0 16 9-15,0 9-10 16,-7 15 4-16,-27 12-2 16,-6 5-1-16,15-10 1 15,10-14-4-15,15-32-10 16,0-34-19-16,9-23-71 16,56-8-27-16,-3-51-251 0</inkml:trace>
  <inkml:trace contextRef="#ctx0" brushRef="#br0" timeOffset="-84072.51">30030 9781 265 0,'0'0'131'0,"0"0"-97"0,0 0 34 15,0 0-68-15,0 0-70 16,0 0-65-16,-87-24 104 15,69 24 31-15,2 0 18 16,-2 0 73-16,-4 0 62 16,3 0-53-16,-9 0-82 15,10 0 18-15,5 0-7 16,-2 0-29-16,15-12 6 0,-13 9 53 16,7-2 20-16,-15 1 5 15,2 4 4-15,7-4-32 16,-4 4 40-16,16 0-9 15,-6 0-28-15,6 0-46 16,0 0 16-16,0 0-24 16,0-4 7-16,0 4-8 15,0 0 2-15,0 0-6 16,22 0 4-16,9 0 6 16,24 0-10-16,-8 4 14 15,-7 9-8-15,-9-2-12 16,-15-3 3-16,2 0-4 0,-12 4-5 15,-6 8-4-15,0 12 15 16,0 8 1-16,-31 12 14 16,-18-3-12-16,9-9 10 15,9-12-10-15,15-9-4 16,4-6-14-16,12-13-25 16,0 0-73-16,0-36-259 15</inkml:trace>
  <inkml:trace contextRef="#ctx0" brushRef="#br0" timeOffset="-82874.76">22967 5622 25 0,'0'0'233'0,"0"0"-187"0,0 0-37 0,0 0 30 15,0 0 6-15,0 0 74 16,0 0-76-16,0 0 25 16,0 0-27-16,0 0-13 15,0 0 20-15,0 0 9 16,0 0-4-16,0 5-27 16,0-2 54-16,0 2-33 15,0-5-9-15,0 0-28 0,0 0 16 16,6 0-24-1,28-33-1-15,3-8 3 0,38-14 2 16,-7-1-11 0,-9-5 18-16,3 9-26 0,-16 0 7 15,-5 20-17-15,-17 8-14 16,-2 16 13-16,-16 8 1 16,-6 0-21-16,0 40 44 15,0 16 54-15,0 16-12 16,0 0-41-16,0-3 6 15,0-13-5-15,7-12-2 16,27-8-2-16,-3-8-24 16,-3-15-109-16,18-13-104 15,-18 0-362-15</inkml:trace>
  <inkml:trace contextRef="#ctx0" brushRef="#br0" timeOffset="-79927.06">24449 12396 521 0,'0'0'15'0,"0"0"-15"0,0 0-52 0,0 0-75 0,0 0-32 16,0 0 92-16,0 4 67 15,0 8 75-15,-6-3 124 16,6-6-42-16,0-3-139 0,0 0-18 16,0 0-12-1,0 0-8-15,0 0 20 16,0 4 1-16,0 0 33 0,0 0 39 15,0 0 21-15,0-4-61 16,0 12-7-16,0-4-14 16,0-4 1-16,0 8-5 15,0-8-14-15,0 4 6 16,0 5 0-16,0-10 13 16,0 5 54-16,0-4 40 15,0 4-65-15,0-3-22 16,0 6-14-16,0 1-10 15,0 1 8-15,0-2-2 16,0 1-2-16,0-7 0 16,0 6-2-16,0-11 9 15,0 0 9-15,0 0-8 16,6 0 65-16,-6 0-56 0,0 0 21 16,6-3-25-16,0-17 11 15,-6-17-19-15,16 5-5 16,-16-16 0-16,18-16 6 15,-2 8-17-15,-4-16 7 16,-12 3 2-16,0 5-17 16,0 4 11-16,0 9 8 15,0-6-5-15,0-4 4 16,0 2-2-16,0-5-2 16,0-1 6-16,0 9-9 15,0 8-1-15,0-4 2 16,0 0-5-16,0-4-4 0,0-1 1 15,0-2-13 1,0-5 24-16,6-2 4 0,7 2-12 16,-7 1 24-16,3 7-20 15,-9-1 14-15,7 9-6 16,-1 0 4-16,0 12 3 16,0-4 3-16,-6 0-8 15,22-9-2-15,-16-3 4 16,13 1-11-16,-13-6-2 15,22 13 7-15,-16 4-15 16,4 4 17-16,-10 4 2 16,6 0 19-16,-5-9-5 15,-7 2-9-15,15-2-14 16,-9-6 20-16,0 2-25 16,1-3 12-16,-1 3 0 0,-6 9-7 15,6 5 7-15,-6-2 2 16,9 5 3-16,-2-8 24 15,-1-11-27-15,0-2 8 16,22-7 3-16,-10 0-22 16,4 4 14-16,3 11-7 15,-3 5 2-15,-4 5 0 16,4-2 7-16,-10 5-4 16,7 0 1-16,-4-4 6 15,-2-4 4-15,9-8-11 0,-16-4-4 16,25 4 1-16,-9-4-5 15,18-1 4-15,-15 13 2 16,3-3-4-16,-1 6 7 16,-14 5 3-16,15-8-5 15,-3-5 14-15,9 2-10 16,0-5-12-16,0-4 5 16,6-4 1-16,7 3-3 15,-1-3 14-15,-5 7-22 16,-10 2 25-16,-4-1-15 15,8 8 2-15,11 0 4 16,-18-1-5-16,3 1 0 16,9-7 1-16,7-1 2 15,-1-1-6-15,4-3 6 16,-4 3-11-16,-5 6 25 0,-10 3-15 16,3 3 1-16,-12 5 5 15,9 4 0-15,-10-4-1 16,13-8 5-16,-3 5-8 15,10-14-3-15,-1 5 12 16,0-4-21-16,13-4 13 16,3-1-8-16,3 5 6 15,3-4-3-15,25-4 2 16,-16 4-1-16,3-4 0 16,1 8 8-16,-10 4-16 15,-19-1 17-15,-5 22-16 16,5-6 10-16,-12 6-6 0,7-6 2 15,5-3-2-15,7-4-2 16,3 0-5-16,15-4 8 16,-9 4-7-16,9-8 1 15,-9 8 14-15,-3 0-14 16,3 0 9-16,-3-4-3 16,0 3 1-16,15-3 0 15,-21 5-6-15,3-2 16 16,-10 5-20-16,-5 8 23 15,5-12-21-15,7 7 14 16,0 2-12-16,15-9 3 16,-3 0 3-16,9 3-3 15,1-2 11-15,5 3-19 0,-8 3 24 16,2 1-20 0,-12 12 14-16,-3-7-11 0,-6 6 5 15,0-7-1-15,-7 8 0 16,10 0 0-16,-3 0-2 15,6-4 6-15,-4-1-13 16,17-2 21-16,-10-1-22 16,3 4 20-16,-25 4-16 15,0-1 8-15,-12 10-3 16,-9-5 2-16,9 4 0 16,6-9 12-16,-3 5-9 15,3-7 10-15,13 2-11 0,-7-3-3 16,0 4 1-1,-6 4-2-15,0 5 1 0,-9-2 0 16,9 5 1 0,0-3 9-16,13-2-14 0,-1 1 12 15,1-4-10-15,-7 0 9 16,-6 5-7-16,-6-2 0 16,-15 1 0-16,-7 4-2 15,-6 0-18-15,0 0-25 16,0 0-150-16,-75 4-443 15</inkml:trace>
  <inkml:trace contextRef="#ctx0" brushRef="#br0" timeOffset="-78229.56">24991 3545 130 0,'0'0'675'0,"0"0"-667"0,0 0 28 0,0 0 113 16,0 0-82-16,0 0-33 16,174-77 71-16,-87 38-68 15,0-5-9-15,6-21 28 16,6-3-22-16,3-20-14 15,-2-9-10-15,-20-11-20 16,-15 12 4-16,-37 4-11 16,-28 3 8-16,0 26 9 15,0 22-1-15,-28 13 4 16,-18 16 38-16,-1 8-28 0,-12 4 0 16,-3 8-11-16,3 52-4 15,19 45 0-15,6 23 2 16,34 8 9-16,0 1-7 15,16-13 10-15,42-20-6 16,35-16-12-16,-6-19-6 16,6-13-9-16,10-20-29 15,-23-20-18-15,-8-16-39 16,-17 0-135-16,-24-44-148 16</inkml:trace>
  <inkml:trace contextRef="#ctx0" brushRef="#br0" timeOffset="-77846.21">26195 3372 543 0,'0'0'82'16,"0"0"-62"-16,0 0-19 15,0 0 5-15,0 0-6 16,0 0-19-16,0 0 10 16,-35-12 9-16,35 24 33 15,28-4 22-15,-3-3-10 16,22-5 41-16,8 0-7 15,-2 0 13-15,12-21-43 16,-3-19 12-16,-15 4 8 16,-7-13-48-16,-15 10-21 15,-25-2 2-15,0 10-6 16,0 6 11-16,-47 14-14 16,-11 11 23-16,-11 0 4 0,10 3-19 15,7 30 5 1,18-5-6-16,12-4-6 0,22-9-19 15,15-2-9-15,60-5 9 16,2-8-4-16,-2 0 23 16,12 0-5-16,6-13-11 15,-7-18-32-15,-11-5-148 16,-22 0-35-16,-26 8-326 16</inkml:trace>
  <inkml:trace contextRef="#ctx0" brushRef="#br0" timeOffset="-77395.39">26750 3051 482 0,'0'0'100'0,"0"0"-91"16,0 0-7-16,0 0 14 16,353 57-11-16,-260-57-5 15,-19 0 2-15,-27-24-13 16,-19-1 20-16,-28-6-18 15,0-2 11-15,-16 13-2 16,-43 4 5-16,-15 5-4 16,0 11 67-16,15 0-5 15,6 0 63-15,13 23-73 16,18 1 1-16,16 4-51 0,6 0 6 16,0-4-8-1,46-7-2-15,29-1-5 0,-1-9-7 16,-15 1 9-16,3 0 0 15,-3 9-2-15,-6 15 8 16,-1 12-2-16,4 7 0 16,-15 23 38-16,-1 1-38 15,-15 2-5-15,-19-10-29 16,-6 2 12-16,0 0 21 16,-87-13 1-16,-18-17 44 15,-23-15 3-15,20-15-1 16,21-9-3-16,22 0-26 15,37-17-17-15,28-38-34 16,0-9-148-16,47-5-188 0</inkml:trace>
  <inkml:trace contextRef="#ctx0" brushRef="#br0" timeOffset="-76880.23">29087 2679 207 0,'0'0'551'0,"0"0"-464"0,0 0 6 0,0 0 35 0,0 0-40 0,-393 280-15 15,318-203-55-15,4-13-17 16,24-5 13-16,7-18-24 15,6-13 15-15,19-17-10 16,15-6-31-16,0-5-32 16,0 0-14-16,0-8-83 15,0-36-207-15</inkml:trace>
  <inkml:trace contextRef="#ctx0" brushRef="#br0" timeOffset="-76712.51">28439 2802 1103 0,'0'0'103'0,"0"0"29"0,0 0-35 16,0 0-38-16,0 0-44 15,400 205 3-15,-291-173-18 16,-16-7-23-16,-6-10-41 16,-13-10-76-16,-21-5-153 15</inkml:trace>
  <inkml:trace contextRef="#ctx0" brushRef="#br0" timeOffset="-75897.11">27751 4146 570 0,'0'0'90'0,"0"0"11"0,0 0 81 0,0 0-99 16,34-216-18-16,-34 159-43 16,19 9-8-16,-13 9-14 15,-6 18-2-15,0 21-3 16,0 0 4-16,0 0-3 16,0 5 8-16,0 14-16 15,-25-2 9-15,13-6-2 16,2 6-44-16,-2-1-56 15,12-1-96-15,0 1-5 16,0 1-243-16</inkml:trace>
  <inkml:trace contextRef="#ctx0" brushRef="#br0" timeOffset="-75631.04">27751 4146 97 0,'329'-132'201'16,"-317"140"-100"-16,7 0 16 15,15-4-81-15,12-4 6 0,10 0 10 16,3-24 45 0,0-24 23-16,-3 11-7 0,-25-7-56 15,-16 16-18-15,-15 9 17 16,0 7-32-16,-21 12-7 15,-38 0-16-15,-22 0-2 16,7 28-69-16,-13 16-25 16,22-8-195-16,3 8-292 15</inkml:trace>
  <inkml:trace contextRef="#ctx0" brushRef="#br0" timeOffset="-73132.64">24812 9676 391 0,'0'0'147'0,"0"0"-141"0,0 0 33 0,0 0-23 15,0 0 14-15,0 0 2 16,0-19 25-16,0 15-11 15,0 0 27-15,0 0-2 16,0 4 17-16,0-5-26 16,0 5 6-16,0-3-26 15,-10-2-2-15,10 2-12 0,-12-2-24 16,12 5 32-16,0-7-19 16,0 7 11-1,0 0-24-15,0 0 1 0,0 0-5 16,0 0 0-16,0 0 8 15,0 0 0-15,-6 0 19 16,6 0-21-16,0-5 9 16,-6 5-10-16,6-3 3 15,-7 3-8-15,7 0 0 16,-9-5 0-16,9 5 4 16,0 0-4-16,0 0 11 15,0 0-6-15,0 0-3 0,0 0-4 16,0 0 5-16,0 28-6 15,0 8 5 1,0 0-2-16,16 5 0 0,-4-1 10 16,10 4-13-16,2 0 11 15,4-3-10-15,-9 3 8 16,3-8-11-16,-10-5 5 16,-6-6-1-16,-6-9 1 15,0 8-19-15,0-8 18 16,0 8-10-16,0 0 3 15,0 0 0-15,0-16 4 16,0-4-60-16,0-4-41 16,0 0-90-16,22 0-243 15</inkml:trace>
  <inkml:trace contextRef="#ctx0" brushRef="#br0" timeOffset="-72000.87">24685 8771 525 0,'0'0'25'0,"0"0"-7"0,0 0-7 0,0 0 10 16,0 0-19-16,0 0 44 0,6-17 19 15,6-11 43-15,1-8 40 16,2-8-76-16,10-5-18 16,-10-2-8-16,4-6-15 15,-19 1-30-15,12 1 10 16,-12 6-11-16,0 5 0 16,0 20-5-16,0 8 9 15,0 8-4-15,0 4 9 16,-12 4 26-16,0 0-13 15,-4 0-22-15,4 0-42 16,5 20 8-16,-5 24-20 16,-3 4-16-16,8-4-182 15,-27 5-233-15</inkml:trace>
  <inkml:trace contextRef="#ctx0" brushRef="#br0" timeOffset="-59628.08">25878 7082 573 0,'0'0'38'0,"0"0"13"0,0 0 88 0,0 0-63 15,0 0 22-15,0 0-14 0,0 0-27 16,16-121 5-1,-10 113-4-15,-6 8 17 0,0 0-44 16,0 0 12-16,0 0-28 16,0 0-1-16,0 0-14 15,0 0-3-15,0 25 1 16,6 11 2-16,-6 4 8 16,0 5-2-16,0 6 2 15,0 6 3-15,0 7-21 16,0-8 10-16,-12-8-16 15,-10-12-19-15,3-12-38 16,13-12-7-16,6-12-99 16,-15 0-167-16,2-16-257 15</inkml:trace>
  <inkml:trace contextRef="#ctx0" brushRef="#br0" timeOffset="-59482.67">25878 7082 613 0</inkml:trace>
  <inkml:trace contextRef="#ctx0" brushRef="#br0" timeOffset="-59342.95">25878 7082 613 0,'-412'125'348'0,"412"-125"-290"0,6-5 24 16,13-3 61-16,9 8-120 0,6 0 45 15,12-12-30-15,-5 12-8 16,17-8-24-16,-11 5-12 16,9-5-8-16,-10 8-27 15,13 0-23-15,-12-5-68 16,-13 5-153-16,-6-8-319 16</inkml:trace>
  <inkml:trace contextRef="#ctx0" brushRef="#br0" timeOffset="-58811.99">26750 6480 541 0,'0'0'115'0,"0"0"-46"0,0 0 47 0,0 0-83 0,0 0-7 16,0 5 7-16,12 23 80 15,-6 4-33-15,0 4 23 16,-6-4-40-16,0 8-51 16,0 4 10-16,0 1-15 15,0-2-9-15,0-3 9 16,0-4-14-16,0-8-16 0,0-8-23 16,0-4-13-16,0-11-50 15,0-5-115-15,0 0-59 16</inkml:trace>
  <inkml:trace contextRef="#ctx0" brushRef="#br0" timeOffset="-58562.28">26529 6734 542 0,'0'0'101'0,"0"0"-19"16,0 0 55-16,0 0 9 15,0 0-65-15,0 0-50 16,152 0-5-16,-118-9-20 16,1 1-12-16,17-5-31 15,-5-10-71-15,-1-1-218 16,-18-1-231-16</inkml:trace>
  <inkml:trace contextRef="#ctx0" brushRef="#br0" timeOffset="-57960.78">28120 5843 633 0,'0'0'59'0,"0"0"91"0,0 0-15 16,0 0-75-16,0 0-15 0,0 0-25 16,71 229-14-16,-64-193 4 15,-7-5 1-15,0-6-8 16,0-1 17-16,0-4-19 15,0 0 14-15,0 4-15 16,0 4 0-16,-7-8-9 16,-5-9-48-16,6-2 11 15,6-9-56-15,0 0-39 16,0 0 7-16,0 0 10 16,-13-20-270-16</inkml:trace>
  <inkml:trace contextRef="#ctx0" brushRef="#br0" timeOffset="-57729.19">28018 6111 438 0,'0'0'155'15,"0"0"-67"-15,0 0 92 16,0 0-33-16,0 0-53 15,0 0 28-15,173-36-55 16,-117 28-46-16,3 0 2 16,-12 0-16-16,-1 4-14 0,-6 4-49 15,-12 0-63-15,-9 0-209 16,-19 0-352-16</inkml:trace>
  <inkml:trace contextRef="#ctx0" brushRef="#br0" timeOffset="-55398.12">24229 10583 188 0,'0'0'209'0,"0"0"-136"0,0 0-44 0,0 0 30 0,0 0-54 0,0 0-5 16,-19 4 19-16,19-4-19 15,-15 0 8-15,8 0-1 16,7 0 74-16,-6 0-47 16,6 0 53-16,0 0 13 15,0 0 14-15,0 0-39 16,0 0-5-16,0 0-39 15,0 0 9-15,0 0-8 16,0 0-26-16,-6 0 31 16,6 0-25-16,0 0 20 15,0 0-26-15,0 0 2 0,0 0-8 16,0 0-7 0,0 0 0-16,0 0 5 0,19 0-11 15,21-12 24-15,6 12-20 16,7-8 9-16,9-8 0 15,-3 0-39-15,3 4-38 16,-15-8-105-16,-29 4-241 16</inkml:trace>
  <inkml:trace contextRef="#ctx0" brushRef="#br0" timeOffset="-54781.85">24083 11021 64 0,'0'0'453'0,"0"0"-391"16,0 0 16-16,0 0 8 0,0 0 33 15,0 0 5-15,19 0-71 16,2 0-24-16,-8 0-25 16,5 0 8-16,4 0-12 15,3 0 0-15,-3 0-16 16,2 0 4-16,4 0-9 15,-15 0-88-15,15 0-133 16,-16 0-100-16</inkml:trace>
  <inkml:trace contextRef="#ctx0" brushRef="#br0" timeOffset="-54132.63">24027 11542 554 0,'0'0'93'0,"0"0"-1"0,0 0 81 0,0 0-49 16,0 0-59-16,0 0 3 15,230 0-39-15,-206 0-27 16,-2 0-4-16,-3 0 15 0,-7 0-27 15,-3-4-28-15,16-1-24 16,-3 2-85-16,-16-2-82 16,22-3 30-16</inkml:trace>
  <inkml:trace contextRef="#ctx0" brushRef="#br0" timeOffset="-53583.19">24129 12167 462 0,'0'0'414'0,"0"0"-396"0,0 0 90 0,0 0-75 0,0 0 29 16,0 0-46-1,146 0 32-15,-105 0-46 16,-14 0-2-16,4-8-7 0,-9 4-46 16,-9 0-100-16,-13-3-269 15</inkml:trace>
  <inkml:trace contextRef="#ctx0" brushRef="#br0" timeOffset="-38278.97">23395 9914 247 0,'0'0'14'0,"0"0"-9"15,0 0 6-15,0 0 115 0,0 0-17 16,0 0-42-16,0 0-5 16,0 0-40-16,0 0-2 15,0 0-17-15,0 0-5 16,0 0 9-16,0 0-14 16,0 0 13-16,0 0-6 15,0 0 55-15,0 0 69 16,0 0-15-16,0 0-71 15,0 0-32-15,0 0-1 0,0 0-10 16,0 0 7-16,0 0-7 16,0 0-1-16,0 0 1 15,0 0 10-15,0 0 0 16,0 0 4-16,0 0-5 16,0 0-8-16,0 0 18 15,0 0-29-15,0-17-4 16,0-7-30-16,0 16-53 15,0-4-143-15,12 4-244 16</inkml:trace>
  <inkml:trace contextRef="#ctx0" brushRef="#br0" timeOffset="-37609.95">23466 9693 12 0,'0'0'244'0,"0"0"12"16,0 0-176-16,0 0-8 16,0 0 36-16,0 0-15 15,0-12 12-15,0 7-65 0,0 2-5 16,-6 3-27-16,6 0 15 16,-6 0 21-16,6 0 0 15,0 0 11-15,0 0-31 16,0 0 6-16,0 0-28 15,0 0 12-15,0 0-8 16,0 0-1-16,0 0-5 16,0 0-2-16,0 8 1 15,12 32 1-15,28 8 21 16,-6 8-11-16,7 0-12 16,-23-4 14-16,10-7-24 0,-15 2 23 15,-13-6-12 1,0-1 1-16,0 0 0 0,0-12 6 15,0-16 0-15,0-8-12 16,0 5 2-16,0-9-5 16,0 0-56-16,0 0-43 15,6 0-173-15,3-9 20 16,-9-15-353-16</inkml:trace>
  <inkml:trace contextRef="#ctx0" brushRef="#br0" timeOffset="-36747.03">24970 9612 117 0,'0'0'385'0,"0"0"-363"0,0 0-10 0,0 0 29 16,0 0-39-16,0 0 22 16,6 37 86-16,16-13 9 15,-16 0-38-15,0 4-1 16,0 4-28-16,4 8-20 16,-10 13 6-16,6 6 11 15,-6 10 9-15,0-5-41 16,0 0 7-16,0-16-21 15,0-3-6-15,0-14-10 16,0-7-8-16,0-16-11 16,0-4-64-16,0-4-91 15,0-4-205-15</inkml:trace>
  <inkml:trace contextRef="#ctx0" brushRef="#br0" timeOffset="-35265.99">23599 9914 485 0,'0'0'63'0,"0"0"-56"0,0 0 10 15,0 0-17-15,0 0 0 16,0 0-1-16,0 19 10 16,0-19-5-16,0 0 52 15,0 0 61-15,0 0-43 16,0 0 3-16,0 0-66 15,0 0 14-15,0 0-21 16,0-19 3-16,0-14 10 16,16 2-11-16,2-10-8 0,-5 10 9 15,8-2-14-15,-14 0-4 16,21-3 6-16,-4 5-14 16,-2-2-8-16,-3 14-53 15,-13 11-33-15,-6 8 67 16,0 8 31-16,0 39 15 15,0 14 74-15,0 7-24 16,0 8 3-16,0-7 20 16,0-5-9-16,0-17-33 15,0-22-30-15,0-14 8 16,0-11-18-16,0 0 4 16,9-11-1-16,28-25 6 0,4-17-9 15,8 1-20 1,-18 8-37-16,-3 12-44 0,-22 8 15 15,7 24 48-15,-13 0 5 16,0 0 42-16,0 8 36 16,0 33 34-16,0 15 57 15,0-1-13-15,-13-2-38 16,13-17-34-16,0-20-7 16,0-12-35-16,0-4-12 15,0 0 5-15,35-28-1 16,5-12 16-16,-6-9-16 15,12 2 7-15,-5 6-10 16,-10 10-37-16,-3 14-32 16,-10 1 13-16,-8 16 20 15,-4 0 47-15,-6 33 19 0,0 6 82 16,0 2-38-16,0-18 8 16,0-10-47-16,0-13-18 15,18 0-6-15,23-5-16 16,11-42 12-16,10-9 3 15,4-1-4-15,2 9-34 16,-15 7-14-16,-1 26-50 16,-24 7 12-16,-15 8 52 15,2 0 39-15,-15 40 25 16,0 4 67-16,0 12 20 16,-22-8-55-16,-2-20 43 15,14-3-30-15,10-22-34 0,0-3-36 16,0 0-6-16,0-28 5 15,28-16-25-15,31-16 20 16,9 9-47 0,-9 6 16-16,-3 21-21 0,-25 16 17 15,-3 8-25-15,-16 0 54 16,-12 16 12-16,0 28 76 16,0-4-2-16,0-12-34 15,0-15 9-15,0-10-45 16,0-3-4-16,0 0-8 15,0 0 7-15,0 0-52 16,0 0-105-16,0 0-244 16</inkml:trace>
  <inkml:trace contextRef="#ctx0" brushRef="#br0" timeOffset="-31633.94">23947 9292 778 0,'0'0'45'0,"0"0"15"0,-87-297 64 16,68 181-77-16,-21 3-5 15,-13 18-20-15,-9 10 11 0,9 24 19 16,1 17 34-1,-1 5-81-15,19-9-10 0,6-9-22 16,16-7-90-16,12 12-320 16,0 32-62-16</inkml:trace>
  <inkml:trace contextRef="#ctx0" brushRef="#br0" timeOffset="-30802.65">23720 9252 227 0,'0'0'167'0,"0"0"-122"0,0 0-38 0,0 0 4 15,0 0-11-15,0 0 0 16,0 0 5-16,0 0 57 15,0 0 27-15,0 0 34 16,0 0 34-16,0 0-121 16,0 0 17-16,0 0-16 15,0 0 7-15,0 0-18 16,0 0-13-16,0 0 4 16,6 0-11-16,1 20-12 0,14 8 20 15,-2-4-18-15,9-4 8 16,0 0-8-16,-16-4 10 15,22-4-15-15,-15-8 13 16,-4-4-4-16,-8 0 0 16,-7 0 3-16,0 0-3 15,0-24 5-15,0-8 2 16,0 3 3-16,0 10-20 16,0 2 6-16,0-6-31 15,0 10-84-15,0-7-190 16,0-4 1-16</inkml:trace>
  <inkml:trace contextRef="#ctx0" brushRef="#br0" timeOffset="-30137.03">21754 8145 497 0,'0'0'167'0,"0"0"-160"0,0 0 8 0,0 0 52 0,0 0-11 16,0 0 16-16,174 31 26 16,-124-67-6-16,-19-19-44 15,-10-9 0-15,-14-5-45 16,-7 9-2-16,0 0-1 16,0 28-5-16,-7 7 1 15,-33 18 0-15,6 7-1 0,-13 0 5 16,-5 48-3-1,-4 0-19-15,25 4-33 0,3-3-67 16,22-21-74-16,6-5 10 16,0-7-184-16</inkml:trace>
  <inkml:trace contextRef="#ctx0" brushRef="#br0" timeOffset="-29969.96">21754 8145 638 0</inkml:trace>
  <inkml:trace contextRef="#ctx0" brushRef="#br0" timeOffset="-29902.13">21754 8145 638 0,'416'92'117'0,"-416"-44"-9"15,0-4-23-15,0-20-444 16,0-7-130-16</inkml:trace>
  <inkml:trace contextRef="#ctx0" brushRef="#br0" timeOffset="-29486.27">22719 8145 194 0,'0'0'349'16,"0"0"-333"-16,0 0 14 0,0-8 67 16,0-8 34-1,0-9-25-15,0-3-15 0,0-8-23 16,0-3-21-16,0-10 14 16,-16 1-45-1,-15 4-14-15,9 8 10 0,10 8-10 16,-10 15 8-16,4 13-11 15,12 0 6-15,-1 0-10 16,1 0 2-16,-16 0-44 16,4 0 38-16,-16 41-93 15,0-5-60-15,15 4-97 16,-3-24-22-16</inkml:trace>
  <inkml:trace contextRef="#ctx0" brushRef="#br0" timeOffset="-28336.81">24223 9347 252 0,'0'0'279'0,"0"0"-224"0,0 0 38 0,0 0 20 15,0 0-30-15,0 0 7 16,0-64-19-16,0 0-38 16,0-19 32-16,0-18 4 15,0-27 9-15,0-13-59 16,0-11-3-16,0-17-16 15,6-6-2-15,22-19-4 16,3-10-15-16,9 4 13 16,-12 11-27-16,-10 24 22 15,-2 37-66-15,-10 20-9 16,13 28-133-16,-10 31-15 16,-9 21-269-16</inkml:trace>
  <inkml:trace contextRef="#ctx0" brushRef="#br0" timeOffset="-27452.94">24129 9064 570 0,'0'0'54'0,"0"0"8"0,0 0-23 16,0 0 24-16,0 0 24 15,0 0-11-15,-34 3-56 16,34 17-16-16,0 4 35 16,0 9-15-16,7-2 2 15,27 5-16-15,-16 0 10 16,10 0-14-16,-15 5-6 16,2-18 2-16,-9 6-2 0,-6-13 0 15,0-12 1-15,0-4 3 16,0 0-4-1,0 0 39-15,0-20-22 0,7-24-11 16,-1-16-6-16,12-4-2 16,4 3-1-16,-3 6-5 15,2 14 0-15,-8 13-64 16,-7 12-33-16,-6 8-129 16,0 1-46-16</inkml:trace>
  <inkml:trace contextRef="#ctx0" brushRef="#br0" timeOffset="-26438.9">24281 6200 150 0,'0'0'319'0,"0"0"-279"0,0 0-4 0,0 0-5 0,0 0-14 15,0 0 47-15,22 16 8 16,3-16 45-16,15 0-30 16,7 0 0-16,15-36-15 15,3-13-34 1,-3-7-9-16,-9-12-28 0,-19 12-2 15,-16-4-5-15,-18 15 0 16,0 9-19-16,0 8 7 16,-6 17 17-16,-34 6-15 15,-19 5 16-15,3 0-4 16,-3 36-3-16,-6 8-13 0,15 1-53 16,10-13-94-1,22-4 13-15,18-8-36 16,0-7-282-16</inkml:trace>
  <inkml:trace contextRef="#ctx0" brushRef="#br0" timeOffset="-26204.93">24843 6084 557 0,'0'0'89'0,"0"0"-25"16,0 0 104-16,0 0-57 0,0 0-86 15,-25 227-25 1,19-194-8-16,6 0-65 0,0-18-75 16,0-7 3-1,0-8-149-15</inkml:trace>
  <inkml:trace contextRef="#ctx0" brushRef="#br0" timeOffset="-25656.95">25326 5887 249 0,'0'0'149'0,"0"0"-145"16,0 0 57-16,0 0 28 16,0 0-21-16,0 0 18 15,-142 44 31-15,117-32-26 0,16 8-22 16,2-8-26 0,7 0-34-16,0 4 0 0,0-4-9 15,16 1 4-15,37 2-15 16,-1-7 20-16,1-3-18 15,3 3 18-15,-10 0-13 16,-15-1 5-16,-9 14-1 16,-10-6 0-16,-5-2 0 15,-7-2-4-15,0 6 11 16,0-1-7-16,0 7 14 16,-31 2-16-16,-10-9 2 15,1-8-7-15,6-8-30 0,-6 0-45 16,6 0-29-16,-7-33-85 15,16-11-140-15</inkml:trace>
  <inkml:trace contextRef="#ctx0" brushRef="#br0" timeOffset="-25577.21">25326 5887 987 0</inkml:trace>
  <inkml:trace contextRef="#ctx0" brushRef="#br0" timeOffset="-25523.12">25326 5887 987 0,'124'-121'25'0,"-83"118"-19"0,-1-2-5 16,22-2-29-16,-15-1-281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3:17:26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11944 9833 258 0,'0'0'30'0,"0"0"9"0,0 0 47 15,0 0-7-15,0 0-22 16,0 0-12-16,0 0-17 16,0 0 6-16,0 0-8 15,0 0-19-15,0 0 4 16,12 0-7-16,-12 0 7 16,0 0 5-16,0 0 46 15,0 0-29-15,0 0 4 16,0 0-1-16,0 0-13 0,0 0-10 15,0 0-9-15,0 0 10 16,0 0-13-16,0 0 23 16,0 0-3-16,0 0 26 15,22-8-20-15,-16-24-7 16,19-4-11-16,-3-4 4 16,-4-4-13-16,-2 3 11 15,-4 2-23-15,1-2 5 16,2 21 6-16,-9-4-6 15,-6 17 7-15,0 7-3 16,0 0 3-16,0 0-2 16,0 0 7-16,0 7-10 15,-15 14 13-15,-10-1-19 0,3-9 9 16,10 2-15 0,12-5-44-16,0 4-59 0,0 4-56 15,0-1-12-15,0 1-80 16</inkml:trace>
  <inkml:trace contextRef="#ctx0" brushRef="#br0" timeOffset="447.55">12217 9673 74 0,'0'0'257'0,"0"0"-236"0,0 0 44 0,0 0 32 16,0 0-72-16,0 0-2 15,6 96-6-15,0-84 22 16,-6-4-3-16,0 0 22 15,9-4-8-15,-2-4-30 16,-7 0-11-16,12 0 2 16,-6 0 36-16,16 0 4 15,-10-8 14-15,16-20-26 16,-3-4-10-16,-3 0-29 0,-4-1-2 16,-2 5-10-16,-10 5-16 15,-6 10 17-15,0 2-5 16,0 6 7-16,0 5-1 15,0 0-16-15,-28 0-14 16,-6 0 30-16,0 16-24 16,-3 12 25-16,9-3-33 15,6-1-85-15,10-8-66 16</inkml:trace>
  <inkml:trace contextRef="#ctx0" brushRef="#br0" timeOffset="1864.65">15190 9873 182 0,'0'0'221'0,"0"0"-119"0,0 0-7 16,0 0-54-16,0 0 23 0,0 0 8 16,10 8 21-16,-10-8-28 15,0 0 8-15,0 0-22 16,0 0 25-16,0-20-36 16,0-12-30-16,18-8-20 15,-5-4-3-15,-4 3 4 16,-3 13-8-16,-6 1 13 15,0 7 0-15,0 0 4 16,0 7 0-16,0 2 0 16,0 7-5-16,0 4 16 15,0 0-16-15,0 0 9 16,0 0-8-16,0 0-37 0,0 0 13 16,0 0-4-16,-15 7-22 15,-16 22-78-15,3 3-130 16</inkml:trace>
  <inkml:trace contextRef="#ctx0" brushRef="#br0" timeOffset="2123.83">15190 9873 101 0</inkml:trace>
  <inkml:trace contextRef="#ctx0" brushRef="#br0" timeOffset="2296.42">15190 9873 101 0,'208'-95'136'0,"-174"95"-60"0,-6 0 29 0,31 0 97 16,-6-33-145-16,-7-8-11 15,4 5-24-15,-19 0 26 0,9 0-42 16,-24 13 2-16,-4 2-8 16,-12 1 0-16,0 4 9 15,0 8-1-15,-6 8 10 16,-35 0 20-16,-5 0 16 15,-1 8-51-15,-2 25-6 16,30-1 3-16,7-12-102 16,12-4-155-16</inkml:trace>
  <inkml:trace contextRef="#ctx0" brushRef="#br0" timeOffset="25261.41">19909 6681 410 0,'0'0'325'0,"0"0"-323"15,0 0 2-15,0 0 37 0,0 0-15 0,0 0 45 16,0 0 19-16,0 0-30 16,149 48-16-16,-108-48-6 15,-1 0 41-15,0-20-18 16,1-24 1-16,5-20-19 15,-15 0 2-15,3-21-45 16,-6-7 9-16,-16-8-9 16,-12 7-1-16,0 13-9 0,0 13 1 15,0 31 1-15,-40 15 1 16,-34 21 1-16,-19 12 12 16,6 52-12-16,-12 17-29 15,12-1-38-15,28-5-29 16,25-9-89-16,34-22-139 15,0-8-114-15</inkml:trace>
  <inkml:trace contextRef="#ctx0" brushRef="#br0" timeOffset="25910.67">21020 6344 541 0,'0'0'475'0,"0"0"-417"0,0 0 63 0,0 0-49 0,0 0-45 16,0 0-17-16,254-185 39 16,-161 129-30-16,-6 12-8 15,-19 5-11-15,-28 14-1 16,-6 14-5-16,-21 2-53 15,-7 9-21-15,-6 0-60 16,0 0-129-16,0 0-64 16,-34 32-75-16</inkml:trace>
  <inkml:trace contextRef="#ctx0" brushRef="#br0" timeOffset="26078.87">21020 6344 828 0</inkml:trace>
  <inkml:trace contextRef="#ctx0" brushRef="#br0" timeOffset="26228.39">21020 6344 828 0,'-94'52'141'0,"94"-52"1"0,0 4-45 16,0 4-33-1,0 13-31-15,53-1-1 0,40 3 19 16,3-2-27-16,10-1-6 16,-13-1-16-16,-31 6 3 15,9-5-10-15,-15 4-14 16,-16-4-45-16,-21 4-26 16,-19-12-161-16,0 4-593 15</inkml:trace>
  <inkml:trace contextRef="#ctx0" brushRef="#br0" timeOffset="28575.22">22644 6320 306 0,'0'0'170'0,"0"0"-87"0,0 0-24 0,0 0-22 0,0 0-11 15,0 0 5-15,0 0 59 16,0 0-44-16,0 0 25 16,0 0 23-16,0 0-18 15,0 0-29-15,0 12-25 16,0 0-20-16,-12 4 4 16,-4 1-12-16,-2 14 12 15,5-3 17-15,-2 8-16 16,15-4 20-16,0 1-24 0,0-5 3 15,0-5-3 1,0-10-1-16,15-1-2 16,16-12 0-16,19 0-6 0,15 0 17 15,10-17-4-15,5-42 17 16,1-13 11-16,-16-5-35 16,-19 0 6-16,-12 10-6 15,-21 11-3-15,-13 7 1 16,0 13 2-16,-6 12-6 15,-41 9 7-15,-18 10-2 16,-3 5-4-16,-13 0 2 16,7 20 0-16,-7 32 2 15,28 12-71-15,19 5-29 0,16-5-122 16,18-7-281 0</inkml:trace>
  <inkml:trace contextRef="#ctx0" brushRef="#br0" timeOffset="28858.79">23339 6513 501 0,'0'0'191'0,"0"0"-105"0,0 0 61 0,0 0-46 0,0 0-44 16,0 224-49-16,-13-188-8 16,-5-8-5-16,-4-4-59 15,16-7-142-15,-6-14-44 16</inkml:trace>
  <inkml:trace contextRef="#ctx0" brushRef="#br0" timeOffset="29490.66">24095 6697 463 0,'0'0'143'0,"0"0"-90"0,0 0 45 0,0 0 33 16,0 0-37 0,0 0-36-16,0-72-34 0,0 28 73 15,0 0-9-15,0-13-48 16,0-7-34-16,0 0-4 15,0-8 2-15,0 8 4 16,0 0-16-16,0 20 12 16,0 15-8-16,0 22 4 15,0 7-2-15,0 0 0 16,-34 31-7-16,-6 30 3 16,-7 6-54-16,20 2-34 15,-4-1-169-15,3-12-97 16</inkml:trace>
  <inkml:trace contextRef="#ctx0" brushRef="#br0" timeOffset="31942.43">25165 6311 251 0,'0'0'435'0,"0"0"-407"0,0 0 17 16,0 0 18-16,0 0-36 16,0 0-19-16,146-39 73 15,-93 11-1-15,-4 4-16 16,4-4-1-16,0 3 9 16,-7 2-37-16,1-6-23 15,5 6 9-15,17-2-17 16,-17 1-4-16,10-4 4 15,-9 0-9-15,-7 12-11 16,-11-1-13-16,-17 14-39 16,-2 3-49-16,-4 0-63 0,-12 0-50 15,0 0 8 1,0 24-204-16</inkml:trace>
  <inkml:trace contextRef="#ctx0" brushRef="#br0" timeOffset="32504.75">25326 6356 485 0,'0'0'107'0,"0"0"-22"0,0 0 27 15,0 0-1-15,0 0-68 0,0 0 45 16,0 0-35-16,0 4-6 16,0-4-9-16,0 4 27 15,0-4-18-15,0 0-20 16,0 0 11-16,0 0-25 15,0 8 15-15,0-3-27 16,13 14 11-16,21 1-5 16,6-4 15-16,7 4-19 15,-1-4-1-15,1 1-2 16,5 2-3-16,-5 1 3 16,-1 13-30-16,1-9 1 15,-7-4-34-15,-6 0-77 16,0-20-222-16,-15 0-421 0</inkml:trace>
  <inkml:trace contextRef="#ctx0" brushRef="#br0" timeOffset="33935.98">26762 6300 554 0,'0'0'80'0,"0"0"-73"0,0 0 38 0,0 0 35 15,0 0-56 1,0 0-23-16,0 0 14 0,-12 52-6 16,12-36 37-16,0 4 31 15,0 0-4-15,0 1-43 16,12-9-17-16,0 4 9 16,16-1-17-16,-15-2 7 15,8-5-7-15,-8 3 9 16,15-11-14-16,-3 0 12 15,-4 0-12-15,-2 0 17 16,9 0 14-16,6-19 4 0,-9-14-5 16,21-15-21-1,-6-12-2-15,-5 4-3 0,5-8-5 16,-12 7 1-16,-22 10-6 16,-6 6-2-16,0 13 8 15,0 12 0-15,-6 9 3 16,-50 7-8-16,16 0-5 15,-7 0-23-15,-12 0-8 16,0 19 3-16,-3 21-88 16,3 4-57-16,13 5 34 15,6 2-12-15,5-2-134 16</inkml:trace>
  <inkml:trace contextRef="#ctx0" brushRef="#br0" timeOffset="34385.78">27531 6392 238 0,'0'0'337'0,"0"0"-265"0,0 0 47 0,0 0 13 0,0 0-53 0,-47 217-78 16,26-169-1-16,-4-4 10 16,9-8-15-16,10-8 12 15,0-8-14-15,6-12-33 16,0-8-135-16,0 0-24 0,0-12-263 15</inkml:trace>
  <inkml:trace contextRef="#ctx0" brushRef="#br0" timeOffset="35518.5">28105 6064 192 0,'0'0'180'0,"0"0"-98"0,0 0 1 0,0 0-61 15,0 0-8-15,0 0 17 0,6 0 31 16,-6 0-16 0,0 0 34-16,0 0 11 0,0 0-45 15,0 0 15-15,0 0-21 16,0 0 12-16,0 0-32 16,0 0-4-1,0 0-12-15,0 0 6 0,0 0 3 16,0 0-12-16,0 0 7 15,0 0-6-15,0 0 12 16,0 0-14-16,0 0 19 16,0 0-13-16,0 0 13 15,0 0-14-15,0 0 1 16,0 0-12-16,0 0 13 16,0 0-11-16,0 0 8 15,0 0-8-15,0 0 6 0,0 0-2 16,0 0 0-16,0 0 1 15,0 0-6-15,0 0 15 16,0 0-17-16,0 0 13 16,0 0-7-16,0 0 2 15,0 0 12-15,0 0-6 16,0 11-4-16,-25 14-3 16,-15 3 3-16,-1-4-6 15,7 4 7-15,9-5-10 16,-2-2 8-16,14-1-6 15,13-8 4-15,0-4-11 16,0 0 3-16,0-8-18 0,25 0 20 16,21 0 4-1,10 0-3-15,-3 0 10 0,-13 0-10 16,19 0 13-16,-12 0-12 16,9 0 4-16,-4 0 0 15,-11 0-1-15,-1 0 3 16,-22 8-6-16,-5-4-14 15,-13 8 17-15,0 3 2 16,0 18 18-16,-13 8 0 16,-33 3-6-16,-7-5-12 15,13-14 2-15,0-2 0 16,5-2 5-16,1-9-16 16,-6 4 5-16,0-4 2 15,9-8-23-15,-3-4-13 16,12 0-5-16,22 0-93 15,0-32-105-15,0-13-65 0</inkml:trace>
  <inkml:trace contextRef="#ctx0" brushRef="#br0" timeOffset="35950.81">28098 6159 499 0,'0'0'334'0,"0"0"-281"0,0 0-7 0,0 0 46 0,0 0-46 16,0 0-30-16,202-36-10 16,-137 28-12-16,9 1-56 15,-21-6-232-15,-25 5-372 16</inkml:trace>
  <inkml:trace contextRef="#ctx0" brushRef="#br0" timeOffset="37235.44">29053 6356 624 0,'0'0'189'0,"0"0"-133"0,0 0 46 0,0 0-7 0,0 0-76 15,0 0 29-15,109-81 21 16,-22 42-25-16,-7-5-5 16,1-1-10-16,-16 9-9 0,9-3-12 15,-15 6-16-15,16 1-9 16,-22 0-21-16,-19 20-57 16,-13 3-47-16,-14 9-155 15,-7 0-89-15</inkml:trace>
  <inkml:trace contextRef="#ctx0" brushRef="#br0" timeOffset="38016.76">29047 6336 162 0,'0'0'389'0,"0"0"-360"0,0 0 50 0,0 0-26 16,0 0 19-16,0 0-8 15,0 0 7-15,0 0-25 16,0 5-4-16,6-2 17 0,50 17 46 16,-3 4-20-16,21 4-60 15,-2 5 20-15,2-10-35 16,-6 9 8-16,4-4-16 16,-10-11-2-16,-3 2 0 15,-19 1-15-15,-6-7-13 16,6-5-59-16,-15-8-107 15,-9 0-301-15</inkml:trace>
  <inkml:trace contextRef="#ctx0" brushRef="#br0" timeOffset="38699.81">30839 6588 555 0,'0'0'94'0,"0"0"42"0,0 0 28 0,0 0-54 16,0 0-102-16,0 0 58 15,0-152 9-15,0 88-24 16,0 0-9-16,0-5-15 16,0 2 3-16,0-2-27 15,0 1-5-15,7 8 9 16,-1 16-14-16,-6 12 4 15,0 12-1-15,0 20 5 16,0 0-1-16,0 0 0 16,0 0-17-16,-6 28 0 0,-41 16-35 15,-34 12-53-15,16 1-186 16,-3-13-177-16</inkml:trace>
  <inkml:trace contextRef="#ctx0" brushRef="#br0" timeOffset="44278.52">20551 9421 591 0,'0'0'80'0,"0"0"-7"0,0 0 89 15,0 0-72-15,0 0-27 16,0 0-22-16,0 0 4 16,149-190-18-16,-109 118 16 15,7-8-9-15,-7-7-23 16,1-10-3-16,-1 1 1 16,-22 7-13-16,4 1 13 15,-22 12-18-15,0 11 9 16,0 6-1-16,0 15-4 15,-22 11 5-15,-12 17-2 0,-6 12-1 16,15 4 1-16,-15 4 2 16,-7 48-9-16,20 28-16 15,-1 29 22-15,28 15 3 16,0 13 0-16,0-5 2 16,15-12 2-16,32-15-8 15,27-18 8-15,-9-18-10 16,16-17-25-16,-1-27-59 15,7-25-68-15,0 0-56 16,-28-8-194-16</inkml:trace>
  <inkml:trace contextRef="#ctx0" brushRef="#br0" timeOffset="44743.66">21395 9275 110 0,'0'0'336'0,"0"0"-326"0,0 0 93 0,0 0-23 0,0 0 31 16,0 0-5-16,139 8-15 16,-98-8-62-16,-1-8 27 15,-12-15-5-15,-3-18 8 16,9-3-18-16,-13-8-18 16,-14 1 1-16,-7 6-15 15,0 5-8-15,0 20 8 16,-28 8-17-16,-31 12 16 15,-3 0-14-15,-10 20 6 16,-8 24-7-16,33 1-3 16,7-9 10-16,18-9-2 0,22-7-32 15,0-8-14-15,0-4-26 16,16 0 21-16,30-8 17 16,7 0-6-16,21 0-98 15,-8 0-24-15,2-11 7 16,-16-9-76-16</inkml:trace>
  <inkml:trace contextRef="#ctx0" brushRef="#br0" timeOffset="44811.16">21395 9275 14 0</inkml:trace>
  <inkml:trace contextRef="#ctx0" brushRef="#br0" timeOffset="45378.45">21395 9275 14 0,'446'-264'267'15,"-446"264"-71"-15,0 0-86 0,0 0 62 16,0 0-132-16,0 12-36 15,0 12 0-15,0 4-8 0,0 0 8 16,0-8 8 0,16-7-6-16,15-5 5 0,3-8 1 15,6 0 20-15,7 0 2 16,-13-8 8-16,12-25-9 16,-18-6-24-16,-3-2-8 15,-25 1 7-15,0 4-16 16,0 12 3-16,0 4 2 15,0 7 6-15,-47 13 4 16,29 0-7-16,-22 0-12 0,12 0 6 16,3 28 2-1,9 5 0-15,4-1 8 0,12 0 15 16,0-8-18 0,0-7-2-16,28-14-5 0,25-3-20 15,5 0 25-15,-2-12-44 16,-31-12 18-16,3 12-14 15,-28 8 13-15,0 0 28 16,0 4 9-16,0 0 21 16,0 0 46-16,0 0 4 15,0 12-59-15,0 20-11 16,0 8-6-16,0 4 13 16,0 0-15-16,19 12 14 15,21-4-10-15,22 21-2 16,-9-1-3-16,12 8-1 0,-16 16 0 15,-11 4 2-15,-29 17 11 16,-9-5 33-16,-9-3 10 16,-50-25-11-16,0-24 24 15,3-31-35-15,3-22 7 16,13-7-35-16,-7-15-6 16,1-46-37-16,27-27-48 15,4-1-27-15,15 9-43 16,0 12-258-16,0 16-95 15</inkml:trace>
  <inkml:trace contextRef="#ctx0" brushRef="#br0" timeOffset="46227.79">23379 9015 127 0,'0'0'415'0,"0"0"-364"0,0 0-9 0,0 0 21 0,0 0 1 15,-18 100-36-15,18-92 18 16,0 5-6-16,24-5 39 16,4-5-43-16,13-3 16 15,-23 0-31-15,22 0-2 16,-5 0-3-16,5 0 9 16,0-32 47-16,7-16-37 15,-7-16 14-15,-6-13-46 16,-15 2 6-16,-19 3-3 15,0 15-10-15,0 13 8 16,-34 16-5-16,-13 20 2 16,-18 8 5-16,-9 0-6 15,15 21-14-15,-16 26 7 0,23 14-41 16,11 3-33-16,7 0-80 16,22 0-215-16</inkml:trace>
  <inkml:trace contextRef="#ctx0" brushRef="#br0" timeOffset="47075.42">24176 9003 28 0,'0'0'556'0,"0"0"-486"0,0 0 50 0,0 0-14 16,0 0-67-16,0 0 28 15,0 12-15-15,0 24 75 16,0 5-68-16,0 6-15 15,0 2-35-15,0 2 15 16,0 2-14-16,0 2-20 16,0-2-11-16,-22-9-23 15,16-12-47-15,6-7-115 16,0-25-202-16</inkml:trace>
  <inkml:trace contextRef="#ctx0" brushRef="#br0" timeOffset="47676.13">24843 9111 321 0,'0'0'383'0,"0"0"-217"0,0 0-13 0,0 0-72 0,0 0-21 15,0 0-21-15,0-60-5 16,0 4-20-16,0-13 46 16,0-3-37-16,0-3 4 15,-7 6-14-15,-5 9-10 16,-10 16 3-16,10 8-6 16,6 16 0-16,0 3 5 15,-1 9-12-15,-2 8 14 16,-3 0-14-16,5 0-6 15,-20 0-10-15,14 29-39 16,-15 27-23-16,-12 12-56 16,9 8-245-16,-3-7-125 0</inkml:trace>
  <inkml:trace contextRef="#ctx0" brushRef="#br0" timeOffset="49458.46">22799 10254 734 0,'0'0'194'0,"0"0"-72"0,0 0-10 0,0 0-61 16,0 0-40-16,0 0-15 16,-15-100 6-16,15 72-4 15,0 4 2-15,0 4 0 16,0-1 52-16,0 2-39 16,-6 2-8-16,6 2 5 15,-7 2-3-15,1-6 0 16,0 15-14-16,0 4-6 15,-4 0 7-15,-2 0-2 16,-7 0-3-16,-15 28 10 16,6 12-32-16,16-4 4 0,-10-8-73 15,22 4-48-15,0-8-107 16,0-8 44-16,0-4-193 16</inkml:trace>
  <inkml:trace contextRef="#ctx0" brushRef="#br0" timeOffset="49648.11">22799 10254 205 0</inkml:trace>
  <inkml:trace contextRef="#ctx0" brushRef="#br0" timeOffset="49840.82">22799 10254 205 0,'140'-39'173'0,"-134"59"-61"0,6-4-25 15,16-1 37-15,0-10-86 16,-9-5 0-16,-7 0 15 16,29 0-8-16,-1-28 84 15,0-8-61-15,-6-17-26 16,0 13-19-16,-21 0-12 0,-13-1-9 15,0 10-2-15,0 15-20 16,0 16-11-16,-34 0 30 16,-25 0-30-16,6 11 5 15,-3 17 13-15,19 5 9 16,9-1-7-16,6 4-86 16,16-8-194-16</inkml:trace>
  <inkml:trace contextRef="#ctx0" brushRef="#br0" timeOffset="51127.26">26595 8987 217 0,'0'0'93'0,"0"0"-29"0,0 0 87 0,21-20-70 0,-15 16-12 15,1-5 59-15,-1-2-71 16,0 3 3-16,10-4-14 16,-10 7 8-16,-6 2-9 15,0 3-4-15,6 0 16 16,0-4-9-16,7-4 1 15,14-21-28-15,20-2 7 16,6-5-14-16,2-5 2 16,-2 10-11-16,-6-2-4 15,-7 13-1-15,-6 1-3 16,-3 6 3-16,-3 1-28 0,6 0 23 16,-21 0-29-16,-1 8-1 15,3 4-62-15,-15 0-52 16,0 0-145-16,-15 25 33 15</inkml:trace>
  <inkml:trace contextRef="#ctx0" brushRef="#br0" timeOffset="51398.11">26595 8987 135 0</inkml:trace>
  <inkml:trace contextRef="#ctx0" brushRef="#br0" timeOffset="51556.74">26595 8987 135 0,'-75'-4'235'0,"75"4"-96"0,16 0-2 0,18 0 240 16,18 4-298-16,-11 8 38 0,-1 4-77 15,0-3-9-15,-9 6-18 16,-3-2 13-16,-9-2-24 16,9 6 18-16,0-2-19 15,-10 9 5-15,10 0-6 16,-9 0-2-16,-4 0 0 15,16 1-17-15,-15-14 17 16,-4 2-52-16,1-9-24 16,2-8-168-16,-15 0-325 15</inkml:trace>
  <inkml:trace contextRef="#ctx0" brushRef="#br0" timeOffset="52903.69">27305 9264 227 0,'0'0'67'0,"0"0"-64"0,0 0 32 0,0 0-35 16,86-4-24-16,-73-4 24 16,-1 8 11-16,4 0 15 15,-10 0 48-15,-6 0 46 0,0 0-52 16,0 0 25-16,0 0 55 16,0 0-30-16,0-5-47 15,19 2-58-15,-4-10-10 16,4 1 2-16,9-4 17 15,-4-4 16-15,10-4-5 16,7-7 33-16,-1-5-40 16,7-9 4-16,-1-10-26 15,13-6 9-15,-9-3-13 16,-13-13 0-16,-15-3 1 16,-4 0 2-16,-18 8-6 15,0 11 8-15,0 14-8 16,0 19 9-16,-25 7 7 0,-3 14 10 15,10 7-11-15,2 0-5 16,4 0-4-16,0 0 8 16,-4 3-11-16,4 38-1 15,-1 18-14-15,13 14 10 16,0 3 10-16,0-4-3 16,13 0 1-16,27-8-6 15,0-7 1-15,13-5-29 16,-13-12-24-16,13-8-29 15,9-11-6-15,3-13-83 16,-3-8-105-16,3 0-221 16</inkml:trace>
  <inkml:trace contextRef="#ctx0" brushRef="#br0" timeOffset="53286.83">28501 8874 743 0,'0'0'23'0,"0"0"-14"0,0 0-12 0,0 0 3 0,0 0-35 16,0 0-3-16,-15 113 38 16,43-113 36-16,6 0 38 15,12 0 64-15,7-8-20 0,0-28-19 16,0-8-60-16,-4-9-14 15,-18 2-25 1,-9 7-9-16,-22 8 0 0,0 15-3 16,-16 17 6-16,-55 4-13 15,-22 0 13-15,-3 32 1 16,3 17-4-16,19 3-4 16,15-8-4-16,31-4-38 15,28-16-95-15,0-8-62 16,28-12 109-16,58-4 86 15,14 0 0-15,2-8-76 16,-9-24-51-16,0-5-17 0</inkml:trace>
  <inkml:trace contextRef="#ctx0" brushRef="#br0" timeOffset="53803.38">28895 8718 664 0,'0'0'87'0,"0"0"-76"16,0 0 8-16,0 0-19 16,0 0-26-16,0 0-6 15,-40 84 10-15,65-79 18 16,9-5 4-16,0 0 56 16,12 0-16-16,7 0 25 15,3-20-24-15,-10-16 26 16,-14 0-67-16,-11-1-17 0,-15 9-10 15,-6 8 18-15,0 8 9 16,0 12 3-16,-27 0 39 16,-14 0 66-16,16 0-80 15,-9 8-15-15,22 8 26 16,-4 5-17-16,16-6 4 16,0 14-25-16,0-1-2 15,41 8-3-15,14 8 4 16,4 0-3-16,-6 4 7 15,3-1-8-15,-3 10 4 16,-13 11-1-16,-21 4 2 16,-7 13-1-16,-12-5 2 0,0-4 15 15,-6-8 18-15,-59-4 8 16,-22-20 12-16,-15-16-18 16,-10-15 21-16,-9-13-40 15,12 0 0-15,32-13-16 16,9-31-4-16,49 0-22 15,19-12-31-15,0 0-6 16,47-4-49-16,18 7-46 16,15 17-186-16,-11 8-171 15</inkml:trace>
  <inkml:trace contextRef="#ctx0" brushRef="#br0" timeOffset="55235.11">29695 8746 507 0,'0'0'90'0,"0"0"36"0,0 0 41 0,0 0-76 16,0 0-54-16,0 0 3 15,-40 72-11-15,40-52-13 0,0-4-13 16,0-3 23-16,0-1-4 16,0-4-11-16,22-5 11 15,-4 6-21-15,4-1 7 16,3-4 3-16,3 0-4 16,-7-4 4-16,4 0 20 15,9 0 1-15,13-12 8 16,-1-37 3-16,7-6-33 15,-13-14-7-15,1 5 4 16,-13 4-14-16,-10 8-16 16,-9 16 19-16,-9 4-9 0,0 16 13 15,0 4 0-15,-15 12-25 16,-38 0 11-16,-15 0-11 16,-3 36-33-16,-10 16-80 15,19 4-72-15,16-8-68 16</inkml:trace>
  <inkml:trace contextRef="#ctx0" brushRef="#br0" timeOffset="55518.45">30371 8774 570 0,'0'0'223'0,"0"0"-86"0,0 0 16 0,0 0-31 0,0 209-93 16,0-164-13-16,0-9-14 15,0-8-4-15,0-12 0 16,-6-9-18-16,6-7-62 15,0 0-120-15,0 0-153 16</inkml:trace>
  <inkml:trace contextRef="#ctx0" brushRef="#br0" timeOffset="56118.91">30960 8461 351 0,'0'0'45'16,"0"0"30"-16,0 0 6 16,0 0-33-16,0 0 52 15,0 0 23-15,0-3-3 16,0 3-58-16,-6 0 31 16,-22 0-7-16,22 0-19 15,-16 0-42-15,10 0-13 16,-1 0 0-16,-8 3-5 15,21 10 16-15,0 2-18 16,0 2 10-16,0-1-8 16,0 0-13-16,0 0 9 0,40-9-6 15,16 2-9-15,9-1 10 16,3-4-1-16,-9 4-4 16,-6 4 6-16,-13 0-5 15,-6 4-2-15,-15-4 11 16,-10 0-6-16,-9 5 5 15,0 2-2-15,0 6 1 16,0 6 1-16,-46 10-4 16,-16-2 10-16,-3 2-3 15,-4-9-3-15,1-5-4 16,31-14-1-16,-3-13-2 16,5 0-18-16,14-4-51 15,2-41-33-15,7-7-173 16,2-4-151-16</inkml:trace>
  <inkml:trace contextRef="#ctx0" brushRef="#br0" timeOffset="56237.08">30960 8461 597 0</inkml:trace>
  <inkml:trace contextRef="#ctx0" brushRef="#br0" timeOffset="56284.91">30960 8461 597 0,'-121'-44'518'0,"168"33"-513"0,15-1 19 0,9-1 46 15,22-3-71-15,-37 12-97 16,-16 4-229-16</inkml:trace>
  <inkml:trace contextRef="#ctx0" brushRef="#br0" timeOffset="57933.88">29649 10102 727 0,'0'0'95'0,"0"0"-34"0,0 0 28 15,0 0-37-15,0 0-26 16,0 0 22-16,0-5 30 15,0-26-18-15,0-2-6 16,0-22-27-16,0 10 19 16,15-7-42-16,4-4 14 15,-7 12-18-15,-2 5-2 0,-10 9-2 16,0 15 1-16,0 11 1 16,0 4-8-16,0 0 6 15,-35 0-6-15,-5 32 9 16,0 0-26-16,-7 0-4 15,13-4-31-15,16-12-1 16,2 4-34-16,16 0-147 16,0-4-8-16,0-8-125 15</inkml:trace>
  <inkml:trace contextRef="#ctx0" brushRef="#br0" timeOffset="58102.48">29649 10102 173 0</inkml:trace>
  <inkml:trace contextRef="#ctx0" brushRef="#br0" timeOffset="58282.42">29649 10102 173 0,'167'-77'285'0,"-167"77"-247"16,28 0 37-16,31 0 178 16,9-31-141-16,-21-5-31 0,-13-8-25 15,-16 3-30-15,-18 1-2 16,0 8-19-16,0 0 2 16,0 20-7-16,-18 8-6 15,-38 4-3-15,-3 0 0 16,0 40-6-1,3 9-12-15,10-5-3 0,27-8-134 16,19-20-148-16,0-9-251 16</inkml:trace>
  <inkml:trace contextRef="#ctx0" brushRef="#br0" timeOffset="59968.08">31776 8666 512 0,'0'0'128'0,"0"0"5"0,0 0 6 16,6 0-63-16,-6 0-12 15,0 0-39-15,0-3 20 16,0 3 7-16,0 0 43 16,0 0-33-16,0 0 2 0,6 0-22 15,16-13-30-15,9-15 9 16,31-16-18-16,25-9 7 15,12-6-2-15,0-6-6 16,10 9 4 0,-16 4-12-16,-13 8 3 0,-11 8-10 15,-23 12-9-15,-21 8-32 16,-10 16-2-16,-15 0-120 16,-15 20-163-16,-66 29-369 15</inkml:trace>
  <inkml:trace contextRef="#ctx0" brushRef="#br0" timeOffset="61229.66">31788 8715 173 0,'0'0'213'0,"0"0"-70"0,0 0-73 0,0 0 8 0,0 0-20 0,0 0-27 16,6 0-13-16,1 0-2 15,-7 0 35-15,0 0 7 16,0 0 28-16,0 0-35 16,0 0 10-16,0 0-15 15,0 0-1-15,0 0-5 16,0 0-14-16,0 0 24 16,0 0-28-16,0 0 22 15,9 11-34-15,9 14 17 16,23 3-6-16,12 3 5 15,15 5-11-15,-3-3-5 16,9-1-10-16,-15 0 10 0,-3-4-15 16,-3-4 12-1,-1 0-14-15,-11-4-10 0,-1-3-13 16,-12-6-44-16,-16-3-43 16,-12 4-167-16,0-7-571 15</inkml:trace>
  <inkml:trace contextRef="#ctx0" brushRef="#br0" timeOffset="63710.98">33140 8533 295 0,'0'0'136'0,"0"0"4"0,0 0-4 0,0 0 42 16,0 0-49-16,0 0-54 15,0 0-37-15,12 5-15 16,-5-5 5-16,-7 0-15 16,0 0 11-16,0 0-16 0,0 4 9 15,0 0-15-15,0 4 24 16,6 4-25-16,-6 0 18 16,15 0-19-16,-8 4 1 15,-1 4-2-15,6 4 8 16,1 4 2-16,8 1-1 15,-8-1 5-15,8-5-10 16,-2 1-4-16,9-11 1 16,-9-1-2-16,15-9 2 15,0-3-6-15,6 0-1 16,7 0 14-16,11-20-14 16,-5-27 14-16,-3-18-1 15,2-11-5-15,-17-4-2 16,-17-9-29-16,-18 9-27 15,0 8-6-15,-18 20-3 0,-57 20 46 16,-12 28-26-16,-21 4 42 16,-25 40 4-16,12 41 0 15,3 6-50-15,9 1-239 16,35-11-411-16</inkml:trace>
  <inkml:trace contextRef="#ctx0" brushRef="#br0" timeOffset="74135.5">19736 13551 194 0,'0'0'500'0,"0"0"-480"0,0 0 26 0,0 0 92 15,0 0-93-15,0 0-13 16,0 0-12-16,0 0 34 16,-13 8 14-16,13-8 6 15,0 0-9-15,0 0-55 0,0 0 13 16,0 0-21-16,0-20 21 16,0-32-15-16,0-20 15 15,0-25-13-15,0 1 8 16,13-12-12-16,-13-1-6 15,15 1-2-15,-15 8 2 16,0-4-6-16,7 20 13 16,-7 12-14-16,0 15-5 15,0 34 8-15,0 14-2 16,0 9 2-16,0 0-14 16,-35 40-10-16,-11 24 9 15,-1 24-27-15,13 5 42 16,-6 3-11-16,34-3-68 0,0-10-182 15,-1-2-187-15</inkml:trace>
  <inkml:trace contextRef="#ctx0" brushRef="#br0" timeOffset="74558.42">19990 13331 255 0,'0'0'290'0,"0"0"-269"0,0 0 46 0,0 0-2 15,0 0-32-15,0 0 5 16,133 123-17-16,-92-123 30 16,5 0 1-16,1-3 69 15,15-38 14-15,-10-15-53 16,1-11-34-16,-13-13-19 16,-12-1-4-16,-21-7-19 15,-7 8 0-15,0 3-2 16,0 5-8-16,-28 20 12 15,-19 16-15-15,-6 19 7 0,7 17-2 16,-35 0-16-16,22 33-13 16,-15 23-32-16,15 4-98 15,19 1-198-15</inkml:trace>
  <inkml:trace contextRef="#ctx0" brushRef="#br0" timeOffset="75350.99">20979 12428 542 0,'0'0'76'0,"0"0"-52"0,0 0 5 0,0 0-23 16,0 0 7-16,0 0-4 16,-6 4 26-16,6-4 49 15,0 0 36-15,0 0 9 16,0 0-52-16,0 0-31 16,0 0-11-16,0 0-30 15,0-11 24-15,6-22-17 16,35-11 25-16,-1 0-27 15,0-9 0-15,0 14-7 16,1-5 2-16,-1-1-5 0,-12 1-13 16,9 4-1-16,-9 0-31 15,-6 20 3-15,-16-1-61 16,-6 14-24-16,0 3-55 16,0 4-24-16,-6 0-300 15</inkml:trace>
  <inkml:trace contextRef="#ctx0" brushRef="#br0" timeOffset="75650.53">20920 12079 672 0,'0'0'174'16,"0"0"-59"-16,0 0 18 0,0 0-33 0,0 0-62 0,140 232-31 16,-87-183-1-16,2-9-6 15,-8-8 4-15,-13 0-18 0,3-8-20 16,-21 4-38-1,2-4-128-15,-18 1-138 0</inkml:trace>
  <inkml:trace contextRef="#ctx0" brushRef="#br0" timeOffset="76251.34">21795 13214 649 0,'0'0'71'0,"0"0"-22"0,0 0 92 0,0 0-22 0,0 0-20 16,0 0-31-16,161-36-39 0,-108 24-19 15,-7 8-9-15,-6-8-1 16,1 3 0-16,-7 1-17 16,-6 5-48-16,-10-1-16 15,-5-4-70-15,-13 8-111 16,0 0-156-16</inkml:trace>
  <inkml:trace contextRef="#ctx0" brushRef="#br0" timeOffset="76517.5">21795 13214 194 0,'-146'-228'611'15,"158"223"-605"-15,16 5 102 16,6-7 28-16,13 7-89 16,-1-8-21-16,13-8-23 15,-6 11-3-15,9-3-38 16,-9 4-83-16,-13 4-209 15,-6 0-290-15</inkml:trace>
  <inkml:trace contextRef="#ctx0" brushRef="#br0" timeOffset="77066.83">22852 13126 582 0,'0'0'95'0,"0"0"-90"0,0 0 28 0,0 0 25 16,0 0-49-16,0 0 60 15,-22 117-10-15,22-106 0 16,0 6-12-16,28-6 0 16,0-6-8-16,12-2-13 0,1-3 21 15,11 0-35 1,14-11 28-16,2-38-8 0,6-15 4 16,-15-24-31-16,-6-4 5 15,-7-8-10-15,-36 7-21 16,-10 12-26-16,0 26-4 15,-34 22-3-15,-53 26 17 16,-16 7 28-16,-8 12-33 16,8 40 41-16,4 4-18 15,12 8-9-15,28-4-159 16,13-7-86-16</inkml:trace>
  <inkml:trace contextRef="#ctx0" brushRef="#br0" timeOffset="77799.55">23708 13226 649 0,'0'0'132'0,"0"0"14"0,0 0-6 15,0 0-47-15,0 0-31 0,0 0 13 16,0 28-36-16,-6 12 8 16,-10 20-38-16,-15-4 6 15,9-7-15-15,4-10-12 16,-4-6-12-16,3-9-22 15,13-15 0-15,6 2-57 16,0-11-120-16,0 0-162 16,13 0-20-16</inkml:trace>
  <inkml:trace contextRef="#ctx0" brushRef="#br0" timeOffset="78248.59">24303 13434 535 0,'0'0'50'0,"0"0"32"15,0 0 81-15,0 0-40 16,0 0-8-16,0 0-28 16,0 25 8-16,0-58-67 15,0-14-5-15,0-22-2 16,0-11 12-16,0-9-30 15,0 2 4-15,0 7-13 16,0 3 16-16,6 25-20 16,-6 21 8-16,0 14-8 15,0 13 8-15,-6 4-4 16,-50 0-5-16,-3 0-45 16,0 21-19-16,-3 15-14 0,16 0-32 15,-1-8-60 1,20-9-38-16</inkml:trace>
  <inkml:trace contextRef="#ctx0" brushRef="#br0" timeOffset="79348.64">21429 11686 589 0,'0'0'79'0,"0"0"-9"0,0 0 5 16,0 0-48-16,0 0-23 0,0 0 43 16,146-96-28-16,-94 67 27 15,10-2 17-15,13-2 9 16,-4 2-10-16,-3 7-26 15,7 4-24-15,-10-1-6 16,9 1-12-16,7 4 15 16,-1 1-18-16,-2-6 3 15,-4 1-11-15,7 0 1 16,-7 9-22-16,-27 6-34 16,-29 5-129-16,-18 0-68 15</inkml:trace>
  <inkml:trace contextRef="#ctx0" brushRef="#br0" timeOffset="80147.92">21568 11542 432 0,'0'0'120'0,"0"0"-94"0,0 0 32 0,0 0-17 0,0 0-20 0,0 0 17 15,-6 48-31 1,-16-28 15-16,-2 0-15 0,-4 0 6 16,3 4 28-16,9 9 42 15,-2-10-49-15,-4-2-12 16,16-10-11-16,0 1-9 15,6-7-4-15,0-5 6 16,0 0-13-16,0 0-3 16,0 0 11-16,0 0 2 15,28 0 28-15,12 0-1 16,13 0 2-16,-1 0 0 16,7-17-27-16,-3 13-3 15,-16 0 0-15,-9 4-26 0,-3 0-99 16,-22 0-60-16,-6 0-46 15,0 17-281-15</inkml:trace>
  <inkml:trace contextRef="#ctx0" brushRef="#br0" timeOffset="82596.55">23199 11229 639 0,'0'0'27'0,"0"0"-17"0,0 0 47 0,0 0-29 0,0 0-8 16,0 0 13-16,0 0 19 16,0 0 46-16,0 0-21 15,28 0-6-15,19 0 0 16,5-20-24-16,7-16-25 15,16 0 6-15,-7 3-22 16,-9 2-5-16,-6 10-1 0,-19 1-1 16,-6 9-9-1,-16 2-14-15,-6 5 5 0,0 4-32 16,-6 0-30-16,0 0-124 16,0 0-79-16,-18 24-273 15</inkml:trace>
  <inkml:trace contextRef="#ctx0" brushRef="#br0" timeOffset="82802.42">23199 11229 425 0</inkml:trace>
  <inkml:trace contextRef="#ctx0" brushRef="#br0" timeOffset="82962.58">23199 11229 425 0,'34'121'150'0,"-34"-121"-133"0,0 0 3 15,0 0 145-15,25 0-57 16,3 0-35-16,12 8-2 15,-5 12-29-15,17-1 18 16,-5 6-27-16,-13-5-28 16,6-1-5-16,-15-6 4 0,3-1-10 15,-16-4-30-15,16-5-22 16,-22-3-157-16,-6 0-180 16</inkml:trace>
  <inkml:trace contextRef="#ctx0" brushRef="#br0" timeOffset="83460.72">24002 11469 316 0,'0'0'262'0,"0"0"-206"0,0 0-1 0,0 0 50 0,121 17-55 0,-62-17 44 0,6-12-17 16,-3-20-34-16,-3-9-39 16,-12-7 25-16,-19-4 3 15,0-12-10 1,-22 12-15-16,-6-1-1 0,0 14-12 15,0 19-10-15,-53 7 8 16,3 13-22-16,-8 13 27 16,5 26-34-16,-9 17 23 15,9 1-3-15,7-4-55 16,11-2-186-16,17-22-266 16</inkml:trace>
  <inkml:trace contextRef="#ctx0" brushRef="#br0" timeOffset="87391.43">27050 13683 645 0,'0'0'121'0,"0"0"-16"0,0 0 6 0,0 0-47 0,0 0-42 16,0 0 72-16,0 0-25 15,0-24-13-15,7-20-11 16,-1-16 6-16,6-20-24 0,4-13-4 15,-4-18-13-15,0 2-4 16,-12-3-6-16,0-1 0 16,0 13-4-16,0 11-18 15,0 22 16-15,0 34-8 16,0 17 8-16,-6 16 6 16,-12 0-6-16,2 8-7 15,-2 41-37-15,-10 19-14 16,-13 25-7-16,23 2-22 15,5-7-144-15,4-19-171 16</inkml:trace>
  <inkml:trace contextRef="#ctx0" brushRef="#br0" timeOffset="87791.49">27364 13338 596 0,'0'0'88'0,"0"0"-49"0,0 0 81 0,0 0-13 15,0 0-47-15,0 0-41 0,179 121 59 16,-117-162 6 0,3-15-3-16,-12-12-42 0,3-12 6 15,-25-4-35-15,-3-8-2 16,-22 15-5-16,-6 2-6 16,0 22 0-16,-12 21-19 15,-41 20 10-15,-15 12-3 16,-13 16 1-16,-12 44 10 15,6 16-1-15,7-3-33 16,33-9-39-16,19-9-188 0,28-22-297 16</inkml:trace>
  <inkml:trace contextRef="#ctx0" brushRef="#br0" timeOffset="89643.61">28120 11907 482 0,'0'0'240'0,"0"0"-111"0,0 0 14 16,0 0-38-16,0 0-36 0,0 0-15 15,0 0-35-15,6 0-18 16,-6 0-1-16,0 0 10 16,13 3 1-16,-1 26-6 15,4-1 31-15,2 8-26 16,-5 4-2-16,14 0-8 16,-5-4 0-16,3 0-4 15,3-8-43-15,6-3 3 16,-9-2-77-16,-3-7-85 15,-10-8-193-15</inkml:trace>
  <inkml:trace contextRef="#ctx0" brushRef="#br0" timeOffset="90027.42">28098 12576 449 0,'0'0'179'0,"0"0"-31"0,0 0-7 0,0 0 0 16,221-252-74-16,-128 164-16 16,-4 3-34-16,-17 9-17 15,-10 20-5-15,-37 16-32 16,-4 28 2-16,-21 12-27 15,0 0-79-15,0 0-34 16,0 4-88-16</inkml:trace>
  <inkml:trace contextRef="#ctx0" brushRef="#br0" timeOffset="91388.89">28567 13271 20 0,'0'0'174'0,"0"0"-169"0,0 0 0 0,0 0 43 0,0 0 113 16,0 0-22-16,6-9-49 15,-6-7 49-15,0 8-40 0,0-8-72 16,0 8-16-16,0 8 37 16,0 0 29-16,0 0 5 15,0 0 19-15,0 0-42 16,0 0-17-16,0 0-25 15,15 0 8-15,10 0-24 16,15 0 18-16,1 0-6 16,5-7 16-16,1 2-28 15,-7-3-2-15,0 4-6 16,-6-4-17-16,1 4-6 16,-11 0-37-16,-2-4 6 15,-10 4-70-15,-12 4-24 0,13 0-131 16,-13 0 54-1,0 0-105-15</inkml:trace>
  <inkml:trace contextRef="#ctx0" brushRef="#br0" timeOffset="91641.1">28532 12981 598 0,'0'0'233'0,"0"0"-83"0,0 0-38 16,0 0-59-16,0 0-18 16,0 0 26-16,87-12-43 15,-40 9-14-15,-1-2-4 16,10-6-27-16,-3 2-72 15,0 1-142-15,-7 8-92 16</inkml:trace>
  <inkml:trace contextRef="#ctx0" brushRef="#br0" timeOffset="92409.17">29522 12886 616 0,'0'0'62'0,"0"0"100"0,0 0-19 0,0 0-82 16,0 0-29-16,0 0-16 16,-59 175-7-16,59-150-3 15,28-9 36-15,9 0-6 16,12-4 10-16,4-4-42 15,6-5 15-15,9-3-3 16,4 0 10-16,2-27-6 16,13-26-15-16,-7-19 7 15,-5-12-5-15,-22-7-14 0,-19-2 5 16,-28 4-3-16,-6 25-41 16,0 12 16-16,-13 24-31 15,-49 20 5-15,4 8 37 16,-23 24 19-16,6 37 0 15,-5 19-26-15,2 0-18 16,16 0-123-16,16-7-192 16</inkml:trace>
  <inkml:trace contextRef="#ctx0" brushRef="#br0" timeOffset="92803.56">30557 12981 547 0,'0'0'183'0,"0"0"19"0,0 0 10 0,0 217-105 15,0-133-67-15,-18 1-36 16,-17-5-4-16,-5-12-29 16,9-24-37-16,3-16-144 15,16-28-237-15</inkml:trace>
  <inkml:trace contextRef="#ctx0" brushRef="#br0" timeOffset="93751.79">31112 12648 22 0,'0'0'220'0,"0"0"-215"0,0 0 10 0,0 0-12 16,0 0 4-16,0 0 2 15,56-19 68-15,-44 19-12 16,-12 0 7-16,7 0-15 16,-7 0-31-16,6 0-11 15,-6 0-6-15,0 0 6 16,0 0 45-16,0 0 64 15,0 0-16-15,0 0 8 16,0 0-55-16,0 0-1 16,0 0-8-16,0 0-33 0,-13 0 17 15,1 0-32-15,-3 0 23 16,2 0-25-16,-5 11 17 16,-10 6-15-16,21-6 14 15,1 2-12-15,6-1-3 16,0-1 6-16,0 6-7 15,0 2-4-15,0-2 6 16,13 7-11-16,39-4 14 16,-5 0-16-16,-1-8 5 15,1 5 4-15,-7-9 0 16,0 3-1-16,1 1 1 16,-1 8-8-16,-6-4 0 15,7 4 10-15,-7 1-4 0,-10 2 2 16,-8-2-4-1,-10 2 0-15,-6 6 4 0,0 14 2 16,0 10 2 0,-40-1 17-16,0-8-18 0,-7 4 15 15,7-16-14-15,6-4-8 16,6-11-5-16,9-14-28 16,0-3-3-16,-2 0-10 15,2-3-15-15,-3-34-56 16,-2-3-183-16,-4-8-212 15</inkml:trace>
  <inkml:trace contextRef="#ctx0" brushRef="#br0" timeOffset="94003.3">31494 12540 825 0,'0'0'306'0,"0"0"-194"0,0 0 12 0,0 0-110 15,0 0-14-15,387-108-58 16,-359 100-165-16,-28 8-751 15</inkml:trace>
  <inkml:trace contextRef="#ctx0" brushRef="#br0" timeOffset="95383.97">29174 11605 277 0,'0'0'70'0,"0"0"-1"0,0 0 91 0,0 0-89 15,0 0 24-15,0 0 19 16,-18 0 53-16,18 0-79 15,0 0 18-15,0 0-67 16,0-3-9-16,6-17-1 16,81-12-9-16,34-13 27 15,18-18-21-15,22-1 6 0,7-5-26 16,-16 5-12-16,-10 8-15 16,-24 7-20-16,-15 13-14 15,-38 17-20-15,-31 19-70 16,-34 11-198-16,-6 41 58 15</inkml:trace>
  <inkml:trace contextRef="#ctx0" brushRef="#br0" timeOffset="96167.64">29277 11486 217 0,'0'0'61'0,"0"0"25"0,0 0 80 0,0 0-105 15,0 0 8-15,0 0-24 16,-69 128 8-16,51-100-27 15,-10-8 57-15,28-8 0 16,0-4-19-16,0-4-35 16,0-4-29-16,0 4 7 15,0 4-7-15,0-8 14 0,28 12-14 16,-3-4 40-16,15-8 10 16,0 0 13-16,13 0-40 15,15 0 4-15,-9 0-14 16,9 0-8-16,-15-4-10 15,0-12-25-15,-25 4-53 16,-28 12-205-16,0 0-449 16</inkml:trace>
  <inkml:trace contextRef="#ctx0" brushRef="#br0" timeOffset="97398.83">31140 11148 504 0,'0'0'87'0,"0"0"-66"0,0 0 15 16,0 0 0-16,0 0 2 0,0 0 15 16,81 121 21-16,-47-117 9 15,6 1 23-15,7-5-47 16,-1 0-12-16,7 0-21 15,0-13 17-15,-7-27-36 16,16-12 10-16,-15-17-13 16,-13-3-8-16,-22-3-3 15,-12 18-10-15,0 17 4 16,-22 24 13-16,-36 8 0 16,-17 8 22-16,-5 0 8 15,-14 40-30-15,8 8-11 0,5 8-30 16,22 8-37-16,6 1-182 15,13-6-375-15</inkml:trace>
  <inkml:trace contextRef="#ctx0" brushRef="#br0" timeOffset="-80328.55">20365 15620 585 0,'0'0'56'0,"0"0"-47"0,0 0 24 0,0 0 29 16,0 0-46-16,0 0 14 15,0 0 62-15,0 0-21 16,-18 17 47-16,18-17-44 16,0 0-30-16,0 0-12 15,0 0-15-15,0-33 14 16,0-19-30-16,52-24 35 0,13-4-15 16,10-5 6-16,-1 10-27 15,-21 6 0-15,15 9-9 16,-31 16-38-16,-9 12 0 15,0 20-75-15,-28 12-70 16,0 0-72-16,-62 36-334 16</inkml:trace>
  <inkml:trace contextRef="#ctx0" brushRef="#br0" timeOffset="-80111.08">20424 15175 1029 0,'0'0'31'16,"121"245"-3"-16,-53-128 40 16,-3-14-31-16,-3-10-37 15,-3-13-25-15,-18-24-57 16,-7-20-179-16,-34-28-167 15</inkml:trace>
  <inkml:trace contextRef="#ctx0" brushRef="#br0" timeOffset="-79511.48">21454 15340 652 0,'0'0'292'0,"0"0"-272"0,0 0 182 0,0 0-96 0,0 0-38 15,362-237-54-15,-296 189-14 16,-20 19-8-16,10 1-45 16,-25 13-15-16,-16 7-77 15,-8 8-194-15,-7 0-260 16</inkml:trace>
  <inkml:trace contextRef="#ctx0" brushRef="#br0" timeOffset="-79195.78">21367 15420 790 0,'0'0'46'16,"0"0"120"-16,0 0-1 0,0 0-53 15,415 173-55 1,-322-113-16-16,-12 4-36 0,-7-8-2 15,-15-9-6-15,-18-6-26 16,-7-5-26-16,-28-3-77 16,-6-2-79-16,0 2-253 15</inkml:trace>
  <inkml:trace contextRef="#ctx0" brushRef="#br0" timeOffset="-78696.21">22638 15813 913 0,'0'0'71'0,"0"0"9"0,0 0-20 0,0 0-14 16,0 0-40-16,0 0 29 15,267 48-3-15,-165-112 23 16,-15-13 2-16,-28-23-40 16,-13-4-6-16,-40-12-5 15,-6 12-12-15,0 24-3 16,-86 31 1-16,-26 41-13 15,-37 8-8-15,-6 96 16 16,-3 37 4-16,25 19 8 16,37 1-41-16,49-33-22 0,47-44-350 15</inkml:trace>
  <inkml:trace contextRef="#ctx0" brushRef="#br0" timeOffset="-76281.98">27484 15183 247 0,'0'0'619'0,"0"0"-591"0,0 0-9 0,0 0 26 15,0 0-1-15,0 0-43 16,7-64 19-16,-7 56-4 16,6 8-3-16,-6 0 69 15,0 0 10-15,6 0-35 16,0 0-54-16,10 16 21 15,2 16-19-15,16 17 41 16,7 10-23-16,5 10-16 16,1-1-6-16,-7 0-1 15,7-3-2-15,-13-9-41 0,0-4 4 16,-9-13-123-16,-25-6-198 16</inkml:trace>
  <inkml:trace contextRef="#ctx0" brushRef="#br0" timeOffset="-75998.25">27382 16258 797 0,'0'0'160'0,"0"0"-127"15,96-225 54-15,10 93 42 16,21-24-78-16,12-9-10 16,4 17-28-16,-25 19-13 15,-16 21-18-15,-43 49-56 16,-25 30-58-16,-34 29-301 15</inkml:trace>
  <inkml:trace contextRef="#ctx0" brushRef="#br0" timeOffset="-75415.71">28867 15748 730 0,'0'0'318'0,"0"0"-257"0,0 0 70 0,0 0-43 16,0 0-9-16,0 0-39 15,314-211-8-15,-218 150-25 16,-3 12-14-16,-22-6-19 16,10 7-21-16,-19-1-55 15,-10 18-93-15,-18 18-152 16,-34 13-69-16</inkml:trace>
  <inkml:trace contextRef="#ctx0" brushRef="#br0" timeOffset="-75115.13">28821 15769 655 0,'0'0'372'16,"0"0"-356"-16,0 0 132 16,0 0-24-16,0 0-23 15,415 44-41-15,-309-20 5 16,-7 12-63-16,-3-4-2 0,-25-4-1 16,-9 0-26-16,-15 13-50 15,-22-10-35-15,-4 2-82 16,-21-9-366-16</inkml:trace>
  <inkml:trace contextRef="#ctx0" brushRef="#br0" timeOffset="-74700.19">30198 15756 984 0,'0'0'54'16,"0"0"2"-16,0 0 41 16,0 0-47-16,0 0-33 15,0 0 43-15,446 57-25 0,-331-114 19 16,-22-15-21 0,-6 0 1-16,-47-3-22 0,-40 1-12 15,0-1 0-15,-25 27-25 16,-77 11 2-16,-10 37-32 15,-37 0 32-15,-24 80-14 16,-7 30 18-16,25 14-39 16,28-8-146-16,40-29-415 15</inkml:trace>
  <inkml:trace contextRef="#ctx0" brushRef="#br0" timeOffset="-68388.15">24771 15797 736 0,'0'0'115'0,"0"0"-109"0,0 0 52 0,0 0 72 15,0 0-116 1,0 0 9-16,0 0-8 0,-136-129 1 16,136 129 61-16,0 0 3 15,0 13-20-15,0 39-52 16,0 28 16-16,0 24-16 16,0 20 4-16,0-3-12 15,28-4 10-15,25-17-5 16,-7-25-5-16,4-18 7 15,2-29-2-15,1-20-9 16,6-8 17-16,37-64-13 16,16-76 2-16,30-62 16 15,4-42-18-15,9-16-5 16,-22 11-44-16,-15 36-41 0,-22 45-103 16,-30 64-196-16,-32 55-114 15</inkml:trace>
  <inkml:trace contextRef="#ctx0" brushRef="#br0" timeOffset="-62160.02">18201 8823 377 0,'0'0'450'0,"0"0"-387"0,0 0-8 0,0 0 24 15,0 0-30-15,47 208 45 0,-35-100-21 16,7 17-29-16,-19 7-29 16,0-4-4-16,0-20 6 15,0-28-9-15,9-35 6 16,28-33-13-16,19-12 17 15,43-65-12-15,68-87 24 16,54-72-30-16,61-45 0 16,12-11-10-16,-2 19-30 15,-32 36 16-15,-52 49-71 16,-59 60-169-16,-96 72-327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1T23:24:25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8741 6797 641 0,'0'0'70'0,"0"0"-13"0,0 0 37 0,0 0-9 0,0 0-33 16,0 0-48-16,0 0 31 15,0 0-9-15,189-24 21 16,-189 24 12-16,0 0-12 16,0 0-3-16,0 0-18 15,0 0 3-15,0 0-28 16,0 5 16-16,0 23-7 15,0 19 3-15,0 22-11 16,-22 23 20-16,-30 12-6 0,-23 24 8 16,-12 5-2-1,0-9-15-15,13-19-2 16,28-30 9-16,21-34-28 0,15-18 6 16,10-23-6-16,0 0-54 15,0-11-16-15,0-50-82 16,0-19-237-16</inkml:trace>
  <inkml:trace contextRef="#ctx0" brushRef="#br0" timeOffset="234.77">8307 7202 1117 0,'0'0'79'0,"0"0"-5"15,0 0 27-15,0 0-68 16,0 0 2-16,0 0-30 0,99-52 22 15,-18 52-16-15,-7 0-5 16,19 0-5-16,-12 13 13 16,-7 18-27-16,-9 10 13 15,3 3-13-15,-9-5-27 16,-3 14 11-16,-9-6-45 16,-1 6-20-16,7 4-62 15,-13-13-152-15,7-21-32 16</inkml:trace>
  <inkml:trace contextRef="#ctx0" brushRef="#br0" timeOffset="582.42">9904 7359 270 0,'0'0'918'16,"0"0"-912"-16,0 0 39 0,0 0 27 15,0 0-34 1,0 0-14-16,369 52-24 0,-304-52 0 16,15 0-47-16,-18 0 10 15,-21 0-33-15,-17 0-37 16,-24-8-227-16,0-8-91 16</inkml:trace>
  <inkml:trace contextRef="#ctx0" brushRef="#br0" timeOffset="818.63">9832 7163 1003 0,'0'0'322'0,"0"0"-320"16,0 0-2-16,0 0 37 15,0 0-35-15,0 0 8 16,180 0-10-16,-127 0-28 16,-13-13-89-16,-6 1-191 15,-34 4-407-15</inkml:trace>
  <inkml:trace contextRef="#ctx0" brushRef="#br0" timeOffset="1149.42">11290 7507 1142 0,'0'0'72'16,"0"0"-64"-16,0 0 66 15,0 0-52-15,0 0-22 16,0 0-15-16,18-104-29 15,35 64-37-15,0 8-162 16,-25 3-86-16</inkml:trace>
  <inkml:trace contextRef="#ctx0" brushRef="#br0" timeOffset="1452.47">11296 6970 976 0,'0'0'68'0,"0"0"-58"15,0 0 30-15,167-205 27 16,-74 129-44-16,-21 0 15 16,-23 12-29-16,-36 16-8 15,-13 7 51-15,-35 13-11 16,-58 12 31-16,-21 16-65 15,-13 0 19-15,-1 25-18 16,17 27 2-16,24 12-9 0,25-8-2 16,50 12-31-1,12-4-68-15,34 0-115 0,59-12-438 16</inkml:trace>
  <inkml:trace contextRef="#ctx0" brushRef="#br0" timeOffset="27293.85">8480 11040 327 0,'0'0'161'0,"0"0"-126"0,0 0 12 0,0 0 32 0,0 0-3 0,0 0 34 15,0 0-30 1,13 0 0-16,-4 0-38 0,-9 0 18 16,0 0-39-1,0 0-10-15,19 0 2 0,9 0-1 16,18 0 19 0,19-28 6-16,22-20-8 0,15-24-7 15,10-24 23-15,3-8-45 16,-10-13 21-16,-9-4-5 15,-24 2-32-15,-17-14 15 16,-8-3-28-16,-41 8-36 16,-6 19-27-16,-28 17 18 15,-52 36 65-15,-13 20-23 16,-7 28 64-16,1 8-9 0,3 31 10 16,3 62-17-16,12 35 3 15,22 33 7-15,38 11-17 16,21-12-3-16,28-7-12 15,86-29-10-15,26-19-34 16,21-25-60-16,-3-24-101 16,-15-12-52-16</inkml:trace>
  <inkml:trace contextRef="#ctx0" brushRef="#br0" timeOffset="27727.86">9972 10900 268 0,'0'0'209'0,"0"0"-171"0,0 0 8 0,0 0 4 15,0 0 47-15,0 0 38 16,133-60 15-16,-105 0-71 16,-16-4-9-16,1-1-53 15,-13 6 8-15,0 2-8 0,-13 9-8 16,-27 20-9-16,-13 12 3 15,13 16 23-15,-13 0-23 16,13 11-3-16,6 34-4 16,12-1-21-16,22 5-18 15,0-18-40-15,28-3-130 16,40-20 21-16,25-8 106 16,13 0-28-16,-19 0-74 15,-19 0 16-15</inkml:trace>
  <inkml:trace contextRef="#ctx0" brushRef="#br0" timeOffset="28277.55">10338 10511 585 0,'0'0'40'16,"0"0"-36"-16,0 0 2 15,0 0 18-15,0 0-13 16,0 0-17-16,-65 64 6 15,111-56-1-15,1-8 1 16,21 0 5-16,-15 0 10 16,5 0-1-16,-23 0 58 15,5-16-28-15,-12-8-5 16,-28 4-33-16,0-4 41 16,0-4-9-16,0 16 13 0,-41 0 1 15,-14 8 1 1,14 4-5-16,4 0-29 0,-3 0-12 15,24 0 6-15,10 0-26 16,6 11 2-16,0 2-21 16,0-9-21-16,47-4-36 15,33 0 13-15,-12 0 0 16,13-17-42-16,-44 2 66 16,-3 7 34-16,-27 8 18 15,-7 0 1-15,0 28 42 16,0 32 76-16,0 16 7 15,0 17-88-15,21-1-38 0,20 4 9 16,-1-4-17-16,-9-3 8 16,-3-1-1-16,-16-4-17 15,-12 16 17-15,-6 4 2 16,-65-7 57-16,-25-17 25 16,24-24-32-16,-15-24-6 15,25-20-6-15,4-12-9 16,17-12-30-16,19-64-47 15,22-32-90-15,0-25-288 16</inkml:trace>
  <inkml:trace contextRef="#ctx0" brushRef="#br0" timeOffset="28810.04">11677 11016 1273 0,'0'0'41'0,"0"0"-38"0,-288-249 62 0,235 97-65 0,31-20 0 16,22-20-7-16,7-9-5 16,79 9-80-16,17 2-31 15,2 30-250-15</inkml:trace>
  <inkml:trace contextRef="#ctx0" brushRef="#br0" timeOffset="29775.56">12893 9933 620 0,'0'0'27'0,"0"0"-5"0,0 0 25 0,0 0 65 0,0 0-43 15,0 0 25-15,-41 189-62 16,13-137 11-16,-12 4 2 15,9 4 40-15,-25 1-21 16,-9 3-34-16,12 0 13 16,-15 4-43-16,-6-4 18 0,15 0-9 15,-3-11-16-15,31-14 13 16,9-6-12-16,16-17 0 16,0-13-6-16,0-3-11 15,6 0-20-15,0 0 34 16,0 0-56-16,0 0-34 15,-7-11-87-15,7-17-61 16</inkml:trace>
  <inkml:trace contextRef="#ctx0" brushRef="#br0" timeOffset="30225.12">12090 10274 383 0,'0'0'200'0,"0"0"-161"0,0 0 38 0,0 0 16 0,0 0 12 16,0 0-9-16,27 8-22 15,-8 0-43-15,3 9 66 16,12 7-31-16,3 4-27 16,3 3-10-16,16 2-24 15,-9 6 28-15,-1 6-31 16,19-1 19-16,-9 5-11 15,3 6-9-15,0-7 7 16,3-7-14-16,-3-2 6 16,-13-3 0-16,10-8 0 15,-31-7-22-15,15-1 15 0,-12-12-47 16,6-8-2 0,-3 0-65-16,3 0-88 0,-12-4-163 15</inkml:trace>
  <inkml:trace contextRef="#ctx0" brushRef="#br0" timeOffset="31207.45">13621 10511 545 0,'0'0'48'0,"0"0"-17"0,0 0-9 0,0 0-18 16,0 0 6-16,0 0-10 0,0 12 18 15,0-12-18-15,0 0 47 16,0 0-14-16,0 0 46 15,0 0-59-15,0 0 39 16,0 0-8-16,0 0 11 16,0 0-37-16,0 0 21 15,-12 0-22-15,12 5-2 16,-16 2-15-16,16 1 3 16,0 0-20-16,0-8 12 15,0 0-8-15,0 0-26 16,0 0-2-16,0 0 9 15,0-8 25-15,0-4 0 0,0 0 5 16,0 4 8 0,0 8 3-16,0 0 43 0,-6 0-49 15,6 0-10 1,0 20-18-16,0-16-96 0,0-4-272 16</inkml:trace>
  <inkml:trace contextRef="#ctx0" brushRef="#br0" timeOffset="31923.97">14338 10868 467 0,'0'0'135'0,"0"0"-83"0,0 0 76 0,0 0 19 0,-255-209-49 16,215 142-47-16,12-14-45 16,16-7 12-16,-4 3-17 15,16-2 18-15,0-10-14 16,0 4-3-16,16-7-2 15,36 12-5-15,7 0-27 0,3 24-38 16,-15 16-73 0,-7 28-143-16,-34 16-251 0</inkml:trace>
  <inkml:trace contextRef="#ctx0" brushRef="#br0" timeOffset="32521.94">14738 10002 251 0,'0'0'425'0,"0"0"-386"0,0 0 56 15,0 0 64-15,0 0-102 16,0 0 3-16,-93 88-52 15,77-48 12-15,4 8-19 16,-1 4 26-16,-15 0 14 16,10-3-35-16,-16-1-3 15,6-4 6-15,3 0-9 16,-3-8 13-16,9-11-26 0,10-18 6 16,9-7-32-16,0 0-38 15,0 0-23-15,0 0-89 16,-6 0 12-16,-13 0 47 15,13-7-213-15</inkml:trace>
  <inkml:trace contextRef="#ctx0" brushRef="#br0" timeOffset="32755">14310 10186 156 0,'0'0'519'15,"0"0"-495"-15,0 0 28 0,0 0 53 16,0 0 49 0,0 0-80-16,139 32-20 0,-86-4 2 15,-4 0-36-15,10-3-19 16,-6-6-1-16,-6 9 0 16,5-3-25-16,-11 3-17 15,-1 4-14-15,-6 4-8 16,0 0-114-16,-6-4 2 15,-16-16-106-15</inkml:trace>
  <inkml:trace contextRef="#ctx0" brushRef="#br0" timeOffset="33138.67">15165 10382 612 0,'0'0'253'0,"0"0"-237"0,0 0 20 0,0 0-19 0,0 0 78 16,0 0-41-16,227 0-49 15,-165 0-5-15,-9 0-1 16,-7 0-9-16,1 0-142 15,-20 0-106-15,-14 0-222 16</inkml:trace>
  <inkml:trace contextRef="#ctx0" brushRef="#br0" timeOffset="33588.44">16142 10651 530 0,'0'0'284'16,"0"0"-204"-16,0 0 59 0,0 0-117 15,0 0-10-15,0 0 2 16,0-216 46-16,0 152-39 16,0 3 23-16,0 2 11 15,-15 7-41-15,-4 7 12 16,-9 13-17-16,10 7-8 15,-10 14 16-15,9 3-29 16,-3 4 14-16,4-4-4 16,2 8-1-16,10 0-26 15,-6 0 15-15,-1 0-34 0,-15 40 17 16,-18 25-49 0,-16 2-124-16,3-6-180 0</inkml:trace>
  <inkml:trace contextRef="#ctx0" brushRef="#br0" timeOffset="34554.6">16229 9661 498 0,'0'0'157'0,"0"0"-111"0,0 0 18 0,0 0-29 0,0 0-35 16,0 0 60-16,25-16 18 15,27 16 40-15,17 16-22 16,11 24-23-16,-5 4-34 16,2 17-10-16,-15 2-7 15,-9 18-14-15,0 7-5 16,-19 4-3-16,-6 4-31 0,-22-4 27 15,-6 1-22 1,0-1 11-16,0-20-42 0,0-8-42 16,0-39-176-16,-6-25-25 15</inkml:trace>
  <inkml:trace contextRef="#ctx0" brushRef="#br0" timeOffset="35120.64">16784 9252 599 0,'0'0'80'0,"0"0"-24"0,0 0 99 0,0 0-9 16,0 0-46-16,434 95 9 15,-301-34-91-15,7 3 35 16,-7 16-50-16,-6 25 27 16,-18 16-30-16,-38 23 17 15,-15 8 10-15,-44 12-26 0,-12 5 5 16,0-12 4-16,0-5-11 16,0-21 1-16,0-21 0 15,0-35-59-15,0-47-72 16,0-28-390-16</inkml:trace>
  <inkml:trace contextRef="#ctx0" brushRef="#br0" timeOffset="35770.56">18834 10279 628 0,'0'0'166'0,"0"0"-150"0,0 0 187 0,0 0-127 16,341 0-34-16,-248 0-20 15,-7-8-22-15,-17-1-4 16,-1 1-41-16,-28 8-3 15,-21 0-133-15,-19 0-53 16,0 0-139-16</inkml:trace>
  <inkml:trace contextRef="#ctx0" brushRef="#br0" timeOffset="36002.48">18861 10002 694 0,'0'0'377'15,"0"0"-344"-15,0 0 141 16,0 0-87-16,0 0-45 16,0 0-38-16,301 0-4 15,-233-5-53-15,-2-14-16 16,2 10-150-16,-16 1-303 0</inkml:trace>
  <inkml:trace contextRef="#ctx0" brushRef="#br0" timeOffset="36519.83">20678 10359 573 0,'0'0'113'0,"0"0"-86"15,162-221 86-15,-76 97-88 16,-5-17 23-16,-6-11-27 16,-44-9 31-16,-31-3-28 15,0 4-14-15,-25 16-6 16,-56 27-8-16,-18 37 8 15,18 31 99-15,1 38 12 0,18 11-22 16,15 3-43-16,1 62-41 16,15 24 0-16,31 22 0 15,0 14-7-15,0 3 8 16,77 1-20-16,-9 15 17 16,7-8-9-16,-10-4 2 15,9-12-16-15,7-7-19 16,6-17-55-16,-7-20-146 15,13-19-109-15,-28-21-125 16</inkml:trace>
  <inkml:trace contextRef="#ctx0" brushRef="#br0" timeOffset="36970.39">21903 10462 352 0,'0'0'142'0,"0"0"-87"0,0 0 10 0,0 0-5 0,0 0 59 16,0 0 21-16,307-175-42 16,-294 106-47-16,-13-3-22 15,0 0-5-15,-47 15-12 16,-18 18-17-16,-22 22 22 15,-15 17-6-15,9 0-1 16,0 41 19-16,18 7-23 16,23 4-11-16,30-8 5 15,22-16-54-15,0-3 2 16,28-17-38-16,52-8-23 16,1 0-70-16,0 0 27 15,6 0-198-15</inkml:trace>
  <inkml:trace contextRef="#ctx0" brushRef="#br0" timeOffset="37552.46">22263 9978 398 0,'0'0'284'0,"0"0"-247"16,0 0 79-16,0 0-54 15,0 0-34-15,0 0-5 16,-233 44-3-16,233-16-12 15,0 0-16-15,47-9 4 16,18-2 4-16,3-9 2 16,7-8 0-16,-4 0 4 0,3-8 0 15,-12-28-5-15,3-17-1 16,-24 6-3-16,-7-9 1 16,-34 7 2-16,0 18-5 15,0 14 16-15,-16 13-2 16,-30 4 41-16,-13 0-29 15,0 21-10-15,9 6-22 16,19-2 18-16,16-5-17 16,15 4 10-16,0-4-24 15,0-4 24-15,22-4-25 0,24-12 22 16,13 0-39 0,-3 0 21-16,-3 0-38 0,-13 0 22 15,-6 0-37 1,-22 0-26-16,13 16 95 0,-9 24 5 15,8 4 86-15,11 12-39 16,17 9 35-16,10 2-46 16,3 2-36-16,-9 6-51 15,-25 6 51-15,-31 15 0 16,0 12 8-16,-18 21 60 16,-69 11-25-16,-34-8 63 15,15-11 13-15,10-37-30 16,25-40-88-16,37-24 13 15,-6-20-12-15,12 0-4 16,9-56-73-16,7-32-101 0,12-4-247 16,0-8-220-16</inkml:trace>
  <inkml:trace contextRef="#ctx0" brushRef="#br0" timeOffset="38217.96">24142 9028 924 0,'0'0'138'0,"0"0"-72"0,0 0 10 0,0 0-38 15,-261 276-34-15,240-180-1 16,2 0 7-16,19-4-20 15,0 1 19-15,13-5-27 16,27-7 10-16,0-1 6 16,0-8-12-16,13-8 8 15,3-24-1-15,15-8-32 0,4-20 35 16,5-12-22 0,1 0 21-16,-22-44 2 0,-13 4-8 15,-24-9 22-15,-22 10 0 16,0 11 17-16,0 8 8 15,-40 12 11-15,-28 8-13 16,-7 0-12-16,-12 28-5 16,-6 32-17-16,22 8 8 15,15-8 30-15,31-8-36 16,25-12-2-16,0-19-106 16,25-21-300-16</inkml:trace>
  <inkml:trace contextRef="#ctx0" brushRef="#br0" timeOffset="43146.76">12499 9769 303 0,'0'0'94'0,"0"0"-92"0,0 0 8 15,0 0 92-15,0 0-40 16,0 0-26-16,0 0 37 0,0 0-22 15,0 0 67 1,0 0-1-16,0 0-73 0,0 0-10 16,0 0-24-1,0 0 5-15,0 0-12 0,0 0 17 16,0 0-5-16,0 0 16 16,0 0-31-16,0 0 4 15,0-4-4-15,0-4 2 16,0-7-8-16,0-2 10 15,0-4-16-15,0 10 24 16,0-9-26-16,0-4 25 16,25-1-16-16,9-6 7 15,12-10-2-15,22-3 0 16,4 1 6-16,8-9-1 0,1 7 9 16,21 5-7-1,-15 4 4-15,12-4-22 0,-6 19 8 16,22-2 2-16,-16 10 0 15,-6 10-12-15,-6 3 9 16,-6 0-3-16,-7 11-4 16,-9 22 22-16,4-1-14 15,-11-8 7-15,-2-5-4 16,3-6 0-16,0-9 0 16,3 0-2-16,-9 4 7 15,-13 12-15-15,-6 0 0 16,-15 21 5-16,-13-10-65 15,-6 10-66-15,0-26-186 16</inkml:trace>
  <inkml:trace contextRef="#ctx0" brushRef="#br0" timeOffset="44185.7">12579 9733 111 0,'0'0'199'0,"0"0"-126"0,0 0 66 0,0 0-15 16,0 0-69-16,0 0 37 15,-40 0-51-15,40-4-19 16,-15-4-13-16,2-1 27 16,13-2 21-16,0-9-50 15,0 0-7-15,0-4 10 16,0-1-20-16,13-2 21 15,15-6-18-15,-1-11 7 0,26 4 0 16,0-15 0-16,15-2 0 16,19-16-4-16,-6 6 13 15,24-5-16-15,-12-1 21 16,0 5-19-16,3 8 11 16,3 7-11-16,-6 6 5 15,16 6-12-15,9 10 1 16,3 6-14-16,6 9 9 15,0 12-19-15,0 4 24 16,-6 0 4-16,0 37 7 16,6-5 5-16,6-4 7 15,1-5-12-15,-1-2 4 0,-12 11-13 16,-28 4 16 0,-19 16-14-16,-21 12 14 0,-19 8 54 15,-15 5 10-15,-13-2-15 16,-6-3-35-16,0-6-10 15,0-11-11-15,0-19-11 16,15-24-15-16,10-12-121 16,-3-12-91-16,-10-40-419 15</inkml:trace>
  <inkml:trace contextRef="#ctx0" brushRef="#br0" timeOffset="45346.06">8921 13559 452 0,'0'0'7'0,"0"0"-1"0,0 0 20 0,0 0 44 16,0 0-39-1,0 0 55-15,-47 56-31 0,41-44 17 16,6 0-26-16,0-4 19 16,0-8-19-16,0 0-9 15,0 0-6-15,0 0 12 16,0-3 18-16,22-30-2 15,18-14 0-15,-3-19-38 16,3-17 15-16,10-30-19 16,-19-23-27-16,3-16 10 15,-6 3-12-15,-28 9-22 16,0 8-29-16,0 35 24 0,-34 29 39 16,-34 23-15-16,3 30 48 15,-4 15-33-15,4 0 0 16,3 48 31-16,16 40-24 15,21 37-3-15,25 24 13 16,0-5-8-16,31-5-9 16,56-18 9-16,21-9-26 15,13-24-5-15,-3-23-49 16,3-17-44-16,-6-24-113 16,-16-20 36-16,-18-4-136 15</inkml:trace>
  <inkml:trace contextRef="#ctx0" brushRef="#br0" timeOffset="45713.87">9556 13443 155 0,'0'0'444'0,"0"0"-394"15,0 0-24-15,0 0-22 0,0 0-4 16,0 0-3-16,-25 64-3 15,44-48 12-15,9-5 22 16,3-11-7-16,9 0 72 16,1 0-14-16,-1-11 10 15,0-29-37-15,-12-12-11 0,-15-12-22 16,-13-1-16 0,0 6 16-16,0 18-17 0,-7 13 26 15,-39 20-23-15,-7 8 16 16,-3 0-14-16,4 12-1 15,11 28-6-15,23-4-14 16,11-3 2-16,7-10-67 16,0-7-18-16,47-16-101 15,24 0 83-15,25-16 69 16,-3-15-21-16,0-18-145 16</inkml:trace>
  <inkml:trace contextRef="#ctx0" brushRef="#br0" timeOffset="46178.5">9944 13086 570 0,'0'0'6'0,"0"0"-2"16,0 0-8-16,0 0 3 15,0 0-3-15,0 0-24 16,229 144 15-16,-157-144 1 15,-4-12 8-15,-15-24 8 16,-13-5-6-16,-12 2 2 16,-28-13-31-16,0 4-25 15,0 7-16-15,-56 21 72 0,3 9 0 16,-6 11 115 0,-3 0 11-16,-3 15-75 0,19 14-33 15,5 11 33-15,35 7-7 16,6 6-17-16,0-1-7 15,0 12-4-15,59 8-10 16,22 5 2-16,-1 3-1 16,7 12 3-16,-16-4-6 15,-8 9-1-15,-5 3-3 16,-30 8 8-16,-21 13-5 16,-7-2 36-16,-28-6 50 15,-44-16-34-15,-8-33 1 16,-1-25 22-16,7-31-38 15,15-8-38-15,12-28-2 0,26-55-46 16,21-22-61 0,0-27-90-16,68 7-86 0,6 14-299 15</inkml:trace>
  <inkml:trace contextRef="#ctx0" brushRef="#br0" timeOffset="47010.49">11677 13600 844 0,'0'0'96'0,"0"0"31"0,0 0 2 0,0 0-26 0,-341-141-62 0,260 72-18 15,1-14 12-15,12-22-31 16,27-19 5-16,29-13-4 16,12-15-10-16,28 8-33 15,59 11-15-15,12 21-111 16,-6 23-266-16,-6 42-259 15</inkml:trace>
  <inkml:trace contextRef="#ctx0" brushRef="#br0" timeOffset="47676.61">12229 13222 511 0,'0'0'66'0,"0"0"-39"0,0 0 41 0,0 0-19 0,0 0 98 15,0 0 7-15,208-120-21 16,-121 64-26-16,-13-16-44 16,0-1-35-16,13 1-3 15,-15-4-25-15,-4 4 3 16,-9 0-11-16,-10 7-20 15,-18 9 2-15,-3 20-66 0,-22 20-3 16,-6 8-68-16,0 8-44 16,0 0 13-16,-46 0-197 15</inkml:trace>
  <inkml:trace contextRef="#ctx0" brushRef="#br0" timeOffset="47976.61">12344 12540 570 0,'0'0'183'0,"0"0"-158"15,0 0 19-15,0 0 122 0,0 0-43 16,0 0-24-16,235 253-48 15,-182-181-34-15,12 4-9 16,-3-7-8-16,-9-1 5 16,15-5-15-16,-15-2 6 15,0-1-6-15,-1 4-12 16,-5-11-3-16,-13-9-54 16,-6-24-119-16,-10-16-155 15,10-4-156-15</inkml:trace>
  <inkml:trace contextRef="#ctx0" brushRef="#br0" timeOffset="48760.6">13212 12019 335 0,'0'0'228'0,"0"0"-212"0,0 0 88 0,0 0 59 16,0 0-65-16,0 0-5 16,102-12-84-16,-77 12 32 15,3 0-40-15,-9 0 8 0,2 0-6 16,-8 28-3-16,-13 12 17 16,0 13-16-1,0 10 51-15,0 6-51 0,-34-5 2 16,3-5 3-16,3-10-6 15,15-17 0-15,7 8 0 16,6-15-1-16,0-10 2 16,0-7-10-16,0 0 19 15,0-8-21-15,37 0 19 16,13 0-10-16,9-23 4 16,0-2 6-16,3 9-8 15,-10 8-3-15,1 0-30 16,-6 8-38-16,-7 0-15 0,-6 0-173 15,-12 0-94 1</inkml:trace>
  <inkml:trace contextRef="#ctx0" brushRef="#br0" timeOffset="49325.32">13947 13141 600 0,'0'0'207'0,"0"0"-164"0,0 0 144 0,0 0-78 16,0 0-35-16,0 0-59 15,415-172-9-15,-322 140-12 16,-12 0 15-16,-7 5-22 16,-8 7-21-16,-11 3-20 15,-14 9-51-15,-10 4-56 16,-10 4-49-16,-14 0-90 16</inkml:trace>
  <inkml:trace contextRef="#ctx0" brushRef="#br0" timeOffset="49840.98">15258 12344 212 0,'0'0'500'0,"0"0"-423"0,0 0-72 16,0 0-5-16,0 0 9 15,0 0 37-15,75 52-4 16,-41-16-5-16,-15 4 28 0,-7 9-8 16,-6 11 19-16,3 7-11 15,-9 14-6-15,0 4-44 16,0 2 30-16,0-2-39 15,0-2 5-15,0-11-11 16,0 1-1-16,-9-8-3 16,-3-18 0-16,-1-6-3 15,1-18-18-15,-4-6 7 16,10-17-72-16,0 0-12 16,-6-4-222-16,-4-40-77 15</inkml:trace>
  <inkml:trace contextRef="#ctx0" brushRef="#br0" timeOffset="50192.31">14889 12725 322 0,'0'0'114'0,"0"0"14"16,0 0 27-16,0 0 10 15,0 0-11-15,0 0-16 0,214 80-52 16,-145-44-40 0,5 1-7-16,-3 2-18 0,16 5 10 15,9 0-24 1,-3 12-8-16,-6 1 11 0,-6 3-20 15,-10 5-34-15,-15-6 39 16,-16-10-1-16,-15-13-31 16,-3-25-22-16,-4-11-135 15,-5 0-194-15,-4-16-153 16</inkml:trace>
  <inkml:trace contextRef="#ctx0" brushRef="#br0" timeOffset="50873.6">15699 12035 223 0,'0'0'67'0,"0"0"27"0,0 0 69 16,0 0-58-16,0 0 66 0,0 0-23 16,180 84-33-16,-118-56-36 15,3 8-11-15,3 5-38 16,13 7 10-16,-1-1-15 15,7 17-4-15,-22 10 10 16,16 6-20-16,-7 12 2 16,-9 12-13-16,-9 0-1 15,-25 9 1-15,-22 6 12 0,-9 6-10 16,0-12-1 0,0-13-1-16,0-17-7 0,-28-22-3 15,1-25-71-15,2-20-81 16,-9-16-330-16</inkml:trace>
  <inkml:trace contextRef="#ctx0" brushRef="#br0" timeOffset="51539.45">17723 13038 228 0,'0'0'464'0,"0"0"-362"0,0 0 106 0,0 0-88 15,0 0 1-15,0 0-64 16,289 0 12-16,-215 0-63 16,7 0 19-16,0-8-12 15,-16 0-26-15,3 0 11 16,-9-1-19-16,-13 1-29 15,-5 0-38-15,-14 5-58 16,-27-2-234-16,0-2-127 16</inkml:trace>
  <inkml:trace contextRef="#ctx0" brushRef="#br0" timeOffset="51789.42">17686 12717 659 0,'0'0'333'15,"0"0"-284"-15,0 0 105 16,0 0-89-16,0 0-28 15,0 0-29-15,372 0-16 16,-279-5-13-16,4-14-47 0,-11-1-201 16,-5 12-132-16</inkml:trace>
  <inkml:trace contextRef="#ctx0" brushRef="#br0" timeOffset="52389.33">19550 13290 750 0,'0'0'125'0,"0"0"-63"15,0 0 36-15,0 0-60 16,0 0-14-16,294-236-22 16,-229 148-4-16,-9-13 2 0,-25-7 0 15,-3 4 2-15,-28-12-2 16,0-5 0-16,0 1 9 16,-34 7-19-16,-12 21 6 15,-7 29-2-15,0 14 12 16,7 24 11-16,-10 22-17 15,37 3 8-15,7 0 46 16,-10 20-40-16,16 28 18 16,-6 28-27-16,12 12 42 15,0 12-40-15,0 8 38 0,0 5-35 16,31 0-3 0,9-5-7-16,22-12-4 0,-9 0-23 15,5-8-25-15,11-15 2 16,11-13-73-16,20-16-92 15,-1-19-45-15,-19-10-66 16</inkml:trace>
  <inkml:trace contextRef="#ctx0" brushRef="#br0" timeOffset="53222.43">20771 13246 0 0,'0'0'650'0,"0"0"-604"0,0 0 59 0,0 0-38 0,0 0-1 15,0 0-50-15,137 64 48 16,-78-103-37-16,9-6 17 15,-15-7-22-15,-28 4-20 16,-4 0 21-16,-21 3-1 16,0-7-11-16,-21 4-10 15,-38 9-2-15,-16 10-58 16,4 25 15-16,3 4 44 16,-7 4 9-16,-5 40 22 0,33 13-7 15,1-1 22-15,15-12-16 16,21-8-19-16,10-20-11 15,0-8-10-15,22-8-70 16,37 0 41-16,-6 0 15 16,27 0-37-16,-12-24-2 15,-9-9-13-15,3 2 10 16,-15-10-53-16,-1 5 3 16,-21 5-26-16,-3 10 103 15,-16-2 39-15,-6 18 104 16,0-7-18-16,0 4-37 15,0-3 11-15,0-2-53 0,0-3-6 16,0 16 4-16,0 0 40 16,0 0 52-1,0 0-9-15,0 0-53 0,0 0-35 16,0 0 0-16,0 0-33 16,0 0 33-16,0 20 4 15,13 12 58-15,27 12-23 16,0 5-9-16,16 10-11 15,-3 6-16-15,-1 3-3 16,23 12 4-16,-16 0-15 16,-7 0-7-16,4 5-32 15,-37-4 50-15,-19 6 18 0,0 1-1 16,-19 0 70-16,-49-15-49 16,-13-13 3-16,1-19-8 15,-19-21-32-15,-1-17 37 16,-8-3-35-16,27-3-3 15,28-42-1-15,19-7-3 16,28-20-10-16,6-5-36 16,22-7-39-16,49 12 8 15,32 8 48-15,-17 16 30 16,7 0-7-16,-12 23 10 16,-16 1-39-16,-9 1-262 15,-10 7-315-15</inkml:trace>
  <inkml:trace contextRef="#ctx0" brushRef="#br0" timeOffset="53953.79">22858 12244 712 0,'0'0'188'0,"0"0"-49"15,0 0-14-15,-220 232-60 0,180-143-25 0,6 3-32 16,15-1 3-16,19-10-11 15,0-13-5-15,0-15 2 16,34-14-9-16,19 2 4 16,6-17 11-16,21-4-11 15,-11-16 6-15,2-4-10 0,3 0 13 16,-21-9-1 0,-6-30 0-16,-20-10 1 0,-27-10-7 15,0 2 3-15,0 13-9 16,-46 12 24-16,-13 21-10 15,-3 11 6-15,-3 0 38 16,-9 19-42-16,-1 29-4 16,16 4 0-16,25-8-4 15,12-16 1-15,22-11-159 16,0-17-354-16</inkml:trace>
  <inkml:trace contextRef="#ctx0" brushRef="#br0" timeOffset="63116.79">8335 12488 296 0,'0'0'364'0,"0"0"-348"0,0 0 44 0,0 0 63 0,0 0-10 16,0 0-56-16,0 0 37 16,-87-48-73-16,87 48 14 15,0-4 26-15,0 4-21 16,0 0-18-16,-6 0-11 16,6 0 26-16,0 0-34 15,0 0 13-15,0 0-4 16,0 0-22-16,12 44 16 0,75 28-6 15,40 33 29 1,53 16-20-16,28 18 20 16,12 10-20-16,28 11-1 15,12 1 7-15,7-1-30 0,-13 1 13 16,-6-9-11-16,-28 12-14 16,-40-15-13-16,-34-8-27 15,-31-25-72-15,-47-29-106 16,-28-27-205-16</inkml:trace>
  <inkml:trace contextRef="#ctx0" brushRef="#br0" timeOffset="64120.03">19435 11887 538 0,'0'0'200'0,"0"0"-76"0,214 216 34 0,-93-136-72 0,12 9 2 15,16-1-22-15,3 0-25 16,9 8 13-16,13 13-32 16,6 7 15-16,9 12-20 15,16 13 8-15,-23-1-25 16,-14 0-41-16,-16 1 39 16,-19-21-1-16,-12-12-35 15,-12-23 1-15,-16-30-20 16,-22-38-208-16,-21-17-294 15</inkml:trace>
  <inkml:trace contextRef="#ctx0" brushRef="#br0" timeOffset="64878.41">12477 16154 585 0,'0'0'294'0,"0"0"-234"0,0 0 29 15,0 0-18-15,0 0-32 16,0 0 34-16,-6 0-35 15,46 0-5-15,28-24-4 16,38-40 44-16,9-29-14 16,18-19-12-16,-6-1-46 15,-22 10 6-15,-2 15-7 16,-26 7-15-16,-15 9-10 16,-21 15-29-16,-17 6 14 15,-2 7-64-15,-22 11 0 16,0 9-161-16,0 12 8 15,-53 12-147-15</inkml:trace>
  <inkml:trace contextRef="#ctx0" brushRef="#br0" timeOffset="65129.64">12939 15026 872 0,'0'0'151'0,"47"241"-68"16,52-96 76-16,3 0-73 16,-9-9-24-16,0-16-24 15,0-3-29-15,-18-22-9 0,5-10-8 16,-15-18 3 0,-3-14-33-16,-9-9 6 0,-19-16-66 15,-9-12-51-15,-9-16-189 16,-16 0-234-16</inkml:trace>
  <inkml:trace contextRef="#ctx0" brushRef="#br0" timeOffset="65677.91">13761 14682 736 0,'0'0'245'0,"0"0"-176"0,0 0 43 0,0 0-52 16,0 0-24-16,0 0-10 0,214-32 27 15,-140 32-48-15,-21 32 16 16,-7 37-14-16,-18 14 14 15,-21 14-6-15,-1 3-12 16,-6-12 22-16,0 1-23 16,0-17 8-16,6-28 3 15,16-5-20-15,18-22 7 16,6-9 0-16,7-8-1 16,15 0 2-16,-9 0-11 15,9 0 20-15,-15-12-14 16,-6-1 8-16,-1 5-8 15,1 0-23-15,-7 5-7 0,-6-1-26 16,-15 4-74-16,-4 0-173 16,-15 15-218-16</inkml:trace>
  <inkml:trace contextRef="#ctx0" brushRef="#br0" timeOffset="66111.69">14818 16126 703 0,'0'0'287'0,"0"0"-225"0,0 0 15 0,0 0 19 0,0 0-62 16,0 0 55-16,199-60-16 0,-103 40-37 16,9-9 3-16,4-2-33 15,-10-2 1-15,0 5 0 16,-6 4-14-16,3 0-27 16,-18 3-9-16,-4 2-55 15,-6-5-110-15,-21 8-294 16</inkml:trace>
  <inkml:trace contextRef="#ctx0" brushRef="#br0" timeOffset="66526.88">17029 14998 196 0,'0'0'672'0,"0"0"-573"0,-40 262 20 16,9-150 33-16,-10 12-75 16,1-3-65-16,0-9 14 15,-7-4-22-15,13-4 0 16,0-12 9-16,0 1-18 16,15-6 9-16,-2 2-8 15,8-4 2-15,-5-5-33 16,-4-16-14-16,-3-20-117 15,-9-24-166-15,-6-20-235 16</inkml:trace>
  <inkml:trace contextRef="#ctx0" brushRef="#br0" timeOffset="66794.44">16213 15653 599 0,'0'0'381'0,"0"0"-373"15,0 0 34-15,0 0 62 16,0 0-9-16,444 92-51 16,-326-40 27-16,-4 12-66 15,7-3 15-15,-15-2-12 16,-13-2-16-16,9 2-9 0,-21-6-3 15,-16 3-90 1,-12-4-94-16,-26-12 4 0,-20-15-475 16</inkml:trace>
  <inkml:trace contextRef="#ctx0" brushRef="#br0" timeOffset="67176.71">18127 16210 1080 0,'0'0'48'0,"0"0"26"0,0 0-25 0,0 0 28 15,0 0-61-15,353-20 18 16,-266 7-23-16,-7-2-22 15,-5 7 7-15,-16 4-10 0,-25 4-38 16,-9 0-63-16,-10 0-107 16,-15 0-155-16,0 0-154 15</inkml:trace>
  <inkml:trace contextRef="#ctx0" brushRef="#br0" timeOffset="67392.75">18120 15820 970 0,'0'0'270'0,"0"0"-250"16,0 0-16-16,0 0 82 0,0 0-74 15,394-111-10 1,-279 103-2-16,-10-9-32 0,-12 17-81 15,-18 0-260-15,-23 0-308 16</inkml:trace>
  <inkml:trace contextRef="#ctx0" brushRef="#br0" timeOffset="68009.77">20545 14934 1093 0,'0'0'38'0,"0"0"-15"0,0 0 37 0,0 0-36 16,-254 282 19-16,220-187-33 16,9 18 16-16,13 0-21 15,12-5 24-15,0-5-25 16,0-1 14-16,12-15-17 16,41-11 4-16,9-7-10 15,9-21-2-15,10-8 5 16,5-16-17-16,-5-16 9 15,18-8-4-15,-12 0 7 16,-13-28-77-16,-21-28 84 0,-25-9 0 16,-22 1 12-16,-6 12-26 15,0 20 28-15,-34 16-1 16,-19 16 17-16,-27 0 17 16,-7 36-36-16,-12 28-11 15,0 5-9-15,18-1-23 16,13-17-32-16,27-10-113 15,41-16-341-15</inkml:trace>
  <inkml:trace contextRef="#ctx0" brushRef="#br0" timeOffset="78835.53">21388 15300 155 0,'0'0'370'0,"0"0"-318"0,0 0 20 0,0 0-37 16,0 0-25-16,0 0 17 16,0 0-21-16,0-17 6 15,0 17 26-15,0 0 60 16,0 0-26-16,0 0-29 16,0 0-43-16,0 0 0 0,0 0 16 15,0 0 20 1,0 0 39-16,0 0-13 0,0 0 3 15,0 0-42-15,0 0 13 16,19-3-36-16,21-17 7 16,1-1-5-16,5-2 6 15,-5 2-16-15,-1 1-15 16,-6 4-30-16,-15 1-134 16,2 2-228-16</inkml:trace>
  <inkml:trace contextRef="#ctx0" brushRef="#br0" timeOffset="79353.25">22505 14458 572 0,'0'0'113'0,"0"0"-46"0,0 0 50 0,0 0-3 0,0 0-96 16,0 0 0-16,-261 139 20 16,221-74-15-16,6 16 11 15,15 2-1-15,19 6 27 16,0 3-54-16,0-12 5 16,19-12 1-16,49-15-20 15,-3-17 11-15,16-20-6 16,-1-9-1-16,-5-7 4 15,-16 0 1-15,-7-31 2 16,-30-10 10-16,-22 1-6 0,0 4-3 16,0 8-1-16,-40 16-6 15,-28 12-18-15,-4 0-1 16,-18 16 6-16,4 25-17 16,-1 6-76-16,9-11-149 15,10-8-37-15</inkml:trace>
  <inkml:trace contextRef="#ctx0" brushRef="#br0" timeOffset="80065.53">17699 14967 730 0,'0'0'229'0,"0"0"-207"0,0 0 56 15,0 0-49-15,0 0-21 16,375-88-16-16,-310 76 6 16,-25-4-11-16,7-1-94 0,-41 6-160 15,-6 3-200-15</inkml:trace>
  <inkml:trace contextRef="#ctx0" brushRef="#br0" timeOffset="80501.33">18288 14289 635 0,'0'0'164'15,"0"0"-98"-15,0 0 1 16,-62 257-24-16,62-193-40 16,22-12 31-16,36-4-31 15,17-15 9-15,12-10-10 16,6-15-1-16,6-8 0 15,-6 0 3-15,-19 0-3 0,-21-8 12 16,-19-20-6 0,-28-3-4-16,-6 1 9 0,0 15-12 15,-31 7-2-15,-43 8-15 16,-7 20 9-16,-6 49 7 16,7 14 1-16,5 9-1 15,35-3 1-15,9-17-7 16,31-20-260-16,0-24-273 15</inkml:trace>
  <inkml:trace contextRef="#ctx0" brushRef="#br0" timeOffset="81198.71">13814 18308 684 0,'0'0'318'0,"0"0"-276"0,0 0 62 0,0 0-30 16,0 0-11-16,0 0 0 15,260-274-29-15,-186 194-32 0,7 13 5 16,-22 6-14 0,-9 14-11-16,-19 6 2 0,-16 9-42 15,-9-5-3-15,-6 9-87 16,0 0-266-16</inkml:trace>
  <inkml:trace contextRef="#ctx0" brushRef="#br0" timeOffset="81447.72">13947 17469 1031 0,'0'0'45'0,"0"0"2"15,177 208 75-15,-100-131-64 0,10-1-38 16,-6-3 5-16,-1 3-20 15,-5-8-8-15,-23-4 6 16,-5-12-6-16,-19-12-35 16,-16-12-18-16,1-7-44 15,-13-21-105-15,0 0-187 16</inkml:trace>
  <inkml:trace contextRef="#ctx0" brushRef="#br0" timeOffset="81931">14511 17124 312 0,'0'0'306'0,"0"0"-305"15,0 0 55-15,0 0 67 0,0 0-78 16,0 0-32-1,158-20 56-15,-142 76-8 0,-10 9 27 16,-6 2-48-16,0 6-9 16,0-13-31-16,0-8 0 15,0-12 0-15,0-16-8 16,0-12 5-16,12-7-24 16,23-5 24-16,5 0 6 15,0 0 2-15,13 0 3 16,-7-17-2-16,7 1-6 15,-6-4-7-15,2 4-14 0,-12 8-95 16,-2 8-102-16,-8 0-2 16,-14 0-120-16</inkml:trace>
  <inkml:trace contextRef="#ctx0" brushRef="#br0" timeOffset="82317.49">15559 17998 676 0,'0'0'436'0,"0"0"-401"0,0 0 41 0,0 0 18 16,0 0-64-16,0 0 2 0,282-36-32 15,-217 33-11 1,4-5-12-16,-10-1-66 0,-13 1-31 16,1 0-217-1,-26 0-261-15</inkml:trace>
  <inkml:trace contextRef="#ctx0" brushRef="#br0" timeOffset="82815.8">17432 17453 971 0,'0'0'83'0,"0"0"-57"0,0 0-19 0,-121 269 46 0,99-201-48 16,4-4 31-16,-4 5-1 16,-3-2-20-16,-9-2 3 15,-12 7-7-15,-7 0-20 16,-3 1 9-16,3-6-13 15,1-7-55-15,-1-24-24 16,-3-27-158-16,19-9-22 16,-13-4-107-16</inkml:trace>
  <inkml:trace contextRef="#ctx0" brushRef="#br0" timeOffset="83016.35">16669 17779 1031 0,'0'0'62'16,"0"0"-62"-16,0 0 0 15,0 0 15-15,0 0 29 16,360 47-1-16,-267-7-24 16,-6 12-5-16,-13 0-20 15,-6 4 6-15,-9-3-15 16,-6-5-107-16,-13-12-87 15,-6-4-89-15</inkml:trace>
  <inkml:trace contextRef="#ctx0" brushRef="#br0" timeOffset="83396">18151 17898 941 0,'0'0'269'0,"0"0"-256"0,0 0 10 0,0 0 28 0,0 0-49 15,341 69 4-15,-238-66-6 16,-23-3-20-16,-2 0-60 15,-22 0-82-15,-10 0-225 0</inkml:trace>
  <inkml:trace contextRef="#ctx0" brushRef="#br0" timeOffset="83901.54">19423 17320 647 0,'0'0'292'0,"0"0"-288"15,0 0 98-15,-174 210-47 16,162-138-20-16,12 3-11 16,0 6 15-16,0-5-31 15,0 0 23-15,59-11-4 16,-1-9-10-16,11-12-16 16,11-8 11-16,7-8 1 15,0-16-10-15,0 0-4 16,-19-8 1-16,-9-4-32 15,-31 0 31-15,-22 0 2 16,-6-20 5-16,0-8-4 0,0-4 13 16,-56 24-11-1,-3 4 13-15,7 4-4 0,-10 0 11 16,-10 8-24-16,4 32-2 16,9 20-3-16,6 1-15 15,19-9 14-15,34-4-42 16,0-32-88-16,53-16-267 15,40 0 162-15,34-44-134 16</inkml:trace>
  <inkml:trace contextRef="#ctx0" brushRef="#br0" timeOffset="84262.93">20899 17970 966 0,'0'0'188'0,"0"0"-171"0,0 0 13 0,0 0-24 16,0 0 37-16,0 0-35 16,269-24-6-16,-188 17-2 15,-16-1-54-15,-3 3-60 16,-37-6-203-16,-19 6-100 15</inkml:trace>
  <inkml:trace contextRef="#ctx0" brushRef="#br0" timeOffset="84461.32">20713 17754 479 0,'0'0'729'16,"0"0"-724"-16,0 0-2 16,0 0 62-16,0 0-60 15,393-28-5-15,-290 4-3 16,-17 8-148-16,-27-4-274 16</inkml:trace>
  <inkml:trace contextRef="#ctx0" brushRef="#br0" timeOffset="84834.73">22725 17906 583 0,'0'0'66'0,"0"0"95"16,0 0-70-16,415-68-17 16,-281-12-8-16,-13-29 9 0,-10-10-67 15,-43 2 19-15,-43 9-17 16,-25 32-4-16,-52 23-12 15,-82 42 1-15,-52 11 0 16,-22 47 10-16,-12 58 7 16,6 23-2-16,31 21 40 15,44-13-21-15,46-24-1 16,65-31-28-16,28-42-163 16,9-39-460-16</inkml:trace>
  <inkml:trace contextRef="#ctx0" brushRef="#br0" timeOffset="89257.72">26669 13351 865 0,'0'0'252'0,"0"0"-217"0,0 0 67 0,0 0-48 16,0 0-6-16,0 0-14 16,0 0 34-16,360-265-35 15,-227 153 11-15,-12 16-17 16,-6 2-11-16,-29 19-16 16,-27 14-8-16,-18 6-6 0,-20 22-39 15,-21 2 3-15,0 14-39 16,0 1-16-16,-46 0-214 15,-35 0-178-15</inkml:trace>
  <inkml:trace contextRef="#ctx0" brushRef="#br0" timeOffset="89457.65">26988 12308 479 0,'0'0'540'16,"0"0"-379"-16,208 213-24 15,-99-125-22-15,2 7-70 16,-8-6 1-16,-17-4-35 16,-14-5-11-16,2-8-18 0,-21-12-24 15,-13-12-22-15,-12-8-49 16,-9-11-114-16,-19-18-316 16</inkml:trace>
  <inkml:trace contextRef="#ctx0" brushRef="#br0" timeOffset="89857.8">28278 13539 645 0,'0'0'433'0,"0"0"-360"16,0 0 47-16,0 0-56 15,0 0-48-15,22-232 36 16,-16 132-8-16,13-5-6 0,-19 13-34 15,0 12 12 1,0 11-15-16,0 29-2 0,-47 16-10 16,-12 20-8-16,-9 4 2 15,-3 28-16-15,-4 32-11 16,16 9-26-16,19-5 2 16,25-17-271-16,15-11-565 15</inkml:trace>
  <inkml:trace contextRef="#ctx0" brushRef="#br0" timeOffset="90824.22">29267 13114 1194 0,'0'0'163'0,"0"0"-163"0,0 0 68 0,0 0-26 16,341-53-36-16,-260 14-6 16,-13-2-33-16,-27 1-46 15,-23 4-114-15,-18 0-211 16,0 4-313-16</inkml:trace>
  <inkml:trace contextRef="#ctx0" brushRef="#br0" timeOffset="90994.84">29410 12576 1032 0,'0'0'379'0,"0"0"-364"15,0 0 56-15,0 0-11 16,0 0-29-16,0 0-30 16,301 48-2-16,-196-48-9 15,-3-15-41-15,-9-1-94 16,-34 7-149-16</inkml:trace>
  <inkml:trace contextRef="#ctx0" brushRef="#br0" timeOffset="91489.94">26790 15308 1023 0,'0'0'114'0,"0"0"-50"0,0 0 44 0,152-213-50 16,-37 125 7-16,-10-4-42 15,3 7-7-15,-21 6-12 16,-12 14-8-16,-23 9-1 16,-11 3-28-16,-29 6-21 0,-12-2-84 15,0 18-127 1,-6-2-322-16</inkml:trace>
  <inkml:trace contextRef="#ctx0" brushRef="#br0" timeOffset="91689.53">27075 14477 1200 0,'0'0'49'0,"0"0"37"15,115 245 14-15,-47-157-26 16,3-3-43-16,4-5-31 15,-7-8-5-15,-15-8-83 0,-7-16-2 16,-5-12-82 0,-7-20-313-16</inkml:trace>
  <inkml:trace contextRef="#ctx0" brushRef="#br0" timeOffset="92122.7">27897 14879 627 0,'0'0'191'16,"0"0"-181"0,0 0 50-16,0 0 104 0,0 0-109 15,0 0-12-15,195-20-24 16,-182 35 19-16,-7 29-37 16,-6 21 28-16,0 15-18 15,-13 4-9-15,-33-7-2 16,6-18 4-16,15-10-14 0,9-26 20 15,16-6-2 1,0-9-5-16,16-8 11 0,49 0-11 16,22 0 32-1,-1-20-6-15,8 4-10 0,-8-4-14 16,-24 20 3 0,-9 0-16-16,-13 0-36 0,-12 0-24 15,-3 8-203-15,-19 7-186 16</inkml:trace>
  <inkml:trace contextRef="#ctx0" brushRef="#br0" timeOffset="92422.21">29236 15091 1297 0,'0'0'50'0,"0"0"-19"0,0 0 11 0,0 0-14 16,0 0-17-16,348-84-11 15,-283 67-8-15,-19-6-87 16,-24 7 4-16,-22-9-180 0,0-3-247 16</inkml:trace>
  <inkml:trace contextRef="#ctx0" brushRef="#br0" timeOffset="92572.47">29156 14787 1261 0,'0'0'155'0,"0"0"-140"16,0 0 32-16,0 0-35 16,0 0-12-16,0 0-8 15,387-89-67-15,-300 24-137 16,-40 26-807-16</inkml:trace>
  <inkml:trace contextRef="#ctx0" brushRef="#br0" timeOffset="127624.85">30666 12264 612 0,'0'0'418'0,"0"0"-335"0,0 0 38 0,0 0-75 0,0 0-35 15,0 0-11-15,0 0 36 16,0 0-28-16,260-125 8 15,-226 125-15-15,-9 0 1 16,3 25 16-16,-16 27-2 16,-12 12-10-16,0 3-5 0,0 2 1 15,-24-5 6-15,-17 0-15 16,7 1 10-16,22-17-6 16,12-12-1-16,0-8 4 15,0-16-9-15,71-12-32 16,25 0 31-16,-9 0 2 15,-6 0 5-15,-29 0-9 16,-33 0 10-16,-19 15-4 16,0 30 6-16,-6 12 30 15,-75 18-4-15,-30 14 12 16,-26 7-16-16,-9-4 13 16,7-12-26-16,18-24-9 0,34-20-5 15,47-20-13 1,40-16-52-16,0 0-116 0,46 0-425 15</inkml:trace>
  <inkml:trace contextRef="#ctx0" brushRef="#br0" timeOffset="128442.66">30105 15091 590 0,'0'0'188'0,"0"0"-100"0,0 0 137 0,0 0-88 0,0 0-60 16,0 0-6-16,387-48-24 0,-300 48-14 15,-6 0-17-15,-7 0-15 16,-9 0-1-16,3 0-11 16,-9 0-48-16,0 0-25 15,-9 4-144-15,-19-4-270 16</inkml:trace>
  <inkml:trace contextRef="#ctx0" brushRef="#br0" timeOffset="129173.6">31723 14466 556 0,'0'0'347'0,"0"0"-239"0,0 0 0 0,0 0-29 16,0 0-63-16,0 0 3 15,0 0 5-15,31 0 20 0,9 0 19 16,7 0-16 0,-1 0-3-16,10 15-24 0,-15 9 10 15,-10 17-26-15,-10 7-4 16,-15 12 3-16,-6 8-6 16,0 8 2-16,0 5 0 15,-46 7 0-15,-7 0 2 16,-9-7-2-16,9-9 8 15,13-13-14-15,12-15 14 16,22-11-9-16,6-9 2 16,0-9-12-16,0-2 2 15,34-5 10-15,34-8 16 0,19 0-8 16,12 0 21 0,10 0-19-16,-10-16 30 15,-18 8-39-15,-22 4 4 0,-19 4-5 16,-6 0-4-16,-9 0-12 15,-16 0-28-15,-3 28 9 16,-6 12-42-16,0 0-20 16,-6 0-222-16,-50-7-673 15</inkml:trace>
  <inkml:trace contextRef="#ctx0" brushRef="#br0" timeOffset="138298.97">846 9347 320 0,'0'0'251'0,"0"0"-239"0,0 0 68 0,0 0 49 16,0 0-97-16,0 0 13 15,0 0-9-15,0-36 9 16,0 25 15-16,0-6 9 16,0 2-50-16,-6-6-6 15,0-7-5-15,6 1-5 16,0 2-6-16,0 5 9 15,0 4 25-15,0 8-13 16,0 8 33-16,0 0-27 16,0 0 18-16,0 0-17 15,0 0-20-15,0 0-5 0,0 0-1 16,0 0-9 0,0 0 11-16,-6 24-2 0,-10 29-6 15,10 19 6-15,0 12 2 16,-13 0 7-16,4-8-2 15,2-4-5-15,-5-7 2 16,9-14 6-16,2 2-13 16,1-1 17-16,6-3-22 15,-6-10 15-15,0-11-8 16,0-15 2-16,6-1 0 16,0-12-8-16,0 0 14 15,0 0-16-15,0 0 20 16,0 0-10-16,40 3 3 15,19 5 6-15,-7 0-6 16,10 1 3-16,-3-1-5 0,0 0 1 16,22-5-1-16,-13-3 9 15,19 5-3-15,-13 3 2 16,-2-4-4-16,2 7 2 16,7-3-6-16,-16 1-1 15,15-1 0-15,23 8-2 16,-10-16 9-16,22 8-7 15,-4-4 11-15,-24-4-15 16,0 0 17-16,6 0-18 16,3 0 5-16,-9 0 0 15,-10 4 0-15,4 0 5 16,-7 0-17-16,7-4 24 0,-7 0-23 16,26 0 26-16,-14 0-24 15,-5 0 10 1,0 0-1-16,5 0 0 0,-5 0 1 15,0 0-5-15,6 7 11 16,-1 2-15-16,-8 7 19 16,18-8-18-16,-3-8 14 15,6 0-11-15,-6 0 5 16,10 0-1-16,-17 0 0 16,-5 0 0-16,-16 0-8 15,10 0 24-15,-17 0-29 16,17 0 28-16,-10 0-28 15,9 0 21-15,-5 0-16 0,-4 0 7 16,3 0-2 0,-9 0 3-16,-6 0-2 0,-4-4-10 15,-18 0 18-15,16 4-15 16,-19-8 17-16,-7 8-13 16,4 0 5-16,-19-8-3 15,16 8 1-15,-16 0 1 16,13-9-3-16,-4 2 2 15,4 7-13-15,-4-4 30 16,-2 0-27-16,5-4 17 16,4 0-7-16,-3 0 2 15,2-8-7-15,4-12 7 0,-3-8 0 16,3-4-5 0,3-1 15-16,0 5-17 0,-16 4 14 15,7 0-12 1,-4 4 7-16,-3-4-2 0,1-8 0 15,2-8 4-15,-2-5-10 16,5-3 11-16,-2-8-15 16,2 16 0-16,-2-4 6 15,-4 0-10-15,13 3 11 16,-15-7-13-16,2 12-8 16,-12 0 23-16,0 0 2 15,0 8-1-15,0 0 9 16,0-4-17-16,-12 0 16 15,-10 4-16-15,22 4 2 16,-13 16 2-16,13 8 1 0,-12 8 6 16,12 0-1-16,-22 0-2 15,-6 3 13-15,-18 14-3 16,15-1-18-16,-3 0 15 16,0-12-7-16,6 4 0 15,-3-4 2-15,-16 3-5 16,-9 6 11-16,-9 3-21 15,-3-4 27-15,-6 0-23 16,9 0 19-16,-10-8-12 16,16-4 5-16,7 0 1 15,-11 0 18-15,5 0-18 16,-4 0 7-16,3 0-4 0,-10 0-3 16,-8 0 7-16,3 0-19 15,-13 0 14-15,12-8-9 16,-12 4 3-16,7 4-2 15,-26 0-1-15,4 0 3 16,-16 0-12-16,4 0 23 16,5 8-23-16,4-4 21 15,18 1-14-15,0-5 5 16,6 0 0-16,-5 0-1 16,11 0 2-16,4 0-6 15,-10 0 16-15,-15 0-23 16,25 0 26-16,-10 0-21 15,0 0 7-15,-5 0 0 0,11 0-3 16,4 0 3 0,-3 0-8-16,-1 0 19 0,22 0-24 15,-21 0 26-15,9 0-22 16,-3-5 26-16,-25 5-26 16,6 0 9-16,0-4 0 15,6-4-3-15,22 0 3 16,10 0-4-16,18 0 10 15,-3 0-18-15,-7 4 27 16,-5-4-20-16,24 3 12 16,-9-3-9-16,-9-7 2 15,6 2-3-15,-7-3 2 0,7 1 1 16,16 7-13-16,2 8 26 16,4-5-17-16,-7 5 12 15,-2 0-9-15,2 0 4 16,-3 0-3-16,4 0 0 15,11 0 0-15,7 0-9 16,-6 0 20-16,6 0-26 16,0 0 29-16,0 0-28 15,0 0 8-15,0 0 5 16,0 0-2-16,0 0 1 16,0 0-3-16,0 0 10 15,0 0-11-15,0 0 18 16,0 0-24-16,0 0 24 15,0 0-18-15,0 0 6 16,0 0-33-16,0 0-18 0,19 13-128 16,-13-1-276-16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670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AA3A553-2A79-C0B0-C5B8-E804C00EEA3F}"/>
                  </a:ext>
                </a:extLst>
              </p14:cNvPr>
              <p14:cNvContentPartPr/>
              <p14:nvPr/>
            </p14:nvContentPartPr>
            <p14:xfrm>
              <a:off x="5748840" y="884880"/>
              <a:ext cx="6357240" cy="58359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AA3A553-2A79-C0B0-C5B8-E804C00EEA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9480" y="875520"/>
                <a:ext cx="6375960" cy="585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118D9D2-9652-4BBE-7FC8-B9646A56EABF}"/>
                  </a:ext>
                </a:extLst>
              </p14:cNvPr>
              <p14:cNvContentPartPr/>
              <p14:nvPr/>
            </p14:nvContentPartPr>
            <p14:xfrm>
              <a:off x="1809360" y="876240"/>
              <a:ext cx="10240920" cy="57337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118D9D2-9652-4BBE-7FC8-B9646A56EA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0000" y="866880"/>
                <a:ext cx="10259640" cy="575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158DAEA-C44E-5F83-E0C6-0C3D41579A11}"/>
                  </a:ext>
                </a:extLst>
              </p14:cNvPr>
              <p14:cNvContentPartPr/>
              <p14:nvPr/>
            </p14:nvContentPartPr>
            <p14:xfrm>
              <a:off x="3127680" y="350640"/>
              <a:ext cx="9082080" cy="62204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158DAEA-C44E-5F83-E0C6-0C3D41579A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8320" y="341280"/>
                <a:ext cx="9100800" cy="623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1B78AA8-78BD-BAEF-FF9C-782F7C8BB93D}"/>
                  </a:ext>
                </a:extLst>
              </p14:cNvPr>
              <p14:cNvContentPartPr/>
              <p14:nvPr/>
            </p14:nvContentPartPr>
            <p14:xfrm>
              <a:off x="2890080" y="912240"/>
              <a:ext cx="7995960" cy="38797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1B78AA8-78BD-BAEF-FF9C-782F7C8BB9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0720" y="902880"/>
                <a:ext cx="8014680" cy="389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D489A4D-3302-ED41-755E-47A346ED167C}"/>
                  </a:ext>
                </a:extLst>
              </p14:cNvPr>
              <p14:cNvContentPartPr/>
              <p14:nvPr/>
            </p14:nvContentPartPr>
            <p14:xfrm>
              <a:off x="4299840" y="2116440"/>
              <a:ext cx="7854120" cy="38408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D489A4D-3302-ED41-755E-47A346ED16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0480" y="2107080"/>
                <a:ext cx="7872840" cy="385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241FE0C-5570-B6B1-E789-E6431179B75A}"/>
                  </a:ext>
                </a:extLst>
              </p14:cNvPr>
              <p14:cNvContentPartPr/>
              <p14:nvPr/>
            </p14:nvContentPartPr>
            <p14:xfrm>
              <a:off x="250200" y="2309760"/>
              <a:ext cx="11451600" cy="43304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241FE0C-5570-B6B1-E789-E6431179B7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840" y="2300400"/>
                <a:ext cx="11470320" cy="434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2026-09-01T17:34:29Z</dcterms:created>
  <dcterms:modified xsi:type="dcterms:W3CDTF">2026-09-01T23:28:44Z</dcterms:modified>
</cp:coreProperties>
</file>