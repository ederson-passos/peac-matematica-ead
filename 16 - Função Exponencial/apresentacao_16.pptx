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2:00:24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10759 10114 50 0,'0'0'307'0,"0"0"-228"0,0 0 40 0,0 0-36 0,0 0-25 0,-46-28-11 0,46 24-2 0,0 0-1 0,-13 4-6 0,13 0 36 15,0 0-37-15,0 0 19 0,0 0-24 0,0 0 19 0,0 0-31 0,0 0 0 0,-6 0-6 0,6 0-1 0,-6 0 12 0,-9 0-17 0,15 0 8 0,-7 0-15 0,1 0 6 0,6 0 1 0,0 0-14 0,0 0 14 0,0 0-8 16,0 0 8-16,0 0-8 16,0 0 10-16,0 0-1 15,0 0-10-15,0-28 17 16,40-8-18-16,41-28 5 0,18-13-3 15,10-11 6-15,9-8-2 16,9-8-8-16,-6 4 13 16,0-5-22-16,-16 21 16 15,-9 7-7-15,-31 33-21 16,-24 16-10-16,-29 17-9 16,3 6-15-16,-15 5-40 15,0 0-78-15,0 0-92 16</inkml:trace>
  <inkml:trace contextRef="#ctx0" brushRef="#br0" timeOffset="849.44">10713 9136 415 0,'0'0'312'0,"0"0"-212"0,0 0 35 0,0 0-43 0,0 0-42 16,0 0-6-16,0 0-18 0,12-49-5 16,-12-3 13-16,16-8-22 15,-16-20 17-15,0-13-19 16,12-7-13-16,-12-5 8 16,6 14-10-16,-6 7-7 15,0 12-3-15,0 15 4 16,0 13-1-16,0 20 1 15,0 16 15-15,0 8-4 16,0 0 8-16,0 0 1 16,0 0-9-16,0 20-9 15,-6 4 0-15,6 0-29 16,0-3-21-16,0 2-69 0,-12-2-89 16,-4 2-153-16</inkml:trace>
  <inkml:trace contextRef="#ctx0" brushRef="#br0" timeOffset="1466.47">11107 8297 136 0,'0'0'485'0,"0"0"-417"0,0 0 88 0,0 0-64 0,0 0-63 0,0 0-8 0,114-100 7 0,-67 79-6 0,-19 6-14 0,12 7-8 16,-21 4 6-16,-13 4-16 16,9 0 19-16,-15 19-9 15,13 30 7-15,5 15 1 16,4 8 5-16,3 5-12 16,9-1 8-16,-6-4 0 15,-3-4-12-15,-4-7 10 16,-2-10-12-16,-19-10 12 0,16-9-14 15,-10-9 10-15,-6-10-6 16,0-6-12-16,0-7-4 16,0 0 5-16,0 0-28 15,0 0-15-15,0 0-47 16,0-3-122-16,-28-25-167 16</inkml:trace>
  <inkml:trace contextRef="#ctx0" brushRef="#br0" timeOffset="1698.65">11228 8542 688 0,'0'0'38'0,"0"0"45"16,0 0 58-16,0 0-62 15,0 0-8-15,0 0-30 16,186-9-27-16,-131-6-5 16,-14-1-18-16,-1 3-45 15,-9-2 5-15,3-1-91 16,-12 0-153-16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2:09:48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20920 5389 139 0,'0'0'315'0,"0"0"-239"0,0 0 18 0,0 0 9 0,0 0-44 16,0 0-2-16,0 0 14 15,0 0-37-15,-68 53 19 16,68-50-11-16,-6 2 23 16,6-2-33-16,0 5-11 15,0 5-14-15,0-1 3 16,0-4-6-16,0 0-2 16,0-8 2-16,0 0 0 15,6 0 9-15,28 0-6 16,13-24 32-16,27-29-8 0,7-14-6 15,-7-10-18-15,-15-3-5 16,-6 0-2 0,-25 0-24-16,-16 7 16 0,-12 10-23 15,0 14 24-15,-12 17-13 16,-69 16 5-16,-27 16-25 16,-10 8 33-16,-9 48 8 15,6 16-1-15,21 8 10 16,14 0-7-16,52 1-3 15,18-5-7-15,16-12-28 16,0-8-70-16,50-15-105 16,2-25-310-16</inkml:trace>
  <inkml:trace contextRef="#ctx0" brushRef="#br0" timeOffset="484.58">21708 5317 822 0,'0'0'182'0,"0"0"-59"0,0 0-42 0,28 208-11 0,-28-134-51 16,0 1-19-16,0-3-2 15,-28-3-64-15,3-9-64 16,-3-24-208-16</inkml:trace>
  <inkml:trace contextRef="#ctx0" brushRef="#br0" timeOffset="1265.57">22337 4841 672 0,'0'0'209'0,"0"0"-107"0,0 0 7 0,0 0-46 0,0 0-60 0,0 0 11 16,13-33-3-16,33 30 14 16,16 3-8-16,-3 0 2 15,3 0-7-15,-25 39-8 16,-3 17-8-16,-18 9 11 15,-16 15-17-15,0 0 7 16,-34 16 1-16,-34 0-13 16,-4-4 10-16,10-15 4 15,44-17-2-15,2-24 3 0,16-19-8 16,0-14-6-16,16-3-4 16,55 0 18-16,10-8 2 15,5-20 6-15,-5 4-7 16,-6 7 0-16,-23 14-2 15,-5 3-2-15,-26 0-2 16,-8 20-16-16,-1 8 14 16,-6-4-41-16,10-8-93 15,-10-16-258-15</inkml:trace>
  <inkml:trace contextRef="#ctx0" brushRef="#br0" timeOffset="2114.57">23413 4888 367 0,'0'0'230'0,"0"0"-171"0,0 0 14 16,0 0-11-16,0 0-29 15,0 0 18-15,34-28 40 16,-34 24-29-16,7 4 34 16,-7 0-52-16,0 0 0 15,0 0-17-15,0 0-9 16,-35 0 5-16,-11 0-19 15,-28 8 4-15,-13 24-5 16,6 8 16-16,16 1-8 16,12 3 10-16,19-5-8 15,22 5 1-15,12-7-14 16,0-5-9-16,0-4 7 0,40-8-14 16,25 1 9-16,10-2 10 15,11 1-9-15,-5-3 12 16,0-9-6-16,12 11 0 15,-22-7-11-15,-3 9-29 16,-21-1 40-16,-7 4-7 16,-28-1 4-16,-5 2 3 15,-7 11 0-15,0 3 6 16,-25 6 16-16,-37-5-10 16,-10 0-1-16,-8-4-9 15,-1-7-4-15,7-1-9 16,21-13 5-16,13-15-32 15,6 0 9-15,-7 0-73 16,35-43-43-16,-6-14-153 16,6-2-341-16</inkml:trace>
  <inkml:trace contextRef="#ctx0" brushRef="#br0" timeOffset="2449.14">23472 4832 908 0,'0'0'149'0,"0"0"-55"0,0 0 1 0,0 0-50 15,0 0 6-15,0 0-38 16,295-76-13-16,-221 59-9 16,-6 14-48-16,-3-9-21 15,-18 8-131-15,-19 4-570 0</inkml:trace>
  <inkml:trace contextRef="#ctx0" brushRef="#br0" timeOffset="3081.82">25044 3605 240 0,'0'0'454'0,"0"0"-367"0,0 0 7 0,0 0 18 0,0 0-67 15,0 0 43-15,0 0-29 16,-12 72 5-16,-29-12 14 15,-11 4-18-15,-10 8-21 16,3 0-38-16,-16 13 4 16,-5-5 1-16,21 1-12 15,3-17-2-15,19-12-5 0,3-21-3 16,12-18-22-16,22-13-5 16,0 0-27-16,0-5 16 15,0-39-73-15,-6-12-215 16</inkml:trace>
  <inkml:trace contextRef="#ctx0" brushRef="#br0" timeOffset="3313.54">24629 3781 752 0,'0'0'73'15,"0"0"64"-15,0 0 5 16,0 0-67-16,0 0-34 16,347 221-4-16,-266-157-10 15,-7-3-20-15,-21-2-7 16,3-2-6-16,-10-9-14 16,-6-8-50-16,-15-8-53 15,-3-13-185-15</inkml:trace>
  <inkml:trace contextRef="#ctx0" brushRef="#br0" timeOffset="4030.79">25491 5702 373 0,'0'0'350'0,"0"0"-174"0,0 0-25 0,0 0-33 0,0 0-53 15,0 0 22-15,235-44-4 16,-142 28-4-16,7 4-57 15,-14 4-13-15,-5 4-7 16,-25 0-4-16,-19 4-45 16,-21 0-22-16,-4 0-29 15,-12 0-20-15,0 0-114 16,-59 0-307-16</inkml:trace>
  <inkml:trace contextRef="#ctx0" brushRef="#br0" timeOffset="4230.33">25491 5702 613 0,'56'-277'595'0,"-38"277"-560"16,16 0 40-16,7 0 18 0,17 0-44 15,17 0-20-15,-1 0-28 16,7 0-2-16,-22 0-9 15,9-8-39-15,-21-7-73 16,-29 2-90-16</inkml:trace>
  <inkml:trace contextRef="#ctx0" brushRef="#br0" timeOffset="5828.79">27810 4716 209 0,'0'0'594'0,"0"0"-541"0,0 0 34 0,0 0 14 16,-251 261-61-16,195-170-15 15,10 9-15-15,5-3 1 16,16-4 15-16,4-9 4 16,21-8-5-16,0-12-24 15,0-8-2-15,21-12 13 16,26-11-25-16,18-13 11 0,3-17-3 16,-3-3-4-16,4 0 6 15,-11-20 1-15,-11-24 4 16,3-8 11-16,-26 0-11 15,-17 4-4-15,-7 12 6 16,0 16-6-16,0 12 2 16,-59 8 0-16,-22 3 9 15,-12 46 0-15,-22 19-5 16,10 0 2-16,31-4-12 16,15-3-7-16,37-9-18 0,22-8-82 15,0-20-140 1,0-8-354-16</inkml:trace>
  <inkml:trace contextRef="#ctx0" brushRef="#br0" timeOffset="6594.34">28359 4756 640 0,'0'0'264'0,"0"0"-203"0,0 0 11 15,0 0-15-15,0 0-50 16,0 0-6-16,-25 16 6 0,-9 36 3 15,-19 9 18-15,-3 6-20 16,-9 2 28-16,19-13-32 16,5-8 13-16,14-16-9 15,20-4-5-15,7-15-3 16,0-5-17-16,0-5 9 16,41 5 3-16,33-8 0 15,4 0 10-15,12 0-5 16,3 0 11-16,-13 0-22 15,-9 0 11-15,-9 0-11 16,-15 0-10-16,-13 0-9 16,-28 0-27-16,-6-8 19 15,0 5 37-15,0-14 2 16,0 5 2-16,0-8-2 0,0 4 9 16,0 0-3-16,0 4 1 15,0 3-1-15,0 9 12 16,0 0 41-16,0 0-25 15,0 0 7-15,0 0-30 16,0 21 13-16,0 31-5 16,-6 13 20-16,-34 10-10 15,-1 14-9-15,7-14 5 16,0 2-19-16,16-13 11 16,-4-12-9-16,10-8-9 0,12 4 0 15,0-15-3 1,0-9-37-16,0-12-60 0,0-4-7 15,0-8-264-15</inkml:trace>
  <inkml:trace contextRef="#ctx0" brushRef="#br0" timeOffset="39184.3">17565 1503 80 0,'0'0'36'0,"0"0"75"0,0 0 2 0,0 0-14 16,0 0-49-16,0 0 10 15,0 0 4-15,0 0-10 16,0 0 1-16,0 0 4 16,0 0 4-16,0 0-28 15,0 0 19-15,0 0-22 0,0 0-14 16,0 0 12-16,0 0-15 16,0 0 22-16,0 0-21 15,0 0 20-15,0 0-27 16,0 0 10-16,0 0-4 15,0 0-1-15,0 0 6 16,0 0-11-16,0-8 5 16,0-8-12-16,0 8-1 15,0-12 8-15,13 0-16 16,8 1 14-16,4-2-10 16,3 6 5-16,6 2-2 15,-3 1 0-15,3 0 0 16,1 12-9-16,-8 0-3 0,4 0 11 15,-3 28-13-15,-15 12 14 16,2 9-12-16,-15-2 3 16,0 9 1-16,0 5-17 15,-15 11-13-15,-19-4-16 16,-4-4 38-16,-2-16-4 16,0-4 16-16,6-11 8 15,6-10 0-15,9 1-4 16,-3-7 0-16,22-14 2 15,0 2-1-15,0-5-2 16,0 0-23-16,0 0 1 16,35 0-18-16,11-20 41 0,16-1 1 15,-9 6-1 1,-7-9 0-16,1 7-31 0,-7 1-59 16,0-4-41-16,-15 9-121 15</inkml:trace>
  <inkml:trace contextRef="#ctx0" brushRef="#br0" timeOffset="40316.6">18248 1431 389 0,'0'0'68'0,"0"0"-2"0,0 0 42 16,0 0-38-16,0 0-14 15,0 0-2-15,-41 0-25 16,26 0 30-16,2 0-8 16,1 0 10-16,6 0-24 15,-10 0-3-15,16 0-16 16,0 0-6-16,0 0-2 15,0 0-6-15,0 0-5 16,0 0 9-16,0 0-16 16,0 0 12-16,0 0-11 0,0 0 14 15,22 0-4-15,3 0 7 16,3 0-6 0,0-11 0-16,3-6-2 0,-4 9-3 15,1-4 4-15,-9 5-6 16,-13 2 6-16,0 5-10 15,-6 0 12-15,0 0-5 16,0 0 1-16,0 0 7 16,0 0 3-16,0 0-5 15,0 0-6-15,0 0-9 16,-18 16 9-16,-16 4 2 16,0 0 7-16,9 4-9 15,3-4 1-15,10 4-3 16,-1 1 12-16,7-6-19 15,6-7 15-15,0 1-12 0,0-1 1 16,0 4 4-16,0 4-8 16,31-4 8-16,25-8-2 15,-10 0 6-15,7-8-6 16,0 8 10-16,-13-1-14 16,-12-7 0-16,-3 17 6 15,-10-9-22-15,-9 3 19 16,1-3-7-16,-7 9 4 15,0 7 5-15,0 4-7 16,-41 8 9-16,7-3 15 16,-12-10 7-16,21-2-21 15,3-10 10-15,-6-2-11 0,28-6 0 16,-6 2-5-16,6-5-13 16,0 0-8-16,0 0-69 15,0 0-108-15,0 0-119 16</inkml:trace>
  <inkml:trace contextRef="#ctx0" brushRef="#br0" timeOffset="40783.24">18341 1387 288 0,'0'0'295'0,"0"0"-237"0,0 0 37 0,0 0-1 16,0 0-36-16,0 0 11 0,80-11 4 16,-33 2-4-16,-7 1-9 15,6 8-36-15,-5 0 15 16,-7 0-30-16,19 0 0 15,-1 0-9-15,7 0-4 16,-12 0-5-16,2-4-24 16,-18-5-8-16,3 2-88 15,-27-1-120-15,-7 0-439 16</inkml:trace>
  <inkml:trace contextRef="#ctx0" brushRef="#br0" timeOffset="41598.04">17410 2289 80 0,'0'0'376'0,"0"0"-367"0,0 0 64 16,0 0 24-16,0 0-28 16,0 0-15-16,-86 12 44 0,79-12-7 15,7 0-26 1,0 0-1-16,0 0 9 0,0 0-24 16,0 0-30-16,0 0 20 15,0 0-22-15,7 0 10 16,39-15-16-16,41-14 31 15,34-11-19-15,18 4 8 16,16 0-3-16,13 4-19 16,-16 8-6-16,-3 8 4 15,-29 3-14-15,-27 10-9 16,-34-2-4-16,-6 5-20 16,-25 0 18-16,-6 0-11 15,-4 0-13-15,-18 0-1 16,0 0-52-16,0 8-153 15,0 1-332-15</inkml:trace>
  <inkml:trace contextRef="#ctx0" brushRef="#br0" timeOffset="42281.36">17665 2987 361 0,'0'0'94'0,"0"0"21"0,0 0-1 0,0 0-45 16,0 0-40-16,0 0 33 16,0 16 24-16,0-27-9 0,0-22-46 15,6-11-2 1,0-8 7-16,16-9-12 0,-10-3-5 16,10 5-18-16,-22-6-2 15,0 21-13-15,0 8 5 16,0 16-18-16,0 12 27 15,0 8 0-15,0 0-4 16,0 0-1-16,0 0 4 16,-10 8 0-16,-14 28-64 15,-10 16-10-15,-19 9-98 16,-9 3-283-16</inkml:trace>
  <inkml:trace contextRef="#ctx0" brushRef="#br0" timeOffset="42525.09">17665 2987 450 0</inkml:trace>
  <inkml:trace contextRef="#ctx0" brushRef="#br0" timeOffset="42747.46">17665 2987 450 0,'282'-128'38'0,"-282"140"65"0,0-1-3 0,0-2-6 15,0-5-36-15,6-4-13 16,13 0 17-16,8 0-26 15,-2 0 4-15,25 0 18 16,-4-28-20-16,1-8-26 16,-1 0-8-16,-5-4-8 15,-16 0-1-15,-16-9 4 16,-9 13-33-16,0-8 12 16,0 13 2-16,-34 2 20 15,-7 9 6-15,-5 3-5 16,-7 17-1-16,13 0 8 0,0 0-11 15,-7 0 3 1,13 30-32-16,0-3-126 0,28-3-125 16</inkml:trace>
  <inkml:trace contextRef="#ctx0" brushRef="#br0" timeOffset="43179.74">18399 2791 376 0,'0'0'34'0,"0"0"97"0,0 0-52 0,0 0-37 0,0 48-7 0,7-36 17 16,21-8 12-16,12 0-7 15,-6-4 16-15,12 0-34 16,13 0 38-16,-6-16-41 16,-3-20-5-16,2-8-24 15,-11-4-7-15,-16-4 0 16,-10 3-24-16,-15 13 8 15,0 8-21-15,-9 4 34 16,-28 8 3-16,-19 8-3 16,9 4 3-16,1 4 0 0,-13 0 5 15,12 16-5-15,7 20-3 16,12 0-17-16,28-8-108 16,0-12-252-16</inkml:trace>
  <inkml:trace contextRef="#ctx0" brushRef="#br0" timeOffset="53407.21">19283 1130 242 0,'0'0'16'0,"0"0"24"0,0 0 66 0,0 0-12 0,0 0-36 15,0 0-1-15,0 0 33 16,0 0 1-16,6 0 6 0,-6 0-41 16,0 0-16-16,0 0-35 15,0 0 4-15,0 0-5 16,0 0 2-16,0 0-4 15,0 0 0-15,0 0 33 16,0 0-9-16,0 0 18 16,0 0-27-16,0 0 4 15,0 0-8-15,0 0 3 0,0 0-2 16,0 0-3-16,0 0 12 16,0 0-16-16,0 0 12 15,0 0-16 1,13-16-3-16,2-7-13 0,16-2 11 15,3-3-1-15,0 9 3 16,-6-2 0-16,-3-3-15 16,9-4-2-16,7-1-34 15,-7-2-43-15,-3-2-123 16,-10 6-69-16</inkml:trace>
  <inkml:trace contextRef="#ctx0" brushRef="#br0" timeOffset="53857.83">19128 962 562 0,'0'0'114'0,"0"0"-30"0,0 0 65 0,0 0-26 15,0 0-38-15,0 0-35 16,121 44-32-16,-115-40-3 16,-6-4-15-16,13 0 4 15,-13 0-4-15,0 0-16 0,9 0-7 16,3 0-74-1,-12 0-94-15,0-12-523 0</inkml:trace>
  <inkml:trace contextRef="#ctx0" brushRef="#br0" timeOffset="54338.26">19469 1412 669 0,'0'0'276'0,"0"0"-240"0,0 0 74 0,0 0-35 16,0 0-60-16,0 0-11 16,62 0-4-16,-49-5-16 15,-1-7-94-15,-12 0-66 16,0 0-302-16</inkml:trace>
  <inkml:trace contextRef="#ctx0" brushRef="#br0" timeOffset="55136.52">19978 778 469 0,'0'0'200'0,"0"0"-150"0,0 0 46 0,0 0-6 16,0 0-67-16,0 0 11 15,-28 3-24-15,3 14 10 16,3-1 6-16,4 4 7 16,2 4 10-16,10-1-29 15,6-2 10-15,0 7-21 16,0-8-3-16,0-4 7 16,0 1-8-16,6-2 2 15,28 1 8-15,13 0-6 16,-1 4-1-16,16 0 7 15,-9-4-8-15,0 4 3 16,-13-4-1-16,-12 0-6 16,-16-4 0-16,1 1 2 15,-4-5-2-15,-9 7-2 0,0 6 1 16,0 7 4-16,0 0 27 16,0 8-18-16,-28-12 8 15,0-1-17-15,-3-2 0 16,10-9-21-16,-14-8-5 15,11 4-8-15,-4-8-6 16,9 0 7-16,-3 0-33 16,-12-28-118-16,16-12-267 15</inkml:trace>
  <inkml:trace contextRef="#ctx0" brushRef="#br0" timeOffset="55505.52">20058 793 487 0,'0'0'51'0,"0"0"39"0,0 0 80 0,0 0 1 0,0 0-87 15,0 0 0-15,162-3-67 16,-138 3 11-16,17 0-20 15,-1-4-8-15,0-9-4 16,-6 2-44-16,-9-2-83 16,-25 13-185-16</inkml:trace>
  <inkml:trace contextRef="#ctx0" brushRef="#br0" timeOffset="56503.39">20331 2342 139 0,'0'0'411'0,"0"0"-291"0,0 0 9 0,0 0 43 15,0 0-79-15,0 0-16 16,22-8-38-16,-16 8-17 16,6 0-9-16,10 0 6 15,-3-8 6-15,-7 8-17 16,16 0 12-16,0 0-15 16,3 0 0-16,3 0-5 15,0-9-2-15,-6 9-20 16,-9-8-3-16,9 8-7 15,-22-8-20-15,0 8-53 16,-6 0-31-16,0-8-52 0,0 1-4 16,0-1-237-1</inkml:trace>
  <inkml:trace contextRef="#ctx0" brushRef="#br0" timeOffset="56671.44">20331 2342 530 0</inkml:trace>
  <inkml:trace contextRef="#ctx0" brushRef="#br0" timeOffset="56785.68">20331 2342 530 0,'-152'-237'138'0,"171"237"-61"0,3 0 72 16,24 0 25-16,-15 0-106 15,25 0-22-15,-3-4-32 16,-7-4-2-16,1 0-12 16,5-4-5-16,-5 4-25 15,-13 3-78-15,-12-3-140 16,-22-3-371-16</inkml:trace>
  <inkml:trace contextRef="#ctx0" brushRef="#br0" timeOffset="58234.37">22002 1371 283 0,'0'0'95'0,"0"0"81"0,0 0-78 0,0 0-36 0,0 0 8 15,0 0 2-15,0 0-1 16,0 0-28-16,0 0-3 16,0 0-1-16,0 0 4 15,0 0-20-15,0 0 18 16,0 0-26-16,0 0 12 16,0 0-19-16,0 0 11 0,0 0-13 15,0 0 7-15,0 0 6 16,0 0-12-16,0 0 17 15,-12 0-18-15,-10 0 8 16,-18 0-11-16,9 12-6 16,-25 4-2-16,3 0 5 15,7 4-1-15,6 1 3 16,6-6-4-16,3 9 4 16,3 4-9-16,6-8 12 15,3-4-12-15,13 1 1 16,6-6-1-16,0 10-15 0,0-1 12 15,0 4 4 1,0-4 6-16,0-8-7 0,25-1 13 16,3-3-14-16,18-3 16 15,1-1-12-15,15-4 8 16,-3 0-4-16,0 4 1 16,-3 4 1-16,-16 4-4 15,-9 0 6-15,-3-4-10 16,0 0 12-16,-4 4-9 15,-2 4 6-15,-9 0-2 16,-7 9 0-16,-6-6 1 16,0 1 2-16,0 13 0 0,-19-2 9 15,-27-2-13 1,-23 2 0-16,-5-6-7 0,15-5 5 16,-15-9-8-16,9 2 6 15,3-9-30-15,9-4-15 16,6 0 9-16,13 0-40 15,16 0-58-15,2-17-63 16,16-11-15-16</inkml:trace>
  <inkml:trace contextRef="#ctx0" brushRef="#br0" timeOffset="58783.64">21801 1339 468 0,'0'0'320'0,"0"0"-252"0,0 0 67 0,0 0-75 16,0 0 1-16,0 0-7 0,161 0-25 15,-114 0 2-15,-1 0-26 16,-6 0-5-16,7 0 0 16,-19-8-16-16,-6 8-65 15,-22 0-92-15,0 0-274 16</inkml:trace>
  <inkml:trace contextRef="#ctx0" brushRef="#br0" timeOffset="59433">21221 2334 218 0,'0'0'293'0,"0"0"-200"0,0 0 45 0,0 0 8 15,0 0-74-15,0 0 1 16,0 0-2-16,0 0-20 0,12 0-30 16,23 0 17-1,17 0 8-15,29 0 16 0,6-8-11 16,12-1-13-16,9 1-15 15,-2 0-19-15,-4 5 4 16,-3-6-8-16,-18-2 0 16,-13 3-26-16,-21 0 4 15,-16 8-21-15,-10 0-62 16,-2 0 53-16,-10 0-120 16,-9 0-120-16,0 0-171 15</inkml:trace>
  <inkml:trace contextRef="#ctx0" brushRef="#br0" timeOffset="60185.81">21326 2627 259 0,'0'0'195'0,"0"0"-53"0,0 0-12 0,0 0-29 0,0 0 17 16,0 0-39-16,28 0 10 15,6 0-44-15,1 0-9 16,-4 0-17-16,3 0-2 16,-6 0-8-16,-4 0-8 15,-8 0-2-15,-10 0 2 16,-6 19-2-16,0 9 2 15,0 8 1-15,-22 9 0 16,-2 2-1-16,-17-6 0 16,1 3-1-16,12-8 3 15,3-11-2-15,10 2-1 16,2-10-6-16,13-2 4 16,0-2 4-16,0-10-9 15,0-3 4-15,0 0 2 0,0 0-9 16,0 0 10-16,41 0 6 15,-7 0-1-15,19 0 6 16,-19 0-6-16,6-16-10 16,0 4-6-16,1-4 2 15,-10-4-40-15,15 9-39 16,-18 6-13-16,0-7-93 16,-16 8 5-16,-12 4-120 15</inkml:trace>
  <inkml:trace contextRef="#ctx0" brushRef="#br0" timeOffset="60616.94">21801 2843 458 0,'0'0'114'15,"0"0"-81"-15,0 0 36 0,0 0-2 0,0 0-1 16,0 0 32-16,40 60-31 0,-6-56-3 16,0-4-23-16,1 0 27 15,11 0-42-15,19-16 3 16,16-29-9-16,-1-6-8 15,-11-1-12-15,-17 3-2 16,-11 5 1-16,-23 8-13 16,-18 8 5-16,0 12-6 15,0-4 7-15,-18 8-12 16,-35 8-11-16,-9 4 1 16,-3 0-7-16,9 0 34 15,3 32 3-15,7 1 52 16,5-2-23-16,7 13-13 15,10-8-16-15,8-3-15 0,10-13-83 16,6-12-149-16,0-8-238 16</inkml:trace>
  <inkml:trace contextRef="#ctx0" brushRef="#br0" timeOffset="61547.99">22564 1094 58 0,'0'0'546'0,"0"0"-519"0,0 0 54 0,0 0 20 16,0 0-53-16,0 0 19 15,-7 0-7-15,7 0 3 16,28 0 24-16,3 0-37 15,25 0 1-15,-9-3-29 16,5-10-7-16,-17 5-13 16,17-4-4-16,-18 0-14 15,0-4-9-15,-9 8-23 0,-9-4-38 16,-4 4-61 0,-12 4-126-16,0-8-180 0</inkml:trace>
  <inkml:trace contextRef="#ctx0" brushRef="#br0" timeOffset="61770.7">22564 1094 189 0</inkml:trace>
  <inkml:trace contextRef="#ctx0" brushRef="#br0" timeOffset="61881.04">22564 1094 189 0,'108'-172'685'0,"-108"176"-541"15,0-4 0-15,0 0-29 16,0 0-111-16,0 0-4 15,0 0-43-15,0 0-8 16,0 12-56-16,0 3-139 16,0 10-456-16</inkml:trace>
  <inkml:trace contextRef="#ctx0" brushRef="#br0" timeOffset="62166.18">22852 1387 704 0,'0'0'172'16,"0"0"-59"-16,0 0 10 15,0 0-75-15,0 0-28 16,0 0-20-16,6 0-5 16,-6 0-2-16,0 0-3 0,0 0 4 15,0 0-15-15,0 0-68 16,0 0-138-16,0-8-222 16</inkml:trace>
  <inkml:trace contextRef="#ctx0" brushRef="#br0" timeOffset="62864.59">23308 950 306 0,'0'0'245'0,"0"0"-96"0,0 0-14 0,0 0-56 15,0 0-32-15,0 0-26 16,-90 3-13-16,77 2 6 15,1 3 1-15,6 4 18 16,-16 12-2-16,4 0 18 16,-4 5-29-16,9-1-3 15,13-5-17-15,-12-10-4 16,12 6 2-16,0-2 2 0,0-6-7 16,0 6 10-16,12-6-7 15,23 2 8-15,5-1-1 16,0 4-2-16,1-5 4 15,-1 2 0-15,-9-1-5 16,-9 4 0-16,-4-12 6 16,-2 12-14-16,-4-8 18 15,-6 0-13-15,-6 8 9 16,0 0 0-16,0 5 8 16,0-2-6-16,-28-2-8 15,4-2-5-15,2-15-8 16,9 0-30-16,-14 0 0 15,-4 0-54-15,-10 0-149 0,1-7-132 16</inkml:trace>
  <inkml:trace contextRef="#ctx0" brushRef="#br0" timeOffset="63096.59">23494 958 692 0,'0'0'106'0,"0"0"-61"0,0 0 42 0,0 0-83 0,0 0-4 0,0 0-10 15,180-16 4 1,-128 8-64-16,-24-4-50 0,-15 12-198 15</inkml:trace>
  <inkml:trace contextRef="#ctx0" brushRef="#br0" timeOffset="63729.87">23171 2289 99 0,'0'0'207'0,"0"0"-190"0,0 0 71 0,0 0 57 0,0 0-65 16,0 0 34-16,0-52-21 16,0 44-69-16,0 0 0 15,0 4 24-15,0 0-1 16,0 4-22-16,0 0 18 15,0 0 25-15,0 0-26 0,0 0-33 16,28 0 40 0,0 0-29-16,13-12 0 0,11 0 13 15,-11 0-25-15,11 0 0 16,1 4-3-16,-25 0-10 16,12 4-14-16,-15 0 4 15,3 0-10-15,-16 4 3 16,16 0-10-16,-15-8-20 15,-7 0-74-15,-6 0-128 16,0 4-214-16</inkml:trace>
  <inkml:trace contextRef="#ctx0" brushRef="#br0" timeOffset="63927.73">23171 2289 345 0</inkml:trace>
  <inkml:trace contextRef="#ctx0" brushRef="#br0" timeOffset="64063.23">23171 2289 345 0,'-86'-248'276'0,"101"248"-258"16,25 0 101-16,13-4 119 0,0 4-137 15,0 0-32-15,-13 0-18 16,16 0-33-16,-10 0 9 16,-15 0-27-16,16-5 0 15,-19 5 0-15,12-3-25 16,-6-5-11-16,-9 0-54 16,-4 0-140-16,-14-1-288 15</inkml:trace>
  <inkml:trace contextRef="#ctx0" brushRef="#br0" timeOffset="64828.16">24675 1921 100 0,'0'0'147'0,"0"0"31"0,0 0 7 0,0 0-61 16,0 0-5-16,10 0 4 15,-10 0-34-15,0 0-14 16,0 0-28-16,6 0-17 16,-6 0-1-16,0-16 4 15,0-4-28-15,0-9 18 16,0-19-23-16,0 0 9 16,0-4-9-16,0-20-1 15,12 3-1-15,1-3-12 16,-13 20 6-16,15 21 7 0,-15 22-1 15,0 9 4-15,0 0 16 16,0 0-11-16,0 0-7 16,0 0-4-16,0 0-18 15,0 0-4-15,0 0-17 16,0 9 8-16,0 10 15 16,0 21 18-16,-15 4-20 15,-38 20-11-15,-6 1-94 16,-3-1-215-16</inkml:trace>
  <inkml:trace contextRef="#ctx0" brushRef="#br0" timeOffset="65361.88">24409 2193 72 0,'0'0'464'0,"0"0"-331"0,0 0-11 0,0 0 12 16,0 0-66-16,0 0-5 15,0 0 14-15,0 0-32 16,0 0-4-16,0 0-14 0,15 0 10 16,32 0-13-1,11 0 29-15,-5 0-24 0,28 0-2 16,-13-12-26-16,3 8 0 16,-9-4-2-16,3 4-18 15,-18 4 3-15,9-8-30 16,-3 4 2-16,-13-4-28 15,-6 4-26-15,-28 4-175 16,-6 0-244-16</inkml:trace>
  <inkml:trace contextRef="#ctx0" brushRef="#br0" timeOffset="66195.39">24529 2453 270 0,'0'0'282'16,"0"0"-199"-16,0 0 12 0,0 0-33 0,0 0 9 15,0 0 15-15,0-3-5 16,0 3 8-16,0 0-32 16,-6 16-17-16,0 0-31 15,-9 0 6-15,8 5-7 16,-11-2-12-16,12-2 11 16,-10 2-6-16,10-7 0 15,0 4-1-15,-1-8 0 16,7-4-2-16,0 1-1 15,0 3 6-15,0-5-10 0,0-3 2 16,0 0 3-16,25 0-4 16,3 0 2-16,-6 0 7 15,-4 0-3-15,17 0 0 16,-17 0 1-16,4 0-2 16,3 0 6-16,-4 0-10 15,-8 0 12-15,15 0-14 16,-10 0 4-16,4 0 0 15,-16 0-15-15,0 0 9 16,1 0 5-16,-1 0-6 0,0 0 1 16,-6 0 2-1,0 0 2-15,0 0 10 0,0 0 0 16,0 0 2 0,0 0 15-16,0 0-7 0,0 0-9 15,0 0-6-15,0 0 3 16,0 16-8-16,0 12 12 15,0 0-3-15,0 13 1 16,0-2 8-16,0 2-13 16,0-5 0-16,0-16-4 15,0-4 9-15,0-8-10 16,0-4 3-16,0-4 2 16,0 0-39-16,0 0-5 15,0 0-92-15,0 0-231 0</inkml:trace>
  <inkml:trace contextRef="#ctx0" brushRef="#br0" timeOffset="70840.98">22992 8193 565 0,'0'0'95'0,"0"0"-12"0,0 0 64 0,0 0-61 15,0 0-33-15,0 0-4 16,0 0 21-16,0 0-49 16,0-213 2-16,0 161-6 15,21-4 2-15,-8-8-4 16,-1-13-13-16,10-7 2 15,-4 4 2-15,-2 5-3 16,-16 1-3-16,0 10-1 16,0 20-19-16,0 13 17 15,0 18-1-15,0 13 8 0,0 0-8 16,-28 5-2 0,-6 34 5-16,-19 10-3 0,7 3-7 15,12 0-47-15,27-12 1 16,7 0-210-16,0-8-4 15</inkml:trace>
  <inkml:trace contextRef="#ctx0" brushRef="#br0" timeOffset="71572.55">22477 8542 409 0,'0'0'215'0,"0"0"-120"0,0 0 29 0,0 0 3 16,0 0-70-16,0 0 47 15,214-36-47-15,-121 24 1 16,22 4-34-16,5 0 16 16,1 4-25-16,-9 4-11 15,-3-4-3-15,-16 0-1 16,-13 4-8-16,-15-5-23 0,3-3-6 16,-9 5-42-1,-3-9-84-15,-9 7-165 0,-22 2-356 16</inkml:trace>
  <inkml:trace contextRef="#ctx0" brushRef="#br0" timeOffset="72454.5">23119 8746 406 0,'0'0'275'0,"0"0"-221"0,0 0 64 0,0 0 15 0,0 0-64 16,0 0-5-16,0 165-38 15,0-125 3-15,0 1-13 16,0 2 22-16,0-3-29 15,0 0 7-15,0-11-11 0,0-6-5 16,0-7-3-16,0-7-4 16,12-6 7-16,10-3-28 15,-4 0 15-15,29 0 11 16,-7 0 2-16,16 0 0 16,-16 0 0-16,1 0-1 15,-4-15-17-15,-9-1 7 16,0-1-11-16,-10 1 11 15,-12 0-5-15,1 4 15 16,-7 1-5-16,0-2 1 16,9 1 10-16,-9 4-5 15,0 0 9-15,0 8 1 16,0 0 8-16,0 0-9 16,0 0 16-16,0 0-25 0,0 0 15 15,0 0-13-15,0 0 16 16,0 5-17-16,0 18 13 15,0 13-6-15,0 8-2 16,0 8 5-16,0 1-7 16,0 7-2-16,0-4 9 15,0-8-22-15,0-4 0 16,0-8 8-16,0-7 3 16,0 2-11-16,0-3-10 15,0-7-14-15,19 2-24 16,-19-18-153-16,21-5-232 15</inkml:trace>
  <inkml:trace contextRef="#ctx0" brushRef="#br0" timeOffset="73071.34">22356 9676 604 0,'0'0'41'0,"0"0"-7"0,0 0 37 16,0 0-10-16,0 0-61 16,0 0 33-16,-78-100 18 15,44 56-20-15,-18-12-7 16,-4-7 7-16,-3-10-17 15,-9-20-13-15,3-15-1 16,-4-20 8-16,23-9 25 16,33-11-26-16,13 0-13 15,0 3 12-15,59 13-5 16,16 7 3-16,-10 14-2 0,3 3-4 16,-15 11-88-16,3 5-117 15,-19 16-108-15</inkml:trace>
  <inkml:trace contextRef="#ctx0" brushRef="#br0" timeOffset="73887.73">24102 7528 407 0,'0'0'374'0,"0"0"-356"0,0 0 57 0,0 0 19 16,0 0-48-16,0 0-7 15,254 203 8-15,-195-159-3 16,3 13-30-16,-10 3 19 16,17 5-10-16,-32 7-1 15,19 8-15-15,-31 4-7 16,9 4 6-16,-28 4-6 16,-6 1 0-16,0-1 7 0,0 0-6 15,0-4-1-15,0 0-1 16,-25-3-10-16,-9-9 5 15,-6-12-20-15,6-4-2 16,-7 4 4-16,-12 0-18 16,1 5-40-16,-1-13-55 15,3-16-88-15</inkml:trace>
  <inkml:trace contextRef="#ctx0" brushRef="#br0" timeOffset="74821.28">24929 7454 357 0,'0'0'221'0,"0"0"-139"0,0 0-14 0,0 0-34 15,0 0 19-15,0 0 44 16,22-39-29-16,3 11 4 0,25-8 2 15,-4-5-28 1,7 2-24-16,0 6 0 0,-13-3-12 16,13 5-10-1,-13 2-7-15,-12-3-10 0,-3 16-7 16,-4 0-26-16,-8 4-28 16,-13 0-45-16,0 4-84 15,0 8-133-15</inkml:trace>
  <inkml:trace contextRef="#ctx0" brushRef="#br0" timeOffset="75153.11">24939 7099 72 0,'0'0'665'16,"0"0"-651"-16,0 0 93 16,0 0 38-16,0 0-31 15,0 0-52-15,198 191-10 16,-145-135-3-16,-3-3-19 15,2-9-1-15,-18 0-28 0,4-3-1 16,-4-10-10-16,-13 5-15 16,-8-8-29-16,-1-4-24 15,-6-12-83-15,-6-12-370 16</inkml:trace>
  <inkml:trace contextRef="#ctx0" brushRef="#br0" timeOffset="76553.14">26055 8674 728 0,'0'0'72'0,"0"0"-5"0,0 0 52 0,0 0-75 15,0 0-8-15,394-16-36 16,-341 4-7-16,-13 4 0 16,0 5-10-16,-15 3 12 15,-3 0-14-15,-16 0-21 16,-6 0-97-16,0 0-63 16,0 0-397-16</inkml:trace>
  <inkml:trace contextRef="#ctx0" brushRef="#br0" timeOffset="76834.82">26142 8481 831 0,'0'0'117'0,"0"0"-91"0,0 0 96 16,0 0-30-1,0 0-60-15,0 0 1 16,226 16-22-16,-173-16-3 0,-13 0-8 16,7 0-6-16,-13 0-14 15,6 0-58-15,-15-8-118 16,-10 0-374-16</inkml:trace>
  <inkml:trace contextRef="#ctx0" brushRef="#br0" timeOffset="77632.89">27919 7944 696 0,'0'0'136'0,"0"0"-22"0,0 0-12 0,0 0-26 16,0 0-39-16,0 0 6 16,-22 0-23-16,-3 13-2 15,-15 10-17-15,-7 13 5 16,7 8 6-16,-13 13-1 15,7 7 8-15,-4 4-14 0,19 5 12 16,3-6-12-16,10-3-2 16,8-3 2-16,10-5-9 15,0 0 4-15,0-4-9 16,0-4 6-16,0-3-14 16,22-14 14-16,6-2-9 15,9-14 5-15,3-7-21 16,1-8 12-16,21 0-15 15,-3-23 21-15,-7-26-10 16,4-7-14-16,-25 4-20 0,-15 8 12 16,-10 8 20-1,-6 16 10-15,0 7 12 0,0 10 33 16,-13 3-8 0,-27 0 24-16,-16 0-11 0,-9 32-37 15,19 8 2-15,-1 4 1 16,19 4-1-16,10 1-2 15,18-10-1-15,0-3-3 16,0-15-55-16,0-14 13 16,12-7-39-16,22 0-167 15,13-15-118-15</inkml:trace>
  <inkml:trace contextRef="#ctx0" brushRef="#br0" timeOffset="78333.32">28573 8001 340 0,'0'0'376'0,"0"0"-260"0,0 0-7 0,0 0-35 16,0 0-41-16,0 0-10 15,0 15 13-15,-34 21-10 16,-13 13 23-16,-6 11-15 15,1-4 8-15,11-3-27 16,14-17-1-16,8-13-10 16,19-10-1-16,0-2-3 15,0-3-9-15,0 1-7 16,0 2 4-16,25 2 7 16,31-6 3-16,2 1-2 15,4-8-4-15,-3 8 6 16,0-3-7-16,-12-5-12 15,-7 0 13-15,-18 0-15 0,-4 0 18 16,-2 0-10-16,-4 0 15 16,1-8-8-16,8-9 6 15,4-2-18-15,-9 2-21 16,-4-2 1-16,-6 6 2 16,1 6 22-16,-7 2 8 15,0 5 8-15,0 0 17 16,0 0 38-16,0 0-24 15,0 0 11-15,0 25-24 16,-7 14-7-16,-21 10 13 0,-3 10 3 16,10 6 11-1,-4-1-23-15,9-4 6 16,10-3-19-16,6-10-4 0,0-6-1 16,0-13-5-1,0 0-11-15,0 0-41 0,-28-9-91 16,-3-2-234-16</inkml:trace>
  <inkml:trace contextRef="#ctx0" brushRef="#br0" timeOffset="84628.14">23286 11502 399 0,'0'0'383'0,"0"0"-356"0,0 0-9 0,0 0 61 15,0 0-59-15,0 0-11 16,0 0-8-16,-28 0 19 16,28 0 53-16,0 0 11 15,0 0-23-15,0 0-30 16,0 0 1-16,0 0-9 16,0 0-11-16,0 0 7 15,0 0-8-15,0 0 0 0,0 3-10 16,0 9 12-1,-6 9-13-15,0 7 12 0,-7 8-2 16,-8 4-10-16,-4 4 1 16,-9 8-1-16,6 12 0 15,-12 1 6-15,-1 7-14 16,16-16 12-16,-9-8-9 16,16-12 6-16,2-20-3 15,16-8-10-15,0-3-15 16,0-5 2-16,0 0-12 15,0 0 25-15,6 0 3 16,22 0 2-16,13 0 9 16,5 0-6-16,1 0 2 15,-1-5 2-15,1-7-2 0,-7 0 6 16,-12 4-10-16,0 4 13 16,-16-4-15-16,1 8 10 15,8-8-10-15,-14 0 3 16,11-7-9-16,-2 2 4 15,2 1 1-15,-12 4 4 16,7 0 5-16,-4 0-3 16,-9 0 6-16,0 4-4 15,0-9 2-15,0 10-2 16,0-9-2-16,0 4 0 16,0 3 2-16,0 2 1 15,0 3 1-15,6 0 12 16,-6 0 24-16,0 0-32 0,0 0 10 15,0 0-9-15,0 0 7 16,0 8-11-16,0 15 4 16,0 10 6-16,0-1-10 15,0 8 5-15,0 12 2 16,0 4-6-16,0 1-3 16,0-1 15-16,-6-8-15 15,-3-8-3-15,9-12 3 16,0-3-7-16,0-6 2 15,0 5-27-15,0 8 12 16,0-7-43-16,0-2-20 16,0-15-41-16,0-8-132 15</inkml:trace>
  <inkml:trace contextRef="#ctx0" brushRef="#br0" timeOffset="88524.46">23667 11229 322 0,'0'0'344'0,"0"0"-294"0,0 0 40 0,0 0 37 0,0 0-56 0,0 0-13 16,0 0 2-16,-12 0-12 16,12 0-25-16,0 0 25 0,0 0-13 15,0 0 3 1,0 0-13-16,0 0 2 0,0 0-9 16,0 8-15-1,0-8 4-15,31 8-6 0,16-8 3 16,21 0-4-16,-9 0-6 15,3 0-13-15,-10-8-8 16,1-8-18-16,-6 4-27 16,-19-8-30-16,-22 12-213 15,9-5-470-15</inkml:trace>
  <inkml:trace contextRef="#ctx0" brushRef="#br0" timeOffset="89190.92">24102 11578 155 0,'0'0'312'0,"0"0"-302"0,0 0 40 0,0 0 19 0,0 0-19 16,0 0 48-16,0 0 3 15,0 0 13-15,0-9-47 16,40-18 20-16,13-18-47 15,15-10-14-15,-3-6-10 16,-3-3-10-16,-3 20-3 16,-13 0 7-16,-12 16-17 0,19 3 7 15,-31-3-6-15,24 4-17 16,-5-7-13-16,-16-2-76 16,21-6-102-16,-18 11-67 15</inkml:trace>
  <inkml:trace contextRef="#ctx0" brushRef="#br0" timeOffset="89574.39">24443 11104 482 0,'0'0'267'0,"0"0"-240"15,0 0 27-15,0 0 26 16,0 0-7-16,0 0 13 15,121 108 6-15,-75-72-40 16,7 1-7-16,0-5-13 16,15 9 1-16,-16-10-27 15,-5 2-2-15,-1-2-4 0,-5 2-8 16,-13-14-21-16,6 6 1 16,-16-5-25-16,10-16-77 15,-9-4-120-15,-13 0-319 16</inkml:trace>
  <inkml:trace contextRef="#ctx0" brushRef="#br0" timeOffset="90361.75">25264 12360 118 0,'0'0'509'0,"0"0"-364"0,0 0-40 0,0 0 25 15,0 0-46-15,0 0-35 16,0 0-15-16,7 0-7 16,14 0 12-16,13 0-18 15,-9 0 6-15,15-5-24 0,1 2 1 16,-7-2-4-16,0 2-10 16,-3 3-6-16,-9-8-13 15,-4 8 4-15,-11-8-27 16,14-9-26-16,-21 2-38 15,0-9-111-15,0-1-168 16</inkml:trace>
  <inkml:trace contextRef="#ctx0" brushRef="#br0" timeOffset="90607.05">25311 12059 750 0,'0'0'77'0,"0"0"36"15,0 0 54-15,0 0-91 16,0 0-32-16,0 0-12 16,301 8-5-16,-249-8-26 15,-2 0 1-15,-19 0-2 16,9 0-13-16,-6 0-31 15,-6 0-32-15,-22-8-158 16,-6 4-452-16</inkml:trace>
  <inkml:trace contextRef="#ctx0" brushRef="#br0" timeOffset="94587.14">31273 3858 373 0,'0'0'92'0,"0"0"-46"0,0 0 48 0,0 0-21 16,0 0-37-16,0 0-29 15,0 0 13-15,0 7 37 16,0-7 5-16,0 0 23 16,0 0-20-16,0 0-4 15,0 0-12-15,0 0-17 16,0 0-20-16,0 0 4 0,0 0 1 15,0 0-4-15,0 0 11 16,0 0-9-16,0 0 22 16,0 0-13-1,0 0 16-15,0 0-34 0,0 0 7 16,0 0-13-16,0 8 0 16,0-3 0-16,-24 11 3 15,-32 20-8-15,-15 23-1 16,-10 18 1-16,0 7 10 15,13 4-12-15,22 5 9 16,11-6-3-16,23 6 1 16,12-20-4-16,0-9 1 0,0-9-14 15,47-19 14 1,21-3-26-16,-3-21 29 0,9-12-6 16,-5 0 6-16,-11-12 6 15,-5-24-3-15,-19 3 9 16,-15-3-11-16,-19 8-2 15,0 12 8-15,0 16-16 16,0 0 7-16,-59 0-13 16,-15 0 15-16,8 44-2 15,4 5 4-15,22-1-2 16,15-1 1-16,25-6 2 16,0-8-6-16,0-10-30 15,41-15-10-15,24-8-54 16,9 0-75-16,-6-16-190 0</inkml:trace>
  <inkml:trace contextRef="#ctx0" brushRef="#br0" timeOffset="95420.02">31642 3909 64 0,'0'0'621'0,"0"0"-529"0,0 0 21 0,0 0 14 0,0 0-44 16,0 0-58-1,-15 5-9-15,9 31-14 0,-7 28 21 16,-15 4-4-16,4 5-16 16,-4-13 2-16,9-4-2 15,-9-12-3-15,28-13 5 16,0-2-8-16,0-9 10 15,0-16-14-15,0 0 7 16,0-4-13-16,0 0-19 16,0 0 28-16,19 0 0 15,9 0 8-15,0 0 0 16,-4 0-2-16,4 0 2 0,-9 0-2 16,-4 0-4-16,-8 0-7 15,-7 0 0-15,18 0 6 16,-12 0-2-16,4 0 0 15,-4-8 10-15,-6 0-4 16,6-4 6-16,0 4-10 16,-6 4 7-16,0 0-4 15,7 4 2-15,-7 0 3 16,0 0 1-16,0 0-3 16,0 0-6-16,0 0 7 15,0 20-4-15,0 24 3 16,0 12 24-16,-13 4-10 0,7 9 3 15,0-5-11-15,-10 3-8 16,-2 2 2-16,5-13 3 16,-8-15-11-16,14-14 5 15,1-15-2-15,6-12-47 16,0 0-62-16,13-23-115 16,21-30-14-16</inkml:trace>
  <inkml:trace contextRef="#ctx0" brushRef="#br0" timeOffset="96685.19">32263 3645 6 0,'0'0'288'0,"0"0"-250"0,0 0-18 0,0 0 44 0,0 0 36 15,0 0 13-15,-7 4 9 16,1 15-31-16,0 6 10 15,-10 3-51-15,10 4-3 16,-12 4-33-16,18 4 16 16,-7 4-25-16,7 0 1 15,0 13-6-15,0-6 1 16,0 6 3-16,0-4 5 16,0 3 16-16,0-1-19 15,7 6 19-15,11 3-20 0,-18 4 15 16,6 4-18-1,-6 1 3-15,0 10 3 0,0 2-5 16,0-9 2-16,0 1-3 16,16-14-1-16,-16 10 7 15,0 3-8-15,0-4 2 16,0 4-2-16,0-4 0 16,0 13-20-16,-16-1 14 15,10 1 12-15,0-2-8 16,-6 6 9-16,12-6-14 15,0-6 11-15,0 7-10 16,0-7 4-16,0-5 0 16,0 3 2-16,0-2-1 15,0-5-2-15,0 1 6 16,0 6-8-16,0-3 9 0,0 8-8 16,0-3-5-16,-7 0 8 15,-2 3-3-15,-9-1 4 16,18-2-4-16,-13-5 3 15,7-8-3-15,-3 8-2 16,2-7-2-16,7 3 5 16,0 0 3-16,-6 0-5 15,0 5 4-15,-6-6 1 16,-4 5 0-16,10-3-1 16,-6 0 3-16,5 3-8 15,-8-8 12-15,9 0-10 16,-1-4 8-16,-5-4-6 0,-3 0 2 15,-4-7 0-15,7-2 0 16,-10 1 2-16,16-4-6 16,-7 0 10-16,-2 0-12 15,2 1 12-15,1 3-8 16,-4 4 5-16,4-4-5 16,6 5 2-16,6-6 0 15,0 1-4-15,0-4 8 16,0 1-10-16,0 3 13 15,0 0-13-15,0 1 12 16,0 2-7-16,0-2 1 16,-13-5 0-16,13-4-6 0,0-16-1 15,0 4 3 1,0-8-14-16,0-8-11 0,-6-8-57 16,-16-4-163-16,4 0-481 15</inkml:trace>
  <inkml:trace contextRef="#ctx0" brushRef="#br0" timeOffset="106042.61">32616 4050 359 0,'0'0'158'0,"0"0"-130"0,0 0 37 0,0 0 11 16,0 0-46-16,0 0 0 15,0 0-15-15,0-25 2 16,0 22-7-16,0 3 25 16,0 0 17-16,0 0 7 15,0 0-7-15,0 0-15 16,0 0 7-16,0 0-9 16,0 0-2-16,0-4-26 15,0 4 2-15,0 0 0 16,0 0-3-16,0 0 0 0,0 0 4 15,0 0 8 1,0 0-9-16,0 0 7 0,0 0-14 16,0 0 7-16,0-8-6 15,16 4-1-15,2 0-2 16,22 4 0-16,-5 0-1 16,5 0-2-16,-6 0 1 15,-3 0 0-15,-9 16 0 16,-22 12-6-16,0 12 8 15,0 16 0-15,-47 17 3 16,-33 7-3-16,-1-4 1 16,7 1-6-16,8-14 10 15,14-2-5-15,11-13 0 16,14-4 10-16,8-8-7 16,19-16 2-16,0-4-5 0,0-13 0 15,0-3-2-15,0 0 2 16,37 0 1-16,13 0 3 15,2-7 7-15,1-17-10 16,-13 4-2-16,-5 16 0 16,-17 0-7-16,22 4-9 15,-12 0-15-15,-3 0-2 16,9 0-56-16,-12 0-50 16,-10 8-175-16</inkml:trace>
  <inkml:trace contextRef="#ctx0" brushRef="#br0" timeOffset="107525.53">30926 5525 31 0,'0'0'493'0,"0"0"-444"0,0 0 45 16,0 0 25-16,0 0-48 15,0 0 22-15,0 0-26 16,0 0 7-16,0 0-12 0,0 0-26 15,22-19-13-15,15-1-11 16,3 0 5-16,7 4-6 16,-7 4-10-16,-12 4-1 15,0 8-1-15,-16 0-15 16,-5 0 0-16,-7 12 11 16,0 16 5-16,0 12 1 15,0 0 5-15,0-4-6 16,0 0 3-16,0-8-6 15,0-12-3-15,0 0-5 16,0-7-8-16,0-1-5 16,12-5 11-16,22 5 2 15,0 0 10-15,0 1 1 0,0 2-3 16,-9 2 3 0,-12 15-2-16,-13 3 2 15,0 5 8-15,0 17 4 16,-47 2-5-16,-18-2 1 0,-3-9-7 15,15-8 2-15,0-8-2 16,1-7-2-16,2-1-18 16,19-9-52-16,3-6-64 15,22-5-61-15,6 0-91 16</inkml:trace>
  <inkml:trace contextRef="#ctx0" brushRef="#br0" timeOffset="108257.94">31689 5486 497 0,'0'0'166'0,"0"0"-80"0,0 0 9 0,0 0-25 0,0 0-34 0,0 0-7 16,19-33 14-16,-4 30-20 16,10-2 21-16,-3 5-9 15,-10 0-15-15,0 0-18 16,4 0 8-16,-10 16 3 16,-6 12-10-16,0 17-3 15,0 7 6-15,0 8-14 16,-34 4 3-16,-13-3 3 15,1-1 4-15,6-12-1 16,27-9 0-16,4-14-1 16,9-5 0-16,0-12 3 15,0-8-6-15,9 0-3 0,28 0 5 16,4 0 0 0,5 0 1-16,-5 0 7 0,-1 0-1 15,-6 0-4-15,-6-8 2 16,-9 8-4-16,2 0 6 15,-2 0-14-15,-7 0 3 16,4 0-12-16,-4 0-88 16,-6 0-101-16,-6 0-188 15</inkml:trace>
  <inkml:trace contextRef="#ctx0" brushRef="#br0" timeOffset="109423.17">32743 5314 277 0,'0'0'230'0,"0"0"-160"0,0 0 34 0,0 0-5 0,0 0-52 0,0 0-7 16,-12 0-3-16,12 0 8 16,0 0-4-16,0 0 12 15,0 0 3-15,0 0-15 16,0 0-21-16,0 0-7 16,0 0 2-16,0 0-10 15,34 0 12-15,6-8-17 16,-6 0 13-16,-9 8-7 15,3 0-10-15,-9 0 6 16,2 0-4-16,-14 27 1 16,-7 6-3-16,0 15 1 15,0 7-1-15,-28-2 1 0,-19 7-5 16,-6-4 7-16,7-7 1 16,12-10 0-16,0 1 1 15,15-16-1-15,13-11 4 16,6-6-3-16,0-7-2 15,0 0-8-15,0 0 7 16,6 0 4-16,28 0-2 16,6 0 0-16,-9 0 9 15,10 0-9-15,-13-3-1 16,0-5-25-16,-16-1-61 16,7 6-62-16,-19 3-162 15</inkml:trace>
  <inkml:trace contextRef="#ctx0" brushRef="#br0" timeOffset="110489.45">31180 7034 168 0,'0'0'81'0,"0"0"29"0,0 0 35 0,0 0-39 0,0 0-15 16,0 0 9-16,0 0-5 15,-12 12-5-15,12-12-34 16,0 0 32-16,0 0-37 16,0 0-7-16,0-12-7 15,0-25-21-15,0-22-11 16,0-14-3-16,25 1 12 15,3 0-11-15,-10 4 7 16,-2 3-9-16,-4 14-2 16,1 15 1-16,2 3-7 15,-9 14 0-15,7 11-6 16,-13 8 10-16,0 0-19 0,0 16 14 16,0 20-14-16,-47 20 18 15,1-9-35-15,12 2-12 16,15-13-41-16,19 0-32 15,0-11-80-15,0-6 31 16,31-7 7-16,19-7-42 16</inkml:trace>
  <inkml:trace contextRef="#ctx0" brushRef="#br0" timeOffset="111106.48">31956 6432 511 0,'0'0'105'0,"0"0"-30"0,0 0 7 0,0 0-45 16,0 0 21-1,0 0-6-15,-134-8-24 0,94 8-6 16,0 0-3-16,6 17 11 15,-7 22-4-15,1 5 8 16,0 9-17-16,-7 2 13 16,29 2-9-16,-4-1-9 15,3-8-7-15,19-4-4 16,0-3 1-16,0-10-2 16,0-2 0-16,41-6-8 15,-7-6 2-15,-10-6-9 16,11-6 3-16,-8-5-21 15,4 0-1-15,-3-8 8 16,6-25-8-16,-9-6-3 0,-3 6-60 16,-22 5 37-16,0 12-7 15,0 8 42-15,0 8 25 16,0 0 8-16,-22 0 8 16,-15 29 42-16,9 7-22 15,0 8 10-15,3-12-46 16,19 8-19-16,6-16-47 15,0-16-81-15,0-4-434 16</inkml:trace>
  <inkml:trace contextRef="#ctx0" brushRef="#br0" timeOffset="112189.79">32759 6432 39 0,'0'0'273'0,"0"0"-159"0,0 0 8 0,0 0-20 0,0 0-22 16,0 0-26-16,0 4 5 15,0-4 8-15,0 0 0 16,0 0-21-16,0 0 7 16,0 0 2-16,0 0-22 0,0 0-7 15,0 0-18 1,0 0 1-16,0 0-8 16,6 0 1-16,-6 0 4 0,6 0-12 15,-6 0 8-15,6 0-5 16,0 5 0-16,22 3 3 15,-9 8-2 1,9 4-7-16,-16-1 0 0,-12 9-10 16,0 5 6-16,0 3-4 15,0 8 14-15,-40-4-6 16,-7-4-3-16,29-8-2 16,5-4 14-16,4-8-3 15,9 1 6-15,0-9 1 16,0 0-3-16,0-5 1 15,9-3 0-15,22 0-2 0,10 0 6 16,-1 0 2-16,7-8 6 16,15-12-13-16,-16 4-2 15,7 8-9-15,-13 0-7 16,0 8-28-16,-12 0 26 16,-9 0-42-16,-13 0-90 15,-6 0-91-15</inkml:trace>
  <inkml:trace contextRef="#ctx0" brushRef="#br0" timeOffset="113404.7">31255 8049 340 0,'0'0'204'0,"0"0"-194"0,0 0 16 0,0 0-7 16,0 0-19-16,0 0 0 15,0 0 69-15,0 0 23 16,0 0 19-16,0 0-6 16,0 0-25-16,0-9-41 15,0-7-16-15,0-7-21 16,25-18 1-16,9-11-6 0,12-4 6 16,1-8 7-16,6-4-7 15,2 4 4-15,-2 0-1 16,-6 3-5-16,-13 9-1 15,6 8-7-15,-21 8-2 16,-13 12-11-16,3 3 18 16,-9 10-11-16,0 11-7 15,0 0 3-15,0 0 15 16,-28 0 0-16,-6 0 4 16,0 20 1-16,9 4 1 15,10 4 23-15,8 0-15 16,7 4-4-16,0 4-7 0,0-4-2 15,0 0-7 1,0 1 0-16,22 6-14 16,-3-3 10-16,2 5 6 15,-14 3 1-15,5-4 5 0,-12 4 0 16,0-11 0-16,0 6-5 16,0-6 0-16,0-2 5 15,0-3 2-15,-19-4 7 16,-2-4 3-16,-13 1 17 15,3-6-25-15,-16 2-8 16,7-6-6-16,-1-6-7 16,20-5-11-16,15 0-29 15,6 0-161-15,0-12-290 0</inkml:trace>
  <inkml:trace contextRef="#ctx0" brushRef="#br0" timeOffset="114452.78">32570 7520 397 0,'0'0'196'0,"0"0"-134"0,0 0 57 0,0 0-19 15,0 0-28 1,0 0-24-16,-25 8-11 0,25-8-11 16,0 0-19-16,0 0 18 15,0 0-1-15,31 0 9 16,3-5-1-16,0 5-5 15,-6 0-12-15,-3 0-12 16,3 0-2-16,-16 0 6 16,3 24-14-16,-15 8-1 15,0 12 4-15,0 5-17 16,0 3 5-16,-34-1 2 16,-6 6-12-16,0-17 2 15,18-8 7-15,10-8 10 16,5-8 3-16,7-8 2 0,0-3-14 15,0-5 6-15,0 0-13 16,13 0 15-16,21 0 8 16,12-17 0-16,1 1 8 15,15-4 1-15,-9 1 13 16,-13 6-22-16,13 5 0 16,-25-4-5-16,3 12-23 15,-10-3-56-15,-14-6-147 16,-7 9-235-16</inkml:trace>
  <inkml:trace contextRef="#ctx0" brushRef="#br0" timeOffset="115769.03">31394 8430 634 0,'0'0'163'0,"0"0"-133"0,0 0 88 0,0 0-41 15,0 0-63-15,0 0 3 16,-121 164-17-16,97-140 3 16,8-4 1-16,10 0-2 15,6-4 6-15,0 0-7 16,0-7 10-16,0-1-7 0,0 0 1 15,0-5-3-15,28-3-4 16,3 0 2-16,9 0 0 16,-6 0 0-16,7 0 1 15,-14 0-1-15,-8 0 1 16,9 0-5-16,-22 0-1 16,13 0-7-16,-4-3-22 15,-2-10 0-15,-1-3-1 16,-12 1-16-16,22-2-26 15,-16 5 5-15,0 5 25 16,-6 2 11-16,0 5 34 16,0 0 2-16,0 0 41 0,0 0 28 15,0 20 3 1,0 8-32-16,-6 9-12 16,-6 2 21-16,-4 6-5 0,-2-6-3 15,5 5 5-15,-2-3-13 16,2-10-26-16,13-2 1 15,0-13-8-15,0-4-10 16,0-8-14-16,0-4-58 16,0 0-4-16,0 0-57 15,0 0 4-15,0 0-203 16</inkml:trace>
  <inkml:trace contextRef="#ctx0" brushRef="#br0" timeOffset="116634.38">32356 8626 55 0,'0'0'243'0,"0"0"-200"0,0 0 38 0,0 0 20 15,0 0-25-15,0 0 30 16,0 0 14-16,0 0-2 15,0 0-47-15,0 0-5 16,9 0-22-16,-3 0-18 16,7-8-22-16,-1 0 12 0,16 0-8 15,-10 0 10 1,4 4-6-16,3 0-1 0,-3 4 3 16,6 0-11-16,-10 0 2 15,-5 0-2-15,-7 0-6 16,-6 20-11-16,0 16 14 15,0 8-15-15,-6 0-3 16,-25 5 6-16,-4-10-3 16,14-3 13-16,2-8-2 15,13-7-3-15,0-9 7 16,6-4 0-16,0-8-24 16,0 0-39-16,0 0 33 15,46 0 25-15,1-8 4 16,18-12 2-16,-9 7 7 0,-4-2-5 15,-11 2-6-15,-1 5-33 16,-15 8-109-16,-3 0-55 16,-10 0-65-16</inkml:trace>
  <inkml:trace contextRef="#ctx0" brushRef="#br0" timeOffset="117533.1">31354 9576 101 0,'0'0'532'0,"0"0"-467"16,0 0 30-16,0 0 41 0,0 0-75 15,0 0-21-15,0 0-28 16,12 0 17-16,16 0 30 16,-15-3-28-16,8-2-7 15,-8 5-9-15,-1 0-15 16,-12 0 1-16,7 0-2 15,-7 8-11-15,0 28 8 0,0 9 1 16,0 10 2-16,-19 2-3 16,-15-1 4-16,9-8 0 15,-3 1 2-15,16-18 1 16,5-10-2-16,7-17-1 16,0-4 5-16,0 0-10 15,0 0-7-15,31-4 7 16,10-20 0-16,12 4 5 15,-4 4-2-15,-18 8-2 16,9-1 2-16,-5 9-27 16,-14 0-18-16,-8 0-24 15,-1 0-73-15,-12 0-46 0,0 0-294 16</inkml:trace>
  <inkml:trace contextRef="#ctx0" brushRef="#br0" timeOffset="118316.26">32430 9544 261 0,'0'0'138'0,"0"0"-30"0,0 0-8 16,0 0-17-16,0 0-36 16,0 0-2-16,282-20-3 15,-263 20-35-15,-13 16 18 16,-6 17-15-16,0 11 52 15,0 4-62-15,-25 8-49 16,-9 4-7-16,0 1-21 16,6-6 45-16,22-14 24 15,6-10 5-15,0-22 3 0,6-9-9 16,50 0-16 0,15-17 15-16,4-22-20 0,-1-10-87 15,7 5-184 1</inkml:trace>
  <inkml:trace contextRef="#ctx0" brushRef="#br0" timeOffset="119264.3">31388 11021 358 0,'0'0'92'0,"0"0"-63"16,0 0 30-16,0 0 31 0,0 0-25 15,0 0 8-15,0 47 4 0,-6-34 17 16,6-1-21 0,0-1 3-16,0-11-9 0,-9 5-30 15,9-5-2-15,0 0-27 16,0 0 21-16,0 0-10 15,0-13 13-15,0-39-19 16,0-16-12-16,0-16-1 16,28-8 0-16,6 3-2 15,-9 1-13-15,-4 12-9 16,-2 12-26-16,-10 24 38 16,-9 20-20-16,0 20 6 15,0 0 22-15,-15 24 4 16,-32 32 0-16,-6 8 0 15,7 0-3-15,-1-7-12 0,32-17-33 16,2-8-3-16,13-17-37 16,0-15-181-16,0 0-262 15</inkml:trace>
  <inkml:trace contextRef="#ctx0" brushRef="#br0" timeOffset="124194.65">31770 10957 425 0,'0'0'209'0,"0"0"-205"0,0 0-4 15,0 0 23-15,0 0-13 0,0 0 3 16,0 0 8-16,0-25 23 15,0 25 7-15,0 0 32 16,0 0-8-16,0 0-26 16,0 0-23-16,0 0 3 15,0 0 16-15,0 0-22 16,18-11 3-16,4 2-10 16,18-7 14-16,13-12-13 15,6 0 7-15,21-12-19 16,7-8 6-16,28-9-9 15,18-7 5-15,13-8-5 16,15 0-2-16,-21 3 15 16,-19 10-9-16,-7 2 7 15,-27 9-12-15,-15 9-2 0,-17 2-18 16,-8 13-3-16,-13 20-8 16,-15 0 9-16,-7 4-12 15,-6 0-82-15,-6 0-175 16</inkml:trace>
  <inkml:trace contextRef="#ctx0" brushRef="#br0" timeOffset="199447.6">26570 11618 483 0,'0'0'155'0,"0"0"-104"0,0 0 14 16,0 0-26-16,0 0-32 16,0 0 28-16,0 0 11 15,0-8 10-15,0 8-9 16,0 0 7-16,0 0-4 16,0 0-21-16,0 0-3 15,0 0-17-15,0 0-2 0,0-5-3 16,0 5 6-16,0-3 1 15,0 3-1-15,0 0 0 16,0 0-5-16,0 0 16 16,0 0-20-16,0 0 0 15,0 0 3-15,0 24-8 16,0 24 8-16,-16 16-3 16,-30 13-1-16,-1-2-5 15,1-3 1-15,-1-15-12 16,7 3 14-16,6-20 2 15,6-8-6-15,22-11 12 16,-1-18-11-16,7 2 5 16,0-5-30-16,0 0-5 0,47 0 35 15,21 0-4-15,-9 0 9 16,9 0 1-16,-21 0-4 16,6 0-4-16,-7 0 3 15,-12 0-2-15,-6 0-3 16,-16 0-1-16,1 0 0 15,-7 0-16-15,3 0 10 16,-9 0-19-16,0 0 24 16,7 0-23-16,-7-13-14 15,12-15 9-15,-6 4-1 16,-6 0-46-16,0 4 33 16,0 8 37-16,0 8 11 0,0 4 7 15,0 0 10 1,0 0 29-16,0 16 19 15,-18 28-28-15,-4 13-9 0,-3 15 11 16,-9 3 18-16,6-3-34 16,16 1 2-16,-10-8-23 15,10-6 12-15,-13-7-13 16,25-11-1-16,-10-5-2 16,10-13-13-16,0-6-30 15,0-5-36-15,0-12-139 16,10 0-100-16</inkml:trace>
  <inkml:trace contextRef="#ctx0" brushRef="#br0" timeOffset="200298.11">27283 11052 64 0,'0'0'722'0,"0"0"-642"0,0 0-3 0,0 0 40 0,0 0-58 15,0 0-49-15,0 0 3 16,0 0-9-16,0 0 5 16,0 0-4-16,0 0 11 15,0 5-16-15,0 11-4 16,0 7 4-16,0 18 9 16,0 7 20-16,0 4-29 0,0 12 15 15,0-7-11 1,0-10-6-16,-13-10 5 0,1-10-3 15,12-15 0 1,0-7-7-16,0-5-14 16,0 0-13-16,12 0 15 0,35 0 4 15,-19-5 11-15,9-2 8 16,-15 7-8-16,-10 0-2 16,-12 0-12-16,0 0 18 15,0 15 3-15,0 21 29 16,-6 5-18-16,-40 3 7 15,5 0-18-15,-12 0 13 0,7 9-14 16,12-17 14-16,-6 3-16 16,12-22-2-16,21-9-8 15,7-8-31-15,0 0-53 16,0 0-262-16,22-25-348 16</inkml:trace>
  <inkml:trace contextRef="#ctx0" brushRef="#br0" timeOffset="201079.2">27063 11221 319 0,'0'0'104'0,"0"0"-83"0,0 0 56 16,0 0-21-16,0 0-8 15,0 0-10-15,-47 4 0 16,47-4-13-16,0 0-2 16,0 4 33-16,0-4-29 0,0 0 16 15,0 0 1 1,0 0-3-16,0 0-14 15,0 0 15-15,0 0 3 0,0 0 3 16,0 0-17-16,0 0-14 16,0 0 6-16,0 0-19 15,0 0 18-15,0 0-21 16,0 0 18-16,0 0-17 16,0 0 9-16,0 0 2 15,0 0-1-15,0 0 6 16,0 0-15-16,0 0 12 15,0 0-15-15,0 0-3 16,13 0-10-16,33-17 13 0,1 2 3 16,-7-1-1-16,6 0-2 15,-11 8 0-15,-8-1-1 16,-27 9-30-16,13 0 5 16,-13 0-26-16,0 0-8 15,0 0-134-15,0 0-189 16</inkml:trace>
  <inkml:trace contextRef="#ctx0" brushRef="#br0" timeOffset="204677.47">22911 11735 385 0,'0'0'58'0,"0"0"4"0,0 0 25 0,0 0-3 0,0 0-37 15,0 0 31-15,0 0-12 16,0 0-1-16,0 0-7 15,0 0 0-15,0 0-18 16,0 0-24-16,0 0 16 16,-6 0-19-16,6 0 18 15,-6 0-14-15,6 0 13 16,0 0-24-16,0 0 15 16,0 0-4-16,0 0-5 0,0 0 6 15,0 0-15 1,0 0-6-16,0 11 7 0,0 17-8 15,40 13 1-15,40 11 3 16,20 4 11-16,-1 0-8 16,-3 0-6-16,-3-8-6 15,-12 0 6 1,-10 1-33-16,-3-5-9 0,0-4-38 16,-30-13-59-16,11-10-218 15</inkml:trace>
  <inkml:trace contextRef="#ctx0" brushRef="#br0" timeOffset="205475.81">26126 11867 251 0,'0'0'145'0,"0"0"-83"0,0 0 52 0,0 0-14 16,0 0-54-16,0 0 5 15,34-16 15-15,-34 16 11 16,13 0-19-16,9 0 1 16,2 0 13-16,23 23-21 15,27 18 0-15,13 6-27 16,-6 10 5-16,27-1-29 16,-15 0 0-16,0-4 0 15,-12 9-11-15,-16-9 3 16,-3-4-42-16,-15-9-14 15,-23-6-133-15,-14-13-290 0</inkml:trace>
  <inkml:trace contextRef="#ctx0" brushRef="#br0" timeOffset="206259.08">23773 14145 643 0,'0'0'175'0,"0"0"-85"0,0 0-16 0,0 0-8 0,0 0 4 16,0 0 10-16,189-49-45 15,-124 33-8-15,16 1-10 16,-7 2-9-16,-9 1-5 15,-3 1-3-15,-3-2-10 16,-3 1-35-16,-19 4-13 16,4 0-75-16,-14 4-104 0,1 4-300 15</inkml:trace>
  <inkml:trace contextRef="#ctx0" brushRef="#br0" timeOffset="206691.67">24675 14165 490 0,'0'0'160'0,"0"0"-111"15,0 0 55-15,0 0 23 16,0 0-46-16,0 0-14 0,155-125-3 15,-102 73-39 1,9-4 8-16,-9 4-19 0,-1 4 1 16,-5-4-10-16,-1 11-10 15,-11 2 3-15,-8 3-13 16,-2-1-12-16,-3 13-27 16,-10 0-37-16,-5 9-82 15,-7 6-16-15,0 9-105 16</inkml:trace>
  <inkml:trace contextRef="#ctx0" brushRef="#br0" timeOffset="206976.87">24889 13623 698 0,'0'0'105'15,"0"0"1"-15,0 0-4 16,0 0-42-16,143 237-23 16,-112-181-5-16,3-4-11 15,6 4 2-15,-12 0-15 16,12 1 9-16,-15-5-12 16,16-4-10-16,-7-4-17 15,0-5 0-15,6-9-24 16,0-15-62-16,1-15-81 15,-1 0-56-15,-15-4-332 16</inkml:trace>
  <inkml:trace contextRef="#ctx0" brushRef="#br0" timeOffset="207375.52">25819 14001 439 0,'0'0'368'0,"0"0"-367"0,0 0 66 0,0 0 20 0,0 0-56 0,0 0-22 0,180 0-9 16,-152 0 0-16,0 0-34 15,-22 0-40-15,13 0-26 16,-19-5-68-16,0-3-317 0</inkml:trace>
  <inkml:trace contextRef="#ctx0" brushRef="#br0" timeOffset="207574.76">25819 14001 974 0,'0'-157'74'16,"0"157"-49"-16,28 0 51 15,3 0-55-15,-3 0 4 16,12 0-18-16,-5-4 2 16,-1-9-9-16,-3 2-8 0,3-1-21 15,0 4-63 1,-6 0-111-16,3 0-179 0</inkml:trace>
  <inkml:trace contextRef="#ctx0" brushRef="#br0" timeOffset="208290.8">26669 13564 454 0,'0'0'158'0,"0"0"-48"0,0 0 4 0,0 0-37 0,0 0-15 0,0 0-11 16,0 0 3-16,0 0-14 16,0 0-17-16,0 0-1 15,0 7-8-15,0 1-14 16,6 0 4-16,22 5-9 16,3 6 10-16,3 1-2 15,0 5 1-15,-15 2-4 16,9-2 2-16,0-2-1 15,-22-10 2-15,13-1 1 16,-13-12-3-16,-6 0 3 16,15 0-8-16,-2 0 9 15,8 0-5-15,10 0 1 0,-3 3 0 16,6 5-1-16,-3 13 0 16,-9 2 12-1,-3 18-3-15,2-5 4 0,-14 0 0 16,-7 12 5-16,0 9-16 15,0 2 15-15,-28 2-11 16,-13-9 0-16,10-13-6 16,-3-10-1-16,28-22-1 15,6-2-26-15,0-5-8 16,0 0-68-16,0 0-230 16</inkml:trace>
  <inkml:trace contextRef="#ctx0" brushRef="#br0" timeOffset="209439.04">26641 13724 36 0,'0'0'2'0,"0"0"17"0,0 0 92 16,0 0-33-16,0 0-44 0,0 0 80 16,0 0 3-16,0 0-26 15,0 0-33-15,0 0-3 16,0 0 6-16,0 0-16 16,0 0 2-16,0 0-11 15,0 0 8-15,0 0-22 16,0 0 39-16,0 0-6 15,0 0-7-15,0 0-29 16,0 0 1-16,0 0 0 16,0-8-13-16,0 8 0 15,0-5-7-15,16-3 0 16,2-4 1-16,10 4 13 16,-3-3-11-16,-3-2 2 0,18-2-5 15,-9-2 2 1,18 1-1-16,-17 8 3 0,2-8-8 15,-13 12 4-15,4 0 0 16,-19 0-20-16,10 4 10 16,-16 0-7-16,0 0 13 15,0 0 2-15,0 0 4 16,0 0 6-16,0 0-5 16,0 0 16-16,0-4-17 15,0 4-4-15,0 0 2 16,6-7-1-16,0 7 1 15,7-9 0-15,2 1-1 0,4 4 5 16,-1-5-3 0,4 6 1-16,-10-5 3 0,-5 8-3 15,-7 0-3-15,0 0 1 16,0 0 0-16,0 0 5 16,0 0-2-16,0 0-3 15,0 8 4-15,0 16 5 16,-19 16-7-16,-9 1 19 15,-18-2-18-15,21-3 9 16,-3-8-5-16,9-12-3 16,4 1-4-16,9-9 7 15,6-8-14-15,-7 16-8 16,1-1-11-16,6 1-21 0,0-3-15 16,0-9-121-1,0 7-165-15</inkml:trace>
  <inkml:trace contextRef="#ctx0" brushRef="#br0" timeOffset="210638.73">24461 15516 671 0,'0'0'168'0,"0"0"-103"0,0 0 58 16,0 0-13-16,0 0-35 16,301-225-50-16,-227 170 4 0,-5 2-18 15,-10 6-8 1,-19 22-6-16,0 1-6 0,-12 4-1 15,-15 8-37-15,-1-4 17 16,-6 0-70-16,-6 0-83 16,0 7-67-16,0 1-172 15</inkml:trace>
  <inkml:trace contextRef="#ctx0" brushRef="#br0" timeOffset="210854.32">24756 14979 832 0,'0'0'83'0,"0"0"14"15,0 0 19-15,0 0-75 16,201 237-16-16,-154-193-14 16,-1-4-10-16,-11-4-2 15,5-12-6-15,-22-8-4 16,4-4-42-16,-9 8-65 15,-7-8-129-15,-6 0-250 16</inkml:trace>
  <inkml:trace contextRef="#ctx0" brushRef="#br0" timeOffset="211205.04">25652 15324 370 0,'0'0'416'0,"0"0"-366"16,0 0 83-16,0 0-39 0,0 0-30 16,0 0-46-16,0 0-1 15,214 0-14-15,-202 0 0 16,16 0-3-16,-15 0-14 16,-4 0-54-16,-9 0-49 15,0-13-107-15,0-2-233 16</inkml:trace>
  <inkml:trace contextRef="#ctx0" brushRef="#br0" timeOffset="211410.24">25652 15324 638 0,'81'-141'329'0,"-81"141"-306"0,0 0 45 16,0 0 9-16,0 0-46 15,6 0-18-15,22 0 18 16,-10 0-29-16,16 0 11 16,-6 0-13-16,3-8-3 15,19-8-33-15,-4-7-53 16,-5 6-99-16,5-7-191 16</inkml:trace>
  <inkml:trace contextRef="#ctx0" brushRef="#br0" timeOffset="211886.62">26607 15219 716 0,'0'0'167'16,"0"0"-52"-16,0 0 0 0,0 0-82 0,0 0-12 15,0 0-8-15,28 0 27 16,6 0-32-16,6 0-2 15,1 0-6-15,11 0 0 16,-5-8-10-16,6 5-43 16,-7-5-38-16,-12-1-118 0,-12-7-233 15</inkml:trace>
  <inkml:trace contextRef="#ctx0" brushRef="#br0" timeOffset="212619.04">27305 14951 562 0,'0'0'67'0,"0"0"-12"0,0 0 8 0,0 0 3 16,0 0-29-16,0 0-1 15,179-53-22-15,-144 53 14 16,-17 0-7-16,-12 0 16 16,16 17 0-16,-22 11-10 15,0 12 11-15,0-4 6 16,0 0-27-16,0 0-15 16,0-16 9-16,0-4-11 15,0-7 0-15,0-9-9 0,12 8-12 16,23-8 8-16,11 0 13 15,1 0 7-15,-1 0-3 16,1 0-8-16,-7 0 0 16,-6 0-4-16,-15 0 16 15,-4 3-6-15,-15 25 21 16,0 8-4-16,0 0 4 16,0 5-5-16,-34-5 9 15,-28 8-26-15,15-8 13 16,-18-4-14-16,13-5 0 15,-10-6-22-15,9-9-14 0,19-12-36 16,9 0-72-16,10 0-145 16</inkml:trace>
  <inkml:trace contextRef="#ctx0" brushRef="#br0" timeOffset="-207067.82">22492 10876 611 0,'0'0'104'0,"0"0"-1"0,0 0-7 0,0 0-48 16,0 0-35-16,0 0 7 15,0 0-14-15,19 0 10 16,-7 12 9-16,-5 8 30 15,2 4-17-15,-3 8-4 16,6 0-10-16,-5 9-17 16,-7 7 12-16,0-1-14 15,0 10-4-15,0-1 1 16,0 0-2-16,0 1 2 0,0 2 5 16,0 2-13-1,0 7 12-15,0 0-1 0,0 8-4 16,0-4-2-16,0 12 2 15,0 1-5-15,0-1 1 16,-19 1 3 0,4-5 2-16,8 0-1 0,1-4-1 15,6 12 0-15,0-8 0 16,0 4 6-16,0 1-7 16,0-5 1-16,0 0-4 15,0-8 4-15,0 4 0 16,0-7-2-16,0-1 8 15,-6 12-10-15,-13-7 4 16,19 2-1-16,-15-3-7 0,9 5 6 16,-1-1-6-16,7 4 5 15,-6 8-1-15,0-8 1 16,6 17 2-16,-9-5 1 16,-4 1-6-16,13-5 11 15,0-4-5-15,0 4 0 16,0-4 2-16,0 1-2 15,0 3 0-15,0-4-7 16,-6 1-5-16,-6 2-7 16,-4-2 15-16,4 7 1 15,-1 1 6-15,-8 2-6 16,8-2 8-16,-8-1-5 16,2-4 0-16,0 1 3 0,10-14-6 15,3-3 6-15,0 0-8 16,6 5 10-16,-7-1-4 15,7-3 0-15,0 3-2 16,0-4-1-16,0 0 0 16,0 5 2-16,0 3 0 15,0 0-3-15,0 8 8 16,0-12-6-16,0-4 9 16,13 0-14-16,2 0 8 15,-8-3-4-15,5 11 2 16,-6-3 0-16,16 3 0 0,-3 12 5 15,-7 0-5 1,16 1 4-16,-10-10-6 0,10-2 4 16,-15-17 0-1,2-9-1-15,-9-6-2 0,-6-17-2 16,7-3-12-16,-7-18-47 16,0-11-86-16,0 0-215 15</inkml:trace>
  <inkml:trace contextRef="#ctx0" brushRef="#br0" timeOffset="-205536.66">19088 11698 237 0,'0'0'0'0,"0"0"2"0,0 0 57 16,0 0 21-16,0 0-68 0,0 0-11 16,-87-40 21-16,75 32 23 15,-10 4 19-15,9-7-2 16,1 6 11-16,-10-3-40 16,16 0-33-16,-6-1-5 15,-1 1 5-15,4 1 15 16,-3 3 31-16,12 0 6 15,0-9 21-15,-7 13-9 16,1-3-10-16,6-5-12 0,-6-4-2 16,6 8-30-16,0-5 7 15,0 9 5-15,0 0 1 16,0 0-8-16,0 0-15 16,0 13-3-16,0 27 3 15,0 16 14-15,0 12-4 16,-9 9-5-16,-16-2-5 15,3-6 0-15,-3-5 0 16,-9-4 1-16,6-20 0 16,16-7 4-16,0-22-7 15,12-3 5-15,0-8-6 16,0 0-12-16,0 0 9 16,52-8 6-16,7-12 4 0,-3 9-4 15,-9 3 3-15,-1-1-7 16,-12 5 11-16,-9 0-14 15,3 4 3-15,-16-4 3 16,-6 4-9-16,1-4 4 16,-7 4-1-16,0-4-3 15,0 0 3-15,0-4-26 16,0-8 10-16,9 4 23 16,-9-4 8-16,6 8-8 15,-6-4-6-15,0 12-1 16,0 0-6-16,0 0-1 15,0 0 14-15,0 0 3 16,0 24 0-16,0 12 29 0,0 12-12 16,0 0 10-1,0 9-25-15,-15-1 5 0,-4-9-10 16,7 6 2 0,5-5-4-16,-8-8 1 0,9-4-1 15,6-12-27-15,0-15-60 16,0-9-193-16,0 0-176 15</inkml:trace>
  <inkml:trace contextRef="#ctx0" brushRef="#br0" timeOffset="-204870.14">19255 11204 190 0,'0'0'354'0,"0"0"-271"0,0 0 56 0,0 0-30 0,0 0-23 16,0 0-27-16,0-7 13 16,13-1-32-16,8 0 2 15,7-5 8-15,25 2-11 16,0-6 6-16,-1 1-27 16,10 4 12-16,-9-7-23 15,6 2-14-15,-12 1 4 16,-7-4-24-16,0 1-5 15,-6 6-33-15,-12 1-1 16,-10 9-54-16,-12 3-115 0,0 0-256 16</inkml:trace>
  <inkml:trace contextRef="#ctx0" brushRef="#br0" timeOffset="-204403.78">19764 11181 304 0,'0'0'348'0,"0"0"-233"0,0 0 1 0,0 0-1 16,0 0-63-16,0 0-9 15,46-13 8-15,-12-18-14 0,-9-10 7 16,31-3-26-16,-16 4 16 16,-9-8-28-16,3 8 1 15,-6 4-7-15,6 3-1 16,-15 14-4-16,9-1 0 16,-22 12-13-16,0 0-20 15,1 4-10-15,-7 0-64 16,6-5-124-16,-6-7-173 15</inkml:trace>
  <inkml:trace contextRef="#ctx0" brushRef="#br0" timeOffset="-204120.96">19869 10744 510 0,'0'0'448'16,"0"0"-430"-16,0 0 61 15,0 0 27-15,0 0-58 16,202 244-6-16,-134-188-24 16,-3-4 17-16,-12-3-34 15,-13-5 6-15,10-8-6 16,-26 4-2-16,11-12-17 0,-17 4-9 15,4-15-18 1,-4-1-48-16,-11-1-120 0,-7-10-301 16</inkml:trace>
  <inkml:trace contextRef="#ctx0" brushRef="#br0" timeOffset="-203437.99">20257 12304 310 0,'0'0'76'0,"0"0"2"0,0 0 52 0,0 0-21 0,0 0-28 15,0 0-6-15,-47 7 36 16,47 1-44-16,0-8 12 16,0 0-34-16,0 0 2 15,0 0-18-15,0 0 0 16,0 0-3-16,0 0-18 0,0 0 2 15,0 0 0-15,28 0 0 16,12 0-3-16,13 0 10 16,0 0-16-16,3 0-2 15,-16-8-7-15,7-3-22 16,-13-1-7-16,-10-4-33 16,-2 8-36-16,-22-9-204 15,0 1-453-15</inkml:trace>
  <inkml:trace contextRef="#ctx0" brushRef="#br0" timeOffset="-203296.97">20257 12304 376 0</inkml:trace>
  <inkml:trace contextRef="#ctx0" brushRef="#br0" timeOffset="-203187.83">20257 12304 376 0,'-47'-213'596'0,"57"213"-558"0,27 0 39 16,-3 0 44-16,12 0-107 0,1-4-14 15,-7-8-9 1,7-4-2-16,-19 8-40 0,12-8-48 16,-18 9-113-1,2-6-244-15</inkml:trace>
  <inkml:trace contextRef="#ctx0" brushRef="#br0" timeOffset="-180940.27">32464 3649 240 0,'0'0'198'0,"0"0"-100"0,0 0-29 0,0 0-38 16,0 0-7-16,0 0-15 15,0 0 5-15,0-4-3 16,0 4 24-16,0-8 21 0,0 8 2 16,0 0 19-16,0 0-23 15,0 0-6-15,0 0-12 16,0 0 6-16,0 0-13 15,0 0 0-15,0 0-11 16,0 0 0-16,0 0 0 16,0 0-8-16,0 0 6 15,0 0-15-15,0-5 1 16,0 5-2-16,0 0-4 16,0-3-5-16,0 3 9 15,0 0 0-15,0 0 2 16,0 0 1-16,0 0-3 15,0 0 1-15,0 0 3 0,6 0-8 16,-6 0 7-16,0 0-5 16,0 0 3-16,0 0-1 15,0 0 0-15,7 0 2 16,5 0-5-16,10 0 6 16,6-12-6-16,-4 8 10 15,4-8-12-15,-9 12 5 16,3-5-3-16,-16 5-9 15,6 0 10-15,4-8-1 16,-4 8 6-16,7-3-12 16,2 3 12-16,13-12-6 15,-3 7-6-15,10 2 0 16,-13-5-6-16,-10 3 2 16,4 5 7-16,-10 0-6 15,1 0 12-15,9 0 0 16,-4 0-5-16,-2 0 13 0,-4 0-13 15,-6 0 7-15,0 0-4 16,1 0 0-16,8 0 2 16,-2 0-3-16,-7 0 8 15,9 0-10-15,-9 0 5 16,1 0-5-16,-7 0 2 16,12 0 3-16,-6 0-7 15,0 0 7-15,4 0 0 16,-10 0 0-16,12 0 0 15,1 0 4-15,-13 0-8 16,0 0-17-16,6 5 15 0,-6 3 0 16,9-5 6-1,-3 10 2-15,0-9-2 0,1 7 0 16,-7-6-2-16,0-5-5 16,6 12 10-16,-6-8-5 15,0 8 4-15,6-4 17 16,-6 8-18-16,9-7 2 15,-2 2-1-15,-1-3-1 16,-6 4-1-16,6 4 6 16,0-4-4-16,0 1 1 15,1 2-2-15,-7-2-1 16,9 3 1-16,-9-5-1 0,6 1 0 16,-6 1-1-1,0-2 0-15,0 6-4 0,0-1 4 16,0 4-5-16,0 0 12 15,0-4-10-15,0 4 4 16,0-4 0-16,0 4-1 16,0-4 3-16,0 0-6 15,0-4 8-15,0 4-8 16,6-4 10-16,0 4-12 16,1-4 10-16,-1 0-8 15,-6 0-1-15,0 0-1 16,0 4 5-16,0-3-1 15,0 2-3-15,0-2 10 16,0-2-10-16,9 1 10 16,-9-4-10-16,0 5 6 0,0 2-1 15,0-2 0-15,6-2 2 16,-6 6-7-16,7-6 10 16,-7 6-8-16,0-1 9 15,0 0-7-15,0-1 4 16,0 2-6-16,0-1 0 15,0 0 3-15,0 0 3 16,0-1 2-16,0 2-10 16,0-4 6-16,0 2-3 15,0 1 4-15,0-3 2 16,0 2-1-16,0-7-3 16,0 0 0-16,0 0 1 15,0 0-6-15,0 1 11 0,0 2-6 16,6 5 5-16,-6 4-7 15,6 0 8-15,-6 4-4 16,0-7 2-16,0-1 1 16,6 0-9-16,-6-1 12 15,0 6-16-15,0 3 15 16,0-16-7-16,0 16 1 16,0-8 1-16,0-1 0 15,0 2-2-15,0-9 0 16,0 8 1-16,0-4-3 0,0 4 5 15,0 0-6 1,0 1 10-16,0 2-12 0,0-2 5 16,0 2 0-16,0-2-1 15,0-1 5-15,0-1-7 16,0 1 4-16,0-3-2 16,0-1 2-16,0-1 1 15,0 2 4-15,0-1-10 16,0-4 6-16,0 0-4 15,0 4 3-15,0-8-3 16,0 12 2-16,6-4 0 16,4-8-1-16,-10 16 8 15,0-8-11-15,0 5 8 16,0-6-6-16,0 1 2 0,0 1-1 16,0-2-2-1,0 1 3-15,0-4-4 0,0 4 11 16,0 1-5-16,0 6 0 15,0-7-2-15,0 4 0 16,0-3-3-16,0 7 3 16,0-9 4-16,0 9-4 15,0-4 3-15,0 4-3 16,0-4 3-16,0 1 2 16,-10-1 1-16,4-4 2 15,6 4-8-15,-6-4 4 16,6 0 0-16,0 0-1 15,0 0-6-15,0 0 9 16,-6 5-13-16,0-2 11 0,-1 1-4 16,1-4 2-16,-3 0 2 15,3 0 0-15,-1 1-4 16,7-1 0-16,-6-4 0 16,6 3-3-16,-6-3 6 15,6 9-6-15,0-6 1 16,-6 1-1-16,6 1 4 15,0-2-1-15,0 2 0 16,0 2 1-16,-9-2-4 16,9-5 9-16,-7 4-10 15,7-9 11-15,0 5-11 16,0-3 5-16,0-5-1 16,-6 8 0-16,0 4-1 0,0-4 1 15,0 4 0-15,-1 0-2 16,-2-5 6-16,3-2-3 15,-7 3 6-15,1 0-11 16,3 4 8-16,-10-9-3 16,7 14 0-16,-10-4-1 15,3-2 2-15,4 1 7 16,-4 1-14-16,7-5 12 16,-4-1-11-16,4-3 7 15,0 0-3-15,5 0 0 16,-8-4 7-16,9 4-9 15,-7 1 4-15,-2-2 2 16,2 2 0-16,1-2-3 0,6 2 2 16,0-2 2-1,-4-3-4-15,4 4-1 0,-6 1 0 16,-1-2 3-16,-2 2-7 16,2-5 10-16,7 3-10 15,-16 2 12-15,22-5-16 16,-6 3 10-16,-6 2-2 15,-1-2 0-15,-2 1 7 16,9 1-12-16,0-2 12 16,-7-3-13-16,13 0 13 15,-15 0-14-15,8 0 10 16,-5 0-3-16,0 5 3 0,-4-5-3 16,16 0-4-1,-12 0 4-15,-1 0 1 0,4 0 1 16,-10 0-2-16,-2 0 8 15,2 0-15-15,-9 0 7 16,10 0-4-16,-4 0 4 16,3 0 1-16,7 0-1 15,-4 0-4-15,4 0 4 16,-7 0 0-16,19 0 4 16,-15 0-4-16,9 0 2 15,0 0-2-15,6 0-3 16,0 0 1-16,0 0-2 15,0 0 3-15,0-8-14 16,0-4 11-16,0-1 7 16,0 2-11-16,0-1 14 0,0-4-6 15,0 3 0-15,0-10-1 16,0 6 1-16,0-2 0 16,0-2-2-16,0 1 5 15,0 0-6-15,0 8 7 16,0-8-3-16,0 4-1 15,0-13 0-15,0 10 0 16,0-6 2-16,12-3-5 16,-6 5 6-16,3 2-10 15,-9-2 14-15,0-2-8 16,13 1 3-16,-13-4-4 16,6 0-4-16,0 0-2 15,-6 0-1-15,6 0-6 16,-6 4 11-16,10 0 1 0,-10 7 0 15,0-2 6-15,0-1-3 16,0 4 2-16,0-1-2 16,0-3 0-16,0-4 0 15,0 4-1-15,0 9 6 16,0-10-8-16,0 1 6 16,0 4-6-16,0-12 3 15,0 16-1-15,0-8-1 16,0 4 2-16,0 0-1 0,0 0-5 15,0 0 5 1,0 0 1-16,0-5 3 16,0-2 2-16,0-5-10 15,0-1-7-15,0 6-22 0,6 3-12 16,-6 4 33-16,0 3 11 16,0-2 4-16,6-1-6 15,-6-1 13-15,6 1-15 16,-6 0 10-16,0-8-8 15,0 0 1-15,0-12-5 16,0 3-13-16,0 14-14 16,0-6 22-16,0 2 13 15,0 7 16-15,0-9-10 16,0 2-3-16,0 7 0 0,0-1-3 16,0-7 0-16,0 4 4 15,0-8-10-15,-6 0 10 16,0 1-9-16,0-3 10 15,-4 15-8-15,4-6 6 16,6 6-3-16,-6-6 0 16,6-2-1-16,-6-1 1 15,-7 4-2-15,13 4-1 16,0-4 6-16,0 7-4 16,0-2 5-16,0 2-2 15,0-3-2-15,-9 1 0 16,9-6 0-16,0-2-2 15,0 2 0-15,-6 1-17 16,0 4 18-16,6 4-2 16,-6 0 3-16,-1 4 9 0,7 4 7 15,0-5 2-15,-6 6-5 16,6-5-13-16,-6-4-5 16,6 4 4-16,0-4-13 15,0 8 10-15,0-4 3 16,0 0 1-16,0-4 4 15,-9 7 4-15,9-6-8 16,0 2-5-16,0-2 4 16,0-1-24-16,0 4 23 15,0-5 2-15,0 5-4 16,0 0 11-16,0 8-3 16,0-3 7-16,0-6-1 15,0 6-10-15,0-2 5 16,0 2-10-16,0-2 11 0,0-3 1 15,0 4-7-15,0-4 16 16,0 5-13-16,0 3 2 16,0 0 17-16,0 0-5 15,-7 0-14-15,7 0-3 16,0 0-3-16,-12 0-40 16,12 0-59-16,-12 0-187 15</inkml:trace>
  <inkml:trace contextRef="#ctx0" brushRef="#br0" timeOffset="-179440.82">30042 2037 469 0,'0'0'151'0,"0"0"-97"0,0 0 11 0,0 0-12 16,0 0-5-16,0 0 5 15,0 0 25-15,0 89-30 16,-6-70 33-16,-6 1-37 16,-1 0-16-16,7 1-10 0,-9-1-4 15,9-9-5-15,6 5-8 16,0-4 4-16,0 1 0 15,0 2-7-15,0-7 6 16,0 8-8-16,0-7 4 16,12-1 0-16,10-8 0 15,12 8 1-15,6-8-7 16,-9 8 8-16,3 0-11 16,0-8 8-16,-15 8-5 15,9-8 1-15,-16 0 5 16,-6 0-5-16,4 0 5 15,-4 0 1-15,6 0 0 0,-5 0-1 16,-1-8 9 0,15-8-7-16,-21 8 0 0,0 0 1 15,7 8-3-15,-7-9 6 16,0 9-1-16,0 0 2 16,0 0 9-16,0 0-16 15,0-8 14-15,0 8-11 16,0 0 6-16,0 0-7 15,0 0 5-15,0 0 4 16,0 0 3-16,0 0-14 16,0 0-3-16,0 0 2 15,0 0-11-15,0 25 8 16,0-1 8-16,0 16 3 16,0-4-6-16,0 4 4 0,0-4 1 15,0 4-4-15,0-4-3 16,0 5 8-16,0-10-13 15,0 2 13-15,0-9-13 16,6-4 6-16,0-9-2 16,0 2-11-16,-6-6 0 15,10 1 6-15,-4 5-23 16,0-1 6-16,-6-1-26 16,12-2-7-16,4-9-109 15,-16 0-247-15</inkml:trace>
  <inkml:trace contextRef="#ctx0" brushRef="#br0" timeOffset="-175629.1">32411 6360 181 0,'0'0'70'0,"0"0"6"0,0 0 49 16,0 0-96-16,0 0-12 0,0 0-17 16,0 0 41-16,13-28-14 15,-13 24 31-15,0 4 2 16,0 0 23-16,0 0-16 15,6-4 11-15,-6 0-42 16,6-5-24-16,-6 6 8 16,6-1 2-16,-6 4 7 15,0 0-3-15,0 0 16 0,0 0-21 16,0 0 1 0,0 0-17-16,10-4 1 0,-4-8-4 15,0-1 3-15,7 6-5 16,-7 3 5-16,0 4-3 15,3 0 0-15,-3 0 5 16,1-4-5-16,11 0 3 16,-2-5-4-16,15-2 1 15,-10-1 1-15,7-1 0 16,-3 5-1-16,-9 8 0 16,-4-3-1-16,7 3 5 15,2 0-6-15,4-5 2 16,3-2 3-16,6 3-4 15,-9 0 1-15,-3 4-4 16,-4 0 2-16,4 0-3 0,-10 0 2 16,1 0-4-16,9-5 10 15,-4 5-3-15,10 0-1 16,-9-3 1-16,2-2 0 16,-2 2 0-16,3 3-1 15,-4-5 5-15,-2 5-7 16,-4-3 3-16,1 3-4 15,8-4-3-15,-8 4 5 16,-1-5 0-16,10 2 0 16,-10-2 0-16,1 5 0 15,2-3-1-15,4 3 2 16,-4-5-4-16,-2 5-6 0,-7 0 5 16,-6 0 3-16,6 0 1 15,-6 0 0-15,0 0-5 16,0 0 4-16,0 0-5 15,0 0 0-15,0 0 10 16,0 0-9-16,0 0-2 16,6 0 7-16,0 0 9 15,-6 0-8-15,10 0 4 16,-4 8-4-16,0 5 3 16,0-1 2-16,-6 4 2 15,0-1-5-15,0 6-3 16,0-1-1-16,0 0 1 15,0-1 0-15,0 2 3 16,0-6-6-16,0 6 8 0,0-1-8 16,0 0 11-16,0 0-13 15,0-4 7-15,0 8-4 16,0-7 4-16,0 2-4 16,0-2 1-16,0 2 1 15,0 1-7-15,0 5 14 16,0 3-11-16,0-9 9 15,0-2-7-15,0 2 2 16,0 2 0-16,0-6-1 16,0 2 2-16,0-1-5 15,0 4 9-15,0 1-10 16,0 2 12-16,0-3-14 16,0 1 5-16,0-5-7 15,7 4-6-15,8-4 2 0,-15-1 11 16,6 1-7-16,-6 4 6 15,0-4 0-15,0 9-1 16,0-5 8-16,0-1-6 16,0 2 2-16,0-1 0 15,0-4 0-15,0-4 2 16,0-4-3-16,0 12 8 16,0-7-11-16,0-2 12 15,0 9-11-15,0-8 5 16,0 4-2-16,0 0 2 15,0 0 1-15,0 1-3 16,0-2 5-16,0 1-7 0,0 4 6 16,0 4-2-16,0 4 0 15,0-3-2-15,0-1 2 16,0-1-6-16,0 2 4 16,0-1 0-16,0-4-5 15,0 4 12-15,0 0-15 16,0-3 17-16,0 6-16 15,0-7 10-15,0 0-4 16,0 1 2-16,0-6-1 16,0 1 0-16,0-4 0 15,0-4-4-15,0 8 8 16,0-3-7-16,0-1 11 0,0 4-8 16,0-1 2-16,0-2-1 15,0-1 10-15,0 0-10 16,0-5-1-16,0 6 3 15,0-5-3-15,0-4 7 16,0 4-10-16,0 12 4 16,0-8-1-16,0 0 0 15,0 8 2-15,0-7-2 16,0-2 0-16,0-3 0 16,-6 4 5-16,6 0-6 15,0 0 5-15,-15-3-7 16,15 2 4-16,0 1-1 15,-7 4 1-15,1-3 3 16,0 2-4-16,0 6 4 16,-4-1 7-16,-2-1-8 0,6-10 0 15,0-1 1-15,-1 0-4 16,7-5 0-16,-6 2 3 16,-3 3-6-16,3-4 6 15,-1 4 4-15,-5-5-5 16,6 5 3-16,-3-3-1 15,-4-1 1-15,7 0-1 16,-13-4 5-16,4 0-1 16,-4 0-5-16,-9 0 4 15,-6 0-2-15,-6 0-3 16,0 0 4-16,9 0 3 16,-3 0-7-16,6 0 7 0,9 0-9 15,-3 0-2 1,-2 0 2-16,2 0-1 0,3 0-5 15,-9 0 12-15,3 0-4 16,4 0-2-16,2 0 0 16,-3 0-4-16,10 0 4 15,0 0 3-15,-10 0-3 16,10-4-2-16,-10 0-3 16,9-1 3-16,1 5 4 15,-10 0-8-15,4 0 7 16,-4 0-2-16,3 0 1 0,-2 0 0 15,8 0-1 1,-5 0 1-16,2-3 0 0,10 3 0 16,-13 0-3-16,19 0 10 15,-9 0-8-15,3 0 2 16,6 0 5-16,0 0-6 16,0 0-2-16,0 0 1 15,0 0 2-15,0-5-3 16,0 5 14-16,0 0-15 15,0 0 7-15,0 0-8 16,0 0 5-16,0 0-2 16,0 0 1-16,0-3 0 15,0-2-1-15,0-2 3 16,-6-6-8-16,0 5 3 0,-7-7 3 16,7-1-9-1,-3-4 7-15,-10-4-1 0,19-4 6 16,0-5-5-16,0-3 6 15,-6-3-7-15,6-6 4 16,-6 1-2-16,-4 4-7 16,4 0 8-16,6 4 0 15,-6 3 0-15,6 1 5 16,0-4-4-16,0-8 3 16,0-4 0-16,0-4-8 15,0 7 12-15,0 1-13 16,-6 8 5-16,6 5-2 15,-7 3-2-15,1 12 4 16,-3-4-1-16,3-5 10 0,6-2-12 16,0 6 10-1,0-3-8-15,0 0 2 16,0-4 1-16,0 4-2 0,0-4 0 16,0-5-7-16,0 2 12 15,0-2-10-15,0-3 3 16,15 8-2-16,4 0 7 15,-7 0-3-15,4 9 3 16,-10-10-3-16,6 5 0 16,-5-8 1-16,8 7-3 15,-2 2-1-15,-7-1-6 16,0 4 14-16,0 7-9 16,-6-7 8-16,9 1-3 0,-9 7-1 15,0-9 0-15,0-2-6 16,0 2 12-1,0 9-13-15,13-7 7 0,-13 7-1 16,0-9 1-16,0 9 7 16,6-7-7-16,-6 2-3 15,6-2 2-15,0-2 2 16,-6 5-6-16,10 4 12 16,-10 4-12-16,0 8 14 15,0 0-18-15,0 0 2 16,0 0 6-16,0 0-4 15,0 0-15-15,0 0-39 0,0 0-127 16,-41 0-634-16</inkml:trace>
  <inkml:trace contextRef="#ctx0" brushRef="#br0" timeOffset="-174763.82">30607 2506 263 0,'0'0'317'0,"0"0"-287"0,0 0 41 16,0 0 33-16,0 0-30 15,0 0 4-15,0 0 12 16,37 40-10-16,-37-28-23 0,9 0-15 16,-2-4 11-16,-7-4-27 15,0 0 2-15,0-4-22 16,0 0-3-16,0 0 0 16,0 0-1-16,0 0-2 15,0 0 2-15,0 0-4 16,0 0-30-16,6 0-25 15,-6-8-129-15,0-15-639 16</inkml:trace>
  <inkml:trace contextRef="#ctx0" brushRef="#br0" timeOffset="-173713.3">31066 2005 295 0,'0'0'182'0,"0"0"-105"0,0 0 33 0,0 0-7 0,0 0-76 0,0 0 3 15,28-25 39-15,-28 25 9 16,0 0-21-16,0 0 33 16,0 0-53-16,0 0-20 15,0 0-16-15,0 0 4 16,0 13-7-16,0 10 5 16,0 6 14-16,-13 3-11 15,-8 4 15-15,8-4-19 16,7 0 10-16,0 0-9 15,6-12 0-15,0 0-3 16,0 1 0-16,0-2-2 0,0 1 7 16,18-3-11-16,16 7 12 15,1-8-6-15,2 4 0 16,3-4-1-16,-6-1 1 16,0-2 0-16,-6-1 0 15,-3-4 0-15,-3-5-6 16,-10 2 9-16,-6-5-7 15,0 0-6-15,-6 0 10 16,0 0 0-16,0 0 0 16,0 0-1-16,0-13 1 0,0-2 9 15,0 2-7 1,0 5 2-16,0 5 2 0,0-1 6 16,0 0-10-1,0 0 5-15,0-1-7 0,0 5 0 16,0 0 7-16,0 0-5 15,0 0 15-15,0 0-15 16,0 0 17-16,0 0-17 16,0 0 7-16,0 0-7 15,0 0-1-15,0 0-2 16,0 0-16-16,0 13 16 16,0 19 1-16,0 12 12 15,0 8-5-15,0 0 16 16,0-4-21-16,0-4 11 15,0-3-5-15,0 3-5 16,0-12-6-16,0 8 4 16,0-8-7-16,0-4-4 0,0-4-4 15,0-12-42 1,0-8-5-16,0-4-110 0,16 0-202 16</inkml:trace>
  <inkml:trace contextRef="#ctx0" brushRef="#br0" timeOffset="-170649.84">32384 8265 346 0,'0'0'80'0,"0"0"45"0,0 0-10 0,0 0-60 16,0 0-12-16,0 0 19 16,0 0-10-16,0 0 41 15,0 0 5-15,0 0-24 16,0 0-35-16,0 0-21 16,0 0 11-16,0 0-20 15,0 0 11-15,0 0-13 16,0 0 13-16,0 0-6 15,0 0-3-15,0 0-2 16,0 0-9-16,0 0 7 0,0 0-7 16,0 0 6-16,0 0 0 15,0 0-6-15,0 0 1 16,0 0 9-16,0 0-7 16,0 0-2-16,0 0-1 15,6 0-18-15,15 0 17 16,10 0 1-16,4 0 6 15,11 0-2-15,1 0-6 16,15 0 2-16,3 0 0 16,3 0 0-16,-3-12 3 15,-3 1-11-15,-9-2 16 16,-7 5-15-16,-18 0 7 0,-3 4 0 16,-3 4-2-16,-4 0 2 15,10 0-2-15,6-5 1 16,-9 2-1-1,3-1-11-15,0-4 9 0,-10 4 4 16,10 0-5-16,-9-4 9 16,-7 3-7-16,4 5 3 15,-16 0-2-15,6 0-3 16,-6 0 5-16,0 0 0 16,0 0 4-16,0 0-11 15,0 0 14-15,0 0-13 16,0 0 12-16,0 8-6 0,0 9 2 15,6-1-2-15,1 4 0 16,-7 0 4-16,0 4-5 16,0 4 6-16,0 4-5 15,0 5 6-15,15-1-7 16,-15 3 1-16,0 2 0 16,0 3 1-16,0-4 8 15,0 0-15-15,0 0 18 16,0-4-18-16,0 4 13 15,0-3-11-15,0-1 4 16,0 0-1-16,0-4-1 16,0 4 4-16,0-4-4 15,0 0 7-15,0 0-11 16,0 4 14-16,0 0-12 16,0-4 9-16,0 1-10 0,0-2 4 15,0 5 0-15,0-3-1 16,0 3 4-16,0 0-5 15,0 0 9-15,0-4-10 16,0 0 11-16,0 0-12 16,0-4 9-16,0 5-4 15,0-5 0-15,0 3 0 16,0 2-2-16,0-9 4 16,0 8-4-16,0-13 6 15,0 2-9-15,0-6 6 16,-15 14-4-16,15-1 2 15,-7-4 1-15,7 0 0 16,-6 9 0-16,6-6-3 0,0-2 8 16,0-5-12-16,0 4 6 15,0 7 1-15,0 2-11 16,0-2 10-16,0-3-3 16,0 1-5-16,0-5 1 15,0 12 4-15,0-8-3 16,-6-16 14-16,6 8-13 15,0-8 10-15,0-8-7 16,0 0 3-16,0 4 0 16,0-3 1-16,-6-2 5 0,6-3-12 15,0 0 12 1,-10 0-10-16,10 5 9 16,-6-5-4-16,-12 3 8 0,-10 5 4 15,9-8-12-15,-9 4 2 16,16-4 0-16,-10 5 2 15,10-5-6-15,-7 0 7 16,4 0-12-16,-10 0 12 16,9 0-9-16,-9 3 4 15,-2 5-1-15,-1 0 0 16,3 1-3-16,-3-1-1 16,-6-5-2-16,9 2 3 15,-3-5-8-15,-6 0 8 16,-13 0-8-16,7 0 8 0,-6 3 2 15,-1-3 1-15,1 8-3 16,-1 1 5-16,7-6-8 16,0-3 12-16,15 0-9 15,-16 0 7-15,26 0-8 16,-4 0 6-16,-2 0-5 16,2 0 3-16,7 5-3 15,-10-2-2-15,3 2-29 16,-9-2 18-16,0 2-5 15,22-5 11-15,-12 0 15 16,18 0-5-16,-7 0 1 16,-2 0 4-16,9 0-2 15,-6 0 5-15,-6 8-12 0,12-8 7 16,-13 0-5 0,13 0 4-16,-6 0 3 0,6 0-3 15,0 0-4-15,-9-16-1 16,9 0 3-16,0-1 8 15,0 1-7-15,0 1 12 16,0-10-9-16,0-7-8 16,0-8 11-16,0-4-8 15,0-5 1-15,0 2-2 16,0-6 2-16,0 9 0 16,0 0 0-16,0 4 2 15,0 0 13-15,0 4-15 0,0-4 6 16,0-9-6-1,0 10-1-15,0-9 1 0,-7-1 1 16,1 5-1 0,0 5 6-16,6-2-14 0,0 10 16 15,0-6-6-15,0-7 2 16,0-5-4-16,0 2 0 16,0 3 0-16,0-1 0 15,0 13 5-15,0 4-10 16,0 8 12-16,0 4-4 15,0 0-1-15,0 0 6 16,0-8-2-16,0 0-3 16,0-8-3-16,0-4 0 15,0 0-5-15,0 0 1 16,0 0-2-16,0 7 5 16,0 1 1-16,0 5 1 0,0 2-1 15,0 1 3-15,0 0-1 16,0 4 4-16,0-4-3 15,0 4-4-15,6-8 9 16,-6 4-14-16,0-5 12 16,0-2-4-16,0 2-2 15,6 5 0-15,-6 1-1 16,0-6 3-16,7 5-5 16,2 1 11-16,-9-1-14 15,6-1 9-15,-6 9-3 16,0 1 1-16,0-2-1 15,0 9-1-15,0 0 1 0,0 0-2 16,6-4 5 0,-6 0-6-16,7-4 8 0,5 0-10 15,3 0 8-15,-8 4-5 16,-7 8 2-16,0 0-1 16,0 0-1-16,0 0-2 15,0 0-1-15,0 0-17 16,0 0-41-16,0 0-123 15,0 0-376-15</inkml:trace>
  <inkml:trace contextRef="#ctx0" brushRef="#br0" timeOffset="-169699.22">31822 2635 578 0,'0'0'0'0,"0"0"-30"0,0 0-8 0,0 0-70 16,0 0-274-16</inkml:trace>
  <inkml:trace contextRef="#ctx0" brushRef="#br0" timeOffset="-168652.17">32275 2021 489 0,'0'0'142'0,"0"0"-116"0,0 0 5 0,0 0 7 0,0 0 11 0,0 0 20 15,15-25 12-15,-15 25-12 16,0 0-18-16,-6 17 18 16,-22 11-34-16,-6 4-13 0,0 4-19 15,3 4 9-15,3 0 0 16,10-3-8-16,2-10 4 15,4-2-3-15,12-5-6 16,0-9 15-16,0-3-17 16,0 1 3-16,0-1-5 15,0 0-3-15,34 0 3 16,6 0 2-16,0 0 0 16,7-8-3-16,-16 0 6 15,3 0-4-15,-18 0-16 0,-4 0 16 16,-12 0-5-1,0 0 9-15,12 0 4 16,-12 0 2-16,7 0-3 16,8 0 7-16,-2 0-1 0,-7-8-8 15,6 0 5-15,-3 0-2 16,-9 0-8-16,0 8 3 16,0 0 1-16,0 0 5 15,0 0-3-15,0 0 23 16,0 0-15-16,0 0 7 15,0 24-15-15,0 7 10 16,0 10-4-16,0-1 6 16,0 4-3-16,0-3-10 15,0-10 1-15,0 10 5 16,0-5-14-16,0-5 9 0,0 2-4 16,0-1-31-16,0 0-13 15,-15-4-9-15,3-4-46 16,5-8-124-16,7-12-125 15</inkml:trace>
  <inkml:trace contextRef="#ctx0" brushRef="#br0" timeOffset="-164354.71">21302 11546 391 0,'0'0'295'0,"0"0"-275"0,0 0 83 15,0 0 17-15,0 0-69 16,0 0-30-16,0 0 40 0,0-29 0 15,0 29-13-15,0 0-2 16,0 0-13-16,0 0-17 16,0 0-5-16,0 8-19 15,0 17 18-15,0 3-6 16,0 8 1-16,-22 0-5 16,-9 4 3-16,3 8 2 15,16 12-3-15,-10-7-1 16,3-14 1-16,13 2 2 15,6-18-8-15,0-6-6 16,0-9-5-16,0-8-18 16,0 8 4-16,19-5 28 15,21-3-2-15,7 0 1 16,5 0-4-16,-18 0 4 16,0 0-19-16,-15 0 10 0,-3 0-11 15,-10 0 7 1,-6 0 2-16,0 0 13 0,0 0-2 15,0 0 5-15,0 0-6 16,0 0 9-16,0 0-12 16,0 0 6-16,0 0-1 15,0 0 1-15,0 5 3 16,0 19 8-16,0 8-3 16,-6 12 5-16,-22 8-4 15,9 4 8-15,-3 5-1 0,10-6-5 16,-4 2-11-1,10-12 0-15,0-14 0 0,6-7-19 16,0-12-24-16,0 1-47 16,0-13-65-16,0 0-247 15</inkml:trace>
  <inkml:trace contextRef="#ctx0" brushRef="#br0" timeOffset="-163173.52">21795 10880 214 0,'0'0'278'0,"0"0"-201"0,0 0 42 16,0 0 6-16,0 0-12 15,0 0-23-15,6 0-25 16,-6 0-5-16,0 0-38 0,28 0 8 16,-7 0-20-16,4 0 13 15,9 0-16-15,19 0 6 16,-6 0-10-16,-13 0-3 15,6 0 0-15,-6 5-19 16,-21 22 18-16,-1 10 1 16,-12 2 2-16,0-6 0 15,0-6 1-15,0-2-3 16,0-17-2-16,0-4-1 16,0-4-21-16,0 0 10 15,0 0-13-15,28 0-21 16,0 0 48-16,3 0-5 0,-10 0 5 15,-8 0-10 1,2 24 5-16,-15-1 10 0,0 10-4 16,0-1 4-16,-15 0 24 15,-25 0-24-15,-7-8 13 16,22-8-17-16,-9 0-2 16,-6 0 1-16,0 4-46 15,-13 8-147-15,-3 8-350 16</inkml:trace>
  <inkml:trace contextRef="#ctx0" brushRef="#br0" timeOffset="-162040.64">20347 13780 652 0,'0'0'518'0,"0"0"-485"0,0 0 29 0,0 0-10 0,0 0-52 0,0 0 8 15,46 8-18-15,-46-8 20 16,0 0-6-16,0 0 2 16,0 0-6-16,0 0-15 15,0 0-45-15,0 8-72 16,0 7-394-16</inkml:trace>
  <inkml:trace contextRef="#ctx0" brushRef="#br0" timeOffset="-161703.7">20331 14314 980 0,'0'0'72'0,"0"0"6"0,0 0 0 15,0 0-54 1,0 0-24-16,0 0-6 0,28-9 5 16,-28 9-10-16,0 0 7 15,0 0-1-15,0 0-20 16,6 0-81-16,-6 0-160 16,0 0-200-16</inkml:trace>
  <inkml:trace contextRef="#ctx0" brushRef="#br0" timeOffset="-161391.22">20297 14807 815 0,'0'0'228'0,"0"0"-204"16,0 0 62-16,0 0-48 16,0 0-33-16,0 0 0 15,0 0-8-15,0 0 3 16,0 0-7-16,0 0-13 15,0-5-33-15,0-7-169 0,0 12-373 16</inkml:trace>
  <inkml:trace contextRef="#ctx0" brushRef="#br0" timeOffset="-160692.02">19237 16639 432 0,'0'0'440'0,"0"0"-407"0,0 0 44 0,0 0-19 0,0 0-47 15,0 0 42-15,226-152 12 16,-167 91-25-16,9-3-6 15,-3 4-7 1,-3-4-2-16,-3 3-24 0,-19 6 3 16,13 10-4-16,-3 9-14 15,-25 8-35-15,-4 9-13 16,-15 2-50-16,-6 9-126 16,0 0-75-16,0 8-149 15</inkml:trace>
  <inkml:trace contextRef="#ctx0" brushRef="#br0" timeOffset="-160419.24">19475 16097 647 0,'0'0'194'16,"0"0"-179"-16,0 0 107 16,0 0-45-16,0 0-36 15,329 226-5-15,-270-187-21 16,3 2-8-16,-16-18-2 0,-21 5-10 16,9-15-18-1,-6-1-44-15,-9-12-56 0,-4 0-112 16,-2 0-317-16</inkml:trace>
  <inkml:trace contextRef="#ctx0" brushRef="#br0" timeOffset="-160040.14">20204 16406 853 0,'0'0'28'16,"0"0"61"-16,0 0 43 16,0 0-55-16,0 0-29 15,0 0-26-15,409-11-14 16,-356-14-7-16,0 1-2 16,-13 8-23-16,-6-8-14 0,-6 0-66 15,-22 0-55 1,-6 4-219-16</inkml:trace>
  <inkml:trace contextRef="#ctx0" brushRef="#br0" timeOffset="-159759.45">20418 16154 986 0,'0'0'86'0,"0"0"-43"16,0 0 18-16,0 0-45 16,0 0 1-16,0 0-10 15,143 12-1-15,-119-12 2 16,4 0-4-16,13 0-8 15,-10-12-30-15,3-12-38 16,-6 4-143-16,-4 0-256 16</inkml:trace>
  <inkml:trace contextRef="#ctx0" brushRef="#br0" timeOffset="-159174.58">21100 16154 530 0,'0'0'432'0,"0"0"-413"0,0 0 46 0,0 0 27 0,0 0-41 16,0 0-33-16,121 23 8 15,-93-23-22-15,-3 0 5 16,3 0-7-16,-10 0-2 16,10 0-8-16,-9 0-15 15,9 0-18-15,0-11-97 16,-22-17-163-16</inkml:trace>
  <inkml:trace contextRef="#ctx0" brushRef="#br0" timeOffset="-151947.73">21829 15950 634 0,'0'0'121'0,"0"0"-63"16,0 0 72-16,0 0-70 0,0 0-19 16,0 0 18-16,0 0-14 15,0 0-20-15,0 0-1 16,0 0 11-16,6 0-21 16,-6 0 8-16,6 0-17 15,3 0 5-15,-2-5-8 16,5 1-4-16,7 0 1 15,2 4 1-15,-2 0-4 16,3 0 7-16,6 0-12 16,-16 0 13-16,13 0-8 15,-16 0-2-15,4 0 3 16,-13 4-2-16,0 16 1 0,0 13 1 16,0-2 3-16,0 10-2 15,-13-5 9 1,-9-8-14-16,4-4 14 0,2-12-15 15,10-4 8-15,6 0-5 16,0-4-23-16,0 4 14 16,0 0 3-16,0-4 3 15,16 0 6-15,-10-1 4 16,-6 10 3-16,0 4-4 16,0-2 0-16,0 9-1 15,0 9 4-15,-16-2 4 16,-24 5-4-16,-6-8 3 15,-1 5 6-15,0-1 7 16,13-9-19-16,3 2 8 0,-3-1-7 16,13-8-4-16,8-4-5 15,1-8-18 1,12-4 10-16,0 0-33 0,0 0-47 16,0 0-56-16,0-24-178 15</inkml:trace>
  <inkml:trace contextRef="#ctx0" brushRef="#br0" timeOffset="-148801.14">28179 11008 556 0,'0'0'36'0,"0"0"-26"0,0 0 34 15,0 0 6-15,0 0-33 16,0 0 31-16,0 0 33 16,0 0 45-16,0 0-25 15,6 0-2-15,-6 0-34 0,0 0-35 16,0 0 3-16,0-4-28 15,0 4 27-15,0 0-13 16,0 0 10-16,0 0-7 16,0 0-10-16,0 0 3 15,0 0-15-15,0 0-6 16,13 17 6-16,2 22-7 16,4 5 16-16,-19 9-15 15,21 2 6-15,-14 11 0 16,5-2-2-16,-6 8 1 15,-6-12 0-15,16-1 0 16,-10 2 1-16,0-5 0 16,13 4 0-16,-4-8 1 15,-2 9-1-15,-7-2 0 0,0 6-9 16,-6-1 4-16,0 0-12 16,0-3 16-16,0-2-4 15,0-7 4-15,0 5-24 16,0-1 20-16,0 0-20 15,0 0 20-15,0 1-1 16,0 2 3-16,0-2 1 16,0 2 4-16,0-6-7 15,0 7 9-15,-6 1-5 16,-7-6 2-16,1 1 0 16,-3 1 0-16,2-1-1 15,7-4 0-15,0 1-1 16,-10 2-1-16,10 1 2 0,0 0-7 15,0-7 11 1,-1-1-8-16,1-4 4 0,6-4 0 16,0 0 0-16,0 4-8 15,-15 4 7-15,15 4-36 16,-13 5 33-16,7-1 7 16,0-4-6-16,6-8 6 15,0 9-5 1,0-14 2-16,0 5 0 0,0 1 3 15,-9-1 3-15,9 0-12 0,0 4 4 16,0 1-6 0,0 2 16-16,-7 1-16 0,-11 0-1 15,-4 1 0-15,10-6-1 16,-1 2 3-16,13-5 2 16,0 1-1-16,-6-1 5 15,6-1 2-15,0-3-1 16,0 5 5-16,0-1-6 15,-9 0 1-15,9 4-33 16,0-8 33-16,-6 8 3 16,6-4 0-16,0-8 2 15,0 12-1-15,0-7-3 16,0-2 4-16,0 2-5 16,0-5-2-16,0 0 0 15,0-8 3-15,0 13-2 0,0-5 2 16,0 0-7-16,0 0 12 15,-13 3-12-15,7 2 6 16,0-2-3-16,6-3 3 16,-6 5 0-16,-4-1-2 15,10-4 4-15,0-4-5 16,0-4 10-16,0-3-13 16,0-2 13-16,0-2-14 15,0 2 9-15,0 5-2 16,0 1 0-16,0 2-3 15,0 6 1-15,0-1 2 16,0-4-8-16,0 0 8 16,0-3 0-16,10-2 3 15,-4-10-6-15,-6 6 2 0,6 1 1 16,-6 1-1-16,0 3 5 16,0 0-8-16,0 4 10 15,0 0-11-15,0 0 13 16,0 4-14-16,0-4 13 15,0 0-7-15,6 4 0 16,-6 0-2-16,0 0-2 16,0 0 6-16,0 0-6 15,0 5 8-15,0-1-4 16,0 0 5-16,0 5-10 16,0-9-8-16,-12 3 12 0,-4 2 2 15,4 3-1 1,-1 4 0-16,13-1 8 0,-6 6-9 15,-3 7 6-15,9 4-7 16,0 0 2-16,0-4-11 16,0-12 8-16,0 1 3 15,0-1-1-15,0 0 2 16,0 8-2-16,-12 5 0 16,-7-14-1-16,3-7-63 15,-2-3-62-15,12-17-168 16,-16-8-272-16</inkml:trace>
  <inkml:trace contextRef="#ctx0" brushRef="#br0" timeOffset="-138444.2">29181 11838 357 0,'0'0'226'0,"0"0"-163"0,0 0 20 0,0 0-15 16,0 0-41-16,0 0-5 16,0 0 22-16,0 0-24 15,9-12 34-15,-9 12 4 16,0 0-9-16,0 0 4 0,0 0-31 15,0 0 4 1,0 0-11-16,0 0 8 16,0 0-17-16,0 0 18 0,0 0-15 15,0 0 13-15,0 0-11 16,0 0 5-16,0 0 1 16,0 0-10-16,0 0-7 15,0 0-5-15,0 0-1 16,0 0-6-16,0 20 1 15,0 1 5-15,0 19 6 16,0 7 3-16,0 6-2 16,0 7-1-16,-28 1-6 15,6-6 1-15,-3-2 5 16,4-17-2-16,8 0-4 0,7-16 1 16,6-12-1-16,0-8-6 15,0 0 7-15,0 0-8 16,0 0 11-16,0 0-21 15,0 0 20-15,0 0 6 16,28 0-6-16,3 0 9 16,9 0-4-16,-6 0-2 15,-6-4-8-15,-3 0 6 16,-9 0 2-16,-4 4-7 16,-6 0 10-16,0-5-6 15,10 5-1-15,-10 0 3 0,0-8-2 16,1 8 1-1,-7 0 1-15,0 0 2 0,0-3-1 16,0 3 4-16,0-4 6 16,0 4-8-16,0 0 16 15,0 0-16-15,0 0 8 16,0 0-6-16,0 0-4 16,0 0-2-16,0 15 0 15,0 13 2-15,0 13 2 16,0 7 17-16,0-4-8 15,0 13 3-15,0-10-8 16,-13-2 6-16,-2 7-5 16,8-12 0-16,-5-4-7 15,6-4-9-15,6-7-1 0,-6-18-14 16,6-7-26 0,0 0-67-16,0-16-136 0,0-20-214 15</inkml:trace>
  <inkml:trace contextRef="#ctx0" brushRef="#br0" timeOffset="-137560.68">29528 11662 246 0,'0'0'133'0,"0"0"-22"0,0 0 42 0,0 0-29 16,0 0-23-1,0 0-7-15,0-4-8 16,9 4-27-16,-9 0-2 16,6 0-17-16,-6 0 2 15,6 0-16-15,1 0-2 0,-1 0 0 16,0-4-12-16,22 0 7 15,0-4-15-15,12-4 17 16,7-4-20-16,-16 4 6 16,18 0-7-16,-18 4-6 15,-3-5-17-15,-9 13-19 16,-4-3-13-16,4-2-51 16,-13 2-113-16,10-5-355 15</inkml:trace>
  <inkml:trace contextRef="#ctx0" brushRef="#br0" timeOffset="-136778.77">30092 11635 117 0,'0'0'140'0,"0"0"-42"0,0 0 25 0,0 0-23 0,0 0-22 0,0 0-29 16,0 7 4-16,0-7-20 15,0 0 21-15,0 0 26 16,0 0-11-16,0 0-3 16,0 0-10-16,0 0-17 15,0 0-24-15,0 0 10 16,0 0-23-16,0 0 4 16,0 0-4-16,0 0 2 0,0 0-4 15,0 0 17-15,0 0-3 16,0 0-9-16,0 0 6 15,19-20-2-15,21-16 5 16,13-4-14-16,9-4 1 16,3 0 8-16,-12 3-18 15,2-3 9-15,-14 4-9 16,11-4 2-16,-5 3-19 16,-1 5 4-16,-5 5-38 15,-13 18-27-15,-16 10-55 16,-12 3-75-16,0 0-44 0,0 24-188 15</inkml:trace>
  <inkml:trace contextRef="#ctx0" brushRef="#br0" timeOffset="-136411.21">30238 11329 603 0,'0'0'122'0,"0"0"-79"0,0 0 87 0,0 0-41 16,0 0 10-16,0 0-23 16,180 124-26-16,-118-88-16 15,9-3-11-15,-9-1-13 16,-15-4-3-16,-1-5-14 16,-12 2-3-16,-9-9-10 15,-10-4-54-15,-8 1-95 16,-7-10-290-16</inkml:trace>
  <inkml:trace contextRef="#ctx0" brushRef="#br0" timeOffset="-135645.67">30805 12704 490 0,'0'0'126'0,"0"0"-51"0,0 0 33 0,0 0-30 0,0 0-18 16,0 0 13-16,6-3 13 15,4 3 0-15,-10 0-37 16,6 0 13-16,0 0-33 16,0 0-9-16,7 0-15 15,21 0-5-15,-6 0 3 16,6 0-1-16,-3 0-4 16,-3-8-3-16,0 4-15 15,-3-4-25-15,-13 0-2 16,10-8-35-16,-22 7-88 15,0-7-177-15</inkml:trace>
  <inkml:trace contextRef="#ctx0" brushRef="#br0" timeOffset="-135403.2">30805 12704 31 0</inkml:trace>
  <inkml:trace contextRef="#ctx0" brushRef="#br0" timeOffset="-135279.17">30805 12704 31 0,'-12'-244'666'0,"12"244"-630"0,18 0 39 16,17 0 182-16,11 0-166 15,-12-3-38-15,19-6-6 16,-13 1-11-16,7 0-31 16,-7-3-3-16,0-2-2 15,1 1-22-15,-1-1-45 16,-12 2-57-16,-10-1-205 0</inkml:trace>
  <inkml:trace contextRef="#ctx0" brushRef="#br0" timeOffset="-128852.27">31887 12151 193 0,'0'0'187'0,"0"0"-32"0,0 0-45 0,0 0-41 0,0 0-15 16,0 0-19-16,0 0 1 15,0 0 31-15,0 0-5 16,0 0-7-16,0 0-24 16,0 0 11-16,0 0-20 15,0 0 5-15,0 0-11 16,0 0 8-16,0 0-4 0,0 0-3 15,0 0-2 1,0 0-8-16,0 0 21 0,0 0-20 16,0 0 3-16,0 0-9 15,0 0-4-15,0 0 4 16,0 0-2-16,0-7 8 16,0-1-1-16,16-9 0 15,18 6-1-15,3-6-2 16,13 1 7-16,-4 0-17 15,1 16 6-15,-13 0-8 16,-3 0-12-16,-9 0-3 16,-10 24-1-16,-6 21 13 0,-6 10 8 15,0 9-7 1,0 17-6-16,-40-9-5 0,0-8 12 16,-7 1 2-16,1-6 4 15,5-18 3-15,7-5 4 16,16-20-4-16,11-4 4 15,1-4-8-15,6-8 8 16,0 0-8-16,0 0-1 16,0 0 5-16,0 0-7 15,0 0 7-15,19 0 2 16,21 0 4-16,-6 3 11 16,7 2-4-16,-1-2 5 15,-6 2-17-15,-15-5 3 16,8 4-4-16,-20 0-4 15,11-4 0-15,-12 4-31 0,16 0-3 16,-9 0-71-16,-7 4 21 16,0 0-56-1,3-4-72-15,-9 4-374 0</inkml:trace>
  <inkml:trace contextRef="#ctx0" brushRef="#br0" timeOffset="-127719.29">32870 11405 251 0,'0'0'347'0,"0"0"-286"0,0 0-15 0,0 0-6 16,0 0-35-16,0 0 0 15,0 0 34-15,0 0 45 16,0 0 0-16,-6 0-16 16,0 0-21-16,-6 0-13 15,5 0-13-15,-8 0 11 16,2 0-17-16,1 0-11 16,-10 0 9-16,-3 0-1 15,-9 17-8-15,0 3 1 16,0-1 6-16,0 9-9 15,3 0-3-15,3 5 2 16,10-1 4-16,-4 4-5 16,16 4 1-16,6 0-4 15,0 0 7-15,0-4-9 0,0-8 8 16,0 5-6-16,12-17-5 16,10 0 7-16,9-4-18 15,-3-4 10-15,12-5 9 16,0-3-11-16,7 0 8 15,5 0-2-15,4 0 5 16,-9 0 0-16,-16-23-4 16,-3-6-2-16,-16 6-9 15,-3 2 14-15,-9 1 1 16,0 8 0-16,0 1 2 16,-15-2-4-16,-19 13-5 15,-3-3 7-15,3 3 0 16,-1 0 5-16,7 0-5 0,10 3 0 15,-10 33 5 1,3 8-2-16,-9 5-6 0,-6 7 2 16,12-17-18-16,15-11-84 15,13-11-75-15,0-9-106 16</inkml:trace>
  <inkml:trace contextRef="#ctx0" brushRef="#br0" timeOffset="-109335.55">29109 14181 226 0,'0'0'194'0,"0"0"-109"0,0 0-22 0,0 0 9 16,0 0-22-16,0 0-9 15,0 0 9-15,0 0 10 16,-15 8 21-16,8-8-20 0,7 0-5 15,0 0-7-15,0 0-12 16,0 0-29-16,0 0 23 16,0 0-16-16,0 0 10 15,0 0-7-15,0 0-9 16,0 0-4-16,0 0-3 16,0 0 20-16,0-8-21 15,22-5 9-15,9-7-5 16,10 4 1-16,-7 1-4 15,0 2-1-15,-6 10-1 16,-10 3-17-16,-5 0 11 16,2 0 3-16,-9 0-13 0,1 31 16 15,-7 13-2 1,0 0 3-16,0 9-2 0,0 3 1 16,-19 9-8-16,-9-1 8 15,-6-5-6-15,0-7 2 16,9 5 8-16,-9-13-1 15,21-7-2-15,-2-14 5 16,9-7-3-16,0-11-1 16,6 2-1-16,0-7 1 15,0 0-2-15,0 0 0 16,0 0 3-16,0 0-1 16,0 0 4-16,27 0-6 15,5 0 2-15,2-7 6 16,-13-6-8-16,20 9-1 0,-23 4-6 15,10 0 5-15,-15 0-2 16,5 0 3-16,-2 0-10 16,-4 0-6-16,-6 0-34 15,10 0-47-15,-4 0-19 16,-6 0-149-16</inkml:trace>
  <inkml:trace contextRef="#ctx0" brushRef="#br0" timeOffset="-107936.58">29562 13651 269 0,'0'0'179'0,"0"0"-83"0,0 0 9 16,0 0-29-16,0 0-39 15,0 0-13-15,6 0 18 16,-6 0-4-16,0 0 31 16,0 0-20-16,0 0-3 15,0 0-16-15,0 0 4 0,0 0 2 16,0 0-23-16,0 0 19 15,9 0-19 1,-9 0-1-16,13 0-3 0,5 0 8 16,10 0-15-16,0-7 8 15,3-1-10-15,3-1 0 16,0 5 0-16,-6 4 0 16,-3 0-3-16,-3 0-8 15,-4 0 6-15,-5 0-6 16,-4 21 8-16,-9-1 5 15,0 3-4-15,0 1 2 16,0 4-14-16,-15 5 14 16,-10-1-6-16,3 4 1 0,-3-8 9 15,10-13-6 1,9 6 3-16,6-17-1 0,0-4 0 16,0 0 1-16,0 0-2 15,0 0 3-15,0 0-7 16,0 0 10-16,21 0-3 15,4 0 0-15,3 0 0 16,6-4-2-16,-3-9-2 16,9 2-7-16,-5-9 8 15,5 12-3-15,-12-4-1 16,-10 4-13-16,10 3-35 16,-9-3-5-16,9-7-66 0,-16 15-172 15</inkml:trace>
  <inkml:trace contextRef="#ctx0" brushRef="#br0" timeOffset="-106421.27">29007 13672 294 0,'0'0'97'0,"0"0"-31"0,0 0 24 0,0 0-37 15,0 0-8-15,0 0 33 16,0 0-21-16,-13 0 6 16,7 0 4-16,0 0-13 15,6 0-6-15,0 0-20 16,-6 0 17-16,6 3-17 0,-16 5 0 15,4 0-13-15,0 12 3 16,-4-7-16-16,4-1 13 16,5-1-13-16,-5 6-1 15,3-1 6-15,9 8-6 16,-13 4-2-16,7 0 3 16,-6 3-4-16,-4-1 4 15,10-3 7-15,-6 9-8 16,5-4-2-16,7 0 2 15,0 8 8-15,0 1-1 16,0-2-7-16,-6 5 4 16,6-8-1-16,-15 0 0 0,15-3-4 15,-6 0 0 1,-1 3 1-16,7-5-4 0,-6 5 3 16,6 0 0-1,0-3 1-15,0-9-1 0,0-1 0 16,0-6 0-16,0 2-4 15,0 6 10-15,0-1-9 16,0 8 4-16,0 0-1 16,0-4 0-16,6 0 2 15,1-4 1-15,-1-7-2 16,-6 2-2-16,0-7-1 16,0-7 0-16,0-5-16 15,21 0-35-15,4 0-93 0,9 0-25 16,0-21-189-1</inkml:trace>
  <inkml:trace contextRef="#ctx0" brushRef="#br0" timeOffset="-105122.36">30337 13796 262 0,'0'0'210'0,"0"0"-164"0,0 0-12 0,0 0-6 15,0 0 2-15,0 0 6 16,0-5 38-16,0 5 0 0,0 0-23 16,0 0 0-1,0 0 13-15,0 0-38 0,0 0-8 16,0 0-8-16,0 0 4 16,0 5 6-16,0 3 11 15,0-8 8-15,0 7-27 16,0 1 11-16,0 9-13 15,0 2 9-15,0-6-13 16,0 10 1-16,6 2 0 16,10-9-4-16,2 16 1 15,-11-3-2-15,8 2-2 16,-9-3 5-16,7 8-7 16,2 0 7-16,-2 0-10 15,-1 1 5-15,10-9 0 16,-10 12 0-16,-6-8 2 15,-6 0-5-15,0 8 9 16,0-4-8-16,0 9 8 0,0 2-9 16,-18 2 10-16,-10 7-3 15,0-4 0-15,-12-4-1 16,15-4 1-16,-3 4-2 16,-6-4 15-16,21-3-13 15,1-17 6-15,-4-4-7 16,16-17-6-16,0-3-9 15,0 0-6-15,0 0-14 16,0 0-15-16,0-3-27 16,0-17-164-16,0-9-229 0</inkml:trace>
  <inkml:trace contextRef="#ctx0" brushRef="#br0" timeOffset="-104154.9">30613 13747 317 0,'0'0'172'0,"0"0"-58"0,0 0-18 0,0 0-48 16,0 0-17-16,0 0-9 0,-6 0 12 15,6 0 33 1,0 0-3-16,0 0-6 0,0 0-4 16,0 0 0-16,0 0-20 15,0 0-16-15,0 0 4 16,0 0-16-16,0 0 14 15,6 0-9-15,34 0 4 16,1 0 8-16,5-8-15 16,7 5 0-16,-7-9-2 15,1-1-12-15,-7 2 15 16,-6-2-19-16,-21 6 4 16,-7 7-16-16,-6 0-10 0,0 0-28 15,0 0-69-15,0 0-132 16,0 0-293-16</inkml:trace>
  <inkml:trace contextRef="#ctx0" brushRef="#br0" timeOffset="-103389.42">31025 13832 238 0,'0'0'5'0,"0"0"-5"0,0 0-5 0,0 0-20 15,0 0 19-15,0 0 6 0,28 8 35 16,-28-8 51 0,7 0 22-16,-7 0-35 15,0 0-57-15,0 0 17 0,0 0 6 16,0 0 5-16,0 0-3 16,0 0-8-16,0 0 10 15,0 0-4-15,0 0 4 16,0 0 5-16,6 0 12 15,0-8-14-15,9-5 2 16,4-10-13-16,15-1 6 16,6-9-19-16,7-15-7 15,-1 8-8-15,1 4-6 16,-13 0-2-16,0 8 0 16,-15 8-2-16,2 0-22 15,-2 4-22-15,-13 4 4 16,10 4-25-16,-10 4-32 15,0 4 18-15,-6 0-28 0,0 0-76 16,0 0-186-16</inkml:trace>
  <inkml:trace contextRef="#ctx0" brushRef="#br0" timeOffset="-103023.64">31227 13519 484 0,'0'0'217'0,"0"0"-168"0,0 0 7 16,0 0 35-16,0 0-24 15,0 0 5-15,40 92 15 16,-12-67-42-16,3 3 0 16,3-5-10-16,-6-2-7 15,6 2-20-15,-9 1 1 16,3 1-6-16,-9-1-2 16,2 4 1-16,-2-8-2 15,-13-12-15-15,10 12-8 16,-4-17-33-16,-12 14-86 15,0-9-130-15,0 5-272 16</inkml:trace>
  <inkml:trace contextRef="#ctx0" brushRef="#br0" timeOffset="-102224.37">31407 14734 145 0,'0'0'280'0,"0"0"-160"0,0 0-10 16,0 0 11-16,0 0-12 15,0 0-6-15,28 0 1 16,-16 0-48-16,10-4-12 16,9-8-14-16,3 4 14 15,0-4-33-15,0 4-5 16,0 0-5-16,-3 3 0 15,3 2-2-15,0 3-11 16,-15 0 3-16,3 0-27 0,-16 0-6 16,-6 0-29-16,0 0-45 15,0 0-88-15,0 0-69 16</inkml:trace>
  <inkml:trace contextRef="#ctx0" brushRef="#br0" timeOffset="-102066.78">31407 14734 377 0</inkml:trace>
  <inkml:trace contextRef="#ctx0" brushRef="#br0" timeOffset="-101907.04">31407 14734 377 0,'-53'-212'236'0,"81"207"-127"0,-3 5 65 0,9-3 26 16,0 3-138-16,-15 0-7 16,2 0-14-16,-2 0 1 15,3 0-4-15,-4 0-28 16,4-9 5-16,3 9-12 16,3-8-6-16,-4-8-14 0,11 12-22 15,-8-4-19 1,8-3-18-16,-11 6-70 0,-2 2-239 15</inkml:trace>
  <inkml:trace contextRef="#ctx0" brushRef="#br0" timeOffset="-101109.27">32077 14101 566 0,'0'0'141'0,"0"0"-51"0,0 0 43 0,0 0-77 16,0 0-23-16,58 0-2 15,-23 0 41-15,-1 0-30 16,12-5-11-16,-6 5-13 16,1 0-17-16,-16 0 0 0,3 36 8 15,-16 5-9 1,-12 11 0-16,0 12-7 0,0 8 2 16,-19 0-14-16,-21 0 9 15,0 0 7-15,-1-3-2 16,-11-5 6-1,18 0-1-15,15-15 2 0,3-13-2 16,16-16 1-16,0-12-1 16,0-5 0-16,0-3 7 15,22 0-9-15,25 0 4 16,12 0 9-16,9 0-6 16,3-3 5-16,-3-5-6 0,-9-1-4 15,-3 9-6 1,-25 0 4-16,-3 0-16 15,-6 0 1-15,-10 0 3 16,7 0-17-16,-13 0-15 0,9 0-24 16,-2 0-134-16,-13 0-125 15</inkml:trace>
  <inkml:trace contextRef="#ctx0" brushRef="#br0" timeOffset="-100291.72">32718 13534 309 0,'0'0'201'0,"0"0"-91"0,0 0 19 0,0 0-19 15,0 0-32-15,0 0-20 16,-68 25-29-16,50-1-8 0,-10 0 12 16,0 5 11-1,9 2-17-15,1 10-11 0,-4 3 5 16,3 0-9-16,4-4 2 15,9 4-14-15,6-3 8 16,0-14-5-16,0 13-3 16,0-20 3-16,0 1-3 15,12-2-3-15,28-7 3 16,7-7-7-16,9 3 14 16,2-8-11-16,-5 0 8 0,-13 0-8 15,16 0 2 1,-31-25-14-16,-3-2-15 0,-16 2-10 15,-6-3-7-15,0 4 9 16,0 12 26-16,0 4 9 16,-34 8 4-16,-6 0 7 15,5 0 0-15,11 8 10 16,-4 17 9-16,9-2 0 16,4 1-26-16,8-12-5 15,7 4-46-15,0-11-27 16,0-2-199-16,0-3-241 15</inkml:trace>
  <inkml:trace contextRef="#ctx0" brushRef="#br0" timeOffset="-94229.85">16750 6737 327 0,'0'0'195'0,"0"0"-154"0,0 0 57 0,0 0-4 16,0 0-35-16,0 0-23 16,0 0-8-16,0-16 10 15,0 12-9-15,0 0 6 16,0 4-12-16,0 0 14 0,0 0-9 16,0 0 30-1,-6 0-24-15,-4 0-7 0,4 0-17 16,0 0-2-16,6 0 1 15,0 0-7-15,-6 0 11 16,6 0-12-16,-13 0 2 16,13 0-1-16,-15 12-2 15,-4 16 2-15,7 4-4 16,-4 5 2-16,4-1 0 16,12 0 0-16,0-5 6 15,0-3-9-15,0-11 13 16,0 2-20-16,0-6 17 15,12-1-12-15,16-12 5 16,-3 0 0-16,9 0-11 16,13-17-3-16,-1-27 14 15,10-20 5-15,-9-3-5 16,-1-10 6-16,-18 5-6 0,-16 8 0 16,1 12 5-16,-13 11-7 15,0 10 4-15,0 3-4 16,-19 3 1-16,-21 1-1 15,0 16 1-15,-1 0 1 16,7 8 0-16,-6 0-2 16,-1 0-5-16,1 37 7 15,-6 6 7-15,5 9-7 16,7 5 0-16,16 2 5 16,5-6-19-16,7-1 23 0,6-8-9 15,0-11 0 1,0-2 6-16,6-6 5 15,35-6-9-15,17-2-4 0,17-6 12 16,-10-2-8-16,3-5 6 16,-15-4-10-16,-13 0 4 15,-6 0-4-15,-15 7 2 16,-4 6-2-16,4-1 0 16,9 12 4-16,-9 0 0 15,2 4 0-15,20-8 3 16,-4 4-2-16,12-15-6 15,-2-2-3-15,-7-7-8 16,1 0-9-16,-23 0-5 16,1 0-1-16,-4-7-72 15,-9-14-95-15,-6-3-345 0</inkml:trace>
  <inkml:trace contextRef="#ctx0" brushRef="#br0" timeOffset="-92782.09">17265 5795 148 0,'0'0'155'0,"0"0"-92"0,0 0 80 0,0 0-41 16,0 0-17-16,0 0-23 16,0 0-10-16,0 0-6 15,0 0 32-15,0 0-16 16,0 0-30-16,0 0 9 16,0 0-7-16,0 0 8 15,0 0-25-15,0 0 4 0,0 0-7 16,0 0-7-16,0 0 4 15,0 4-10-15,0 12 19 16,0 12-18-16,0-4 14 16,0 8-15-16,0 0 10 15,0-9-8-15,6 10 4 16,0-13-4-16,-6 1 2 16,6-14-5-16,-6 1 4 15,0-4 0-15,0 0 2 16,6-4-3-16,-6 0-3 15,0 0 0-15,0 0-1 16,0 0-1-16,0 0-2 16,10-16-10-16,2-16 7 0,1-8 7 15,14 0-3 1,-8 4-5-16,3-5 2 0,3 10-1 16,2-2 4-16,1 14-14 15,-9-6 8-15,0 5 0 16,-4 9 5-16,-9 6 2 15,0 2-6-15,1 3 8 16,-1 0-9-16,3 11 9 16,-3 25 13-16,-6 0-4 15,19-3-3-15,-13-5 1 16,-6-12-6-16,9-8 0 16,-9 0-2-16,7-8 4 0,-1 0-7 15,0 0-2-15,6 0-14 16,23-16 9-16,-1 0 10 15,6-4-6-15,-6 12 1 16,-15 3 6-16,-7 5-12 16,-3 0 1-16,-2 0 11 15,5 13 21-15,0 10 0 16,10-2-4-16,-9 11-10 16,-7-8 0-16,0 7-14 15,3-1-12-15,-3-11-52 16,13-7-120-16,15-12-202 15</inkml:trace>
  <inkml:trace contextRef="#ctx0" brushRef="#br0" timeOffset="-91878.84">16561 5815 214 0,'0'0'89'0,"0"0"27"0,0 0 51 16,0 0-47-16,0 0-10 15,0 0-8-15,-158 172-41 16,130-131-21-16,-6 10-11 0,15 9 38 16,-9 9-36-1,3 7-4-15,16 12-2 0,-3 0 16 16,5 1-32 0,7-6 4-16,0-11-13 0,0-6 0 15,19-19 0 1,27-6-23-16,4-10 4 0,3-11-45 15,-7-4-54-15,13-7-146 16,-18-9-187-16</inkml:trace>
  <inkml:trace contextRef="#ctx0" brushRef="#br0" timeOffset="-91051.48">18313 5782 352 0,'0'0'183'0,"0"0"-139"0,0 0 71 0,0 0-27 15,0 0-37-15,0 0-9 0,127 161 32 16,-81-120-18-16,-5-5-15 16,-7 11 10-16,0 1-13 15,-9 1-18-15,-4 7-15 16,-2 8 26-16,3 8-19 15,-22 8 13-15,12 0-15 16,-12 17 8-16,0-9-18 16,0-8 5-16,0-3-4 15,-12-10 4-15,-10 2-5 16,3-13 0-16,-2-7-4 16,2-18-46-16,7-19 22 15,-10-12-138-15,3 0-269 16</inkml:trace>
  <inkml:trace contextRef="#ctx0" brushRef="#br0" timeOffset="-90033.6">18889 5502 173 0,'0'0'260'0,"0"0"-146"0,0 0 18 0,0 0-30 0,0 0-40 0,0 0 25 15,0 0-26-15,0 0-3 16,0 0-36-16,0 0 5 16,0 0-26-16,0 0 28 15,0 20-16-15,0 12 16 0,0 5-2 16,0-1-4-1,0 0 8-15,0-8-31 0,0-4 27 16,0-12-26-16,0-4 1 16,0-8-1-1,0 0 5-15,0 0-6 0,7 0-1 16,-1 0 0-16,12-5-3 16,4-18-7-16,12-10 22 15,19-3-14-15,0 0 3 16,5-5-9-16,-2 18-6 15,-15 10 10-15,-23 10-2 16,10 3-2-16,-9 0 1 16,-4 12 8-16,4 20 27 15,-7 1-21-15,4-2 14 16,-10-3-19-16,-6-7-2 0,12-6-3 16,-5-7-15-1,14-3-21-15,4-5-84 0,-3 0-195 16,-4 0-432-1</inkml:trace>
  <inkml:trace contextRef="#ctx0" brushRef="#br0" timeOffset="-89135.65">17925 5242 155 0,'0'0'321'0,"0"0"-269"0,0 0 11 0,0 0 36 0,0 0-27 16,0 0 6-16,0 11-6 15,0-11-26-15,0 0 4 16,0 0-6-16,0 0 19 16,0 0-43-16,0 0 14 15,0 0-27-15,0-4-3 16,6-24 4-16,35 8-6 0,11-8-2 16,16-4 3-16,-9 8 1 15,3-5 4-15,4 14 10 16,-4-1-16-16,12 4 11 15,-3 4-11-15,10 0 1 16,6 3-3-16,-19 5-5 16,-3 0 1-16,-12 0 2 15,-4 28 0-15,-18 5 4 16,16-5 4-16,-19 0-4 16,6-4-2-16,-16-12 4 0,4 0-7 15,-9-3 3 1,-13-9-21-16,6 0-21 0,-6 0-67 15,0 0-52-15,0 0-356 16</inkml:trace>
  <inkml:trace contextRef="#ctx0" brushRef="#br0" timeOffset="-88353.79">18347 4828 247 0,'0'0'184'0,"0"0"-98"0,0 0 28 0,0 0-22 0,0 0-13 15,0 0-39-15,0 0 52 16,0 0-37-16,0 0 11 16,0 0 11-16,6 0-41 15,6 0-11-15,44-36-12 16,-3-17 9-16,12 2-15 16,-3-1 8-16,-9 3-11 15,-7 13-8-15,-12 8-5 16,0 8-4-16,-9 9-10 0,-3-2-14 15,-22 13-8-15,12 0-36 16,-12 0 14-16,0 0-84 16,0 0-28-16,0 16-158 15</inkml:trace>
  <inkml:trace contextRef="#ctx0" brushRef="#br0" timeOffset="-87986.06">18492 4479 586 0,'0'0'153'0,"0"0"-41"16,0 0 7-16,0 0-32 15,0 0-16-15,0 0-25 16,-18 28-19-16,18 8 33 16,0 13-21-16,34-2 13 15,6 2-13-15,1-5-19 16,11-8-1-16,-11 1-17 0,5-10-2 15,-6-3-2-15,-15-12-3 16,-3 5-59-16,3-14-7 16,-16-3-73-16,-9 8-371 15</inkml:trace>
  <inkml:trace contextRef="#ctx0" brushRef="#br0" timeOffset="-84090.01">28976 15645 404 0,'0'0'78'0,"0"0"-6"0,0 0 79 0,0 0-97 0,0 0-11 16,0 0 25-16,0 0 1 16,-40-8 3-16,40 8-4 15,-16 0-4-15,16 0-35 16,0-5 10-16,0 2-24 0,0-6 17 16,0 1-19-16,0-3 11 15,0-10-3-15,16 6 0 16,24-2 1-16,6-2-14 15,13-2 10-15,0 1-18 16,9 0 8-16,-9 4-5 16,-3 4-6-16,-16 8-5 15,-9 4-7-15,-21 0-9 16,-10 36 7-16,0 21 16 16,0 10-9-16,-62 5-4 15,-3 8-31-15,-10 5 24 16,-5-1 10-16,-1 1 11 15,7-5 3-15,8-16 2 16,20-20 25-16,24-21-14 16,16-18 1-16,6-5-12 0,0 0-10 15,6 0 10-15,50 0-3 16,-3-16 1-16,-1-4-3 16,-5 0 3-16,-7 8-1 15,-6 0 11-15,7 4-12 16,-7 4 13-16,-3 0-13 15,9 4-2-15,-6-4-13 16,-12 4-11-16,3 0-14 16,-4 0-12-16,-2 0 3 15,-7 0-92-15,4 0-108 0,-10 0-108 16</inkml:trace>
  <inkml:trace contextRef="#ctx0" brushRef="#br0" timeOffset="-75946.62">29528 15280 287 0,'0'0'192'0,"0"0"-186"0,0 0 28 0,0 0 22 0,0 0-42 16,0 0 8-16,0 0 64 15,0 0-33-15,0 0 32 16,0 0 2-16,0 0-41 16,0 0-27-16,0 0 4 15,0 0 6-15,0 0-11 16,0 0 40-16,0 0-27 16,0 0 9-16,0 0-15 15,0 0 12-15,0 0-31 16,-6 0 10-16,6 0-1 0,0 0 3 15,-7 0 6-15,7 0-5 16,0 0 18-16,-6 0-30 16,6 0 20-16,0 0-18 15,0 0 18-15,0 0-24 16,0 0 4-16,0 0-2 16,0 0-4-16,0 0 10 15,0 0-9-15,47 0 15 16,-13 0-13-16,6 0-2 15,0 0-1-15,-5 0-2 0,-11 0-4 16,10-5 0 0,-15 2-4-16,3-2-20 0,3-2-7 15,-4 2-54 1,7-11-5-16,-15 1-118 0,-13-9-586 16</inkml:trace>
  <inkml:trace contextRef="#ctx0" brushRef="#br0" timeOffset="-75064.89">30191 15023 372 0,'0'0'110'0,"0"0"-56"0,0 0 20 0,0 0 1 15,0 0-9-15,0 0 11 0,0 0-17 16,0 0-4-16,0 0-18 16,0 0 11-16,0 0-21 15,0 0 26-15,7 0-29 16,20 0-12-16,14 0 11 16,-10 0-23-16,15 0 16 15,-5 3-13-15,-20 2-4 16,13 7 0-16,-21 0 0 15,-1 16-1-15,-12 8 1 0,0 4 0 16,0 12-8-16,-18 4 8 16,-23-4-8-16,1-8 3 15,6-7 9 1,0-10-13-16,21-6 14 0,7-9-10 16,0-4 2-16,6-4 2 15,0 0-9-15,0-4-6 16,0 0 16-16,19 0-2 15,27 0 2-15,10-4 10 16,-3-8 20-16,-1 0-19 16,-11 4-8-16,-1 8-3 15,-12 0-3-15,-10 0-4 16,1 0-22-16,-3 0 4 0,-10 0-67 16,0-4-75-16,-6 0-136 15</inkml:trace>
  <inkml:trace contextRef="#ctx0" brushRef="#br0" timeOffset="-74564.24">30780 15388 549 0,'0'0'129'0,"0"0"-49"0,0 0 59 0,0 0-76 16,0 0-42-16,0 0 6 0,47-8 71 16,-28-4-50-1,8-1 14-15,-2-2-32 0,3-6 3 16,6-2-13-1,7-1-16-15,-7 4 1 0,-3-8-5 16,-3-1-5-16,12 17-22 16,-15-4 12-16,-4 0-35 15,7 9 1-15,-9-1-72 16,-7-1-13-16,-2 1-79 16,-10 0-26-16,0 8-78 15</inkml:trace>
  <inkml:trace contextRef="#ctx0" brushRef="#br0" timeOffset="-74264.31">31035 15144 91 0,'0'0'456'16,"0"0"-329"-16,0 0 58 16,0 0-16-16,0 0-43 15,0 0-79-15,6 175-16 16,6-150-29-16,7-1 7 16,-4-4-8-16,4 8 3 0,-3-4-3 15,-10-1-1-15,0-10-4 16,0 7 2-16,0-8-7 15,7-4-41-15,-4 0-93 16,-9-3-187-16</inkml:trace>
  <inkml:trace contextRef="#ctx0" brushRef="#br0" timeOffset="-73631.3">31208 15961 509 0,'0'0'238'0,"0"0"-142"0,0 0 52 0,0 0-16 0,0 0-64 16,0 0-30-16,13 0 5 15,15 0-22-15,9-3 12 16,12-5-19-16,-11-5-4 16,11 6-10-16,-18-1-10 15,-3-1-3-15,13 5-17 16,-23 0-3-16,10 0-23 15,-9 4 0-15,-10-4-97 16,-9 4-145-16,0-3-347 16</inkml:trace>
  <inkml:trace contextRef="#ctx0" brushRef="#br0" timeOffset="-73379.71">31208 15961 607 0</inkml:trace>
  <inkml:trace contextRef="#ctx0" brushRef="#br0" timeOffset="-73275.73">31208 15961 607 0,'47'-141'286'0,"-47"141"-218"0,0 0 43 15,0 0-4-15,12 0-59 0,16 0-19 16,-3 0 13-16,9-7-18 16,6 3-13-16,1 0-11 15,-1-4-12-15,0 0-14 16,7-8-37-16,-7 8-31 15,0-1-198-15,-15-2-340 16</inkml:trace>
  <inkml:trace contextRef="#ctx0" brushRef="#br0" timeOffset="-72333.46">32070 15508 251 0,'0'0'259'0,"0"0"-258"0,0 0 46 15,0 0 54-15,0 0-11 16,0 0 33-16,0 0 8 16,0 0-34-16,0 0-43 15,0 0-2-15,0 0-17 16,0 0-19-16,0 0-9 15,0 0-1-15,13 0-5 16,21 0 7-16,0 0-7 16,-15 0-1-16,8 8-1 15,-8 13-2-15,-13-1 3 0,-6 11 0 16,0 10-9-16,0-2 17 16,0 26-11-16,-25-5 3 15,-15 0 0-15,-6-4-3 16,12-7-8-16,6-10-4 15,9-11 24-15,13-7-17 16,-3-9 9-16,9-4-2 16,0-8-8-16,0 0 3 15,0 0-12-15,0 0 18 16,21 0-1-16,13 0 6 0,7-5 13 16,-10 2-13-1,9-2 16-15,-6-2-11 0,-6 2 1 16,-3 5-11-16,-4-3-3 15,-8 3-3-15,-7 0-11 16,10 0 11-16,-4 0-31 16,7 0 12-16,2 0-20 15,-2 0-4-15,-4 0-40 16,-2 0-125-16,-1 0-132 16</inkml:trace>
  <inkml:trace contextRef="#ctx0" brushRef="#br0" timeOffset="-71483.17">32839 15151 432 0,'0'0'115'0,"0"0"-31"0,0 0 60 0,0 0-35 16,0 0-36-16,0 0-23 15,-142 124-7-15,117-99 25 16,3-1-39-16,-3-1 5 15,4 10-13-15,8-5 10 16,-2 0-6-16,9 4 4 16,-1-7-19-16,7-2 4 15,0 9-2-15,0-15-10 16,0-2-1-16,0-7 3 0,0 0-8 16,0-3-14-16,28-2 18 15,-9-3-15-15,3 0 9 16,-4 0-2-16,16 0-4 15,-6-8 2-15,-9-15-15 16,-7-2 3-16,-3 1-21 16,-9 8 25-16,0 4 16 15,0 9 2-15,0 3 1 16,0 0 20-16,-21 0-8 16,-20 7-2-16,1 9 1 15,6 8-11-15,15-7 15 16,7 2-11-16,12-7 21 15,0-4-26-15,0-3-10 0,0-2-16 16,0-3-49-16,0 0-169 16,0 8-378-16</inkml:trace>
  <inkml:trace contextRef="#ctx0" brushRef="#br0" timeOffset="-69330.79">28520 15493 354 0,'0'0'122'0,"0"0"-57"0,0 0-10 0,0 0-10 16,0 0-38-16,0 0 50 0,6-17 10 16,-6 17 3-16,6 0 5 15,-6 0 0-15,0 0-24 16,0 0-16-16,0 0 1 15,0 0-18-15,0 0 17 16,0 0-12-16,0 0 10 16,0 0-7-16,0 0-2 15,0 0-2-15,0 0-17 16,7 0-1-16,21 0 12 0,24 17-5 16,10 14 24-16,38 13 15 15,14 8-20-15,-15 4 10 16,22 1-26-16,-28-9-8 15,-6 0-3-15,0-8 1 16,-13-4-8-16,-2-4-9 16,2-8-1-16,-21-4-35 15,-3-4-25-15,-13-3-20 16,-3-6-10-16,-12-7-162 16,-16 0-450-16</inkml:trace>
  <inkml:trace contextRef="#ctx0" brushRef="#br0" timeOffset="-68186.52">32042 15620 280 0,'0'0'267'0,"0"0"-246"0,0 0 70 0,0 0 23 16,0 0 7-16,0 0-25 15,-12 0-29-15,12 0 0 0,0 20-26 16,0-7 8 0,0-1-29-16,12 4 15 0,10 4-14 15,3 8 12 1,3-1-3-16,18 14 6 0,-5-1-5 15,5-4-20-15,1 0 4 16,-13-4-7-16,0-4-5 16,-3-3-3-16,-3-2-4 15,-10-2-22-15,10-1-1 16,-9-1-17-16,-4-6-27 16,-2 10-27-16,-7-6-120 15,-6-1-185-15</inkml:trace>
  <inkml:trace contextRef="#ctx0" brushRef="#br0" timeOffset="-66220.99">28821 17104 301 0,'0'0'173'0,"0"0"-98"0,0 0-15 15,0 0 23-15,0 0-7 16,0 0 23-16,0 0-12 15,6-3-15-15,-6 3-12 0,0 0-9 16,0 0-21-16,0 0-11 16,0 0 7-1,0 0-4-15,0 0 13 0,0 0-15 16,0 0 5-16,22 0-3 16,3 0 5-16,21 0-6 15,16 0-6-15,-3 0 9 16,9 0-22-16,-15 3 15 15,12 2-12-15,-15-2 1 16,-26-3-6-16,-2 0 0 16,-9 0-51-16,-7 0-21 15,-6 0-10-15,0 0-41 16,0 0-297-16</inkml:trace>
  <inkml:trace contextRef="#ctx0" brushRef="#br0" timeOffset="-65516.72">29388 16752 549 0,'0'0'120'0,"0"0"8"0,0 0 11 0,0 0-46 16,0 0-27-16,0 0-15 0,68-13-11 15,-27 5 7 1,11-7-7-16,7-2-14 0,-3 5-11 15,-3 8-12-15,-13 4-3 16,-15 0 2-16,-3 0-4 16,-10 16 4-16,-12 29-7 15,0 7 3-15,0 12-3 16,-6 8-4-16,-28 0-5 16,0 0 12-16,9-8-2 15,13-8-2-15,-4-4 12 16,16-11-9-16,0-10 3 0,0-10 0 15,0-9 0 1,6-9 0-16,35-3-3 16,-7 0 3-16,-6 0 18 0,3 0-17 15,3 0 12-15,0 0-9 16,-6-3-1-16,-4-13-3 16,11-4-2-16,-8 8-22 15,4-9-9-15,-3 10-11 16,-6-1-31-16,3-1-33 15,-3 10-103-15,-10-5-55 16</inkml:trace>
  <inkml:trace contextRef="#ctx0" brushRef="#br0" timeOffset="-65122.22">30157 17225 474 0,'0'0'198'0,"0"0"-97"0,0 0 24 16,0 0-15-16,0 0-53 0,0 0 20 15,140-160-33-15,-94 124 1 16,10-5-34-16,-9 1 24 16,5 4-27-16,-5 0-6 15,-1 4-2-15,-5 4-19 16,-13 3 13-16,-10 9-28 15,-12 8-1-15,4-4-29 16,-10 9-43-16,0-2-75 16,-10 5-160-16</inkml:trace>
  <inkml:trace contextRef="#ctx0" brushRef="#br0" timeOffset="-64857.01">30157 16811 640 0,'0'0'125'15,"0"0"-72"-15,0 0 82 16,0 0-35-16,0 0-8 16,0 0-43-16,214 218-20 15,-192-174-2-15,-10-8-6 16,16 0-2-16,-9 0-16 15,-7-8-6-15,4 0 1 16,-16-12-19-16,18-4-11 16,-5-4-36-16,8-8-72 0,-8 0-205 15,-1 0-155-15</inkml:trace>
  <inkml:trace contextRef="#ctx0" brushRef="#br0" timeOffset="-64290.13">31106 17048 389 0,'0'0'396'0,"0"0"-329"0,0 0 5 0,0 0 8 0,0 0-12 16,0 0 1-16,149 0-42 16,-103 0 7-16,19 0-9 15,-3 0-9-15,-9 0-16 16,6 0 9-16,-12 0-18 16,-13 0 5-16,-13 0-21 0,-2 0-44 15,-19 0-78-15,0-4-157 16</inkml:trace>
  <inkml:trace contextRef="#ctx0" brushRef="#br0" timeOffset="-63974.23">31128 16896 758 0,'0'0'214'16,"0"0"-184"-16,0 0 96 0,0 0-54 15,0 0-32 1,0 0-4-16,245 8-10 0,-196-8-14 15,4 0-10-15,-6 0-4 16,-7 0 0-16,-6 0-23 16,-3-8-27-16,-9 3-38 15,-4-3-177-15,-12 5-311 16</inkml:trace>
  <inkml:trace contextRef="#ctx0" brushRef="#br0" timeOffset="-63356.83">32290 16570 423 0,'0'0'256'0,"0"0"-246"0,0 0 81 0,0 0 0 15,0 0-29-15,0 0-55 16,-108 74 35-16,83-35 3 16,-3 14-2-16,10 2 2 15,2 6-4-15,10-1-18 16,6-4-11-16,0-4 13 16,0-4-25-16,0-7 13 15,0-10-12-15,6-6 10 0,28-14-11 16,-6-3 0-16,-3-3-6 15,15-5 6-15,7 0-2 16,-1 0 4-16,16-16-4 16,-15-17 0-16,-1-6 1 15,-12 3-24-15,-9 0-9 16,-15 6-12-16,-10 15-13 16,0 11 29-16,0 4 30 15,-22 0 0-15,-31 36 15 16,0 13-8-16,-9 3 1 15,22-1 38-15,15-10-9 16,16-13-37-16,9-9-13 0,0-6-71 16,0-13-55-1,9 0-253-15</inkml:trace>
  <inkml:trace contextRef="#ctx0" brushRef="#br0" timeOffset="-61825.66">29549 17437 284 0,'0'0'244'0,"0"0"-201"0,0 0-20 15,0 0-23-15,0 0-23 0,0 0-170 16,0 0 20-16,-6 36 18 16</inkml:trace>
  <inkml:trace contextRef="#ctx0" brushRef="#br0" timeOffset="-61459.66">29549 17437 7 0,'-127'140'248'0,"121"-135"-85"15,0-5-77-15,0 0-33 16,6 0 0-16,-10 4-25 0,4-4-9 16,0 4-16-16,6 0 6 15,-12-1 52-15,12-3 35 16,0 5 16-16,0-2-43 15,-7-3 7-15,-2 5-25 16,-3-2-22-16,6-3-8 16,-1 5-1-16,7-5-16 15,0 0 18-15,0 0-6 16,0 0 3-16,0 0 3 16,0 0-22-16,25 0-2 15,37 0 2-15,37 0 14 16,22 0-4-16,6-8-3 15,13-12-3-15,-7-12 6 0,-6-4-10 16,-12 3-5-16,-22 5-9 16,-18 4-20-1,-29 17 0-15,-12-1-23 0,-28 8-86 16,-6 0-290-16</inkml:trace>
  <inkml:trace contextRef="#ctx0" brushRef="#br0" timeOffset="-60876.81">29568 17975 590 0,'0'0'122'0,"0"0"-24"0,0 0 35 0,0 0-59 0,0 0-31 15,0 0 25-15,81-33-28 16,-35 17 6-16,1-4-21 0,21 1 0 16,-9-2-24-16,-3-3 0 15,3 5-1-15,-19 2-9 16,-6 5-21-16,-9 5-23 15,-3-1-38-15,-10 3-114 16,-6 5-141-16</inkml:trace>
  <inkml:trace contextRef="#ctx0" brushRef="#br0" timeOffset="-60359.08">30117 17770 181 0,'0'0'432'0,"0"0"-378"16,0 0 32-16,0 0-5 16,0 0-41-16,0 0-34 15,87-21 8-15,-53 6 30 0,12 3-14 16,1 8 4 0,-7 4-17-16,-6 0 1 0,7 0-16 15,-23 0 3-15,-2 12-5 16,-16 24-3-16,0 4-2 15,0 8-2-15,0 4-11 16,-22-4-17-16,-3-4 33 16,10-3-4-16,2-10 6 15,13-2 1-15,0-5 16 16,0-12-4-16,53-8-5 16,9-4-1-16,-3 0 3 15,15 0 18-15,-9 0-6 16,-12-16 30-16,-3 4-51 0,-19 0 12 15,9 0-13 1,-6 8-2-16,0-9-6 0,-9 2-46 16,3-6-32-16,-6 6-98 15,-16-1-60-15</inkml:trace>
  <inkml:trace contextRef="#ctx0" brushRef="#br0" timeOffset="-59512.15">31937 17574 338 0,'0'0'302'0,"0"0"-253"0,0 0 16 0,0 0-3 0,0 0-54 16,0 0-8-16,6-13 3 15,-6 10 6-15,0 3 29 16,0 0 70-16,0 0-24 0,0 0-3 15,0 0-28 1,0 0-20-16,13 0 7 0,15-9-18 16,18-7 0-16,13-4 8 15,22-7 7-15,5 2-16 16,23-3 12-16,-4 4-31 16,-5 1-2-16,-4 2-1 15,-25 9-1-15,-9 0-2 16,-15 8-41-16,-13 0-10 15,-10 4-32-15,-11 0-46 16,-13 0-244-16</inkml:trace>
  <inkml:trace contextRef="#ctx0" brushRef="#br0" timeOffset="-59027.87">32129 17995 312 0,'0'0'179'0,"0"0"-149"0,0 0 48 0,0 0 48 16,0 0-23-16,0 0-22 15,-6 0-2-15,6 0-27 16,0 0 37-16,0 0-42 16,0 0-14-16,0 0-14 15,34 0 17-15,13-5 0 16,12-6-34-16,3-6 3 16,-10-3-5-16,-5 1 0 0,-7-6-39 15,-6 9-1 1,-15 0-51-16,-7 12-78 0,-2-4-153 15</inkml:trace>
  <inkml:trace contextRef="#ctx0" brushRef="#br0" timeOffset="-58841.28">32129 17995 572 0</inkml:trace>
  <inkml:trace contextRef="#ctx0" brushRef="#br0" timeOffset="-58561.14">32129 17995 572 0,'462'-221'94'0,"-421"217"-53"0,-7 4 62 16,3 0 13-16,3 0-116 15,-24 0-2-15,-10 0-2 16,-6 32 4-16,0 4 6 16,0 8 0-16,0 0 2 15,-13-3 13-15,-8-13-7 16,15-8 2-16,6-9 12 0,0-6 5 16,0-5-28-1,12 0 1-15,22 0-3 0,13 0 14 16,-7 0 15-16,-6 0-16 15,19-8 8-15,-13 0-18 16,0-1-1-16,1 6-2 16,-7 3-1-16,12-5-1 15,-12 5-1-15,4-3-9 16,-11-9-23-16,1-12-83 16,-9-4-152-16,-13 0-377 15</inkml:trace>
  <inkml:trace contextRef="#ctx0" brushRef="#br0" timeOffset="-56946.34">25165 17810 99 0,'0'0'70'0,"0"0"24"0,0 0 41 0,0 0 21 0,0 0-34 16,0 0-36-16,0 0-5 15,0 5-1-15,0-5-34 16,0 0 4-16,0 0-12 16,0 0 29-16,0 0-46 15,0-5 7-15,0-31 8 16,47-12 16-16,5-4-20 16,-5-9-18-16,15 1 9 15,-9 1-17-15,-7-5-5 16,7 3-1-16,-13 9 0 15,-12 11-11-15,-16 13 7 0,-12 13-20 16,0 15 11 0,0-4-16-16,0 4-13 0,0 0 18 15,0 0-40-15,0 4-73 16,0 19-186-16,-27 10-195 16</inkml:trace>
  <inkml:trace contextRef="#ctx0" brushRef="#br0" timeOffset="-56563.76">25218 17449 579 0,'0'0'99'0,"0"0"16"0,0 0 37 0,0 0-79 15,0 0-15-15,0 0-3 16,99 64 40-16,-25 0-35 15,7 0 3-15,6 8-21 16,-13-6-18-16,-2-11-6 0,-17-2-14 16,-2-6-4-1,-13-6 1-15,-15-5-2 0,3-13-37 16,-6-10-21-16,-10-9-30 16,-12-4-88-16,0 0-329 15</inkml:trace>
  <inkml:trace contextRef="#ctx0" brushRef="#br0" timeOffset="-54748.39">29670 17939 606 0,'0'0'125'0,"0"0"-38"0,0 0 11 0,0 0-44 0,0 0-22 0,0 0 7 0,0 3-32 16,0-3 29-16,0 0 5 15,0 0-7-15,0 0-1 16,35 4 6-16,-4 4 0 15,9-3-31-15,0-2 13 16,-12 2-21-16,-9-2 0 16,-13-3 4-16,-6 0-5 15,0 0 2-15,0 0 6 16,0 5-7-16,0-5-9 16,-6 4 4-16,-35-4-4 0,-5 4 8 15,6 3-2 1,15 1 3-16,3-3 5 0,16-2 2 15,6-3 0-15,0 0-2 16,0 0-5-16,0 0 4 16,0 0-5-16,22 0 6 15,9 0-2-15,-4 0 2 16,1 0-5-16,-15 0 0 16,-1 0 4-16,-6 0-12 15,-6 0 2-15,0 0 1 16,0 0-7-16,0 0 11 15,0-3-17-15,-24-2-11 16,-17-3-18-16,13-3-25 0,10-1-100 16,-10-1-179-16</inkml:trace>
  <inkml:trace contextRef="#ctx0" brushRef="#br0" timeOffset="-53233.83">29069 17502 69 0,'0'0'438'0,"0"0"-388"0,0 0 9 0,0 0 6 0,0 0-30 16,0 0 38-16,0-29-12 15,18-3 32-15,23-12-30 16,-7-4 19-16,19-4-20 16,-1 3-24-16,-2 2-3 15,3-1-12-15,6-9-13 16,15-7-5-16,13-5-10 15,6-6-12-15,0 3-16 16,-19 16-5-16,-15 15-27 16,-19 21-62-16,-40 20-60 0,0 0-151 15</inkml:trace>
  <inkml:trace contextRef="#ctx0" brushRef="#br0" timeOffset="-52483.26">29838 18227 336 0,'0'0'113'0,"0"0"3"0,0 0-20 0,0 0-3 0,0 0-15 16,0 0-2-16,0 4-34 16,18-27-16-16,35-18 36 15,22-11-11-15,-1 7-5 16,7 1-33-16,-16 8 9 15,-3 8-12-15,-3-3-20 16,-13 3-1-16,1-5-16 0,-7 1-42 16,0 4-18-16,-6-8-94 15,-9 4-62-15</inkml:trace>
  <inkml:trace contextRef="#ctx0" brushRef="#br0" timeOffset="-51333.64">26148 17834 181 0,'0'0'327'0,"0"0"-267"0,0 0 29 0,0 0 7 16,0 0-47-16,0 0-11 0,0 0 1 15,0 0 14-15,0 0 8 16,0 0-3-16,0 0 23 16,0 0-38-16,0 0 11 15,0 0-33-15,0 0 11 16,0 0-24-16,0 0 5 16,12 0-13-16,23 0 5 15,5-11 0-15,-9 3 0 16,18-5-4-16,-8 5-1 15,-10 1-3-15,-3-1-32 16,-10 3 15-16,-2 5-39 0,-10 0 6 16,-6 0-48-1,0 0 1-15,0 0-86 0,0 0-132 16</inkml:trace>
  <inkml:trace contextRef="#ctx0" brushRef="#br0" timeOffset="-51199.36">26148 17834 545 0</inkml:trace>
  <inkml:trace contextRef="#ctx0" brushRef="#br0" timeOffset="-50951.22">26148 17834 545 0,'65'-76'146'0,"-65"60"-123"0,0 8 43 0,6 0 110 15,10 0-143-15,-10 3-10 16,-6 5 1-16,0-3 6 16,6 3 16-16,-6 0-31 15,0 0 5-15,6 0-6 16,-6 0 9-16,7 0-7 16,-1 0-7-16,16-8-2 15,-10 4-6-15,16-4 7 16,6-5-7-16,-3 13 2 15,-3-8 4-15,-16 1-10 0,16 3 3 16,-15 0-5-16,8-4-12 16,-8 0-22-16,-1 0-37 15,-3-9-65-15,-2 9-128 16,-7 0-350-16</inkml:trace>
  <inkml:trace contextRef="#ctx0" brushRef="#br0" timeOffset="-48035.13">26923 17713 364 0,'0'0'131'0,"0"0"-98"0,0 0 25 0,0 0 10 16,0 0-32-16,0 0 11 0,0-3 6 16,0-1-26-16,0 0 40 15,0 4-10-15,0 0 5 16,0 0-29-16,0 0 15 15,0 0-12-15,0 0-6 16,0 0-7-16,0 0-5 16,0 0 15-16,6 0-19 15,13 0 11-15,21 0-16 16,22 0 24-16,-3 0-19 16,9 0-13-16,-21 0-1 15,-1-16-19-15,1 4-20 16,-19 0-55-16,-28-1-120 15,0 5-529-15</inkml:trace>
  <inkml:trace contextRef="#ctx0" brushRef="#br0" timeOffset="-47287.24">27438 17417 626 0,'0'0'80'0,"0"0"-21"0,0 0 37 0,0 0-41 0,0 0-18 15,0 0 16-15,0 32-19 16,0-23 15-16,0-9-9 16,0 0-8-16,0 0-31 15,0 0-1-15,0 0-3 16,12 0-1-16,16 0 4 15,-3 0 0-15,-3 11-2 16,-10 17 8-16,-6 5-4 16,-6 3 0-16,0-5 8 15,0-2-8-15,0-6 1 0,0-6-3 16,0-6-2-16,0-11 1 16,16 0-12-16,2 0 11 15,17 0-15-15,5 0 7 16,6 0 5-16,-5 0-3 15,-1 0 1-15,-15 0 5 16,-3 0-2-16,-10 17 8 16,-6 7 18-16,0 0-11 15,-6 8 5-15,0 9-14 16,0 3 6-16,-40 3-3 16,-19-2-10-16,6-6 5 15,1-10-7-15,11-9-22 16,13-17-35-16,10-3-71 15,2 0-414-15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2:16:59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22592 4796 9 0,'0'0'103'0,"0"0"-57"0,0 0 41 0,0 0 8 16,0 0 17-16,0 0-27 16,0 0-6-16,0 0-25 15,0 0-6-15,0 0-15 16,0 0 21-16,0 0-6 15,0 0 11-15,0 0-22 0,0 0-12 16,0-4 5 0,0-4-6-16,0-1 22 15,0 6-14-15,0-1 3 0,0 4-15 16,0 0 11-16,0 0-15 16,0 0 4-16,0 0-13 15,0 0-4-15,0 0 8 16,0 0-8-16,0 0 16 15,0 0-18-15,0 0 19 16,0 0-15-16,0-4 16 16,0-8-16-16,0 8 0 15,6-12 8-15,12-8-12 16,10 4-2-16,6-12 11 16,19 12-17-16,0 7 14 0,3 5-13 15,15 8 6 1,-15 0-4-16,-4 0-4 0,-11 8-2 15,-7 36 4-15,-28 9-8 16,-6 11 7-16,0 8 2 16,-6 1 5-16,-50-1-4 15,-3 0 0-15,6-8-3 16,-2 0 7-16,2-12 4 16,6 1-4-16,7-9 2 15,21-13 3-15,19-10-10 16,0-6 0-16,0-10 1 15,7 3-3-15,52-4 7 0,15-4 9 16,0 0 7-16,-8 4 7 16,8 0-18-16,-21-1 10 15,-7 10-15-15,-12 3-1 16,-6-1-30-16,-9 6-5 16,-7-6-62-16,-2-6-217 15</inkml:trace>
  <inkml:trace contextRef="#ctx0" brushRef="#br0" timeOffset="999.29">23767 3945 365 0,'0'0'211'0,"0"0"-184"0,0 0 48 16,0 0-7-16,0 0-38 15,0 0-12-15,0 0 25 16,-6 29 29-16,-7-17 2 0,-2 4-30 16,8 4 17-1,-5 8-26-15,-7 8-7 0,-2 5-10 16,2 11 9-16,-3-1 0 15,10 1-18-15,-10-3 7 16,10-9-16-16,-1-4 10 16,7-12-4-16,6-4-11 15,0-12 5-15,0-8-15 16,0 0-13-16,0 0-40 16,0 0-69-16,0-3-160 15,0-22-236-15</inkml:trace>
  <inkml:trace contextRef="#ctx0" brushRef="#br0" timeOffset="1432.84">23627 4099 221 0,'0'0'227'0,"0"0"-51"0,0 0-1 0,0 0-31 0,0 0-48 0,0 0-10 0,0 0-45 15,6 0-11-15,1 0-7 16,8 0-5-16,4 7-3 16,9 17 21-16,3 1-25 15,9 6 29-15,0-2-24 16,1 2 5-16,-1 2-7 16,-12-5-12-16,18 3-2 15,-18 2 2-15,-3-5-11 16,-3 0 7-16,-4-4-12 15,-5-12-27-15,8 0-4 0,-14-8-26 16,-7-4-61-16,0 0-190 16</inkml:trace>
  <inkml:trace contextRef="#ctx0" brushRef="#br0" timeOffset="2149.34">24529 3945 256 0,'0'0'335'0,"0"0"-200"0,0 0-11 0,0 0-19 16,0 0-24-16,0 0-31 0,0 0 1 15,0 33-32-15,0-5 38 16,0 12-30-16,0 0-22 15,0 1 0-15,0 3-2 16,13 0-4-16,-13 0 5 16,0-1-3-16,0 6 2 15,0-9-6-15,0-4-19 16,0-4 9-16,0-16-9 16,0-7-19-16,0-9-61 15,0 0-31-15,0 0-40 16,0 0-69-16</inkml:trace>
  <inkml:trace contextRef="#ctx0" brushRef="#br0" timeOffset="2498.31">24424 4263 692 0,'0'0'70'16,"0"0"84"-16,0 0-30 0,0 0-13 0,0 0-72 0,0 0 9 16,307 0-28-16,-276-4-17 15,-3 4 0-15,-6 0-6 16,-16 0-34-16,0 0-29 16,-6 0-103-16,0 0-313 15</inkml:trace>
  <inkml:trace contextRef="#ctx0" brushRef="#br0" timeOffset="3230.76">24945 3962 535 0,'0'0'146'0,"0"0"-32"0,0 0 36 0,0 0-104 0,0 0-8 15,0 0 39-15,152 0-33 16,-112 0-11-16,7 0-13 15,-13 0-9-15,-12 0-1 16,-16 27-20-16,-6 6 12 16,0 11-13-16,0 4 11 15,-34 4-1-15,-13 4-8 16,7-4 9-16,0-3-3 0,12-9 6 16,15-16-3-1,13-8 0-15,0-8 0 0,0-4-29 16,0-4 19-1,34 3 3-15,19-3 7 0,6 0 0 16,3 0 9-16,-22 0-9 16,-15 0 11-16,-16 13-24 15,4-1 7-15,-13 8 0 16,0 4-112-16,-13 4-215 16</inkml:trace>
  <inkml:trace contextRef="#ctx0" brushRef="#br0" timeOffset="4612.89">25906 4885 328 0,'0'0'445'0,"0"0"-356"0,0 0 19 0,0 0-27 16,0 0-19-16,0 0-7 15,75 95-22-15,-69-43 2 16,12 1-19-16,-8-6-13 15,-10 10 10-15,0-12-13 16,0 6 8-16,0-7-8 16,0-12-9-16,0 13-17 15,0-13 13-15,0-12-28 16,0-8-28-16,0-12-71 0,0 0-139 16,0 0-101-1</inkml:trace>
  <inkml:trace contextRef="#ctx0" brushRef="#br0" timeOffset="5013.33">25745 5242 683 0,'0'0'159'0,"0"0"-29"0,0 0 32 0,0 0-65 16,0 0-47-16,434 11 9 15,-347-11-27-15,3 0-14 16,-19 0-18-16,-24 0-28 16,15 0-23-16,-28-4-43 0,-9 4-74 15,-25-7-327-15</inkml:trace>
  <inkml:trace contextRef="#ctx0" brushRef="#br0" timeOffset="6017.19">27323 4732 327 0,'0'0'239'0,"0"0"-119"0,0 0 38 0,0 0-37 16,0 0-50-16,0 0-16 0,0 0-5 15,22-16-38-15,15 0 10 16,13-4-8-16,2 4 21 15,1 8-18-15,0 8 3 16,-13 0-18-16,-6 0-2 16,-21 28-5-16,8 8-14 15,-21 24 11-15,0 12-22 16,-28 12 16-16,-46-4-5 16,9-8 18-16,-3-11-7 15,21-12-6-15,7-13 13 16,21-9 0-16,7-15-2 15,12 0-10-15,0 1-13 16,0-5 2-16,37 3 23 0,13 1 2 16,9-4 2-1,9 0 16-15,3-3-4 0,10-5 1 16,-7 0-9-16,7 0 7 16,-28 0-14-16,-1 0-3 15,-30 0-68-15,-22 0-165 16,0 8-292-16</inkml:trace>
  <inkml:trace contextRef="#ctx0" brushRef="#br0" timeOffset="6777.76">28601 3945 456 0,'0'0'148'0,"0"0"-39"0,0 0 1 16,0 0 4-16,0 0-23 15,0 0-23-15,-127 121-10 0,92-77-41 16,-5 4 0-16,-6 4-8 16,-7 1 6-1,0-1-15-15,4-12 0 0,18-4-2 16,3-12-5-16,9-4 0 16,4-7-25-16,2-10 28 15,1-3-39-15,-4 0-30 16,10 0-144-16,6-24-24 15,0-12-225-15</inkml:trace>
  <inkml:trace contextRef="#ctx0" brushRef="#br0" timeOffset="7062.27">28092 4127 405 0,'0'0'263'16,"0"0"-192"-16,0 0 65 15,0 0 3-15,0 0-15 16,0 0-56-16,267 95-7 16,-199-62-31-16,-9-1 1 15,-6-4-22-15,-4 3-7 16,-12-2-2-16,-2-1-30 0,-14 8-3 15,-2-8-29-15,-19 0-36 16,0-8-267-16</inkml:trace>
  <inkml:trace contextRef="#ctx0" brushRef="#br0" timeOffset="7829.19">29134 5265 769 0,'0'0'97'0,"0"0"6"0,0 0 37 0,0 0-82 0,0 0-22 16,0 0-9-16,229 16-19 15,-188-12-8-15,-4-4 6 16,-3 0-12-16,-6 0-16 0,-16 0-16 16,1 0-83-16,-13 0-141 15,0 0-322-15</inkml:trace>
  <inkml:trace contextRef="#ctx0" brushRef="#br0" timeOffset="8027.43">29134 5265 410 0</inkml:trace>
  <inkml:trace contextRef="#ctx0" brushRef="#br0" timeOffset="8160.92">29134 5265 410 0,'-40'-112'260'0,"102"112"-111"15,18 0 57-15,20-4 95 16,-7-4-255-16,-53-1-38 16,-6 2-1-16,-9 7-7 15,-4 0-35-15,-8-4-45 16,15 4-12-16,-16-12-98 15,22-4-258-15</inkml:trace>
  <inkml:trace contextRef="#ctx0" brushRef="#br0" timeOffset="9027.5">30331 4856 151 0,'0'0'194'0,"0"0"-30"0,0 0-44 0,0 0-38 0,0 0-15 16,0 0-17-16,0 0-3 15,0 0-24-15,0 0 9 0,0 0 7 16,0 0 34 0,0 0 15-16,6 0-31 0,16 0-27 15,3-4-9-15,9-7 2 16,6-6-12-16,6 4 13 15,7 2-15-15,3 3 8 16,-3 8-16-16,-7 0 2 16,1 0-3-16,-19 4-9 15,-16 41-5-15,-12 6-11 16,0 17 9-16,-28 4-31 16,-43 0 24-16,-16 1-34 15,13-8 13-15,-7-1-4 16,7-12 48-16,15-1 0 15,12-15 15-15,19-7 30 16,16-9-28-16,12-4-17 0,0-4 3 16,0 0 1-16,34-4-2 15,12 0 15 1,13-4 13-16,10 3-1 0,5-2 3 16,-3-1-28-16,-9-4-4 15,-9 0-8-15,-13 0-44 16,1 0-90-16,-23 0-233 15</inkml:trace>
  <inkml:trace contextRef="#ctx0" brushRef="#br0" timeOffset="9575.69">30898 5389 355 0,'0'0'140'0,"0"0"-24"0,0 0-8 15,0 0-52-15,0 0-15 0,0 0 19 16,0 0-20 0,0 0 3-16,0 0-7 0,0 0 12 15,0 0-17-15,-6 0 22 16,0 17-24-16,6-1-16 16,0 0-12-16,0-1 7 15,0 2-7-15,0-6 4 16,6-3-3-16,41 1-1 15,15-1 8-15,3-8 5 16,22 0 2-16,9 0-1 16,-3 0-15-16,-7-25-2 15,-5-14 2-15,-16-5 0 0,-24-17-5 16,-7 5-14 0,-34-4-28-16,0 4-24 0,0 16-64 15,-34 16 39-15,-41 16 96 16,-18 8 29-16,-34 20-20 15,-13 32 1-15,1 4-10 16,18 4 2-16,34-12-6 16,13 1-78-16,33-13-224 15</inkml:trace>
  <inkml:trace contextRef="#ctx0" brushRef="#br0" timeOffset="12623.94">23488 4078 215 0,'0'0'32'0,"0"0"-27"0,0 0 14 0,0 0-1 16,0 0 25-16,0 0 4 15,0 0 11-15,-28 0 9 16,28 0-10-16,0-4 4 16,0 0-28-16,0 0 6 15,0 0-8-15,0 4 2 16,0-4-30-16,0 1-4 15,0-6 1-15,0 1-8 16,0 4 8-16,0-5 3 0,0 9 3 16,0 0-1-16,0 0 36 15,0 0 11-15,0 0 24 16,0 0-39-16,0 0-6 16,0 0-17-16,0 0-14 15,0 0 7-15,0 0-6 16,0 0 20-16,0 0-12 15,0 0 16-15,0 0 1 16,0 0-6-16,0 0-12 16,0 0 4-16,0 0-3 15,0 0 1-15,0 0-10 0,0 0 2 16,0 0 2 0,0 0 3-16,12 0-7 15,22 5 3-15,-6 3 0 16,-3 0-3-16,3 1 2 0,-16-2-2 15,10 5 3-15,-3-4-7 16,-4 1 10-16,-15 2-11 16,19 1 6-16,2 1-2 15,-8-2-2-15,5 1-2 16,4-7-12-16,12-5-80 16,-3 0-74-16,-9 0-284 15</inkml:trace>
  <inkml:trace contextRef="#ctx0" brushRef="#br0" timeOffset="35486.66">4096 13390 39 0,'0'0'568'0,"0"0"-563"0,0 0-1 0,0 0 43 15,0 0-6-15,0 0 8 16,0 0 42-16,0 0 0 16,0 0-18-16,0 0-11 0,0 0-2 15,-6 0-41-15,6 0 2 16,0 0-8-16,0 0-4 15,0 0 7-15,-6 0-12 16,6 0 14-16,0 0-16 16,0 0 14-16,-10 5-14 15,10 10 6-15,-12 1-7 16,-1 9 0-16,7 3-1 16,6 0 1-16,0 4-3 15,0-7 4-15,0-2-8 16,6 1 7-16,19-12-2 0,9-8-8 15,1 5 3 1,11-9-3-16,-6 0-2 0,7-9 11 16,15-18-1-1,-16-14-3-15,1-7 4 0,-13-4 0 16,-22 11-1-16,-12 2-7 16,0-2-4-16,0 5 11 15,0 5-1-15,-34 14-11 16,-12 9-6-16,-22 8 0 15,-10 0 11-15,-9 36 10 16,7 20-2-16,-1 4 2 16,28-4 12-16,25-12-4 15,16 1-9-15,12-17-1 16,0 1 3-16,6-10-6 0,41 1 10 16,5-8-14-16,1-12 12 15,3 8-5-15,-10-3 4 16,13 3 4-16,-12 7 1 15,6 6-8-15,2 10 2 16,-8 10-1-16,-7-5 1 16,0-8 1-16,1-4-8 15,-10-12-43-15,3-12-100 16,-6 0-119-16,-28 0-278 16</inkml:trace>
  <inkml:trace contextRef="#ctx0" brushRef="#br0" timeOffset="36868.83">4791 12693 405 0,'0'0'116'0,"0"0"-90"0,0 0 58 15,0 0-19-15,0 0-33 0,0 0 17 16,0 0 6 0,0 28-16-16,0-24 9 0,0 4-5 15,0 4 19 1,0 0-23-16,0 0 16 0,0-3-29 16,0 2-7-16,12-3-10 15,-3 4-3-15,-3 0 0 16,1 8 4-16,-1 4 23 15,0-3-27-15,-6 15 12 16,6-8-18-16,4 3 8 16,-4-2-7-16,0-9 1 15,-6-12 0-15,0 4 0 16,6-12-4-16,-6 0 8 16,0 0-1-16,0 0-3 0,0 0 12 15,0 0-14-15,0 0-3 16,0-17-13-16,0-11 16 15,0-3 7-15,6 2-7 16,7 9 7-16,-13 4-4 16,9 4-2-16,3 1 4 15,-5-2-9-15,14 5 4 16,-2-4-4-16,-7 0-1 16,4 4 0-16,-10 4 4 15,0 4-20-15,0 0 19 16,7 0-15-16,9 0 16 0,-10 4 1 15,-6 21 4 1,10-5 5-16,-4-1-5 0,1-2-3 16,-7-6 0-16,-6-3-1 15,0-8 4-15,9 0-4 16,-3 0 0-16,-6 0-4 16,13 0-11-16,8 0-11 15,-8-11 16-15,27-10 10 16,-6 6 11-16,-3 7-10 15,-3 3 0-15,6 5 7 16,-9 0-12-16,15 0 8 16,-12 13 2-16,-9 10 10 15,2 5-2-15,-14 1-6 16,-1-9-8-16,0-4-5 16,-6-16-78-16,0 0-178 0,0 0-539 15</inkml:trace>
  <inkml:trace contextRef="#ctx0" brushRef="#br0" timeOffset="37552.46">5832 13564 135 0,'0'0'524'0,"0"0"-467"0,0 0 57 15,0 0-30-15,0 0-57 0,0 0 18 16,0 0 38-16,0 0-26 15,0 0-21-15,0 0-15 16,0 0-8-16,0 0-13 16,0 0-8-16,0 0 4 15,0 0 4-15,0-5 4 16,0 5 6-16,0 0 7 16,0 0-7-16,0 0-6 15,0 0 5-15,0 0-8 16,0 0-1-16,0 0-60 15,0-12-111-15,0-4-537 16</inkml:trace>
  <inkml:trace contextRef="#ctx0" brushRef="#br0" timeOffset="38422.01">6601 13543 181 0,'0'0'450'0,"0"0"-400"0,0 0 38 15,0 0-4-15,0 0-54 16,0 0-7-16,0 0 10 16,-12 84 7-16,12-67-21 0,0-10 19 15,0 6-12 1,12-2 1-16,-2-6-14 0,8-5-2 15,-12 0 5-15,22 0-10 16,-9 0 10-16,9 0-8 16,12-33 8-16,7-11 6 15,5-8-9-15,-5-4-9 16,-13 4-4-16,-6 4-8 16,-16 4-10-16,-12 3 5 15,0 10 12-15,0-2 1 16,0 1 2-16,-21 12-2 0,-10 8-4 15,-10 12 3 1,-5 0 1-16,12 0 4 0,-7 36-4 16,1 0 5-16,0 17-10 15,21-9 3-15,-3 0-2 16,22-5 8-16,0-14-1 16,0 6 0-16,0-10-6 15,0-9 3-15,35 4-3 16,-1-12 0-16,-3 0 4 15,3-4-7-15,6 0 11 16,0 0-9-16,7 0 8 16,-7 0-4-16,1 0 0 15,-1 0 0-15,0 0 0 16,0 17 1-16,-5-2-4 16,-4 1 6-16,9 0-5 15,-18 0 2-15,12 1-4 0,-10-10-30 16,-2 1-23-16,3-3 0 15,-9-5-114-15,2 0-96 16,-5 0-183-16</inkml:trace>
  <inkml:trace contextRef="#ctx0" brushRef="#br0" timeOffset="39234.87">7184 12629 523 0,'0'0'126'0,"0"0"-77"0,0 0 95 0,0 0-58 0,0 0-46 15,0 0 8-15,53 140 2 16,-53-100-3-16,0-4-32 15,0 0 12-15,0-12-14 16,0-7-2-16,0-6-7 16,0-7-1-16,0-4-3 15,0 0 1-15,0 0-1 16,6-12-25-16,0-19 16 0,16-5 9 16,12-8 8-1,7 3-3-15,-1 8-10 0,-9 14-8 16,3 15 1-16,-6 4 3 15,-3 0 9-15,3 23 23 16,-10 10-6-16,4 3 6 16,-4-4-22-16,-2 0-1 15,-10 0 0-15,-6-4-16 16,0 0-41-16,0-8-111 16,0-4-183-16</inkml:trace>
  <inkml:trace contextRef="#ctx0" brushRef="#br0" timeOffset="40067.24">8279 13627 261 0,'0'0'158'0,"0"0"-149"0,0 0 87 16,0 0-40-16,0 0 24 15,0 0 19-15,-13 0 16 0,13 0-20 16,0 0-22-16,0 0 13 15,0 0-34-15,0 0 3 16,0 0-31-16,0 0 14 16,0 0-14-16,0 0 12 15,0 0-27-15,7 0 5 16,27 0-12-16,6 0 12 16,19 0-6-16,-3 0-7 15,-4 0-2-15,-5 0-27 16,-1 0 15-16,-11 0-29 15,-23 0 9-15,0 0-29 0,-12 0-17 16,0 0-110-16,0 0-127 16,0 0-113-16</inkml:trace>
  <inkml:trace contextRef="#ctx0" brushRef="#br0" timeOffset="40193.31">8279 13627 744 0</inkml:trace>
  <inkml:trace contextRef="#ctx0" brushRef="#br0" timeOffset="40316.76">8279 13627 744 0,'-13'-112'140'0,"13"112"-88"16,0 0 4-16,22 0 97 0,25-4-105 15,-7 4-10-15,6 0 0 16,1 0-19-16,-1 0-8 15,-5 0-11-15,5 0-27 16,-12 0-15-16,-3-13-70 16,-9 10-234-16</inkml:trace>
  <inkml:trace contextRef="#ctx0" brushRef="#br0" timeOffset="43332.63">9770 13716 561 0,'0'0'95'0,"0"0"-91"0,0 0 19 0,0 0 15 0,0 0-34 16,0 0 33-16,-12 39 4 15,12-22 59-15,0-9-25 16,0 8 6-1,0-8-18-15,6 15-26 0,13-6-15 16,2-1-11-16,13-8-5 16,-9 4 2-16,16-9-6 15,-1-3-1-15,13 0-1 16,2 0 7-16,-2-39-7 16,22-14 0-16,-23-14-11 15,1-10 2-15,-19 1-15 16,-15 3 10-16,2 6-31 15,-21 7-27-15,0 7 14 0,0 17 16 16,-34 20 38-16,-18 12 4 16,-17 4 38-16,4 9-5 15,-9 38-33-15,6 14 9 16,2 3-21-16,26 0 6 16,6-7-10-16,15-2-19 15,19-10 25-15,0-18 6 16,0-2 4-16,0-10 0 15,0-7 2-15,13-8 9 16,40 0-8-16,15 0 13 16,6-28-12-16,-2 8 4 15,8 1 1-15,-5 6-2 16,-17 5 22-16,-5 8-3 16,-3 0-8-16,-10 13-13 0,-3 26 32 15,-3-3-14-15,-6 0-1 16,6-7-22-16,-9-14-2 15,9 10 1-15,-6-14-14 16,-9 2-40-16,9-5-8 16,-10-8-65-16,4 0-184 15</inkml:trace>
  <inkml:trace contextRef="#ctx0" brushRef="#br0" timeOffset="44479.98">10753 12521 75 0,'0'0'658'0,"0"0"-623"0,0 0 2 0,0 0 20 16,0 0-39-16,0 0-13 15,0 0-4-15,6 0 32 16,1 0 5-16,8 3 25 15,-3 17 26-15,1 17-33 16,2-9-38-16,-2 8 4 16,-7 0-15-16,6-5-5 15,-2-3 4-15,-4 1-1 0,-6-9 2 16,0-4-6-16,0-7 5 16,0-2-5-16,0-7 0 15,0 0-1-15,0 0-1 16,0 0 0-16,6 0 1 15,-6-12-1-15,6-8 3 16,0-12-1-16,7 0-1 16,9-4 0-16,12 0-8 15,0 0 3-15,3 7-8 16,-9 9 8-16,0 4-8 16,3 16 7-16,-9 0 4 0,5 0 4 15,-14 16-1-15,12 20 23 16,9 0 0-16,-13-3-21 15,-8 3 9-15,-1-5-12 16,-2 2-9-16,-10-9 2 16,0 0-19-16,0-8-6 15,0-3-40-15,0-10-7 16,0-3-146-16,0 0-542 16</inkml:trace>
  <inkml:trace contextRef="#ctx0" brushRef="#br0" timeOffset="45112.86">11215 12765 638 0,'0'0'82'0,"0"0"-35"0,0 0 56 0,0 0-30 0,0 0-38 15,0 0 14-15,0 0 6 16,81-53-11-16,-56 34-4 16,9 7-17-1,-6 4-9-15,-4 3-12 0,11 2-2 16,-1 3 5-16,0 0-4 15,-3 0 5-15,-3 0 4 16,0 0-8-16,-10 3 5 16,4 10-8-16,-16 7 1 15,6 0-21-15,-12-1-2 16,0-2-15-16,0 10-90 0,0-10-175 16</inkml:trace>
  <inkml:trace contextRef="#ctx0" brushRef="#br0" timeOffset="45745.94">12024 12544 258 0,'0'0'160'0,"0"0"-46"0,0 0 15 0,0 0-13 0,0 0-48 0,0 0-10 16,7 0-1-16,-7 0-18 16,0 0-10-16,0 0-5 15,0 0 39-15,0 0-34 16,0 0 1-16,6 0-11 16,-6 0-4-16,0 21 4 15,12-5 0-15,4 12 11 16,-4 3-25-16,-6 2 8 15,1 6-11-15,-7 6-4 16,0-5 2-16,0 0-2 0,0 1 0 16,0-14-6-16,0-2-8 15,0-10-18-15,0-2-15 16,0-10-78-16,0-3-141 16,0 0-277-16</inkml:trace>
  <inkml:trace contextRef="#ctx0" brushRef="#br0" timeOffset="46077.62">11944 12797 633 0,'0'0'183'0,"0"0"-114"0,0 0 39 0,0 0-9 15,0 0-43-15,0 0-34 16,133 0-1-16,-114 0-19 15,9 0 3-15,0 0-5 0,-4 0-2 16,10-8-33-16,-6 0-60 16,-15 0-128-16,-1 0-203 15</inkml:trace>
  <inkml:trace contextRef="#ctx0" brushRef="#br0" timeOffset="46745.74">12477 12568 249 0,'0'0'323'16,"0"0"-282"-16,0 0 36 16,0 0-5-16,0 0-36 15,0 0-2-15,0 0 19 16,0 0 17-16,0 0 17 15,0 0 3-15,0 0-32 16,0 0-34-16,0 20-6 0,0 1-9 16,0 18 0-1,6-6-6-15,-6 7 1 0,0-4-8 16,0 0 9-16,0-8-11 16,0 1 13-16,0-10-11 15,0-2 5-15,0-6-2 16,0-3 1-16,0-8-11 15,0 0 8-15,0 0-11 16,0 0 9-16,0 0 0 16,0 0 4-16,0-19 2 15,0-9-2-15,28-9 0 16,0 0 1-16,12-2 0 0,1 6-7 16,-4 10 4-1,-3 7-2-15,-6 11-1 0,6 5 8 16,-15 0-5-16,9 0 6 15,-4 13 10-15,-2 18 11 16,3 2-11-16,-3 0-13 16,-10-6-6-16,4 1 3 15,-16-3-22-15,0-5 8 16,0-12-27-16,0 3-63 16,18-11-88-16,-5 0-145 15</inkml:trace>
  <inkml:trace contextRef="#ctx0" brushRef="#br0" timeOffset="103829.26">21054 7499 391 0,'0'0'86'0,"0"0"-35"0,0 0 32 16,0 0-25-16,0 0-24 16,0 0 43-16,0 0-24 15,0 0 23-15,0 0-11 16,0 0-4-16,0 0-27 16,0 0-14-16,0 0-9 15,0 0-4-15,0 0 1 16,0 0 3-16,0 0 6 15,0 0-1-15,0 0 9 0,0 0-11 16,0 0 7 0,0 0-16-16,0 0 11 0,0 0-4 15,0 0-9-15,0 0-3 16,0 0 2-16,0 0-4 16,6-16-3-16,16-8-2 15,2-8 10-15,17 0-9 16,5 0 3-16,1 4-2 15,-7 3 4-15,0 5-10 16,-6 1 1-16,0 19-13 16,-15 0 17-16,3 0-20 15,-22 0 6-15,6 11-11 16,-6 25 31-16,0 9 0 16,0 10 2-16,-6 6-5 0,-35 11 1 15,-5 0 2-15,-1-7-25 16,13-6 9-16,-6-6 6 15,6-4 10-15,15-13 0 16,-9 3 0 0,16-14 2-16,-3-2 1 0,8-7-3 15,7-3 7-15,0-10-7 16,0-3 0-16,0 0 0 16,0 0-8-16,7 0 8 15,33 0 20-15,16-11 9 16,-4-10-14-16,7 1-10 0,-12-4 8 15,-7 12-13-15,-12 4-5 16,0 4-42-16,-9-4-4 16,-1 8-47-16,-18-4-98 15,0-3-191-15</inkml:trace>
  <inkml:trace contextRef="#ctx0" brushRef="#br0" timeOffset="104879.24">22198 6685 384 0,'0'0'132'0,"0"0"-43"0,0 0 36 16,0 0-18-16,0 0 1 16,0 0-61-16,0-4-13 15,0 4-17-15,0 0-1 16,0 0 17-16,0 4-13 16,-28 8 0-16,0 12-3 0,-19 8 12 15,-5 4-18-15,11 9 11 16,-5-6-11-16,12-6-7 15,9-1-2-15,3-9-2 16,4-3 0-16,18-12 0 16,-7 0-3-16,7-8-12 15,0 0-1-15,0 0-22 16,0 0-40-16,0 0-38 16,0 0-11-16,7 0-88 15,11 0-311-15</inkml:trace>
  <inkml:trace contextRef="#ctx0" brushRef="#br0" timeOffset="105294.03">21928 6645 626 0,'0'0'141'0,"0"0"-43"0,0 0 32 0,0 0-44 16,0 0-18-16,0 0-12 15,276 189-27-15,-230-158-9 16,-5-2-20-16,5-6 4 16,-12-2-4-16,-3-6-2 15,-3-2-6-15,-6 2-15 16,-3 1-37-16,-7 1-64 0,-3-6-80 15,-9-2-168 1</inkml:trace>
  <inkml:trace contextRef="#ctx0" brushRef="#br0" timeOffset="106410.98">22585 7675 397 0,'0'0'209'0,"0"0"-129"0,0 0 10 0,0 0-24 16,0 0-31-16,0 0-13 0,0 0 19 15,0 0-14-15,0 0 18 16,0 0 2-16,0 0 28 15,0 0-34-15,0 0-6 16,0 0-4-16,0 0-6 16,0 0 2-16,0 5-13 15,0-5 14-15,0 0-15 16,0 0 1-16,0 0-11 16,0 0 1-16,0 0-4 15,0 0-3-15,0 0-19 0,0-13-52 16,7-26-116-1,-7-6-609-15</inkml:trace>
  <inkml:trace contextRef="#ctx0" brushRef="#br0" timeOffset="107726.97">23413 7310 345 0,'0'0'160'0,"0"0"-40"0,0 0-39 15,0 0-20-15,0 0-25 16,0 0 9-16,0 0 19 0,0 0-10 16,0 0 7-1,0 0-14-15,0 0 11 0,0 0-24 16,0 0-2-16,0 0-16 15,0 0 5-15,19 0-21 16,3 0 3-16,12-11 5 16,12-6-1-16,13 6-4 15,3-2 4-15,-9 6-9 16,-7 7 7-16,-12 0-10 16,-15 0-5-16,3 0-1 15,-22 31 9-15,0 18-10 16,0 15 9-16,-75 8-12 0,-24 12 0 15,-9 1-12 1,-7-1 27-16,9-8 0 0,13-8 2 16,31-8 5-16,16-16-1 15,21-16-2-15,25-11-1 16,0-9-6-16,0-5-10 16,19-3 4-16,33 0 8 15,10 0 1-15,19 0 3 16,0-8 6-16,18-20 2 15,-12 5-8-15,-13 2-6 16,-9 5-10-16,-18 4 8 16,-26 12-18-16,4 0-36 15,-9 0-7-15,-4 0 6 16,1 0-127-16,-7 0-131 16</inkml:trace>
  <inkml:trace contextRef="#ctx0" brushRef="#br0" timeOffset="108726.21">24067 6734 122 0,'0'0'394'0,"0"0"-317"0,0 0 26 0,0 0 1 16,0 0-18-16,0 0 10 15,0 0-19-15,0 0-1 16,0 0-30-16,28 0-21 16,13 0 0-16,-1-9-21 15,7 5 11-15,-7 4-13 16,-15 0-4-16,3 0-6 0,-22 4-12 15,0 24-21-15,-6 12 41 16,0 4 5-16,0-3-3 16,-6-2-2-16,-28-6 7 15,15-5-12-15,7-4 10 16,2-12-9-16,10-1 4 16,0-2-5-16,0-9-15 15,0 0 5-15,41 0 11 16,-1 0 4-16,6 0 3 15,4 0 0-15,-3 0 0 16,-1 0-1-16,-6 0-2 0,1 0 0 16,-10-9-4-16,3 6-24 15,-22-1-99-15,-12 4-273 16</inkml:trace>
  <inkml:trace contextRef="#ctx0" brushRef="#br0" timeOffset="111938.18">25531 7395 529 0,'0'0'99'0,"0"0"2"0,0 0 23 0,0 0-51 16,0 0-41-16,0 0 8 15,28 0 1-15,-28 0 23 16,0 0-16-16,0 0 10 16,0 0-37-16,0 0 10 15,0 0-17-15,0 0 4 16,0 0-9-16,0 0-3 15,0 0 2-15,0 0-4 16,0 0 11-16,0 16-13 16,0 12 22-16,12 12-10 15,10 9 20-15,-10-2-28 16,16 1 2-16,-9-4-8 0,-7-3-5 16,16-5-1-16,-6-5-18 15,-22 2 7-15,0-1-17 16,0 5 12-16,0-6-17 15,0 1-7-15,0-15-65 16,0-9-174-16,0-8-426 16</inkml:trace>
  <inkml:trace contextRef="#ctx0" brushRef="#br0" timeOffset="112454.28">25351 7736 381 0,'0'0'371'0,"0"0"-309"0,0 0 22 16,0 0 16-16,0 0-14 15,0 0-20-15,248 0-27 16,-183 0-16-16,4 8 0 15,-17-8-18-15,10 0-1 0,-3 0-4 16,0-13-16-16,3-18-41 16,13-2-66-16,-29 5-93 15,-21 4-175-15</inkml:trace>
  <inkml:trace contextRef="#ctx0" brushRef="#br0" timeOffset="113304.02">26663 7282 354 0,'0'0'216'0,"0"0"-112"0,0 0 16 16,0 0-14-16,0 0-16 16,0 0-25-16,111-44-11 0,-83 44-13 15,6-3-28-15,0 3 20 16,4 0-19-16,-4 0-8 15,6 0-5-15,-6 0-1 16,-21 3-5-16,8 30-6 16,-21 19 6-16,0 12-3 15,-34 16 5-15,-25 4-20 16,-3 4 20-16,-12-3-5 16,3-1 8-16,15-15 7 15,3-6 4-15,34-23 15 0,-8-12-14 16,27-15-6-1,0-13-2-15,0 0-4 0,0 0-9 16,12 0 9 0,38 0 7-16,2 0 1 0,7-8-3 15,9-4-2-15,-9-1 3 16,-6 5-4-16,-13 0-4 16,-12 8 2-16,-15-4-8 15,2 4-18-15,-2 0 1 16,-7 0-39-16,12 0-49 15,-18 0-23-15,0 0-63 16,10 0-379-16</inkml:trace>
  <inkml:trace contextRef="#ctx0" brushRef="#br0" timeOffset="114121.05">27844 6665 605 0,'0'0'122'0,"0"0"1"0,0 0-23 0,0 0-31 0,0 0-24 16,0 0 13-16,-34 0-29 15,34 0-14-15,0 0 8 16,0 0-2-16,0 0 8 16,0 3-20-16,-25 30 12 15,-9 3-9-15,6 12-2 16,-3-4-10-16,-3-8-4 15,0 1 3-15,6-5-6 16,-3-5 7-16,3 6-8 0,10-9 4 16,2-8-5-1,4 4 2-15,12-16-41 16,0-4-37-16,0 0-68 0,0 0-121 16,0-8-162-1</inkml:trace>
  <inkml:trace contextRef="#ctx0" brushRef="#br0" timeOffset="114440.96">27457 6781 643 0,'0'0'198'0,"0"0"-90"15,0 0 17-15,0 0-18 16,0 0-39-16,0 0-25 16,201 84 10-16,-161-60-27 15,1 1 9-15,-7-1-22 16,-3-4-10-16,-3 0-3 15,-10-4-14-15,-2-8-18 16,2 8-29-16,-11-9-27 16,-7-2-100-16,6-5-279 15</inkml:trace>
  <inkml:trace contextRef="#ctx0" brushRef="#br0" timeOffset="115035.88">28151 7736 619 0,'0'0'183'0,"0"0"-82"0,0 0 26 0,0 0-15 16,0 0-79-16,0 0-6 16,230 39-25-16,-184-39 3 15,1 0-5-15,-1 0-12 16,-18 0-13-16,3 0-73 0,-16-7-76 15,-15-5-199-15</inkml:trace>
  <inkml:trace contextRef="#ctx0" brushRef="#br0" timeOffset="115256.15">28151 7736 643 0</inkml:trace>
  <inkml:trace contextRef="#ctx0" brushRef="#br0" timeOffset="115352.4">28151 7736 643 0,'81'-161'248'0,"-53"161"-114"0,12 0-10 16,6 0 26-16,20 0-144 16,-17-8-6-16,4-3-7 15,-7-2-35-15,1 1-51 16,-7 4-141-16,-12 8-463 16</inkml:trace>
  <inkml:trace contextRef="#ctx0" brushRef="#br0" timeOffset="116150.58">29236 7310 511 0,'0'0'247'0,"0"0"-161"0,0 0 42 0,-9 0-62 16,9 0-27-16,0 0-8 16,0 0-10-16,0 0-13 15,28 0 24-15,6 0-7 16,0 0 4-16,-3 0-17 15,-3 13-7-15,6 2-4 16,-15 10-1-16,-19 11 0 16,0 12-17-16,0 8 8 15,-53 8-25-15,-12 5 9 16,-25-5-7-16,12 0 6 16,4-12 21-16,6-16 5 0,21-3 21 15,29-14-4-15,12-7 0 16,6-4-13-16,0-4-4 15,0 4 2-15,0 0-2 16,40 0 6-16,-3 0 3 16,19 4 12-16,-3 1-1 15,-13-10 14-15,13 5-20 16,-7-3 12-16,-6-2-25 16,-5 1 1-16,-8-4-2 15,-8 0-23-15,9 0-47 0,-16 0-65 16,7 0-157-1,-10 0-351-15</inkml:trace>
  <inkml:trace contextRef="#ctx0" brushRef="#br0" timeOffset="116667.8">29782 7864 294 0,'0'0'48'0,"0"0"78"0,0 0-39 0,0 0-43 16,0 0 17-16,0 0-14 15,0 0 3-15,0 0-2 16,0 8 16-16,0-3 1 15,0 3-5-15,9-1-15 16,4-3-8-16,-7-4-2 16,6 0-8-16,4 8 4 15,-4-8-9-15,16 0 13 16,3 0-19-16,3 0 21 16,7 0-12-16,-1-32 15 15,13-8-26-15,-7-17-7 16,-6 6-7-16,7-14-4 0,-19 1-5 15,-10 12-11-15,-18 4 3 16,0 12-7-16,0 8 8 16,0 12-7-16,-46 12 10 15,-7 4 8-15,-27 0 0 16,-7 20 3-16,6 20-25 16,-6 0-1-16,28-4 15 15,7 0 8-15,11 1-2 16,14-6 4-16,14-7-5 15,7-7-79-15,6-9-208 16</inkml:trace>
  <inkml:trace contextRef="#ctx0" brushRef="#br0" timeOffset="131488.43">24858 9568 228 0,'0'0'230'0,"0"0"-191"0,0 0 41 16,0 0-8-16,0 0-14 15,0 0 12-15,19 144-3 16,-7-114 14-16,-3-3-25 16,-2 5-8-16,-1 0-26 0,0 4 26 15,-6 1-23-15,0 2-6 16,0-6-18-16,0 11 10 15,6-8-5-15,-6-4-6 16,6-8 0-16,-6-8 0 16,10-8-1-16,-4-8-56 15,-6 0-28-15,6 0-83 16,7-8-49-16,-13-16-112 16</inkml:trace>
  <inkml:trace contextRef="#ctx0" brushRef="#br0" timeOffset="131889">24663 9897 584 0,'0'0'204'0,"0"0"-117"0,0 0 19 0,0 0-57 0,0 0-21 15,0 0-6-15,0 0 11 16,0 0 0-16,40 0 17 16,-6 0-17-16,13 0-7 15,5 0-25-15,1 0 4 16,3 0-5-16,-10-16-22 16,-5 4-23-16,-1 1-53 15,-9-5-78-15,-3-1-189 0</inkml:trace>
  <inkml:trace contextRef="#ctx0" brushRef="#br0" timeOffset="133125.79">26086 9508 195 0,'0'0'355'0,"0"0"-228"0,0 0-1 15,0 0-33-15,0 0-7 16,0 0-48-16,40 0 6 16,-6 0-17-16,1-12 15 15,5 1-23-15,-9 2 3 16,-3 5-2-16,6 4 2 0,-22 0 10 16,16 0-17-16,-9 0-2 15,-4 0-8-15,-2 13-10 16,-7 18-4-16,-6 13-2 15,0 8-7-15,-19 9-8 16,-27 8 10-16,-16 6 5 16,3-3 7-16,3 0 8 15,10-16 1-15,15-12-2 16,15-15-3-16,10-5 0 16,6-16 0-16,0-8-3 15,0 0-9-15,22 0-6 16,36 0 18-16,17 0 10 0,5 0 5 15,7 0 11-15,0 0-11 16,-6 0 5 0,-22 0-17-16,-13 0-3 0,-18 0 0 15,-16 0-3-15,16 0 0 16,-21 0-25-16,5-8-8 16,0 0-90-16,-12-8-114 15,0 4-512-15</inkml:trace>
  <inkml:trace contextRef="#ctx0" brushRef="#br0" timeOffset="133886.66">27010 9051 101 0,'0'0'418'0,"0"0"-343"0,0 0 8 0,0 0-9 16,0 0-32-16,0 0-5 16,0 0 38-16,0 0-11 15,0 0 9-15,0 0-3 16,0 0-10-16,0 0-27 16,0 0 0-16,-6 8-11 15,-22 8-9-15,-6 9-10 16,0-2 0-16,3 10-2 0,-3-1 6 15,-7-1-13 1,7 10 6-16,9-1-2 0,-9-4 0 16,6 0-9-16,-12 0 6 15,28-8-20-15,-1-12 2 16,-8 0-22-16,21-12-32 16,0-4-32-16,0 0-3 15,0 0 15-15,0-28-84 16,0 5-62-16</inkml:trace>
  <inkml:trace contextRef="#ctx0" brushRef="#br0" timeOffset="134219.56">26663 9136 47 0,'0'0'469'0,"0"0"-374"0,0 0 22 0,0 0-22 0,0 0 9 15,0 0-12-15,111 44 12 16,-64-16-41-16,2 0-24 15,-17-4-8-15,2-4-29 0,0-4 0 16,-16-4-2-16,10-4-20 16,0 4-36-16,-15-4-82 15,-7-4-147-15</inkml:trace>
  <inkml:trace contextRef="#ctx0" brushRef="#br0" timeOffset="134902.95">27670 10033 81 0,'0'0'586'0,"0"0"-512"0,0 0 19 0,0 0-7 0,0 0-45 16,0 0 20-16,41 0 41 16,-1 0-51-16,-6 0-12 15,19 0-23-15,-7 0-1 16,1 0-12-16,-7 0-6 16,-18 0-11-16,9 0-13 15,-16 0-29-15,-15 0-67 0,0 0-99 16,0-8-271-1</inkml:trace>
  <inkml:trace contextRef="#ctx0" brushRef="#br0" timeOffset="135102.95">27670 10033 667 0</inkml:trace>
  <inkml:trace contextRef="#ctx0" brushRef="#br0" timeOffset="135219.41">27670 10033 667 0,'-74'-175'191'0,"108"175"-110"0,13 0 50 0,8 0 72 15,11 0-185-15,-14 0-14 16,4 0-4-16,3 0-17 16,-12-5-19-16,-13-3-65 15,-6-4-140-15,-28 4-422 16</inkml:trace>
  <inkml:trace contextRef="#ctx0" brushRef="#br0" timeOffset="135969.18">28619 9668 552 0,'0'0'232'0,"0"0"-138"0,0 0-1 0,0 0-49 16,0 0-17-16,28-3 40 16,6-9-28-16,19 8-5 15,-13 0 1-15,7-1-14 16,-1 5 6-16,-5 0-22 16,-13 0-5-16,-10 9-3 15,-5 23 0-15,-13 8-17 16,0 4-11-16,0 0 0 15,-25 12 11-15,-22-7 3 16,7-2 4-16,0 2 12 16,6-9 2-16,6 0 1 15,15-16-2-15,13 4-16 16,0-16 16-16,0-4 1 16,0 1-1-16,0-9 5 15,34 0-1-15,13 0 5 0,21 0 26 16,3-9-25-16,-2-3 13 15,5 8-20-15,-37 0-3 16,-15 4-2-16,6 0-3 16,-22 0-14-16,0 0-32 15,-6 0-35-15,6 0-49 16,-6 0-196-16</inkml:trace>
  <inkml:trace contextRef="#ctx0" brushRef="#br0" timeOffset="136550.84">29317 10038 271 0,'0'0'192'0,"0"0"-68"0,0 0 9 0,0 0-34 16,0 0-2-16,0 0-39 16,-34 52-26-16,34-40 6 15,0 0-10-15,0 0 13 16,0-8-26-16,0 4 12 16,0 0-13-16,0-8 1 15,12 0-3-15,22 0 6 16,7 0 5-16,11-24-8 15,1-20-5-15,21-12-4 0,-15-8 7 16,-12 3-12-16,-19 6-2 16,-22 10-8-16,-6 9 9 15,0 8 0-15,0 16-6 16,-25 8 0-16,-9 4 12 16,-6 0-14-16,-13 0-6 15,-15 28 3-15,-13 24-18 16,1 9 14-16,-1-5-18 15,16-9-101-15,31-11-152 16,21-11-260-16</inkml:trace>
  <inkml:trace contextRef="#ctx0" brushRef="#br0" timeOffset="176672.35">15928 16086 539 0</inkml:trace>
  <inkml:trace contextRef="#ctx0" brushRef="#br0" timeOffset="-186169.26">26923 12191 845 0,'0'0'25'0,"0"0"27"0,0 0 25 0,0 0-17 0,0 0-10 16,0 0-4-16,0 0-8 15,273 0-2-15,-239 0 0 16,-6 0-14-16,9 0-9 0,-3 0-12 15,1-8-1-15,-1 0 0 16,-10-8-31-16,-8 1-55 16,-4-1-88-16,-12 7-252 15</inkml:trace>
  <inkml:trace contextRef="#ctx0" brushRef="#br0" timeOffset="-185787.19">26957 12007 579 0,'0'0'95'16,"0"0"16"-16,0 0-25 15,0 0-32-15,0 0-21 16,0 0 45-16,106 0 11 15,-66 0-41-15,7 0-14 0,-1 0 2 16,7 0-34 0,-7-4-2-16,4-24-22 0,3 4-58 15,-19 4-144 1,-16-1-335-16</inkml:trace>
  <inkml:trace contextRef="#ctx0" brushRef="#br0" timeOffset="-185102.46">28018 11690 589 0,'0'0'155'0,"0"0"-131"0,0 0 29 0,0 0-2 0,0 0 23 16,0 0-15-16,161-44-2 15,-108 40 8-15,15-3-41 16,-28 7-10-16,1 0-9 16,-23 0-10-16,-5 39 7 15,-13 9-5-15,0 17-19 16,-47 15-35-16,-24 7-4 16,-10 2 19-16,7-13 29 15,-1 5 13-15,29-26 18 0,15-19 3 16,15-16-5-16,16-12-10 15,0-8-6-15,0 0-10 16,22 0 10-16,24 0 3 16,13 0-2-16,3 0 18 15,10-15 16-15,-4-1 30 16,-3 0-40-16,9-9-13 16,-12 14-12-16,-15-1-19 15,-16 7-88-15,-9 5-58 16,-16 0-173-16</inkml:trace>
  <inkml:trace contextRef="#ctx0" brushRef="#br0" timeOffset="-184638.55">28808 12239 450 0,'0'0'238'0,"0"0"-219"0,0 0 27 0,0 0 11 16,0 0-26-16,0 0-7 16,19 44 29-16,15-44 6 15,0 0-4-15,19-3-3 16,6-33 27-16,9-17-46 16,13-19-7-16,-16-4-26 15,-9-13 0-15,-16 2-11 16,-15 7-25-16,-25 15-13 0,0 17-14 15,0 16 37-15,-59 12 18 16,-3 12-32-16,-10 8 28 16,-8 8 12-16,-7 44 5 15,-6 28 0-15,6 9 6 16,13-9-11-16,27-13-64 16,32-14-525-16</inkml:trace>
  <inkml:trace contextRef="#ctx0" brushRef="#br0" timeOffset="-131810.91">25900 16547 448 0</inkml:trace>
  <inkml:trace contextRef="#ctx0" brushRef="#br0" timeOffset="-130887.55">26374 17430 639 0</inkml:trace>
  <inkml:trace contextRef="#ctx0" brushRef="#br0" timeOffset="-123393.92">30452 17313 619 0</inkml:trace>
  <inkml:trace contextRef="#ctx0" brushRef="#br0" timeOffset="43750.87">25326 11874 465 0,'0'0'171'0,"0"0"-108"0,0 0 36 0,0 0-17 15,0 0-12-15,0 0-18 16,0 0 6-16,0 0-19 15,0 0-2-15,0 0-4 0,0 0-23 16,0-7 7-16,19-9-13 16,21 0 28-16,7-1-18 15,5 1 9-15,-5 1-6 16,0 2 2-16,8 1-2 16,-24 12-14-16,10 0-3 15,-1 0-4-15,-12 0 0 16,-16 25-18-16,-12 26 18 15,0 14-5-15,-18 19-2 16,-51 4 11-16,-24 4-7 16,7-4 4-16,-1-11 3 15,0-9-3-15,34-8 7 16,13-16 0-16,6-8-2 16,34-8 1-16,0-3-3 0,0-1-4 15,0-12-8-15,0 7 7 16,46-10 4-1,16-9 2-15,25 0 8 0,6-4 10 16,13-32 29-16,8 3-27 16,-27 1-10-16,-22 20-11 15,-9 1-21-15,-25 11-22 16,-9 0-7-16,-4 0-4 16,-18 0-108-16,0 8-235 15</inkml:trace>
  <inkml:trace contextRef="#ctx0" brushRef="#br0" timeOffset="44800.44">26154 11494 136 0,'0'0'258'0,"0"0"-98"0,0 0-52 0,0 0-11 15,0 0-30-15,0 0 4 16,-12 0-36-16,12 0 3 0,0 0-17 15,0 0 25-15,0 0-3 16,0 0 6-16,0 0-19 16,0 0-9-16,0 0 13 15,0 0-23-15,0 0 14 16,0 0-16-16,0 0 10 16,0 0-12-16,0 0 8 15,0 0-1-15,0 0-10 16,0 0 16-16,0 0-11 15,0 0-4-15,0 0-3 16,0 0-2-16,0-8 4 16,18-20 3-16,10-8-1 15,3-5 0-15,16-7-1 16,9 0-5-16,-4 0-8 16,1 0-27-16,9 4 7 0,-22 11-31 15,-9 14 16-15,-21 11-6 16,-10 8-22-16,0 0-56 15,0 0-96-15,0 11-13 16</inkml:trace>
  <inkml:trace contextRef="#ctx0" brushRef="#br0" timeOffset="45216.48">26241 11148 551 0,'0'0'106'0,"0"0"-21"0,0 0 12 0,0 0 11 15,0 0-35-15,0 0-7 16,6 28 18-16,41 5-17 16,-13-5-2-16,19 0-30 15,-13-4-11-15,-6 1-18 0,6 3-2 16,-15-5-4-16,-3 9-2 15,6 1 0-15,-16 3-23 16,1 3 8-16,-1-6-38 16,3-5-8-16,-2-16-95 15,-13-12-188-15</inkml:trace>
  <inkml:trace contextRef="#ctx0" brushRef="#br0" timeOffset="60719.64">23299 9516 589 0,'0'0'136'0,"0"0"-84"0,0 0 55 0,0 0-29 15,0 0-44-15,0 0 1 16,0 0 19-16,0 0 5 15,0 0-11-15,0 0 17 16,0 0-40-16,0 0 1 16,0 0-26-16,0-8-3 0,9-7 1 15,16-2 2 1,3 6 0-16,-4-2 4 0,4 13-11 16,13 0-1-16,-1 0 8 15,-6 16-14-15,-15 24 11 16,-19 33-17-16,-7 11 0 15,-67 16-18-15,-31 8-17 16,24-12 30-16,0-7 25 16,13-17-3-16,22-16 11 15,5-12-2-15,23-20-4 16,11-4 8-16,7-15-10 16,0-5-7-16,0 0 2 15,47 0 5-15,12 0 5 16,15-13-4-16,-5-7 12 15,-4 4-10-15,-3 4 2 0,3 1-4 16,-19 6-2-16,-12 2 1 16,-15-6-22-16,-4 9-81 15,-15 0-136-15,0 0-120 16</inkml:trace>
  <inkml:trace contextRef="#ctx0" brushRef="#br0" timeOffset="61419.99">23813 9211 384 0,'0'0'319'0,"0"0"-318"0,0 0 49 0,0 0 53 0,0 0-37 16,0 0-20-16,0 0 2 15,0 0 0-15,0 0 14 16,0 0-9-16,22-8-42 16,3-15 11-16,31-10-18 15,2-6 9-15,-5-5-13 16,3-1 0-16,3 1-16 16,-6 8-10-16,-13 4-19 15,-12 12-32-15,-16 12 13 16,-12 8-80-16,0 0 20 15,0 0-21-15,0 0-334 0</inkml:trace>
  <inkml:trace contextRef="#ctx0" brushRef="#br0" timeOffset="61752.61">23854 8979 710 0,'0'0'56'0,"0"0"53"0,0 0 15 15,0 0-65-15,0 0 5 16,248 204-32-16,-214-176-1 16,-16 0-24-16,10-3 14 15,-9-6-17-15,3 6-4 16,-10-9-8-16,0 0-22 16,-2-9-56-16,-10 6-142 15,0-9-269-15</inkml:trace>
  <inkml:trace contextRef="#ctx0" brushRef="#br0" timeOffset="64517.03">22672 9833 635 0,'0'0'91'0,"0"0"-10"0,0 0 84 15,0 0-28-15,0 0-46 0,0 0-26 16,0 0 1-16,-6 0-32 16,6 0 19-16,0 0-5 15,0 0-8-15,0 0-21 16,0 0-19-16,0 0-5 16,0 0-43-16,0 0-26 15,-34 0-69-15,-6 0-250 16</inkml:trace>
  <inkml:trace contextRef="#ctx0" brushRef="#br0" timeOffset="65582.6">22136 9380 432 0,'0'0'0'0,"0"0"-9"0,0 0 9 0,0 0 68 0,0 0 6 0,0 0 57 16,-41-56-14-16,41 48-14 15,0 8-60-15,0 0 16 16,0 0-7-16,-6 0-21 16,0 0 4-16,-6 0-17 15,-16 24-17-15,0 28 9 16,-25 8 8-16,0 20-16 16,-15-3 5-16,15-5-1 15,1-8-4-15,5-3 1 16,13-14 6-16,-6-6-5 15,34-21 6-15,-1-1-6 0,7-14-4 16,0 2-25 0,0-7 5-16,41 0 5 0,30 0 15 15,3 0-1-15,7-7 1 16,-6 7-5-16,-17 0 4 16,-5 0-11-16,-19 0 10 15,-12 0 1-15,-3 0-4 16,-13 0-6-16,0-5-26 15,-6 5 13-15,0-3 10 16,9-5 3-16,-9-8 10 0,19-9 0 16,-13 2 2-16,-6-10-7 15,0 5 0-15,0 9 2 16,0-2 4-16,0 9-2 16,0 4-1-16,0 4 3 15,0 4 1-15,0-4 4 16,0 4 11-16,0 0 2 15,0 0 2-15,0 0-6 16,0 0 12-16,0 0-21 16,0 0-1-16,0 0 4 15,-6 16-3-15,6 28 22 16,-6 9-14-16,-7 11 10 16,13-1-23-16,-9 1 20 0,9-7-8 15,-6 3 12 1,6-11-6-16,-6-5-6 0,6-5-6 15,0-3 1 1,0-8-14-16,0-3-11 0,0-14-43 16,0 2-32-16,0-9-19 15,0-4-235-15</inkml:trace>
  <inkml:trace contextRef="#ctx0" brushRef="#br0" timeOffset="77789.32">25652 10178 209 0,'0'0'75'0,"0"0"-56"0,0 0 52 16,0 0-23-16,0 0 8 16,0 0 9-16,0 0-14 15,0 24-2-15,0-19 14 0,0 3-9 16,0-5-4-16,0-3 14 16,0 0 12-16,0 0-22 15,0 4-27-15,0-4 2 16,0 0-24-16,0 0 8 15,0 0-12-15,0 0 8 16,0 0-3-16,0 4 23 16,0-4 7-16,0 4-8 15,0-4 1-15,0 0-14 16,0 0 8-16,0 0-17 16,0 0 4-16,0 0-9 15,0 0 13-15,0 0-13 16,0-8 16-16,0-15-1 0,0-14-14 15,0-19-2 1,0-8 0-16,0-4 1 0,0-12-1 16,0-5-2-1,0 13-15-15,0 8 14 0,0 8 2 16,0 7-6-16,0 10 1 16,0 6 1-16,0 13 5 15,0-4 1-15,0 16 2 16,0 8 3-16,0-4-12 15,0 4 1-15,0 0 5 0,0 0-19 16,0 0 2 0,0 4 7-16,0 20 1 0,0 4 4 15,0 5 10 1,-19-2-4-16,-9 5-1 0,1 0-2 16,-4 5 1-16,3-2-12 15,15-9-3-15,7-7-37 16,6-19-98-16,0-4-252 15</inkml:trace>
  <inkml:trace contextRef="#ctx0" brushRef="#br0" timeOffset="78838.12">25946 9833 410 0,'0'0'308'0,"0"0"-219"0,0 0 55 0,0 0-58 0,0 0-66 0,0 0 1 15,7 0-4-15,-7 0 8 16,12 0-11-16,-12 0 12 16,0 0-6-16,0 0 11 15,0 0-8-15,0 0-12 16,0 0-6-16,0 0 0 15,9 0-7-15,-2 12 2 16,-1-4 0-16,-6 0-15 16,0-4 14-16,0 4 1 15,0-8 0-15,0 0 0 16,0 0 3-16,0 0-7 16,0 0 8-16,0 0-9 15,0 0 6-15,0 0-2 16,0 0-5-16,-6 0 5 15,-10 0-4-15,4 0 5 0,5 0 8 16,7 0-5-16,0 0 1 16,0 0-2-16,0 0 6 15,0 0-8-15,0 0-3 16,0 0 3-16,0 0 0 16,0 0 0-16,0 0 4 15,0 0 2-15,0 0-2 16,0 0-6-16,0 0 4 15,0 0-4-15,0 0-3 16,0 0 4-16,0 0-1 16,0 0-9-16,0 0-27 0,0 0-127 15,0-12-179 1</inkml:trace>
  <inkml:trace contextRef="#ctx0" brushRef="#br0" timeOffset="87497.94">24210 11810 380 0,'0'0'231'16,"0"0"-160"-16,0 0 8 0,0 0-34 0,0 0 12 15,0 0 9-15,0 0 10 16,0 0-25-16,0 0-4 15,0 0-3-15,0 0-7 16,0 0-7-16,0 0-13 0,0 0 5 16,0 0-20-1,0 0 9-15,-15 0-6 0,-10 0-1 16,-3 0 2 0,-19 0 1-16,1 0-3 0,-16 0-1 15,-9 16-3-15,9 9 0 16,-4 3-3-16,-2 3 13 15,22-2-16-15,-7 3 12 16,13 0-12-16,6-4 3 16,15 0 1-16,10-4 2 15,9 1-13-15,0-5 10 16,0-4-4-16,0-1 4 16,28 1-9-16,18-8 9 15,7 9 3-15,-4-1-4 0,4-4 3 16,6 4-7-16,-6 4 2 15,3-4 0-15,-4 4 5 16,-5-1 2-16,-1-2-9 16,-5 2 4-16,-14-2 2 15,-8 2-2-15,-13-2 2 16,-6 7 1-16,0 1 1 16,0-2 16-16,0 13 3 15,-31-8-2-15,-9-4-3 16,-16 1-3-16,25-1-10 15,-9 4 0-15,0-8-1 16,12-4-10-16,0-8-14 16,3-8-5-16,-3 0-2 15,-6 0-40-15,9-21-25 16,-3-23 25-16,10 1-94 0,2-9-21 16,16 3-158-16</inkml:trace>
  <inkml:trace contextRef="#ctx0" brushRef="#br0" timeOffset="88148.37">24049 11843 396 0,'0'0'225'0,"0"0"-96"0,0 0-23 16,0 0-48-16,0 0-36 15,0 0-12-15,-22 0 13 16,22 0 3-16,0 0 33 0,0 0 19 15,0 0-38-15,0 0-7 16,0 0-24-16,22 0 2 16,12 0-2-16,25-8 9 15,-6-4-17-15,9-9-2 16,-3 6-6-16,15-1-9 16,-3-4-24-16,-3-9-18 15,1 5-78-15,-32 16-145 16,-9 0-419-16</inkml:trace>
  <inkml:trace contextRef="#ctx0" brushRef="#br0" timeOffset="88912.22">24790 12244 104 0,'0'0'508'0,"0"0"-412"0,0 0-10 0,0 0 28 16,0 0-61-16,0 0-7 15,12 11-5-15,-2-11-13 16,-4 0-6-16,0 0 2 15,0 0 2-15,0 0-15 16,1 0 9-16,14 0-18 16,-14 0-2-16,-1 0 2 15,0 0-4-15,0 0 2 16,-6 0-5-16,0 0 5 16,0 0-4-16,0 0-1 15,0 9 5-15,0-1 12 16,0 3-10-16,0-11-2 0,0 0-11 15,0 0 10-15,0 0-9 16,0 0 10-16,0 0-1 16,0-3 4-16,0-5-5 15,0 8 12-15,0 0-10 16,0 0 0-16,0 0-3 16,0 11 3-16,0 6 19 15,0-9-17-15,0-5-2 16,0-3-32-16,16 0-93 15,2 0-86-15,-2 0-40 16</inkml:trace>
  <inkml:trace contextRef="#ctx0" brushRef="#br0" timeOffset="111327.23">23754 13150 457 0,'0'0'0'0,"0"0"-27"0,0 0 27 0,0 0 15 15,0 0 45-15,0 0 10 0,0 0 18 16,-68 4-16 0,68-4-21-16,0 0-30 0,0 0-1 15,-12 0-2-15,12 0-18 16,0 0 24-16,0 0 2 16,0 0 20-16,0 0-15 15,0 0 14-15,0 0-32 16,0 0 5-16,0 0-3 15,0 0-9-15,0 0 6 16,0 0-8-16,0 0 19 16,0 0 9-16,0 0 4 0,0 0-23 15,0 0 3 1,-7 0-1-16,7 0 1 0,-12 0 1 16,12 0-12-16,0 0 7 15,0 0-4-15,0 0 5 16,0 0-12-16,0 0 1 15,0 0-2-15,0 4-2 16,19-4-21-16,40 8 20 16,37-8 2-16,15 0 2 15,23 0 12-15,27 0-10 16,13 0 15-16,15 0-16 16,3-4 3-16,-6-8-2 15,3 0-3-15,-28 4 0 16,-21 4-3-16,-28 4 3 15,-26 0-22-15,-17 0 17 0,-17 0-38 16,-18 0 23-16,-6 0-84 16,-28 0-254-16</inkml:trace>
  <inkml:trace contextRef="#ctx0" brushRef="#br0" timeOffset="112509.87">24843 13651 230 0,'0'0'214'0,"0"0"-169"0,0 0 10 0,0 0 13 0,0 0-37 16,0 0 34-16,0 0 4 16,0 0-1-16,0 0-34 15,0 0 23-15,0 8-11 16,0-8-14-16,0 0-2 15,0 0-17-15,0 0 7 16,0 0-17-16,0 0 8 0,0 0-9 16,0 0 5-16,0 0-1 15,0 0 3-15,15 0 0 16,-15 0-9-16,0 0 6 16,0 0-2-16,0 0 6 15,0 0-9-15,0 0 15 16,0 0-12-16,0 5 7 15,0 3-1-15,0 3 4 16,-22 9 5-16,-24 8-18 16,-13 16 6-16,-9 0-2 15,-13-3 1-15,28 3-6 0,13-16 14 16,12 0-11 0,16-8-2-16,6-4-1 0,6-8-5 15,0-4-3 1,0 12-19-16,12-8 24 0,28 4-5 15,13-4 8-15,3-3 4 16,-10 3-1-16,7-5-2 16,-6 2-1-16,-7 6 0 15,13-2-6-15,-7 2 4 16,-12 2-2-16,-12-1 1 16,-10 4-6-16,-5-1 4 15,-7 6 0-15,0 7 5 16,0 3 11-16,0 2-7 15,-35 8 5-15,-11-5-4 16,-7 0-10-16,7-8-4 0,5-12-4 16,7-13-33-16,10 5-5 15,-11-8-35-15,8 0-53 16,-14 0 38-16,23 0 36 16,-17 0-66-16,17-24-70 15,9-16-98-15</inkml:trace>
  <inkml:trace contextRef="#ctx0" brushRef="#br0" timeOffset="112861.89">24771 13767 685 0,'0'0'165'0,"0"0"-65"0,0 0 20 0,0 0-47 16,0 0-44-16,0 0-1 15,72 0-14-15,-44 0 29 16,18 0 0-16,1 0-7 16,5 0-31-16,4 0-10 0,3 0-20 15,9 0-30-15,-3-12-42 16,-3-12-234-16</inkml:trace>
  <inkml:trace contextRef="#ctx0" brushRef="#br0" timeOffset="113732.33">27959 12950 472 0,'0'0'369'0,"0"0"-319"0,0 0 31 0,0 0 31 16,0 0-66-16,0 0-39 16,-13 0-1-16,13 0 18 15,31 0-24-15,38 0 49 16,30 0-1-16,22 0-11 15,18 0-21-15,16-9-2 16,-9-10-14-16,9-2-6 16,-22 1-9-16,-5 0-30 15,-23 4 15-15,4 0-37 0,-23 4-84 16,-17 9-191-16,-38 3-327 16</inkml:trace>
  <inkml:trace contextRef="#ctx0" brushRef="#br0" timeOffset="114491.31">28774 13410 271 0,'0'0'290'0,"0"0"-242"0,0 0 11 0,0 0 34 0,0 0-43 0,0 0 40 16,0-3-2-16,0 3 7 16,0 0-48-16,-21 0-15 15,-10 0-5-15,-10 0-22 16,7 11 5-16,0 5-4 16,0 9-5-16,3 6 6 15,15 2-12-15,16-1 5 16,0-4 0-16,0 4-1 15,0-8-4-15,35-4 4 16,11-4-2-16,7-8-4 16,-7 0 14-16,16 12-11 0,-15-15 8 15,-1 10-8-15,-5-7 0 16,-7 5-4-16,-16-10 4 16,-2 9-27-16,-10 1 30 15,-6 11 2-15,0 12 4 16,0 4 8-16,-40 12 11 15,-7 4-17-15,1-12 10 16,5-11-17-16,14-5-4 16,-8-20 0-16,1-5-5 15,16-3 7-15,-16 0-55 16,9-31-28-16,-9-13-11 16,0-9-277-16</inkml:trace>
  <inkml:trace contextRef="#ctx0" brushRef="#br0" timeOffset="114744.79">28889 13367 181 0,'0'0'121'0,"0"0"-21"16,0 0 77-16,0 0-15 0,0 0-23 0,0 0-24 16,245-5-65-16,-189 5-4 15,3-3-46-15,0-18-7 16,15-7-52-16,-15 5-122 16,-25 2-258-16</inkml:trace>
  <inkml:trace contextRef="#ctx0" brushRef="#br0" timeOffset="115940.08">24564 15516 524 0,'0'0'76'0,"0"0"16"0,0 0-7 0,0 0-19 15,0 0-5-15,0 0 2 0,-7-40-5 16,32 24-15-16,-3 0 11 15,9 8-29-15,-9 4 2 16,-16 4-25-16,22 0 12 16,-3 0-11-16,9 20-3 15,-13 21 2-15,-14 14 4 16,-7 14-6-16,0 18-6 16,-62 6 0-16,-19 11-16 15,10-8 18-15,9-16 4 16,15-19 2-16,16-22 1 15,3-22-3-15,28-5 0 16,0-12-6-16,0 0-13 16,19 0 12-16,43 0 7 0,3-29 2 15,22-10 16-15,0 6-18 16,-13 5 18-16,7 12-14 16,-29 8-4-16,-11 8-2 15,-14 0 0-15,-2 0 0 16,3 0-16-16,-15 0 15 15,2 0-22-15,-9 0-45 16,1 0-98-16,-7 0-246 16</inkml:trace>
  <inkml:trace contextRef="#ctx0" brushRef="#br0" timeOffset="116505.92">25218 15400 648 0,'0'0'62'0,"0"0"-35"0,0 0 55 0,0 0 35 0,0 0-61 16,0 0-17-16,232-200-3 15,-176 159-11-15,-3 1 6 16,-7 8-24-16,-11 0 10 16,-11 8-17-16,4 0 0 15,-6 7-36-15,-3 6-34 16,-7-1-35-16,-12 12-84 16,0 0-15-16,0 0-95 15</inkml:trace>
  <inkml:trace contextRef="#ctx0" brushRef="#br0" timeOffset="116755.71">25391 14990 144 0,'0'0'576'15,"0"0"-510"-15,0 0 17 16,0 0 24-16,0 0-54 15,0 0 34-15,41 80-11 16,-7-39-38-16,0-1-8 16,-3 0 1-16,9-7-17 15,-6 3-11-15,-6 4-3 0,-9-16-4 16,-7 4-22 0,10-8-7-16,-3-9-63 0,-10 2-117 15,3-5-192-15</inkml:trace>
  <inkml:trace contextRef="#ctx0" brushRef="#br0" timeOffset="117289.88">26266 15797 110 0,'0'0'741'0,"0"0"-676"0,0 0-3 0,0 0-3 0,0 0 31 16,0 0-47-16,167 8-3 15,-105-8-16-15,-15 0-14 16,6 0-10-16,9 0 0 16,-31 0 0-16,-4 0-18 15,-8 0-21-15,-10 0-22 16,-9 0-73-16,0 0-122 15,0 0-120-15</inkml:trace>
  <inkml:trace contextRef="#ctx0" brushRef="#br0" timeOffset="117543.99">26266 15797 851 0,'74'-137'153'0,"-74"137"-142"16,0 0 7-16,0-4-10 15,22 4 46-15,18 0 3 0,-9 0-4 16,31 0-18 0,-15-3 5-16,6-5-31 0,15 0-1 15,-16 0-8-15,7-4-19 16,3-4-35-16,-3-5-29 15,-12 14-175-15,-13-9-360 16</inkml:trace>
  <inkml:trace contextRef="#ctx0" brushRef="#br0" timeOffset="118371.29">27745 14959 655 0,'0'0'125'0,"0"0"-33"0,0 0 6 0,0 0-44 0,0 0-10 16,0 0 14-16,0 92-28 15,-34-36 1-15,-7 12-20 16,1-4 2-16,0-7-8 15,-7 2-5-15,23-14 7 0,-4-9-7 16,9-9 0 0,19-14-12-16,0 7 11 0,0-16-20 15,0-4 3 1,12 0-20-16,35 0 32 0,6 0 6 16,-1 0 1-16,4-7-1 15,-9-2-3-15,-7 1 2 16,-9 8-1-16,3 0-1 15,-12-4-7-15,-16 0 8 16,6-1-19-16,-12 2 12 16,7-5-18-16,-1 4 23 15,3-8 3-15,-3 3 2 16,1-2-2-16,-7 7 8 16,0 0-9-16,0 4 4 0,0 0 27 15,0 0 9-15,0 8-10 16,0 36-25-16,0 12 18 15,-13 21 12-15,-9-5-17 16,4-8-8-16,2-4 4 16,10-4-11-16,0-12 3 15,0 0-8-15,6-16-5 16,0-8-13-16,0-20-59 16,0 0-254-16</inkml:trace>
  <inkml:trace contextRef="#ctx0" brushRef="#br0" timeOffset="125364.95">24998 17088 613 0,'0'0'79'0,"0"0"-53"0,0 0 58 0,0 0 3 16,0 0-43-16,0 0-9 15,0 0-22-15,-28 0 37 16,28 0-3-16,0 0 17 16,0 0-44-16,0 0-10 15,0-4-10-15,21-12 3 16,14-4-2-16,11 1 3 0,1-2 2 16,-7 12 1-1,-9 3-5-15,-9 6-2 0,-16 0 0 16,16 0-5-16,-10 0 1 15,-12 6 2-15,0 35-26 16,0 11 20-16,0 12-2 16,-22 9-4-16,-30 3-22 15,-1-8 34-15,6 0 1 16,1-12 2-16,18-12-1 16,15-11 3-16,13-13-6 15,0-9 5-15,0-6-5 16,0-5-22-16,13 0 21 15,27 0-7-15,13-13 11 16,9-15 11-16,-3 0 4 16,-6 0-15-16,2 9 7 0,-30 6-14 15,9 9 0-15,-21 4-13 16,-13 0-76-16,0 0-52 16,0 0-67-16</inkml:trace>
  <inkml:trace contextRef="#ctx0" brushRef="#br0" timeOffset="125964.95">25491 17120 488 0,'0'0'117'0,"0"0"-74"0,0 0-34 0,0 0 8 16,0 0-14-16,0 0 32 0,28-40 35 15,-16 33 39 1,4-10-2-16,2-7-24 0,22-9-22 16,7-6-41-1,6-2 2-15,9-2-22 0,-10 3 0 16,1 0-2-16,-19 4-8 15,0 7-11-15,-21 6-8 16,8 10 3 0,-21 5-25-16,0 1 2 0,0 2-129 15,0 2-103-15</inkml:trace>
  <inkml:trace contextRef="#ctx0" brushRef="#br0" timeOffset="126265.33">25739 16672 171 0,'0'0'631'0,"0"0"-600"16,0 0-13-16,0 0 45 15,0 0-48-15,0 0 5 16,6 19 26-16,22-2 8 15,6 2 30-15,0 6-48 16,-3 3 5-16,-3-5-38 16,6 6 6-16,-15-9-9 15,2 0-2-15,-8-4-15 16,5 0-5-16,4-1-14 16,-9 2-70-16,8-5 16 15,-8-8-109-15,-7 4-186 0</inkml:trace>
  <inkml:trace contextRef="#ctx0" brushRef="#br0" timeOffset="126866.19">26455 17458 379 0,'0'0'324'0,"0"0"-274"0,0 0-10 16,0 0 56-16,0 0-9 15,0 0-41-15,174 0 16 16,-128 0-27-16,-6 0-13 0,7 0-22 16,-19 0 3-16,18-9-7 15,-12-7-23-15,-9 0-28 16,3-9-31-16,-15 6-105 16,-13-5-135-16</inkml:trace>
  <inkml:trace contextRef="#ctx0" brushRef="#br0" timeOffset="127146.99">26582 17204 556 0,'0'0'319'16,"0"0"-278"-16,0 0 25 0,0 0 17 16,0 0-36-16,0 0-4 15,13 0-22-15,-1 0-4 16,3 0-15-16,20 0 1 16,-4 0-3-16,9 0-18 15,6-3-44-15,1-14-87 16,2 1-115-16,-17 4-377 0</inkml:trace>
  <inkml:trace contextRef="#ctx0" brushRef="#br0" timeOffset="127847.9">27590 16855 656 0,'0'0'51'0,"0"0"-3"0,0 0 36 16,0 0-22-16,0 0-43 0,0 0 4 16,127 8-21-16,-127 37 8 15,0 10 3-15,0 19 33 16,-19 6-41-16,-33 7 2 15,2-2-1-15,-3-9-1 16,35-11 4-16,-10-14-6 16,22-15 13-16,-1-12-15 15,7-4-1-15,0-4 0 16,0-3-12-16,19-6 10 16,21-7 2-16,13 0 17 15,9 0 2-15,3 0 19 0,-3-15-24 16,-15 7 0-16,-7 3-14 15,-15 5-2-15,-3 0-18 16,-4 0-9-16,4 0-16 16,-16 17 5-16,0 2 1 15,-6-11-55-15,0-3-119 16,0-5-364-16</inkml:trace>
  <inkml:trace contextRef="#ctx0" brushRef="#br0" timeOffset="128780.55">28173 16570 339 0,'0'0'119'0,"0"0"-90"0,0 0 36 0,0 0-4 15,0 0 15-15,0 0-23 16,-6-11-12-16,6 11 7 16,0 0 39-16,0-4-14 15,0-4-41-15,0 0-1 0,18-5-2 16,16 6 24-16,7 3-37 15,-7 0 10-15,-9 4-24 16,2 0 11-16,-8 0-13 16,-3 0-1-16,-16 4 0 15,0 24-11-15,0 8 5 16,0 4 10-16,0 4-7 16,-35 1 2-16,8-9 2 15,-4-5 1-15,9-10-1 16,16-1 0-16,-1-9 0 15,7-6-3-15,0-1 3 16,0-4-2-16,0 0-15 16,13 0 14-16,21 0 6 0,12 0 0 15,1 0 14 1,6 0-15-16,2 0 24 0,-8 0-24 16,-16 0 8-16,3 0-10 15,0-4-8 1,-15-1-47-16,-10 5-98 0,-9 0-303 15</inkml:trace>
  <inkml:trace contextRef="#ctx0" brushRef="#br0" timeOffset="131310.24">24663 17056 532 0,'0'0'47'0,"0"0"-36"0,0 0 95 0,0 0-44 16,0 0-36-16,0 0 27 16,0 0 26-16,-53-16-29 15,47 16-8-15,0 0 12 16,-10 0-32-16,16 0 11 0,-6 0-4 16,0 0 7-16,6 0-17 15,0 0-4-15,0 0 14 16,0 0-13-16,-6 0 8 15,6 0-19-15,0 0 21 16,0 0-25-16,6 16-1 16,59 24 12-16,50 12-11 15,18 9 0-15,10-5 10 16,-4 4 13-16,1-4-19 16,-7 0 4-16,-12-7-4 15,-16-5-10-15,-24-13-15 16,-7-10 19-16,-21-6-38 15,-19-7-10-15,-12-8-31 16,-16 0-71-16,-6 0-160 16</inkml:trace>
  <inkml:trace contextRef="#ctx0" brushRef="#br0" timeOffset="132327.91">27370 16963 612 0,'0'0'109'0,"0"0"-46"0,0 0 34 16,0 0-33-16,0 0 11 15,0 0 12-15,139 81-33 0,-64-41-1 16,-1 0-28 0,13 4 28-16,6 5-42 0,-12 7 27 15,24-4-30-15,-9-4-8 16,-9-4-7-16,0-3-6 15,-16-10-11-15,-9-3-17 16,-15-4-6-16,-13-16-51 16,-22-8-153-16,-12 0-277 15</inkml:trace>
  <inkml:trace contextRef="#ctx0" brushRef="#br0" timeOffset="133160.04">30024 17477 312 0,'0'0'337'0,"0"0"-282"0,0 0-13 0,0 0 69 0,0 0-24 0,0 0-21 15,121-76 13-15,-75 28-48 16,1 0 3-16,12-1-23 16,-3-3 2-16,-10 13-9 15,-6-6-2-15,1 9 2 16,-1 4-8-16,-15 4-1 16,3 0-10-16,-16 12-16 15,-6 4-53-15,1 0-8 16,-7 8-126-16,0-4-172 0</inkml:trace>
  <inkml:trace contextRef="#ctx0" brushRef="#br0" timeOffset="133491.7">30123 16984 552 0,'0'0'223'16,"0"0"-150"-16,0 0 40 0,0 0-37 16,0 0 27-1,0 0-59-15,168 176 14 0,-106-135-32 16,-10 3 15-16,13 0-23 15,-9 0-3-15,-9-8-15 16,-7 4 5-16,7-4-19 16,-1 0 6-16,-6 5-2 15,1-5-24-15,-1-4-9 16,-15-9-82-16,3-14-53 16,-22-9-174-16</inkml:trace>
  <inkml:trace contextRef="#ctx0" brushRef="#br0" timeOffset="133975.33">30985 17337 706 0,'0'0'162'0,"0"0"-40"0,0 0-39 15,0 0-32-15,0 0-17 16,0 0-14-16,183 0 7 15,-136 0-24-15,-1 0 6 0,-6 0 3 16,-15-8-17-16,3-1 5 16,-9 2-24-1,-4-1-9-15,-9-5-69 0,-6-3-49 16,0 1-161-16</inkml:trace>
  <inkml:trace contextRef="#ctx0" brushRef="#br0" timeOffset="134192.41">30985 17337 799 0</inkml:trace>
  <inkml:trace contextRef="#ctx0" brushRef="#br0" timeOffset="134307.74">30985 17337 799 0,'-93'-205'119'0,"127"205"-65"0,19 0 40 16,3-3 14-16,3-2-92 15,-13-2-16-15,-6-1-2 16,1 3 1-16,-7-3-39 15,-3-4-61-15,-16 1-136 16,-2-2-201-16</inkml:trace>
  <inkml:trace contextRef="#ctx0" brushRef="#br0" timeOffset="135090.95">31841 16872 468 0,'0'0'153'0,"0"0"-82"0,0 0 52 0,0 0 0 0,0 0-70 15,223-12-7-15,-170 12-20 16,0 0 9-16,-19 0-1 0,6 0-21 16,-9 12 4-16,-9 15-16 15,-10 14-2-15,-12 12 7 16,0 6-10-16,0 9 4 15,-12 1-8-15,-29-2 7 16,7-6-13-16,0-5 3 16,9-7 11-16,13-10 11 15,3-6-9-15,9-5-2 16,0-9-7-16,0 1 2 16,0-7-11-16,0-1-17 15,0-4 15-15,28-8 18 16,30 0 0-16,4 0 30 15,4 0 20-15,8 0-45 16,-6 0 14-16,-3 0-19 16,-12 0-4-16,-3 0-20 0,-19-4-60 15,-16 4 23-15,-15 0-226 16</inkml:trace>
  <inkml:trace contextRef="#ctx0" brushRef="#br0" timeOffset="138237.2">29965 16490 217 0,'0'0'200'0,"0"0"-95"0,0 0 42 15,0 0-26-15,0 0-61 16,0 0 14-16,0 0-23 16,0 0 5-16,0 0-17 15,0 0 8-15,-9 0-9 16,2 0-10-16,1 0-8 15,0 0-19-15,-6 16 6 16,-4 29-2-16,10 19 22 0,-6 12-27 16,5 8 3-16,1-4 5 15,-9 5-9-15,2-5 1 16,1 1-2-16,-10-6-3 16,4 5 10-16,2 5-4 15,4-4 1-15,-16 7 0 16,15-4-2-16,-5-4-3 15,-10-12-10-15,9-4-4 16,-2-11 14-16,14-17-4 16,7-13 7-16,0-7 0 15,0-11-2-15,0-2 8 0,0 1-13 16,0 1 7 0,0 6 0-16,0-3 0 0,0 5 0 15,28-6 0-15,19-2-19 16,18-5 18-16,9 0 2 15,13 0 21-15,12 0-20 16,-3 0 12-16,10 0-9 16,9 0 4-16,-4 0-8 15,4 0 4-15,6 0-10 16,-10 0 15-16,-8-5-13 16,-4 2 10-16,-6-1-12 15,-19 0 5-15,1 0 0 16,-10-4-1-16,3 3 1 15,-9-3 0-15,16-4 5 0,-10 1-11 16,9-5 5 0,-12-1-5-16,3 6 2 0,-18 3-1 15,-7-1 4 1,-6 1 1-16,-6 5 0 0,-3-2 0 16,15 2-2-16,-12-6 4 15,6 5-3-15,-9-4 7 16,3 4-12-16,-16 1-5 15,10-2 8-15,-10 5 1 16,-5 0-2-16,-7 0 2 16,12 0 4-16,-12 0-9 15,6-3 14-15,10-2-9 0,-4-3 4 16,16-7-1 0,-3-10-1-16,3-3 0 0,-10-4-2 15,4 4 0 1,-10 8 0-16,4 7 4 0,-10 2 5 15,0 3-7-15,7 4 5 16,-7-4-1-16,0-5-4 16,3-2 0-16,16-14-1 15,-3-7-1-15,-3-8-7 16,2 4 3-16,-8-1-11 16,-1 14 16-16,-6 15-9 15,4 0 6-15,-10 12 6 16,0-4-2-16,0 4 5 15,6 0 1-15,-6 0-12 0,0 0 9 16,18-8-11-16,4-4 16 16,-10 4-14-16,1 0 8 15,-7-1-2-15,3-2 0 16,-2 3 2-16,-1-4 11 16,-6-4-13-16,6 4 22 15,-6-4-22-15,0 8 17 16,0 3-16-16,0 2 10 15,0-2-10-15,0-10-1 16,0-6 0-16,0-7 2 16,0-12-8-16,0 4 13 15,0-12-15-15,0 3 16 16,0 1-10-16,0 1 8 16,-12 3-7-16,-4 0 1 15,-3-1-1-15,7 2-4 0,3-5 7 16,3-1-5-16,-1 5 5 15,1 8-8-15,-6 3 3 16,12 9 1-16,-16 4-2 16,4 13 3-16,-7-1 1 15,-2 0 0-15,-4 0-2 16,-3-4 0-16,6 0-4 16,-3 3 12-16,13 5-6 15,-16 0 3-15,22 0-6 16,-10 0-5-16,-2 0-4 15,-16 0 0-15,-1 5 6 0,-11 11 5 16,-13-4-6 0,0-9 2-16,-15 5 10 0,-1-3 4 15,-12-2 1 1,-18 10 4-16,-10 2-14 0,-18 10 3 16,0 3 9-16,-10 4-1 15,4 0 19-15,5-8-14 16,7-4-3-16,12-7-7 15,16-2 9-15,25-11-1 16,9 4-7-16,18-4-7 16,7 0 0-16,18 0 5 15,10 0-5-15,12 0-28 16,0 0-86-16,0-20-102 16</inkml:trace>
  <inkml:trace contextRef="#ctx0" brushRef="#br0" timeOffset="155324.99">5866 13579 199 0,'0'0'211'0,"0"0"-144"0,0 0-23 0,0 0-9 16,0 0-18-16,0 0 10 15,0 4 21-15,0-4-14 16,0 0 12-16,0 0 11 15,0 4-2-15,0-4-12 16,0 8-11-16,0 0-10 16,0-4-20-16,0 0-2 15,0 0 6-15,0-4-14 16,0 0 4-16,0 0 4 16,0 0 0-16,0 0 1 15,0 0 13-15,0 0 0 16,0 0 11-16,0 0-21 15,0 0 19-15,0 0-22 16,0 0-1-16,0 4-38 0,0-4-82 16,0 0-69-1</inkml:trace>
  <inkml:trace contextRef="#ctx0" brushRef="#br0" timeOffset="-29264.83">23640 3673 47 0,'0'0'294'0,"0"0"-263"0,0 0 67 0,0 0 10 0,0 0-34 15,0 0-34-15,0 0 50 0,0 0-23 16,0 0-22-16,15-72-21 15,-15 67 22-15,0-3-6 16,0 8-17-16,0 0 29 16,0 0-2-16,0 0-10 15,0 0-18-15,0 0 9 16,0 0-28-16,0 0 8 0,0 0-9 16,0 0 0-1,0 0 9-15,12 0-8 0,-12 0 11 16,0 0-9-16,0 0 18 15,0 0-21-15,0 0 16 16,0 0-16-16,0 0 9 16,0 0-7-16,0 0 4 15,0 0 2-15,0-3-8 16,7-9 9-16,14-9-10 16,10-22 27-16,16-9-23 15,9-17 13-15,9-11-10 16,3 4-6-16,-3-8-2 15,10 11-27-15,-29 5 11 0,-6 24-26 16,-18 8 18-16,-3 21-30 16,-13 6 25-16,-6 9-11 15,0 0 6 1,0 0-71-16,0 12-150 0,0 21-8 16</inkml:trace>
  <inkml:trace contextRef="#ctx0" brushRef="#br0" timeOffset="-28414.77">23615 3408 386 0,'0'0'158'0,"0"0"-86"0,0 0 19 0,0 0-18 0,0 0-20 0,0 0-6 15,0 0 12-15,0 0-21 16,0 0 15-16,6 0-4 15,0 0 7-15,7 0-29 16,2 21-3-16,4 7-2 16,-7 0-22-16,4 0 1 15,-10 0 10-15,0-1-12 16,0 6 2-16,-6-5 6 0,0 0-6 16,0-4 5-16,0 1 0 15,0-10-3 1,0-7-6-16,0-8 8 0,0 0-12 15,0 0 9-15,0 0-2 16,0 0 3-16,0-8 8 16,0 0-10-16,0 1 2 15,0 2-1-15,0 5 1 16,0 0-2-16,0 0 6 16,0 0-13-16,0 0 11 15,0-3-10-15,0-2 5 16,0 1-2-16,0-8-5 15,13-8 7-15,21-5 0 0,0 6 7 16,-6-6-8-16,-3 10 4 16,-4 7-4-1,-8 0 5-15,-13 3-8 16,6 5 3-16,-6 0 0 0,0 0-1 16,0 0 4-16,0 0-9 15,0 0 8-15,0 0-6 16,0 0 0-16,0 0 2 15,0 0-12-15,0 0-7 16,0 0-39-16,0 0-104 16,0 0-102-16,0-3-256 15</inkml:trace>
  <inkml:trace contextRef="#ctx0" brushRef="#br0" timeOffset="-27349.2">24750 2165 202 0,'0'0'302'0,"0"0"-206"0,0 0 3 0,0 0-7 0,0 0-13 0,0 0-29 15,0-16-29-15,0-1-18 16,0 6 25-16,21 3 10 16,-8 4 10-16,-7 4-20 0,16 0 0 15,-10 0-12-15,7 0-10 16,-4 0-1-16,-9 0-3 15,-6 12-4-15,0 20 3 16,0 13-1 0,0 2 3-16,-40 6 4 0,0-1 7 15,-7-4 0-15,1-1 9 16,12-10-12-16,0-5 18 16,15-8-23-16,19-12-3 15,0-4-3-15,0-3 0 16,0-5-18-16,31 0 18 15,31 0 8-15,3 0 9 0,-3 0 9 16,-15 0-26-16,5 0 4 16,-11 0-1-1,-7 0-6-15,-6 0-17 0,-10 0-3 16,-5 0-13-16,-7 0-12 16,-6 0-29-16,0 7 8 15,0 17-27-15,0-4-101 16,-31-4-261-16</inkml:trace>
  <inkml:trace contextRef="#ctx0" brushRef="#br0" timeOffset="-26083.03">28647 3468 387 0,'0'0'163'0,"0"0"-58"0,0 0-9 0,0 0-53 0,0 0-5 16,0 0 23-16,0 0 3 0,0 0-20 16,6 0-3-16,1 0 16 15,-7 0-29-15,6-11 4 16,9-5-12-16,-15-9 17 15,25-3-25-15,-3-16 8 16,12-12-10-16,-9 0 10 16,37-17-3-16,-3-2-4 15,9-14-4-15,3 21 2 0,-9 4-17 16,-9 16 12 0,-19 15-12-16,-15 14-13 0,-7 11 1 15,-3 8-25-15,4 0-35 16,-13 0-99-16,0 4-174 15</inkml:trace>
  <inkml:trace contextRef="#ctx0" brushRef="#br0" timeOffset="-25368.41">28728 3256 450 0,'0'0'97'0,"0"0"2"0,0 0-26 0,0 0-20 0,0 0-11 0,0 0 2 0,0 93 2 15,0-65-9-15,0 3 0 0,0-7-23 16,0-4 8-16,-16 0-18 16,-2-4 21-16,5 1-10 15,-8-1 30-15,8-5-22 16,7 2-1-16,0-9-12 16,6-4-10-1,0 0 0-15,0 0-4 0,0 0 2 16,18-12 4-16,29-12 8 15,6-4-3-15,15 0 17 16,0-5-19-16,-3 1-2 16,3 0-3-16,-21 8-3 15,-22 4-4-15,-4 9-25 16,-21 11 1-16,0 0-56 16,0 0-41-16,-34 15-173 0</inkml:trace>
  <inkml:trace contextRef="#ctx0" brushRef="#br0" timeOffset="-24433.67">29608 2065 624 0,'0'0'101'0,"0"0"25"0,0 0 0 0,0 0-64 16,0 0-29-16,0 0 11 16,81-24-22-16,-59 20-13 15,-16 4 8-15,13 0-16 0,-13 0-1 16,-6 4 7 0,0 20-14-16,0 7 11 0,0 14-4 31,0 3 3-31,-31 12 1 0,-16-8-4 0,7-3 3 15,12-5-6-15,9-21 9 16,19-6-12-16,0-9 3 16,0-5 1-16,0-3-8 15,19 0 8-15,40 0 4 16,15 0-1-16,13 0 5 16,0-11-5-16,0 3 4 15,-13 4-3-15,-15 4 2 16,-25 0-4-16,0 0-4 15,-27 0-61-15,-7 0-113 16,0 16-422-16</inkml:trace>
  <inkml:trace contextRef="#ctx0" brushRef="#br0" timeOffset="-8055.19">20719 5642 348 0,'0'0'75'0,"0"0"-19"0,0 0 10 0,0 0-15 0,0 0-35 16,0 0-12-16,0 0 26 0,0 0 7 15,0-20 33 1,0 20-1-16,-6 0-12 0,-1 0-22 16,1 0-3-1,-9 0 5-15,8 0-2 0,-5 0 25 16,12 0-27-16,-6 0 7 16,6 0-30-16,-6 0 12 15,-1 0-19-15,7 0 7 16,0 0-6-16,0 0 5 15,0 0-3-15,0 0 5 16,0 0 2-16,0 0-7 0,0 0-9 16,0-8 4-16,13-12-2 15,61-13 2 1,38-18 7-16,21-9 11 16,28-1-9-16,-15 1-10 0,-3 12-5 31,-32 9-8-31,-14 14-9 0,-32 6 4 0,-25 10-14 15,-28 5 15-15,-2 4-28 16,-10 0-43-16,0 0-99 16,0 0-292-16</inkml:trace>
  <inkml:trace contextRef="#ctx0" brushRef="#br0" timeOffset="-7432.32">21668 5085 271 0,'0'0'190'0,"0"0"-153"0,0 0 27 15,0 0 9-15,0 0-48 0,341-20-19 0,-313 12 22 0,-22 8-9 0,6 0 5 0,-12 0 3 0,0 0 24 0,0 16-3 0,-12 4-1 16,-16 12-31-16,-9 0-14 0,-13 0 9 16,-3 13-4-16,7-6 21 15,-1 5-15-15,19-3 10 16,10-10-23-16,18-11-15 15,0-4-44-15,0-11-70 16,0-5-31-16,18 0-186 16</inkml:trace>
  <inkml:trace contextRef="#ctx0" brushRef="#br0" timeOffset="-6485.15">19810 6231 360 0,'0'0'104'0,"0"0"-30"0,0 0 55 0,0 0-28 0,0 0-13 16,0 0 3-16,0 8-15 15,0-8-20-15,6 0-9 16,-6 0-1-16,0 0-18 16,0-11-4-16,0-25-22 15,16-20 6-15,3-8-5 0,-1-13 5 16,16 5-8-16,-12-5 0 16,18 13 0-16,-15 0-3 31,-3 12 2-31,-10 16-5 0,1 12 1 15,-13 17 5-15,0 7-2 0,0 0 2 16,0 0-11-16,0 7-10 16,0 22 21-16,0 15 0 15,-25 12-6-15,-9 4-8 16,6 4-26-16,3-12-31 16,19-12-35-16,6-16-94 15,0-12-118-15</inkml:trace>
  <inkml:trace contextRef="#ctx0" brushRef="#br0" timeOffset="-5880.46">20399 5654 355 0,'0'0'220'0,"0"0"-140"0,0 0 0 16,0 0-6-16,0 0-13 15,0 0-14-15,0 0 0 16,-28 0-20-16,4 17 4 16,-26 6-8-16,-3 10 23 15,13 11-9-15,-19 0-24 16,13 0 14-16,-1 8-13 16,13 0 0-16,12 0-12 15,16 5 6-15,-6-14-7 0,12 1-1 16,0-3 0-16,0-5-13 15,0-4 13-15,18-4-4 16,16-4-2-16,-6-3 10 16,19-10-16-16,-7-7 10 15,0-4-2-15,-5 0-10 16,2 0-1-16,-3-28 11 16,-12-4-6-16,-10 4 9 15,-12-1 1-15,0 10-6 16,0 2 12-16,0 14 6 15,-47 3-12-15,1 0-3 16,-22 0 2-16,15 24 1 0,-6 12 0 16,3 0 3-1,16-8-6-15,28-8-61 0,12-4-50 16,0-8-124-16,0-8-190 16</inkml:trace>
  <inkml:trace contextRef="#ctx0" brushRef="#br0" timeOffset="-239.68">28700 5566 521 0,'0'0'107'0,"0"0"-86"0,0 0 33 16,0 0 0-16,0 0-1 0,0 0 8 15,0 0-3-15,0-16-29 16,-6 16 20-1,6 0-6-15,0 0 15 0,0 0-23 16,0 0-5-16,0 0 0 16,0 0-14-16,0 0 6 15,0 0-20-15,0 0 16 16,0 0-15-16,0 0 3 16,6 0-3-16,34 8 9 15,28 16 8-15,4 4 4 16,2 4-5-16,13 5-15 15,-13-1 3-15,-8-5-6 16,-11 2-2-16,-2-2-4 16,-6-6 4-16,-13-6-12 0,0 2 1 15,-16-9-17-15,-11-8-11 16,-1 4 12-16,-6-8-20 16,0 0-32-16,0 0-82 15,0 0-74-15</inkml:trace>
  <inkml:trace contextRef="#ctx0" brushRef="#br0" timeOffset="509.45">28514 5622 413 0,'0'0'0'0,"0"0"-50"0,0 0 46 0,0 0 8 16,0 0-4-16,0 0 2 16,46 0 38-16,-46 5 23 15,0-5-2-15,0 0-3 16,0 3 1-16,0-3-37 16,0 5-11-16,0-2 44 0,0 1 12 15,0 4-10-15,0-8-9 16,7 4-28-1,-1-4-17-15,-6 0 1 0,0 0-2 16,0 0 21 0,0 0 10-16,0 0 4 0,0 0-5 15,0 0-13-15,0 0 11 16,0 0-28-16,0 0 16 16,6 0-18-16,9 0 7 15,16-16-7-15,10-16 5 16,15-13 2-16,-10 2-4 15,1-5-6-15,-23 20 9 16,-2 3-12-16,-16 14 1 16,1 7 4-16,-7 4-1 0,0-4-2 15,0 4 4-15,6-9-34 16,-6 9 4-16,0 0-31 16,0 0-126-16,0 0-344 15</inkml:trace>
  <inkml:trace contextRef="#ctx0" brushRef="#br0" timeOffset="1244.53">28722 5614 219 0,'0'0'217'0,"0"0"-207"0,0 0 54 16,0 0 50-16,0 0-53 0,0 0-38 16,0-23-3-1,-10-2 34-15,-8 1 12 0,-16-4-25 16,15 0 19-16,-15 3-29 15,15 2-3-15,4 2-23 16,2 10 25 0,1 3 13-16,12 8-37 0,0 0 1 15,-9 0 7-15,9 0 20 16,0 0-27-16,0 0-3 16,0 0-4-16,0 0-4 15,0 0-2-15,0 0 6 16,34 0 6-16,6 0 4 15,0 0 10-15,13 0-16 16,-19 0 5-16,0 0 2 16,-6 0-22-16,-15 0 4 0,5 0-20 15,-2 0-57-15,2 0-30 16,-5 0-79-16,-13 0-35 16</inkml:trace>
  <inkml:trace contextRef="#ctx0" brushRef="#br0" timeOffset="2248.31">29977 5879 236 0,'0'0'388'0,"0"0"-366"0,0 0 32 0,0 0 63 0,0 0-34 16,0 0-8-16,0 0-18 16,0 0-18-16,0 28 21 15,-6 8-20-15,-22 5 2 16,3 3-27-16,-2-8 0 16,5 0-15-16,3-8 12 15,13-4-9-15,0-9-2 16,6-2-1-16,0-1-2 15,0-4-3-15,0 0-6 16,0 0 6-16,6-4 6 16,28 0-6-16,-3-4 8 0,3 0-4 15,7 4 1-15,-7-4-1 16,-10 3 1-16,-2-3-8 16,-3 0 8-16,-10 0-22 15,-3 0 12-15,1 0-8 16,-7 0 16-16,0 0-5 15,0 0 7-15,0 0 2 16,0 0 1-16,0-3-3 16,0 3 7-16,0-4-11 15,0 4 9-15,0 0 0 16,0 0-5-16,0 0 16 16,0 0-6-16,0 0 0 15,0 7-3-15,0 14-6 0,0 7 20 16,0 3-13-16,0 2 13 15,-13 0-20-15,4-10 14 16,3 1-13-16,-1-12-1 16,7 1-2-16,0-5-7 15,0 0-12-15,-6-1-15 16,-6 6 0-16,12-5-68 16,0-8-109-16,0 0-162 15</inkml:trace>
  <inkml:trace contextRef="#ctx0" brushRef="#br0" timeOffset="6021.17">31574 6172 514 0,'0'0'146'0,"0"0"-65"0,0 0-13 0,0 0-21 16,0 0 4-16,0 0-7 15,0-25 24-15,0 22-7 0,0 3-1 16,0 0-20-16,0 0-5 16,0 0-2-16,0 0-20 15,0 0 7-15,0 0-20 16,6 0 10-16,-6 0-8 15,0 0 1-15,0 0 2 16,7 20-4-16,2 8 14 16,-3 11-3-16,0 5 3 15,-6 5-13-15,0 4 4 16,0 2 0-16,7-7-6 16,-7 4 2-16,6-16-2 15,-6-8 1-15,6-11-1 0,9-17-35 16,10 0 24-1,31-36 4-15,31-48 7 0,40-32 13 16,25-9-13-16,15-7-9 16,1 15-9-16,-29 13 5 15,-18 20-8-15,-34 35-7 16,-40 18 8-16,-26 26-11 16,-21 5 14-16,0 0-73 15,0 41-1-15,-62 3-249 16</inkml:trace>
  <inkml:trace contextRef="#ctx0" brushRef="#br0" timeOffset="49767.41">15848 10230 584 0,'0'0'14'0,"0"0"5"0,0 0 39 0,0 0-50 16,0 0 3-16,0 0-7 0,0 0 27 15,12-4 23-15,-12 4 33 16,0 0-20-16,0 0-15 16,0 0-24-1,0 0-7-15,0 0 8 0,0 0-7 16,6 0 1-16,-6 0-21 16,0 0 7-16,0 0-1 15,0 25-2-15,0 11-2 16,0 8 15-16,0 7-17 15,0 14 10-15,0-1-8 16,-18-8 2-16,-10-8-6 16,15 1 1-16,-2-10 0 15,2-6 6-15,1-14-9 16,12-7 4-16,-6-4-4 0,6-8-4 16,0 0-10-16,0 0 8 15,0 0-6-15,0 0 13 16,25 0 2-16,9 0 1 15,-6 0-2-15,3-8 11 16,3 5-11-16,-6 3 3 16,0-4-4-16,-4-4 6 15,-2 0-8-15,-3 0 8 16,2 0-10-16,-8-1 6 16,-1-10-2-16,16-1 0 15,-22 4 0-15,7-1-6 16,-13 9 7-16,0 8-1 15,0 0 3-15,0 0-6 0,0 0 11 16,0 0-3-16,0 0-1 16,0 0 4-16,0 0-7 15,0 0 0-15,0 0-1 16,0 0 1-16,0 25 0 16,0 3 11-16,0 8 6 15,0 3-15-15,-7 5 16 16,-5 0-12-16,-3 9 9 15,2 3 2-15,-5-4-9 16,2 5-4-16,-3-6 2 16,13-2-10-16,0-1 4 15,-3-4 0-15,9-8-13 16,0 5-9-16,0-18-2 16,0 1-11-16,0-12-56 0,21-12-97 15,14 0-127 1</inkml:trace>
  <inkml:trace contextRef="#ctx0" brushRef="#br0" timeOffset="51416.98">16877 10074 183 0,'0'0'232'0,"0"0"-197"0,0 0 27 0,0 0 19 16,0 0-47 0,0 0 10-16,0 156 10 0,0-132-10 15,0 9-4-15,-6-5-13 16,6 0 11-16,-9-4-21 15,9 4 14-15,-7 0-6 16,7 11 11-16,0 2-16 16,-6 3-7-16,0 9-7 15,0 2-1-15,-10 1 1 16,10 0-1-16,0-4 0 16,0-3 1-16,-7 4-6 15,7-10 5-15,-3 5 4 16,-4 0 19-16,7 13-10 15,0-1 1-15,0-4-15 16,-4 0 4-16,4 1-8 0,6-2 9 16,-6-2 2-1,6-6-11-15,0 9 0 0,0 1 0 16,0-1-1-16,0 8 4 16,0 0-5-16,-19 1 9 15,19-6-9-15,-9-6 8 16,3-4 3-16,6-6-4 15,0 1 1-15,0-4 7 16,0 5-9-16,0-1-3 16,0 3 3-16,0-2 5 0,0 10-6 15,0-6 10 1,0 7-6-16,0-8 3 0,0 1-8 16,0-2 0-16,0 6 7 15,0-1-4-15,6-4-2 16,3 0 7-16,-9 5-8 15,0-2 9-15,13 6-10 16,-13-5 4-16,0 12-7 16,0-4 4-16,0-8 0 15,0 5-2-15,0-10 5 16,0 1-13-16,0 1 16 16,0-1-10-16,-13 7 9 15,13-2-12-15,-15 11 5 16,9-4 0-16,-7 1-1 15,1-1 5-15,-4 4-8 0,10 0 11 16,-6-3 4-16,6-2-9 16,-10-7 4-16,10 5-4 15,-7-6 6-15,7 6-8 16,0-1-1-16,-3 0 0 16,-4-7 2-1,1 10-2-15,6-7 10 0,-4 1-14 16,4 11 7-16,-6 1-2 15,-1-1 0-15,-2 8 0 16,-4-8 0-16,7 0 2 16,-4 4-5-16,4 0 10 15,6 5-10-15,0-6 9 0,-10 2-6 16,16-5 3 0,0 0-2-16,0 0-1 0,0-4 4 15,0-7-8-15,0 2 15 16,0-2-17-16,0-6 15 15,0 10-9-15,0-9 4 16,0 0-5-16,0 1 4 16,0-5-2-16,0-8 3 15,0 0 0-15,0-4-8 16,0 4 6-16,0 1-5 16,0-6-5-16,0 1 7 15,0-8-27-15,0-8-16 16,0 8-20-16,-19-12-114 15,-43-7-635-15</inkml:trace>
  <inkml:trace contextRef="#ctx0" brushRef="#br0" timeOffset="56328.22">17472 10564 56 0,'0'0'228'0,"0"0"-136"0,0 0 8 0,0 0-8 0,0 0-32 16,0 0 8-16,0 0-27 0,0-17-2 15,0 13-24-15,0 4-1 16,0 0-3-16,0-8-11 15,0 8 7-15,0 0-5 16,0 0 15-16,0 0-13 16,0 0 18-16,0 0-10 15,0 0 26-15,0 0-9 16,0 0-5-16,0-4-2 16,0 4 1-16,0-3 27 15,0 3-30-15,0 0 5 16,0 0-12-16,0 0 8 15,0 0-17-15,0 0 14 0,0 0-9 16,0-9 2-16,0 1 11 16,0-4-20-16,0 0 15 15,7-4-15-15,5 7 7 16,0 1-4-16,-5-3-4 16,8 3-1-16,4-4-2 15,2 12-1-15,4 0-4 16,9 0 4-16,0 0-4 15,-6 0 0-15,9 0-4 16,-9 0 10-16,-15 8-12 16,2 20 6-16,-15 8 1 15,0 4-3-15,0 8 7 16,0 8 4-16,-46 5 1 0,-10-1 4 16,-3 4 2-16,0-8-7 15,3-4 5-15,10 1 2 16,12-17-7-16,9 0-2 15,13-8 5-15,2-4-14 16,4-9 19-16,6 1-20 16,0-8 11-16,0-8-9 15,0 9 7-15,0-9-2 16,6 0 3-16,50 0 5 16,9 0 23-16,3-17-20 15,19-2 18-15,-22 2-23 16,-3 9 6-16,-21-3-9 15,-10 11-1-15,-10 0-24 16,-8 0-4-16,2 0-13 16,-9 0-36-16,-6 0-61 0,0 0-174 15</inkml:trace>
  <inkml:trace contextRef="#ctx0" brushRef="#br0" timeOffset="57495.23">15578 12283 439 0,'0'0'138'0,"0"0"-138"0,0 0 66 15,0 0 65-15,0 0-52 16,0 0-5-16,0 0 10 15,22-11-42-15,-4 3 27 16,10-1-33-16,0-2-2 16,-3 3-26-16,21 0 0 15,1-1-6-15,-7-2 0 0,0 6-1 16,-6 2 1 0,-6-2-4-16,-15 5 2 0,-7 0 0 15,0 0-12-15,-6 21 6 16,0 10 6-16,0 13 2 15,0 1-2 1,0 15-4-16,-40-8 3 0,0 1-22 16,9-10 22-16,-10 1 2 15,1-8 11-15,28-7-9 16,-10-9 13-16,22-4-6 16,0-12-10-16,0-4 0 15,0 0-17-15,0 0 4 16,34 0 13-16,12 0 14 15,1 0-8-15,-1 0 8 0,-11-4-14 16,-1-4-2-16,-9 8-1 16,2-8-18-16,1 8 9 15,-3 0-40-15,3 0-48 16,-3 0-111-16,-3 0-55 16</inkml:trace>
  <inkml:trace contextRef="#ctx0" brushRef="#br0" timeOffset="58495.54">17457 12055 392 0,'0'0'174'0,"0"0"-106"0,0 0 84 0,0 0-11 15,0 0-61 1,0 0-30-16,-13 0 1 0,13 0-10 16,0 0-19-16,0-4-8 15,0-12-8-15,41 0 12 16,-16 4-17-16,15 0 13 16,0 7-10-16,-6 5-3 15,0 0-1-15,-6 0-3 16,-15 0 2-16,-13 17-20 15,0 11 19-15,0 20-5 16,0 5 4-16,-28 6-5 16,-25 6-3-16,0-6 2 15,-2-2 7-15,8-1-1 16,22-12 6-16,-3-16-4 0,22-8 9 16,6-15-13-16,0-5 5 15,0 0-9-15,6 0-16 16,47 0 25-16,15-13 5 15,7-7 0-15,-4 4-4 16,-9 0 2-16,-9 12-6 16,-7 1-6-16,-18-2-15 15,6 5-42-15,-9 0 2 16,-13 0-78-16,16 0 29 16,-15 5-28-16,-13 2-192 15</inkml:trace>
  <inkml:trace contextRef="#ctx0" brushRef="#br0" timeOffset="59543.06">15779 14096 22 0,'0'0'548'0,"0"0"-522"0,0 0-18 0,0 0 62 0,0 0-33 0,0 0-27 16,-12 13 64-1,12-13 37-15,0 0-5 0,0-13-42 16,0-23 9-16,0-23-55 16,0-18 6-16,0-3-23 15,25-9 3-15,-4 14-4 16,-14-2 0-16,-7 17-4 15,12 12 8-15,-12 12-11 16,0 11 13-16,0 17-7 16,0 8 2-16,0 0 0 15,0 0-1-15,0 0-30 0,-12 25 19 16,-16 11-1 0,-9 0-5-16,2 16-38 0,1-4 2 15,-6 1-65-15,12-5-27 16,-12-8-86-16,15-16-179 15</inkml:trace>
  <inkml:trace contextRef="#ctx0" brushRef="#br0" timeOffset="63888.9">16855 13924 206 0,'0'0'193'0,"0"0"-140"0,0 0 51 0,0 0-13 16,0 0-52-16,0 0-9 15,0 0-11-15,7 0 24 0,-7 0-11 16,0 0 35-16,0 0 0 15,0 0-20-15,0 0-15 16,0 0-15-16,0 0 9 16,0 0-13-16,9 0 9 15,-9 0-14-15,0 0 18 16,6 0-17-16,6-3 1 16,23-10-6-16,17-4 5 15,16-14-2-15,19-10-7 16,12-6 6-16,22-9 0 0,25-16-3 15,28-8 0 1,34-25 1-16,18-8-4 0,3-3 0 16,-24 4 0-16,-38 27 1 15,-39 26-1-15,-42 15-36 16,-17 15 11-16,-29 9-79 16,-6 8-45-16,-9 4-67 15,-10 8-190-15</inkml:trace>
  <inkml:trace contextRef="#ctx0" brushRef="#br0" timeOffset="64856.24">17612 14137 227 0,'0'0'236'0,"0"0"-222"0,0 0 70 0,0 0 9 15,0 0-17-15,0 0 11 16,0-5 22-16,18-10-54 0,23-6-5 16,5-2-22-16,10-6-1 15,3 6-2-15,-6 6-16 16,-1 6-9-16,-2 11-2 16,-19 0 1-16,-9 0-17 15,-10 0 8-15,-12 36 10 16,0 8 5-16,0 20-4 15,-12 11-1-15,-41-3-15 16,-3 5-9-16,4-13 21 16,11-8-6-16,16-15 3 15,-2-5 11-15,14-12-5 16,4-9 5-16,-4-7-3 0,13-3 0 16,0-5 2-16,0 0-6 15,0 0 13-15,35 0-11 16,11 0 37-16,13 0 6 15,3 0-29-15,-3-5-4 16,-6 2-10-16,-4-2-2 16,-2 5-9-16,-29 0-46 15,16 0 16-15,-15-3-49 16,3-5-78-16,3 4-55 16</inkml:trace>
  <inkml:trace contextRef="#ctx0" brushRef="#br0" timeOffset="65854.7">18440 13498 298 0,'0'0'280'0,"0"0"-216"0,0 0 22 0,0 0 20 15,0 0-34-15,0 0-34 16,34-27 6-16,-22 15-12 16,16 7 8-16,-3-2-6 15,3 3-4-15,-6 4-23 16,-4 0-7-16,-12 0-12 16,-6 0 5-16,0 32 7 15,0 8 2-15,0 4 7 0,0 0-6 16,-24 4-5-1,-4-12 9-15,-6 1-12 16,15-9 12-16,3-8-7 0,4-4 1 16,12-8 2-16,0 7-6 15,0-7-3-15,0-8 6 16,6 0-5-16,35 0 5 16,11 0 19-16,10 0 3 15,-9 0-11-15,-13-8 20 16,7 1-26-16,-19-1-1 15,-22 8-2-15,13 0 4 16,-13 0-12-16,-6 0-5 16,0 0-26-16,0 0-37 15,0 0-37-15,0 0-139 16,0 0-124-16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2:33:05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21020 5177 316 0,'0'0'183'0,"0"0"-110"0,0 0 9 16,0 0 26-16,0 0-56 16,0 0-14-16,0 0-19 15,0 0-1-15,0 0 17 16,0 0 9-16,0 0-11 0,0 0-17 16,0 0 31-16,0 0-29 15,0 0 4-15,0 0 1 16,0 0-6-16,0 0-8 15,0 0-1-15,0 0 9 16,0 0-13-16,0 0 20 16,0 0-21-16,0 0 4 15,-7 0 5-15,1 0-14 16,-22 0 2-16,16 0-2 16,-22 0-6-16,9 0 4 15,-9 8 4-15,12 8 0 16,-9-8 0-16,-9 17 4 15,-1-6-4-15,1 9 3 0,6-3 0 16,0-2-3 0,9 6-3-16,-3 2 1 0,10 10 2 15,2-5 0-15,4 0 0 16,6 4 3-16,-1 0 3 16,7 5-9-16,0-9 3 15,0 8 0-15,0-5-3 16,0 6 6-16,0 7-6 15,0-8 8-15,0 0-11 16,0 9 15-16,0-9-14 0,0 12 9 16,7-4-8-1,-7 4 1-15,12-1 0 0,-6 6-1 16,0-5 1-16,-6 4 3 16,0-4-1-16,0 1-2 15,0 7 6-15,0 3-4 16,-18 7 3-16,-16-7-2 15,-7 2 0-15,-5-9-4 16,5-9 2-16,17-15-9 16,-10-7 8-16,6-17-12 15,0 4 14-15,3-16-27 16,-3 0-31-16,9-4-129 16,-2-52-194-16</inkml:trace>
  <inkml:trace contextRef="#ctx0" brushRef="#br0" timeOffset="716.05">20220 6388 472 0,'0'0'94'0,"0"0"7"0,0 0 32 15,0 0-39-15,0 0-16 0,0 0-21 16,0-60-10-16,18 43 6 16,41-6-10-16,3 3 11 15,3-9-23-15,3 6 2 16,1 2-32-16,-4-2-1 15,-6 3-6-15,-4-1-14 16,-8 5-19-16,-13 4-50 16,-15 9-139-16,-13 3-308 15</inkml:trace>
  <inkml:trace contextRef="#ctx0" brushRef="#br0" timeOffset="1281.66">21249 6501 312 0,'0'0'305'0,"0"0"-207"15,0 0 14-15,0 0 0 0,0 0-64 16,0 0 7-16,-34-8-39 15,12-17 27-15,10-11-8 0,-1-4 7 16,13-8-19 0,-6-4-13-16,6-1-10 0,0 2 0 15,0-1-4-15,0 3-27 16,0 5 2-16,37 8-15 16,-3 4-53-16,1 11-50 15,-1 10-7-15,-22 11-97 16</inkml:trace>
  <inkml:trace contextRef="#ctx0" brushRef="#br0" timeOffset="1748.42">21342 6356 436 0,'0'0'375'0,"0"0"-327"0,0 0 36 15,0 0 26-15,0 0-50 0,0 0-28 16,366-212-28-16,-310 183-4 15,-19 6-1-15,-3 3-17 0,-12 4 7 16,-4-1-35 0,-5 6 11-16,2 3-28 15,-9 3-54-15,-6 5-37 16,0 0-59-16,0 0-178 0</inkml:trace>
  <inkml:trace contextRef="#ctx0" brushRef="#br0" timeOffset="2031.92">21488 5984 530 0,'0'0'80'0,"0"0"7"15,0 0 58-15,0 0-50 16,0 0-9-16,0 0-57 0,195 200 1 16,-164-168-12-16,-3-1-1 15,-6-3-17-15,-4 1 2 16,-5-5-6-16,-7 4-16 16,16-7-15-16,-10 2-60 15,10-7-154-15,-10-11 70 16</inkml:trace>
  <inkml:trace contextRef="#ctx0" brushRef="#br0" timeOffset="2548.25">22089 5899 355 0,'0'0'238'0,"0"0"-198"0,0 0 4 0,0 0 2 16,0 0 4-16,0 0 1 15,81 88 6-15,-53-47 1 16,-3-2-4-16,-10 5-25 16,-15 9 13-16,0-1-25 15,0 0 10-15,0 0-18 16,-9 0 2-16,-22-3-7 0,-3-5-4 16,12-5-3-16,-3-11-60 15,19-11-17-15,-10-17-152 16,16 0-275-16</inkml:trace>
  <inkml:trace contextRef="#ctx0" brushRef="#br0" timeOffset="3130.23">22818 6377 580 0,'0'0'204'0,"0"0"-127"0,0 0 32 16,0 0-57-16,0 0 9 0,0 0-2 15,133 0-9 1,-77 0-49-16,-19 0 18 0,13 0-19 16,-13 0-1-16,-15 0 1 15,-4 0-23-15,-2 0-9 16,-16 0-61-16,0 0-45 16,0 0-170-16</inkml:trace>
  <inkml:trace contextRef="#ctx0" brushRef="#br0" timeOffset="3402.4">22818 6377 407 0</inkml:trace>
  <inkml:trace contextRef="#ctx0" brushRef="#br0" timeOffset="3528.97">22818 6377 407 0,'-140'-225'170'0,"181"225"-84"0,18 0 59 0,15 0 91 0,7 7-146 16,-7-2-40-16,4-5-31 15,-10 0-7-15,12 0-10 16,-14 0-2-16,-11 0-26 16,-14 0-14-16,-4 0-94 15,-9 0-140-15</inkml:trace>
  <inkml:trace contextRef="#ctx0" brushRef="#br0" timeOffset="4446">24148 6416 281 0,'0'0'262'0,"0"0"-229"0,0 0 45 0,0 0-3 0,0 0-44 16,-19 85 15-16,38-82-10 15,21 6-4-15,1-9 19 16,11 0 0-16,10 0-2 16,19-28 11-16,6-21-2 15,0-15-49-15,6-4 5 16,-22-8-10-16,-3-5-4 16,-27 9-18-16,-23 12-25 15,-18 8 0-15,0 20 15 16,-6 8 21-16,-53 8-1 0,-22 16 5 15,-5 0-41-15,-23 8 39 16,10 44-2-16,-7 12 1 16,20 8 8-16,5 5-2 15,13-5 0-15,43-8 2 16,9-12-4-16,16-16 8 16,0-3-7-16,0-13 4 15,41-9 5-15,33-3-5 16,19-8 13-16,22 0 0 15,18 0-5-15,7 0-9 16,-13-3 6-16,-19 3-8 16,-30 0 3-16,-22 0-8 0,-10 15 10 15,-27 29 2-15,-13-3 32 16,10 3 4-16,-16 0-25 16,0 4-16-16,0-12-1 15,0-8-1-15,0-12-12 16,12-8-59-16,0-8 19 15,10 0-74-15,-9 0-88 16,-1-11-148-16</inkml:trace>
  <inkml:trace contextRef="#ctx0" brushRef="#br0" timeOffset="6509.68">25519 5638 58 0,'0'0'377'0,"0"0"-293"0,0 0-24 0,0 0 11 0,0 0-22 15,0 0 11-15,0 4-6 16,0-4 7-16,0 0 6 16,0 0-18-16,0 0-6 15,0 0-8-15,0 0 11 16,0 0-32-16,0 0 11 16,0 0-16-16,0 0 21 15,0 0-24-15,12-12 16 16,35-24 0-16,27-12-2 15,0-4 4-15,1-8-24 0,2-4 12 16,10 8-11-16,-12 3-2 16,-13 13-18-16,-4 4 10 15,-23 8-29-15,-17 16-1 16,-12 4-20-16,-6 8-51 16,0 0-44-16,-12 0-95 15</inkml:trace>
  <inkml:trace contextRef="#ctx0" brushRef="#br0" timeOffset="6827.33">25599 5253 503 0,'0'0'124'0,"0"0"44"0,0 0-17 0,0 0-39 0,0 0-28 16,0 0-31-16,307 217-36 15,-248-185 0-15,-9-9-17 16,-10 2 4-16,-9-9-4 15,-15 0 0-15,8-7-16 16,-2-6-40-16,-16-3-81 0,-6 0-351 16</inkml:trace>
  <inkml:trace contextRef="#ctx0" brushRef="#br0" timeOffset="51839.07">23100 14879 66 0,'0'0'50'0,"0"0"-28"0,0 0-4 0,0 0-18 16,0 0-8-16,0 0-13 0,0 0 12 15,71-20 9-15,-71 20 2 16,0 0 59-1,0 0 5-15,0 0-52 0,0-8-14 16,16-5-67-16,-4 5-60 16</inkml:trace>
  <inkml:trace contextRef="#ctx0" brushRef="#br0" timeOffset="52070.91">23100 14879 54 0,'118'-64'174'16,"-118"64"-86"-16,0 0-64 15,0 0-11-15,9 0-13 16,-3 0-4-16,7 0-22 15,-7 0 18-15,0 0-10 16,-6 0-9-16,0 0 15 16,0 0 12-16,0 0-1 0,0 0 5 15,10 0 3-15,-10 0-7 16,6 0-18-16,0-8 18 16,0 3-4-16,-6 1-5 15,13 4-33-15,-13 0 7 16,15 0 12-16,-9 0 18 15,7 0 5-15,-7 0 0 16,-6 0-63-16,15 0-6 16</inkml:trace>
  <inkml:trace contextRef="#ctx0" brushRef="#br0" timeOffset="183908.19">21041 9300 531 0,'0'0'169'0,"0"0"-158"0,0 0 45 0,0 0 36 16,0 0-77-16,0 0 18 15,-21 0 8-15,21 0-23 0,0 0 7 16,-7 11 14-1,1 6 17-15,0 2-30 0,0 14 5 16,6 0-14-16,0-2 5 16,0-3-8-16,0-7 0 15,6-6-5-15,13-15-2 16,8 0-4-16,-2 0-2 16,16 0 5-16,-1-7-6 15,-6-34 20-15,0-15-20 16,-15-4 7-16,-10-4-7 15,-9 3-12-15,0 17-6 0,0 8-5 16,-16 8 17-16,-24 20-11 16,-13 8 15-1,1 0 4-15,-10 44-5 0,-3 9 3 16,12 7 0-16,13-9-9 16,18-2 1-16,16-9 8 15,6-12-6-15,0-12 4 16,0-8-13-16,12 5 15 15,35-6 0-15,8 6 22 16,11-5-1-16,-4 7 0 16,9 1-7-16,-3 0-11 15,-9-4 0-15,-3 9-2 16,-4-9-2-16,-11-1-14 16,12-3-23-16,-7 0-78 15,-18-3-128-15,-16 7-48 0</inkml:trace>
  <inkml:trace contextRef="#ctx0" brushRef="#br0" timeOffset="184842.23">21869 9092 442 0,'0'0'60'0,"0"0"-26"0,0 0 66 16,0 0-40-16,0 0-31 16,0 0 7-16,-12 0 5 0,12 0 22 15,0 0 16-15,-7 0-10 16,7 0-14-16,0 0-16 15,-9 0 5-15,9 0-36 16,0 0 14-16,0 0-17 16,0 0 5-16,0 8 0 15,0 11 4-15,0-2-7 16,28-6-3-16,-9 6 8 16,2-6-10-16,-2 2 17 15,9-1-15-15,-6-4-8 16,-10 0-1-16,13-5-22 15,-10-3-30-15,-8 0-45 16,-1 0-97-16,-6 0-211 0</inkml:trace>
  <inkml:trace contextRef="#ctx0" brushRef="#br0" timeOffset="188239.04">21984 9472 30 0,'0'0'221'0,"0"0"-172"0,0 0-16 0,0 0-12 15,0 0-20-15,0 0 9 16,0 0-8-16,-22 13 33 16,22-13-13-16,0 0 3 15,0 0-4-15,0 0-14 16,0 0-6-16,-6 0 12 15,6 0 19-15,-12 0 20 16,-4 8-13-16,16 0-24 16,-6-5-9-16,-7 1-2 15,7 4 17-15,-9 0 11 16,2 0-12-16,7 4 27 16,-6-4-3-16,5 8-14 15,-8-3-6-15,9-9 2 0,6-1 27 16,-6 2-22-16,6-5-4 15,0 0-15-15,0 0 13 16,0 0-5-16,-7 0 22 16,7 0-21-16,0 0-2 15,0 0-15-15,0 0 2 16,0 0-3-16,0 0-3 16,0-5-14-16,0-18 14 15,41-10 12-15,5-6-11 16,7-2 12-16,0 10 7 15,-19-2 3-15,12 13-23 16,-18-1 0-16,-9 14-3 0,9-5-27 16,-16 0-26-1,16 4-91-15,-9-4-57 0,-13-1-58 16</inkml:trace>
  <inkml:trace contextRef="#ctx0" brushRef="#br0" timeOffset="188771.12">21816 9144 219 0,'0'0'231'0,"0"0"-185"0,0 0 30 0,0 0-17 0,0 0-51 0,0 0 47 16,0-5 23-16,0 5-22 15,0 0 22-15,0 0-15 16,0 0 5-16,0 0-7 15,13 0-8-15,27 0-16 16,0 0 0-16,19 8-21 16,-3 9-3-16,-3-1-9 15,-13-1-4-15,7-2-10 16,-7-2-14-16,-15-2-4 0,3-9-40 16,-16 0-85-1,-3 0-190-15</inkml:trace>
  <inkml:trace contextRef="#ctx0" brushRef="#br0" timeOffset="189687.72">22933 9601 207 0,'0'0'354'0,"0"0"-279"0,0 0 15 0,0 0-23 0,0 0-37 16,0 0 25-16,0 0 4 16,0-16-3-16,0-17-19 15,0-3 15-15,0-12-1 16,12-12-25-16,10-4 8 16,3-8-31-16,-4-8 13 15,4 11-14-15,-19 5 3 0,16 8-4 16,-10 16 6-16,-12 8 4 15,7 12 6-15,-7 8 12 16,0 8-28-16,0 4 6 16,0 0-6-16,0 0-1 15,0 23-15-15,-41 30 4 16,-18 11 9-16,-15 1-15 16,21-14 6-16,13-7-18 15,6-20-4-15,15 4-30 16,7-11-11-16,-10-6-4 0,22-3-74 15,0-8-64-15</inkml:trace>
  <inkml:trace contextRef="#ctx0" brushRef="#br0" timeOffset="198413.12">19897 11597 206 0,'0'0'230'0,"0"0"-230"0,0 0 0 0,0 0 38 0,0 0 32 16,0 0 32-16,0 0-6 15,-34-83-17-15,22 74 0 16,-1 9-25-16,7 0 9 16,6 0-16-16,0 0-13 15,0 0 9-15,0 0-3 16,0 0 1-16,0 0-19 15,0 0 6-15,0 0-18 16,0 0 6-16,0 0-15 16,0 0-2-16,0 0-4 15,-16 0 4-15,16 33 1 16,0-2 5-16,-6 10-3 0,0 3 8 16,0 0-12-16,0 9 11 15,-4-2-9-15,4 9 0 16,0-7 9-16,-6 11-8 15,5-8 0-15,-8 0-2 16,15-3 4-16,0-2-10 16,0-2 15-16,-6-2-10 15,6-2 7-15,0 7-7 16,0-4 2-16,-7-4 0 16,1 13-2-16,6-1 3 0,0-1-8 15,-6-2 11 1,0 3-13-16,6-4 12 0,-9-3-8 15,-4 2 1-15,13-2 4 16,-18-2 0-16,18 2 1 16,-10-1-3-16,4-9 5 15,-13 10-7-15,19-9 9 16,-21 9-5-16,8-2 4 16,1-2-6-16,6-6 3 15,-4 5-1-15,10 0 0 16,-12 1 0-16,12-5-6 15,-6 0-6-15,0-4 12 16,6-4-10-16,-7 8 9 16,7-7-15-16,-6-1 16 15,-3 12 2-15,3-8 0 0,-7 9-4 16,7-6 4-16,6 5-7 16,0 4 13-16,0 1-15 15,0-5 14-15,0 4-12 16,0-4 6-16,0 0-1 15,0 4 0-15,0 4 2 16,0-3-5-16,0-2 10 16,0-2-11-16,0-9 12 15,0 0-16-15,0-4 15 16,0 0-7-16,0 0 0 16,0 0 0-16,0-3-4 15,0 7 9-15,0 0-10 0,0 0 8 16,-22 3-10-16,16 2 10 15,-6-1-6-15,-1 0 3 16,4-4 0-16,-3 4 0 16,5 1 3-16,1-2-6 15,6 10 10-15,-15-13-13 16,9 7 13-16,-1-2-11 16,-5 3 5-16,6-8-2 15,-4 3-3-15,4-2 4 16,0-8-2-16,0-1 9 15,0 8-14-15,-7-9 14 16,13-2-11-16,-9 6 4 16,3-3-2-16,0 1 1 15,-7 11 2-15,-2-8-2 16,2 0 4-16,13 0-4 0,-6-4 6 16,-6 0-4-16,12-3 7 15,-16-2-15 1,16 1 13-16,-6 1-6 0,0 6 0 15,0 6 0-15,-1 3-2 16,-8 0 7-16,15 3-4 16,-13-2 0-16,7-5 2 15,0-3 2-15,6 3-5 16,-6-8 0-16,6-5-14 16,-10-7-5-16,10-16-24 0,0 0-44 15,0 0-137 1,0-16-189-16</inkml:trace>
  <inkml:trace contextRef="#ctx0" brushRef="#br0" timeOffset="199828.77">17671 15311 571 0,'0'0'27'0,"0"0"-4"0,0 0 53 16,0 0-29-16,0 0 16 15,0 0 14-15,-6 0 17 16,6 0-35-16,0 0-10 16,0 0-20-16,0 0-10 0,0 0 14 15,0 0-24-15,0 0 27 16,0 0-26-16,0 0 4 15,0 0-12-15,0 0 12 16,0 0-13-16,21 0 12 16,16 0 9-16,32 0-10 15,-1 0 19-15,-3 0-17 16,16 0 20-16,-1 0-26 16,7 0 7-16,-6 0-7 15,24 0 9-15,-12 0-14 16,-6 0-1-16,3 0-4 15,-13 0 7-15,-2 0-7 16,-1 0 8-16,-9 0-10 16,10 0 12-16,12-3-14 15,6-2 9-15,9-2-5 0,10-1 2 16,-4 0-5-16,4 3 1 16,15 2 4-16,-12-9-3 15,-1 12 8-15,-2 0-10 16,-4-5 10-16,-8 2-9 15,-14-2 6-15,-5 2-2 16,-6-2 0-16,-17 5 1 16,4-3-6-16,4 3 14 15,8 0-16-15,7 0 12 16,12 0-8-16,0 0 3 16,0 0-3-16,0 0-4 15,9 0 3-15,-15 0 0 0,12 0 6 16,-12 0-9-16,0 0 14 15,-7 0-9-15,-5 0 2 16,-4 0-2-16,-9 0 0 16,12 0 2-16,-21 0-1 15,22 0 4-15,-4 0-3 16,10 0 5-16,5 0-2 16,7 0 0-16,-6-5 0 15,-6-2-3-15,-13 2 0 16,3 5-1-16,4-3-3 15,-13 3 0-15,-3 0-9 16,9 0 12-16,-9 0-15 16,21 0 7-16,-5 0 12 0,-22 0-6 15,-1 0 0-15,-5 0-16 16,-13 0 4-16,-16 0-36 16,-2 0 0-16,-4 0-56 15,-5 0-64-15,27 0-9 16,0 0 79-16,6 0 65 15,7 0 36-15,-1 0 0 16,-12 0-1-16,-9-8-81 16</inkml:trace>
  <inkml:trace contextRef="#ctx0" brushRef="#br0" timeOffset="208572.93">28219 9428 258 0,'0'0'319'0,"0"0"-246"0,0 0 6 0,0 0-14 16,0 0-32-16,0 0 25 15,0 0 7-15,0 0-2 16,-6 0-50-16,6 0 28 16,0 0-21-16,0 0 19 0,0 0-20 15,0 0 4 1,0 4 1-16,0 0-19 0,-6 4 13 15,-3 8-16-15,2 0 11 16,7 9-12-16,0-2 6 16,0-3-5-16,0 4-4 15,28-7-4-15,6-6-1 16,7-3 5-16,5-8 4 16,7 0-2-16,6 0 3 15,9-8 15-15,-9-23-13 16,3-10 15-16,-22-7-9 15,7-7-5-15,-13 6-4 0,-15-7 2 16,-13 12-8 0,-6 0 1-16,0 8-2 0,0 16-1 15,-25 7 1 1,-31 13-6-16,3 0-14 0,-6 13 24 16,-9 26 2-16,9 10 1 15,4 2 0-15,24-2 7 16,3-5-4-16,28-4-8 15,0-8 11-15,0 0-10 16,0-8 2-16,6-4-6 16,34 4 5-16,13-7 2 15,15-1 11-15,-9-8-11 16,9 4 12-16,-15 4-12 16,-7 4 6-16,-5 4-5 15,5-9-2-15,10 2 0 16,-9-9-16-16,5-8 0 0,-11 0-6 15,5 0-7-15,-18 0-48 16,-3 0-78-16,-13-8-194 16</inkml:trace>
  <inkml:trace contextRef="#ctx0" brushRef="#br0" timeOffset="209637.97">29549 9340 76 0,'0'0'117'0,"0"0"-8"0,0 0-2 0,0 0 5 16,0 0-29-16,0 0 7 15,0 0-38-15,0 0 12 16,0 0-34-16,0 0 1 15,0 0-11-15,0 0 18 0,0 0 20 16,0 0-14-16,0 0 19 16,0 0-34-16,0-4 7 15,0 0-20-15,7-4 13 16,27-8-6-16,12-9-2 16,13-6-5-16,16-5 2 15,5-8 8-15,13 3-17 16,-6 5 12-16,-12 8-20 15,-17 4 8-15,-17 4-7 16,-7 4-4-16,0 1-10 16,-9 2-14-16,-4 5-7 15,-8 0-20-15,-7 8 0 16,-6 0-80-16,0 0-99 16,0 0-204-16</inkml:trace>
  <inkml:trace contextRef="#ctx0" brushRef="#br0" timeOffset="210238.86">29689 9347 483 0,'0'0'79'0,"0"0"28"0,0 0-8 0,0 0-68 16,0 0 5-16,0 0 10 16,0 0 29-16,0 0-18 15,0 0-15-15,6 0 15 16,16 0-27-16,18 0 12 16,-6 9-19-16,4-1 15 15,11 8-24-15,-2 0 2 16,5 1-10-16,1 2-6 15,-6-7 0-15,-7 4-8 0,0 0 3 16,-6 1-25-16,-6-2-12 16,-9-7-62-16,-1 5-66 15,-8-10-242-15</inkml:trace>
  <inkml:trace contextRef="#ctx0" brushRef="#br0" timeOffset="211335.98">31295 9476 194 0,'0'0'61'0,"0"0"-34"0,0 0-2 0,0 0-15 0,0 0 26 0,0 0 59 15,19 20 20-15,-19-20-50 16,0 0 13-16,0 0-8 16,0 5-18-16,0-5-14 15,0 0 13-15,0 0 6 16,0 0-18-16,0 0 11 0,0 0-10 16,6 0 7-1,-6-5-17-15,0-23-6 16,6-12-19-16,3-8-4 0,10-8 12 15,-7-8-12-15,4-1 2 16,-4 1-1-16,1 8-4 16,-13 12-5-16,0 12 3 15,0 8 4-15,0 16-1 16,0 4 2-16,0 4 0 16,0 0-1-16,0 0-10 15,-13 16 7-15,-27 16-5 16,-13 4 3-16,13 0-20 15,0-11 3-15,12-2-63 0,3-3-38 16,10-12-105 0,2 0-227-16</inkml:trace>
  <inkml:trace contextRef="#ctx0" brushRef="#br0" timeOffset="212701.46">27357 9364 239 0,'0'0'43'0,"0"0"-43"0,0 0 0 0,0 0 20 0,0 0 1 15,0 0 60-15,0 0 58 16,-28 0-21-16,28 0-25 15,0 0 5-15,0 0-14 16,0-4-34-16,0 0-9 16,0-12-26-16,0-8 17 15,41 0 10-15,11-8 9 16,10-9-33-16,-3 5 13 0,22-8-22 16,-28 5-4-16,15 6-2 15,-28 13-6 1,-15 8 3-16,-3 5-13 15,-22 7-15-15,0 0-41 0,0 0-59 16,0 7-131-16,-47 25-136 16</inkml:trace>
  <inkml:trace contextRef="#ctx0" brushRef="#br0" timeOffset="212968.96">27357 9364 371 0</inkml:trace>
  <inkml:trace contextRef="#ctx0" brushRef="#br0" timeOffset="213119.88">27357 9364 371 0,'-87'40'172'0,"87"-40"-81"0,0-8 36 16,13 4 66-16,21 0-132 0,-6 4-5 15,3 0 3-15,9 0-31 16,1 0 4-16,5 20-14 15,10 4-1-15,-10 4-13 16,7-3-4-16,-6-2-9 16,-13 6-6-16,-10-14-29 15,-8-2-49-15,-10-10-76 16,-6-3-147-16</inkml:trace>
  <inkml:trace contextRef="#ctx0" brushRef="#br0" timeOffset="213935.24">26374 9524 315 0,'0'0'268'0,"0"0"-258"0,0 0 37 0,0 0-4 16,0 0-33-16,-12 85 11 15,24-77 24-15,16-1-19 16,-3-2 29-16,9-2 13 16,13-3-11-16,27 0-43 0,-15 0 10 15,15-15-9-15,1-14 0 16,-16-7 0-16,0-12 34 15,-19-4-19-15,-12 4-26 16,0-9 2-16,-22 14 0 16,-6-1-11-16,0 3 10 15,0 14-10-15,-22 7 2 16,-9 12-10-16,-18 8 9 16,-10 0 8-16,0 3 6 15,-16 33-9-15,17 8-2 16,-4-8-24-16,27 9-24 15,11-13-41-15,24-4-90 0,0-3-35 16</inkml:trace>
  <inkml:trace contextRef="#ctx0" brushRef="#br0" timeOffset="-206087.61">26870 11674 355 0,'0'0'414'0,"0"0"-327"0,0 0 3 0,0 0-45 15,0 0-42-15,0 0 10 16,0 0-16-16,0-32 6 15,0 32 23-15,0 0 6 16,0 0 14-16,0 0-25 0,0 0-2 16,0 0-1-16,0 0-9 15,0 0 8-15,0 0-8 16,0 0 4-16,0 0-3 16,0 0 5-16,0 0-15 15,0 0-7-15,0 16 1 16,0 12 6-16,0 8 8 15,0 4-4-15,0 8-3 16,13 4 5-16,-13 12 1 16,0-3-5-16,0 3-4 15,0-4 2-15,12-4 0 16,-5-4 0-16,-7 1 7 0,6 7-15 16,-6-1 9-1,0 7-10-15,0-2 12 0,0-1-12 16,0 6 6-16,0-5 3 15,15 3-4-15,-15-1-2 16,0-2 4-16,0-4-14 16,0 12 11-16,0-4-17 15,0 0 10-15,0-4 5 16,0 8 7-16,0-11 0 16,0-6 0-16,0 6 0 15,0-5 2-15,0-4-6 16,0 4 6-16,0 1-6 15,-15 7 3-15,15 0-3 0,-6 0 4 16,-1 12 0-16,-5-3 7 16,-1-1-7-16,-8-8-2 15,15-4 2-15,6-8 0 16,0-4 7-16,0 0-13 16,0 1 10-16,-7-2-4 15,-8 2 0-15,9 7 0 16,-7-8 0-16,1 4 0 15,12-3 1-15,-16-2 3 16,16-7-2-16,-12 17 1 16,12-9 3-16,-12 7 1 15,12 2-7-15,0-1 1 16,0 8 0-16,0-8-2 0,-16 1 6 16,10-5-8-16,-13-4 9 15,4 8-4-15,2-7 1 16,1 6-6-16,6-2 6 15,0-9-6-15,-10 8 3 16,10-4 0-16,6-4 5 16,0 4-4-16,0 1-1 15,0-2 0-15,0 6 1 16,0 7-1-16,0-9-4 16,0 6 4-16,0-5 0 15,0-8 0-15,0-4 0 16,0 0 0-16,0-8 11 15,0 12-16-15,0-7 11 16,0 3-10-16,0 3 4 0,0 1 0 16,0-3-5-16,0-1 11 15,0-4-11-15,0-15 9 16,0-2-8-16,0-2-4 16,0-1-4-16,0-1-31 15,0-2-28-15,0-2-46 16,0-7-134-16</inkml:trace>
  <inkml:trace contextRef="#ctx0" brushRef="#br0" timeOffset="-204918.44">25419 15172 667 0,'0'0'48'0,"0"0"77"0,0 0-14 0,0 0-46 0,0 0-23 15,0 0 22-15,-21-13-40 16,21 13 1-16,0 0-14 0,0 0 5 16,0 0 1-16,0 0-15 15,0 0 8-15,46 0-7 16,16 16 38-16,31 0-22 16,6 1 13-16,16-9-18 15,6-5 14-15,19-3-24 16,5 0 18-16,10 0-3 15,7-8-18-15,5-8 12 16,-21 4-9-16,15 4 0 16,-21 5 5-16,15-2-9 0,-10 5 0 15,-5 0-6 1,15 0 2-16,6 0 4 0,13-8 0 16,6-7-9-16,6-2 6 15,9 1-14-15,-3 0 10 16,-18 12-11-16,-19 4 5 15,-16 0-15-15,-11 0 26 16,-8 0-1-16,8 4-9 16,11-4 11-16,-6 0-7 15,16 0 4-15,-9 0 0 16,6 0 4-16,-4 0-1 16,-8 0 1-16,-14 8-3 15,8 0 6-15,-11 0-6 16,4 4 9-16,-6-7-12 0,6-5 14 15,-9 0-5-15,-4 8 0 16,-2-8-1-16,-4 7-2 16,-15 1 0-16,-10 5 0 15,-2-10 1-15,-1 13-5 16,0-12 8-16,-2 12-8 16,-4-8 9-16,-15-3-10 15,-7 2 5-15,-5 1-14 16,-7-3 0-16,0-5 1 15,-9 0 12-15,-10 0-36 16,-15 0-27-16,0 0-181 16,-9-13-571-16</inkml:trace>
  <inkml:trace contextRef="#ctx0" brushRef="#br0" timeOffset="-202241.38">25760 11397 157 0,'0'0'147'0,"0"0"-51"0,0 0 35 0,0 0-73 16,0 0-36-16,0 0 0 15,-21-3 28-15,21 3 4 16,-6 0 18-16,-1 0-11 16,7 0 12-16,0 0-38 15,0 0-10-15,0 7-14 16,-12 6-2-16,12-5 4 15,0 7-8-15,0 6 9 16,0-5-7-16,0 4 16 16,0 3-6-16,0 2 1 15,0 2-11-15,0-2-1 16,0 3-4-16,0 0-1 16,0 4 9-16,0 4-9 0,0 0 11 15,0-3-11 1,12 6 6-16,1-3-6 0,-7 5 7 15,22-1-6-15,-16-4 7 16,4 4 2-16,-4-8-9 16,-6 8 2-16,16-3 0 15,-16-1-4-15,19 3 5 16,-19 2-8-16,22-2 5 16,0-3-2-16,-9 9 2 15,9-9-1-15,-10 4-1 0,10 0 7 16,0-4-15-1,-9-8 13-15,9 12-13 0,3-7 14 16,-4 7-6-16,8-4 0 16,-11 8 0-1,4-3 0-15,-9-5-1 0,15 0-7 16,-6 0 9-16,6 3-3 16,-3-3 4-16,3 0-4 15,0-3-1-15,0-9 1 16,0 12-2-16,-3-8 4 15,4 16 4-15,-1-4 1 16,-6 1-10-16,3-2 11 16,-4 5-8-16,20-8 2 15,-19 0-2-15,18-3 1 16,-5-5-8-16,-10-4 8 0,9-9 0 16,-6 10-5-16,0 3 12 15,13-4-10-15,-19 1 7 16,18 2-3-16,-6 5 0 15,1-4-3-15,-10 1 2 16,3-6 1-16,-12 2 3 16,18 2-2-16,-3-2-2 15,-3-1 2-15,7 4-2 16,-7-13 4-16,0 10-10 16,0-9 5-16,-3 0-6 15,3 1 7-15,6-2-3 16,-6 6 0-16,7-6 8 0,-1 9-2 15,-9-4 1-15,25 1-3 16,-10-6 3-16,-5 6-3 16,-1-6 0-1,6 6-1-15,-5-6-2 0,-10-2 6 16,9 3-5-16,0 4 6 16,1-4 2-16,-7-1-5 15,6 10 6-15,7-13-7 16,-13 0 0-16,6 0 0 15,-6-8-1-15,-9 11-1 16,3-6 4-16,6 3 0 16,-3 0-1-16,-3-4 11 15,12 12-10-15,-6-7 0 0,13 7-2 16,-13-1 0 0,-9-7 0-16,9 1 0 0,-6-2 2 15,-3-3-1-15,-10-4-2 16,4 9 6-16,-7-10-5 15,16 5 3-15,-9 4-1 16,2-7-1-16,13 6 2 16,-3 2-4-16,10-6 8 15,-7 1-11-15,0 0 12 16,6 5-10-16,-6-9 4 16,-9 7-4-16,9-3 1 15,0 1-3-15,0-5 4 0,-3 4 0 16,-3-4-2-1,6-1 7-15,7 2-5 0,-10 3 2 16,9 0-1-16,0-4-1 16,-5 4 0-16,-1-4 0 15,6 0 0-15,-15-1-2 16,24-3 4-16,-11 9-4 16,11-5 9-16,-2 0-12 15,-1 4 6-15,-6-3-1 16,7-2 0-16,-7-3 0 15,1 12 0-15,5-8 0 16,7 4 4-16,-13-4 0 16,7 1-4-16,-1-2 4 15,-12-3-8-15,13 5 3 16,-7-5-1-16,-12 0 0 0,9 0 2 16,-9 0-5-16,0 0 12 15,3 7-9-15,-3-7 6 16,0 0-8-16,-10 4 6 15,17-4-2-15,-8 4 0 16,-2-4 2-16,9 0-3 16,-6 0 2-16,3 4 3 15,-3-4 0-15,6 4-6 16,-9-4 6-16,15 0-8 16,-5 0 8-16,-1 8-4 15,-6-3 1-15,3-2 0 16,3-3 2-16,0 4 0 15,-6-4-6-15,3 0 6 0,3 0-6 16,0 0 11 0,0 4-16-16,-9 0 6 15,15 1 2-15,-12-2-1 0,-9 2 5 16,2-5-10-16,4 0 10 16,-3 0-4-16,-4 0 1 15,17 0 8-15,-14 0-8 16,10 0-1-16,-3 0-1 15,-9 0 1-15,2 0-4 16,-8 0 14-16,-7 0-15 16,-6 0 13-16,0 0-16 15,6 0 8-15,-6 0-10 0,0 0-9 16,0 0-42 0,0 0-149-16,0 0-434 0</inkml:trace>
  <inkml:trace contextRef="#ctx0" brushRef="#br0" timeOffset="-137943.92">23807 1274 240 0</inkml:trace>
  <inkml:trace contextRef="#ctx0" brushRef="#br0" timeOffset="92008.4">18272 15103 36 0,'0'0'89'0,"0"0"-64"0,0 0-25 0,0 0-25 15,0 0 24-15,0 0-1 16,16-16 4-16,-16 16 78 16,0 0 55-16,0 0 31 15,0 0-57-15,0 0-8 16,0 0-48-16,0 0-10 15,0 0-26-15,0 0-5 16,12-4 0-16,-12 0-7 16,0 4 4-16,0 0-6 15,0 0 53-15,0 0-11 16,0 0 5-16,0 0-32 16,0 0-1-16,0 0-7 15,0 0 4-15,0 0 13 16,0 0-10-16,0 0 9 0,0 0-13 15,0 0 0-15,0 0-10 16,0 0 1-16,6 0-1 16,1 0-2-16,-7 0-1 15,0 0 2-15,0 0-4 16,0 0 7-16,0 0 0 16,0 0 1-16,0 0-4 15,12 0 2-15,-3 0-3 16,4 0-1-16,-1 0 1 15,-6 0-3-15,28 0 4 16,-12 0 8-16,-3 0-8 16,2 0 5-16,-14 0-3 0,5 0 2 15,0 0-4-15,16 0 2 16,-9 0-4-16,3 0 0 16,-4 0-3-16,-2 0 9 15,-4 0-12-15,1 0 17 16,-4 0-15-16,9 0 7 15,-5 0-4-15,9 0 1 16,-4 0 0-16,4 0-1 16,3-9 1-16,-4 6-4 15,4-1 8-15,-3-4-4 16,3 8 4-16,-10 0-1 16,-2 0-3-16,15 0 0 15,-16 0-2-15,16-4 6 0,-22 4-8 16,19-4 8-16,-3 0-8 15,-16 4 14-15,0 0-14 16,16 0 9-16,-16 0-7 16,0 0 4-16,6 0-2 15,10-4 0-15,-9-4 0 16,8 8-3-16,-8-8 10 16,-1 4-13-16,16 0 12 15,-16-4-5-15,1 8-1 16,-13 0 0-16,22 0 1 15,-10 0 2-15,10-4-3 16,-4 4 7-16,10-13-5 16,-3 13 2-16,-3-3-3 15,-10 3 3-15,0 0-4 16,4 0 0-16,9 0 1 0,-4 0-2 16,-2-4 6-16,3 0-9 15,-4 0 12-15,4-4-11 16,-3 8 8-16,-4 0-4 15,4 0-1-15,-1 0 0 16,4 0 0-16,-9-5 3 16,8 2-7-16,-2-2 11 15,3 2-11-15,-4-5 12 16,4 8-13-16,-4 0 9 16,-5 0-5-16,9-4 2 15,-16-1 1-15,12 5-2 16,4-3 1-16,-10-2-4 15,16-3 7-15,-9 0-7 16,3 1 7-16,-4 7-3 0,4-5-1 16,-10 5 0-16,1-3 0 15,2 3 3-15,-2-5-9 16,5-6 14-16,4 11-12 16,6-5 12-16,-16-2-8 15,13 2 0-15,3-3 0 16,0-8 0-16,-3 8 3 15,9-7-7-15,0 7 8 0,-9-5-9 16,9 1 10 0,-6 4-8-16,0-4 14 0,-10 1-19 15,10 6 9-15,-9-7-1 16,9 0 5-16,3 0-4 16,-3 0 0-16,6 0 6 15,-6-4-10-15,9 0 7 16,-9 0-8-16,0 0 8 15,-16 8 0-15,7-4-4 16,2 4-1-16,-8 0-2 16,8-9 6-16,4 9-6 15,-3 0 10-15,-10-4-7 16,16 1 5-16,-3-5-6 16,-3-1 2-16,-4 1 4 15,-2 9-4-15,2-1 2 0,17 0-1 16,-23 0 0-1,10-1-4-15,-4 1 8 0,-5-8-12 16,8 13 12 0,-8-10-6-16,21-7 0 0,-15 8 1 15,2-4-3-15,7 4 6 16,-9 0-5-16,-1 0 4 16,-2 0-6-16,-10 4 9 15,22-5-8-15,-9-6 4 16,-1 7-2-16,-2-4 2 15,8-1-2-15,-2-2 2 16,-3 11 3-16,-4-4-4 0,4-1 7 16,-13 2-8-1,16-1 5-15,-4-9-4 0,-2 1-1 16,9 0 0-16,-4 1-1 16,4 2 5-16,-3-2-2 15,-3-2 3-15,-7 6-1 16,10 2 0-16,-4-3 7 15,-2-4-10-15,2 8 3 16,4-4-3-16,-3 0 3 16,2-4-8-16,-8 0 12 15,5 4-13-15,10-9 17 16,-9 10-19-16,9-9 9 16,-7-1-2-16,-2 9 0 15,0 1 1-15,2-6-5 16,-2 1 8-16,3 4-4 15,6-7 4-15,-16 6-7 0,0 1 6 16,1 0-5 0,2 0 4-16,-8 1-1 0,-1 6-1 15,15-3 0-15,-14 0-6 16,5 0 12-16,0 0-8 16,10-5 10-16,-9 2-14 15,8-1 10-15,-8 0-7 16,-7-1 3-16,16 1 0 15,-10-4-1-15,0 1 5 0,1-1-10 16,2 3 14 0,-9 1-15-16,1 8 14 15,-1-8-9-15,9 4 2 0,-2-8-1 16,-7 4-2-16,13-4 3 16,-4 1-1-16,-9 2 8 15,13 1-12-15,-19-4 15 16,22 7-17-16,-16-2 9 15,6-1-3-15,-6 3 1 16,4-6 0-16,2 7-2 16,-6-4 5-16,7-1-7 15,-4-2 11-15,-3 2-13 16,7-6 13-16,-1 7-13 16,-3-5 6-16,10 1 0 15,-13 0-1-15,7 1 3 0,-4-6-9 16,-3 9 14-1,6 0-13-15,-5 0 15 0,-1 8-15 16,-6-5 11-16,9 2-7 16,-3-5 2-16,1 4 0 15,-1-8-6-15,6-1 13 16,-6-2-12-16,-6-1 8 16,22 7-5-16,-16-6 4 15,0 15-2-15,-6-13 0 16,0 1-2-16,16 4 0 15,-10-7 2-15,0-2-2 16,13 9 5-16,-13-8-12 16,3 12 20-16,-9 0-19 15,7 0 11-15,-1 5-3 0,0-2 0 16,-6-3 3-16,0 3-6 16,0-6 7-16,12-1-12 15,-2 0 16-15,-10 0-15 16,6-1 16-16,0 2-14 15,-6-1 6-15,6 0-1 16,1-4 0-16,-1 4-2 16,-6-9-5-16,15 5 14 15,-8 4-10-15,-7 0 9 16,0 4-12-16,0-8 8 16,0 4-3-16,12 0 1 15,-6-4 0-15,0 8-2 16,-6 0 9-16,0 0-13 0,10-4 12 15,-10 4-6-15,0-4 0 16,0 4 0-16,12-1 0 16,-12-2-1-1,0-1-1-15,0 0 4 0,6-1-4 16,-6 1 6-16,0 1-8 16,0-1 12-16,0 0-16 15,0-1 10-15,13 1-4 16,-13 1 1-16,9 2 1 15,-3-3-3-15,0 4 6 16,1 1-9-16,-7-2 13 16,0 1-11-16,0 0 11 0,0-4-11 15,0 0 4-15,6 4-1 16,-6-7 1-16,0 2-5 16,6 1 4-16,-6 8 2 15,0 0-2-15,0 4 6 16,15-9-9-16,-15 13 10 15,0-8-12-15,7 5 6 16,-7-1 0-16,0-4-1 16,0 4 7-16,0-8-12 15,0 4 12-15,0 0-12 16,0-1 7-16,6 1-3 16,-6 5 3-16,0 3-1 15,0 0 0-15,0 0-7 0,6 0 3 16,-6 0-11-16,0 0 12 15,6 0 4 1,-6 0-8-16,0 0 12 0,0 0-5 16,0 0 0-16,0 0-2 15,0 0 1-15,0 0-31 16,0 0-15-16,0 0-46 16,0-8-125-16</inkml:trace>
  <inkml:trace contextRef="#ctx0" brushRef="#br0" timeOffset="108595.11">23339 15095 283 0,'0'0'174'0,"0"0"-166"0,0 0 58 16,0 0 5-16,0 0-39 15,0 0 4-15,0 0-7 16,0 0 1-16,133 0 15 16,-111 0-12-16,-10 0 9 15,1 0-13-15,8 0 12 16,-2 0-28-16,-4 0 0 16,4 0-12-16,3 12 0 15,-10 0-1-15,1-4-2 16,2 1 2-16,-3 10 1 15,-12 1 12-15,0 0-4 16,0 9 5-16,0-1-13 0,0-5-1 16,0 2 0-16,-12-1 0 15,-10-4 0-15,-12-1 4 16,9 6 2-16,-9-1-5 16,0 8 12-16,-12-4-10 15,-1 4 9-15,13-4 2 16,-6-8 3-16,27-15-15 15,13-5-2-15,0 0-10 16,0 0-74-16,28-9-86 16,13-23-15-16</inkml:trace>
  <inkml:trace contextRef="#ctx0" brushRef="#br0" timeOffset="110193.66">32365 14943 368 0,'0'0'122'0,"0"0"-113"0,0 0 67 15,0 0 17-15,0 0-19 16,0 0-5-16,-75 0-9 16,75 0 20-16,0 0-39 15,0 0 11-15,0 0 5 0,-6 0-8 16,-3 0-13 0,3 8-16-16,6-8-4 0,0 3-12 15,-6-3 1-15,6 5-3 16,0-5 17-16,0 0-12 15,0 0 5-15,0 0 1 16,0 8-4-16,0 0-2 16,0 0-6-16,0-1 11 15,0 1-10-15,6 1 1 16,15-9 1-16,14 12-8 16,-11-5 4-16,17 6 0 15,-7-1 0-15,0 0 0 16,6-5-3-16,-15 6 3 15,-3-5-5-15,9-4-4 16,-16 4 8-16,-2 0-9 0,-1 0 4 16,4-8 0-16,-4 12-2 15,-6-7 7-15,-6-5-7 16,0 0 7-16,0 8-9 16,0-5 8-16,0 5-4 15,0-4 3-15,0 12 0 16,0 0 3-16,0 4 2 15,0 0-2-15,0 9 1 16,-18-6 4-16,-17 2-9 16,-5-1 10-16,0-1-7 15,0 2 2-15,-26 7 3 16,11 4-1-16,-11 4 0 0,-2 1-6 16,16-13 8-16,17-5-8 15,17-10 6-15,18-13-6 16,0 0-9-16,0 0-30 15,0 0-87-15,6-28-127 16,13-5-532-16</inkml:trace>
  <inkml:trace contextRef="#ctx0" brushRef="#br0" timeOffset="110909.51">33239 15031 82 0,'0'0'490'0,"0"0"-399"0,0 0 4 0,0 0 8 15,0 0-8-15,0 0-33 16,-74 120 8-16,55-88-14 16,-2 4-14-16,-4 0-18 15,3 5 4-15,3-1-18 16,-8-4-9-16,-1 0 1 15,9-4 0-15,0-12-1 16,-2-4 5-16,8 1-12 16,-2-10 2-16,9 1-1 15,-1 0-14-15,-5 0-9 16,12-3-7-16,0-5-58 16,0 0-7-16,0 0-65 0,0 0-9 15,0-17-192-15</inkml:trace>
  <inkml:trace contextRef="#ctx0" brushRef="#br0" timeOffset="111192.87">32945 15219 562 0,'0'0'102'0,"0"0"-29"16,0 0 71-16,0 0-38 0,0 0-36 15,0 0 9-15,173 41-32 16,-145-13-27-16,-9 0 19 16,3-4-22-16,-4-1 0 15,4 2-17-15,-4-5-4 16,-5 4-22-16,9-4-12 15,-10-4-9-15,-6-8-134 16,-6-8-280-16</inkml:trace>
  <inkml:trace contextRef="#ctx0" brushRef="#br0" timeOffset="112691.89">24223 15031 527 0,'0'0'152'0,"0"0"-97"0,0 0 17 16,0 0-10-16,0 0-34 16,0 0-1-16,0 64 10 15,0-48 5-15,0 9 2 16,0-6-16-16,0 1 24 15,-13 5-44-15,-2 6 8 16,-4-2-12-16,-9 7 8 0,3-8-4 16,-3 8-4-16,-6-8 5 15,0 8-8-15,9-8 4 16,-3-4-1-16,10-4-8 16,2-8-3-16,10-4 3 15,6-8-15-15,-12 8-20 16,12-8-40-16,0 0-18 15,0 0-67-15,0 0-54 16,0-24-42-16</inkml:trace>
  <inkml:trace contextRef="#ctx0" brushRef="#br0" timeOffset="112974.48">24027 15224 666 0,'0'0'6'0,"0"0"30"16,0 0 89-16,0 0-13 16,0 0-52-16,357 120-29 15,-270-84-9-15,-10 4 1 16,10-8 2-16,-19 9-25 15,0-5 0-15,-21 0-103 0,-22-8 102 16,9-4-67-16,-28-4-130 16,-6-12-82-16</inkml:trace>
  <inkml:trace contextRef="#ctx0" brushRef="#br0" timeOffset="165913.15">16514 15427 263 0,'0'0'148'0,"0"0"-111"0,0 0 29 0,0 0-12 0,0 0-25 0,0 0 26 0,0 0-4 16,0 0 0-16,0 0 11 15,0 0 3-15,0 0-24 16,0 0-27-16,0 0-3 16,0 0-4-16,0 0 19 15,0 0-5-15,0 0 23 0,0 0-12 16,0 0 21-1,0 0-29-15,0 0-13 0,0 0 8 16,0 0-18-16,0 0 7 16,0 0-3-16,0 0-8 15,0 0 11-15,6 0-14 16,10 0 6-16,-4 0-2 16,1 0 0-16,2 0 4 15,-2 0 7-15,5 5-8 16,4-5 1-16,-3 0 2 15,8 0 1-15,-8 0-1 16,9 0-1-16,-6 0-1 0,-4 0-2 16,-5 0 0-16,2 0 5 15,-2 0-3-15,5 0 2 16,-2 0 4-16,-4 0-7 16,10 0 0-16,-16 0 3 15,6 0-4-15,7 0 0 16,3 0 3-16,-10 0-2 15,22 0 3-15,-6 0 4 16,-3 0-4-16,9 0-5 16,0 0 7-16,0 0-9 15,7 0 3-15,-17 0 0 16,4 0-1-16,-9 0 6 16,3 0-9-16,2-5 12 15,-2 2-10-15,-9-1 7 0,21-4-8 16,-6 4 4-1,-4-4-1-15,4 8 0 16,-3-4 2-16,3 4-7 0,-9 0 14 16,8-8-12-16,-5 8 8 15,3 0-8-15,3-5 6 16,-10 2-3-16,4-1 0 16,-16 0 1-16,13 4-3 15,3 0 6-15,-4 0-2 16,4 0 2-16,-10-4 5 15,16-1-8-15,-3-3 2 16,3 0-2-16,0 1-1 16,-9 3 4-16,2 0-2 0,-8-4-3 15,-7 8 9-15,0 0-7 16,0 0 3-16,0 0-2 16,10 0 4-16,-10 0-11 15,0 0 8 1,1 0-3-16,-1-5 0 0,9 2 5 15,-2-2-6-15,-1 5 7 16,-6 0-2-16,4 0-1 16,-10 0-6-16,0 0 4 15,0 0-1-15,0 0 0 16,0 0 10-16,0 0-20 16,0 0 7-16,0 0-16 15,0 0-67-15,0 0-98 0,-16 0-561 16</inkml:trace>
  <inkml:trace contextRef="#ctx0" brushRef="#br0" timeOffset="167945.56">23547 1150 139 0,'0'0'392'0,"0"0"-330"0,0 0 14 0,0 0 8 0,0 0-34 0,0 0-46 16,0-64 11-16,0 61 21 15,0-2 35-15,0 1 4 16,0 0 28-16,0 4-40 0,0 0-33 15,0 0 3-15,0 0-17 16,0 0 16-16,0 0-24 16,0 0 10-16,0 0-18 15,0 0 0-15,34 4 0 16,0 24 0-16,6 5 4 16,0 3 2-16,-2 0-9 15,-4 0 6-15,-13-5-6 16,4-6-22-16,-19 7-7 15,4-8-51-15,-4 0-86 16,-6-4-173-16</inkml:trace>
  <inkml:trace contextRef="#ctx0" brushRef="#br0" timeOffset="168527.32">23646 1872 193 0,'0'0'191'0,"0"0"-80"0,0 0 8 0,0 0-29 16,0 0-36-1,0 0-11-15,0 0 52 0,0 0-15 16,0-8-19-16,0-12-11 16,21-8 3-16,14-4-15 15,11-13-9-15,7-2-6 16,6-25-15-16,3-5 19 15,12-3-23-15,-21-4-8 16,0 12 7-16,-7 24-3 16,-18 8 2-16,-16 12-2 15,1 11-3-15,-4 9 3 16,-9 8-6-16,0-3-10 16,0-5-21-16,0 3-121 15,0-7-308-15</inkml:trace>
  <inkml:trace contextRef="#ctx0" brushRef="#br0" timeOffset="169227.17">24511 1776 327 0,'0'0'137'0,"0"0"-117"0,0 0 78 0,0 0 1 16,0 0-47-16,0 0 29 15,-16 0 30-15,16 0-26 0,0 0-28 16,0 0 13-16,34 0-37 16,19 0 3-16,0-7-14 15,15 2-10-15,-9 5-12 16,3-4 3-16,-9 4-8 15,-7 0 1-15,-12 0-19 16,-15 0-48-16,-19 0-57 16,0 0-176-16,0 0-350 15</inkml:trace>
  <inkml:trace contextRef="#ctx0" brushRef="#br0" timeOffset="169518.05">24511 1776 561 0</inkml:trace>
  <inkml:trace contextRef="#ctx0" brushRef="#br0" timeOffset="169626.8">24511 1776 561 0,'-75'-212'177'0,"75"207"-153"0,19 2 122 0,28 3 65 16,8 0-159-16,-8-5-35 15,12 2 18-15,-6-6-28 16,2-10-4-16,-8 2-3 16,-7-7-38-16,0 8-14 15,-15 9-81-15,3-6-146 16,-22 5-371-16</inkml:trace>
  <inkml:trace contextRef="#ctx0" brushRef="#br0" timeOffset="170458.05">25841 1183 456 0,'0'0'221'15,"0"0"-192"-15,0 0 47 0,0 0 49 0,78 0-45 0,-44 0-15 16,-6 0 9-16,6 0-38 15,-9 0-24-15,9 0 2 16,-6 0-9-16,-16 16-5 16,0 15-1-16,-12 10-6 0,0 3 3 15,0 12 8-15,-24 4 1 16,-17 4 0-16,-15 8-3 16,4-11 11-16,27-9-9 15,-9-20 8-15,18-5-11 16,10-10 1-16,6-4 1 15,0-6-6-15,0-7 1 16,0 8 1-16,0-8 0 16,34 8-1-16,13-8-2 15,15 0 4-15,9 0 15 16,3 0-10-16,-15 0 11 16,3 0-15-16,-15 0 9 15,-13 0-10-15,-15 0-5 0,-7 0-3 16,-3 0-18-16,-9 0-6 15,13 0-38-15,-13 0-42 16,0 0-144-16,0 0-194 16</inkml:trace>
  <inkml:trace contextRef="#ctx0" brushRef="#br0" timeOffset="171307.63">26790 737 127 0,'0'0'9'0,"0"0"45"0,0 0 96 0,0 0-27 0,0 0-58 16,0 0 38-16,0-3 0 15,0 3 6-15,0 0 9 16,0 0-41-16,0 0-31 16,0 0-5-16,0 0-16 15,0 0-13-15,-16 0 9 16,16 0-11-16,-12 0 9 16,-7 11-4-16,-9 17 8 15,-6 5-23-15,10-2 16 0,-17 5-7 16,7 5-4-16,-12-5-2 15,12-3 3-15,-7-10-12 16,29-15 3-16,-4-3 1 16,10-2-15-16,0-3 8 15,6 0-4-15,0 0-15 16,0 0-14-16,0 0-51 16,0-12 18-16,0-4-101 15,0-4 58-15,0-1-9 16,0 2-99-16,0-1-70 15</inkml:trace>
  <inkml:trace contextRef="#ctx0" brushRef="#br0" timeOffset="171358.36">26790 737 149 0</inkml:trace>
  <inkml:trace contextRef="#ctx0" brushRef="#br0" timeOffset="171607.36">26790 737 149 0,'-357'113'26'0,"357"-118"27"0,0 2-18 0,0-2-37 15,0-3-8-15,16 5 10 16,-16-1 33-16,0-1 109 15,0 5 57-15,0 0-55 16,0-3-39-16,0 3-8 16,6 0-37-16,-6-5-40 15,6 2-4-15,7 3-12 16,2 0 51-16,4 0-30 16,9 11 14-16,6 22 10 15,3-2-7-15,-3 5-26 16,6 0-9-16,-6-3-7 0,1-5 3 15,-11-8-7-15,10 4 2 16,-21-4-16-16,9 1-24 16,-16-1-23-1,-6-9-94-15,0-6-165 0</inkml:trace>
  <inkml:trace contextRef="#ctx0" brushRef="#br0" timeOffset="190524.3">18415 15070 162 0,'0'0'44'0,"0"0"-7"0,0 0 37 0,0 0-37 0,0 0 0 0,0 0-3 16,-28 0 26-1,6 0 16-15,10 0-24 0,-7 0 17 16,-2 0 0-16,14 0-10 15,-11 0-1-15,9 0-17 16,2 0-32-16,-5 0-1 16,12 0 7-16,-6 0-2 15,6 0-1-15,-22 0-9 16,16 0 8-16,-7 0 5 16,1 0 16-16,-10 0-12 15,4 13-3-15,2-5-4 16,10-4-12-16,-6 4 7 15,12-8 3-15,0 0 17 16,-7 0-21-16,-8 0 1 0,9 0-6 16,-19 0 1-1,9 0 2-15,-2 4 3 0,-10 0 11 16,9 4-14-16,-2-8 8 16,8 8-9-16,1-4-2 15,2 1 3-15,-2-5-5 16,-7 0 0-16,13 8 0 15,-9-5 4-15,2 1 2 16,1 0 14-16,-4 0-17 16,4-4 9-16,6 8-11 15,-7 0-1-15,4-8 1 0,-3 8-2 16,-1-8 2-16,7 0-1 16,-16 8 3-16,16-8-1 15,-6 4 2-15,-10-4 2 16,-3 5-10-16,16 6 9 15,-16-6-6-15,3-5 1 16,10 3 0 0,0-3 0-16,-4 0-1 0,4 5-1 15,-1-5 4-15,-2 0-1 16,2 7 5-16,1-2-8 16,-3-2 7-16,8 2-5 15,-5-2 0-15,0-3 0 16,5 5-2-16,-2-2 8 15,-10 2-10-15,19-5 10 16,-6 0-9-16,-9 12 9 0,2-9-5 16,1 5-1-16,6-3 0 15,-10-2-2-15,4 2 4 16,6-1-5-16,-1-4 10 16,1 0-11-16,-3 0 10 15,-3 0-10-15,5 3 4 16,-5 5 0-16,-4-3-1 15,4 3 3-15,0 0-5 16,-4-4 12-16,10-4-15 16,0 0 10-16,6 0-8 0,0 0 7 15,-13 0-6 1,7 4 3-16,-9 0-2 0,2-1-1 16,1 2 6-16,-4-2-7 15,10 2 16-15,-6-5-23 16,-1 3 12-16,4-3-2 15,-3 5-4-15,-1-5 5 16,7 4 4-16,-10 0-4 16,4-4 0-16,12 7 0 15,-12-2 0-15,5-5 4 16,-8 8-6-16,-4-8 2 16,13 4 0-16,0-4 3 15,-10 0-3-15,16 0-2 16,-6 0 2-16,-6 4-1 15,6-4 6-15,-10 0-10 0,16 4 10 16,-12-4-5-16,-1 0 1 16,4 0 0-1,-10 0 2-15,19 0-3 16,-12 0 0-16,-3 0 1 0,2 0-1 16,1 0 6-16,-4 0-8 15,10 0 3-15,-6 0-1 16,5 0 0-16,1 0 2 15,-9 0 4-15,-4 0-6 16,7 0 0-16,-10 0 6 16,3 0-14-16,-2 0 14 15,2 0-9-15,4 0 6 16,-4 0-1-16,7 0 2 16,-10 0 2-16,3 0-6 0,-9 0 4 15,16 0 0-15,-4 0 2 16,10 0-6-16,0 0 4 15,-6 0-7-15,-1 0 3 16,-2 0 0-16,2 0 0 16,-8 0 5-16,8 0-4 15,-5 0 3-15,2 0 2 16,-3 0-3-16,7 0-6 16,-3 0 6-16,-4 0-5 15,3 0 2-15,4 0-2 16,-13 4 1-16,10-4 1 15,-4 0 0-15,4 0 0 16,8 0 11-16,-5 0-10 0,12 0 0 16,0 0 0-16,0 0-1 15,0 0 0-15,-6 0 0 16,6 0-6-16,-6 0 14 16,-1 0-12-16,-2 0 8 15,3 0-8-15,0 0 5 16,6 4-1-16,0-4 0 15,0 0 2-15,0 0-6 16,0 0 9-16,-6 0-4 16,6 0 4-16,0 0-1 0,0 0-2 15,-7 0-1 1,1 0 1-16,6 0-1 16,-9 0 0-16,9 0 2 0,0 0-6 15,0 0 11-15,0 0-12 16,0 0 12-16,0 4-7 15,0-4 1-15,0 0-1 16,0 0-1-16,0 0 2 16,0 0-5-16,0 0 1 15,0 0 1-15,0 0-8 16,0 0 9-16,0 0-31 16,0 0-26-16,0-4-140 15,0-24-682-15</inkml:trace>
  <inkml:trace contextRef="#ctx0" brushRef="#br0" timeOffset="195736.69">16889 15472 331 0,'0'0'141'0,"0"0"-81"0,0 0 17 16,0 0-60-16,0 0-3 16,0 0-14-16,0 0 2 15,0 0 19-15,0 0-7 16,0 0 37-16,0 0 9 16,0 0 14-16,0 0-10 15,0 0-11-15,0 0-16 16,0 0-16-16,0-12-21 15,0-4 5-15,-6 8-10 0,-6 4 10 16,3-1 7 0,-4 5 16-16,7 0-3 0,0 0-7 15,-10 0 6-15,10 0-24 16,-13 17 3-16,7 11-7 16,-4 4-10-16,10 1-3 15,6-5-19-15,0-13 33 16,0-2-15-16,0-10 3 15,13 2 5-15,21-5 10 16,6 0-2-16,13 0 2 16,-13-21 8-16,22-19-8 15,-22 8 11-15,-21-4-8 16,15-9-1-16,-28 1-1 16,1 5-2-16,-7-2-3 0,0 18 4 15,0 10 0-15,0 6 1 16,0 7 5-1,-35 0 0-15,-5 12-12 0,9 12-12 16,-3 4 4-16,6 0-7 16,22-4 6-16,0-12 11 15,6 8 4-15,0-8-7 16,0-12 0 0,6 0 3-16,28 0 4 0,0 0 0 15,-3-16 0-15,-15-12 9 16,-10 7-9-16,-6 2-2 15,0 2-5-15,0 17-53 16,-34 0-72-16,-7 0 58 0,1 21 63 16,22 15 11-16,11 4 8 15,7-8-8-15,0-4-317 16</inkml:trace>
  <inkml:trace contextRef="#ctx0" brushRef="#br0" timeOffset="196627.12">16883 15476 413 0,'0'0'158'0,"0"0"-54"0,0 0 31 0,0 0-65 16,0 0-43-16,0 0-27 15,-40 20 13-15,34-8 12 16,6-4 6-16,0 0-13 16,0-8 4-16,0 0-19 15,0 0 2-15,0 0-2 16,0 0-1-16,0 0 10 16,0 0-11-16,6 0 12 15,6 0-1-15,-5-12 9 16,-7 0-12-16,0 0-8 15,0 8 1-15,0 4-1 16,0 0-2-16,0 0-6 0,-19 0 7 16,-3 12 0-16,16 4 3 15,6 1-3-15,0-9-3 16,0-5-17-16,0-3-14 16,0 0 21-16,0 0 2 15,0 0 11-15,0-16 25 16,22-8 30-16,-10-4-50 15,1 8-5-15,-4 8-21 16,-9 12-10-16,0 0 14 16,0 0 1-16,0 0 2 15,0 0-19-15,0 0 3 16,0 0-94-16,0 0-136 16</inkml:trace>
  <inkml:trace contextRef="#ctx0" brushRef="#br0" timeOffset="199134.36">15813 14614 320 0,'0'0'142'0,"0"0"-32"0,0 0-11 0,0 0-81 0,0 0 3 16,0 0 7-16,-46 0 25 16,46 0-21-16,0-4 11 15,-6-4 39-15,-10 3-25 16,10-6 8-16,-13 11-42 16,-2-9 13-16,2-7-17 15,-15-4 4-15,6-7-3 16,-12-6-1-16,15-15-3 15,-9 1-6-15,6-14-3 0,9-3-4 16,7 0 2-16,12-1-1 16,0 1-8-16,0 0-4 15,19 4-8-15,33 7-62 16,-5 22-78-16,9 11-124 16,-16 20-183-16</inkml:trace>
  <inkml:trace contextRef="#ctx0" brushRef="#br0" timeOffset="200385.5">17624 13780 476 0,'0'0'96'0,"0"0"-51"0,0 0 20 0,0 0-41 0,0 0 0 15,0 0 3-15,0 0 13 16,0 0 14-16,0 0 23 16,0 0-14-16,0 11-36 15,0 14 4-15,34 3 3 16,-6 11 3-16,19 10-21 15,-7 7 8-15,-15 8-14 16,-10 4-2-16,-2-4 6 16,-13 9-5-16,0-1 9 15,0 8-14-15,0-8-8 16,0-7-3-16,-22-6-44 16,-3-10-124-16,-3-13-268 15</inkml:trace>
  <inkml:trace contextRef="#ctx0" brushRef="#br0" timeOffset="201237.41">16669 14489 450 0,'0'0'34'0,"0"0"29"0,0 0 59 15,0 0-41-15,0 0-1 16,0 0 8-16,53 144-27 15,-53-111-26-15,0 3 7 16,0 5-22-16,0 3-20 16,-19 3-4-1,10-2-85-15,-3-6-181 0,5-14-400 16</inkml:trace>
  <inkml:trace contextRef="#ctx0" brushRef="#br0" timeOffset="208454.14">16108 14329 31 0,'0'0'0'0</inkml:trace>
  <inkml:trace contextRef="#ctx0" brushRef="#br0" timeOffset="208892.86">16108 14329 242 0,'0'0'41'15,"0"0"-2"-15,0 0-33 16,0 0-6-16,0 0-16 15,0 0 16-15,0 0 4 16,0 0 27-16,-6 0 55 16,6 0 2-16,0 0-33 15,0 0 1-15,0 0-34 16,0 0-21-16,0 0-1 0,0 0 4 16,0 0-4-16,0 0 26 15,0 0 36-15,-9 0-11 16,9 0-19-16,-13 0 3 15,13 0-9-15,0 0 13 16,0 0-14-16,0 0 22 16,0 0-5-16,0 0 9 15,0 0-9-15,0-15-34 16,0-10 17-16,0 9-7 16,0-17 6-16,13-6-17 15,8-5 11-15,13-12-7 16,0 3-9-16,-15 6-1 15,15 10-1-15,-15 17 0 16,-4 0-2-16,-2 17-4 16,-7-2-7-16,-6-3 9 0,0 8-22 15,0 0 4-15,0-8-24 16,0 4-49-16,0-1-82 16,0 5-23-16,0 0-75 15</inkml:trace>
  <inkml:trace contextRef="#ctx0" brushRef="#br0" timeOffset="209361.37">15934 13916 284 0,'0'0'375'0,"0"0"-363"0,0 0-8 0,0 0 51 16,0 0-50-16,0 0-1 0,-6 16-1 15,6-16 28 1,0 12 36-16,0 8 20 0,0 4-28 16,25 4-34-16,3 0 17 15,6 1-7-15,13 7-5 16,-1 0-17-16,-6-5 2 16,7 2-12-16,-13-5 0 15,-3-8 1-15,-3-4-4 16,-16-8 4-16,4-5-4 15,-10-3 0-15,-6 0-36 16,0 0-57-16,12 0 40 16,-5 0-20-16,-1 0-35 0,3 0-68 15,-9 0-173 1</inkml:trace>
  <inkml:trace contextRef="#ctx0" brushRef="#br0" timeOffset="210291.95">15975 14430 297 0,'0'0'86'0,"0"0"-30"0,0 0 13 0,0 0-40 0,0 0-12 15,0 0 5-15,0-13 11 16,25-15-15-16,2-11-6 16,-8-6-6-16,9 5-6 15,-22 0 3-15,22-4 20 16,-16 0 3-16,10 8-22 16,-3 0-4-16,2 8-9 15,-8-1-61-15,-7 17-91 16,-6 9-139-16</inkml:trace>
  <inkml:trace contextRef="#ctx0" brushRef="#br0" timeOffset="211024.44">16021 13318 488 0,'0'0'27'0,"0"0"51"16,0 0 19-16,0 0-40 16,0 0-1-16,0 0 61 15,34-36-42-15,-27 16-22 0,5-12 15 16,-6-4-29-16,22-17-22 15,-9-2-11-15,15-9 3 16,0 0-9-16,0 0 1 16,-3 11-1-16,-9 13-5 15,-10 12-3-15,0 12-24 16,-12 7-16-16,10 6-8 16,-10-2-63-16,0 5-175 15</inkml:trace>
  <inkml:trace contextRef="#ctx0" brushRef="#br0" timeOffset="211772.98">15866 13254 296 0,'0'0'0'0,"0"0"-9"0,0 0 5 15,0 0 4-15,0 0 6 16,0 0 24-16,0 0 121 16,0 0-17-16,0 0-25 15,0 0-20-15,0 0-14 16,0 0-59-16,0-8-5 15,13 5-1-15,2-2-5 0,-3-3 14 16,1 4 0-16,-4 0 23 16,-3 4-24-16,-6 0 10 15,0 0-15-15,0 0 2 16,0 0-15-16,0 0 10 16,7 8 0-16,5 8-8 15,4 4 2-15,-4-4-3 16,0 4 16-16,1-4-16 15,-4 4 1-15,-9-7 3 16,6 3-5-16,-6-1 0 16,0-2 2-16,0-1-2 15,0-9 3-15,0-3-1 16,0 0 1-16,0 0 4 16,0 0-7-16,0 0-1 15,6 0-3-15,1 0-6 0,5 0-9 16,16-20 5-16,6-16 14 15,6 0 2-15,-15 8-1 16,-3 4 2-16,-16 12-5 16,-6 4 4-16,0 8-1 15,12-3-1-15,-12-10-8 16,0 5-8-16,16-7-42 16,-16 6-44-16,0 1-134 15</inkml:trace>
  <inkml:trace contextRef="#ctx0" brushRef="#br0" timeOffset="212607.36">16040 12396 692 0,'0'0'55'0,"0"0"-40"0,0 0 38 0,0 0 6 16,0 0-40-16,0 0 14 15,-34 0 3-15,28 0 0 0,-1 0 48 16,7 0-10-16,0 0-14 15,0 0-32-15,0 0 12 16,0 0-25-16,0 0 6 16,0 0-12-16,0 0-3 15,0 0-5-15,0 0-2 16,0 0-9-16,0 0 0 16,0 0 9-16,13 0 2 15,27 0 16-15,7-8-7 16,8-4-2-16,-2 0-8 15,15-8-1-15,-15 4-3 0,-13-1-28 16,-15 6 15 0,3 2-44-16,-22 6-7 0,-6 3-135 15,0 0-533-15</inkml:trace>
  <inkml:trace contextRef="#ctx0" brushRef="#br0" timeOffset="-206381.82">17097 13976 296 0,'0'0'103'0,"0"0"-51"0,0 0 70 16,0 0-26-16,0 0-38 15,0 0 10-15,0 0-23 16,-6 8 0-16,6-4 10 16,0 4 12-16,0-3-37 15,0 2 4-15,0 6 7 16,-16-2-1-16,16 5-10 16,0 4-22-16,-12 5 16 15,12-1-14-15,0 4 7 16,0 0-16-16,0-4 11 15,0-1-12-15,0-3 0 16,0 5-1-16,0-1 1 0,0 1-1 16,0 2 3-16,0-7-6 15,28 0 6-15,-16-7-9 16,7 2 8-16,3-7-2 16,-10 5 1-16,4-10-2 15,-4-3 1-15,-6 0-3 16,0 8-3-16,1-8-7 15,-1 0 7-15,3 0-10 16,3 0 17-16,-5 0 5 16,5-8 6-16,-12-11 8 15,9-9-6-15,-2-5 0 16,-7 0-12-16,6 2 4 0,-6 15-5 16,0-4 4-16,0 0-3 15,0 4 4-15,0-17-5 16,0 2 0-16,0-2-2 15,0 1 1-15,0 9-5 16,0-2 5-16,0 9-2 16,0 8-1-16,0 0 0 15,0 8-1-15,0-7-1 16,0-1-1-16,0 3 7 16,-13-3 1-16,-2 4 4 15,2 4-5-15,1 0 0 16,3 0-4-16,-4 0 0 15,7 0 3-15,-6 0-15 16,-10 0 5-16,-3 32-7 0,-3 17-12 16,-12 11-38-16,0-1-126 15,6-10-255-15</inkml:trace>
  <inkml:trace contextRef="#ctx0" brushRef="#br0" timeOffset="-199021.56">17432 13390 91 0,'0'0'386'0,"0"0"-316"0,0 0 38 0,0 0-2 0,0 0-1 15,0 0-4-15,0 0-24 16,0 0-6-16,0 0-43 15,0-8 3-15,0-3-23 16,0-1 7-16,0-9-7 16,0-7 11-16,0 8-5 15,0-16 16-15,0 8 0 16,0-16-15-16,0-12-6 16,31-1-4-16,3-2-3 15,6-1 5-15,-12-4-12 0,19-1 5 16,-13 9-11-16,-15 8-4 15,2 12-7-15,-8 20-5 16,-13 8-23-16,0 8-20 16,0 0-115-16,-28 8-387 15</inkml:trace>
  <inkml:trace contextRef="#ctx0" brushRef="#br0" timeOffset="-198438.59">17237 13118 139 0,'0'0'119'0,"0"0"-105"0,0 0 33 0,0 0 39 15,0 0-35-15,0 0 35 16,6 0 21-16,-6 0 19 15,0 0-22-15,0 0-22 16,0 15-26-16,0 2-20 16,0-1 31-16,0 8-34 15,0 0 0-15,0 5-23 16,0-1 14-16,0-5-21 16,0 1 6-16,6 4-2 15,10-7-7-15,-4 2 1 16,-6-3 9-16,10-4-20 0,-10 1 20 15,0-13-19 1,0 0 9-16,-6-4-4 0,7 0-6 16,-7-8-3-16,21-25 6 15,-2-3 7-15,9-4 16 16,-3 8-9-16,2 1-7 16,8 6 0-16,-4 5-22 15,3-8-25-15,-13 4-57 16,-2 0-162-16,-19 12-294 15</inkml:trace>
  <inkml:trace contextRef="#ctx0" brushRef="#br0" timeOffset="-197756.64">17677 11862 294 0,'0'0'310'0,"0"0"-233"0,0 0 14 16,0 0 21-16,0 0-51 16,0 0-27-16,-12 5 13 15,12 15-4-15,34 3 3 16,0-2-12-16,-16 2-5 0,17 2-27 15,-17-1-4-15,-2 1-1 16,2-2-2-16,-5-7-24 16,2-4-50-1,-2 0-16-15,-7-8-110 0,-6 9-48 16</inkml:trace>
  <inkml:trace contextRef="#ctx0" brushRef="#br0" timeOffset="-197340.89">17813 12355 45 0,'0'0'239'16,"0"0"-177"-16,0 0 22 15,0 0 21-15,0 0 17 16,0 0 14-16,-15 0-16 15,15-11-27-15,0-14-68 16,0-6-12-16,0-10 8 0,22 2 16 16,9-2 16-16,9 2-39 15,-6 11-11-15,0-1-1 16,0-7-4-16,-3 4-11 16,19-17-79-16,-19-2-167 15,-9 10-311-15</inkml:trace>
  <inkml:trace contextRef="#ctx0" brushRef="#br0" timeOffset="-189330.75">24083 3136 353 0,'0'0'84'0,"0"0"1"0,0 0 14 0,0 0-32 16,0 0-39-16,0 0 33 15,0 0-20-15,-9 0 7 0,9 0-6 16,0 0 11 0,0 0-8-16,0 0-5 0,-7 0 5 15,7 0-10-15,-6 0 1 16,6 0-25-16,-12 0 10 15,12 0-19-15,0 0 16 16,0 3 1-16,0-3-4 16,0 0 3-16,0 0-6 15,0 0-5-15,0 0-2 16,0 0-10-16,0 0 10 16,25 0-8-16,9 0 7 15,6-3-8-15,-6 3 0 0,-6 0-7 16,-3 0 9-1,-3 0-14-15,-10 12 12 16,0 15-23-16,-12 10 27 0,0 7 0 16,0 8-3-16,-46 20 5 15,-19 5-2 1,-22-5 3-16,13-5 3 0,12-10-9 16,24-17 8-16,10-16-3 15,22-7 5-15,-9-14-7 16,15 2 1-16,0-5-1 15,0 0-17-15,34 0 11 16,19 0 6-16,9-8 10 16,-4-13 11-16,-2 9-19 15,-3 4 5-15,-6 4-2 16,-7 0-10-16,0 0 0 0,0-4-24 16,1-3-14-16,-1-2-69 15,13-4-26-15,-19 2-150 16,-16-1-357-16</inkml:trace>
  <inkml:trace contextRef="#ctx0" brushRef="#br0" timeOffset="-188281.35">24737 3020 198 0,'0'0'162'0,"0"0"-116"0,0 0 51 16,0 0 35-16,0 0-75 0,0 0-42 16,-34 8-12-16,34-8 1 15,0 0-8-15,0 0 8 16,0 0 0-16,0 0 1 15,0 0 27-15,0 0 7 16,0 0 4-16,0 0-27 16,0 0-1-16,0 0 2 15,0 0-9-15,0 3 11 16,0-3-9-16,0 0 16 16,0 0 3-16,0 0 16 15,0 0-12-15,0 5 8 16,0-5-1-16,0 0-21 15,0 0 7-15,0 0-19 0,0 0 11 16,0 0-14-16,0 0-2 16,0-24-1-16,28-1 8 15,12-6-6-15,1 2-3 16,5-3 0-16,7 0-11 16,-7 4 11-16,-5 3-29 15,-7 6 23-15,-9 10-13 16,-10 1 6-16,-9 8-4 15,-6 0 1-15,0 0-12 16,0 0-33-16,0 0-55 16,0 0-85-16,0 0-101 15</inkml:trace>
  <inkml:trace contextRef="#ctx0" brushRef="#br0" timeOffset="-187798.12">24691 2766 389 0,'0'0'129'0,"0"0"-38"0,0 0 27 0,0 0-27 0,0 0-35 16,0 0-12-16,0 0-37 16,0 0 43-16,40 13-11 15,0-1-3-15,1 4-30 16,-10 4 6-16,3-4-12 0,0 12 0 16,0-4 4-16,-9-4-4 15,9 8 0-15,-6-8-20 16,-10 4-21-16,4-16-119 15,-16 0-28-15,1-8-361 16</inkml:trace>
  <inkml:trace contextRef="#ctx0" brushRef="#br0" timeOffset="-187116.28">25547 3657 477 0,'0'0'110'0,"0"0"-23"0,0 0 19 0,0 0-8 15,0 0-62-15,0 0-18 16,238 0-15-16,-210 0-2 15,-9 0-1-15,-4 0-6 16,-15 0 4-16,0 0-20 16,0 0-4-16,6 0-11 15,-6 0-9-15,19 0-39 16,-19 0-77-16,0 0-160 0</inkml:trace>
  <inkml:trace contextRef="#ctx0" brushRef="#br0" timeOffset="-186804.67">25547 3657 288 0</inkml:trace>
  <inkml:trace contextRef="#ctx0" brushRef="#br0" timeOffset="-186665.1">25547 3657 288 0,'-16'-189'134'0,"16"189"-18"0,0 0 21 15,34 0 206-15,0 0-239 0,7 0-58 16,-17-3-12 0,10-2-12-16,-6 2-7 0,-9-2-5 15,9-3-6 1,0 5-8-16,-10-6-3 0,10 6-3 15,-9-5-42-15,-7 0-33 16,10-5-85-16,-16-7-253 16</inkml:trace>
  <inkml:trace contextRef="#ctx0" brushRef="#br0" timeOffset="-169796.37">26790 3220 295 0,'0'0'155'0,"0"0"-56"0,0 0 0 0,0 0-43 16,0 0-6-1,0 0 9-15,-28 0 24 0,28 0-40 16,0 0-18-16,0 0 6 16,0 0-3-16,0 0 4 15,0 0-7-15,0 0 17 16,0 0-18-16,0 0 0 15,0 0-6-15,0 0-4 16,0 0 4-16,0 0-8 16,0 0 8-16,0 0-15 15,-12 0 14-15,-4 0-15 16,-3 0 9-16,-2 16-9 0,-4 0-2 16,-3-8 0-16,16 7 0 15,-1 2-2-15,-8 7 6 16,8-4-9-16,-9 0 11 15,-2 9-5-15,17-1 2 16,-14-5-2-16,21 6-1 16,-13-9 2-16,13-4-5 15,0-1-2-15,0 1 4 16,0 4 1-16,0 1-4 16,0 7 8-16,0-12 1 15,0 4-3-15,7 5 5 16,-1-10-7-16,6 1-7 0,-3-8 7 15,-2 0-18 1,-1-4 15-16,6-4 1 0,-6 4-2 16,4 4 8-16,2 1-6 15,1-6 2-15,-1 5-2 16,3 0 2-16,-2-4 0 16,-7 4-6-16,16-3 14 15,-10-5-17-15,1 3 14 16,8-3-13-16,-2 0 2 15,3 0-2-15,2 0 5 16,10 0 3-16,-6 0-6 16,-15 0 14-16,21 0-20 15,-22 0 19-15,1 0-13 16,8-3 11-16,-8-5-7 16,2-5 2-16,-2 6 0 0,5-6 0 15,-2-3 2-15,-4 1-2 16,1-2-8-16,2-2 3 15,-2 2 0-15,-7-7 2 16,12 4-6-16,-8 0 3 16,-10 4 5-16,0 3 1 15,0 2-1-15,0 2 2 16,0-7 12-16,0 5-10 16,0-6-5-16,0-3 4 15,0 4-4-15,0-4-5 0,0 9-3 16,0 3 5-16,0 0 5 15,0-5-6-15,0 1 14 16,0-4-17-16,-10-4 6 16,10-4-5-16,0-4-28 15,0 8 14-15,0 4 3 16,0 4 0-16,0 7 17 16,0 5 4-16,0-3 18 15,-6-1-8-15,-6 0-9 16,12 0-3-16,-6-8-8 15,-7 3-8-15,-15 1 9 16,22 8-1-16,-16 0 1 16,10 0 7-16,6 0 11 15,-7 0 7-15,-8 0-16 16,14 0-4-16,-14 0-17 0,8 0-1 16,-12 0 8-1,-2 0-3-15,-1 13 3 0,-13 7-14 16,29-9 10-16,-7 6-40 15,-9-4-79-15,22-7-195 16</inkml:trace>
  <inkml:trace contextRef="#ctx0" brushRef="#br0" timeOffset="-143503.39">27624 4511 363 0,'0'0'287'0,"0"0"-278"0,0 0 16 0,0 0 41 0,0 0-66 0,0 0 4 16,0 0-4-16,0 0 48 15,0 0 7-15,-6 0 29 16,6 0-20-16,0 0-29 16,0 0-5-16,0 4-5 15,0 9-5-15,28 10-12 16,3 13 29-16,31 8-11 0,-16 5-8 16,19-5-12-1,-3 12 12-15,-3-8-16 0,-6 1 9 16,9-2-7-16,-9-6-3 15,-7-2 4-15,1-2 0 16,-7-5-10-16,-12-12-5 16,-3 4-7-16,-4-16-48 15,-8 4-78-15,-7-12-187 16</inkml:trace>
  <inkml:trace contextRef="#ctx0" brushRef="#br0" timeOffset="-142652.33">28126 5189 122 0,'0'0'294'0,"0"0"-235"0,0 0-3 0,0 0-14 0,0 0-10 16,0 0 12-16,13 12-4 16,-1-4-16-16,10 0 0 15,-4-4 17-15,4 9-19 16,-3 2 12-16,15-3-14 0,-6 0 11 16,-3 0-10-1,2 1-5-15,-8-5-11 0,15 0 1 16,-12-5 2-16,3 9-5 15,-4-12 7-15,-2 0-9 16,-4 0 16-16,-8 0-12 16,5 0 13-16,7 0-2 15,-10-12 8-15,16-20-3 16,-10-4-9-16,-9-4-4 16,1 8-2-16,-1-4-12 15,0 4 7-15,-6 11-8 16,0 1 14-16,0 9-12 15,0 6 5-15,0-2-12 16,0 7 7-16,0 0-32 16,-6 0-77-16,-34 4-123 0</inkml:trace>
  <inkml:trace contextRef="#ctx0" brushRef="#br0" timeOffset="-141182.69">28120 6938 270 0,'0'0'126'0,"0"0"-92"0,0 0 66 0,0 0-65 0,0 0-31 0,0 0 65 15,0 0 15-15,0 0 13 0,0-4 1 0,0-5-8 0,0-7-46 16,0 1-6-16,0-6-23 15,6 1 12-15,35-4-7 0,-10 1-10 16,3 2-2 0,12 1-5-16,-18 4-2 15,12 4 4-15,-21 0-10 0,15 12 0 16,-21-4 4-16,14 4-8 16,-5 0 7-16,3 0-1 15,3 0 1-15,-3 8-4 16,-4 16-25-16,-21 12 9 15,0 12-4-15,0 9 20 16,-46-1-5-16,-7-4 1 16,4 4 2-16,2-8 1 15,1-4 6-15,-1 0 2 16,22 0 3-16,-3-16-1 0,16-4 15 16,3-4-15-1,2-3 14-15,7-9-9 16,0-5 1-16,0 2 5 15,0-5-14-15,0 0 13 0,0 0-11 16,7 0 28 0,27 0-17-16,6 0-1 0,7-8-10 15,-7-4 5 1,0 7-5-16,-12 2-2 16,-3-2-1-16,-10 5-7 0,-8-3 7 15,20 3-15-15,-8-5 3 16,9 5-67-16,3-12-16 15,3 12-103-15,-6-11-21 16</inkml:trace>
  <inkml:trace contextRef="#ctx0" brushRef="#br0" timeOffset="-140372.54">28821 6601 353 0,'0'0'27'0,"0"0"-17"0,0 0 50 0,0 0-21 16,0 0-16-16,0 0 12 15,-6 8 34-15,6-8 16 16,0 0 16-16,0 0 13 16,0 0-23-16,0 0-38 15,0 0 2-15,6-21-26 16,34-10-4-16,7-2-7 16,5 2-10-16,10-10 21 15,-15 5-24-15,6-3 0 16,-13 6-5-16,6 0 0 15,-18 14-7-15,-3-1-5 0,-3 8 9 16,-10-1-13-16,-12 10-2 16,0-5-20-16,0 3-23 15,0 2-48 1,0 3-109-16,0 0-169 0</inkml:trace>
  <inkml:trace contextRef="#ctx0" brushRef="#br0" timeOffset="-139888.58">28920 6159 579 0,'0'0'155'0,"0"0"-89"0,0 0 60 0,0 0-36 0,0 0-32 15,0 0-8-15,68 57-39 16,-34-37 4-16,-3 4-11 16,-3 0 6-16,0 12 5 15,-9 0-14-15,2 4 7 16,-8-4-7-16,-1-3-2 15,-5-13-31-15,2-1 8 16,-3 1-36-16,0-7 12 16,-6-5-53-16,6-8-91 15,-6 0-175-15</inkml:trace>
  <inkml:trace contextRef="#ctx0" brushRef="#br0" timeOffset="-139038.48">29602 7138 387 0,'0'0'164'0,"0"0"-79"0,0 0 28 16,0 0-32-16,0 0 18 15,0 0-18-15,0 0-11 16,0 0-7-16,0 0-17 16,6 0-8-16,29 0-12 15,-8 0-11-15,14 0-14 16,-16 0-2-16,9 0 5 0,0 0-11 16,-9 0 3-1,-4 0-2-15,-2 0-16 0,-10 0-13 16,-3 0-2-16,-6 0-44 15,7 0-6-15,-1 0-81 16,-6 0-17-16,0 0-172 16</inkml:trace>
  <inkml:trace contextRef="#ctx0" brushRef="#br0" timeOffset="-138357.19">29608 6858 677 0,'0'0'91'0,"0"0"-49"0,0 0 34 0,0 0-29 0,0 0-32 16,0 0 32-16,0 0 2 16,0 0 5-16,0 0 12 15,0 0-14-15,0 0-14 16,0 0-33-16,16 0 11 15,3 0-14-15,2 0 8 16,10 0-10-16,3 0 4 16,7 0-4-16,-7 0-12 15,6-5 1-15,-15 2-26 16,15-5-12-16,-12 3-83 0,-9 5-180 16</inkml:trace>
  <inkml:trace contextRef="#ctx0" brushRef="#br0" timeOffset="-137391.12">30498 6761 403 0,'0'0'245'0,"0"0"-196"0,0 0 36 0,0 0-24 15,0 0 2-15,0 0 2 16,34 0-24-16,-9 0-7 15,3 0-2-15,12 0 7 16,1 0-22-16,5 0-9 16,-5 0-7-16,-7 0-1 0,-10 24-5 15,-2 8 5 1,-9 4 6-16,-7 8-4 0,-6-3-4 16,0 2 0-16,0 1-2 15,0-3 1-15,-13 11 3 16,-21 1 6-16,0-2-3 15,9 6-2-15,-3-5 0 16,16-8 7-16,6-12-3 16,0-8-5-16,6-12 1 15,0-1-2-15,0-6 0 16,0 3 1-16,0-8 1 16,24 0 5-16,23 0 0 15,9 0 3-15,9-20 12 16,-3 4-16-16,-9-8-5 15,-7 7-5-15,-12 6-10 0,-3-5-3 16,-3 7-34-16,-9 6-50 16,-10 3-121-16,10 0-104 15</inkml:trace>
  <inkml:trace contextRef="#ctx0" brushRef="#br0" timeOffset="-136491.3">31180 6645 145 0,'0'0'136'0,"0"0"22"0,0 0 3 0,0 0-51 0,0 0-20 15,0 0-37-15,0 8 7 16,7-8-27-16,-7 0 0 16,0 0 2-16,0 0 10 15,0 0 29-15,0 0-24 16,0 0 4-16,0 0-10 15,0 0-2-15,0 0-23 16,0 0 0-16,0 0-6 16,0 0-12-16,0 0-1 15,0 0-26-15,0 0-4 16,0-13-48-16,0-6-63 16,0-6-299-16</inkml:trace>
  <inkml:trace contextRef="#ctx0" brushRef="#br0" timeOffset="-135742.25">31215 6256 423 0,'0'0'145'0,"0"0"-25"0,0 0 0 16,0 0-33-16,0 0-18 16,0 0-21-16,0 0 0 15,0 0-27-15,0 0 4 16,6-20-18-16,22 0 24 15,3-4-2-15,-10-1-18 0,20-6-5 16,-1-2-6-16,-15-6 0 16,15-5-11-16,-12-1-3 15,-3 1-9-15,-10 12-8 16,-8 8 11-16,-7 8 20 16,0 11 1-16,0-3 18 15,-41 8 2-15,7-3-21 16,-6 3-3-16,6 0-11 15,-4 0 12-15,-11 0-7 16,2 24 6-16,1 8-7 16,-1 0-5-16,7 8-6 15,15-8-12-15,10-7 9 16,9 3-26-16,6-12-57 16,0-4-151-16</inkml:trace>
  <inkml:trace contextRef="#ctx0" brushRef="#br0" timeOffset="-113378.74">31500 5045 280 0,'0'0'211'0,"0"0"-112"0,0 0-5 0,0 0-17 0,0 0-28 16,0 0 11-16,0 0-14 16,0 0 14-16,0 0-14 15,0 0 16-15,9 0-17 16,-3 0-5-16,1 0-7 16,5-8-12-16,-6-25 13 15,28-14-30-15,0-25 2 0,7-25 3 16,18-19-8-16,-13 8 3 15,16-5-4-15,-3 13-2 16,-12 20-26-16,5 11 5 16,-11 17-26-16,-7 16-3 15,-13 13-60-15,-8 14-52 16,-13 9-117-16</inkml:trace>
  <inkml:trace contextRef="#ctx0" brushRef="#br0" timeOffset="-112611.75">31509 4877 104 0,'0'0'184'0,"0"0"-106"0,0 0-3 15,0 0 7-15,0 0-16 16,0 0 23-16,19-17-18 0,-19 17 11 16,0 0-42-1,0 0-7-15,0 0-19 0,0 17-6 16,0 14 14-16,0 5 5 15,0 0 14-15,0 5-28 16,-6-10 22-16,-16 2-13 16,16-5 21-16,-7-4-23 15,13-12 4-15,0-4-22 16,0-8-2-16,0 0-1 16,0 0-13-16,0 0 12 15,19 0 2-15,37-25 25 16,3-14-11-16,9 3 6 0,-9-5-17 15,-7 5 0 1,4 8-3-16,-25 8-4 0,-9 12-10 16,-16 5-12-16,-6 3 12 15,0 0-27-15,0 0-17 16,0 0-38-16,0 0-127 16,0 8-106-16</inkml:trace>
  <inkml:trace contextRef="#ctx0" brushRef="#br0" timeOffset="-104949.05">27872 2787 663 0,'0'0'11'0,"0"0"-8"0,0 0 23 16,0 0-26-16,0 0 3 16,0 0-1-16,0 0 28 0,0 0 38 15,-161-8 27-15,148 8 12 16,-8 0-46-16,14 0-6 16,-5 0-36-16,12 0 0 15,0 0-6-15,0 0-2 16,0 0 0-16,0 0-4 15,0 0 16-15,0 3-12 16,6 6 31-16,47-9-28 16,28 0 7-16,40 0 8 15,24-12-3-15,23-24-7 16,-7 0-16-16,-22 3-3 0,-18 5-1 16,-28 12-30-1,-31 5-40-15,-15 6 2 0,-22-7-67 16,-10 9-127-16,-15-2-139 15</inkml:trace>
  <inkml:trace contextRef="#ctx0" brushRef="#br0" timeOffset="-104368.77">27664 2502 117 0,'0'0'521'0,"0"0"-454"0,0 0 34 15,0 0 52-15,0 0-47 16,0 0-9-16,329-40-45 15,-217 12-6-15,-10 0-13 0,-9 3-18 16,-28 2-14 0,-9 15-1-16,-25 0-40 0,-9 8-10 15,-10 0-38-15,-6 0-62 16,3 0-106-16,-9 0-93 16</inkml:trace>
  <inkml:trace contextRef="#ctx0" brushRef="#br0" timeOffset="-103553.14">27345 2317 287 0,'0'0'230'0,"0"0"-228"0,0 0 78 0,0 0 13 0,0 0-42 16,0 0 6-16,0 0 29 15,0 0-21-15,19 0-24 16,-1 0-17-16,4 9-7 16,-10-9-8-16,10 0-3 15,-22 0-3-15,12 0-2 16,-5 0 10-16,-7 0-10 16,6 0 27-16,3 0-7 0,-9-17-18 15,6 6 4 1,0 6-4-16,-6 1-2 0,0 4 19 15,0 0 15-15,0 0-7 16,0 0 3-16,0 0-23 16,0 4-4-16,0 20 3 15,0 17-6-15,0 10-1 16,-34 2-7-16,-6-5-3 16,-6-3-8-16,-1-6 8 15,0-6-2-15,20-14 10 16,-8 9 2-16,23-11-6 15,6-6 6-15,6-3-1 0,0 4-22 16,0-4 15 0,53 5 8-16,9-1 2 0,31-4 15 15,0 3-14-15,0 2 18 16,0-1-13-16,-19-1 10 16,1 2-16-16,-23-1-1 15,-24-4-1-15,-15 4-12 16,-13 0-15-16,0 3-38 15,0-2-69-15,0-9-152 16,0-4-285-16</inkml:trace>
  <inkml:trace contextRef="#ctx0" brushRef="#br0" timeOffset="-102288.26">29342 1548 568 0,'0'0'177'0,"0"0"-137"0,0 0 88 0,0 0-29 16,0 0-63-16,0 0-2 16,-6 0-2-16,6 0-1 15,6 0-8-15,34 3 15 0,19 2 7 16,28-5-13-16,9 0-5 15,-9 0-9-15,6 0-5 16,-28 0-13-16,-25 0 0 16,-6 0-4-16,-28 0 2 15,-6 0-18-15,7 16 7 16,2 7 5-16,-3 10 6 16,13 6 1-16,-4 6-7 15,4-1 6-15,-7 0 4 16,4 12 1-16,-4-7-2 15,-6-5-2-15,1 8-5 0,-1-12 5 16,3-4-7-16,-9-4-3 16,0 4 8-16,0-4-9 15,0 4 10-15,0-4-9 16,0-7 9-16,0-14 3 16,0 1-2-16,0-4 1 15,0-8 0-15,0 0 2 16,0 0-1-16,0 0 21 15,0 0-11-15,0 0 11 16,0 0-20-16,0 0 8 16,-22 8-3-16,-6 0-5 15,-9 9-2-15,-25-1 3 16,-18 0-7-16,-1 12 10 16,4-8-6-16,8-4 3 15,23-1-2-15,-1 2-1 16,19-9-8-16,-12 0-26 0,34-8-28 15,6 0-48-15,0 0-84 16,0 0-358-16</inkml:trace>
  <inkml:trace contextRef="#ctx0" brushRef="#br0" timeOffset="-101821.49">29475 2209 24 0,'0'0'664'0,"0"0"-509"0,0 0-21 0,0 0-16 15,0 0-58-15,0 0-21 16,295-157-8-16,-209 121-16 16,-5 0 1-16,-13 5-16 15,-21 18-2-15,-7 1-25 16,-21 12-24-16,-7 0-93 0,-3 0-160 15</inkml:trace>
  <inkml:trace contextRef="#ctx0" brushRef="#br0" timeOffset="-101255.21">30210 1046 429 0,'0'0'362'0,"0"0"-291"0,0 0 29 0,0 0-19 16,0 0-43-16,0 0-36 0,-19 0 17 15,7 37 12-15,-4 15 14 16,-2 20 6-16,-4 20 12 16,10 8-24-16,-7 4-15 15,-3 13-6-15,-12-1-17 16,-6 0-1-16,-13-3-16 15,1-13 10-15,-1-3-16 16,13-10 6-16,5-2-21 16,8-5-4-16,8-16 1 15,19-8-28-15,-6-16-120 16,6-15-130-16</inkml:trace>
  <inkml:trace contextRef="#ctx0" brushRef="#br0" timeOffset="-100606.07">31053 1487 558 0,'0'0'230'0,"0"0"-150"0,0 0 71 16,0 0-21-16,0 0-79 15,-18 241-43-15,-32-169 1 16,-9-3-3-16,6-9-3 15,7-9-1-15,-1-2 1 0,7-5-3 16,6-8-1-16,6-13 0 16,10-6-25-16,2-13-17 15,4-4-69-15,-7 0 21 16,13 0-69-16,-10-24-80 16,4-12 46-16</inkml:trace>
  <inkml:trace contextRef="#ctx0" brushRef="#br0" timeOffset="-100340.18">30567 1764 606 0,'0'0'248'16,"0"0"-208"-16,0 0 38 15,0 0 12-15,0 0 2 0,0 0-48 16,111-16 14-16,-49 20 5 15,3 20 6-15,10 16-4 16,5-4-38-16,-15 5-11 16,4-2-11-16,-10-6-7 15,-13 7 2-15,4-4-12 16,-19-8-28-16,-10-8-24 16,-2 0-36-16,-13-8-96 15,-6-4-321-15</inkml:trace>
  <inkml:trace contextRef="#ctx0" brushRef="#br0" timeOffset="-99457.02">32064 1536 271 0,'0'0'184'0,"0"0"-112"0,0 0 30 0,0 0-24 16,0 0 7-16,0 0 41 15,0 0 0-15,0 0-15 16,0 0-51-16,-22 0-21 16,-5 0-29-16,-4 0-3 15,-16 0-7-15,-9 0-1 16,3 0-2-16,-5 0-14 16,11 28 13-16,-9 8 8 15,10 8 3-15,5 0-5 16,1 4 5-16,22-12-6 0,11-8-2 15,7 5-5 1,0-10 2-16,0 1-9 0,0-4-8 16,19 4 18-16,27-12-4 15,1 1 4-15,15-13 0 16,9 0-3-16,10 0-24 16,0 0-37-16,-7 0-38 15,-15 0-124-15,-19 0-121 16</inkml:trace>
  <inkml:trace contextRef="#ctx0" brushRef="#br0" timeOffset="-98972.64">31615 1816 275 0,'0'0'266'0,"0"0"-191"0,0 0 2 0,0 0 20 16,0 0-44-1,0 0 27-15,0 0 15 0,0 0-1 16,0 0-13-16,6 0-37 15,9 0 3-15,16 0-26 16,3 0 12-16,13-8-10 16,6 0-21-16,-4 0-2 15,4 0-22-15,-7 8-25 16,-5-8-24-16,-16 8-2 16,-4-4-74-16,-21 4-57 15,0 0-32-15</inkml:trace>
  <inkml:trace contextRef="#ctx0" brushRef="#br0" timeOffset="-98372.57">32309 1271 579 0,'0'0'137'0,"0"0"-43"0,0 0 43 0,0 0-81 16,0 0-15-16,0 0-13 16,22 192-5-16,-16-135 11 15,-6 2-19-15,0-2 6 16,0 2-15-16,0-2 5 15,0-17-11-15,0 4-1 0,0 0-1 16,0-8-2 0,0-3-11-16,0-10-33 0,0-7-44 15,0-8-143-15,12-3-13 16</inkml:trace>
  <inkml:trace contextRef="#ctx0" brushRef="#br0" timeOffset="-97907.66">32483 1235 116 0,'0'0'530'0,"0"0"-468"0,0 0 35 16,0 0 46-16,0 0-90 15,0 0-8-15,-19 31 4 16,13 10 16-16,0 3-34 0,-4 4-2 16,10 16 13-16,0 1-37 15,0 10 8-15,0 2-12 16,0-9-2-16,0-8 1 16,0-16-3-16,0-3-1 15,16-10-6-15,-10-6 4 16,-6-2-21-16,0 1 2 15,6-7-32-15,1-6-36 16,-1-11-113-16,0 0-65 16,3 0-231-16</inkml:trace>
  <inkml:trace contextRef="#ctx0" brushRef="#br0" timeOffset="-97326.17">32197 1038 240 0,'0'0'466'0,"0"0"-367"0,0 0 42 0,0 0-48 0,0 0-53 16,0 0-4-16,118-48 1 15,-37 48-9-15,-7 0-2 16,1 16-6-16,-16 12-6 15,-19 12-5-15,-18 8-9 16,-22 4 0-16,0 4-12 16,0 5-3-16,-34-1-7 15,-22 1-14-15,19-10 21 16,-4-11-23-16,13 0 20 16,16 1 16-16,12-5 0 0,0-12 2 15,0 12 0-15,25-21 2 16,31 2 1-16,2 4 2 15,-5 2-5-15,0-3 23 16,-13 12-12-16,0-4 3 16,-5 5-5-16,-1-6 9 15,0 1-11-15,-9-11 2 16,-4-1 2-16,4-8-9 16,9-1-4-16,0-7-21 15,0 0-33-15,-15 0-128 16,-19-31-674-16</inkml:trace>
  <inkml:trace contextRef="#ctx0" brushRef="#br0" timeOffset="-43105.14">19677 11746 145 0,'0'0'111'0,"0"0"-34"0,0 0 28 0,0 0-53 16,0 0-13-16,0 0-2 15,0 0-5-15,0 0-1 16,0 8 14-16,0-8 17 15,0 0-7-15,0 0 5 16,0 0 5-16,0 0-21 16,0 0-28-16,0 0-11 15,0 0 4-15,0 0-5 16,0 0 19-16,0 0-3 16,0 0 39-16,0 0-27 0,0 0 3 15,0 0-28-15,0 0 4 16,0 0-9-16,0 0-2 15,6 0 0-15,16-16 0 16,9-12 13-16,9-8-9 16,0-8 5-16,1 0-7 15,-1 0-4-15,0 4-2 16,-6 7-3-16,-9 6 0 16,-9 15 1-16,-16 4 2 15,6 8 8-15,-6 0-3 16,0 0 1-16,0 0-1 0,0 0-1 15,6 0-5 1,0 20-5-16,10 12 10 0,-4 16 12 16,13-4-12-16,3 0 7 15,0-8-7-15,-3-11-13 16,9-10-58-16,-12-3-43 16,-4-12-168-16,-18 0-266 15</inkml:trace>
  <inkml:trace contextRef="#ctx0" brushRef="#br0" timeOffset="-41406.88">26821 11642 272 0,'0'0'206'0,"0"0"-105"0,0 0 1 0,0 0-67 0,0 0-21 16,0 0-13-16,0 8-1 16,0-8 3-16,0 0-1 15,0 0 28-15,0 0 12 16,0 4 30-16,0-4-8 16,0 4-12-16,0-4-30 0,0 0-21 15,0 0 2-15,0 0 1 16,0 4-2-16,0 0 0 15,0 1 11-15,0-2-3 16,0-3 30-16,0 0-6 16,0 8 6-16,0-8-32 15,0 0-7-15,0 0 2 16,0 0-2-16,15 0 1 16,-2 0 5-16,8-8-1 0,-8-12 8 15,12-4 1 1,-4-4-8-16,7-5 6 15,-9-3-13-15,-7 5 0 0,16-2-10 16,-15 6 6-16,2 7-1 16,-2 3 8-16,-13 17-7 15,0 0 8-15,0 0 0 16,0 0-3-16,0 0 4 16,0 0-5-16,0 0-1 15,0 0-1-15,0 0 4 16,0 0-4-16,0 0-14 15,0 9 13-15,0 7 6 0,6 4 2 16,6-1-2 0,-6 1-2-16,4-4-1 15,2 4 2-15,-6 1-4 0,-6-1 7 16,0 4-14-16,0 0 17 16,0 4-12-16,0 4 8 15,0-8-5-15,0-4 1 16,0 0-6-16,-18-4-12 15,18-8-24-15,0-8-21 16,0 0-131-16,0 0-329 16</inkml:trace>
  <inkml:trace contextRef="#ctx0" brushRef="#br0" timeOffset="-40023.91">19308 10651 80 0,'0'0'424'0,"0"0"-336"0,0 0 13 0,0 0-19 0,0 0-32 0,0 0-24 16,9-12-9-16,-9 12 13 16,0 0 1-16,0 0 16 15,13 0-15-15,-7 0 20 16,6 16 25-16,10 9-29 16,3 14-14-16,3 6-16 15,-7-1 0-15,10 0-16 16,-15 0 8-16,-4-8-6 15,1-4 0-15,-7-11-4 16,3-10-6-16,-3 1-20 16,-6-4-25-16,7-8-98 0,-7 0-262 15</inkml:trace>
  <inkml:trace contextRef="#ctx0" brushRef="#br0" timeOffset="-39539.18">19317 11325 92 0,'0'0'240'0,"0"0"-180"0,0 0 96 16,0 0-35-16,0 0-30 15,0 0 21-15,53-47-31 0,-7 6-32 16,7-7-31-16,22-17 26 16,5-2-25-16,1-5-14 15,-22 11-5-15,-13 5-34 16,-12 28-18-16,-21 7-4 15,-7 13-4-15,0 5-1 16,-6-1 21-16,0 4-112 16</inkml:trace>
  <inkml:trace contextRef="#ctx0" brushRef="#br0" timeOffset="-38425.39">26821 10700 156 0,'0'0'336'0,"0"0"-203"0,0 0 20 15,0 0 34-15,0 0-80 16,0 0-25-16,-6-5-34 16,6 5-14-16,0 0-7 0,0 0-13 15,0 0 8-15,0 0-18 16,0 21 14-16,0 2-14 16,0-2 0-16,0 2-4 15,0-2-14-15,6-1-17 16,-6 0-38-16,0 4-23 15,0-4-107-15,0 8-109 16,0-4-40-16</inkml:trace>
  <inkml:trace contextRef="#ctx0" brushRef="#br0" timeOffset="-38043.56">26570 11176 367 0,'0'0'255'16,"0"0"-163"-16,0 0-1 16,0 0 11-16,0 0-60 15,0 0-23-15,99-136 0 0,-34 84 9 16,3-4-15 0,0 9 19-16,-15 6 4 0,-19 13-10 15,-9 12-26-15,-19-1-7 16,16 9-11-16,-16-3-28 15,7-1-26-15,-13 4-135 16,0 8-237-16</inkml:trace>
  <inkml:trace contextRef="#ctx0" brushRef="#br0" timeOffset="-32213.54">19816 14569 218 0,'0'0'34'0,"0"0"-34"0,0 0 23 0,0 0 6 16,0 0 50-16,0 0 45 15,-34 53-22-15,22-42 5 16,6-6-24-16,0-2-20 15,-1 2-17-15,7-5-31 16,-15 4-15-16,15-4 14 16,-6 4-14-16,-1-4 10 15,-5 4-1-15,6 4 10 0,-16 0-8 16,16 0 9-16,-6 4-3 16,2 1-9-16,-2-10 2 15,-1 9 0-15,13-12-16 16,-6 0 14-16,6 0-9 15,0 0 4-15,0 0-3 16,0 0 1-16,0 4 5 16,0-4 10-16,0 0 8 15,0 0 14-15,0 0-32 16,0 0 1-16,0 0 0 16,0 0-3-16,0-16 0 15,25-12 11-15,22-21-11 0,15-2 1 16,12-14 0-1,-3-7-4-15,22-8 3 0,-6-20-1 16,9 3-5-16,-9 2 2 16,-22 10-3-16,-3 18-17 15,-31 22 0-15,-3 24-2 16,-16 18-36-16,-12 3 9 16,0 0-59-16,0 0-42 15,0 0-298-15</inkml:trace>
  <inkml:trace contextRef="#ctx0" brushRef="#br0" timeOffset="-31497.41">19665 14458 264 0,'0'0'110'0,"0"0"-106"0,0 0 42 0,0 0 15 0,0 0-42 0,0 0 4 15,18-44 43-15,-18 44 5 16,0 0 20-16,0 0-2 15,0 0-24-15,0 0-17 16,0 0-37-16,0 0 4 16,0 0-15-16,0 0-3 15,0 0-10-15,0 0-5 16,0 3 18-16,0 25 9 0,0 1 11 16,0 2 5-16,0 5 1 15,-6-8-13-15,-6-3 0 16,-4-5-12-16,-3 4 3 15,13-8-4-15,-9 0-4 16,15-4-1-16,0-8-1 16,0-4 6-16,0 0-9 15,0 0 0-15,0 0-20 16,0 0 24-16,0-16 5 16,46-8 11-16,-5-4 8 15,-1 4-4-15,16-9-2 0,-4 13-11 16,-5 1 9-1,-13 2-8-15,-9 17-6 0,-10 0-1 16,-9 0 1-16,1 0-2 16,-7 0 3-16,18 0 0 15,-18 0-14-15,16 0-22 16,-16 0-87-16,0 0-154 16</inkml:trace>
  <inkml:trace contextRef="#ctx0" brushRef="#br0" timeOffset="-30110.63">27122 13282 162 0,'0'0'132'0,"0"0"-40"0,0 0 65 16,0 0-64-16,0 0-11 16,0 0-33-16,21 0 12 0,-14 0 7 15,-7 0-16 1,0 0-6-16,12 0 4 0,-12-3 23 16,22-5-34-16,2-17 9 15,17 1-16-15,15-16-6 16,15-9-17-16,16-10 6 15,9-5-11-15,3-5 2 16,-6 6 3-16,0 2-9 16,-6 1 6-16,-6 4-6 15,-13 3 0-15,-22 9-31 16,-12 8-12-16,-15 20-45 16,-19 8-77-16,0 8-163 15</inkml:trace>
  <inkml:trace contextRef="#ctx0" brushRef="#br0" timeOffset="-29383.83">27243 12961 193 0,'0'0'224'0,"0"0"-80"0,0 0-41 0,0 0-20 15,0 0-29-15,0 0-4 16,0 0-10-16,0 0 3 16,0 0-8-16,0 13 1 15,0 2 2-15,0 10-27 16,0-6 24-16,-13 2-16 16,1 3 4-16,-10 0-19 15,10 4 8-15,-10-8 0 16,10-4-2-16,12-4 3 15,-7 4-12-15,7-12 12 16,0 0-13-16,0-4 0 16,0 0-5-16,0 0 2 0,0 0 3 15,19 0 0 1,37-4 14-16,-4-20 0 0,23 0 6 16,-16 4-19-1,-6 4 2-15,-13 4 3 0,-18 12-10 16,-10 0 4-16,-12 0-6 15,0 0 3-15,0 0 1 16,0 0 1-16,0 0-10 16,0 0-4-16,0 0-27 15,0 0-87-15,0 0-214 16</inkml:trace>
  <inkml:trace contextRef="#ctx0" brushRef="#br0" timeOffset="-24321.04">20313 13114 432 0,'0'0'271'0,"0"0"-160"0,0 0 31 0,0 0-62 15,0 0-12-15,0 0-29 16,0 0 1-16,0 4-17 0,0-4 6 15,0 0 0-15,0 0-7 16,-28-16 10-16,0-8-9 16,-9-16 6-1,15-9-23-15,3-7-6 0,4 1-4 16,15-2 4-16,0 20-9 16,0 1-5-16,21 9 2 15,26-1-21-15,6 0-27 16,9 3-71-16,-16 2-291 15</inkml:trace>
  <inkml:trace contextRef="#ctx0" brushRef="#br0" timeOffset="-23355.51">22043 12552 704 0,'0'0'79'0,"0"0"-35"0,0 0 28 0,0 0-17 15,0 0 5-15,0 0 6 16,87 77-9-16,-66-49-25 15,20-4 18-15,-29 7-19 16,7 2-1-16,-13 3-21 16,-6 4 6-16,0 8-15 15,0 0-20-15,0 4-5 16,-6 1-36-16,-19-6-44 16,-3-14-102-16,9-17-177 15</inkml:trace>
  <inkml:trace contextRef="#ctx0" brushRef="#br0" timeOffset="-22638.52">21221 12986 456 0,'0'0'270'0,"0"0"-235"0,0 0 6 0,0 0-41 0,0 0-25 16,0 0 13-16,-6 0 12 15,6 0 62-15,0 11 65 16,6 17-4-16,6 8-26 15,4 5-35-15,-16 7-46 16,0 4 4-16,0 0-20 16,0 4-20-16,-28 1-62 15,-31-14-254-15</inkml:trace>
  <inkml:trace contextRef="#ctx0" brushRef="#br0" timeOffset="-21522.55">28145 12119 1014 0,'0'0'12'0,"0"0"-5"0,0 0 9 0,-19-252-15 0,53 179-2 15,25 14-46-15,-6 10-21 16,-6 21-8-16,-1 12 43 16,-18 9-56-16,-16 7-237 15</inkml:trace>
  <inkml:trace contextRef="#ctx0" brushRef="#br0" timeOffset="-20523.9">29236 12128 772 0,'0'0'141'0,"0"0"-60"0,0 0-10 0,0 0 9 15,0 0-61-15,0 0 10 16,0 67-7-16,0-34 7 15,0 3-10-15,0 8-6 16,0 3-13-16,0-6-35 16,-15-5-42-16,2-16-111 0,7-20-264 15</inkml:trace>
  <inkml:trace contextRef="#ctx0" brushRef="#br0" timeOffset="-19808.04">30625 11666 183 0,'0'0'240'0,"0"0"-181"0,0 0 29 0,0 0-11 15,0 0-18-15,0 0 20 16,0 0 37-16,0 0-18 16,0 0-11-16,0 0-15 15,0 0-25-15,0 0-6 16,7 0-6-16,27 5-5 16,0 22 7-16,6 10 10 15,-9-1-34-15,-3 8 3 16,-16 8-16-16,-12 20-17 15,0 20-40-15,-58 5-47 16,-42-9-199-16</inkml:trace>
  <inkml:trace contextRef="#ctx0" brushRef="#br0" timeOffset="-12064.55">20740 12853 208 0,'0'0'157'0,"0"0"-142"0,0 0 21 16,0 0 23-16,0 0-37 15,0 0 24-15,0 0 5 16,0-12 18-16,0 12 23 0,0 0-19 15,0 0 26-15,0 0-46 16,0 0-10-16,0 0-36 16,0 0-7-16,0 0-2 15,0 0-9-15,0 0 10 16,0 0 0-16,0 0 1 16,0 0 8-16,0 0 11 15,0 0 2-15,-6 0-14 16,-9 0-7-16,2 20-6 15,-8 5 6-15,14 6-11 16,-5-7 10-16,12 1-12 16,0-2 1-16,0-7-5 0,0-7-6 15,0 7 15-15,0-13 0 16,0 2 6-16,0-5 2 16,0 0-5-16,19 0 8 15,15 0-3-15,-13 0 13 16,20-5 3-16,-1-23 2 15,-9-8-8-15,9-3-2 16,-6-13-5-16,-6-5 1 16,-9 1-4-16,3 3-8 15,-22 9-27-15,0 8 13 16,0 21 6-16,-28 2 12 16,-19 10-4-16,-21 3 5 0,15 0-34 15,-6 28 9 1,-15 36-9-16,15 0-28 15,3 8-100-15,16-15-197 0</inkml:trace>
  <inkml:trace contextRef="#ctx0" brushRef="#br0" timeOffset="-7417.26">28474 12159 124 0,'0'0'62'0,"0"0"28"0,0 0 1 0,0 0 4 16,0 0-1-16,0 0-10 16,0 0-13-16,0 8-28 15,0-8-30-15,0 0 1 16,0 0-1-16,0 0-6 16,0 0 18-16,0 0-10 15,0 0 28-15,0 0-3 16,0 0 0-16,0 0-28 15,0 0 2-15,0 0-5 16,0 0-6-16,0 0 3 16,0 0-3-16,0 0 6 0,0 5-7 15,0-5 25-15,0 3-11 16,0-3 15-16,0 0-18 16,0 0 20-16,0 5-12 15,0-5-13-15,0 3 6 16,0-3-10-16,12 8 2 15,3 1-1-15,10-1-5 16,-3-8 3-16,18 11-1 16,-9-6 3-16,10-5-5 15,-7 0 0-15,6 0 5 16,-12 0-11-16,12 0 12 16,7-5-8-16,-7-19 9 0,7-7-4 15,-16-5-3-15,-4 3 3 16,-8-7-3-16,-3 4 2 15,2 4-4-15,-12-1-5 16,-6 5 2-16,0 0 10 16,0-3 0-16,0 10-5 15,-24 1-2-15,-17 9-10 16,-11-2 0-16,-4 13 12 16,-3 0-10-16,0 0 7 15,-3 0-1-15,-3 13-2 16,-3 18-8-16,9 10-11 15,3-5-43-15,25-5-10 16,3 10-77-16,22-5-80 16</inkml:trace>
  <inkml:trace contextRef="#ctx0" brushRef="#br0" timeOffset="-1706.61">21615 13038 141 0,'0'0'174'0,"0"0"-174"0,0 0-20 0,0 0 5 16,0 0-12-1,0 0 27-15,0 0 57 0,0 0 78 16,0 0 26-16,0 0-48 16,0 0-31-16,0 0-32 15,0 0-18-15,0 0-19 16,0 0-1-16,0 0 2 15,0 0-3-15,0 0 5 16,0 0-6-16,0 0 21 16,0 0-10-16,0 0 14 15,0 0-27-15,0 0-3 16,0 0 0-16,0 0-5 0,0 0 0 16,0 0 4-1,0 0-3-15,0 0 3 0,0 12 6 16,0-1-9-16,0-6 13 15,0-2 2-15,0-3-4 16,0 0-2-16,0 0 1 16,0 0 9-16,0 0-13 15,0 0 5-15,0 0-8 16,0-8 7-16,0-15-11 16,0-13 7-16,0-8-6 15,22-9 1-15,-4-7-1 16,10-4-1-16,-3 0-3 15,-3 4-18-15,-4 12 11 16,-12 23-12-16,4 9 21 16,-10 16 0-16,0 0 1 0,0 0-1 15,0 25 2 1,0 11-9-16,-28 8 8 0,-19-5-45 16,7-6-33-16,6-9-8 15,15-12-28-15,4-4 16 16,15-4-138-16</inkml:trace>
  <inkml:trace contextRef="#ctx0" brushRef="#br0" timeOffset="41.42">30052 12304 89 0,'0'0'2'0,"0"0"101"0,0 0 44 0,0 0-21 16,0 0-4-16,0 0 11 0,0 15 10 15,-10-15-31-15,10 0-41 16,0 0-33-16,0 0 0 16,0 0-24-16,0 0 2 15,0 0-9-15,0 0 0 16,0 0 7-16,0 0 0 15,0 0 18-15,0-23-29 16,0-6-3-16,0-14 0 16,0-6-3-16,0-7 6 15,0 8-2-15,0-8 4 16,0 3-4-16,0-6-1 16,0 2 5-16,0 5-8 0,0 9 8 15,0 14-10 1,0 14 4-16,10 6 1 0,-10 9 1 15,0 0 16-15,0 0-8 16,0 0-5-16,0 0-8 16,0 0-4-16,0 0 1 15,0 24-11-15,-56 25 2 16,-3 3-34-16,-9-8 18 16,21-1-21-16,16-10-21 15,10-9-38-15,14-1-74 16,7-10-266-16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2:49:00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7705 6653 105 0,'0'0'135'0,"0"0"-23"0,0 0-26 15,0 0-1-15,0 0-38 16,0 0-11-16,0 0-13 0,0 0-2 16,0 0 11-1,0 0 8-15,0 0 33 0,0 0-19 16,0 0 10 0,0 0-50-16,0 0 8 0,0 0-13 15,0 0 8-15,0 0-6 16,0 0 4-16,0 0 9 15,0 0-5-15,0 0 17 16,0 0-24-16,0 0 3 16,0 0-10-16,0 0-10 15,0 0 5-15,0 0 0 16,0 0-3-16,0 0 5 16,0 0-7-16,0 0 10 15,0 0-18-15,0 0 12 0,22 0-3 16,-4 0 8-1,10 0-2-15,3 0 4 0,4 0-5 16,5 0 2-16,-12 0 2 16,12 0-10-16,-15 0 13 15,9 0-9-15,0 0 12 16,0 0-11-16,-3 0 0 16,-3 0-2-16,0 0 2 15,-3 0 2-15,-10 0 0 16,10 0 3-16,3 0-10 15,-9 4 16-15,15 4-16 16,0-8 6-16,-9 0-1 16,9 0 0-16,-6 0 2 15,-16 0-2-15,16 0 7 0,-28 0-14 16,19 0 17-16,-4 0-11 16,4 0 2-16,9 0 1 15,-16 0-1-15,22 0 0 16,-15 0-1-16,2 0 0 15,4 0-3-15,-3 0 6 16,-3 0-7-16,2 0 11 16,-15 0-11-16,7 0 7 15,9 0-3-15,2 0 0 16,-2 0 3-16,-3 0-9 16,2 0 13-16,-2 0-14 15,3 0 16-15,-4 0-12 0,4 0 7 16,-3 0 3-16,-1 0-5 15,10 0-2-15,-16 0 1 16,10 0 1-16,6 0 4 16,-9 0-4-16,-1 0 2 15,10 0-1-15,-15 0 1 16,8 0-1-16,4 0-2 16,3 0-1-16,6 0 1 15,-9 0-3-15,15 0 10 16,-12 0-12-16,0 0 10 15,-3 0-10-15,3 0 8 16,-16 0-6-16,16 0 4 16,12 0-1-16,-15 0 4 15,15 0 0-15,1 0-9 16,5 0 9-16,-5 0-10 16,-1 0 11-16,-12-8-8 0,-10 8 2 15,4 0 0-15,-9 0 3 16,14 0 0-16,-8 0-6 15,3 0 11-15,-4 0-17 16,10 0 18-16,6-4-15 16,4 4 10-16,2 0-5 15,0 0 1-15,-12 0 0 16,12 0 0-16,-5 0 6 16,5 0-12-16,-15 0 15 15,21 0-11-15,-12 0 5 0,-6 0-3 16,3 0 0-1,-3 0-1-15,-6 0-1 0,3 0 4 16,15 0-6-16,-12 0 9 16,-3 0-12-16,3 0 17 15,12 0-15-15,0 0 9 16,-6 0-5-16,-3 0 1 16,3 0 0-16,0 0-2 15,1 0 6-15,-1 0 0 16,3 0 2-16,-3 0-10 15,6 0 9-15,-6 0-8 16,1 0 3-16,-11 0 0 16,10 0 0-16,-6 0 1 0,-9 0-2 15,21 0 5-15,-6 0-9 16,0 0 16-16,7 0-20 16,-1 0 13-16,-15 0-4 15,21 0 0-15,-5 0 0 16,-1 0 0-16,0 0 4 15,7 0-4-15,-1 0 7 16,-5 0-14-16,-1 0 11 16,-6 0-7-16,-6 0 3 15,-9 0 0-15,-7 0-1 16,3 0 4-16,-2 0-6 16,5 0 8-16,4 0-9 15,-3 0 13-15,3 0-16 16,-10 0 9-16,16 0-4 0,-16 0-1 15,10 0 3-15,-16 0-1 16,13 0 6-16,-13 0-7 16,9 0 6-16,-2 0-4 15,-13 0 4-15,12 0-8 16,4 0 7-16,-16 0-3 16,12 0 0-16,-6 0 4 15,7 0-8-15,8 0 9 16,-14 0-8-16,5 0 14 15,-6 0-22-15,4 0 18 16,-4 0-11-16,0 0 6 0,0 0-2 16,0 0 0-1,1 0 1-15,8 0 2 0,-9 0 4 16,7 0-14 0,-1 0 14-16,-3 0-6 0,-2 0-1 15,-7 0-2-15,0 0-3 16,0 0-15-16,0 0-15 15,0-8-104-15,-28 8-425 16</inkml:trace>
  <inkml:trace contextRef="#ctx0" brushRef="#br0" timeOffset="5060.63">13922 6797 39 0,'0'0'173'0,"0"0"-157"0,0 0 1 0,0 0 44 0,0 0-27 16,0 0 5 0,0 0-18-16,-6-76-1 0,-10 76 17 15,16 0 42-15,0 0-11 16,0 0-16-16,0-4 3 16,0 0-20-16,-12-5-4 15,12-2-26-15,0 3-5 16,0-4 2-16,0 4 5 15,0 8 9-15,0-8 27 16,0 8 6-16,0 0-2 16,0 0-11-16,0 0-32 15,0-4 24-15,0 4-11 0,0-8-2 16,0 8-8-16,0 0 10 16,0 0 11-1,0 0-9-15,0 0 4 0,0 0-18 16,0-5 0-16,0 5-1 15,0 0 0-15,0 0 3 16,0 0-7-16,0 0 1 16,0 0 5-16,0 0-5 15,12 0 2-15,22-8-1 16,7 8 4-16,5 0-3 16,-5-7 7-16,5 3-16 15,-12 4 12-15,7 0-3 16,-7 0 6-16,0 0-7 15,12 0-2-15,-5 0 5 16,11 0 4-16,13 0-6 16,-9 0 14-16,9 0-14 15,4 0-3-15,-11 0 5 0,1 4-5 16,-3 3 0-16,-3-7 2 16,0 8-1-16,9-3 1 15,-10-5-2-15,1 8 2 16,0-4-4-16,3 7 1 15,-4-6 1-15,-5-1 2 16,-1-4-1-16,1 4-2 16,-1-4 4-16,-5 4-6 0,5-4 11 15,-6 0-16-15,1 0 8 16,-7 4-2-16,6-4 2 16,-6 4 0-1,-3-4-4-15,10 4 9 0,-7 0-10 16,12-1 13-16,-6 2-9 15,1-1 4-15,-1 0-6 16,-6-4 3-16,7 0-1 16,-23 0 0-16,22 0 1 15,-5 0-2-15,5 0 6 16,0 0-8-16,-6 0 11 16,3 0-14-16,4 0 14 15,-1 0-10-15,7 0 3 16,-7 0-1-16,0 0-2 0,1 0 6 15,-7 0-4 1,0 0 6-16,0 0-7 16,-3 0 7-16,3 0-9 0,6 0 4 15,-6 0 0-15,-9 0-1 16,9 0 4-16,-6 0-6 16,-3 0 11-16,-9 0-14 15,-4 0 14-15,-6 0-14 16,-6 0 6-16,16 0-3 15,-10 0-6-15,-6 0-3 16,6-4 0-16,6 0-23 16,-5-4 28-16,8 4-33 15,-9-4-34-15,-6-4-31 0,0-8-126 16,0 3-465 0</inkml:trace>
  <inkml:trace contextRef="#ctx0" brushRef="#br0" timeOffset="6862.18">2626 7543 183 0,'0'0'92'0,"0"0"11"0,0 0-103 0,0 0 0 0,0 0 27 0,0 0 4 15,-15-28 12 1,2 24 94-16,-5 4-38 0,18 0-20 16,0-4-4-1,0 4-20-15,0-4-53 0,0 4-2 16,0 0 7-16,0 0-11 15,0 0 9-15,0 0 4 16,0 0 32-16,0 0 7 16,0 0-23-16,0 0-20 15,0 0 6-15,0 0-5 16,0-4-11-16,0 4 10 16,0 0-10-16,0 0 10 15,18 0 0-15,10 0 15 16,3 0-1-16,10 0-4 15,-1 0-9-15,0 0 4 16,7 8-5-16,-1-4 3 0,-5 5-3 16,5 2-5-16,4 1 2 15,2 4 13-15,-5 0-13 16,-1-4 3-16,-5 9 3 16,5-9 1-16,-5-4-7 15,5 11 0-15,1-7-2 16,5 4 6-16,10 1-6 15,-9-1 0-15,0 0 5 16,3 4-10-16,-10-8 13 16,1 7-19-16,-1-6 28 15,1-1-31-15,-7-4 20 16,0 0-6-16,7-4 0 16,-7 8 0-16,0-4-2 0,1 4 4 15,-1 0-3-15,-9-12 9 16,9 0-16-16,-6 0 14 15,0 0-10-15,-9 0 4 16,9 0 0-16,0 0-1 16,7 8 5-16,5-8-6 15,13 0 10-15,-3 0-4 16,-9 0 5-16,11 0-15 16,-23 0 11-16,11 0-5 15,1 0 0-15,-13 0 1 16,0-8-4-16,-3 4 6 15,-3 4-5-15,0-11 16 16,-4 2-19-16,4-11 12 16,6 0-6-16,1 8 2 15,-11-1-3-15,-2 6 0 0,-16 7-1 16,-6 0-2-16,0 0-5 16,0 0 5-16,0 0-36 15,0-4 16-15,0 4-96 16,0-8-67-16,0 4-207 15</inkml:trace>
  <inkml:trace contextRef="#ctx0" brushRef="#br0" timeOffset="-167521.47">6688 9742 228 0,'0'0'207'0,"0"0"-174"0,0 0 2 0,0 0 9 0,0 0-42 16,0 0 6-16,0 0-4 16,-6 3 41-16,6-3 11 15,0 0 41-15,0 0-16 16,0 0 3-16,0 0-12 15,0 0-15-15,0 0-17 16,0 0-18-16,0 0-7 16,0 0-12-16,0 0-1 15,0 0 0-15,0 8 2 0,0 0-4 16,0 9 0-16,0 2-1 16,0 5 2-16,0 5 0 15,0 7 6-15,15 0-8 16,-2 0 2-16,12 3 1 15,-4-3-2-15,-8 5 0 16,8-9-3-16,-8 16 8 16,-1-3-12-16,-12-1 10 15,0 0-6-15,0 0 6 16,0-4-6-16,0-4 3 16,0-8 0-16,0-1-2 0,0-2 2 15,0 11-3 1,0 5 12-16,0 3-17 0,-6 3 18 15,0-2-16-15,6-6 11 16,0 5-5-16,-6-3 0 16,6 3 4-16,0 0-10 15,0 1 13-15,0 2-8 16,0 1 2-16,0-4-2 16,0-16-3-1,0 9 2-15,0-9 2 16,0-5-2-16,0 2-1 0,0 3 3 15,0 0 2-15,0 8-2 16,0 0 4-16,0 0 0 16,-7-4-7-16,7-7 3 0,0-9-2 15,0-9-6 1,0 1-2-16,0 0 10 16,0-3 0-16,0 7 1 0,0-1 4 15,0-3 12-15,0 1-17 16,0-1 4-16,0-8-4 15,0 4 0-15,0-4 5 16,0 4-3-16,0 4 6 16,19-5-7-16,15 14 12 15,0-13-11-15,13 3-3 16,6-2 5-16,5-5-4 16,23 0 4-16,6 0-3 15,-7 0 12-15,23 0-1 16,-38 0 3-16,9 0-14 15,-15 0 7-15,-6 0-1 0,9 0-7 16,3 0 0 0,3 0 1-16,1 0-1 0,-4 0 0 15,3-8-1-15,-3 0 3 16,-3-9-4-16,3 14 10 16,3-5-9-16,-15 0 3 15,28-4-2-15,-16 7 0 16,3-3-1-16,6 5-5 15,-8 3 12-15,2 0-11 16,-3 0 10-16,3 0 10 16,-3 0-14-16,3 8 5 15,-9 0-6-15,3 0 1 16,-15-4-1-16,-7 0 3 16,0-4-9-16,7 0 13 0,-1 4-6 15,7-1 3-15,0-3 4 16,9 5-8-16,-3-2 0 15,9-3-2-15,6 0 1 16,-8 0-2-16,2 0 3 16,-16 0 0-16,1 0 10 15,0 9-14-15,3-9 8 16,-4 0-4-16,7 0 3 16,-3 4-2-16,3-4 0 15,15 4 7-15,-8-4-8 16,2 4 0-16,-3 0-5 0,-9-4 5 15,-4 3-1-15,7-3 2 16,-6 5-1-16,9-2 0 16,-3 2 0-16,9 3-1 15,-15 0 3-15,21-4-4 16,-15 1-2-16,-6 2 4 16,3 1 2-16,3 0-2 15,-13-4-1-15,1 0 1 16,-1-4-1-16,10 5 3 15,-9-5-9-15,5 0 14 16,1 0-15-16,15 0 17 16,-3 0-12-16,4 0 3 15,5 0 0-15,-15 0 0 16,15 0 3-16,-15 0-11 0,-19 0 13 16,7 0-17-16,-7 0 17 15,7 0-12-15,-1 0 9 16,23 0-4-16,-4 0 2 15,3 3-1-15,-3-3-5 16,-15 8 0-16,-13-8 1 16,-9 0 10-16,-16 0-10 15,-12 0 5-15,16 0-8 16,-16 0 12-16,18 0-4 16,-5 0 1-16,2 0 1 15,-9-8 5-15,13 0-5 16,3-8 6-16,6-8-4 15,-4-5-4-15,4 1 7 0,-3-8-7 16,-3-3 0-16,-4-13-5 16,4 7 4-16,-10-2-13 15,-5-2 12-15,-7 9 2 16,0 0-10-16,0-5 21 16,0-7-10-16,0 1-1 15,0-10 0-15,0 1 1 16,0-4-1-16,-7 8 5 15,-20 4 4-15,20 0 0 16,-5 16-5-16,6-5 11 0,0 1-14 16,6-4 8-1,0-12-9-15,0-1 0 0,0-7-1 16,0-8-7-16,0 16 0 16,0 1 7-16,0 2-2 15,0 25 6-15,0-1 11 16,-7-2-10-16,7 7 0 15,0-8-4-15,0-4-1 16,0 0-1-16,0-5-12 16,0 9 13-16,0 0-6 15,0 8 6-15,0 0-4 16,0 4 3-16,0 0 2 16,0 12 0-16,0 0-2 15,0 0 6-15,-21 8-8 16,8-9 10-16,-15 1-13 0,-12 8 5 15,6-3-3-15,-13 3 10 16,1-4-7-16,-13 0 2 16,-3 0 0-16,-16-4 2 15,-18 8 0-15,3 0 12 16,0 0-7-16,-6 0-4 16,12 0 0-16,7 0 7 15,-7 0-7-15,19 0 0 16,-13 0 10-16,10 0-8 15,-4 0 12-15,-5 0-15 16,-1 0 4-16,7 0-4 16,-4 0-4-16,-3 0 9 15,-5 0-8-15,-1 8 1 16,0-4 0-16,6 0 8 0,1-4-2 16,-13 0-3-16,18 0 4 15,-11 0-10-15,11 0 3 16,4 0 0-16,-4 0 2 15,1 0-2-15,9 0 0 16,-16 0 1-16,-6 0-4 16,13 0 6-16,-13 0-4 15,0 0 5-15,-6 0 5 16,7 0-7-16,5 0 1 16,-6 0-3-16,19 0 0 15,-13 0-3-15,29-4-4 0,-7-8 7 16,6 12 0-1,-3-8 4-15,-9 3-3 0,3 5 13 16,-9 0-13 0,9 0 3-16,-3 0 6 0,9-3-5 15,3 3 4-15,-6 0-5 16,13 0-8-16,-10 0 11 16,3 0-17-16,19 0 13 15,-6 0-3-15,9-4 2 16,-3 0 1-16,-1 0-6 15,-11 0 3-15,-1 4-12 16,1-4 20-16,6 4-11 0,-7 0 6 16,13 0-4-1,0 0 2-15,-6 0 1 0,9 0-1 16,-4 0 2-16,1 0 1 16,6 0 1-16,-12 0-10 15,3 0 12-15,9 0-14 16,-12 0 14-16,6 0-7 15,-1 0 0-15,11 0 0 16,-10 0-2-16,6 0 8 16,3 0-7-16,-9 0 9 15,0 0-13-15,-13 0 9 16,7 0-4-16,-1 0 2 16,7 0 0-16,-3 0-2 15,-12 0 0-15,11 0-7 0,-17 0 14 16,30 0-6-16,-9 0 2 15,0 0-6-15,-1 0 3 16,-5 0 0-16,0 0 0 16,-1 0 2-16,10 0 1 15,4 0 4-15,-1 0-13 16,9 0 14-16,-9 0-16 16,3 0-3-16,-9 4-57 15,0 23-27-15,-12 9-96 16,5-3-216-16</inkml:trace>
  <inkml:trace contextRef="#ctx0" brushRef="#br0" timeOffset="-165056.1">10688 9961 300 0,'0'0'78'0,"0"0"-70"0,0 0 81 0,0 0-5 0,0 0-23 15,0 0 32-15,0 0-20 16,0 8-28-16,0-8-18 16,0 0 9-16,0 0-6 15,0 0-10-15,0 0-2 16,0 0 0-16,0 0 16 15,0 0-16-15,0 0 29 16,0 0-12-16,0 0-5 0,0 0-22 16,0 0-5-1,0 0 3-15,0 0-4 0,0 0 2 16,0 0-3-16,0 0 1 16,0 0 3-16,0 0-4 15,0 0 5-15,0 0 5 16,0 0-4-16,0 0 4 15,0 0 6-15,0 0-17 16,0 0 8-16,0 0-5 16,0 0 3-16,0 0 1 15,0 0 4-15,0 0-6 16,0 0 14-16,0 0 5 16,0 0-20-16,6 0 4 15,-6 0-2-15,0 0 5 16,0 0-1-16,0 0-7 0,0-8-2 15,0 0-2-15,0-7 0 16,0 7-5-16,6-8 4 16,7-4 4-16,-13-1-10 15,12-7 15-15,4-8-15 16,9 8 16-16,2-8-12 16,-8 8 4-16,3 0 0 15,-4 4 0-15,-2-1 1 16,2 2-4-16,10-9 8 15,7-1-12-15,5-3 21 16,-3-8-26-16,13 0 14 16,-4-4-4-16,1 8 2 0,5 4-2 15,-11 0 1-15,5-4 2 16,1 0-8 0,5-9 11-16,10-7-9 0,19-8 8 15,-3-4-6-15,8 4 2 16,-5 3-1-16,0 9-3 15,-19 16 1-15,-22 13 3 16,-15 7-11-16,-19 7 7 16,-6 5-19-16,0-4 15 15,0 8-18-15,0-4 2 16,0 4-27-16,0 0-90 16,-6 0-309-16</inkml:trace>
  <inkml:trace contextRef="#ctx0" brushRef="#br0" timeOffset="-164038.77">10648 9593 156 0,'0'0'173'0,"0"0"-80"0,0 0 35 0,0 0-29 0,0 0-60 16,0 0 0-16,0 0 8 16,0 3 7-16,0 2-40 15,0 3 9-15,0 7 8 16,0 1 11-16,0 5-5 15,0 7-10-15,0 0 1 16,0 0-16-16,0 12 19 16,0-8-30-16,0 4 36 15,0-3-16-15,0-5 8 16,0 8-16-16,0-8-1 16,0 11 3-16,0-6-7 15,0-1 2-15,0-8-9 0,0-8 13 16,0-12-8-16,0 0 5 15,0-4-6-15,0 0-2 16,0 0-3-16,0 0-4 16,0 0 0-16,0 0 6 15,0 0-4-15,0 0-13 16,0 0 9-16,0-16 6 16,18-8 1-16,16-5 11 15,7-7-5-15,-16 8-2 16,15 0-1-16,-6 4-4 15,-6 1 10-15,12-5-14 16,-9-1 9-16,10 6-6 0,-14-10 2 16,1 21-1-1,-15 8 1-15,-13 4 1 0,0 0-4 16,0 0-13-16,0 0-3 16,0 0-47-16,0 0-82 15,0 0-279-15</inkml:trace>
  <inkml:trace contextRef="#ctx0" brushRef="#br0" timeOffset="-139045.05">12511 10852 72 0,'0'0'88'0,"0"0"-69"0,0 0 61 0,0 0 22 16,0 0 25-16,0 0-26 15,0 0 6-15,13 8-37 16,-13-4-14-16,0-4-32 16,0 0 7-16,0 0-23 15,0 0-5-15,0 0 25 16,0 0 5-16,0 0 21 15,0 0-26-15,0 0-8 16,0 0 0-16,0 0 7 16,0 0-7-16,0 0 3 15,6 0-1-15,-6 0-19 16,9 0 20-16,-9 0-22 0,0 4 13 16,13-4-11-16,-13 0 6 15,12 0-8-15,-6 12 6 16,22 0-6-16,0 4 11 15,18-3-6-15,1-6-3 16,6 5-1-16,6-8 3 16,3 1-7-16,-3-2 6 15,3-3-2-15,3 0 2 16,-3 0-1-16,3 0 0 16,9 0-1-16,1 0 1 0,18 0 1 15,-13 0-8-15,19 0 12 16,-12-3-6-16,22-18 2 15,-10 5-5-15,6-4 1 16,4-4 0-16,6 3-1 16,-4 2 4-16,4-5-10 15,-16 0-1-15,1-1-2 16,-20-2-29-16,-12-1-15 16,-15 0-77-16,-31-5-181 15</inkml:trace>
  <inkml:trace contextRef="#ctx0" brushRef="#br0" timeOffset="-137762.06">12691 10764 14 0,'0'0'464'0,"0"0"-440"0,0 0 31 0,0 0 45 0,0 0-79 0,0 0 27 16,-6 40 6 0,-22-36-7-16,28-1 9 0,-12 5 8 15,-1-3-9-15,13-1-27 16,-28 4 8-16,22 3-16 16,-13 6 1-16,-8-5-19 15,5 4 12-15,-3-4-9 16,-3 5 16-16,10-6-9 15,-4 1-4-15,3-4-6 16,13-8 5-16,0 0 11 16,-10 5-16-16,16-5 27 15,0 0-21-15,0 0 1 16,0 0-8-16,0 0 2 16,0 0-6-16,0 0 4 0,0 0-2 15,0 7 2-15,0-3-8 16,0 4 14-16,47 4-3 15,-7-4 0-15,7 12-4 16,-1-7 0-16,-12-2 4 16,7 1-9-16,-14-12 12 15,-2 8-8-15,-3 0 3 16,-10-3-4-16,1-2 4 16,-13-3-2-16,9 0 2 15,-9 0-1-15,0 0-1 16,0 0 5-16,0 0 5 15,0 0-2-15,0 0 9 16,0 0-12-16,0 0 12 16,0 0-16-16,0 0 1 0,0 0 7 15,0 0-7-15,0 0-2 16,0 0-3-16,0 0-24 16,0 0-30-16,0 0 12 15,0 0-84-15,0 0-116 16,0 0-203-16</inkml:trace>
  <inkml:trace contextRef="#ctx0" brushRef="#br0" timeOffset="-128771.08">15333 9978 353 0,'0'0'239'0,"0"0"-155"0,0 0 31 15,0 0-64-15,0 0-21 16,0 0-14-16,0 0 41 15,0 0-15-15,0 0 14 16,0 0-3-16,0 0-9 16,0 0-4-16,0 0-8 15,0 0 2-15,0 0-17 16,0 0 10-16,0 0-14 16,0 0 9-16,0 0-8 15,0 0-2-15,0 0-12 0,0 0-9 16,0 0 6-16,0 0-3 15,0 0 4-15,0 0 4 16,12-9 4-16,16 1-6 16,-3 5-1-16,9 3-2 15,-6 0-4-15,3 0-3 16,3 0-17-16,-6 0 21 16,-16 20-10-16,-5 16 14 15,-7 8 4-15,0 4-2 16,0 8 2-16,-19-3-2 15,-15-2 1-15,-6-2 0 16,5-5-1-16,11-4 4 16,-4-8-3-16,22-9 6 15,6-6-13-15,0-1 11 16,0-8-8-16,0 0 3 0,0 0 0 16,0 0 0-16,18 1 2 15,22-6 1-15,7 1 0 16,15-4 3-16,-9 0-4 15,-13 0 6-15,7 0-5 16,-13-7-3-16,-6-2 1 16,-16 1-1-16,-12 8 0 15,0 0 6-15,0 0-6 16,0 0 4-16,0 0-8 16,19 0-21-16,-4 0-14 15,4 0-9-15,-7 0-107 0,-3 0-236 16</inkml:trace>
  <inkml:trace contextRef="#ctx0" brushRef="#br0" timeOffset="-71847.03">26802 14686 479 0</inkml:trace>
  <inkml:trace contextRef="#ctx0" brushRef="#br0" timeOffset="49477.3">20012 3858 345 0,'0'0'177'0,"0"0"-96"0,0 0 0 0,0 0-53 15,0 0-19-15,0 0-3 16,0 0-2-16,0 0 7 16,0-21 0-16,0 21 16 15,0 0-15-15,0 0 19 16,0 0-2-16,0 0-11 16,0 0 15-16,0 0 9 15,0-8-13-15,0 1-22 16,0 2 2-16,0-3-6 15,0 0 11-15,0-4-3 0,0 4-2 16,0-3 4-16,0-2-8 16,0 5-4-16,0 1 2 15,0 2-2-15,0 5 0 16,0 0 5-16,0 0-4 16,0 0 16-16,-16 0-18 15,16 8-8-15,0 28 8 16,0 12 3-16,0 9 11 15,0 2-7-15,0 14 13 16,0 0-18-16,0-1-1 16,0 0 5-16,0-8-2 15,0-12-4-15,0-16-4 16,0 0 0-16,34-20 1 0,-6-12-10 16,25-4-33-16,-6 0 7 15,5-4-72-15,4-28-35 16,-25 4-60-16</inkml:trace>
  <inkml:trace contextRef="#ctx0" brushRef="#br0" timeOffset="50444.01">19816 4006 281 0,'0'0'85'0,"0"0"-66"0,0 0 65 0,0 0-43 0,0 0 1 16,0 0 11-16,0 0 23 15,0 0-32-15,0 0 21 16,0 0 10-16,0 0 0 15,0 0-27-15,0 0-16 16,0 0 12-16,0 0-16 16,-6 0-16-16,0 0-10 15,0 0 34-15,0 0 2 16,6 0-1-16,0 0-5 16,0 0-2-16,0 0-2 15,0 0-13-15,0 0 7 16,0 0-19-16,0 0-6 15,40 0-8-15,31 0 11 0,22 0 18 16,22 0 10 0,12-4-17-16,-12-9-11 0,-10-2 0 15,-18 3-22-15,-25 0-16 16,-31 7-47-16,-22 5-26 16,-9 0-273-16</inkml:trace>
  <inkml:trace contextRef="#ctx0" brushRef="#br0" timeOffset="52979.87">21376 3537 113 0,'0'0'64'0,"0"0"22"0,0 0 9 15,0 0-28-15,0 0 10 16,0 0-16-16,0 48 4 15,0-37 15-15,-9-6-12 16,-4 7 5-16,13-4 7 16,0 8-34-16,-6 9-2 15,0 2-14-15,0 1-20 16,6 4-4-16,0 5-1 16,0-6-2-16,0 2 4 0,0-2-6 15,0 2 4-15,0-5 5 16,0 4 31-16,0 0-23 15,0-4 1-15,0 8-15 16,0 4-3-16,0 0 7 16,0 1-6-16,0-2-2 15,0 2 6-15,0 3-11 16,0 0 9-16,0 4-7 16,0 4 3-16,0-4 0 15,0 1-2-15,0-2 7 16,12 6-4-16,-6-6 5 15,16 6-1-15,-10 2 0 16,-5-10-5-16,-1 4 4 0,0-10 3 16,-6 5-7-1,0-3 1-15,0-2-1 0,22 2 2 16,-22-1-2 0,0 0 3-16,0 0-2 0,0 4-1 15,0 8-1-15,0 1-1 16,0-6 4-16,0 2-3 15,0-5 4-15,0-1-2 16,0-5 3-16,0-2-8 16,0 3 4-16,0 2-23 15,0-5 22-15,6 12 2 16,-6-4-2-16,12 0 3 0,-5-8-6 16,2 12 4-16,3-12-4 15,1 8 6-15,-13-8-2 16,12 0 0-16,-12 5-3 15,0-2 3-15,0 10-7 16,0-5 6-16,0 4-16 16,0 4 12-16,0-7-5 15,0-1 10-15,0 3-5 16,0-11 5-16,0-3 0 16,0 6 0-16,0 6-4 15,0-1 8-15,0 5-5 16,0-2 5-16,0-2-8 15,0-1 5-15,0-5-1 0,0 2 0 16,0-1 3 0,0 0-6-16,0 4 6 0,0 1-9 15,0-1 13-15,0 7-12 16,0-2 10-16,0-5-8 16,0-5 3-16,0 2 0 15,0 3-1-15,-12 1 2 16,6-1-2-16,6 7 4 15,-19 1-7-15,19 5 11 16,-9 2-10-16,2-2 7 16,-5-5-4-16,12 0 4 15,-6-3-4-15,0-2 9 16,-10 6-3-16,10-1-1 16,0 0-4-16,-1 4 5 0,-5 0-5 15,-10 0 7 1,22 1-1-16,-12-1-6 0,-4-1-2 15,10 2 3-15,-12 3-4 16,11 0 6-16,-8-4 5 16,3 1-5-16,-7-1 10 15,19 0-9-15,-9 1 6 16,9 2-9-16,0-7 7 16,0-4 5-16,0 4-10 15,0-3 3-15,-7 7-6 16,7 0 11-16,-12 1-8 0,12-2 3 15,-12 6-5-15,2-5 2 16,4 0 6-16,0-1-10 16,6 6 13-16,0-1-6 15,0 4 16-15,0-3-22 16,0-9 12-16,0 12-10 16,0-8 0-16,0 0 0 15,0 1-1-15,6 2 6 16,0-7 0-16,4 1 8 15,-4-5-9-15,0-8 11 16,-6 8-15-16,0-8 5 16,0 0-6-16,19 4-1 0,-10 0-1 15,10 13 1 1,-13-9-6-16,6-1 13 0,-3-6-14 16,-2 3 13-16,-7 4-9 15,12 1 5-15,-6-1 0 16,10-9 1-16,-10 10 1 15,0-10 0-15,-6 2 3 16,6-1-1-16,-6 0-2 16,13 0-7-16,2 1 6 15,-9-2-4-15,7 5 0 16,-7 1 0-16,-6-1-5 16,0-8 5-16,0-4 0 15,16 0 6-15,-16 0-7 16,0 1 7-16,6 3-12 15,-6 3 5-15,0 2 1 0,0 2-1 16,0-2 0 0,0-13-1-16,0 12 4 0,0-4-3 15,0 0 4-15,0 4-6 16,0 9 7-16,0-5-8 16,0 4 4-16,0-1-3 15,0 2-3-15,-6-5 2 16,6-4 2-16,0-4 4 15,-16 5-8-15,16-2-10 16,0-3 12-16,-12 5 8 0,5-5 0 16,-5 16-1-1,3-7-3-15,-4-2 0 0,13 1 3 16,-6-4 1 0,0 5-3-16,0-6 2 0,-4 2 1 15,4 3-5-15,0 0 1 16,-6 12 0-16,12 0 0 15,-7 1-2-15,-2-1-3 16,3-1 1-16,0-2 3 16,0-6-16-16,-1 6 15 15,-5-9-2-15,-4 0 3 16,4 0-13-16,6-3-14 16,0-1 5-16,-4-8-26 15,4 12-8-15,0-16-10 16,0 0-50-16,-7-16-265 15</inkml:trace>
  <inkml:trace contextRef="#ctx0" brushRef="#br0" timeOffset="68196.01">19389 5004 160 0,'0'0'356'16,"0"0"-329"-16,0 0 34 0,0 0 23 0,0 0-51 0,0 0 23 15,0 0 16 1,0 0-41-16,220 0 1 0,-146 0-12 16,13 0 37-16,6 0 6 15,22 9-30-15,18 2 23 16,28-3-25-16,25-3 7 16,22-5-17-16,25 0 10 15,21 0-9-15,22 0-20 16,-3-21 13-16,-19-2-13 15,-6 2 8-15,-22-2-9 16,16 3-2-16,-28 12-3 16,-22-5 4-16,-37 13-25 15,-55 0-17-15,-26 0-25 16,-34 33-29-16,-33 3-139 0,-7 0-270 16</inkml:trace>
  <inkml:trace contextRef="#ctx0" brushRef="#br0" timeOffset="70926.77">22238 4639 219 0,'0'0'496'0,"0"0"-481"0,0 0 46 0,0 0 47 15,0 0-62-15,0 0-29 0,53-96 33 16,-41 48-7-16,10-4 20 16,-3 0 9-16,-7-8-46 15,16-5 2-15,-10 1-13 16,4 0 5-16,-16 4-13 16,22 7 4-16,-9 17-7 15,-4 9 7-15,-15 15 4 16,0 12-15-16,0 0 5 15,0 0-5-15,19 0-16 16,0 12-28-16,15 24 44 16,12 12 0-16,-6-3-9 15,13 2 7-15,-3-6 1 0,3-13 0 16,-19-17-4 0,18-11 5-16,1 0 0 0,9-24 11 15,3-35 6 1,-12-18 1-16,-13-3-9 0,-34 0-8 15,-6 16-2-15,0 11 8 16,0 17-14-16,-18 16 7 16,-16 8-4-16,9 8-41 15,-9 4-35-15,0 0-135 16,0 20-321-16</inkml:trace>
  <inkml:trace contextRef="#ctx0" brushRef="#br0" timeOffset="71576.28">23674 4382 139 0,'0'0'362'0,"0"0"-324"0,0 0 49 0,0 0 16 16,0 0-37-16,0 0 28 0,-7 0-13 15,-5 0-22-15,12 0-28 16,-9 0 12-16,-4 0 7 16,7-7-3-16,-22-13-19 15,22-17-23-15,-13-2 6 16,-8-13-7-16,8-4 8 15,-3-5-11-15,10-3 11 16,12 4-10-16,0-1 2 16,0 1-4-16,34-4-8 15,25 12 2-15,-6 4-31 0,9 12-31 16,-3 16-114 0,-13 12-92-16,-12 8-273 0</inkml:trace>
  <inkml:trace contextRef="#ctx0" brushRef="#br0" timeOffset="72175.27">24188 3717 64 0,'0'0'492'0,"0"0"-434"0,0 0 9 0,0 0 4 16,0 0-30-16,0 0-2 16,-52 48 10-16,24-7 25 15,3-2-35-15,9 2-7 16,-2 7 6-16,12 0-15 16,6-12 17-16,0 1-36 15,0-14 1-15,0-10-5 16,0-2 0-16,18-7-22 15,16 4 22-15,7-8-8 0,-1 0 3 16,-6 0-9 0,-9 0-25-16,9 0 8 0,-15-4-83 15,15-15-61-15,-13-2-133 16</inkml:trace>
  <inkml:trace contextRef="#ctx0" brushRef="#br0" timeOffset="72608.81">23788 3909 264 0,'0'0'354'0,"0"0"-325"0,0 0 116 0,0 0 10 0,0 0-36 0,0 0-31 0,295 0-44 16,-255 0-37-16,-9 0-7 16,10 0 0-16,-13 0-31 15,6 0-29-15,-10 0-92 16,-17 0-179-16</inkml:trace>
  <inkml:trace contextRef="#ctx0" brushRef="#br0" timeOffset="73107.17">24685 3541 252 0,'0'0'348'0,"0"0"-300"0,0 0 58 0,0 0 52 15,0 0-59-15,0 0-34 16,220 148-8-16,-168-103-24 16,-18 7-15-16,-9 7-7 15,-9 10 9-15,-16 6-8 0,0 6 9 16,-16 4-21 0,-36-2 0-16,-7-6-2 0,12-13-49 15,-9-16-58-15,10-19-182 16</inkml:trace>
  <inkml:trace contextRef="#ctx0" brushRef="#br0" timeOffset="74540.11">23044 4932 522 0,'0'0'34'0,"0"0"16"0,0 0-29 0,0 0-20 16,0 0-1-16,0 0 0 16,0-19 56-16,0 19 68 15,0 0 44-15,0 0-66 16,0 0-24-16,16 0-63 15,-10 0-7-15,6 0-8 16,10-5 0-16,-10-7 6 16,7 12 4-16,-3-4 19 15,-10 0-20-15,-6 4 18 0,12 0-19 16,10 0 6-16,9 0-11 16,19 0 4-16,-4 0-6 15,13 0 1-15,9 0-2 16,-9 0 3-16,9 0-3 15,-9-3 4-15,-12 3 5 16,27 0-8-16,-15-5 12 16,-6 5-11-16,21 0 3 15,-6 0 0-15,-9 0-4 16,9 0-1-16,-2 0 10 16,2 0-11-16,-3 0 7 15,3 0-10-15,13 0 10 16,-1 0-8-16,13 0 2 15,-6 0 0-15,0 0 2 16,0 0 0-16,0 0 1 16,0-3 2-16,12-2 8 0,9-3-11 15,-9 0 22-15,-18 4-24 16,0 4 7-16,-22 0-7 16,-7 0 0-16,10 0-4 15,-15 0 7-15,-1 0-10 16,7 0-7-16,-19 0 3 15,6 4-13-15,-5-4-12 16,-1 0-10-16,-22 0-30 16,1 0-133-16,-13 0-690 15</inkml:trace>
  <inkml:trace contextRef="#ctx0" brushRef="#br0" timeOffset="85264.67">20077 5671 193 0,'0'0'227'0,"0"0"-162"0,0 0 18 0,0 0-5 0,0 0-57 0,0 0 18 15,0 0-2-15,0 0 5 16,0 0 25-16,0 0-11 16,-6 3 1-16,6-3-23 15,0 0 6-15,0 0-23 16,0 5 13-16,0-5-18 16,0 0 10-16,0 0 7 15,0 0-6-15,-13 0-3 16,13 0-18-16,0 0 5 15,0 0-1-15,0 0-9 16,0 7 8-16,0 1-10 0,-12 8 6 16,-4 1-6-1,10 2 5-15,6 1-5 0,-6-4 2 16,6 9-4-16,0-9 4 16,0 4-3-16,0-4 2 15,0 0 5-15,0 0-1 16,0 0 0-16,0-12-7 15,12 8 4-15,4-4-9 16,-4 0 8-16,13-4-8 16,-3-4 10-16,6 0 4 15,-10 8 10-15,10-8-10 16,-3 0 1-16,3 0-3 0,-3 0 6 16,3 0-8-1,-16-8 6-15,28-17 6 0,-6-14-7 16,1 3-5-16,-1-8 2 15,-10-4-7-15,-8 15-8 16,-16 1-4-16,0 9 16 16,0 6 0-16,0 1-6 15,0 4 16-15,-9-4-14 16,-22 8 0-16,-10 0-3 16,13 0-11-16,4 4 15 15,-10 4-14-15,6 0-45 16,-13 0 18-16,17 32-1 15,-32 12 16-15,15-3-203 0,1-5-389 16</inkml:trace>
  <inkml:trace contextRef="#ctx0" brushRef="#br0" timeOffset="101767.01">22458 6172 589 0,'0'0'54'0,"0"0"41"0,0 0-27 0,0 0-26 15,0 0 9-15,0 0 16 16,0 0-2-16,0 0 2 16,0 0 11-16,0 0-40 15,0-13-7-15,0-10-20 16,0-2 32-16,0-7-16 0,0-12-17 15,0-16-8-15,0-4-2 16,0-4 0-16,0 4 6 16,6 3-14-16,-6 29 5 15,0 12 3-15,0 17 0 16,0 3-4-16,0 0 2 16,0 0-23-16,0 0 10 15,0 8 8-15,-34 20-15 16,6 8-27-16,-3 8 22 15,-3 4-28-15,0 4-17 16,9-8-156-16,4 4-340 16</inkml:trace>
  <inkml:trace contextRef="#ctx0" brushRef="#br0" timeOffset="102283.53">22650 5987 346 0,'0'0'106'0,"0"0"-14"0,0 0 35 16,0 0-46-16,0 0-23 16,0 0 4-16,0 0 20 15,47 88-26-15,-25-79-20 16,2-9 15-16,17 0-32 15,5 0 13-15,23-17-2 16,-1-22 18-16,3-18-16 16,-9-3-6-16,-22 3-2 15,-15 2-16-15,-3 7 1 0,-22 4-5 16,0 11-8-16,0 17 12 16,0 0-21-16,-40 16 10 15,-29 0-21-15,-2 0-1 16,3 0 0-16,0 21 7 15,3 10-18-15,18 2-28 16,13-2-121-16,0-7-91 16,15 4-256-16</inkml:trace>
  <inkml:trace contextRef="#ctx0" brushRef="#br0" timeOffset="102832">23395 5867 97 0,'0'0'133'0,"0"0"-133"0,0 0 14 0,0 0 11 0,0 0-11 16,0 0 42-16,18 0 53 15,-18 0 26-15,0 8-13 16,0 4-1-16,0 0-24 16,0-4-50-16,0 3-26 15,0-6 2-15,0 3-6 16,19 0-16-16,21-4 4 16,7-4 6-16,15 0 29 15,12 0 6-15,-3-4-13 0,4-28-15 16,-16-21 8-1,-3-6-15-15,-4-9-4 0,-33-1-7 16,-19 13-1-16,0 12-4 16,-13 16 10-16,-45 20-11 15,-39 8-11-15,-8 20 7 16,-22 37-4-16,6 15-81 16,9 0-167-16,32-5-292 15</inkml:trace>
  <inkml:trace contextRef="#ctx0" brushRef="#br0" timeOffset="109326.79">20787 3472 538 0,'0'0'231'0,"0"0"-143"0,0 0 14 0,0 0-28 0,0 0-35 15,0 0-3-15,0 0 3 16,65-23-5-16,-43 3 5 16,12-9-3-16,-9-7 22 15,37-12-33-15,3-16 8 16,37-13-18-16,10-3-4 15,9-8-11-15,0 4 2 16,-22 12 1-16,0 12-2 16,-31 12-2-16,-15 12-2 0,-6 3-2 15,-20 9-41 1,8 20-2-16,-23 4-52 16,-12 0-98-16,0 0-256 0</inkml:trace>
  <inkml:trace contextRef="#ctx0" brushRef="#br0" timeOffset="110043.53">20613 3256 380 0,'0'0'99'0,"0"0"29"0,0 0-46 0,0 0-52 16,0 0 13-16,0 0 10 16,65 0-18-16,-65 0-1 15,7 0 18-15,-7 0-5 16,0 0 1-16,0 0-11 16,0 0 9-16,0 0-26 15,0 0 5-15,0 13-9 16,0 10 22-16,0 21-7 0,0 0-9 15,-7-3-5-15,-11-5-15 16,5-5 8-16,-2-6-3 16,15-9-4-16,0-4-3 15,0-12 2-15,0 0-2 16,0 0 0-16,0 0-9 16,0 0-7-16,15-4 16 15,38-17 5-15,12 1 20 16,10 4-16-16,-7 4 1 15,-3 1-10-15,-12-5-1 16,-7 7-17-16,-12 6-39 16,-27-2-34-16,-7 5-129 15,0 0-377-15</inkml:trace>
  <inkml:trace contextRef="#ctx0" brushRef="#br0" timeOffset="110743.43">22164 2334 569 0,'0'0'20'0,"0"0"107"0,0 0 11 0,0 0-21 0,0 0-47 0,0 0 15 16,-13-33 2-16,13 33-29 15,0 0-3-15,0 0-28 16,0 0-20-16,0 0-7 0,-9 0-12 15,9 25-2-15,0 15 14 16,0 3 6-16,0 1-6 16,0-3 12-16,0-9-12 15,0-3 0-15,-6-2-18 16,6-7-18-16,-6-3 18 16,-7-6-36-16,13 1-26 15,0-8-36-15,0-4-40 16,0 0 2-16,0 0 60 15,-22-11-294-15</inkml:trace>
  <inkml:trace contextRef="#ctx0" brushRef="#br0" timeOffset="110834.95">22164 2334 374 0</inkml:trace>
  <inkml:trace contextRef="#ctx0" brushRef="#br0" timeOffset="111008.4">22164 2334 374 0,'-121'168'400'0,"121"-172"-279"0,0-5 42 16,0 2-40-16,28-1-101 16,12 0 18-16,0 4 13 15,7 0-2-15,-16-1-15 16,3 2-24-16,-6-2-9 16,-3-2-3-16,3 3-4 15,-1 0-29-15,-2-4-15 0,-9-5-2 16,2 2 6-16,-18-6-16 15,13 2-59-15,-13-1-120 16,0 0-196-16</inkml:trace>
  <inkml:trace contextRef="#ctx0" brushRef="#br0" timeOffset="111293.44">22350 2185 583 0,'0'0'220'16,"0"0"-108"-16,0 0 27 16,0 0-82-16,0 0-23 0,-13 0-12 15,13 4-4 1,0 16-14-16,0 5 7 0,0 14 12 16,7 5 0-1,5-3-12-15,3 10-8 0,-2-7 3 16,-1-3-4-16,4-5-4 15,-16-8-5-15,0 0 0 16,0-4-23-16,0-15-9 16,0-1-60-16,12-8-97 15,-6 0-58-15,22 0-58 16</inkml:trace>
  <inkml:trace contextRef="#ctx0" brushRef="#br0" timeOffset="111658.45">22592 2530 307 0,'0'0'220'16,"0"0"-91"-16,0 0-21 16,0 0-48-16,0 0-34 15,0 0-20-15,0 48 23 16,0-48-7-16,6 0 12 15,6 0 4-15,16 0 14 16,0-8 21-16,9-28-24 16,-9 4-15-16,0-8-16 15,-9 0-3-15,-13 4-13 0,-6 0 2 16,0 12 1-16,0-1-5 16,0 13 0-16,0 9-6 15,0-2-9 1,0 5-13-16,-25 0 12 0,-31 0-4 15,3 28 1-15,1 5-69 16,33-9-37-16,10-4-66 16,9-4-125-16</inkml:trace>
  <inkml:trace contextRef="#ctx0" brushRef="#br0" timeOffset="111810.52">22592 2530 445 0</inkml:trace>
  <inkml:trace contextRef="#ctx0" brushRef="#br0" timeOffset="112524.59">22592 2530 445 0,'387'-113'194'0,"-387"113"-108"0,0 13 5 16,-6 10 61-16,0 6-128 15,6-9 4-15,0 0-6 16,0-4-4-16,0-8-10 16,0 1-7-16,0-6 1 0,0-3-1 15,0 0 11 1,0 0-1-16,0 0 23 0,-10-16 7 16,-2-16-33-16,0-4-7 15,5 4 4-15,-8 4-3 16,15 8 20-16,0-1 12 15,0 6-6-15,0-1-4 16,0 0-24-16,0-9 0 16,0 10-6-16,15-1-1 15,26-5-3-15,5 9 4 16,-15 4 1-16,-3 8-1 16,-6 0 1-16,-16 0-27 15,-6 5 10-15,0 31 1 16,0-5 21-16,0 10 8 0,0-17-8 15,0-9-14-15,0-7 2 16,0-3 8-16,0-5 8 16,0 0-5-16,0 0 1 15,0 0-1-15,0 0-2 16,0 8 3-16,0 4 15 16,0 4-15-16,19-4 3 15,-7-1 2-15,4-2-9 16,-10 3 15-16,12-4-22 15,10-1 2-15,0 2 6 16,-22-5 3-16,7 0 7 16,-7 0 1-16,-6-4 0 0,0 0 8 15,6 0-8-15,10 0-8 16,9 0 2 0,9-21 3-16,12-6 2 0,-6-9 2 15,7-4-5-15,-19 4 3 16,6-5 5-16,-15 13-11 15,2 4 13-15,-8 9-14 16,-13 10 15-16,0 5-13 16,0 0 7-16,0 0-9 15,6 0-6-15,6 8-15 16,4 20 21-16,9 0 0 16,-10 13-4-16,-3-10-5 15,-5 10-14-15,5-5 8 0,-3-8 10 16,4-8-9-16,-1-12-23 15,1-4-57-15,-13-4 6 16,0 0-154-16,0 0 16 16,0 0-262-16</inkml:trace>
  <inkml:trace contextRef="#ctx0" brushRef="#br0" timeOffset="112723.66">23506 2406 845 0,'0'0'46'0,"0"0"0"0,0 0-2 0,0 0-41 0,93-8 16 16,-46-1-19-16,-7-7-2 0,-12 9-56 16,-9 7-74-16,9-8-18 15,-7 8-139-15</inkml:trace>
  <inkml:trace contextRef="#ctx0" brushRef="#br0" timeOffset="113073.61">24043 2249 353 0,'0'0'141'15,"0"0"-24"-15,0 0-13 16,0 0-25-16,0 0-30 15,0 0-20-15,-96-7 3 16,89 7-10-16,-11 0 6 0,18 0-3 16,-6 0 18-16,6 20-29 15,0 7 1-15,0 1-13 16,0 5-2-16,46-10-1 16,7 6-2-16,-7-14 3 15,-5-2 0-15,-1-1 2 16,0-4 2-16,-12 0-3 15,-15 0 0-15,-13 0 2 16,0 4-3-16,0 0 0 16,-35 9 24-16,-30 2-8 15,-9-2-16-15,-1-2-4 0,17-7-44 16,23 4-159-16,-5-7-232 16</inkml:trace>
  <inkml:trace contextRef="#ctx0" brushRef="#br0" timeOffset="119768.03">8440 15360 180 0,'0'0'265'0,"0"0"-235"0,0 0-10 0,0 0 13 0,0 0-10 16,0 0 24-16,0 0 36 15,62 0-26-15,-62 0 8 16,12 0-17-16,-5 0-3 16,-1 0-23-16,0 0-5 15,16 0 8-15,3 0-7 16,-10-8 22-16,4 3-18 15,-4 2-6-15,4-1-10 16,-1 4-4-16,-2 0 4 16,-4 0-5-16,10 0 6 15,-3 0-2-15,-1 0 6 16,10 0-7-16,-6 0 11 0,-4 0-10 16,4 0 7-16,-3 0-9 15,15 0-2-15,-9 0 5 16,9 0-6-16,0 0 4 15,-16 0-4-15,10 0 3 16,-6 0 3-16,-3 0 3 16,-1 0 0-16,-2 0 8 15,-4 0 5-15,10 0-16 16,-3 0 1-16,-1 0-2 16,10 0-4-16,6 0 3 15,-9 0-8-15,3 0 13 16,0 0-11-16,-16 0 2 15,10 0 0-15,-4 0-1 0,1 0 3 16,9 0-6-16,0 0 10 16,3 0-7-16,-3 0 7 15,6 0-4-15,-9 0-2 16,-4 0 0-16,7 0 0 16,-9 0 5-16,-7 0-4 15,10 0 0-15,3 0 7 16,-3 0-6-16,5 0 2 15,11 0 2-15,-10 0-8 16,-1 0 2-16,14 0 0 16,-16 0 4-16,15 0-3 15,-12 7 5-15,6 1-4 0,-16-3 7 16,10 3-8 0,-3 0 6-16,3-1-7 0,-15-2 0 15,8-5 0-15,-2 12 1 16,-4-8 0-16,10-4 1 15,-3 8-4-15,3-4 7 16,3-4-4-16,6 4-1 16,-10-4-1-16,11 0 1 15,-17 0 4-15,10 4 0 16,-6-1-1-16,18 2-6 16,-15-1 12-16,3-4-11 15,-3 4 8-15,-4-4-8 0,4 0 2 16,-3 4 0-1,-4-4-2-15,4 0 4 0,-9 4-1 16,14-4 1-16,-2 0-3 16,3 0 5-16,0 0-5 15,3 0 6-15,3 0-9 16,0 0 7-16,-6 0-3 16,-15 0 8-16,-1 0-8 15,-6 0 2-15,10 0 3 16,2 0-4-16,10 0 4 15,-3 0-5-15,3 0 2 16,0 0-4-16,3 0 1 16,3 0 1-16,-12 0-3 15,2 0 7-15,4 0-8 16,-9 0 8-16,9 0-3 16,0 0 3-16,-10 0-6 0,4 0 2 15,3 0 0-15,-3 0 0 16,-4 0 3-16,-5 0-5 15,15 0 7-15,-7 0-9 16,4 0 11-16,-3 0-9 16,-4 0 4-16,4 0-2 15,-16 0 0-15,13 0-2 16,-13 0 1-16,22 0 2 16,0-4-1-16,-10 0 6 15,17 4-9-15,-11-4 11 0,4 0-11 16,0 4 7-16,-9-5-4 15,-13 5 0-15,22 0 2 16,-16 0-5-16,4-3 7 16,9-1-8-16,3 0 10 15,-4 0-3-15,4-4-3 16,0 4 0-16,-3 0-6 16,-3 4 6-16,-16 0 0 15,-6-8-5-15,12 8-1 16,-12 0 3-16,0 0 1 15,0 0-16-15,0-8-15 0,0-9-45 16,0-2-163-16</inkml:trace>
  <inkml:trace contextRef="#ctx0" brushRef="#br0" timeOffset="124598.21">20092 7110 44 0,'0'0'556'0,"0"0"-490"0,0 0 40 0,0 0-27 0,0 0-42 16,0 0-15-16,0 0 8 16,0 0 0-16,0 0 3 15,0 0 24-15,0 0 12 16,0 0-18-16,0 0-21 16,0 0-9-16,0 0-9 15,0 0-3-15,0 0 6 16,0 0-13-16,0 0 15 15,0 0-14-15,0 0 17 16,0 0-19-16,0 0 8 16,0 0-5-16,0 0-4 15,0 0 0-15,0 0 5 0,0 0-7 16,0 0 6 0,0 0-5-16,0 0 5 0,0 0 2 15,0 0-3-15,0 0 9 16,0 0 2-16,0 0-3 15,0 0 12-15,0 0-18 16,0 0 17-16,0-16-19 16,0-17 18-16,13-10-15 15,-7-9 0-15,22-12-6 16,-9-4-2-16,-13-5 0 16,-6 1-5-16,0 8-2 15,0 20 9-15,0 0-3 16,0 23 6-16,0 6 0 15,0 7 1-15,0 0-8 16,0 8 2-16,0 0-26 0,0 0 15 16,0 0-25-1,-13 0 13-15,-15 31 4 0,-12 30 19 16,-13 2 2-16,1 1-2 16,-1-3-17-16,13-12-41 15,6-13-13-15,-1-13-77 16,35-15-157-16</inkml:trace>
  <inkml:trace contextRef="#ctx0" brushRef="#br0" timeOffset="128876.7">22384 6681 3 0,'0'0'495'0,"0"0"-469"0,0 0 5 0,0 0-8 16,0 0-22-16,0 0 11 15,0 0 49-15,-28 0 21 16,28 0-9-16,0 0 28 0,0 0-31 16,0 0-11-16,0 0-40 15,0 0 8-15,0 0-12 16,0 0 13-16,0 0 2 15,0 0-17-15,-6 0 11 16,0 0-5-16,6 0 14 16,0 0-12-16,0 0-5 15,0 0-12-15,0 0 0 16,0 0-3-16,0 0 1 16,0 0-2-16,0-4 5 15,0-5-5-15,0-6 0 16,6-6-8-16,34-2 6 15,13-5 0-15,-4 12 0 0,4 0-2 16,-6 4 3-16,-1 12-2 16,-12 0 0-16,-15 0-17 15,2 0 4-15,-14 12 8 16,-7 35 5-16,0 10 3 16,-16 11-17-16,-37-4-17 15,1-4-21-15,-1-3 13 16,19-21 37-16,6 4 5 15,3-16 7-15,19-8 45 16,-3-4-26-16,9-8-11 16,0-4-4-16,0 8-8 15,0-4-2-15,0 0 0 16,28 0 16-16,24-4-9 16,10 0 14-16,3 0-17 0,16 0 2 15,-6-20-7-15,-23 4-24 16,1-5-22-16,-13 2-69 15,-18 2-133-15,-16 9-240 16</inkml:trace>
  <inkml:trace contextRef="#ctx0" brushRef="#br0" timeOffset="129359.2">23044 6906 321 0,'0'0'180'0,"0"0"-89"0,0 0 33 0,0 0-21 0,0 0-17 15,0 0-24-15,-65 104-13 16,65-92-27-16,6-4 3 0,35-4 8 16,5-4 29-16,13 0-37 15,22-12 11-15,6-29-14 16,-7-10-8-1,-5-9-12-15,-23-4 1 0,-18 3 2 16,-15 5-2-16,-19 7-3 16,0 10 0-16,0 19-1 15,-31 4-11-15,-31 16-13 16,-31 0 22-16,0 23-30 16,-22 21-13-16,16 21-18 15,12-9 8-15,19-12-252 16,43-7-381-16</inkml:trace>
  <inkml:trace contextRef="#ctx0" brushRef="#br0" timeOffset="129826.98">23702 6858 205 0,'0'0'70'0,"0"0"31"0,0 0 38 16,0 0-52-16,0 0-19 0,0 0 4 15,46 28 10-15,-40-20-2 16,7 0-5-16,8-4-22 16,10 4-8-16,10-8-23 15,8 0 12-15,-2 0-5 16,12 0-4-16,-7-12 12 16,4-17-18-16,-3-7 14 15,-6-12-26-15,-13 1 3 16,-10-6-7-16,-2-4-3 0,-16 13-1 15,-6 13-9 1,0 11 6-16,-21 20 4 0,-57 0-4 16,-24 0-5-16,15 31-18 15,-12 10 12-15,18 3-22 16,28 0-107 0,-2-4-143-16</inkml:trace>
  <inkml:trace contextRef="#ctx0" brushRef="#br0" timeOffset="132373.82">19950 7796 231 0,'0'0'241'0,"0"0"-205"0,0 0-7 0,0 0 23 15,0 0-30-15,0 0-20 16,0 0-2-16,0 4 1 15,0-4 14-15,0 0 57 16,0 0 35-16,0 0-22 16,0 0 2-16,0 0-27 15,0 0-6-15,0 0-1 16,0 0-26-16,0 0-7 16,0 0-13-16,0 0 17 15,0 0-12-15,0 0 11 16,0 0-14-16,0 0 4 0,0 0-4 15,0 0 2 1,0 0 1-16,0 0-7 0,0 0-5 16,6 0 4-16,16-17-2 15,-4-2-1-15,32-1-1 16,-19 0 4-16,-3 16-6 16,6-5 3-16,-9 6-1 15,15-2 0-15,0-6-9 16,13 11 6-16,-3 0-1 15,-26 0-1-15,4 0-17 16,-9 0 17-16,-19 32-3 16,0 8 8-16,0 12 0 15,0-4-8-15,-6 4 7 16,-35 4-11-16,7-7 9 0,-6-2 4 16,15-2-6-16,-9-5 10 15,16 0-5-15,2-4 0 16,10-16 1-16,-7-4-2 15,13-11-7-15,0-2-2 16,0-3-16-16,0 5 18 16,35-2 5-16,11-3 3 15,13 0 1-15,-13 0 16 16,29 0 8-16,-22 0-15 16,9-11 7-16,-16-2-14 15,-6 1-6-15,-21 9 1 16,0-2-18-16,9 5-45 15,-22 0-154-15,-6 0-330 16</inkml:trace>
  <inkml:trace contextRef="#ctx0" brushRef="#br0" timeOffset="135321.21">22464 7752 397 0,'0'0'311'0,"0"0"-237"0,0 0-7 0,0 0 11 16,0 0-46-16,0 0-13 16,0 0-6-16,0-5 13 15,0 5 1-15,0-11 7 0,0-1 33 16,0 8-40 0,0-13-11-16,0 6-15 0,0 2 11 15,0 1-12 1,0 5 4-16,0 3-4 0,0 0-7 15,0 0 7-15,0 0 6 16,0 0 10-16,0 0-16 16,0 0 19-16,0 3-19 15,0 14-2-15,0 15-1 16,0 12 3-16,0 8 0 16,0-8-4-16,0-4 4 15,-12 0-11-15,-10-4 6 16,4-8 4-16,18 1 0 0,-16-9 1 15,16-1 0 1,0-7 0-16,0-4-18 0,0 0-10 16,0-3-1-16,34-5 27 15,13 4-4-15,-7-4 3 16,0 0 1-16,1 0-4 16,-23 0-4-16,10-12-5 15,-6-8-2-15,-16 7-11 16,13 2 4-16,-7 3-23 15,-3 4 36-15,-2-4 0 16,-1 0 10-16,-6 0 2 16,0-5 5-16,0 1 15 15,0 4-13-15,0 0 3 16,0 0-7-16,0 8-8 0,0 0 7 16,0 0-6-16,0 0 3 15,0 0 0-15,0 0 10 16,0 0-8-16,0 0 8 15,-6 29-2-15,-10 10 72 16,-9 9-28-16,-3 1-18 16,16-5-22-16,-10-8-11 15,16-4-1-15,-6-8-17 16,12-4-26-16,0-7-79 16,-6-13-156-16</inkml:trace>
  <inkml:trace contextRef="#ctx0" brushRef="#br0" timeOffset="135805.99">23013 8140 463 0,'0'0'28'0,"0"0"64"0,0 0 6 0,0 0-49 15,0 0 11-15,0 0-2 16,-6 89 1-16,31-81-7 15,15-8 5-15,7 0-22 16,-1 0 20-16,7-16-15 16,-3-12-16-16,-10-12-21 15,-9-4 0-15,3-5-3 16,-22-3-3-16,-2 9-1 16,-10 6-20-16,0 13 16 15,-22 5 8-15,-43 19 3 16,-10 0 2-16,-11 0-5 0,11 7-1 15,10 17-5-15,15 4 5 16,26-12-30-16,17 4-27 16,7 1-130-16,0-9-16 15,0 4-17-15,31-5-175 16</inkml:trace>
  <inkml:trace contextRef="#ctx0" brushRef="#br0" timeOffset="136170.88">23587 8096 146 0,'0'0'383'16,"0"0"-346"-16,0 0 44 15,0 0-3-15,0 0-41 16,0 0-21-16,195 77 13 16,-142-77 4-16,-7 0 25 15,-5 0 11-15,5-5-7 16,-5-31-13-16,-1-11-24 16,-22-1 15-16,-11-9-29 15,-7 5-7-15,0 1-4 16,0 14-3-16,-7 17 2 15,-45 8 1-15,-7 12 0 0,-37 0 0 16,9 44-22-16,-12-4-51 16,24-4-7-16,23-4-144 15,39-4-139 1</inkml:trace>
  <inkml:trace contextRef="#ctx0" brushRef="#br0" timeOffset="138586.96">19289 12737 564 0,'0'0'112'0,"0"0"-46"0,0 0 32 15,0 0-14-15,0 0-59 16,0 0-25-16,0 0 0 16,174 0-37-16,-162 0 15 15,-12 0 15-15,22 0 2 16,-16 0 2-16,13 0-45 16,3 3-74-16,2-3-139 0</inkml:trace>
  <inkml:trace contextRef="#ctx0" brushRef="#br0" timeOffset="138784.63">19770 12757 327 0,'12'0'7'0,"10"0"-7"0,18 0-38 0,7 0 38 16,6 0 40 0,-7 0 52-16,-6 0 50 0,-12 0-14 15,-3 0 17-15,3 0-7 16,0 0-79-16,-3 0-33 15,9 0-18-15,6 0-8 16,0-4-20-16,13-12-100 16,-13-4-126-16,-5-4-204 15</inkml:trace>
  <inkml:trace contextRef="#ctx0" brushRef="#br0" timeOffset="138984.53">20933 12581 669 0,'0'0'93'15,"0"0"-16"-15,0 0-16 16,0 0-53-16,0 0-8 16,0 0-20-16,180-5-50 15,-146 5-62-15,-13 5-72 16,20-5-154-16</inkml:trace>
  <inkml:trace contextRef="#ctx0" brushRef="#br0" timeOffset="139135">21754 12645 186 0,'0'0'622'0,"0"0"-613"16,0 0 50-16,0 0 35 15,0 0-57-15,0 0-37 16,261 3 0-16,-212-3-59 15,4 0-72-15,-6 0-54 16,-1-3-285-16</inkml:trace>
  <inkml:trace contextRef="#ctx0" brushRef="#br0" timeOffset="139587.23">22719 12673 731 0,'0'0'164'16,"0"0"-145"-16,0 0-19 15,0 0 26-15,0 0 10 16,347-28-5-16,-288 15 10 16,-13 10-36-16,-18 3-5 15,0 0-10-15,3 0-7 16,10-5-62-16,14-2-59 16,4 7 78-16,0 0 32 15,-3 0 28-15,-3 0 0 16,-7 15 114-16,-18 10 46 0,19-9-46 15,-16 0-48-15,18-12-55 16,23-4-5-16,14 0-2 16,17-12-8-16,2-12-39 15,-6 7 29-15,-18 6-80 16,-13 6 33-16,-15 5 38 16,-13 0 21-16,-12 0 0 15,-3 0 3-15,3 0-1 16,6 0 1-16,-3 0 46 15,25 0-8-15,-10 0-9 16,7 0 54-16,0 0-58 16,9 0-16-16,3 0-10 15,-3 0-5-15,9-7-33 0,10-6-23 16,-13 2-7-16,-3 11-31 16,-3-5-86-16,-22 5 6 15,-15 0-107-15</inkml:trace>
  <inkml:trace contextRef="#ctx0" brushRef="#br0" timeOffset="142265.12">22030 13174 449 0,'0'0'230'0,"0"0"-117"0,0 0 10 0,0 0-19 16,0 0-40-16,0 0 11 16,0 0-27-16,0 0-3 15,0 0-29-15,0 0 12 0,0-8-9 16,0 4-1-1,0-4 5-15,25 4-10 0,9-5-5 16,13 1-2-16,15 1-11 16,-10-1 5-16,1 8-5 15,-19 0-25-15,-15 0 6 16,-19 32 7-16,0 25 17 16,0 7 2-16,-53 8 2 15,0-8-2-15,1-12 1 16,-4-13 7-16,25-6-9 15,-3-13 15-15,12-7-5 16,10-6-3-16,12-7 5 16,0 0-13-16,0 0-2 15,0 0-11-15,0 0 11 0,28-12 4 16,12-4 1-16,0 4 1 16,1 0 0-1,-10 0-4-15,3 3-9 0,-6 9-5 16,-10 0-30-16,10 0-6 15,-9 0-21-15,2 0-86 16,-8 0-175-16,-7 0-241 16</inkml:trace>
  <inkml:trace contextRef="#ctx0" brushRef="#br0" timeOffset="143431.02">21928 13194 403 0,'0'0'72'0,"0"0"-38"0,0 0-16 0,0 0-4 16,0 0 57-16,0 0 40 0,0 0 3 16,0 0 6-16,0 0-44 15,0 0-5-15,0 0-24 16,0 0-33-16,0 0 6 15,0 0-5-15,0 0 17 16,0 0-9-16,0 0 22 16,0 0-14-16,0 0 8 15,22 0-16-15,6-20-6 16,3 0 4-16,3-4-19 16,12 8-2-16,-5 4 3 15,-7 4-6-15,0 8 3 0,-3 0-3 16,3 0 3-16,-6 0-4 15,6 0 0-15,-3 0-8 16,-3 16 5-16,-10 7-12 16,-8 10 8-16,-10 3-6 15,0 5 11-15,0-2-12 16,-16-3 5-16,-24-3 5 16,21-13 8-16,-15-9 4 15,34-6-4-15,-6-5 7 16,6 0-7-16,0 0 0 15,0 0-14-15,0 0-4 16,0 0 0-16,0 0 4 16,0 0 12-16,19-5 2 15,2 5 12-15,-2 0-10 0,3 0 0 16,-10 0 5 0,0 16-14-16,-12 9 4 0,0 6 1 15,0 2 2-15,-12 3 0 16,-47 0 10-16,-15-8-4 15,-7 0 15-15,22-16 9 16,-3 5-9-16,22-14-19 16,9 1-2-16,3-4-11 15,0 8-32-15,22 8-17 16,-13 0-129-16,-2 9-507 16</inkml:trace>
  <inkml:trace contextRef="#ctx0" brushRef="#br0" timeOffset="144248.86">22784 13182 682 0,'0'0'316'0,"0"0"-174"0,0 0-48 0,0 0-40 15,0 0-53-15,0 0-1 16,22 0-3-16,2 0-11 16,4 0 12-16,0 0 2 15,-3 12-5-15,3 12 9 0,-16 4-6 16,-12 8 2 0,0 16 0-16,0 4-4 0,-40 1 4 15,9-6 2-15,-9 2-2 16,18-17 7-16,3 0-2 15,4-15 13-15,15-18-6 16,0-3-8-16,0 0-4 16,0 0-1-16,40-3 1 15,22-18 6-15,-3-2 9 16,15-2-14-16,-15 5-2 16,-6 4-9-16,-13 8 10 15,-12 8-42-15,-9 0 0 0,9 0-17 16,-6 0-66-16,-4 0-97 15,4-8-200-15</inkml:trace>
  <inkml:trace contextRef="#ctx0" brushRef="#br0" timeOffset="144546.8">23395 13498 514 0,'0'0'79'15,"0"0"12"-15,0 0-16 16,0 0-40-16,0 0 10 15,0 0 66-15,77 9-45 16,-49-5 0-16,6-4 0 16,6 0-19-16,13 0-1 15,-6-21-17-15,5-15 5 0,-11-3-29 16,-20-5 6 0,-8 4-11-16,-13-1 10 15,0 5-6-15,0 8-2 0,-34 9 12 16,-25 19-13-16,-9 0 9 15,-25 0-10-15,6 23 0 16,0 13-35-16,13-12-20 16,49-4-44-16,25-20-127 15,0 0-189-15,0 0-74 16</inkml:trace>
  <inkml:trace contextRef="#ctx0" brushRef="#br0" timeOffset="144863.08">24049 13459 413 0,'0'0'427'0,"0"0"-367"16,0 0-13-16,0 0-25 15,0 0-21-15,0 0-2 16,335-25-4-16,-276-19 3 15,-7-8 2-15,-18 4 16 16,-15 1 30-16,-19 6 2 0,0 13 4 16,0 12-16-1,-31-1-36-15,-25 17 0 16,-9 0-6-16,3 17-14 16,3 27-11-16,0 0 20 0,13-3 11 15,18-10-8-15,22-18-116 16,6-13-337-16</inkml:trace>
  <inkml:trace contextRef="#ctx0" brushRef="#br0" timeOffset="158384.62">20058 14008 565 0,'0'0'46'0,"0"0"22"0,0 0-18 0,0 0-32 16,0 0-11-16,0 0 23 15,0 0 23-15,0 0 36 16,0 0-16-16,13 0-17 15,-13 0 7-15,0 0-37 16,6 8-3-16,-6-8-14 16,6 8 7-16,3-8-14 0,-2 0-2 15,5 0 0-15,0 0-3 16,4 0 2-16,-16 0 1 16,0 0 12-16,0 0-7 15,0 0 18-15,0 0-18 16,0 0-1-16,0 0-4 15,0 0-17-15,0 0-80 16,0 0-215-16</inkml:trace>
  <inkml:trace contextRef="#ctx0" brushRef="#br0" timeOffset="158950.9">20164 13636 336 0,'0'0'223'0,"0"0"-191"0,0 0 114 16,0 0-14-16,0 0-32 16,0 0-31-16,207-85-16 0,-160 41-10 15,-7-4-18 1,-18-1-5-16,-3-2 8 0,-19-1-15 15,0-1-6 1,0 13-7-16,0 8-4 0,0 24-23 16,-28 8-25-16,-25 0 6 15,-6 56 40-15,-3 24 5 16,3 5-2-16,25-13-3 16,15-16-223-16,19-24-491 15</inkml:trace>
  <inkml:trace contextRef="#ctx0" brushRef="#br0" timeOffset="176520.51">1882 16808 367 0,'0'0'105'0,"0"0"-22"0,0 0 3 0,0 0-23 0,0 0-46 16,0 0 19-16,0 0-4 15,0 0-11-15,0 0-5 16,0 0 21-16,0 0 27 15,0 0-2-15,0 0-15 16,0 0-30-16,0 0 16 16,0 0-17-16,0 0 2 15,0 0-14-15,9 0 7 16,4 0-9-16,-7 0 11 16,6 0 6-16,16 0-16 0,-9 0 13 15,21 0-16 1,7 8 16-16,2 3-13 0,4 6 3 15,6-9-2-15,-6 0-2 16,3-5-2-16,-16 2-6 16,13-1 6-16,-7 0 0 15,-12 0 1-15,6-1 1 16,1 2 5-16,-10-2-5 16,-3 2-2-16,6-2 0 15,6-3 2-15,-21 0-2 16,9 5 0-16,-4-1-2 15,4 0 7-15,13 0 3 16,5 4-6-16,13-5 7 16,3 2-7-16,-3-1 1 0,3 0-3 15,-9 0 0-15,-7 0-1 16,-5 0 2-16,-7 0-1 16,-10 0 4-16,17-4-7 15,-7 3 3-15,6-3-1 16,7 0-5-16,-1 0 4 15,16 0 0-15,3 5 2 16,-3-1-6-16,-3 0 8 16,0 4-8-16,-3-4 9 15,-3 1-6-15,-7-2 3 16,-6 0 0-16,7 2 0 16,-7-1 0-16,-6-4-1 0,13 4 5 15,-1-4-9-15,13 0 5 16,10 0-7-16,-4 0 1 15,9 0 0-15,-6 0-29 16,-15 0 35-16,6 0 0 16,-13 0 0-16,1 0-4 15,3 0 9-15,-4 0-11 16,1 0 5-16,-1 0-1 16,1 0 0-16,5 0-11 15,10 0 5-15,-9 0 1 16,0-8 3-16,6 8 8 15,-10 0-11-15,10 0 8 16,-6 0-4-16,9 0-8 0,-16-5 8 16,1 5-13-1,-13-3 6-15,-3 0 7 0,-9-2 6 16,-4 5-3-16,10 0 1 16,6 0 14-16,13 0-9 15,-1 0 6-15,1 0-12 16,-1 0 3-16,7 0-3 15,-13 0 1-15,-5-4-5 16,-1-4-10-16,-10-5 10 16,-8 6-1-16,-10 3 1 15,0-4 8-15,1 4-5 16,-1-4 3-16,0-5-2 0,3 2 9 16,-3-6-7-16,-6 6 2 15,7-9 1-15,-1 0-4 16,-6-9 2-16,0 6 2 15,0-5-5-15,0 4 15 16,0 4-9-16,0-1 0 16,0 6 5-16,0-6-10 15,0 6 14-15,0-10-12 16,0 1-3-16,-13-4 4 16,-2 4-8-16,3-4 7 15,5 3-3-15,-5 5 1 16,-4-4 2-16,10 1 8 15,-6-2-5-15,-1-3-6 0,-8-8-6 16,2 0 5 0,-9-4-14-16,10 0 11 0,-16 12 4 15,12 0 0-15,9 4 2 16,-5-1 0-16,2-2-2 16,-8 2 1-16,14-3-3 15,-2 5 0-15,-13 2 2 16,3-7 0-16,-6 12-2 15,4 4-5-15,2 1 7 16,9 6-6-16,7 1 13 16,-15 0-12-16,8 0 11 15,-5-4-9-15,-10-3 3 16,9-2-6-16,-9-4 6 16,0 6 0-16,3-1-3 0,-2-1 8 15,-1 2-11-15,3-1 4 16,3-1-4-16,10 2 5 15,-1-6 0-15,-2 17 1 16,-4 0 8-16,-3 0 15 16,-15 0-19-16,3 0-3 15,0 0 5-15,-25 0-9 16,-3 0 6-16,3 0 11 16,-21 0 1-16,-1 9 6 15,7-1 7-15,-7-8-26 16,3 0 15-16,4 0-11 15,0 0 5-15,-1 0-8 16,-2 8-6-16,-4-5 5 0,0 6-2 16,7-5 4-1,9-4 3-15,-3 0-7 16,-1 8 3-16,-2-4 3 0,-3 0-4 16,-7 3-4-16,-6 10-5 15,0-4 6-15,7-2 2 16,9-11 4-16,-10 8 3 15,-6-8-5-15,6 0-3 16,-12 0 0-16,7 0-4 16,11 0 13-16,13 0-5 15,16 0-4-15,5 0 1 16,4 0-1-16,-3 0 0 16,0 0-3-16,-7 0-24 0,7-8 25 15,-1-3 2 1,1-2 0-16,0 13 0 0,6 0 11 15,-7 0-11-15,1 0 2 16,-6 0 4-16,5 0-4 16,-18 0-2-16,4 0 5 15,17-4-10-15,-24 0 11 16,38 4-11-16,-26 0 6 16,25 0-2-16,-3 0-7 15,-6 0-3-15,9 0 8 16,10 0-11-16,9 0 10 15,-13 8-6-15,7 5 6 0,-16-2 3 16,0 14-2 0,3-10-9-16,-3 6 7 0,9-6 3 15,-8 1 2-15,-1 8-1 16,15-4 6-16,-21 5 0 16,9 3-2-16,-3-4-2 15,1-8-1-15,27 4-14 16,0-8-1-16,-13-4-4 15,13 3 17-15,-6-2 4 16,6 3-2-16,-6 3 2 16,-10 10 2-16,4 3-1 15,-7 8 5-15,4 0-6 16,9-4-3-16,-7 4 1 16,7 0-9-16,6 9 3 0,-6 7 12 15,6 4-13 1,0-9 14-16,0-6-14 0,65-13-14 15,9-20-47-15,19-8-35 16,-6-8-112-16,-53-40-344 16</inkml:trace>
  <inkml:trace contextRef="#ctx0" brushRef="#br0" timeOffset="178535.98">26843 5751 341 0,'0'0'249'0,"0"0"-243"0,0 0 31 0,0 0 8 16,0 0-24-16,0 0 16 15,0 0 26-15,-7 0 15 16,7 0 23-16,0 0-11 16,0 0-14-16,0 0-37 15,0 0-14-15,0 0 8 16,0 0-6-16,0 0 9 15,0 0-12-15,0 0 2 0,0-8 9 16,0-28-17-16,0-8-12 16,0-13 3-16,0-7 7 15,-15-4-12-15,15 0-2 16,0 12 4-16,0 12-9 16,0 19 5-16,0 17-2 15,0 0 0-15,0 8-11 16,0 0-9-16,0 0-26 15,28 33 44-15,31 6-4 16,15 5 5-16,-6 0-4 16,4-11 5-16,2-10 0 0,0-10-2 15,1-13 0 1,-16 0 2-16,0-28 4 0,-13-49 3 16,4 2 18-1,-25-18-21-15,-19 13 7 0,-6 16-5 16,0 11-6-16,0 22-1 15,-13 15-7-15,-5 7 7 16,2 6-37-16,16 3-22 16,0 0-60-16,0 0-287 15</inkml:trace>
  <inkml:trace contextRef="#ctx0" brushRef="#br0" timeOffset="179616.68">27810 5751 415 0,'0'0'154'0,"0"0"-125"0,0 0 48 0,0 0-32 15,0 0-8-15,0 0 5 16,0 31 52-16,0-31 20 16,0 0-3-16,0 0-29 15,0 0-26-15,-6 0-19 16,0 0-18-16,-13-16 11 15,-9-7-21-15,9-5 3 16,-8-16-8-16,-1 0 1 16,15-13 2-16,1-7-1 15,12-4-4-15,0 0 3 0,0 4-10 16,0 11 7-16,0 17-4 16,6-4-24-16,6 20 3 15,-5 12-30-15,14 8-16 16,4 0-33-16,3 0-133 15,0 0-212-15</inkml:trace>
  <inkml:trace contextRef="#ctx0" brushRef="#br0" timeOffset="180332.95">28207 5073 116 0,'0'0'122'0,"0"0"101"0,0 0-58 0,0 0-9 16,0 0-41-16,0 0-14 15,0-13-35-15,0 10-26 16,0-9-6-16,0 4-25 16,0 0-1-16,0 3-5 15,0 5 24-15,0 0-4 16,0 0 17-16,0 0-20 15,0 0-13-15,0 0-7 0,-9 0 2 16,-4 17-2-16,-5 2 1 16,-4 6 12-16,3 7-11 15,-2 8 9-15,8 4-7 16,7 8 10-16,0 1-7 16,0 11-7-16,6-9 0 15,0-2-1-15,0-13-1 16,0-8-5-16,6-4 5 15,19-7-11-15,-4-10 3 16,20-3-40-16,-10-8 18 16,3 0-2-16,6 0-6 15,-6 0 20-15,0-32-40 0,-9 0-32 16,-3-4-137-16,-4 4-69 16,-2-1-36-16</inkml:trace>
  <inkml:trace contextRef="#ctx0" brushRef="#br0" timeOffset="180850.23">27878 5285 74 0,'0'0'302'0,"0"0"-239"0,0 0 75 0,0 0-11 0,0 0-15 0,0 0 31 16,59-20-67-16,-43 20 19 16,8 0-51-16,4 0-20 15,13 0-8-15,-1 0-8 16,0 0-8-16,13 0-27 16,-7 0 0-16,-5-12-76 15,-13 1-57-15,-16-2-186 16</inkml:trace>
  <inkml:trace contextRef="#ctx0" brushRef="#br0" timeOffset="181348.67">28526 4993 537 0,'0'0'245'0,"0"0"-110"0,0 0-53 0,0 0-39 16,0 0-37-16,0 0 15 0,62 80 24 15,-15-40 4 1,-7 4-9-16,-3 8-15 0,-15 12 12 16,-10 0-32-16,-12 8 7 15,0 0-11-15,0 5-2 16,-46-8-3-16,-1-14-11 16,1-10-4-16,6-21-31 15,21-12-41-15,-3-12-149 16,16 0-310-16</inkml:trace>
  <inkml:trace contextRef="#ctx0" brushRef="#br0" timeOffset="182016.01">29140 5489 654 0,'0'0'68'0,"0"0"-32"0,0 0 4 15,0 0 14-15,0 0 6 16,0 0-39-16,137-3 2 16,-113 3-23-16,-2 0 0 15,-9 0-20-15,-1-5-38 16,3 5-28-16,-8-3-2 15,5 3-16-15,-6-8-25 16,-6-1-8-16</inkml:trace>
  <inkml:trace contextRef="#ctx0" brushRef="#br0" timeOffset="182564.66">29202 5265 326 0,'0'0'195'0,"0"0"-80"0,0 0 52 0,0 0-17 0,0 0-41 15,0 0-20-15,6 0-28 16,7 0-35-16,2 0 2 15,16 0-10-15,3 0 14 16,1 0-16-16,-1 0-11 16,0 0-5-16,-3 0-10 15,-3 0 1-15,6 0-29 0,-3-12 0 16,-10 1-48-16,-21 3-190 16</inkml:trace>
  <inkml:trace contextRef="#ctx0" brushRef="#br0" timeOffset="183846.67">29829 5691 301 0,'0'0'22'0,"0"0"-22"0,0 0 0 0,0 0-10 15,0 0 10-15,0 0 41 16,0 27 74-16,0-27-27 0,0 0-14 15,0 0-16 1,0 0-5-16,0 9-19 0,0-6 1 16,0-3-3-1,0 5 16-15,0-5-15 0,0 0-8 16,0 0 16-16,0 0-16 16,0 0 15-16,0 0-4 15,0 0 14-15,9 0-27 16,-9 0 17-16,0 0-13 15,6 0 12-15,-6 0-18 16,6-17 5-16,0-15 9 16,1-12-25-16,14-12 10 0,4-12-17 15,15-12 8 1,-5 0-9-16,5 3-2 0,-12 5 1 16,-10 8-2-1,10 7-5-15,-9 6-8 0,-4 10 12 16,-8 17-13-16,-1 9 7 15,-6 15 1-15,0 0 1 16,0 0-26-16,0 0-11 16,0 0 17-16,0 0-5 15,0 0-33-15,0 23-18 16,-22 10 80-16,-3 6 0 16,-9 2-1-16,6 7-17 15,-12 0-50-15,9-8-137 16,-9-8-244-16</inkml:trace>
  <inkml:trace contextRef="#ctx0" brushRef="#br0" timeOffset="184531.14">30132 5350 275 0,'0'0'147'0,"0"0"-74"0,0 0 3 0,0 0-2 0,0 0 4 16,0 0 14-16,-74 111-35 0,68-94 16 16,-4 3-37-1,10 0-2-15,0 0-17 0,0 0 5 16,0 0 0-16,0 1-14 16,0-2 16-16,10 1-7 15,8-4-10-15,10-4-7 16,-3-7-3-16,15-5-28 15,1 0 31-15,5-17 8 16,1-19 3-16,-1-8 6 16,-5 0 0-16,-7 0 4 15,-13 0-12-15,-2-9 7 16,3 9-16-16,9-8-12 0,-3 1-39 16,-10 10-54-16,-8 5-8 15,-10 12 38-15,0 8 69 16,0 16 6-16,-35 0 97 15,-33 16-74-15,9 16-23 16,-21 4-80-16,21-11-104 16,3 6-49-16,9-15-181 15</inkml:trace>
  <inkml:trace contextRef="#ctx0" brushRef="#br0" timeOffset="185163.04">30539 5430 353 0,'0'0'154'0,"0"0"-150"0,0 0 15 0,0 0-14 0,0 0-3 0,0 0 32 15,-28 44 57-15,15-32-7 16,-5 8 0-16,8-1 1 16,-2 2-16-16,0-1-33 15,12 0-14-15,0-4-12 16,0 9-8-16,0-10 2 16,0 6-2-16,0-2 27 15,0-2 17-15,0-6-32 16,6-3-13-16,40-8 11 15,7 0-10-15,9 0 2 16,9-11-3-16,4-30 4 0,-1-7 6 16,-9 0-5-16,-9-8 0 15,-9 0-3-15,-13 7 5 16,-16 1 7-16,-11 12-11 16,-7-4-4-16,0 8 0 15,0 0 0-15,0 17-24 16,-35-2 12-16,-5 17-13 15,-19 0 4-15,0 0 20 16,-15 20 1-16,-1 20-8 16,1 4-5-16,9-8-74 15,6 13-227-15</inkml:trace>
  <inkml:trace contextRef="#ctx0" brushRef="#br0" timeOffset="186529.14">31360 5534 151 0,'0'0'347'0,"0"0"-252"0,0 0 33 0,0 0-36 16,0 0-7-16,0 0 18 16,0 0-7-16,0 0-24 15,0 0-33-15,0 0 5 16,0 0-29-16,0 0 2 16,0 0-12-16,0 0 11 15,0 0-5-15,0 0 6 16,0 0 2-16,0 0-16 15,0 0-6-15,0 0-3 0,0-4 2 16,0 4-58 0,-6-5-36-16,-22 2-281 0</inkml:trace>
  <inkml:trace contextRef="#ctx0" brushRef="#br0" timeOffset="187609.92">31723 5281 508 0,'0'0'0'0,"0"0"-69"0,0 0-94 0</inkml:trace>
  <inkml:trace contextRef="#ctx0" brushRef="#br0" timeOffset="188197.14">31723 5281 278 0,'0'0'90'0,"0"0"54"16,0 0-84-16,0 0-49 16,0 0-11-16,0 0-4 15,0 0-12-15,0 0 14 16,0 0 2-16,0 0 25 15,0 0 48-15,0 0 1 16,0 0 12-16,0 0 12 16,0 0-14-16,0 0-60 15,0 0 1-15,0 0-2 0,0 0 8 16,0 0-9 0,0 0-1-16,0 0 1 0,12 0-10 15,-12 0 11-15,0 0-7 16,0 0 4-16,0 0-16 15,0 0 7-15,7 0-11 16,-1-8 2-16,0 8 4 16,0 0 8-16,-6-8-3 15,10 8-6-15,2 0-2 16,7 0 1-16,15 0-8 16,0 0 3-16,6 0 1 15,0 0-15-15,1 8 1 16,-1 4 6-16,-15 1-12 15,-10 14-10-15,-15 6 18 16,0-2 12-16,0 14 0 0,-6-1 0 16,-28 0-31-1,-12 4 2-15,5 9-5 0,-5-2 30 16,5-2 3-16,13-14 2 16,10-11 35-16,9-15-17 15,9-13-10-15,0 0-8 16,0 0-2-16,0 0-9 15,0 0 10-15,34 0 4 16,12 0 7-16,1 0 15 16,9 0-5-16,-4 0-2 15,1 0-17-15,-7 0-4 16,7 0-19-16,-13 0-78 0,1-5-133 16,-13 5-92-16</inkml:trace>
  <inkml:trace contextRef="#ctx0" brushRef="#br0" timeOffset="206977.26">32331 4511 198 0,'0'0'112'0,"0"0"-38"0,0 0 21 0,0 0-51 15,0 0-9-15,0 0 18 0,0 0 11 16,0 0-16 0,0-4-20-16,0 4 18 0,0 0-21 15,6-8-21-15,13 8-2 16,-10-7 4-16,3 2-3 15,-12 2 13-15,0 3 25 16,0-5 22-16,0 5 3 16,0 0-12-16,0-4-9 15,0 4-39-15,0-4 9 16,0 4-14-16,0-4 0 16,0 0 1-16,0 0-2 15,0-4 1-15,0 8 1 0,0 0 4 16,0 0 2-1,0 0 17-15,0 0-6 0,0 0 7 16,0 0-23-16,0 0-3 16,0 0-8-16,0 0-6 15,0 8 1-15,0 17 13 16,0 6-1-16,0 5 3 16,-21 0 4-16,2 0-6 15,-9 8 4-15,16-8-2 16,-10 13 0-16,16-5-4 15,-7-12 10-15,13 0-16 16,0-4 6-16,0-8-4 16,0 1-17-16,19-6 10 15,15 1-6-15,6 1 16 0,-5-9 3 16,-8 8-7-16,-14-16-19 16,-1 7-37-16,4-7-25 15,-4 0-124-15,1 0-26 16,8 0-185-16</inkml:trace>
  <inkml:trace contextRef="#ctx0" brushRef="#br0" timeOffset="207727.16">32151 4656 32 0,'0'0'0'0,"0"0"-22"0</inkml:trace>
  <inkml:trace contextRef="#ctx0" brushRef="#br0" timeOffset="208110.42">32151 4656 188 0,'6'-33'249'0,"-6"33"-93"16,0 0-66-16,0 0-52 15,0 0-24-15,0 0-14 16,0 0-10-16,0 0-7 16,0 0 17-16,0 0 7 15,0 0 5-15,0 0 47 16,0 0-1-16,0 0 8 0,0 0-41 15,0 0-2-15,0 0-20 16,0 0 17-16,0 0 21 16,0 0-9-16,0 0 9 15,0 0-9-15,0 0 5 16,0 0-14-16,0 0 7 16,0 0-19-16,6 0-1 15,1 0-9-15,11 0-1 16,16 0 1-16,7 0 11 15,21 0 8-15,-3 13-12 16,-1-10 11-16,-2 6-18 0,-15-5 4 16,-10-4-5-1,3 0-5-15,-6 0-9 0,-10 0 10 16,16 0 3-16,-15-13-1 16,-4 10-6-16,-8-2-21 15,-7-3-16 1,0 8-85-16,-53 0-244 0</inkml:trace>
  <inkml:trace contextRef="#ctx0" brushRef="#br0" timeOffset="-212973.45">22632 15083 371 0,'0'0'137'0,"0"0"-32"0,0 0 29 0,0 0-67 16,0 0-37-16,0 0 6 15,0 0-17-15,0 0 1 16,-22 0 27-16,22 0 18 16,0 0 6-16,0-20-9 15,0-24-33-15,28-24 27 16,6-4-38-16,25-5-5 16,-6-3-4-16,3 4-6 15,-4-1-2-15,-11 13 0 16,-1 0-2-16,-6 9 1 0,-15-2-5 15,-7 17-26-15,-12 16-11 16,0-1-37-16,0 25-77 16,0 0-220-16</inkml:trace>
  <inkml:trace contextRef="#ctx0" brushRef="#br0" timeOffset="-212326.57">22806 14225 380 0,'0'0'170'0,"0"0"-61"16,0 0-4-16,0 0-76 0,0 0-7 16,0 0 42-16,52-8 25 15,-30 0-46-15,3-4-3 16,9-4 11-16,0-8-16 15,6 4-7-15,7-8-20 16,5-8 13-16,-11 7-18 0,18-7 6 16,-13 8-9-1,-18 8-1-15,6 8-12 0,-28 8-4 16,-6 4 13-16,0 0-29 16,0 0 30-16,0 4 3 15,0 28 12-15,0 4-11 16,0 13 14-16,-6 3-8 15,0 4-2-15,-9-9-5 16,2-6-2-16,13-21-21 16,0-17-90-16,0-3-109 15,0-7-176-15</inkml:trace>
  <inkml:trace contextRef="#ctx0" brushRef="#br0" timeOffset="-207216.09">22223 15961 274 0,'0'0'68'0,"0"0"120"0,0 0-76 0,0 0-70 15,0 0-15-15,0 0 31 16,0 33-36-16,0-33-8 16,0 0-13-16,0 3-1 15,0 2-4-15,0-5 4 0,0 8 65 16,0-5 17-16,0-3-13 16,0 0-25-16,0 0 13 15,0 0-24-15,0 0 9 16,0 0 0-16,6 0-17 15,-6-24 1-15,0-15-23 16,0-14 4-16,0 1-6 16,0 0 11-16,0 4-2 15,0 4-10-15,0 8 1 16,0 11-4-16,0 5-2 16,15 20 2-16,-2 0-11 0,8 0-13 15,4 0 15-15,16 0-14 16,5 25 12-16,-6 6-15 15,1-3 8-15,5 1 10 16,-6-6 6-16,1 2 4 16,-1-9-3-16,-6-16 3 15,6 0-11-15,1 0-4 16,-10-41 16-16,9-11 23 16,-24-7-13-16,2 7-1 15,4-1-5-15,-16 13-2 16,0 8-2-16,-6 8-6 15,0 4 2-15,7 4-67 16,5 8-185-16,10-4-57 0,-10 12-138 16</inkml:trace>
  <inkml:trace contextRef="#ctx0" brushRef="#br0" timeOffset="-202020.93">25785 6902 331 0,'0'0'48'0,"0"0"19"0,0 0 34 0,0 0-42 0,0 0 29 16,0 0 21-1,0 0 4-15,-12 20-31 0,12-20-25 16,0 0-10-16,0 0-17 16,0 0-13-16,0 0-10 15,0 0 18-15,0 0-11 16,0 0 16-16,0 0-9 16,0 0-3-16,0 0 0 15,0 0-14-15,0 0 10 16,0 0-5-16,0 0 12 15,0 0-20-15,0 0 17 16,0 0-18-16,0 0-13 16,0 0 6-16,0-16 7 15,34-1-6-15,-9 1 0 16,9 4 3-16,0 9-14 0,0 3 3 16,6 0-12-16,-15 0 15 15,-9 3 4-15,-4 22-13 16,-12 11 11-16,0 3 9 15,0 2 4-15,-46 15-2 16,-7-15-1-16,-3-2 10 16,16-14-22-16,15-14 9 15,19-3-12-15,6-8-5 16,0 0-13-16,0 0-58 16,40 0-12-16,25 0 102 15,-6 0 10-15,-9 0 13 16,-10 0 9-16,-34 8-7 0,7 9 22 15,-13 3 2-15,0 11-6 16,0 1 0-16,-59 9-7 16,-10-1-27-16,-5 4 10 15,3-5-17-15,9-6-2 16,21-9-9-16,29-12-19 16,-10 0-18-16,22-8-44 15,0 0-6-15,0-4-384 16</inkml:trace>
  <inkml:trace contextRef="#ctx0" brushRef="#br0" timeOffset="-201319.98">26148 7034 398 0,'0'0'112'16,"0"0"-75"-16,0 0-21 0,0 0 34 16,0 0 65-16,0 0 19 0,12 0-9 15,23-9-42 1,-11-2-5-16,17-1-37 0,-1-1 4 16,16 2-20-16,-10-1 2 15,13 12-16-15,-12 0-10 16,5 0-1-16,-17 0-10 15,-8 23-3-15,-14 2-13 16,-13 3 17-16,0 8 9 16,0 4 0-16,-53 16 2 15,-21 8 6-15,21-3-6 16,0-9 0-16,13-16 0 16,18-16-1-16,22-12-2 15,0-8-11-15,0 0-18 16,28 0-25-16,37 0 55 0,10 0 7 15,-1-8-1-15,13-12 5 16,-22 8-11-16,-9-9 0 16,-10 10-37-16,-33-1-95 15,-1 4-130-15,-12 0-232 16</inkml:trace>
  <inkml:trace contextRef="#ctx0" brushRef="#br0" timeOffset="-200954.42">26877 7299 571 0,'0'0'29'0,"0"0"5"0,0 0 33 0,0 0-34 0,0 0 16 16,0 0-8-16,31 36 5 16,-3-36 4-16,-7 0 10 15,10 0-5-15,10-28 22 16,11-13-34-16,-11-10-31 16,-1-1-3-16,-12 7-6 15,-22-7-6-15,-6 16-9 0,0 8 3 16,0 12-16-16,-34 16-3 15,-25 0 25-15,-28 8 2 16,19 32-6-16,-3 0-15 16,15-4-17-16,43-4-158 15,7-16-98-15</inkml:trace>
  <inkml:trace contextRef="#ctx0" brushRef="#br0" timeOffset="-200758.21">26877 7299 509 0</inkml:trace>
  <inkml:trace contextRef="#ctx0" brushRef="#br0" timeOffset="-200555.15">26877 7299 509 0,'393'0'40'0,"-393"24"-4"0,35-1 27 15,5 2 75-15,25-6-81 16,-12-14-17-16,9-5 14 16,-3 0-31-16,9 0 23 15,-9-36-22-15,3-13 3 16,-3-10-17-16,-19-2 0 0,-21-2-10 15,-19 2-13-15,0 13-16 16,-7 16 10-16,-39 16 10 16,-7 16 4-16,-9 0-3 15,-3 19 10-15,-9 26-4 16,-1 20-28-16,16-14-150 16,7 1-358-16</inkml:trace>
  <inkml:trace contextRef="#ctx0" brushRef="#br0" timeOffset="-199838.09">28467 7359 63 0,'0'0'469'0,"0"0"-372"0,0 0 21 15,0 0 5-15,0 0-6 16,0 0-44-16,0 0-3 16,0 0-47-16,0 0-4 0,7 0-13 15,33 0 33 1,-6 0-26-16,12 0-5 15,1 0-8-15,-7 0-4 16,1 0-20-16,-10-8-36 0,-3-5-76 16,-22 6-148-16,-6-1-342 15</inkml:trace>
  <inkml:trace contextRef="#ctx0" brushRef="#br0" timeOffset="-199621.41">28467 7359 701 0</inkml:trace>
  <inkml:trace contextRef="#ctx0" brushRef="#br0" timeOffset="-199530.46">28467 7359 701 0,'-40'-253'51'0,"80"253"58"15,7 0 36-15,18 0-37 16,9 0-104-16,-5 0-4 16,-10 0-21-16,-19-7-92 15,-6 2-199-15</inkml:trace>
  <inkml:trace contextRef="#ctx0" brushRef="#br0" timeOffset="-198821.94">29370 6950 678 0,'0'0'136'0,"0"0"14"0,0 0-58 0,0 0-46 0,0 0-11 16,0 0-3-16,0-5-3 0,0 5-8 15,0 0 10 1,0 21-22-16,0 15 16 16,0 20-1-16,0-4-3 0,0 9-18 15,0 3-3 1,-16 0 0-16,-9 0-12 0,-9-9 8 15,6-14-22-15,16-8 8 16,-7-18-41-16,19-15-32 16,0 0-55-16,0 0-87 15,0-36-158-15</inkml:trace>
  <inkml:trace contextRef="#ctx0" brushRef="#br0" timeOffset="-198422.82">29267 6945 645 0,'0'0'123'0,"0"0"-42"0,0 0-5 0,0 0-42 16,0 0-13-16,0 0-5 15,16 109 20-15,-16-85-5 16,-6 8 35-16,-35 0-35 16,1 0-12-16,-7 9-19 15,13-5-1-15,6-8-9 16,10-5-70-16,2-15-67 16,16-8-207-16</inkml:trace>
  <inkml:trace contextRef="#ctx0" brushRef="#br0" timeOffset="-197989.56">29590 7359 215 0,'0'0'129'0,"0"0"55"0,0 0-56 16,0 0-42-16,0 0-34 15,0 0-4-15,18 23 29 16,10-34-3-16,6-25-7 15,1-9-36-15,-23 1 4 16,13-8-15-16,-10 8 1 16,-9 4-5-16,-6 8-2 15,0 0-6-15,0 0-8 16,0 7-3-16,-27 6-31 16,-4 15-8-16,-4 4 13 15,-5 0 27-15,-6 12 2 16,-10 20-9-16,3 4-24 0,34-4-41 15,-2-4-86-15,21-4-147 16</inkml:trace>
  <inkml:trace contextRef="#ctx0" brushRef="#br0" timeOffset="-197842.06">29590 7359 274 0</inkml:trace>
  <inkml:trace contextRef="#ctx0" brushRef="#br0" timeOffset="-197590.41">29590 7359 274 0,'214'4'254'0,"-214"4"-139"0,0 0-12 16,0 0-15-16,6 4-76 15,13 0 22-15,2 0 0 16,-2-4-5-16,3-4-1 15,-4-4 28-15,-2 0-19 16,24 0 3-16,0 0-4 16,13-32-1-16,0-17-21 15,-13-6-1-15,-6-6-7 16,-15 17-4-16,-19 0-1 16,0 12 4-16,0 0-10 15,-6 7 4-15,-35 10-2 16,1 3-8-16,-7 12-5 0,1 0-16 15,-1 0-56-15,7 0-19 16,12 12-87-16,22 0 7 16,6-4 15-16,0 8 101 15</inkml:trace>
  <inkml:trace contextRef="#ctx0" brushRef="#br0" timeOffset="-196892.05">30625 7271 379 0,'0'0'180'0,"0"0"-5"0,0 0-14 16,0 0-43-16,0 0-25 0,0 0-9 15,0 0-17-15,0 0-19 16,0 0 4-16,0 0 2 16,0 0-1-16,0 0-27 15,0 0-10-15,0 0-7 16,0 0-9-16,0 0-16 16,0 0-29-16,0 0-5 0,0 0-34 15,0-5-27 1,0-3-355-16</inkml:trace>
  <inkml:trace contextRef="#ctx0" brushRef="#br0" timeOffset="-195957.93">31215 7078 237 0,'0'0'461'0,"0"0"-331"0,0 0 0 0,0 0-64 0,0 0-32 15,0 0-16-15,-7 4 14 16,7-4 7-16,0 0 5 15,0 0 22-15,0 0-26 16,0 0-15-16,0 0-20 16,0 0-5-16,0 0-7 15,25 0 7-15,9 0 1 16,0 0 0-16,7 0-2 16,-23 0-11-16,-5 17-7 0,-13 11-8 15,0 3 25 1,0 13 4-16,0 5-5 15,-38 2 5-15,-2 1-2 0,6-7 0 16,6-5 3-16,10-4-7 16,2-8 8-16,16-8-9 15,0-4 8-15,0-8-6 16,0-4-6-16,0-4-12 16,34 5 10-16,6-5 11 15,7 0 10-15,6 0-6 16,2 0 13-16,-8 0-5 15,0 0-7-15,-7 0-5 16,-6 0-4-16,-9 0-20 16,-4 0-52-16,-2-5-109 15,-7 5-179-15</inkml:trace>
  <inkml:trace contextRef="#ctx0" brushRef="#br0" timeOffset="-195126.36">31754 6421 386 0,'0'0'297'0,"0"0"-197"0,0 0 7 16,0 0-18-16,0 0-28 16,0 0-10-16,22-13 25 15,-22 13-30-15,0 0-1 16,0 0-15-16,0 0-11 16,0 33-10-16,0 6-5 15,-28 5 4-15,3 13-6 16,16-6 2-16,-4 10-1 15,13-12-5-15,0-2 3 0,0-2-2 16,0-9-2 0,0-4-7-16,7-9 5 0,8-10-10 15,-3-1 0-15,13-12-24 16,3 0 11-16,6 0 19 16,0-12 9-16,-3-1 0 15,-9-6-9-15,-9 2-29 16,-7 6-77-16,-6-2-103 15,0 6-105-15</inkml:trace>
  <inkml:trace contextRef="#ctx0" brushRef="#br0" timeOffset="-194643.31">31580 6668 61 0,'0'0'466'0,"0"0"-252"0,0 0-17 0,0 0-81 16,0 0-17-16,0 0-62 15,0 0 0-15,47 0 5 16,15 0-14-16,3 0 6 16,-3 0-31-16,-9 0-3 15,-7-11-6-15,-18 7-42 16,-15 4-63-16,-13 0-266 15</inkml:trace>
  <inkml:trace contextRef="#ctx0" brushRef="#br0" timeOffset="-168964.38">29791 7768 171 0,'0'0'137'0,"0"0"-105"0,0 0 83 0,0 0-13 16,0 0-38-16,0 0 4 16,0 0-14-16,-28-4 6 15,7 4-42-15,8 0-16 16,1 0 33-16,0 0 13 16,-10 0-11-16,3-8-30 15,4 8 41-15,2-4-35 16,13 4 9-16,-6-5-4 0,0 2-3 15,-10 3-11 1,4 0 13-16,6 0 22 0,0 0-21 16,-1 0 10-16,-2 0-15 15,9 0 3-15,-6 0-13 16,6 0 4-16,0 0-6 16,-6 0 6-16,6 0 12 15,0 0-3-15,0 0 12 16,0 0-16-16,0 0 11 15,0 0-19-15,0 0-3 16,0 0-1-16,28 0-4 16,37 0 4-16,22 8 0 15,6 4 1-15,15-8 5 16,19-4 6-16,13 0-11 16,15 0 15-16,12 0-15 0,1 0 5 15,-10 0-4-15,9-4-2 16,-27-8 0-16,-19-9-22 15,-19 10 7-15,-24-6-36 16,2 2 5-16,-5-6-29 16,-23 1-60-16,-30 1-230 15</inkml:trace>
  <inkml:trace contextRef="#ctx0" brushRef="#br0" timeOffset="-168282.21">30318 8630 284 0,'0'0'303'0,"0"0"-227"0,0 0 20 0,0 0 63 0,0 0-59 16,0 0-23-16,7 5-25 16,5-30-15-16,10-27 7 15,-4-12-16-15,-2-8 12 16,-4 8-28-16,-12-5 0 15,19 9-4-15,-10 7-1 16,-3 6-7-16,1 11-2 16,-1 11-22-16,-6 9 5 15,0 16 13-15,0 0-44 16,0 8 45-16,-19 45-18 0,-49 15 22 16,-6 8-67-1,2-16-186-15,16-16-537 0</inkml:trace>
  <inkml:trace contextRef="#ctx0" brushRef="#br0" timeOffset="-168080.79">30318 8630 616 0</inkml:trace>
  <inkml:trace contextRef="#ctx0" brushRef="#br0" timeOffset="-167883.36">30318 8630 616 0,'376'-64'33'0,"-330"76"33"0,13-12 43 0,15 0 53 15,1 0-95-15,-16-36 8 16,0-9-24-16,-19-2-22 15,-6-6 3-15,-15 6-27 16,-10-6 6-16,-9 9-10 16,0 8 0-16,0 8-2 15,0 12-7-15,-46 11 8 16,-23 5-9-16,1 0-11 0,-3 17-22 16,9 19-24-1,9-8-31-15,19-7-46 0,22-6-48 16,12-7-336-16</inkml:trace>
  <inkml:trace contextRef="#ctx0" brushRef="#br0" timeOffset="-167566.5">31295 8442 224 0,'0'0'301'0,"0"0"-226"0,0 0 11 16,0 0 34-1,65 80-57-15,-31-72-10 0,19-5-26 16,9-3 5-16,16 0 28 16,8-3 23-16,11-25-38 15,-17-8-23-15,-15 0-4 16,-18-5-17-16,-13 2 12 15,-34-2-12-15,0-3 8 16,0 12-9-16,-47 8-4 16,-27 16-2-16,-13 8 3 15,-6 3-19-15,0 42-39 16,6 3-178-16</inkml:trace>
  <inkml:trace contextRef="#ctx0" brushRef="#br0" timeOffset="-164916.34">26015 7864 691 0,'0'0'190'0,"0"0"-173"15,0 0 64-15,0 0-4 0,400-64-6 0,-286 47-44 16,-8 2 11-16,-13 3-26 15,-6 12 7-15,-19 0-6 16,-3 0-9-16,-9 0 0 16,3 0-2-16,-7 0 2 15,-5 0-4-15,21 0-5 16,-3-20-14-16,-3 8 3 16,-9-12-39-16,-25 12-105 0,-28-1-255 15</inkml:trace>
  <inkml:trace contextRef="#ctx0" brushRef="#br0" timeOffset="-164217.96">26582 8751 174 0,'0'0'146'0,"0"0"-53"0,0 0-4 0,0 0-7 15,0 0-23-15,0 0 9 16,-12 44 42-16,12-44 43 0,0 0-12 15,0 0-65-15,0-32-25 16,0-24-38 0,0-16 13-16,0-5-8 0,12 5-8 15,1 3-9-15,8 17-1 16,-15 12-5-16,1 12-5 16,-7 12 7-16,0 13-3 15,0 3 0-15,0 0-31 16,-13 0 33-16,-21 15-15 15,-12 21-46-15,12 13-36 16,6-5-27-16,3-8-165 16,9-5-276-16</inkml:trace>
  <inkml:trace contextRef="#ctx0" brushRef="#br0" timeOffset="-164083.83">26582 8751 539 0</inkml:trace>
  <inkml:trace contextRef="#ctx0" brushRef="#br0" timeOffset="-163852.85">26582 8751 539 0,'168'-133'44'0,"-168"150"-35"0,0-2 41 0,0-2 82 15,0 2-88-15,0-7-13 16,18 5-1-16,22-10 24 15,13-3-11-15,15 0 10 16,7-3-22-16,12-50 27 16,-16-7-35-16,16-12 3 0,-19 0-22 15,-28 8 0-15,-21 11 6 16,-19 9-5-16,0 20-5 16,0 9-3-16,-47 10-3 15,-24 5 6-15,-25 0-5 16,25 0-2-16,-10 24-1 15,19 8-21-15,9 4-48 16,19-4-63-16,22-4-134 16</inkml:trace>
  <inkml:trace contextRef="#ctx0" brushRef="#br0" timeOffset="-163500.87">27376 8554 24 0,'0'0'558'16,"0"0"-527"-16,0 0 24 15,0 0 13-15,0 0-5 16,108 40-16-16,-61-40-8 15,6 0 9-15,-1-16-19 0,4-12 4 16,-9-8-13-16,-1-4 15 16,-21-9-15-16,9-3 18 15,-18 1-17-15,-16 2-7 16,0 13 5-16,0 16-17 16,-34 7 6-16,-13 13 1 15,-21 0-9-15,3 29-6 16,-4 23-24-16,1 8-91 15,9-4-154-15</inkml:trace>
  <inkml:trace contextRef="#ctx0" brushRef="#br0" timeOffset="-160473.49">29308 7603 214 0,'0'0'295'0,"0"0"-280"0,0 0 8 0,0 0 9 16,0 0-8-16,0 0-2 15,0 0 36-15,-59 8-10 16,46-8-5-16,13 4 2 16,-9-4 2-16,9 0 15 0,0 5-24 15,0-5 8-15,0 0-34 16,0 0 4-16,0 0-12 15,0 0 7-15,0 0 2 16,0 3-4-16,-6 2 5 16,6-5 4-16,0 0 16 15,0 0-22-15,0 0 7 16,0 0-12-16,0 0 9 16,0 0-13-16,0 0-3 15,0 0-5-15,0 0 2 16,0 0-1-16,0-5 8 15,40-23-3-15,16-8 14 16,9-16 13-16,22-4-27 16,6-8 14-16,22-8-14 0,-1-5 2 15,-2 2-1-15,-4 11 3 16,-8 7-4-16,-7 1 0 16,-6 4 5-16,-13 12-2 15,-6-1-7-15,-3 5 3 16,-6 0-8-16,-3 8-4 15,-9 9-14-15,-23 10 2 16,-8 9-27-16,-16 0-45 16,0 0-129-16,0 0-130 15</inkml:trace>
  <inkml:trace contextRef="#ctx0" brushRef="#br0" timeOffset="-159089.85">30480 9023 196 0,'0'0'131'0,"0"0"-69"0,0 0 63 16,0 0-35-16,0 0-27 16,0 0-29-16,59 0 15 0,-41 0 19 15,4-4 9-15,12-12-24 16,-3-4-6-16,9 0-10 15,-6 0-7-15,13-5 16 16,9 2-10-16,-10-5-4 16,13-4-16-16,28-13 9 15,12-7-15-15,16-8 15 16,12-4-20-16,0-4 6 16,7 3 3-16,-14 9-4 15,-14 9-3-15,-25 11-6 16,-19 8-2-16,-16 3-4 15,-6 9-7-15,-15-4-24 16,22 0-16-16,-7-4-60 16,6-4-80-16,1 0-78 0,-13 12-132 15</inkml:trace>
  <inkml:trace contextRef="#ctx0" brushRef="#br0" timeOffset="-158007.12">28198 10611 430 0,'0'0'89'0,"0"0"17"0,0 0-4 0,0 0-6 16,0 0-15-16,0 0-8 15,142 0-15-15,-95 0 7 16,-1 0-10-16,-5 0-18 16,11 0 2-16,-11 0-35 15,-14 0 2-15,-8 0-1 16,3-3-10-16,-10-5 4 16,-12 8-14-16,6 0-24 15,-6 0-29-15,0-5-34 16,0-7-109-16,0-4-197 15</inkml:trace>
  <inkml:trace contextRef="#ctx0" brushRef="#br0" timeOffset="-157557.15">28294 10354 648 0,'6'0'130'0,"13"0"-127"0,15 0 39 0,6-3 95 0,6-2-94 15,1-6 21-15,-1 7-16 0,-11-1-13 16,5-3-18 0,-6 8-8-16,-9 0-9 0,9 0-31 15,0-3-61-15,-6-10-111 16,-3-2-190-16</inkml:trace>
  <inkml:trace contextRef="#ctx0" brushRef="#br0" timeOffset="-156540.81">29435 10025 496 0,'0'0'67'0,"0"0"-46"0,0 0 65 0,0 0-35 15,0 0 23-15,0 0 6 16,155-31 10-16,-143 31-35 15,-6 0-11-15,22 0-6 16,6 0-21-16,-9 20-14 0,-3 4 0 16,-3 4-1-1,-13 8 2-15,9 0 1 0,-15 8-5 16,0 9 15-16,0-1 0 16,-40 7 1-16,18-2 0 15,-3-1-7-15,-2-4-1 16,8-4-7-16,-3 1 2 15,10-10 4-15,-1-6-3 16,13 3-1-16,0-16-6 16,0 4 6-16,0-4-3 15,0-8 0-15,19 0-1 0,21-5 1 16,29 1 0-16,2-3 23 16,3-1-10-16,1-4 6 15,-10 0-19-15,3 8 5 16,-9-4 0-16,-19 3-8 15,-6-2 3-15,-27-2-1 16,-7-3-3-16,0 0 0 16,0 0-4-16,0 0-33 15,0 0-21-15,0 0-137 16,0 0-239-16</inkml:trace>
  <inkml:trace contextRef="#ctx0" brushRef="#br0" timeOffset="-155609.95">30191 9485 237 0,'0'0'120'0,"0"0"39"0,0 0-15 0,0 0-44 16,0 0-29 0,0 0-31-16,-12 0 22 0,12 0-33 15,0 0 26-15,0 0 0 16,0 0-7-16,0 0-12 16,0-9-23-16,0 9 12 15,0 0-15-15,0 0 17 16,0 0-18-16,0 0-4 0,0 0-5 15,0 32-4-15,0 12 4 16,0 8 17-16,0 5-12 16,0-1-5-16,0-4 7 15,25 4-2-15,9-12-10 16,0-7 3-16,6-5-1 16,7-9-18-16,-1-10 5 15,19-13 3-15,-3 0-8 16,-3 0 12-16,-12 0-23 15,-7-21-48-15,-12 1-90 16,-16-7-109-16,-12 2-239 16</inkml:trace>
  <inkml:trace contextRef="#ctx0" brushRef="#br0" timeOffset="-155060.02">30011 9681 755 0,'0'0'125'0,"0"0"-68"0,0 0 60 0,0 0-24 0,0 0-48 16,0 0 6-16,286 0-5 15,-224 0 1-15,-16 0-27 16,-5 0-6-16,-7-5-14 16,-16 5-2-16,-5 0-26 15,-13 0-11-15,0 0-53 16,0 0-87-16,-31 0-474 16</inkml:trace>
  <inkml:trace contextRef="#ctx0" brushRef="#br0" timeOffset="-152562.15">26870 7439 309 0,'0'0'0'0,"0"0"-14"0,0 0-127 0</inkml:trace>
  <inkml:trace contextRef="#ctx0" brushRef="#br0" timeOffset="-152162.05">26870 7439 230 0,'38'4'116'0,"-38"-4"15"0,0 0-19 15,0 0-75-15,0 0-11 16,0 0-21-16,0 0 0 16,0 0-5-16,0 0 0 15,0 0 9-15,0 0 20 16,0 0 32-16,0 0 15 16,0 0 33-16,0 0-52 15,0 0-17-15,0 0-23 16,0 0 0-16,15 0-13 15,-2 0-2-15,-1-4 0 0,22-12 12 16,0-4-1 0,25-4 1-16,3-4 8 15,-3-5-19-15,15-6 6 0,1 6-7 16,12-6-2-16,-22 6 0 16,-3-3-3-16,-9 8 2 15,-7 4-1-15,-6-1-1 16,7 6 6-16,-7-5-4 15,-15 3 8-15,15 5-14 16,-18 1 3-16,-10 10-58 16,-12 2-2-16,7 3-31 15,-7 0 9-15,0 0 45 0,0 0-5 16,0 0 9 0,0 0-16-16,-31 0-313 0</inkml:trace>
  <inkml:trace contextRef="#ctx0" brushRef="#br0" timeOffset="-150727.89">27057 8795 458 0,'0'0'0'0,"0"0"-23"0,0 0 23 15,0 0 29-15,0 0-4 16,0 0 22-16,0 12 10 16,0-12 10-16,0 0 11 15,-7 3-21-15,7-3-1 16,0 5-33-16,0-5 9 0,-6 8-16 16,-9-5-3-1,15 6-12-15,-13-1 0 0,13-8 5 16,0 3-5-16,0-3 19 15,0 0 6-15,0 0 10 16,0 0-10-16,0 0 7 16,0 0-14-16,0 0-14 15,0 0-5-15,0 0-2 16,0 0-1-16,0 0-7 16,0 0 5-16,0 0 10 15,13-8 5-15,21-15 10 16,25-10 0-16,9-6-13 15,0-10-7-15,19-3 0 0,6-8 4 16,6 3-8 0,-12 2 0-16,-13 7 0 0,-9 4 7 15,-2 8-4-15,-23 8 1 16,-15 11 0-16,-10 13-1 16,-15 4-13-16,0 0-18 15,0 0 2-15,0 0 17 16,0 0-3-16,0 0-18 15,0 0-43-15,0 0 6 16,0 0 23-16,0 0-70 16,-56 24-252-16</inkml:trace>
  <inkml:trace contextRef="#ctx0" brushRef="#br0" timeOffset="-147665.62">26936 10017 114 0,'0'0'84'0,"0"0"-54"0,0 0 3 0,0 0 12 16,0 0 88-16,0 0 5 15,0 0-40-15,-7 8-15 16,7-8-24-16,0 0-37 15,0 0 4-15,0 0-16 16,0 0-10-16,0 0 11 16,0 0-3-16,0 0 18 15,0 0-13-15,0 0 22 0,0 8-7 16,0-8 14-16,0 0-2 16,0 0 15-16,0 0-14 15,0 0-17-15,0 0 7 16,0 0-23-16,0 0 16 15,0 0-24-15,0 0 0 16,0 0-2-16,19-8 2 16,21-7 5-16,22-1-4 15,3 0-1-15,4 7 0 16,-10 1-3-16,-7 8-22 16,-18 0 4-16,-18 0-7 15,-16 25 20-15,0 31 3 0,0 8 5 16,-50 12 8-1,-21-4-7-15,9-11 1 0,9-9 6 16,19-20-7 0,16-16 0-16,11-13-2 0,7-3-8 15,0 0-18-15,13 0-30 16,46 0 57-16,9 0 1 16,0 0 0-16,-3 0 8 15,-18 0-7-15,-19 0-4 16,-16 0-2-16,-12 17 4 15,0 15 38-15,0 12-6 16,-46 12-1-16,-35 0-21 16,16 1-1-16,-10-18-9 15,-5 2-12-15,27-9-3 0,0-16-3 16,25-5-34 0,22-11-64-16,6 0-74 0,0-3-139 15</inkml:trace>
  <inkml:trace contextRef="#ctx0" brushRef="#br0" timeOffset="-146950.56">27584 10150 468 0,'0'0'91'0,"0"0"-88"0,0 0 63 16,0 0 22-16,0 0 2 16,0 0-1-16,34 0-30 15,-6 0-8-15,3 0-24 16,15 0 20-16,-6 0 7 16,7 4-23-16,-13 16-22 15,-6-8 5-15,-3-8-6 0,-10 13-6 16,-15 2-2-1,0 9-7-15,0 25 7 0,-15 11 5 16,-32 12-5 0,-5 8-1-16,-1-4 0 0,19-11 1 15,0-5-2-15,34-25-1 16,0-6-5-16,0-17-5 16,0-4 2-16,62-9 8 15,9-3 6-15,10 0 4 16,-1 0-6-16,-5 0 8 15,-10 0 6-15,-3-7 3 16,-22-5-13-16,-6 3-5 16,-9 1-6-16,3 5-39 15,-22-5-78-15,-6 0-322 0</inkml:trace>
  <inkml:trace contextRef="#ctx0" brushRef="#br0" timeOffset="-124902.1">16837 9231 49 0,'0'0'279'0,"0"0"-182"0,0 0 41 16,0 0-17-16,0 0-87 0,0 0 8 15,0 0-9-15,0 0 39 16,0 0 19-16,0 0-23 15,0 0-7-15,0 0-29 16,0 0-8-16,0 0-21 16,0 0 2-16,6-15-4 15,40-1 13-15,7-4-11 16,3 12 3-16,-19 3 13 16,-9 5-8-16,-16 0-8 15,4 0 3-15,-16 8-1 16,0 28-3-16,0 13 22 15,-16 2-9-15,-24 2 3 16,3-4-4-16,-3-18-13 0,18-7 10 16,16-16-11-1,6-8-1-15,0 0-20 0,0 0 6 16,59 0 10-16,3 0 5 16,3 0 4-16,-9 17-2 15,-32-2 3-15,-11 21 8 16,-13 8 13-16,0 8-3 15,-6 5 24-15,-47-1-43 16,-22 0 4-16,10-4-8 16,-9-4-9-16,15-19 0 15,19-6-2-15,12-6 0 16,22-17-9-16,6 0 2 16,0 0-42-16,18-20-76 15,50-24-36-15,1 3-155 0</inkml:trace>
  <inkml:trace contextRef="#ctx0" brushRef="#br0" timeOffset="-124086.97">17386 9231 532 0,'0'0'172'0,"0"0"-83"0,0 0 67 15,0 0-66-15,0 0-45 16,0 0-21-16,-16 0 6 0,16 0-20 16,16-12-3-16,21-4 34 15,19 1-31-15,-4 2 16 16,1 5-22-16,-7 8 2 16,1 0-6-16,-7 5-2 15,-12 31 2-15,-22 8 0 16,-6 12-4-16,0 4 9 15,0 4-11-15,-28-3 13 16,-18-2-13-16,-1-7 12 16,7-7-5-16,9-13 4 15,16-9 4-15,15-10 9 16,0-9-16-16,0-4-2 16,0 0-18-16,15 0 4 15,38 0 14-15,0 0-1 0,5-17 1 16,11 10 0-16,-1-9-2 15,-15 8 1-15,6-8-6 16,-13-4-46-16,1 0-34 16,-7-1-83-16,-18 1-140 15</inkml:trace>
  <inkml:trace contextRef="#ctx0" brushRef="#br0" timeOffset="-121672.09">18334 8831 284 0,'0'0'160'0,"0"0"-136"0,0 0 47 0,0 0-25 0,0 0-29 0,0 0 8 16,31 116 19-1,-31-96-9-15,0-4 41 0,0 4 25 16,16-4-13-16,-16 0-40 15,6 5-29-15,0-2 15 16,0 6-25-16,1 3 13 16,-7 3-3-16,9 5 2 15,-9 8-17-15,6 0 12 16,-6 5-13-16,0-5 13 16,0-7-12-16,0-6 1 15,0 1-4-15,0 0 3 16,0 0-3-16,0 4 4 0,6 5-5 15,1-5 0 1,-1-8 1-16,-6 3-6 16,0-1 11-16,12-7-13 0,-3-3 14 15,-9 4-8-15,0 0 6 16,0 12-8-16,0-8 4 16,0 13-1-1,0-5 0-15,0 0 0 0,0-4-2 16,0 8 1-16,0-8-7 15,0 8 16-15,0-4-15 16,-9 4 9-16,-3-4-2 16,12-8 0-16,0-4-1 15,0 4 0-15,0-3-4 16,0-1 3-16,0-1 4 16,0 6-5-16,0-5 7 0,0 12 1 15,0-8-5-15,0 4 4 16,-6 1 2-16,-1-2-5 15,1 2 2-15,6 6 0 16,0-3-1-16,-6 0 4 16,-3 0-5-16,2 0 3 15,1 5-4-15,-6-1 1 16,-4-4 1-16,16-4-2 16,0-7 3-16,-6 6-7 15,0-2 11-15,6 2-10 16,0 5 7-16,0-3 2 15,0-2-5-15,0 5 6 16,0 1-4-16,0-5-2 0,0 4 0 16,-6-8 3-1,0 5 1-15,-1-5-1 0,7 4-3 16,-9-9 6-16,-3 5-8 16,12 1 1-16,0-1 0 15,0 4 0-15,-7-4 3 16,7 4-3-16,-6-8 4 15,6 8-6-15,0-4 9 16,-12 1-12-16,12-6 6 16,0 2-1-16,0 2 0 15,0-2 0-15,0 3-4 16,0 0 7-16,0-4-9 0,0-1 6 16,0 6-9-1,0 3 11-15,0 4-2 16,0-4 0-16,-9 13 0 0,9-9 0 15,-7 8 0-15,7-5-3 16,0-3 9-16,0 0-11 16,0-8 10-16,0 5-8 15,0-9 3-15,0 16 0 16,0 1-2-16,0-2 4 16,0 5-4-16,0 0 5 15,0 1-3-15,-18-1 8 16,18 0-10-16,-6-4 4 15,6 4-2-15,-16 5 0 16,16-2 0-16,0 6 5 16,0-1-5-16,0-4 17 0,0-4-16 15,0-4 6-15,0 0-4 16,-6 4-3-16,0 0 2 16,-7-3-1-1,7 7-1-15,-16-4 2 0,16 4-6 16,-16 4 10-16,10-4-2 15,-7-4 0-15,-2 5 5 16,14-10-5-16,1 10 3 16,6-5-7-16,-12 0 1 15,12 1-4-15,-9 2 6 16,2 1-4-16,1 9 6 16,-6-1-9-16,-4-1 9 0,4-6-6 15,-1-5 6-15,13-1-4 16,0-2-1-16,0-1 0 15,0 4-2 1,0-8 9-16,0 13-15 0,0-10 13 16,0 6-14-16,0-5 10 15,0 0-1-15,0-4 0 16,0 0 1-16,0 0-2 16,0-4 6-16,7 4-10 15,-7-3 11-15,0 3-9 16,0 0 5-16,0-4-4 15,0 12 2-15,6-4 0 16,0 0 1-16,-6 1 0 0,6-2 4 16,4 2 0-16,-4-2 1 15,0 2-2-15,-6-5-2 16,0-4 0-16,0 8 1 16,0-8 3-16,0 12 0 15,0-3-3-15,0 3 0 16,0-5-3-16,0 5 9 15,0 1-13-15,0-1 8 16,0-4-8-16,0-8 4 16,-12 0 0-16,2 0-1 15,4 0 5-15,0 0-3 16,0 8 4-16,-7 0-5 16,7-3 10-16,-9 11-16 0,8-12 10 15,7 0-5 1,0-3 1-16,0-10 0 0,0 5-1 15,0-4 3-15,0 4-5 16,0-4 6-16,-6 12-5 16,-6 1 2-16,2-1-3 15,4-4-11-15,6-4 14 16,0 0 0-16,-6-4 1 16,6 4-4-16,-6 0 10 15,6 5-7-15,0-2 7 16,0-3-14-16,0-4 6 15,0 1 1-15,0-5-2 16,0-4-3-16,0-4 5 0,0-4-5 16,0-5 5-16,0-3-32 15,0 0-13-15,0 0-34 16,0 0-89-16,0-15-358 16</inkml:trace>
  <inkml:trace contextRef="#ctx0" brushRef="#br0" timeOffset="-115794.56">18942 9031 18 0,'0'0'239'0,"0"0"-156"0,0 0 46 16,0 0-7-16,0 0-14 15,0 0-48-15,0 0-14 0,0 0-16 16,0-8-11-16,0 8-1 16,0 0 13-16,0 0 19 15,0 0-21-15,0 0 24 16,0 0-17-16,0-4-5 15,0 4-8-15,0 0 14 16,0-4-9-16,0-4-20 16,0 4 22-16,0 0-19 15,-6 4 14-15,-10-4-16 16,16-4 19-16,0 0-22 16,0-8 14-16,0 0-9 15,0-5-11-15,0 2-3 0,0 2 3 16,22 1-5-16,25 9 7 15,-7 3-11-15,0 4 2 16,0 0 3-16,-21 4-17 16,-19 40 0-16,0 12 10 15,0 12 11-15,-40 16 5 16,-47 8-3-16,6 1 13 16,1-9-14-16,15-20 20 15,18-12-12-15,25-27 6 16,22-17-15-16,0-8-9 15,10 0-8-15,55 0 17 16,22-13 11-16,6-15-8 16,-13 8 7-16,-12 4-10 15,-27 16-13-15,-29 0-15 16,-6 0 2-16,-6 0 1 16,0 25-23-16,-12 6-85 0,-50 2-221 15</inkml:trace>
  <inkml:trace contextRef="#ctx0" brushRef="#br0" timeOffset="-114412.19">17144 10719 259 0,'0'0'150'0,"0"0"-85"16,0 0 12-16,0 0-1 0,0 0-33 15,0 0-30-15,0 0 8 16,-47 48-10-16,47-48 27 16,0 0 17-16,0 0 3 15,0 0-8-15,0 0-6 0,0 0-12 16,0 0-11 0,0 0-8-16,0 0-10 0,0 0 1 15,0 0-2-15,0 0 7 16,0 0-7-16,0 0 32 15,0 0 23-15,0 0-7 16,0 0-20-16,0-28-10 16,0-8-15-16,0-8-5 15,0 0 0-15,0-4 7 16,0-8-8-16,0 12 2 16,0-8-2-16,0 8-3 15,0-1 0-15,0 13-7 0,0 12 10 16,0 8-2-16,0 12 6 15,0 0-3-15,0 0 0 16,0 0-9-16,-6 25-15 16,-22-2 18-16,9 5-12 15,-2-7-12-15,-4 10-43 16,3-6 0-16,4-5 16 16,2-8-81-16,4 8-22 15,6-16-157-15</inkml:trace>
  <inkml:trace contextRef="#ctx0" brushRef="#br0" timeOffset="-113778.41">17531 10215 74 0,'0'0'88'0,"0"0"-82"0,0 0 69 0,0 0 56 0,0 0 51 16,0 0-38-16,0-8-35 16,0 8-13-16,0 0-42 15,0 0-32-15,0 0-14 16,-6 0-5-16,-9 8-1 16,2 15 16-16,-12 10-8 15,-3 3 16-15,7 8-6 16,8 0-11-16,1-4-5 15,12-4 1-15,0 4-7 16,0-4 5-16,0-8 3 16,6-3-4-16,34-10-4 15,-5 1 1-15,-4-8-2 0,18-8-7 16,-2 0 10-16,-1-3 5 16,1-38 5-16,-13-3 7 15,-16 0-13-15,-18 8-8 16,0 12 10-16,0 8-7 15,-6 8 3-15,-40 8 6 16,-23 0-7-16,4 0 6 16,-9 20-6-16,15 16 2 15,13-4-6-15,11 8 2 16,29-4-2-16,6-8-49 16,0 4-40-16,0-20-112 15,25-7-128-15</inkml:trace>
  <inkml:trace contextRef="#ctx0" brushRef="#br0" timeOffset="-112363.32">18902 10246 225 0,'0'0'253'0,"0"0"-86"0,0 0-43 0,0 0-51 15,0 0 0-15,0 0-30 16,0 0-11-16,0 0-18 15,0 0-6-15,0 0 7 16,0 0 10-16,0 0 35 16,0 0-17-16,0 0 5 15,0 0-23-15,0 0 2 16,0 0-21-16,0 0 9 16,0 0-3-16,0 0-8 15,0 0-4-15,0 0 3 0,0 0-2 16,0 0-1-1,0-3-1-15,6-10-5 0,6 1 4 16,22 1 2-16,-12 3-7 16,3-1-2-16,9 9-3 15,-15 0 2-15,-4 0-13 16,-9 0 14-16,-6 32-6 16,0 8 13-16,0 13-8 15,-34-1 7-15,-12-1 2 16,-7 2 1-16,19-13 5 15,15-8-4-15,-2-11 14 16,21-10-13-16,0-11-1 16,0 0-1-16,12 0-22 15,44 0 15-15,3 0 7 0,28-11 15 16,6-2-8 0,0 9-6-16,-7 0 10 0,-5 4-16 15,-25 0 5-15,-25 0-22 16,-9 0-22-16,-16 0-41 15,-6 0-39-15,0 8-175 16</inkml:trace>
  <inkml:trace contextRef="#ctx0" brushRef="#br0" timeOffset="-110980.96">17324 11746 228 0,'0'0'176'0,"0"0"-156"0,0 0 50 0,0 0-27 0,0 0-43 15,0 0-14-15,-25 28 1 0,25-28-3 16,0 8 16-1,0-8 33-15,-10 5 23 0,10 2-20 16,0-3 22-16,0-4 3 16,0 0-4-16,0 0 2 15,0 0 1-15,0 0-4 16,0 0-34-16,0 0 2 16,0 0 12-16,0 0 20 15,0 0-6-15,0 0-17 16,0 0-8-16,0 0-17 15,0-16-8-15,0-8 0 16,0 1-4-16,0-14 1 16,35 10-2-16,11-9 4 15,7 3-4-15,-13-8 4 0,7 5-11 16,-13 0 5-16,-13-3-19 16,-2 6 20-16,-13 10-13 15,-6-6 18-15,0 6 2 16,0 10-1-16,0 1 2 15,-25 12-1-15,10 0 6 16,-4 0-5-16,-2 0 2 16,-4 0-4-16,3 0-2 15,3 0-11-15,13 20-4 16,6 1-6-16,0 10 23 16,0 2 4-16,0-2 3 15,0 5 16-15,25 0-16 16,15 0 3-16,7-7-8 0,2-1-2 15,-18-4 0-15,10-4-9 16,-13 0 6-16,-16-4-7 16,-12 8 8-16,0 8 2 15,0-4 18-15,0 8 5 16,-12-8-1-16,-22-7-10 16,-13 2 0-16,-6-6 0 15,-9-9-5-15,3-8-7 16,13 0 0-16,18 0-4 15,9 0-14-15,19-25-47 16,0 2-103-16,0 2-209 16</inkml:trace>
  <inkml:trace contextRef="#ctx0" brushRef="#br0" timeOffset="-109698.57">18834 11405 425 0,'0'0'213'0,"0"0"-148"0,0 0 26 0,0 0-25 16,0 0-42-16,0 0-3 16,0 0-14-16,0 0 21 15,0 0-13-15,0 0 11 16,0 0-11-16,0 0 9 16,15 0-6-16,-3 12-11 15,7 1-2-15,-3-1-5 16,-16 15-8-16,0 1 2 15,0 13 5-15,0-1 2 16,0 0 3-16,-35 4-1 16,1-8-2-16,16-4 10 15,2-8 13-15,16-7 6 16,0-6-25-16,0-6-5 0,0-5-14 16,34 0 7-16,19 0 7 15,3 0 13-15,3 0 10 16,15 0-12-16,-15 0 11 15,-6-8-5-15,3-9-17 16,-25 17 0-16,-16 0-19 16,-2 0-47-16,-13 0-66 15,0 0-250-15</inkml:trace>
  <inkml:trace contextRef="#ctx0" brushRef="#br0" timeOffset="-108480.84">17525 12376 220 0,'0'0'135'0,"0"0"25"0,0 0-7 0,0 0-43 16,0 0-34-16,0 0-8 15,0 0-7-15,-15 0-51 0,15 0 10 16,0 0-13-16,0 0-7 15,-7 12 3-15,-5 12 2 16,-7 4 21-16,-9 12-7 16,16-4 6-16,-10-8-22 15,16 4 11-15,0-15-11 16,6 7-3-16,0-12 0 16,0-1-5-16,6-3-5 15,28-3-4-15,7-5 11 16,5 0 2-16,-6 0 1 15,1 0 3-15,-17 0-3 16,11 0-6-16,-14 0-16 16,-8 0-1-16,-1 0 21 15,0-5-3-15,4-11 10 0,-10 13-2 16,0-9 1-16,-6-1-4 16,13 2 2-16,-4 2-3 15,-9 6 1-15,0-2-2 16,0-3-1-16,0 8 3 15,0 0-1-15,0 0-6 16,0 0-4-16,0 0 5 16,0 8 6-16,0 17 9 15,0 6 32-15,-28 10-7 16,-6 7-6-16,0-12-19 16,9 0-9-16,3-8 24 15,16-4-22-15,0-4 2 16,6 1-4-16,0-6-34 0,0 1-102 15,0-8-128-15,0-3-200 16</inkml:trace>
  <inkml:trace contextRef="#ctx0" brushRef="#br0" timeOffset="-107283.45">18753 12480 573 0,'0'0'0'0,"0"0"5"0,0 0 26 0,0 0-5 16,0 0 28-16,0 0 23 15,0 8 14-15,0-8-7 16,-6 8-24-16,-7-8 20 16,13 0-23-16,0 0-17 15,0 0-13-15,0 0 10 16,0 0-21-16,0 0-16 0,0 0-4 16,0-8 4-16,34-4 2 15,1-4 3-15,-11 8 0 16,4 4-2-16,-15 4-6 15,15 0 14-15,-10 0-24 16,-12 0 7-16,10 9-14 16,-16 14-8-16,0 21 12 15,0 8-5-15,-28 4-20 16,-31 13-7-16,-3-13 29 16,9 1 16-16,19-18 6 15,16-19 9-15,18-12-5 16,0-8-7-16,0 0-6 0,18 0-15 15,35-3 21-15,9-22 25 16,-9 5-7-16,-1 4-17 16,-5 8 2-16,-19 0 1 15,12 8-8-15,-21 0-27 16,2 0-24-16,-14 0-146 16,-7 0-78-16,0 4-241 15</inkml:trace>
  <inkml:trace contextRef="#ctx0" brushRef="#br0" timeOffset="-106317.94">17209 13716 378 0,'0'0'170'0,"0"0"-127"0,0 0 93 0,0 0-14 15,0 0-7-15,0 0-34 16,0 0-1-16,0 0-54 16,28 0-19-16,6 0 37 15,0-5-12-15,-3 2-13 16,-3-5-17-16,0 8-4 15,-10 0-5-15,-5 0-10 16,2 8 4-16,-9 20 7 16,-6 11 4-16,0 5 4 15,0 13-4-15,0-1-19 16,0-8 12-16,0-7-5 16,-6-18 12-16,6-10-4 0,0-10-4 15,0-3-25-15,0 0-26 16,34 0 61-16,19 0 1 15,-13-23 50-15,19 2-31 16,3 1-5-16,-15 8-12 16,-1 4-1-16,-5 0-2 15,-1-3-28-15,-9-2-62 16,-9 9-286-16</inkml:trace>
  <inkml:trace contextRef="#ctx0" brushRef="#br0" timeOffset="-105253.1">18641 13615 213 0,'0'0'387'0,"0"0"-293"0,0 0 25 0,0 0 16 16,0 0-73-16,0 0 14 16,0 0-16-16,0 0-12 15,0 0-26-15,0 0 7 16,0 0-2-16,0 0-18 15,13 0-9-15,-1-4 0 0,4-4 6 16,8 0-5-16,17 0 9 16,-7 8-5-16,0 0-10 15,6 0 3-15,-15 0-10 16,-3 0-1-16,-16 28 11 16,-6 8-4-16,0 4 6 15,0 8-6-15,0 4-20 16,-40-7 14-16,21-5-5 15,-15-8 17-15,28-16-1 16,6-8-2-16,0-8 3 16,0 0-18-16,0 0 1 15,18 0-13-15,23 0 30 16,5-8 0-16,1-12 9 0,8-4-9 16,-8 4 0-1,-16 4-13-15,3 8-80 0,-12 8-80 16,-22 0-15-16,0 0-85 15</inkml:trace>
  <inkml:trace contextRef="#ctx0" brushRef="#br0" timeOffset="-104485.84">17392 15111 57 0,'0'0'151'0,"0"0"-104"0,0 0 75 15,0 0 2-15,0 0-57 16,0 0-17-16,-47 100-2 16,26-80 21-16,14-4 1 15,1-3 19-15,0-6-13 16,6-2-8-16,0-5 18 15,0 0-38-15,0 0 16 16,0-28-45-16,0-33 6 16,0-19-8-16,19-16 0 15,21 12-10-15,-12 15-3 16,3 13-3-16,-16 16-2 0,-9 20-2 16,7 12 0-16,-13 8 2 15,0 0-21-15,0 8 1 16,0 36 3-16,-34 12-2 15,-3-4-56-15,-4-8-139 16,7-11-263-16</inkml:trace>
  <inkml:trace contextRef="#ctx0" brushRef="#br0" timeOffset="-103820.72">17900 15211 622 0,'0'0'37'0,"0"0"-36"0,0 0 33 15,0 0-14-15,0 0 13 16,0 0 46-16,87 13 32 16,-16-42-12-16,38-19 6 15,30-20-40-15,29-21-37 16,18-14-6-16,22-18-7 15,6 1-1-15,-7-4-9 16,-21 3-5-16,-6 9-23 16,-31 7-49-16,-28 22-37 0,-22 11-174 15,-24 27-250 1</inkml:trace>
  <inkml:trace contextRef="#ctx0" brushRef="#br0" timeOffset="-97825.45">19094 15632 122 0,'0'0'82'0,"0"0"14"0,0 0 30 0,0 0-8 15,0 0 23-15,0 0-7 16,0 0-33-16,0 0-54 16,0 0-46-16,0 0 6 0,0 0-6 15,0 0 17 1,0 0 3-16,0 0 22 0,0 0-4 15,0 0 14-15,0-3-7 16,0-6-7 0,0 9-18-16,0-16-20 0,9 5 7 15,16-14 4-15,15-3 4 16,1 4-11-16,-13 12 7 16,12 4-12-16,-9 8-3 15,-9 0-5-15,-4 0-15 16,-2 0 4-16,-16 20-10 15,0 21 24-15,0 22-5 16,-22 1 10-16,-37 21-30 0,-9-4 13 16,15-6 9-1,7-11 8-15,12-12-3 0,6-11 9 16,21-18-7-16,7-6 6 16,0-13-10-16,0-4-7 15,16 0-33-15,30 0 45 16,13 0 32-16,10 0 6 15,-17 0-22-15,-5 0 6 16,-1 0-20-16,-18 0-2 16,-3-4-21-16,3 0-34 15,-16-9-113-15,-12-2-297 16</inkml:trace>
  <inkml:trace contextRef="#ctx0" brushRef="#br0" timeOffset="-96792.09">19956 14943 411 0,'0'0'188'0,"0"0"-187"0,0 0 1 0,0 0-2 0,0 0 16 15,0 0 13-15,0 0 30 16,0 0 36-16,0 8 28 16,-31 8-59-16,9-4-30 15,-12 7-12-15,3 2-8 16,3-1 5-16,0-4-10 16,16-1 6-16,6-6-12 15,6-5 1-15,0 0-4 0,0 0-1 16,0 0-21-1,6-4 10-15,34 0-6 0,7 0 4 16,-7 0 14-16,0 8 0 16,1 0 8-16,-1 0-6 15,0 9-1-15,1 6-1 16,-1-7 3-16,-15 4-2 16,-4-4-1-16,-8-3 2 15,-13 2 2-15,0 6 6 16,0-1 9-16,-34 3 17 15,-7-2-30-15,-5 2 13 16,-1-15-6-16,13-3 3 16,16-5-9-16,-4 0-7 0,3 0-26 15,-9 0-42 1,10 0-55-16,12-8-148 16,6-20-316-16</inkml:trace>
  <inkml:trace contextRef="#ctx0" brushRef="#br0" timeOffset="-96260.42">20083 15003 327 0,'0'0'273'0,"0"0"-173"0,0 0-15 16,0 0-21-16,0 0 16 0,0 0-18 15,0 4-10-15,0-4 0 16,0 0-1-16,0 0-11 15,0 0-22-15,0 0-16 16,0 0 2-16,0 0-8 16,9 0 6-16,10 0-2 15,-7 0 1-15,16 0 3 16,-15 0-4-16,8-9 1 16,-8 1-7-16,-7 1 4 15,10-1 1-15,-16-5-28 0,12 5-47 16,-12-3-165-1,0 11-373-15</inkml:trace>
  <inkml:trace contextRef="#ctx0" brushRef="#br0" timeOffset="-94461.75">27398 12095 218 0,'0'0'123'0,"0"0"-106"0,0 0 94 0,0 0 3 16,0 0 16-16,0 0-9 16,-7 0-1-16,7 0-71 15,0 0 0-15,0 0 6 16,0 0 8-16,0 0-26 15,0 0-13-15,0 0 1 0,0 0-16 16,0-8-1-16,0-12-2 16,31-4 15-16,10 9-17 15,-1-2 4-15,0 1-4 16,13 11-2-16,-3-6-2 16,-4 11 2-16,-6 0-5 15,-21 0-10-15,3 0 7 16,-16 16-1-16,-6 24 5 15,0 12 2-15,-28 20-5 16,-31 13-23-16,-43 7-22 16,3 12 19-16,12-15 4 15,0-9 23-15,28-21 8 16,31-18-1-16,22-17-1 16,6-17 1-16,0-7-3 15,0 0-6-15,46 0-7 0,13 0 13 16,3-7 4-16,-15-9-3 15,-7 3 19-15,-15 10-12 16,-3 3-8-16,-16 0-19 16,-6 0-127-16,0 0-446 15</inkml:trace>
  <inkml:trace contextRef="#ctx0" brushRef="#br0" timeOffset="-93477.86">28151 11674 156 0,'0'0'163'16,"0"0"-121"-16,0 0 67 0,0 0 4 0,0 0-33 15,0 0-7 1,0 0 26-16,0 0-5 0,0 0-18 16,0 0-10-1,0 0-6-15,0 8-24 0,0-8-20 16,-6 0 7-16,6 4-3 15,-6 0-2-15,-13 4 0 16,-9 8-7-16,0 5-9 16,-3-2 6-16,10 1 9 15,2-7-7-15,13 2-2 16,6 1-1-16,0-8-14 16,0 4 1-16,0 1-2 15,0-5-6-15,0 0 10 16,37 4-15-16,13-4 8 0,-4-5 10 15,1 10 2-15,-7-6 0 16,0-2 7-16,-21 3-15 16,3 0 7-16,-16 4-4 15,0-4 1-15,-6 8 5 16,0 4-2-16,0 0 4 16,-6 8-4-16,-56-4 3 15,21-4 1-15,1-8-3 16,9-12-2-16,9 0-13 15,16 0-7-15,0 0-40 16,6-20-27-16,0-16-112 16,0 4-166-16</inkml:trace>
  <inkml:trace contextRef="#ctx0" brushRef="#br0" timeOffset="-93112.18">28300 11674 420 0,'0'0'205'0,"0"0"-3"0,0 0-26 0,0 0-76 0,0 0-14 15,0 0-59-15,167-8-3 16,-120-8-24-16,-13 1-18 15,6 2-84-15,-21 13-174 16,-19 0-373-16</inkml:trace>
  <inkml:trace contextRef="#ctx0" brushRef="#br0" timeOffset="-92479.3">28560 12721 734 0,'0'0'143'0,"0"0"-27"0,0 0 4 0,0 0-73 16,0 0-23-16,0 0-1 16,152-4 18-16,-77-1-24 15,-1-3 7-15,1 5-13 16,-17-5-11-16,1 4-1 15,-18-4-41-15,-20 8-10 0,-14 0-91 16,-7 0-135-16,0 0-181 16</inkml:trace>
  <inkml:trace contextRef="#ctx0" brushRef="#br0" timeOffset="-92197.92">28700 12504 378 0,'0'0'597'0,"0"0"-539"16,0 0 53-16,0 0-43 15,0 0-41-15,0 0-13 16,189-3 19-16,-124-18-24 16,3 5-9-16,-3 4-23 15,-3-4-62-15,-15 8-98 16,-22 4-332-16</inkml:trace>
  <inkml:trace contextRef="#ctx0" brushRef="#br0" timeOffset="-91480.83">29891 12159 789 0,'0'0'83'0,"0"0"-14"0,0 0 19 0,0 0-34 0,0 0-20 16,0 0 5-1,0-8-11-15,0 4 18 0,0-4-20 16,18 8 16-16,-2-8-23 16,8 8 4-16,11 0-14 15,-1 0-9-15,6 0 0 16,-6 0-3-16,-9 8-8 16,-19 33-37-16,-6 15 15 15,0 16-10-15,-46 8-31 16,-35 4-31-16,10-12 48 15,-4 1 53-15,16-22 4 16,10-10 53-16,24-21-18 0,19-9 14 16,6-11-37-1,0 0-12-15,0 0-41 16,52 0 40-16,7-7 1 0,10-9 8 16,-11 3 10-16,11 2-4 15,-10 7 20-15,-4-4-19 16,-8 8 5-16,-7 0-16 15,-9 0-4-15,-9 0-62 16,-10 0-72-16,-12 0-302 16</inkml:trace>
  <inkml:trace contextRef="#ctx0" brushRef="#br0" timeOffset="-90712.86">30573 11525 371 0,'0'0'334'0,"0"0"-304"0,0 0 49 15,0 0-10-15,0 0-13 16,0 0-29-16,0 5-1 15,-6 23 12-15,-22 16-9 16,-7 0 50-16,11 4-38 16,8-4-10-16,16 0-24 15,0-8 8-15,0-3-14 0,0 3-2 16,0-8-1-16,16 0-12 16,15-17 3-16,3 2-12 15,12-13 13-15,7 0-29 16,3 0 17-16,-3 0 5 15,-7-5-10-15,-6-6-41 16,-12-9-77-16,-15 15-6 16,-7-6-83-16,-6 3-133 15</inkml:trace>
  <inkml:trace contextRef="#ctx0" brushRef="#br0" timeOffset="-90332.21">30337 11730 360 0,'0'0'167'0,"0"0"-89"0,0 0 17 0,0 0-14 0,0 0-35 16,0 0 13-16,0 0 20 0,16 0 49 15,15 8-43-15,18 0-36 16,10-8-24-16,0 0 4 15,15 0-20-15,-5 0-9 16,-4 0-13-16,-19-24-58 16,-24 20-151-16,-22 4-575 15</inkml:trace>
  <inkml:trace contextRef="#ctx0" brushRef="#br0" timeOffset="-89148.49">26802 12019 400 0,'0'0'271'0,"0"0"-148"0,0 0 34 0,0 0-49 16,0 0-24-16,0 0-42 16,0 0-1-16,0 0-29 15,0 0 6-15,0 0 6 16,0 0-2-16,0 0 2 0,0 0-12 16,0 0 13-16,6 12-14 15,35 16-1-15,12 13 9 16,21 6-3-16,13-3-8 15,12 4 4-15,9-4-2 16,13-3-9-16,-15-1 7 16,-7-4-5-16,3-4-6 15,-15 0 3-15,-6-8-4 16,-10 4-19-16,4 0-1 16,-29-7-32-16,-6-5-60 0,-18-9 28 15,-22-2-359 1</inkml:trace>
  <inkml:trace contextRef="#ctx0" brushRef="#br0" timeOffset="-88216.55">29763 12280 376 0,'0'0'252'0,"0"0"-184"0,0 0 14 0,0 0-12 0,0 0-11 0,0 0 20 16,0-8-25-16,0 8-16 16,0 0 32-16,0 0-23 15,0 0-1-15,0 11-31 16,13 17 32-16,33 13-4 16,1-2-16-16,9-2-10 15,9-5-6-15,-3-4 2 16,-3 5-12-16,9-10-1 15,-9 9-10-15,15 1 8 16,-9-2-34-16,-9 2-19 16,-9-13-75-16,-29 8-294 15</inkml:trace>
  <inkml:trace contextRef="#ctx0" brushRef="#br0" timeOffset="-87448.66">27953 13555 641 0,'0'0'178'0,"0"0"-152"0,0 0 97 16,0 0-60-16,0 0-42 16,0 0 0-16,-34 197 18 15,6-105-6-15,-13 24-12 16,1-3 16-16,15-10-10 16,19-2-7-16,6-17-8 15,0-12-4-15,0-11-5 16,0-14-3-16,25-2-4 15,31-13-20-15,3-12 11 16,15-8-28-16,19-12 29 16,-12 0-44-16,-16-12-64 15,-3-24-136-15,-31-5-155 16</inkml:trace>
  <inkml:trace contextRef="#ctx0" brushRef="#br0" timeOffset="-87002.18">27652 14048 635 0,'0'0'178'0,"0"0"-1"0,0 0-14 0,0 0-82 0,0 0-24 0,0 0-41 15,360-27-7-15,-298 10-9 16,-16 6-38-16,-15 2-44 15,-15 5-192-15</inkml:trace>
  <inkml:trace contextRef="#ctx0" brushRef="#br0" timeOffset="-86385.51">28802 14345 535 0,'0'0'240'0,"0"0"-172"0,0 0 94 0,0 0-59 0,0 0-28 16,0 0-43-16,245 0-12 16,-189 0-17-16,-25 0 2 15,9 0-5-15,-6 0-28 16,-15-25-26-16,-10 2-129 15,-9-1-162-15</inkml:trace>
  <inkml:trace contextRef="#ctx0" brushRef="#br0" timeOffset="-86118.78">28802 14345 843 0,'-62'-216'92'0,"62"216"-69"16,0 0 26-16,6 0-37 16,35 0 31-16,11 0-5 15,-11 0 11-15,21 0-42 16,-16-5-7-16,-5-10-49 0,11 2-165 15,-24 1-523-15</inkml:trace>
  <inkml:trace contextRef="#ctx0" brushRef="#br0" timeOffset="-85386.37">29984 13896 669 0,'0'0'202'0,"0"0"-107"0,0 0-9 0,0 0-22 16,0 0-35-16,0 0 7 16,-19 8-6-16,-21 9-4 15,6 2-5-15,-1 9 3 16,1 5 22-16,10-2-21 15,2-3 12-15,9-4-21 16,13-7-3-16,0-1-13 0,0-9-10 16,0 6 7-1,13 7-4-15,27-4 3 0,0 0 8 16,13 4 0-16,-6-4 0 16,15-1-5-16,-10 10 5 15,10-1-8-15,4-8 4 16,-26 8-11-16,6-3 0 15,-33-6 2-15,2-3 8 16,-15 5 0-16,0 3 1 16,0 7 4-16,-15 6 12 15,-44-2-13-15,6-6 4 16,7-2-7-16,-1-15-4 16,13 0-6-16,0-8-11 15,0 0 4-15,9 0-42 16,-3-23-67-16,9-18-73 0,10-11-357 15</inkml:trace>
  <inkml:trace contextRef="#ctx0" brushRef="#br0" timeOffset="-85083.88">30139 13804 628 0,'0'0'117'0,"0"0"-71"0,0 0 121 0,0 0-75 0,0 0-43 0,0 0-45 16,331 0-4-16,-269-16-111 16,-15 3-169-16,-13 2-163 15</inkml:trace>
  <inkml:trace contextRef="#ctx0" brushRef="#br0" timeOffset="-84202.9">31134 13498 487 0,'0'0'251'0,"0"0"-165"0,0 0 69 0,0 0-71 16,0 0-35-16,0 0 3 0,19 0 3 15,-19 0-13-15,0 0-14 16,0 0 4-16,0 0-17 16,0 0 7-16,0 25-9 15,6 16 14-15,3 6-21 16,3 9 7-16,-5 8-10 16,-7 1 4-16,0-1-7 15,0 16 6-15,0-4-13 16,0 1 14-16,0 6-14 15,0-19 1-15,0 1-1 16,0-9-14-16,0-23 9 0,0-10 0 16,0-7 0-16,0-4 11 15,0-4 2-15,0-3-8 16,0-5 13 0,0 8-10-16,0-8 8 15,0 0-1-15,0 0-1 0,0 0-1 16,0 0-2-16,0 0-7 15,6 0 0-15,34-16-4 16,13-4 6-16,3-1 8 16,-4 6-4-16,-11 7-3 15,-1 8 5-15,-15 0-2 16,9 0 5-16,0 3 3 16,0 22-1-16,0 11 7 15,-3-5-5-15,-9 2-14 0,-3-1 3 16,-4-9-6-1,-3 10-4-15,1-13-13 0,-13-9 10 16,6-3 1-16,10-8 15 16,-4 0-52-16,16 0-69 15,-3-11 35-15,15-33-157 16</inkml:trace>
  <inkml:trace contextRef="#ctx0" brushRef="#br0" timeOffset="-78958.69">21429 13014 344 0,'0'0'119'0,"0"0"-30"0,0 0 55 16,0 0-25-16,0 0-50 15,0 0-7-15,0 0-49 16,0-25 26-16,0 25-9 16,0 0-4-16,0 0 8 0,0 0 6 15,0 0-17 1,0 0-6-16,0 0 1 15,0 0 0-15,0 0 8 0,0 0-25 16,0 0 12-16,0 0-11 16,0 33 0-16,18-1-1 15,-11 16 11-15,2 12-5 16,-9-4 2-16,0 8 5 16,12-3-7-16,-12 3 5 15,0-4-10-15,0-4 6 16,0-8-6-16,0-4-3 15,0-8 2-15,0-7-2 16,0-1-1-16,0-9 2 16,0-7-1-16,0 4 5 0,0-7-6 15,0-1 7 1,0-5-10-16,0 2 3 16,0-5 1-16,0 11 1 0,0-6 0 15,0-5 0-15,13 8 1 16,15-8-3-16,12 0 4 15,13 7-2-15,6-7 2 16,15 5 8-16,13-2-7 16,6 10-1-16,9-1-2 15,10 4 4-15,2-8-6 16,-8 4 4-16,21 8 7 16,-12-12-8-16,6 0 11 15,-10-3-12-15,4-5 4 16,-16 0-4-16,22-13 0 0,0-15-3 15,6 0 10-15,7-5-13 16,14 2 12-16,-8 10-12 16,-13 6 6-16,-6 2-22 15,-16 10 20-15,-12-2-1 16,-18 1-7-16,5 1-4 16,-14-5 14-16,8 8-1 15,0-5-6-15,-15 2 14 16,10-2-14-16,-17-7 2 15,-5 12 0-15,-1-4 1 16,-5 4 4-16,-1 0-3 16,0 0 6-16,-12-4-8 15,3-4 7-15,-3-8-4 0,0 1-4 16,-3-6-2-16,9 1 8 16,-6 0 5-16,-16 8 1 15,1 5-5-15,2 2 0 16,-9 1 4-16,7-4-2 15,-1 0 0-15,-3-8-6 16,10-9 5-16,-13-2-2 16,16-10 6-16,-10 6 7 15,-6-1-9-15,1-5-3 16,8-3 4-16,-9 0 0 16,1-7-10-16,-7-2 9 0,0 1-4 15,0-1 1 1,0 2 1-16,-28 2-1 0,-6 6 1 15,-13 3-4-15,-12 3 5 16,13 9-5-16,-1 1 4 16,-15 2 12-16,31 1-12 15,-15-5-1-15,-4-6-1 16,-3-5-4-16,1-13 1 16,-7 10-19-16,3 11 19 15,-3 7-7-15,-3 14 9 16,25 7 2-16,-19 0 11 15,16 0-7-15,-1 0-1 0,4 0-4 16,9 0 2-16,-12 3-3 16,6 1 7-16,0 4-3 15,-7 5 1-15,4-10 17 16,-25 13-10-16,-12-7 1 16,-13 7-9-16,-19-8-2 15,-2 4 2-15,-10-12 1 16,3 0-2-16,-30 0 1 15,8 0 10-15,-21 0 10 16,-31 0-9-16,9 24-13 16,-6 16 5-16,-9 7-6 15,15 10 6-15,19-4-4 16,21-9 2-16,25-8-6 16,29-16 4-16,45-4-4 15,16-13 0-15,19 2-3 0,-3 7-23 16,3 4-24-1,-7 4 2-15,1-4-18 0,-4-4 7 16,4-12-76-16,-7 0 16 16,-15-4-73-16,-12-28-474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3:03:20.9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9904 6028 106 0,'0'0'119'0,"0"0"-113"0,0 0 5 0,0 0 15 15,0 0-22 1,0 0-2-16,0 0-1 0,0 0 4 16,0 0-1-1,0 0-3-15,0 0 41 0,0 0-4 16,0 0 4-16,0 0-8 16,0 0-13-16,0 0-18 15,0 0-3-15,0 0 24 16,0 0-19-16,0 0 28 15,0 0-25-15,0 0 4 0,0 0-5 16,0 0 18 0,0 0-4-16,0 0-10 0,0 0 2 15,15 0-11-15,-15 0 21 16,6 0-5-16,0 0 0 16,-6 0-10-16,0 0 9 15,13 0-8-15,-7 0 16 16,3 0 15-16,4 0-19 15,-1 0-2-15,1 0-10 16,8 0 7-16,-2 0-11 16,9 0-8-16,0 0 4 15,-3 0-2-15,2 0-7 16,8-8 4-16,-11 8-3 16,4 0 7-16,-15 0-7 15,21 0 14-15,-16 0-14 16,10 0 9-16,0 0-4 0,3 0 2 15,19 0 0-15,-10 0 0 16,7 0 2-16,-16 0-7 16,15-5 13-16,-6-3-15 15,-12 8 15-15,6 0-11 16,-21 0 5-16,15 0-4 16,-16 0 2-16,1 0 0 15,8-4-2-15,-8 4 8 16,8-8-10-16,-2 8 8 15,3-8-2-15,2 8 3 16,4 0-9-16,-3 0 4 16,-3 0 0-16,18-3 0 15,1 3 2-15,-7-9-5 0,12-3 9 16,-6 3 6-16,-2-2-4 16,2 7 9-16,-12 4-1 15,0 0-12-15,-10 0-4 16,-11 0 1-16,27 0-3 15,-6 0 7-15,-10 0-6 16,10 0 8-16,-9 0-10 16,9 0 11-16,-10 0-5 15,4 0-3-15,3 0 0 16,3 0-3-16,0 0 6 16,-4 4 9-16,4-4-10 0,0 0 2 15,-3 8 2 1,3-5-5-16,-3-3-1 0,-10 0 0 15,10 9-1 1,3-9 8-16,-10 8-8 0,4-4 3 16,-3 5 20-16,9-6-21 15,0-3 4-15,-10 8 1 16,10-8-6-16,-15 8 1 16,-1-8-1-16,10 4 5 15,-16-4-1-15,6 0 3 16,16 0 0-16,-15 0-13 15,2 0 19-15,-3 0-14 16,1 0 3-16,15 0-2 16,-10 0 6-16,-2 0-6 0,-4 0 8 15,1 0-4 1,8 0 10-16,-2 0-13 0,9 0 11 16,-3 0-7-16,3 0-8 15,0 0 8-15,-4 0-2 16,-2 0 2-16,-3 0 0 15,2 0-10-15,-8 0 18 16,-1 0-16-16,10 0 11 16,-10 0-15-16,16 0 18 15,-9 0-11-15,2 0 1 16,26 0 1-16,-1 0 3 16,7 0 4-16,6 0-4 15,-3 0 0-15,-10 0 1 16,-11 0-6-16,-4 0-2 0,-10 0-1 15,-8 0-2-15,-13 0 0 16,21 0 10-16,-14 0-11 16,5 0 14-16,0 0-15 15,-12 0 7-15,22 0-21 16,-10 0-27-16,1 0-72 16,-13 0-238-16</inkml:trace>
  <inkml:trace contextRef="#ctx0" brushRef="#br0" timeOffset="4312.46">15125 6039 269 0,'0'0'0'0,"0"0"-31"0,0 0 13 16,0 0-2-16,0 0 20 15,0 0 39-15,0 0 62 16,-68 4 5-16,56-4-30 15,-1 0 11-15,-9 0-5 0,10 0-36 16,6 0-10-16,0 0 9 16,-4 0-17-16,10 0 4 15,-6 0-4-15,6 0-4 16,0 0-9-16,0 0-15 16,0 0-2-16,0 0-2 15,0 0-5-15,0 0-5 16,0 0 14-16,0 0-15 15,6 0 14-15,16 0-3 16,12 0-11-16,0 0 15 16,-3 0-10-16,10 0 7 15,5 0-13-15,-6 0 14 16,7 0-4-16,-7 0 2 0,7 0 3 16,-13 0 1-16,6 0-3 15,-12 0 8-15,19 0-10 16,-1 8 14-16,7-8-17 15,-1 0 10-15,10 0-4 16,-15 0-10-16,6 0 6 16,-7 0-6-16,-12 0 11 15,7 0-3-15,-1 0 8 16,0 0-11-16,7 0 14 16,-7 0-14-16,7 0 13 15,-7 0-8-15,0 0 2 16,-6 0 0-16,3 0-2 0,-2 0 6 15,-8 0-8-15,8 0 10 16,5-4-14-16,6-4 17 16,1 4-14-16,-1-3 5 15,-5 7 0-15,-7 0 0 16,-3 0 0-16,-3 0-1 16,-10 0 4-16,10 0-10 15,-15 0 15-15,15 0-11 16,-10 0 9-16,4 0-5 15,-3 0 2-15,8-8 3 16,-8 3 8-16,9 5-13 16,-6-8 5-16,-10 8-1 15,0 0 4-15,10 0-4 0,-3 0 5 16,-7 0-8 0,10 0-2-16,-4 0 3 0,4 0-2 15,-3 0-2-15,15 0 7 16,0 0-11-16,6 0 5 15,1 0-19-15,-23 0-94 16,-18-23-326-16</inkml:trace>
  <inkml:trace contextRef="#ctx0" brushRef="#br0" timeOffset="5744.86">2177 6902 378 0,'0'0'0'0,"0"0"-44"0,0 0-3 0,0 0 30 0,0 0 16 16,0 0 1-16,102 0 160 16,-90 0-152-16,-5 0-8 15,-1 0 31 1,-6-5 33-16,15 5-59 0,-15-3 55 15,0 3 14-15,0 0 13 16,0 0-28-16,7 0-18 16,-7 0-41-16,12 0-5 15,0 0 1-15,57 0 8 16,-11 0-5-16,-2 0 10 16,16 0-10-16,-45 0 1 15,20 0 0-15,6 0 23 16,-1 0 4-16,17 0-11 0,-10 0-8 15,21 0 1-15,-5 0-1 16,-7-13-11-16,-9 10 10 16,0 3-11-16,-13 0 4 15,10 0 0-15,-16 0 3 16,-9 0 0-16,3 0-4 16,-6 0 13-16,6 0-11 15,-9 0 1-15,3 0 5 16,-9 0 2-16,9 0 8 15,-10-13-6-15,10 1-8 16,-15 9 3-16,2-2 0 16,-9 5-6-16,0 0 5 15,13 0-10-15,9 0-17 0,-9 0-39 16,2 0-109-16,-21 0-235 16</inkml:trace>
  <inkml:trace contextRef="#ctx0" brushRef="#br0" timeOffset="7693.22">9879 5217 156 0,'0'0'288'0,"0"0"-203"0,0 0-12 16,0 0-8-16,0 0-31 0,0 0-7 15,0 0-8-15,-134-32 19 16,107 24 7-16,20-1 5 16,-8-2-2-16,2 7-12 15,7 0-34-15,0 4 2 16,6-4 2-16,0 4-8 16,0 0 2-16,0 0-14 15,0 0-1-15,0 0-23 16,0 0 34-16,0 8 1 0,0 7-7 15,19 6 20 1,2-1-20-16,-2 5 9 0,-4 6 0 16,4-3-9-16,-7-4 0 15,-5 9 4-15,2-5 6 16,-3 3-4-16,-6-2 12 16,6 3-7-16,1-4 3 15,5-1-5-15,3-2 1 16,-2-1 0-16,-7 1 0 15,-6-6 5-15,0 1-10 16,0-4 10-16,6-4-12 16,-6 1-7-16,0-1 11 0,0-1 6 15,0 5 0 1,0 4 1-16,16 8 1 0,-16-3 4 16,0-1-6-1,12-12-6-15,-12-4 5 0,6-8-8 16,1 0-7-16,-7 0 4 15,0 0-17-15,0 0-14 16,0-20-102-16,0 4-246 16</inkml:trace>
  <inkml:trace contextRef="#ctx0" brushRef="#br0" timeOffset="9126.49">9792 5125 339 0,'0'0'58'0,"0"0"-55"0,0 0 60 0,0 0-27 16,0 0-36-16,0 0 8 15,46-16 0-15,-27 11 12 16,-13 5-16-16,-6 0 12 15,22 0-5-15,-10 0 20 16,16 0-31-16,-3 0 8 16,9 0-6-16,6 0 17 0,13 0-19 15,-12 0 2 1,21 0-2-16,-16 0 8 0,1 0-2 16,-1 0 0-16,1 0-8 15,5 0 8-15,4 0-3 16,-9 0-2-16,-1 0-2 15,-6 9-5-15,1-1 6 16,11-4-2-16,1-4 5 16,6 0-8-16,3 0 10 15,-3 0-15-15,3 7 16 16,-3-2-7-16,15-5 1 16,-9 4 0-16,4 0-3 15,-10 4 6-15,3-4-6 16,-16 12 10-16,7-4-4 0,0-8-3 15,-7 8 7-15,22-12-5 16,-15 0-1-16,15 0-1 16,3 0-7-16,4-12 2 15,-13 0-3-15,-3 12 5 16,-6 0-16-16,-13 0 4 16,-6 0 2-16,6 0 8 15,7 0-2-15,-1 0-10 16,13 0-31-16,-3-4-5 15,-9-12-3-15,-23 8 23 16,4 8 30-16,-9 0 6 0,-10 0 23 16,10 0 1-1,2 0 25-15,4 0-43 0,3 0-5 16,-3 0-8-16,3 0 12 16,6 0-19-16,6 0 21 15,-15 0-16-15,9 0 12 16,-6 4-6-16,-9 0 4 15,2 4 9-15,-8-5-5 16,9 2-4-16,-4-1-3 16,1-4 10-16,-4 8-14 15,-15-4 8-15,13-4-4 16,-13 0-1-16,12 0 0 16,-12 0-1-16,16 0 3 15,-10 0 0-15,0 9 2 16,-6-9 19-16,12 3-9 0,-5 2 14 15,14-2-9-15,-21 5 1 16,6-4-19-16,1-4 3 16,8 13-2-16,-15-5 11 15,25-1-22-15,-13-3 21 16,4 4-18-16,-16 4 11 16,12 0-10-16,-6 9 10 15,16-2-2-15,-3 6 29 16,3-5-31-16,2 12 2 15,4 4 3-15,-22 0 3 16,16 8 3-16,-16 4-11 16,1 4 18-16,-7 1-16 0,0-6-3 15,0 9-19 1,0-15-12-16,0-10-123 0,0-18-121 16</inkml:trace>
  <inkml:trace contextRef="#ctx0" brushRef="#br0" timeOffset="16886.22">22210 5635 168 0,'0'0'313'0,"0"0"-257"0,0 0 33 0,0 0-4 0,0 0-23 0,0 0-25 16,0 0 5-16,0 0 0 16,0 0 14-16,0 0-28 15,0 0 17-15,0 0-5 16,6 0-20-16,1-13 10 0,8-3-3 16,4-4 13-16,15-8-33 15,19 0 10 1,-1 0-11-16,10 4-11 0,-9 7 5 15,0 14-3-15,-19 3-9 16,6 0-3-16,-28 0 5 16,-12 44-23-16,0 20 25 15,0 16 8-15,-34 17 25 16,-25 3-19-16,-6 0 17 16,25 0-22-16,0-20 4 15,24-19-3-15,16-21 1 16,0-17-6-16,0-14-10 15,6-9 6-15,50 0 14 16,9-9 3-16,10-27-5 16,-1 5 4-16,-3-2-9 0,-8 1-3 15,2 9-8-15,-3-2-30 16,-22 5-50-16,-21 1-186 16,-19 6-497-16</inkml:trace>
  <inkml:trace contextRef="#ctx0" brushRef="#br0" timeOffset="17668.36">21193 6100 425 0,'0'0'269'0,"0"0"-238"0,0 0 49 0,0 0 47 0,0 0-65 0,0 0-1 16,0 0 7 0,161-93-37-16,-127 81-9 0,-15-8-6 15,3-1 12-15,12-2-26 16,12-9 7-16,1 0-3 16,6-8-12-16,-7 4-22 15,1 8-11-15,-19 11-63 16,-16 9-19-16,-12 8-63 15,0 0-117-15</inkml:trace>
  <inkml:trace contextRef="#ctx0" brushRef="#br0" timeOffset="18151.2">21320 6139 365 0,'0'0'185'0,"0"0"-136"0,0 0 72 0,0 0-38 0,0 0-50 16,0 0 16-16,143 36 5 15,-106-31-10-15,3-1-8 16,1 0-3-16,-7 3-22 16,19 1-1-16,-13 0-5 15,6 5-9-15,1-1 4 16,-7-1-19-16,1-2-3 0,-14-1-40 16,-8-8-51-16,3 0-54 15,-22 0-256 1</inkml:trace>
  <inkml:trace contextRef="#ctx0" brushRef="#br0" timeOffset="19033.32">20533 6208 206 0,'0'0'126'0,"0"0"-48"0,0 0 44 0,0 0-16 0,0 0-22 16,0 0 8-16,0 0-49 15,121 144-16-15,-97-132 6 16,11-4-6-16,-1-3 15 0,18-5-26 16,17 0 18-16,-11-36 1 15,-5-17 22-15,9 1-38 16,-9-9-8-16,-13-3-5 15,-6 0-6-15,-9 1-3 16,-3-3-46-16,-16 7 35 16,-6 15-27-16,0 3-2 15,-28 10-65-15,-25 18 78 16,-27 10-10-16,15 3 40 16,-22 16 99-16,0 36-99 15,0 12 11-15,13 0-11 0,12-3-100 16,15-17-176-1</inkml:trace>
  <inkml:trace contextRef="#ctx0" brushRef="#br0" timeOffset="26877.74">23767 5846 393 0,'0'0'224'0,"0"0"-169"0,0 0 22 0,0 0 36 0,0 0-16 0,0 0-40 15,0 0-15-15,0 0 18 0,0 0-34 16,0 0 13 0,0 0-28-16,0-3 4 0,34-13-1 15,6-9 14-15,13-3-8 16,15 0-7-16,-3 0 11 15,3 1-23-15,-15 2 9 16,9-3-6-16,-15 4-8 16,-1 1-5-16,-6 2-17 15,-15 9-3-15,-3 8-32 16,-16 4-77-16,-6 0-189 16,0 0-335-16</inkml:trace>
  <inkml:trace contextRef="#ctx0" brushRef="#br0" timeOffset="27376.88">23593 5899 310 0,'0'0'193'0,"0"0"-157"0,0 0 46 16,0 0 41-16,0 0-16 16,0 0-20-16,282 96 4 15,-210-84-62-15,-4 9 38 16,-16-2-41-16,-17-2-6 15,5 3-1-15,0-1-7 0,1 6 6 16,5-1-4-16,-6 4 10 16,7-8-22-16,-7-9-2 15,7-2-36-15,5-9-19 16,-18 0-157-16,-21-17-358 16</inkml:trace>
  <inkml:trace contextRef="#ctx0" brushRef="#br0" timeOffset="28459.15">25085 5434 685 0,'0'0'128'0,"0"0"-90"0,0 0 79 15,0 0-52-15,0 0-14 16,0 0 21-16,226-64-34 16,-164 55-32-16,-16 9 1 15,-15 0 3-15,3 0-7 16,-18 0 0-16,-10 20-3 0,7 13 3 16,-13 3-5-16,0 3 4 15,0 6 6-15,0-5-3 16,0-4-4-16,0-16-2 15,0-4 0-15,12-4-2 16,28-4 0-16,-6-3-1 16,25-2 6-16,10-3-3 15,-1 5 1-15,-16-2 0 16,-5 9 2-16,-19 4 5 16,-22 9-7-16,-6-2 2 15,0 10 18-15,-15 11 6 16,-85 12 10-16,-21 7-36 0,-24 3 6 15,-10-2-6-15,49-17-25 16,32-14 13-16,40-17-57 16,34-16-84-16,0 0-338 15</inkml:trace>
  <inkml:trace contextRef="#ctx0" brushRef="#br0" timeOffset="32356.59">22176 7972 403 0,'0'0'141'0,"0"0"-25"0,0 0-1 0,0 0-27 16,0 0-15-16,0 0-49 16,0 0-1-16,74-32 0 15,-46 32 33-15,-3 0-16 16,9 0 18-16,-15 0-32 16,9 0-14-16,-16 9-5 15,4 14-7-15,-4 6 0 0,-6 7 0 16,-6-5-11-1,0-3 6-15,0-7 4 0,0-14-12 16,0-2-1-16,0-5-17 16,22 0-5-16,3 0 20 15,9 0 16-15,-6 0 4 16,-22 0-4-16,6 11 44 16,-12 14-26-16,0 11 23 15,0 12-15-15,-34 12-1 16,-25 4-5-16,-3 1-7 15,-3-6-3-15,-3-14-7 16,9-9 0-16,-9-12 5 16,9-4-16-16,0 0-66 15,3 1 0-15,16-2-157 16,9-2-106-16</inkml:trace>
  <inkml:trace contextRef="#ctx0" brushRef="#br0" timeOffset="33154.44">22858 7415 373 0,'0'0'420'0,"0"0"-377"0,0 0 14 0,0 0 12 0,0 0-65 16,0 0 32-16,87-44 3 16,-53 40-7-16,0 4 14 15,-15 0-23-15,-13 0-2 16,-6 0-19-16,0 4-1 16,0 36 8-16,0 20-1 15,0 12 7-15,-19-4-4 16,7-7-7-16,-3-9-2 15,15-20-4-15,0-13 6 16,0-6-8-16,0-5 0 16,0-4 2-16,46-4 4 15,16 0 6-15,9 0-1 16,4 0-2-16,-13-12-5 0,-9 7-18 16,-7 5-11-16,-21 0-104 15,-10 0-211-15</inkml:trace>
  <inkml:trace contextRef="#ctx0" brushRef="#br0" timeOffset="33722.28">23974 8489 418 0,'0'0'518'0,"0"0"-463"0,0 0-13 0,0 0 2 15,0 0 17-15,0 0-30 0,202-39-15 16,-143 31 14-16,-6-9-20 15,-13 6-4-15,-12 3 0 16,-16-1-12-16,-12 6-9 16,0-2-39-16,0-3-41 15,0 0-113-15</inkml:trace>
  <inkml:trace contextRef="#ctx0" brushRef="#br0" timeOffset="33924.21">23974 8489 419 0,'-52'-268'610'16,"52"260"-607"-16,25-1 79 0,15 2-10 16,16 3-36-16,3 4-27 15,15-4-9-15,-3 4-17 16,-9 0-34-16,-3 0-122 15,-18 0-293-15</inkml:trace>
  <inkml:trace contextRef="#ctx0" brushRef="#br0" timeOffset="34737.04">25640 8201 389 0,'0'0'115'0,"0"0"-43"0,0 0 26 0,0 0-12 0,0 0-22 0,0 0 8 15,313-161 10-15,-301 114-22 16,-3-6-1-16,-9 9-37 16,0 0 12-16,-21 12-28 15,-32 20-12-15,-15 4 6 16,-19 8-12-16,0 0 3 16,7 32 9-16,8 13 2 15,16 2 1-15,19-3 7 0,15-8-7 16,16-3 2-16,6-5-5 15,0-8-2-15,13-9-15 16,39-11-6-16,17 0 9 16,11 0 11-16,-15-8-4 15,10-20 14-15,-29 5-12 16,1 2 10-16,-32 9-10 16,4 9 10-16,-19 3-3 15,0-5 4-15,0 5 13 16,0 0-19-16,6 0-10 15,16 0-6-15,12 0 16 16,12 17 9-16,7 7-8 16,0-4-2-16,0 4-3 15,-7-1 1-15,-6 5-10 16,-6 1-4-16,1-1 13 0,-23 0 4 16,16 4-8-16,-28 0 15 15,0 4-13-15,0 8 12 16,-13 1-2-16,-61-1 14 15,-13-5 23-15,-21 2-24 16,2-13-10-16,-2-4 10 16,21-9-15-16,6-2-4 15,16 3-22-15,-3 4-93 16,28 0-345-16</inkml:trace>
  <inkml:trace contextRef="#ctx0" brushRef="#br0" timeOffset="39484.1">27630 7949 402 0,'0'0'376'0,"0"0"-289"0,0 0 67 16,0 0-26-16,0 0-66 15,0 0-18-15,0 0-10 16,22 0 0-16,-22 0-17 16,0 0 20-16,0 0-11 15,0 0 11-15,0 0-24 16,0 0 14-16,0 0-11 0,0 0 9 15,-6 0-1-15,-44 0-22 16,-3 0-1-16,7 0 8 16,-13 3-18-16,-3 25 8 15,9 8-4-15,13 5-3 16,6-5-6-16,15 3 6 16,13-3-4-16,6-3 4 15,0-1-6-15,25 0 10 16,31-12-11-16,9 1 14 15,3-13-12-15,25-8 0 16,0 0-24-16,6-5-3 16,-12-19 13-16,-13 0-16 15,-21 5-9-15,-25-2-37 16,-22-3-38-16,-6 0-152 0</inkml:trace>
  <inkml:trace contextRef="#ctx0" brushRef="#br0" timeOffset="39867.65">27382 8181 56 0,'0'0'555'0,"0"0"-405"0,0 0-21 0,0 0-5 16,0 0-52-16,0 0-5 16,0 0-26-16,0 0-31 15,16 0 9-15,24 0 15 16,-6-8 13-16,-9 3-30 15,3-2 8-15,-10-1-25 16,16 0 0-16,7-5-2 16,5 2-12-16,1-1-52 0,5-1-50 15,-11 2-181 1,-7-1-350-16</inkml:trace>
  <inkml:trace contextRef="#ctx0" brushRef="#br0" timeOffset="40415.92">28808 7892 819 0,'0'0'130'16,"0"0"-130"-16,0 0 97 15,0 0-25-15,0 0-30 16,0 0-30-16,-96 112 11 15,96-79-17-15,0-2 12 16,41-6-10-16,8-5 10 16,4-4 4-16,12-5-19 15,3-6 20-15,19-5-21 0,0 0 18 16,6-5-19-16,6-39 15 16,3-12-11-16,-2-16 8 15,-13-11-5-15,-19-2-7 16,-37 1 20-16,-16 4-19 15,-15 11 24-15,0 1-26 16,-46 12 13-16,-35 12-13 16,-12 8-12-16,-3 19 3 15,-9 17 0-15,-10 0 8 16,9 33-10-16,4 31 2 16,25 0 18-16,15 1-18 15,21-14-1-15,29 1-31 0,12-7-55 16,0-9-124-16,0 4-284 15</inkml:trace>
  <inkml:trace contextRef="#ctx0" brushRef="#br0" timeOffset="40848.69">29277 7463 536 0,'0'0'67'0,"0"0"14"0,0 0 79 0,0 0-92 0,0 0-11 0,0 0 31 16,-28-9-17-16,28 9-43 15,0 0-3-15,0 0 21 16,0 0 10-16,0 21-29 16,0 27 19-16,0 12-25 15,0 8 23-15,0 5-29 16,0-9-1-16,0 0-14 0,0-8-2 15,0-7-7 1,0-18-26-16,0-6 1 0,0-9-39 16,12-8-8-16,10-8-118 15,3 0-246-15</inkml:trace>
  <inkml:trace contextRef="#ctx0" brushRef="#br0" timeOffset="41115.64">29450 7872 282 0,'0'0'256'0,"0"0"-242"16,0 0 96-16,0 0-6 15,0 0-8-15,0 0 20 16,279 13-26-16,-251 51-28 15,-9 3-37-15,-4-2-20 16,-2-14-10-16,5-10-37 16,16-21-15-16,19-20-9 15,9 0-28-15,9-8 19 16,-2-37-54-16,-23-7-304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3:05:32.0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5494 4030 607 0,'0'0'0'0,"0"0"9"0,0 0-9 16,0 0 1-16,0 0 14 0,0 0-14 16,0 0 20-16,0-20 23 15,0 20 9-15,0-4-12 16,0 0-26-16,0-4-15 16,0 0-1-16,0 0-6 15,0 0 14-15,0 0-5 16,0-4-2-16,0 12 13 15,0 0 37-15,0 0 18 16,0 0-29-16,0 0-21 16,0-5-4-16,0 5-14 15,0-3 0-15,0-9-3 16,0 7 2-16,0-6-13 16,7 6 14-16,-1 5 3 15,0-7-2-15,-6 7-1 16,0 0 2-16,6-4 16 0,-6 4-17 15,6 0 4-15,-6 0 5 16,16 0-15-16,-10 0 6 16,7 0-2-16,-1 0-2 15,3 0 3-15,4 0-1 16,3 0 11-16,-10 0-11 16,7 0 2-16,-4 0 2 15,4 0 0-15,-7 0-2 16,4 0 8-16,9 0-4 15,2 0 0-15,8 0-4 0,5 0 11 16,-6 0-7 0,-9 0 6-16,9 0-5 0,-6 0-6 15,3 0 9-15,3 0-8 16,0 0-1-16,0 0 7 16,-3 0-10-16,3 0 7 15,-6 0-4-15,-3 0 1 16,9 0 5-16,-6 0-1 15,0 0 5-15,-3 0-4 16,3 0-4-16,-4 0-4 16,11 0 4-16,-1 0-7 15,0 0 13-15,6 0-13 16,0 0 16-16,-15 0-17 16,9 0 6-16,0 0 0 15,-15 0-2-15,3 0 4 0,-4 0-10 16,4 0 16-16,3 0-9 15,9 0 7-15,-6 0-8 16,3 0 4-16,3 0-2 16,6 0 0-16,7 0 3 15,-7 0-5-15,0 0 7 16,1 0-10-16,-13-4 14 16,3 4-14-16,-4-8 14 15,8 8-14-15,-11 0 5 16,4 0 0-16,0 0-4 15,3 0 8-15,3 0 1 16,7 0-4-16,-1-5 10 0,6 5-8 16,-18-3 6-16,-3-10-5 15,3 10 0-15,0-9 3 16,-3 4 2-16,3 0-9 16,-16-1 15-16,-6 6-30 15,4 3 25-15,-4 0-20 16,-6-8-14-16,0-8-68 15,-6-4-328-15</inkml:trace>
  <inkml:trace contextRef="#ctx0" brushRef="#br0" timeOffset="21300.02">7873 2691 306 0,'0'0'45'0,"0"0"-44"0,0 0 39 0,0 0 25 16,0 0-21-16,0 0 13 16,0 0-15-16,0 0 15 0,0 3 0 15,0-3 2 1,0 0-15-16,0 0-29 0,0 0 28 16,0 0-13-16,0 0 8 15,0 0-17-15,0 0-6 16,0 0-2-16,0 0 0 15,0 0 5-15,0 0-11 16,0 0-7-16,6 0 6 16,16-12-6-16,2-7 1 15,10-14 10-15,25 2-4 16,16-18-4-16,12-7 16 16,21-4 3-16,4-8 4 15,15 0-25-15,6-4 7 16,10 3-7-16,-4 8-2 0,1 10-16 15,-13 2-48-15,-12 10-29 16,-10-2-71-16,-12 13 39 16,-25 12-49-16,-33 4-11 15</inkml:trace>
  <inkml:trace contextRef="#ctx0" brushRef="#br0" timeOffset="22165.4">7953 2466 428 0,'0'0'67'0,"0"0"-18"0,0 0 53 15,0 0-11-15,0 0-43 16,0 0 11-16,0 0-6 16,0 0 0-16,0 8-53 15,0 16 12-15,-34 12-8 16,-19-4-3-16,7 4 0 16,6-8 10-16,5 0 6 15,-5-4 17-15,6 9 25 0,15-10-10 16,-2-6-16-16,15-9-12 15,6-8-11-15,0 0 3 16,0 0-9-16,0 0-8 16,0 0 1-16,0 0-3 15,27 0 12-15,32-17 10 16,3 1-6-16,-15 5 0 16,-1 2-2-16,-11 6-7 15,-11 3-1-15,17 0-13 16,-13 0 8-16,6 0-29 15,-3 0-3-15,9-5-87 16,-6 5-79-16,6 0-58 16,-21 0-230-16</inkml:trace>
  <inkml:trace contextRef="#ctx0" brushRef="#br0" timeOffset="23212.79">10291 1888 196 0,'0'0'360'0,"0"0"-299"0,0 0 56 16,0 0 16-16,0 0-94 15,0 0-15-15,-12-3-13 16,12 3 19-16,0 0-10 16,0 0 19-16,0 0 2 15,0 0-11-15,0 0 10 0,0 0-28 16,0 0-2-16,0 0-7 16,0 0 13-16,0 0-11 15,0 0 4-15,0 0 0 16,0 0-6-16,0 0 14 15,0 0-11-15,0 0-7 16,0 0 8-16,0 0-4 16,0 0-2-16,0 0-1 15,0 0 11-15,0 0 0 16,0-5 2-16,0-6-8 16,0-6 10-16,0-7-12 15,28-12 6-15,18-4-9 16,1-9 0-16,-1-10 2 15,-5 15-2-15,-1 0-7 16,-15 11 4-16,-4 5 2 0,-14 12-23 16,11 0 19-16,-9 1-20 15,4 6-6-15,-13-3-29 16,0 8-31-16,0 1-31 16,0-2-85-16,0 5-12 15,0 0-83-15</inkml:trace>
  <inkml:trace contextRef="#ctx0" brushRef="#br0" timeOffset="23734.32">10245 1383 592 0,'0'0'120'0,"0"0"-77"0,0 0 45 0,0 0-13 16,0 0-36-16,0 0 33 15,139 88 17-15,-89-56-58 16,3 4 4-16,-1-8-15 15,-11 5-11-15,-14-5-8 16,4-12 4-16,-9 12-2 16,-9-20-6-16,-13 7 3 15,15 2-6-15,-9-1-1 0,-6 0 6 16,6-8-18-16,-6 0-24 16,0-8-55-16,0 0-96 15,0 0-43-15,0 0-223 16</inkml:trace>
  <inkml:trace contextRef="#ctx0" brushRef="#br0" timeOffset="24529.17">11122 1736 168 0,'0'0'405'0,"0"0"-315"0,0 0 14 0,0 0-6 0,0 0-38 0,0 0-29 16,53-20 41-1,-35 20-31-15,4-4 10 0,3 4-37 16,15 0 15-16,-12-4-22 16,0-1-2-16,-3 2-5 15,15-2 0-15,-12 5-2 16,6 0-15-16,-9 0-7 15,-3 0-51-15,-4-3 8 16,-5-1-95-16,2-25-49 16,-2 6-172-16</inkml:trace>
  <inkml:trace contextRef="#ctx0" brushRef="#br0" timeOffset="25044.47">11100 1503 622 0,'0'0'16'0,"0"0"42"0,0 0 41 0,0 0-41 15,0 0-12-15,0 0 0 0,128 0-32 16,-88 0-4-16,13-8-2 15,-13 0-7-15,13 0-2 16,-19-8-62-16,0 9-62 16,-6 2-82-16,-16 2-227 15</inkml:trace>
  <inkml:trace contextRef="#ctx0" brushRef="#br0" timeOffset="25428.92">12049 1792 682 0,'0'0'190'0,"0"0"-119"15,0 0 34-15,0 0-64 0,0 0-41 16,0 0-2 0,0 8-34-16,0-8-24 0,0 0-75 15,0 0-9-15,0 0-77 16</inkml:trace>
  <inkml:trace contextRef="#ctx0" brushRef="#br0" timeOffset="25794.26">11891 1439 515 0,'0'0'124'16,"0"0"-20"-16,0 0 15 15,0 0-46-15,0 0-59 16,0 0 11-16,239-209-22 16,-199 181 0-16,-6 0-3 15,0-3-4-15,-15 2-12 16,-13-7-19-16,-6-4 3 16,0 8-17-16,0 4 48 15,-12 12-2-15,-41 12 3 0,-3 4 21 16,-3 0 35-16,0 8-24 15,4 20-16-15,2-3 0 16,28-6-16-16,16-2-15 16,3-2-100-16,6 6-17 15,0 2-110-15</inkml:trace>
  <inkml:trace contextRef="#ctx0" brushRef="#br0" timeOffset="26527.1">13079 1733 371 0,'0'0'251'0,"0"0"-209"0,0 0 76 0,0 0-30 0,0 0-19 16,0 0-25-16,-7-5-10 15,7 5-6-15,0 0-27 16,0-4 18-16,22 0 32 15,31 0-4-15,0-4-27 16,15 8 8-16,9 0-12 16,19 0-2-16,16 0-1 15,-3-8-10-15,-4 0 2 16,4 0-1-16,-16-4-6 16,-13-1 4-16,-21 13-4 15,-6 0-7-15,-4-7 2 0,-18-1-24 16,-3 0-4-1,13-8-30-15,-13-1-44 0,-10 6-124 16,-12-9-265-16</inkml:trace>
  <inkml:trace contextRef="#ctx0" brushRef="#br0" timeOffset="27027.42">14142 1463 415 0,'0'0'140'0,"0"0"-88"0,0 0 69 15,0 0-21-15,0 0-30 16,0 0-14-16,174 57-29 0,-128-49-22 15,-5 0 8-15,-7-5-9 16,-16 6 9-16,10-6-1 16,-15 5-11-16,-7 5-1 15,-6 7 3-15,0 24 9 16,0 4 1-16,0 7 24 16,-13-2-31-16,-27-12 22 15,0-2-22-15,15-11-6 16,-3-7 0-16,10-10-2 15,18-11-46-15,0 0-12 16,-10 0-73-16,4 0-47 16,-13 0-202-16</inkml:trace>
  <inkml:trace contextRef="#ctx0" brushRef="#br0" timeOffset="27642.11">14877 1150 566 0,'0'0'111'0,"0"0"30"0,0 0 6 0,0 0-86 0,0 0-29 16,0 0 8-16,0 21 10 16,34 7-14-16,0 0-10 15,-3 4 7-15,10-4-32 16,-7 0 11-16,-6-12-5 16,6 8-14-16,-16-12 3 15,-5 0 1-15,8-8-10 16,-8-4-38-16,-7 0-40 15,0 0-47-15,4 0-107 0,-10 0-94 16</inkml:trace>
  <inkml:trace contextRef="#ctx0" brushRef="#br0" timeOffset="27977.41">15379 1186 274 0,'0'0'97'0,"0"0"47"16,0 0-55-16,0 0-22 16,0 0 17-16,0 0 2 15,-34 65 34-15,6-29-53 16,4 8 1-16,-17 12-15 15,1 0-2-15,6-4-31 16,0 1 5-16,15 2-15 16,-3-6-9-16,-2 2-1 15,24-18 1-15,-13-9-3 16,13-8-26-16,0 0-5 16,0 0-19-16,0 0-30 15,0-4-77-15,0-4-185 16</inkml:trace>
  <inkml:trace contextRef="#ctx0" brushRef="#br0" timeOffset="28575.88">15720 1680 459 0,'0'0'186'0,"0"0"-88"0,0 0 56 0,0 0-63 0,0 0-54 15,0 0-27-15,19 15 10 16,9-15-16-16,6 5 3 15,-15-5 0-15,15 0-1 0,-9 0-6 16,9 0 3-16,0 0-9 16,0 0-30-16,-9 0-30 15,3-5-77-15,-7-2-38 16,-14-22-229-16</inkml:trace>
  <inkml:trace contextRef="#ctx0" brushRef="#br0" timeOffset="28853.56">15720 1680 583 0</inkml:trace>
  <inkml:trace contextRef="#ctx0" brushRef="#br0" timeOffset="28925.05">15720 1680 583 0,'0'-160'78'0,"47"171"70"16,27-6-21-16,-9-5-67 0,10 0-74 16,-22 0-70-1,-7 0-64-15,-18 0-65 0</inkml:trace>
  <inkml:trace contextRef="#ctx0" brushRef="#br0" timeOffset="29479.13">16514 1772 563 0,'0'0'15'15,"0"0"19"-15,0 0 44 16,0 0-29-16,6 12-6 0,22-4 33 16,6 0-8-1,1-8-11-15,-4 0-38 0,15 0 24 16,4 0-10-16,-4-16 0 16,7-16-4-16,-7-17-26 15,-18-10-3-15,-9-9 0 16,-13-5-2-16,-6 13-7 15,0 16 9-15,-6 12 13 16,-41 11 6-16,-5 6 14 16,-10 7-19-16,-10 8 7 15,4 0-14-15,-6 0-14 16,9 28 1-16,12 0-15 16,25 0-51-16,16 8-32 15,12 0-51-15,0 8-81 16,0 17-320-16</inkml:trace>
  <inkml:trace contextRef="#ctx0" brushRef="#br0" timeOffset="56867.62">7035 4996 271 0,'0'0'224'0,"0"0"-153"0,0 0 35 16,0 0 3-16,0 0-46 16,0 0 31-16,0 0-40 15,0 0-2-15,0 0-31 16,0 0-1-16,0-3-16 16,28-13 2-16,19-4-2 15,6-5-1-15,2 17-6 16,-30 5 7-16,9-2-8 15,0 5 6-15,7 0-4 16,11 0-20-16,-5 8 10 16,-25 25-2-16,-10 6 5 15,-12 22 6-15,0 7 3 0,-6 5 4 16,-47-6-3-16,4 5 42 16,2-3-24-16,0-14 17 15,-11-10-26-15,11-1 23 16,1-16-7-16,18-7-17 15,28-10 1-15,0-11-9 16,0 0-2-16,21 0-13 16,32 0 14-16,12 0 10 15,-3 0 13-15,-15 0-10 16,-1 0-7-16,-5 0-6 16,-7 0-9-16,6 0 7 15,-9 0-42-15,-3 8-23 0,-10 1-112 16,-2-9-265-16</inkml:trace>
  <inkml:trace contextRef="#ctx0" brushRef="#br0" timeOffset="58050.54">7780 4957 207 0,'0'0'164'0,"0"0"-89"0,0 0 22 0,0 0-48 16,0 0-48 0,0 0 4-16,-7 0-3 0,7 0 23 15,0 0 7-15,-15 0 37 16,15 0 0-16,-6 0-10 15,6 0-20-15,0 0 18 16,0 0-18-16,0 0-10 16,0 0-1-16,0 0 7 15,0 0-7-15,0 0 4 0,0-16 1 16,12-12-16 0,28-8 16-16,16-13-25 0,3-4-1 15,9-14-2-15,-3-2-4 16,-3 14-1-16,-24-1-10 15,-4 15-10-15,-6 5-28 16,0 12-19-16,-10-4-50 16,1 11-67-16,-19 10 19 15,0 7-64-15,0 0-88 16</inkml:trace>
  <inkml:trace contextRef="#ctx0" brushRef="#br0" timeOffset="58435.57">7798 4467 431 0,'0'0'162'0,"0"0"-141"0,0 0 47 15,0 0-7-15,0 0 56 16,0 0-9-16,0 0-48 0,161 141-15 16,-114-110-10-1,-13 2-9-15,-9-2-20 16,3-2-6-16,-7-5 3 0,-8 4-3 15,-1-4 2 1,1-4-5-16,2-4-33 0,-9-4-6 16,13-8-47-16,-3-4-127 15,-10 0-196-15</inkml:trace>
  <inkml:trace contextRef="#ctx0" brushRef="#br0" timeOffset="59300.55">8440 4158 433 0,'0'0'210'0,"0"0"-139"0,0 0 3 16,0 0-46-16,0 0 26 16,0 0-20-16,62-12-10 15,-37 12-19-15,3 0 15 16,-3 0-20-16,-4 0 5 15,-2 9-10-15,-4 7 5 0,-15 4-7 16,0-1 14-16,0 14-4 16,0-10 27-16,0 10-4 15,0-14 0-15,0-2-21 16,0-6 7-16,0-6-11 16,0-1 8-16,0 4-1 15,0-8-8-15,19 0 13 16,21 4 20-16,1-4-26 15,-7 4 8-15,0 0-13 16,-9 0-2-16,3-4-13 16,-10 3-63-16,-2 2-81 0,-10-5-192 15</inkml:trace>
  <inkml:trace contextRef="#ctx0" brushRef="#br0" timeOffset="60399.85">8995 4620 270 0,'0'0'173'0,"0"0"-80"0,0 0-8 0,0 0-15 0,0 0 22 15,0 0-4-15,0 0 11 16,-28 0-24-16,28 0-20 15,0 0 7-15,0 0-26 16,0 0 5-16,0 0-34 16,0 0 22-16,0 0-21 15,0 0-1-15,0 0 1 16,22 0 2-16,18 0 12 16,-6 0-22-16,7 0 7 15,5 0-7-15,-6 0-8 16,1 0-44-16,-4 0 0 0,3 0-31 15,-12 0-124 1,0-5-292-16</inkml:trace>
  <inkml:trace contextRef="#ctx0" brushRef="#br0" timeOffset="61280.92">9798 4382 497 0,'0'0'187'0,"0"0"-105"0,0 0 30 0,0 0-10 0,0 0-58 16,0 0-3-16,-6 0-13 15,6 0-6-15,0 0-13 16,0 0 25-16,0 0-29 16,0 0-1-16,0 0 0 0,12 0-4 15,16 0 17 1,-9 0-11-16,9 5-2 0,-3 11 9 15,-4-4-21-15,-15 8 8 16,-6 1 0-16,0-2-18 16,0 1 5-16,0-4 7 15,0 1 6-15,0-10 12 16,0 1-10-16,0-3-2 16,0-5-1-16,0 0-7 15,0 0-32-15,0 8-13 16,0 0 37-16,28 3 16 15,-3 1 5-15,3 4 14 16,-16 1 4-16,1-6-13 16,-4-3 9-16,-9 9-13 15,0-1 10-15,0 12-11 0,0 4 9 16,-40 0-2-16,-35 4-2 16,7 0-9-16,3-4 7 15,-3 5-4-15,21-10-4 16,1-7-6-16,18-4-29 15,22-12-34-15,6-4-65 16,0 0-125-16,0 0-149 16</inkml:trace>
  <inkml:trace contextRef="#ctx0" brushRef="#br0" timeOffset="61881.29">10418 4811 586 0,'0'0'139'0,"0"0"-25"0,0 0-17 0,0 0-59 0,0 0-18 15,0 0-7-15,134-163-10 16,-88 123 1-16,-24 16-1 16,18-1 3-16,-12 9-12 15,-16 8-1-15,1-7-4 16,-13 2-12-16,12-2-60 15,-12-10-74-15,0 9-182 16</inkml:trace>
  <inkml:trace contextRef="#ctx0" brushRef="#br0" timeOffset="62252.44">10400 4431 105 0,'0'0'294'0,"0"0"-212"0,0 0 44 15,0 0 1-15,0 0-31 16,0 0-33-16,-7 25 26 15,7-14-42-15,0 14 17 16,19 6-16-16,21-6-19 16,-5 11-19-16,5-5-3 15,-15-7-7-15,15 9 4 16,-12-5-8-16,0-4-13 16,-10 4-6-16,4-8-31 15,-16 0 15-15,0-4-23 16,7-4-29-16,-1-4-60 15,4-8-201-15</inkml:trace>
  <inkml:trace contextRef="#ctx0" brushRef="#br0" timeOffset="62880.48">10933 4639 81 0,'0'0'594'0,"0"0"-484"0,0 0 65 0,0 0-68 15,0 0-29-15,0 0-48 16,6 0-1-16,16 0 3 16,6 0-24-16,-3 0 10 0,9 0-15 15,0 0-1 1,-3 0-2-16,3 0-3 0,12 0-7 16,-18 0-7-16,6 0-12 15,-9-8-32-15,-9 0-55 16,-4 0-112-16,-12 1-119 15</inkml:trace>
  <inkml:trace contextRef="#ctx0" brushRef="#br0" timeOffset="63580.27">11581 4885 271 0,'0'0'93'0,"0"0"-57"0,0 0 54 0,0 0-30 16,0 0-34-16,0 0 34 16,16 7 16-16,-16-7 2 15,0 0-10-15,0 0 22 16,0 0-12-16,0 0-18 0,0 0 2 15,6 0-29 1,0 0-1-16,-6-15-26 16,0-6 12-16,0-3-15 15,0-8 17-15,6-4-5 0,7-20-8 16,-4 0-5-16,3-9 2 16,1 1-8-16,-7 12-8 15,3 12 10-15,-9 4-2 16,0 12 3-16,0 12-1 15,0 8 2-15,0 0 3 16,0 4-1-16,0 0-2 16,0 0-18-16,0 0 7 15,0 0-40-15,0 0-31 16,-15 0-36-16,-4 16-81 16,-15 16 9-16,6 0-84 15</inkml:trace>
  <inkml:trace contextRef="#ctx0" brushRef="#br0" timeOffset="64112.25">11736 4620 114 0,'0'0'253'0,"0"0"-168"0,0 0 12 15,0 0-26-15,0 0-42 0,0 0-8 16,28 47 8-1,-22-26-6-15,19-1-2 0,-3 4 8 16,-4-4 14-16,10-4-33 16,-9-9 15-16,3 2-23 15,-10-9 34-15,-12 0-21 16,0 0 15-16,12 0 1 16,4 0-1-16,-4 0-4 0,16-4-7 15,-3-8 1-15,-10-4-16 16,10-16-8-16,-3 0 2 15,-3-8-7-15,-4-5-17 16,-15 6 8-16,0 3 13 16,0 7 5-16,-40 5-6 15,-1 8 8-15,-5 5-4 16,-4 2-17-16,13 9 5 16,-3 0-10-16,6 0-5 15,-13 0-59-15,13 0-15 16,0 12-51-16</inkml:trace>
  <inkml:trace contextRef="#ctx0" brushRef="#br0" timeOffset="66926.74">12229 5486 470 0,'0'0'110'0,"0"0"-20"0,0 0 58 0,0 0-60 16,0 0-25-16,0 0-8 16,0 0-19-16,0 0 1 15,0 0-7 1,0 0 4-16,9 0-34 0,16 0 21 16,9 0-10-16,0 0 11 15,13 0-6-15,6 0-8 16,-1 0 9-16,17 0-17 15,-17 0 0-15,16 0-1 16,-21 0 0-16,-7 0-31 16,-15 0-14-16,3-8-71 15,-22 0-73-15,-6-4-151 16</inkml:trace>
  <inkml:trace contextRef="#ctx0" brushRef="#br0" timeOffset="67526.64">12350 5317 270 0,'0'0'277'0,"0"0"-198"0,0 0 41 0,0 0-35 0,0 0-51 16,0 0 24-16,68 0-14 15,-27 0 19-15,5 0-7 16,1 0 10-16,-1 0-31 16,7-3-11-16,3 3-11 15,-4 0-10-15,13 0-6 16,4-8-25-16,-4 8-5 15,3 0-93-15,-9-8-135 0,-13 8-212 16</inkml:trace>
  <inkml:trace contextRef="#ctx0" brushRef="#br0" timeOffset="68457.81">13634 5635 366 0,'0'0'109'0,"0"0"-70"0,0 0-6 0,0 0-30 0,0 0 8 16,0 0 19-16,6 11 6 15,-6-11 8-15,0 0 52 16,0 0 53 0,6 0-48-16,-6 0-37 0,0 0-17 15,0 0-13-15,0 0-17 16,16 0 4-16,-16-4-9 16,18-20-8-16,-2-8 11 15,-10-12-5-15,6-4 9 16,1-8-15-16,2-12 2 15,-2 4-1-15,-7 0-10 16,0-10-1-16,-6-1-19 16,16 14-7-16,-16 17 19 0,0 16 11 15,0 12 2-15,0 16 36 16,0 0-8-16,0 0 1 16,0 0-29-16,0-3 0 15,0-2-28-15,0 5 0 16,0 0-21-16,0 0-8 15,0 0 15-15,-16 8-50 16,-9 25 87-16,-15 3-12 16,0 3 14-16,5-3 1 15,1 1 2-15,10-5 0 16,-4-4-21-16,9-4-114 16,-9-12-105-16</inkml:trace>
  <inkml:trace contextRef="#ctx0" brushRef="#br0" timeOffset="122845.94">14322 5189 288 0,'0'0'25'0,"0"0"16"0,0 0 84 0,0 0-60 0,0 0-10 15,0 0 12-15,0 0 4 16,0 0-28-16,0-4 8 15,0-4-13-15,0 8 22 16,0 0-20-16,0 0-20 16,0 0 4-16,0 0-7 15,6 0 9-15,4 0-13 16,8-9 29-16,1-2-29 0,21-5 0 16,0 0-6-16,41 4 1 15,0-8-5-15,27 0 0 16,4-1 9-16,9-10-8 15,24-2-7-15,-2-6 13 16,9-10-13-16,-3 5 5 16,-3-1-2-16,-19 18 0 15,-28-1 1-15,-25 11-2 16,-21 14-30-16,-19 3-49 16,6 0-17-16,-12 0-21 15,-9 0-17-15,-19 0-115 16</inkml:trace>
  <inkml:trace contextRef="#ctx0" brushRef="#br0" timeOffset="124143.99">14623 4944 110 0,'0'0'103'0,"0"0"-90"0,0 0 83 16,0 0 15-16,0 0-43 0,0 0-13 15,-13 24-17-15,13-24-11 16,0 4-20-16,0-4 39 16,0 0 5-16,0 0 14 15,0 0-14-15,0 0 8 16,0 0 22-16,0 0-47 16,0 0-6-16,0 0-23 15,0 0 7-15,0 0-7 16,0 0 2-16,0-4-3 15,0 4-2-15,0 0-2 16,0 0 0-16,0 0-4 16,0 0 13-16,0 0-15 15,0 0 18-15,0 0 2 0,-6 0-3 16,-22 0-5-16,16 20-1 16,-28-4-5-16,18 9-5 15,-25-2-1-15,29 2-1 16,-16-9-1-16,0 4 0 15,3-8 15-15,3-5-7 16,6-2 5-16,3-1 9 16,19-4 15-16,0 4-16 15,0 0-7-15,0-4-5 16,0 0-2-16,0 4 2 16,0 0-5-16,0-4-6 15,0 0 7-15,0 0-14 0,0 8 14 16,0-8 0-16,53 0 3 15,9 0 4-15,3 0 0 16,10 0 15-16,11-8-8 16,-20 4-13-16,2 0 8 15,-16 0-2-15,-17 4-4 16,-1 0-2-16,-22 0-1 16,-12 0 2-16,6 0-4 15,-6 0-5-15,0 0 4 16,0 0-23-16,0 0 11 15,0 0 3-15,0 8-9 16,0-4-79-16,0-4-211 16</inkml:trace>
  <inkml:trace contextRef="#ctx0" brushRef="#br0" timeOffset="125643.36">16682 4395 30 0,'0'0'14'0,"0"0"54"0,0 0 82 0,0 0 1 16,0 0-29-16,0 0-16 16,0 0 26-16,6-4-20 15,-6 4-19-15,0 0-43 16,0 0 5-16,0 0-20 15,0 0-5-15,0 0-13 0,0 0-2 16,0 0 14 0,0 0-16-16,0 0 22 0,6-4-32 15,16-4 13-15,6-8-15 16,18-1 5-16,7-2-3 16,-7 2 0-16,7 6-6 15,-6 7 4-15,-26 4-8 16,13 0 0-16,-21 0 5 15,-7 0-13-15,6 7 11 16,-12 18-6-16,0 11 8 16,0 16 2-16,0 8 0 15,-12 0-2-15,-22 0-9 16,3 1 11-16,3-14 0 16,0-2-5-16,16-5 13 15,6-17-14-15,-1-2 7 0,7-9-1 16,0 0 2-1,0-4 0-15,0 0 0 0,25 5 4 16,9-6 2-16,0 1-3 16,0 5 6-16,-3-2-10 15,16-6 7-15,3-2 6 16,2-3-14-16,-11 0 0 16,-1 0-4-16,-9 0 1 15,-9 0-30-15,-10 0 21 16,-6 0-32-16,4 0 14 15,-10 0-52-15,0 0-56 16,0 0-161-16,0 0-309 0</inkml:trace>
  <inkml:trace contextRef="#ctx0" brushRef="#br0" timeOffset="126825.07">17324 4146 300 0,'0'0'53'0,"0"0"16"0,0 0 21 15,0 0-36-15,0 0-43 0,0 0 26 16,0 0 21-16,0 0-24 16,0 0 24-1,0 4 17-15,0 4-9 0,12-3-36 16,3-2 3-16,-2 5-26 15,9 4 12-15,-10-4-12 16,7 0 2-16,2 0-4 16,-15-3-5-16,22-2 4 15,-9-3 0-15,-7 0 2 16,-5 0 0-16,20 0 1 16,-14 0-5-16,2 0 16 0,10 0-8 15,-9-16-3 1,2 0-3-16,4-4-4 15,-16 0 0-15,7-4-9 0,-13 1 5 16,6-2-18-16,0 6 16 16,-6 2 1-16,0 1 3 15,0 8 2-15,0-4 0 16,0 4-5-16,0 0 10 16,-31 0-12-16,-9 0 6 15,-1-4-31-15,1-1-29 16,6 13 43-16,6 0 10 15,-3 0 8-15,-3 0 4 0,6 0 10 16,-6 0 14 0,9 17-26-16,-3-1-4 15,16 0-37-15,6 4-37 0,-1 0-75 16,7-4-80 0</inkml:trace>
  <inkml:trace contextRef="#ctx0" brushRef="#br0" timeOffset="137299.31">7023 7475 528 0,'0'0'151'0,"0"0"-115"0,0 0 32 0,0 0-23 16,0 0-30-16,0 0-5 0,0 0 23 16,0 0 14-16,0 0-15 15,0 0 33 1,0 0-19-16,0 0-6 16,0 0-16-16,0 0 16 0,0 0-12 15,0 0-13-15,0-16-2 16,0-8-11-16,0 0-3 15,12 8 2-15,16-12 3 16,6 4 6-16,13-12-20 16,-1 0 9-16,13 11-5 15,10 6-12-15,-23 19-1 16,1 0-4-16,-13 0-15 16,-16 0 5-16,-2 39-16 15,-16 10 34-15,0 7 14 16,0 0 0-16,-22 9-5 0,-9 2 6 15,-9 2 0-15,0 6 3 16,5-10 16-16,7-13 3 16,28-12 30-16,0-15-46 15,0-14 13-15,0-3-18 16,0-4-1-16,0 4 0 16,35-8 1-16,11 0 6 15,1 0-4-15,15 0 12 16,3-8-12-16,-3 4 3 15,-10-8-4-15,-11 5 8 16,-16 7-9-16,-4 0-2 16,4-8-19-16,-3 3-111 15,-22-3-215-15</inkml:trace>
  <inkml:trace contextRef="#ctx0" brushRef="#br0" timeOffset="138432.25">8105 6721 481 0,'0'0'55'0,"0"0"5"0,0 0 0 0,0 0-59 0,0 0 1 16,0 0-1-16,0-8 25 16,0 8 6-16,0 0 34 15,0 0-10-15,0 0 30 0,0 0-32 16,0 0-10-16,0 0-15 15,0 0-11-15,0 0 6 16,0 0-17 0,0 0 10-16,0 8-12 0,-6 13 19 15,-28 7-9-15,-19 3 4 16,-6 5-1-16,-3 0-3 16,16-3 2-1,15-5-13-15,3-4-4 0,15-12 10 16,-2 4-20-16,9-8-6 15,6-5-15-15,0 2-24 16,0-5-21-16,0 0 7 0,0 0-67 16,28 0 11-16,6-21-41 15,-16-7-296-15</inkml:trace>
  <inkml:trace contextRef="#ctx0" brushRef="#br0" timeOffset="138864.82">7832 6717 284 0,'0'0'245'0,"0"0"-169"0,0 0 61 0,0 0-22 0,0 0-35 0,0 0-35 16,28 76 5-16,3-47-26 16,25-6 8-16,-9-7 12 15,-1 4-34-15,1-12-9 16,-29 0-2-16,-2 4 2 0,-10 4-7 16,6-3 6-16,1 10-22 15,2-6-17-15,-2-9-31 16,-1-5-70-16,4-3-116 15</inkml:trace>
  <inkml:trace contextRef="#ctx0" brushRef="#br0" timeOffset="139780.6">8173 6472 545 0,'0'0'46'0,"0"0"61"0,0 0-44 0,0 0-36 0,0 0-8 0,0 0 44 0,0-20 4 16,0 17-21 0,0-5 3-16,7 8-29 15,5-9 6-15,16 6-21 16,0-5 0-16,-3 8-5 0,3-5-1 16,-16 5-5-16,3 0-7 15,-15 0 1-15,0 0-21 16,7 0 4-1,-7 8 23-15,0 9 1 0,0-1 10 16,0-1 0-16,0-2-4 16,6 3 9-16,-6-13-10 15,6 6 6-15,-6-9 7 16,19 3-13-16,-4-3 0 16,10 0 7-16,21 0-10 15,-11 0 6-15,-8 0 2 16,-14 0-4-16,15 0 6 15,-22 0-7-15,6 0-3 0,4 0-2 16,-10 0-58-16,0 0-95 16,0 0-233-16</inkml:trace>
  <inkml:trace contextRef="#ctx0" brushRef="#br0" timeOffset="140432.1">8648 6817 306 0,'0'0'107'0,"0"0"42"0,0 0-12 0,0 0-13 0,0 0-13 0,0 0-15 16,-6 0-19-16,6 0-32 16,0 0-19-16,0 0-19 15,0 0-7-15,0 0-4 16,0 0 4-16,6 0 0 15,28 0 2-15,0 0 4 16,-3 0-12-16,9-8-11 16,1 0-46-16,-1 0-53 15,-6 0-174-15,-15-4-407 16</inkml:trace>
  <inkml:trace contextRef="#ctx0" brushRef="#br0" timeOffset="141146.16">9296 6537 488 0,'0'0'220'0,"0"0"-107"0,0 0 24 0,0 0-55 0,0 0-60 0,0 0-13 0,0 0-9 0,12 0 5 15,29 0 4-15,-7 0-3 16,-13 0 6-16,4 8-12 16,3 12-4-16,-16-4-13 15,-5 4 17-15,-1 4 3 16,-6-4-2-16,0 0-1 16,0-4 5-16,0-4-13 15,0-4-2-15,0 0 9 16,15-4-17-16,4 8 1 15,9 0-17-15,6 0 19 16,-9 4 15-16,-3 0-4 0,-4-4 0 16,-18 9-9-16,0 2 13 15,0-2 14 1,-18 7 41-16,-29 3-14 0,-15 2 12 16,-9 6-29-1,2-6-5-15,17-9 0 0,24-12-19 16,22-12 0-16,6 0-25 15,0 0-55-15,0-8-145 16,40-17-26-16,6 2-360 16</inkml:trace>
  <inkml:trace contextRef="#ctx0" brushRef="#br0" timeOffset="141813.65">10018 6625 556 0,'0'0'85'0,"0"0"18"0,0 0-10 0,0 0-31 15,0 0-18-15,0 0 6 0,-59 7-24 16,31 18 12-16,1 7 7 16,2-4-4-16,-3 0-24 15,9 0-5-15,-2 0 3 16,2-7-2-16,-3-6 1 16,10 1-13-16,-1-8 1 15,13-4 3-15,0-4-10 16,0 0-11-16,0 0-2 15,0 0-12-15,0 0-28 0,0 0 9 16,0 0-28 0,0-15-52-16,0-6-15 0,0-7-58 15,0 0-109-15</inkml:trace>
  <inkml:trace contextRef="#ctx0" brushRef="#br0" timeOffset="142029.29">10018 6625 123 0,'-282'52'590'0,"282"-52"-509"16,0 0 9-16,0 0-3 16,0 0-63-16,0 0-24 15,0 0 0-15,28 0 3 16,19 0 19-16,-1 4 22 16,-6 12-10-16,-6 4-13 15,-6 0-11-15,-3 4-10 0,3 0-21 16,-16-3-27-16,1-2 19 15,-4-2-40-15,-3-1-40 16,-6-9-69-16,13-2-252 16</inkml:trace>
  <inkml:trace contextRef="#ctx0" brushRef="#br0" timeOffset="142728.16">10446 6721 509 0,'0'0'38'0,"0"0"-34"0,0 0 32 0,0 0-36 0,0 0-29 15,0 0 29-15,0 0 61 16,0 0 95-16,0 0 7 16,0 0-32-16,0 0-59 15,0 0-24-15,0 0-33 16,0 0 13-16,0 0-26 15,0 0-1-15,0 0-1 16,13 0 0-16,27 0 11 16,0 8 9-16,13 5 9 15,3-6-24-15,-4 1-5 16,-11-4-2-16,11 0 1 16,-17-4-43-16,-11 0-27 15,-8 0-143-15,-16 0-416 0</inkml:trace>
  <inkml:trace contextRef="#ctx0" brushRef="#br0" timeOffset="143230.91">11234 6886 483 0,'0'0'107'0,"0"0"88"0,0 0-10 0,0 0-106 0,0 0-35 0,0 0-17 0,6-101 22 0,-6 65-15 15,0 4-8-15,0 4 15 16,0 7-21-16,0 6 13 15,0 2-10-15,0-2-3 0,-19 11-13 16,-2-4-6-16,8 4-1 16,-5-4-13-1,-4 8-7-15,10 0 9 0,-10 0 1 16,-9 0-5-16,3 0 0 16,9 8-43-16,-2 15 5 15,2-2-62-15,-3 3-86 16,10-8-197-16</inkml:trace>
  <inkml:trace contextRef="#ctx0" brushRef="#br0" timeOffset="143420.2">11234 6886 221 0</inkml:trace>
  <inkml:trace contextRef="#ctx0" brushRef="#br0" timeOffset="143644.43">11234 6886 221 0,'270'-13'19'0,"-252"26"29"0,10-5 70 15,-9 0 61-15,9-4-103 0,-10-4-2 16,4 0-1-16,3 0-30 15,3 0 67-15,-4-17-40 16,4-19-18-16,-6 0-20 16,-16 4-15-16,-6 0-1 15,0 8 15-15,0 4-19 16,-15 8 7-16,-38 4-19 16,6 4-2-16,-11 4-1 15,-11 0-2-15,4 8-7 16,-9 16 0-16,21 1-37 15,25 3-47-15,10-5-49 16,8 6-125-16</inkml:trace>
  <inkml:trace contextRef="#ctx0" brushRef="#br0" timeOffset="144428.29">12077 7872 272 0,'0'0'137'0,"0"0"31"0,0 0-20 0,0 0-31 0,0 0-24 16,13 0-11-16,14 0-30 16,14-8 20-16,-1 4-45 15,0-7 15-15,1-6-27 16,-10 13-4-16,-3-8-11 15,0 4 0-15,-10 0-1 16,-12-4-30-16,16-1-13 16,-22 2-76-16,0-1-115 0,0 4-507 15</inkml:trace>
  <inkml:trace contextRef="#ctx0" brushRef="#br0" timeOffset="144576.42">12077 7872 721 0</inkml:trace>
  <inkml:trace contextRef="#ctx0" brushRef="#br0" timeOffset="144676.41">12077 7872 721 0,'-173'-249'111'0,"185"249"15"0,28 0-32 15,7 0 38 1,-1 0-132-16,1 0-6 16,-7 0-60-16,0 0-58 0,-6 0-153 15</inkml:trace>
  <inkml:trace contextRef="#ctx0" brushRef="#br0" timeOffset="145559.84">12812 7443 607 0,'0'0'104'0,"0"0"16"0,0 0 10 0,0 0-62 16,0-12-47-16,0 8 20 15,12 0 10-15,10-4-20 16,-3 8-13-16,15-4 10 16,6 0-4-16,-6 4-22 15,13 0 10-15,-7 0-6 16,-15 0-12-16,9 0 3 16,-12 4 3-16,-16 16-12 15,-6 24 0-15,0 4 11 16,0 12 2-16,-16 8 3 0,-8-11 1 15,-11-1-10-15,8-12 4 16,8-12-4-16,13-8 8 16,6-3-5-16,0-10 4 15,0-11-2 1,0 8 3-16,0-8 1 0,0 0-8 16,0 12 5-16,18-4-1 15,29-4 5-15,9 8 8 16,-4-3 0-16,7-1-3 15,3-5-8-15,-9-3-1 16,-13 0-2-16,7 0-9 16,-29 0 6-16,23 0-32 0,-13-11-30 15,-16-10-110-15,-12 1-298 16</inkml:trace>
  <inkml:trace contextRef="#ctx0" brushRef="#br0" timeOffset="146342.13">13559 7066 313 0,'0'0'150'0,"0"0"-10"0,0 0-20 0,0 0-51 16,0 0-28-16,0 0 31 0,0 28-48 15,10-28 6-15,2 0 25 16,0 0 16-16,16 0-18 16,-3 0-22-16,9-4-9 15,0-12-18-15,-6-8 4 16,-9-4 0-16,3 0-12 16,-10 4 12-16,-12-1-16 15,0 10 16-15,0 2-8 16,0 5 1-16,0 5-1 15,0-1 0-15,-6 4-14 0,-41 0-13 16,-9 0 4 0,10 0-32-16,-1 4 16 0,23 12 36 15,-4-4-21-15,15-1-35 16,13 5-64-16,0-7-26 16,0 2-178-16</inkml:trace>
  <inkml:trace contextRef="#ctx0" brushRef="#br0" timeOffset="150937.85">6877 7207 545 0,'0'0'73'0,"0"0"-23"0,0 0 48 0,0 0-53 15,0 0 15-15,0 0-2 16,0 0-4-16,0 0-15 16,0 0 5-16,0 0 16 15,0 20-19-15,19-1-5 0,15 14-7 16,6 3-3-16,19 12-9 16,9 4 5-16,13 0-20 15,-10 1 10-15,32 2-9 16,-10-2-3-16,0 2 1 15,0-2 3-15,-13-1-8 16,-5 0-2-16,18-15 1 16,-6 2-47-16,-13-15-27 15,-15-20-200-15,-37-4-615 16</inkml:trace>
  <inkml:trace contextRef="#ctx0" brushRef="#br0" timeOffset="152037.54">12685 7338 577 0,'0'0'56'0,"0"0"60"0,0 0 54 0,0 0-87 0,0 0-43 15,0 0-1-15,12 29-4 0,22-1 22 16,35 0-38-16,11 8 28 16,-2 0-30-16,9 0 26 15,15 12-39-15,3 1 15 16,-12 11-11-16,-3-1-8 15,-18-10-5-15,-4-5-15 16,-9-12-17-16,-31 0-58 16,-28-12-168-16</inkml:trace>
  <inkml:trace contextRef="#ctx0" brushRef="#br0" timeOffset="153319.12">7411 9745 561 0,'0'0'16'0,"0"0"11"0,0 0 82 0,0 0-45 0,0 0 50 16,0 0-12-16,15 0-31 15,-9 0-33-15,1 0 10 16,5 0-8-16,10-12-18 16,9-20-2-16,15-4-17 15,16-12 19-15,3-1-18 16,10-11 17-16,-7 4-20 15,31-4 8-15,-12 8-9 0,-13 4-3 16,-15 8-1-16,-31 16-14 16,-15 7 6-16,-1 9-29 15,-12 5-6-15,0 3-115 16,0 0-169-16</inkml:trace>
  <inkml:trace contextRef="#ctx0" brushRef="#br0" timeOffset="153752.38">7218 9400 522 0,'0'0'34'0,"0"0"62"0,0 0 26 0,0 0 3 15,0 0-32-15,0 0-17 0,301 124-12 16,-242-96-45-16,9 5 14 16,-3-1-20-16,-3 4 7 15,-3 0-13-15,16-4-8 16,-10-8 9-16,-3 9-16 16,3-5 4-16,-25-5-9 15,-12-2-1-15,-3-6-17 16,-9-11-44-16,-10-4-36 15,0 0-136-15,0-11-243 16</inkml:trace>
  <inkml:trace contextRef="#ctx0" brushRef="#br0" timeOffset="154535.37">8406 8722 290 0,'0'0'349'0,"0"0"-291"0,0 0 69 16,0 0-13-16,0 0-76 16,0 0-1-16,0 0-30 15,0 0 4-15,22 0 3 16,-10 0 33-16,16 0 4 16,18 0-32-16,1 0 8 15,-7 0-27-15,7 0 8 16,-19 21-5-16,-10 7-6 0,-18 3-8 15,0 5-6-15,0 8 6 16,0 0 2-16,-6 1 6 16,-22-9 6-16,3-4-8 15,4-7 12-15,8-6-4 16,1-2-3-16,12-14 12 16,0 2-12-16,0-5-19 15,0 0 18-15,31 0 1 16,3 0-1-16,0 0 4 15,0 0 2-15,-9 0-5 16,3 0-2-16,6 0-55 16,-9 0-88-16,-10 0-191 0</inkml:trace>
  <inkml:trace contextRef="#ctx0" brushRef="#br0" timeOffset="155200.65">9001 9637 558 0,'0'0'237'0,"0"0"-143"16,0 0 8-16,0 0-58 0,0 0 5 15,0 0 11-15,155 0-12 16,-114 0-25-16,5 0 4 16,1 0-26-16,-1 0-1 15,13 0-1-15,-25 0-22 16,19-5-74-16,-19-10-201 16,-12 7-391-16</inkml:trace>
  <inkml:trace contextRef="#ctx0" brushRef="#br0" timeOffset="155933.79">9863 9208 58 0,'0'0'602'0,"0"0"-500"0,0 0 61 0,0 0-43 16,0 0-68-16,0 0-19 0,115-41 0 16,-69 33-20-1,1 8 2-15,-13 0-14 0,0 0 3 16,-28 0 8-16,7 5-18 16,-13 19 8-16,0 7-2 15,0 2 4-15,0-2-4 16,0-6 0-16,0-9-1 15,0-4 0-15,6-1-39 16,22-2 19-16,12-1-22 16,7 0 27-16,5 0 12 15,1-8 4-15,-13 12 1 16,-12-4 0-16,-21 5 6 16,-7 6-2-16,0 1 16 0,0 13 5 15,-13-2 26 1,-49 13-19-16,3-3-13 0,-21-2-5 15,15-11-13-15,-10-7-4 16,35-9-4-16,-1-9-5 16,41 5-35-16,0-8-31 15,0 0-170-15,0 0-325 16</inkml:trace>
  <inkml:trace contextRef="#ctx0" brushRef="#br0" timeOffset="156402.35">10821 9733 523 0,'0'0'304'0,"0"0"-129"0,0 0-58 0,0 0-40 0,0 0-42 16,0 0 4-16,233-232-15 16,-180 196-7-16,-19 11-17 15,-6 6 4-15,-10 11-9 16,-12 3-6-16,-6 5-19 15,7 0-25-15,-7-8-23 16,0 0-110-16,0-4-199 0</inkml:trace>
  <inkml:trace contextRef="#ctx0" brushRef="#br0" timeOffset="156683.29">10893 9292 406 0,'0'0'336'0,"0"0"-189"15,0 0 15-15,0 0-41 16,0 0-92-16,0 0 2 0,114 184-2 15,-67-144-24 1,-1-7-2-16,-11-1 0 0,-1-4-6 16,-16-5-25-16,-5 2-13 15,8-9-93-15,-2-8-173 16</inkml:trace>
  <inkml:trace contextRef="#ctx0" brushRef="#br0" timeOffset="157149.21">11770 9721 509 0,'0'0'245'0,"0"0"-76"0,0 0-37 0,0 0-33 15,0 0-70-15,0 0 5 16,341 0-34-16,-288 0 0 15,0-9-23-15,-19 1-5 16,-6 1-44-16,-16 7-136 0,-12 0-189 16</inkml:trace>
  <inkml:trace contextRef="#ctx0" brushRef="#br0" timeOffset="157649.64">12604 9906 502 0,'0'0'202'0,"0"0"-147"16,0 0 118-16,0 0-81 15,0 0-71-15,0 0 32 16,0-117 25-16,16 73-43 15,-4 3 8-15,-12-6-9 0,0 2-10 16,0 6-7 0,0 3-11-16,0 7 6 0,0 6-7 15,0 6 3-15,0 1-4 16,0 8-4-16,-6 8-4 16,0 0-4-1,-10 0 4-15,4 0-19 0,-22 0-25 16,0 32 15-16,-13 8-9 15,1 12-58-15,5-11-40 16,23-10-85-16,12-6-126 16</inkml:trace>
  <inkml:trace contextRef="#ctx0" brushRef="#br0" timeOffset="158183.25">12945 9894 587 0,'0'15'51'0,"7"-2"7"0,14-2-28 0,-8 6-22 15,27-9 19-15,-21 3-20 16,15-2 68-16,-6-9-44 15,-4 0 69-15,4 0-31 16,19-17 8-16,6-35-25 16,9-12-28-16,-10-12-24 15,-18 8-26-15,-6 4 3 16,-28 8-24-16,0 19 45 16,0 9 4-16,-49 20 54 0,-16 8-16 15,-22 0 5 1,0 0-16-16,0 0-29 0,0 16-7 15,19 4-42-15,9 4-2 16,13 1-43-16,18-1-1 16,15 12-71-16,13-8 21 15,-6 3-501-15</inkml:trace>
  <inkml:trace contextRef="#ctx0" brushRef="#br0" timeOffset="158747.95">13975 9858 605 0,'0'0'84'0,"0"0"40"0,0 0 18 0,0 0-47 0,0 0-21 0,0 0-24 15,220 0-44-15,-164 0 9 16,-19 0-12-16,3 0-3 16,-18 0 0-16,3 0-12 15,-10 0-14-15,4 0-71 16,-13-8-43-16,-6 0-245 15</inkml:trace>
  <inkml:trace contextRef="#ctx0" brushRef="#br0" timeOffset="158952.34">13975 9858 501 0</inkml:trace>
  <inkml:trace contextRef="#ctx0" brushRef="#br0" timeOffset="159065.17">13975 9858 501 0,'28'-157'224'0,"-4"157"-75"0,23-4-1 15,15-12 85-15,3 11-204 0,-9-6-24 16,3-1-5 0,0-1-16-16,-3-3-15 0,-10 9-55 15,-12 7-90 1,-3 0-207-16</inkml:trace>
  <inkml:trace contextRef="#ctx0" brushRef="#br0" timeOffset="159563.32">15138 9873 367 0,'0'0'290'15,"0"0"-217"-15,0 0 37 16,0 0-28-16,40 41-44 16,0-41 1-16,13 0-19 15,3 0 20-15,3 0-26 0,-1-17 10 16,5-19 34-16,-11-8-32 16,-11-12-10-16,-14-1 3 15,-14 6-19-15,-13 2 10 16,0 10-11-16,0 11 2 15,-62-1-2-15,3 17-1 16,-16 9-2-16,-2 3-4 16,3 0-2-16,-1 11 5 15,16 29 0-15,-3 1 4 16,10-2-137-16,17-6-210 16</inkml:trace>
  <inkml:trace contextRef="#ctx0" brushRef="#br0" timeOffset="178797.17">7711 11635 9 0,'0'0'675'0,"0"0"-662"0,0 0 68 16,0 0-13-16,0 0-29 15,0 0-31-15,0 0 38 16,-40 31-26-16,40-23 16 15,0-8-6-15,0 8 48 16,0-8-25-16,0 0-27 0,0 0 7 16,0 0-11-16,0 0 12 15,0 0-18-15,0 0 5 16,6 0-16-16,44-36-4 16,55-20 21-16,29-17 6 15,5-11 10-15,-12 1-38 16,-31 11 0-16,-30 15-5 15,-20 9-3-15,-6 23-44 16,-18 9 2-16,-10 8-34 0,-12 8-51 16,0 0-158-1,0 0-307-15</inkml:trace>
  <inkml:trace contextRef="#ctx0" brushRef="#br0" timeOffset="179064.54">7646 11212 995 0,'0'0'58'15,"0"0"-54"-15,0 0 64 0,0 0-6 16,0 0-44-1,0 0 5-15,320 230-19 0,-246-183-3 16,-9-6-1-16,-25-13-1 16,-5 0-8-16,-1-9-58 15,-22 2-67-15,4-1-220 16</inkml:trace>
  <inkml:trace contextRef="#ctx0" brushRef="#br0" timeOffset="179530.72">8828 12115 690 0,'0'0'51'0,"0"0"-11"16,0 0 88-16,0 0-23 15,0 0-31-15,0 0-9 0,0-32-23 16,0-20-14-16,0-12 9 16,0-13-3-16,0 13-3 15,0-4-28-15,0 8 2 16,0 24-3-16,0 16 1 16,0 13-3-16,0 7-10 15,0 0 0-15,0 0-10 16,0 0 14-16,-13 0 4 15,-8 19-23-15,2 1-76 16,-9 13-133-16,-3-5-676 0</inkml:trace>
  <inkml:trace contextRef="#ctx0" brushRef="#br0" timeOffset="180030.55">9364 11650 904 0,'0'0'168'0,"0"0"-166"0,0 0 66 0,0 0-40 0,0 0-10 15,0 0-16-15,214 12-2 16,-167-16-17-16,-13-4-39 15,-22 0-10-15,-12 1-36 16,0-6-154-16,-12 1-116 16</inkml:trace>
  <inkml:trace contextRef="#ctx0" brushRef="#br0" timeOffset="180231.94">9364 11650 576 0,'-161'-228'603'0,"161"228"-576"16,0 0 26-16,0 0-1 15,12 0-47-15,56 0 18 16,-2 0-10-16,-11 0-13 16,10 0-23-16,-12 0-34 15,-6 0-11-15,-13 0-137 16,-12 0-441-16</inkml:trace>
  <inkml:trace contextRef="#ctx0" brushRef="#br0" timeOffset="180795.77">10158 11101 399 0,'0'0'486'0,"0"0"-486"0,0 0 65 0,0 0 22 0,0 0-55 15,0 0-15-15,167 20 4 16,-154 24-4-16,2 12 17 15,-15 8-26-15,0 4 19 16,0 1-22-16,0-5-3 16,-15 4-2-16,2-4-3 15,1-8-15-15,12 5 18 16,0-22 2-16,0-11 4 0,0-4-12 16,6-12 6-16,34 1-1 15,19-13-5-15,10 0 6 16,-4 8 1-16,3-8 0 15,-22 3 3-15,-12 2 3 16,-9-5-12-16,-9 12 5 16,-4-9-4-16,-12 2-98 15,0-5-180-15</inkml:trace>
  <inkml:trace contextRef="#ctx0" brushRef="#br0" timeOffset="181563.24">13125 11325 639 0,'0'0'95'0,"0"0"8"0,0 0 17 16,0 0-7-16,0 0-37 0,0 0-39 16,0 117-13-16,-18-65-6 15,-17 4-6-15,-17 8-4 16,-1 4-8-16,-9 1 7 15,9-2-14-15,13-6 5 16,-6-14 1-16,11-19-16 16,17-3-1-16,2-25-24 15,16 0-50-15,0 0-38 16,0-28-46-16</inkml:trace>
  <inkml:trace contextRef="#ctx0" brushRef="#br0" timeOffset="181811.39">12672 11381 613 0,'0'0'101'0,"0"0"-17"15,0 0 56-15,0 0-37 16,0 0-28-16,0 0-16 0,373 161-48 16,-311-137-11-1,12 0-2-15,-9-4-36 0,-18-4-148 16,-1-7-470 0</inkml:trace>
  <inkml:trace contextRef="#ctx0" brushRef="#br0" timeOffset="182328.42">13634 11674 12 0,'0'0'798'0,"0"0"-731"16,0 0 0-16,0 0-7 15,0 0-26-15,0 0 25 16,180 0-41-16,-146 0-14 16,-13 24 1-16,-8 8 2 15,-7 0 25-15,-6 8-16 16,0 9 2-16,0-10-18 0,0 10 10 16,-6-17-10-16,-7-8 0 15,4-12 0-15,9-8-7 16,0-4 5-16,0 0-14 15,0 0 14-15,28 0-2 16,18 0 1-16,-11 0 6 16,-1 0-3-16,0 0 0 15,-9 0-8-15,-4 0-17 16,-2 0-63-16,9 4-51 16,-10-4-202-16</inkml:trace>
  <inkml:trace contextRef="#ctx0" brushRef="#br0" timeOffset="182811.85">14598 11694 711 0,'0'0'237'0,"0"0"-157"0,0 0 8 16,0 0-57-16,0 0-4 0,0 0 0 15,127 0-14-15,-96 0-7 16,9 0-11-16,-5 0 5 16,-8 0-8-16,-2-4-44 15,-9-12-74-15,-10 0-146 16,-6 0-258-16</inkml:trace>
  <inkml:trace contextRef="#ctx0" brushRef="#br0" timeOffset="183060.61">14598 11694 742 0,'31'-213'100'0,"-31"213"-54"0,0 0 101 16,0 0-55-16,34 0-41 15,13-3 4-15,-7-1-39 16,13-1-4-16,-4-3-12 16,10 0-6-16,0-3-30 15,-12 6-129-15,-7 1-286 16</inkml:trace>
  <inkml:trace contextRef="#ctx0" brushRef="#br0" timeOffset="184143.59">16582 11317 682 0,'0'0'75'0,"0"0"44"0,0 0 4 0,0 0-59 15,0 0-19-15,0 0 9 0,0 0-13 16,-74 25-21-16,49-14 9 15,-15-6-15-15,18 15 31 16,-12-4-33-16,22-5 11 16,-7 6-14-16,4 3 3 15,15 4-12-15,0-4 0 16,0-4-7-16,0 4-6 16,15 0 13-16,16 4-7 15,25 0 0-15,-10 0-1 16,-5-8 8-16,-1 8 0 15,-3-4 0-15,-3 4-3 16,0-4-1-16,-15 0-2 0,-10-4 9 16,4 1-10-1,-13-1 14-15,0 7 3 0,0 10-10 16,-13 3 17-16,-33 0-17 16,-10 3 0-16,3-18-1 15,13-6-5-15,6-15-13 16,3 0-14-16,-3 0 5 15,0-11-61-15,0-17-40 16,15-16-140-16</inkml:trace>
  <inkml:trace contextRef="#ctx0" brushRef="#br0" timeOffset="184393.19">16555 11358 747 0,'0'0'106'0,"0"0"-2"0,0 0-53 0,0 0-26 16,0 0 10-16,0 0 22 15,195-49-28-15,-142 41-7 16,-1 0-19-16,-5 4-3 15,-7 4-23-15,0 0-87 16,-24 0-191-16</inkml:trace>
  <inkml:trace contextRef="#ctx0" brushRef="#br0" timeOffset="197032.12">9798 11514 215 0,'0'0'23'0,"0"0"-23"0,0 0 78 0,0 0 41 15,0 0 4-15,0 0-56 16,40 0-13-16,-40 0-14 16,13 0-4-16,-13 0-5 15,6 0-10-15,-6 0 3 16,0 0 3-16,6 0 45 0,-6 0-28 16,0 0 14-16,0 0-20 15,0 0 17-15,0 0-25 16,0 0-16-16,0 0 15 15,0 0-27-15,0 0 15 16,0 0-10-16,0 0-4 16,16 0 0-16,-10 0-3 15,-6 0 0-15,12 0 3 16,-5 0 6-16,8 0-8 16,-3 0 6-16,16 0-2 15,-9 0-10-15,0 0 8 16,2 0-3-16,-15 0 0 15,-6 0 2-15,0 0-7 0,0 0 15 16,0 0-10 0,0 0 2-16,0 0 4 0,0 0-2 15,0 0-3-15,0 0-1 16,-12 0-5-16,-22 0 4 16,0 0-7-16,-6 0 7 15,15 0 2-15,3 0 10 16,3 0-6-16,19 0 0 15,0 0-4-15,0 0-2 16,0 0 0-16,0 0-8 0,0 0 4 16,0 0-11-1,0 0 13-15,0 0 6 0,25 0-9 16,-3 0 9-16,-10 0-6 16,-5 0 0-16,8 0-3 15,-15 0 5 1,0 0-8-16,0 0 9 0,0 0 2 15,0 0 10-15,0 0-8 16,0 0 8-16,0 0-6 16,0 0-3-16,0 0 2 15,0 0-5-15,0 0 1 16,0 0 6-16,0 0-14 16,0 0 9-16,0 0-5 15,0 0 5-15,0 0-8 16,0 0 1-16,12 0-6 0,16 0 7 15,-3-9-24-15,15 1 15 16,-12-8-36-16,-3 1-67 16,-25-1-173-16</inkml:trace>
  <inkml:trace contextRef="#ctx0" brushRef="#br0" timeOffset="210072.66">7330 10940 174 0,'0'0'512'0,"0"0"-467"16,0 0 40-16,0 0-32 0,0 0 34 0,0 0-72 15,0 0 17-15,-6 76-24 16,6-71 13-16,0 6-11 16,0 5-2-16,0 9 5 15,0-2-6-15,0 5-4 16,0-4 3-16,0 13-11 15,0 3 11-15,0 4-9 16,0-4 6-16,0 4-1 16,0 4-1-16,0 1-2 0,0 3-2 15,0-8 3 1,0 0 0-16,0-8 4 0,0 0-9 16,0 0 4-16,0-4-4 15,0 0 3 1,0 0 2-16,0 0 0 0,0-7 1 15,0 6-5-15,0-3 8 16,0 5-10-16,0 3 13 16,0-4-10-16,0-8 7 15,-6 0-8-15,6-12 4 16,0-4-2-16,0-4 1 16,0 0 2-16,0-4-3 15,0 0 7-15,0 4-13 0,0 8 16 16,0 4-8-1,0 9 3-15,0-2-3 0,0 1 0 16,0-7 3 0,0-1-6-16,0-9 1 0,0-2-1 15,0-2-2-15,0-3 2 16,0 0-7-16,0 0 10 16,0 0 0-16,34 8 2 15,6 5 13-15,19-1-11 16,9-1 6-16,-3-3-4 15,10-3-8-15,5-1 10 16,-15-4-8-16,32 0 3 16,-11 0 8-16,-8 0-3 15,24 0-3-15,-15 4-10 0,0 3 10 16,6 1-9-16,0 5 6 16,0-1-4-16,3-1-13 15,-9 2 15-15,-16-5 0 16,16 7 0-16,-13-6-2 15,1-1 6-15,5 0-8 16,7-3 8-16,0-2-4 16,31 1 4-16,-10 4-8 15,-2-4 3-15,2 8-6 16,-8-4-1-16,8 4 8 16,-15 4-5-16,0-3 5 15,-6 2-2-15,-6-2 4 16,-13-5-3-16,9-5 4 15,4 1-1-15,-7-4-1 0,1 8 14 16,5 0-3-16,-2 0-11 16,3 5 6-16,5-1-1 15,-5-4-10-15,12 0 9 16,-12 0-10-16,5-8-1 16,-11 0 6-16,-1 0 0 15,-2 0 2-15,2 0 0 16,13 0 4-16,0 0-6 15,-7 0 3-15,13 0 1 16,-6 0 1-16,-6 0-2 16,-1 0-3-16,1 0 4 15,0 0-6-15,-1 0 6 16,13 0-3-16,-12 0 1 0,-10 0 5 16,10 0-7-16,-1 0 5 15,1 0-5 1,0 0 0-16,12 0 1 0,0 0 1 15,15 0 3-15,-9 0 3 16,-6 12-12-16,10-1 8 16,-10 2 2-16,0-9-5 15,0 7-2-15,-6-6-2 16,-7-5 3-16,1 0-2 16,-1 0 4-16,-8 0 2 15,8 0-1-15,1 0 8 0,12 0-9 16,9 0 6-16,-9 0-8 15,0 0 0-15,-6 0 0 16,0 0 1-16,0 0-4 16,0 0 8-16,-1 0 0 15,-5 8-2-15,6 4 8 16,0-12-10-16,6 8 3 16,0-5-3-16,15 2 0 15,-2-2-1-15,-4 6 0 16,-9-5-3-16,12 8 8 15,-8-1-11-15,-11 6 12 16,-5-1-5-16,-10 0 1 16,-9-4-1-16,19 0 1 15,-16 8-1-15,10-11-2 0,-10-1 4 16,3-5-6 0,-9-3 8-16,-3 0-10 0,-19 0 11 15,-3 0-6-15,0 0 0 16,-6 0 0-16,-9 0 2 15,15-8 0-15,-6-8 3 16,-10-4-2-16,1 0-6 16,2-4 8-16,-2-1-8 15,-3 2 6-15,-4-9-4 16,0 4 1-16,-5-8 0 16,-7 0-2-16,0 3 7 15,0-3-8-15,0-8 4 16,0 4-2-16,0 0-5 15,0 0 4-15,0-9-1 16,0 10 2-16,0-14 0 0,15-7-5 16,-15-8 4-16,6-4-13 15,-6-8 13-15,0 3-23 16,0 2 23-16,0 18-5 16,0 1 7-16,0 8 2 15,0-9-1-15,-28 5-2 16,16-7 8-16,0-2-3 15,5-3 2-15,-8 0-12 16,15 7 12-16,-13 13-6 16,13 0 0-16,0 21 2 15,0-2 5-15,-6-3-2 0,6-4-10 16,0-8-3-16,0-4 0 16,0 4-15-16,0 0 0 15,0-1-35-15,0 5 51 16,0 5 6-1,0 6 2-15,0 9 5 0,0 5 0 16,0-1 23-16,0 7-24 16,-21-6-5-16,-10 11-17 15,3-5-4-15,-13 1 0 16,1 0-4-16,6 0 18 16,-6-4-3-16,9 8 9 15,-10 0 2-15,1 0 4 16,-16 0 2-16,-3 0-7 0,0 0 1 15,-9 0-1-15,3 0 8 16,-16 0 6-16,19 0 7 16,-3 0-7-16,-3 0 13 15,15 0-21-15,1 0 3 16,-4 0-8-16,3 0 7 16,-12 0-8-16,-3 0 0 15,-13 0-3-15,22 12 5 16,-15-8-2-16,6 5 2 15,-4-1 4-15,10 0-4 16,3-8 7-16,0 12-5 16,-9-12 0-16,0 3-2 15,-3 2 3-15,-10-2-10 0,0 10 10 16,-5-1 1 0,5 4-5-16,7-5-1 0,8-6 5 15,4 2-5-15,-3-7 25 16,3 0-22-16,-9 8 0 15,-3-8 0-15,-1 0-2 16,-12 0-1-16,22 0 3 16,-9 5 2-16,15-5-10 15,-3 3 8-15,15 6-3 16,-5-5 0-16,-1 0 4 0,-3 0-15 16,-15 3 18-1,3 1-13-15,-13-3 8 0,0-5-4 16,-12 0 0-1,13 0 2-15,-13 0 3 16,6 0-1-16,6 0 12 0,10 0-13 16,-3 0 8-16,5 0 8 15,4 0-16-15,13 0-1 16,-4 0-5-16,9 0-18 16,-5 0 21-16,-7 0-1 15,9 0 3-15,-3-5 11 16,1 5-9-16,-1 0 12 15,-3-3 1-15,3 3-15 16,1 0 0-16,5 0-4 16,-6 0 4-16,-2-5-11 15,2-2 10-15,-6-1 1 0,-3-5 7 16,-3 13-4-16,-3 0 0 16,-13 0-2-16,22 0 6 15,-9 0-3-15,3-3-4 16,-3-2-1-16,9-3-3 15,-3 8 3-15,24 0 1 16,-17-7-1-16,2 2 11 16,13 2-11-16,-13-5 5 15,19 8-4-15,0-8 0 16,-7 0 0-16,10-1 1 16,-3 1 3-16,-12 0-8 15,-16-3 2-15,3-1-1 0,-9-4-1 16,-4-1-1-1,-2 1 7-15,6 8-2 0,3-7 4 16,-10 7 0-16,1-5-5 16,2 1 6-16,-8 12-3 15,-1-8 3-15,-6 8-8 16,0-3 9-16,13-2-12 16,-13 5 7-16,13-12-3 15,3 0-4-15,2 12 6 16,-5-4-2-16,9 4 5 15,-16 0-3-15,22 0 2 16,-15 0-2-16,15 0 2 16,3 0-2-16,3 0 0 15,7 0 0-15,-7 0-4 16,13 0 6-16,6 0-10 0,6 0 16 16,3 0-6-16,-3 0-2 15,10 0 0-15,-10 0-2 16,9 0 3-16,-3-3-11 15,-6 3 14-15,-3 0-7 16,-3 0 4-16,-6 0-2 16,6 0-1-16,-6 0 2 15,-7 0 3-15,13 0-3 16,-13 3-1-16,7 1 1 0,9-4-2 16,-3 0 5-1,-6 0-5-15,6 0 11 0,-7 0-12 16,16 0 6-16,-24 8-3 15,12-8 2-15,-13 4-2 16,4 0 0-16,21-4-1 16,-9 8-1-1,6-3 4-15,15-5-3 0,1 0 1 16,-10 0 0-16,10 0-1 16,6 0 1-16,-10 0-1 15,10 0 4-15,0 3-6 16,-1-3 10-16,1 0-8 15,-15 0 10-15,14 0-18 16,-11 0 5-16,2 0-12 16,4 0-17-16,-7 0 18 0,4 0 13 15,9 0-7 1,-7 0 6-16,13 4 6 0,-12 0-1 16,2 13 1-16,4 2-2 15,-6 6-1-15,-1-2 0 16,-8-2 0-16,8 2 7 15,1 2-16-15,3-9 18 16,2 7-16-16,1 2 12 16,0 2-10-16,-22 9-13 15,3 9-17-15,-9 4-178 16,13-13-54-16</inkml:trace>
  <inkml:trace contextRef="#ctx0" brushRef="#br0" timeOffset="213350.55">1963 3986 252 0,'0'0'193'0,"0"0"-142"0,0 0 37 0,0 0 32 15,0 0-49-15,0 0-19 0,0 0 29 16,0 0-12 0,0 0-3-16,0 0-13 0,0 0 18 15,0 0-37-15,0 0-6 16,0 0-28-16,6 0-1 16,22 0 0-16,12 0-7 15,28 0 8-15,32 0 6 16,39 8 1-16,35 4 2 15,6-8-4-15,9 0 0 16,-16-4-5-16,1 0 0 0,-13 0 0 16,7 0-1-1,-23-8 0-15,-11-4-4 16,-41 0-9-16,0 0 13 16,-37 0-1-16,-25-1-5 0,-3 13 7 15,-16-11 0-15,-3 2 7 16,16-14-6-16,-3-6-1 15,24-7 11-15,-15-3-15 16,-3-2 12-16,-22-3-11 16,-6 4 7-16,0-1-3 15,0 10 9-15,-6-2-7 16,-22-3 5-16,3-8-7 0,-9 0-2 16,0-4-1-1,9-7-3-15,-2 2-26 0,-1 4 15 16,15 10 4-16,-5 11 12 15,2 8 1 1,4 4 4-16,-7 0 8 0,-9-1-8 16,6-2-10-16,-2-6 9 15,-10 2-14-15,-7-1-5 16,16 4-4-16,-24 7 5 16,18 9-14-16,-3-8 19 15,6 8 9-15,22 1 0 16,-13-10 0-16,4-3-14 15,8 12-3-15,-17-7 15 16,-4 6-1-16,-7 1 2 16,-17 0-12-16,-10 4 13 0,3 0 11 15,6 0-5 1,7 0 48-16,-1 0-32 0,19 0-1 16,-18 0-17-16,-7 8-3 15,-15 8-1-15,-13 4 1 16,-30 0 5-16,-23 9 27 15,-43 7-29-15,-2-8 1 16,20-9-1-16,17-7-1 16,43-4 8-16,18-3-3 15,13-2 14-15,15-3-7 16,19 0-13-16,15 0 10 16,13 0-5-16,6 0-14 15,0 0-15-15,0 0 2 16,0 0-22-16,0 0 39 0,0 0 3 15,0 0 2-15,0 0-2 16,0 0 4-16,0 0-4 16,0 0 7-16,0 0-7 15,0 0 2-15,0 0-4 16,0 0-5-16,0 9 5 16,0 10 1-16,0 9 2 15,0 8 5-15,0 8 2 16,0 5-11-16,0-1 14 15,0-4-17-15,0-3 12 16,0-2-8-16,0 2 2 0,0 3 0 16,0-1 9-1,0 6-7-15,0 12 6 0,0-10-2 16,0 1-12 0,13-8 0-16,21-8-27 0,25-19-54 15,3-13-225-15,-38-4-327 16</inkml:trace>
  <inkml:trace contextRef="#ctx0" brushRef="#br0" timeOffset="-210514.46">902 7756 283 0,'0'0'2'0,"0"0"67"0,0 0 19 0,0 0-31 16,0 0 23-16,0 0-2 15,0 0 16-15,0 0 49 16,0 0-18-16,0 0-65 16,0 0 1-16,0 0-37 15,0 0 4-15,0 0-4 0,0 0-13 16,0 0 10-16,0 0-17 15,0 0 5-15,6 0-9 16,-6 8 10-16,7 16-6 16,5 28 8-16,10 12 4 15,-4 25 7-15,10-1 2 16,-15-1-16-16,-1-2-1 16,4-1-3-16,-16-4-1 15,0 0-1-15,0 1-6 16,0 4 6-16,0-10-2 15,0-6 1-15,0-5 2 16,0-12-8-16,0-8 9 16,0-12-12-16,0-16 9 15,0-8-6-15,0-8-6 16,0 0-2-16,0 0-12 0,0 0 6 16,12 0 18-1,56 0 6-15,10 0 10 0,18 0-8 16,3 0-7-16,22 0 9 15,-3 0-7-15,24 0-3 16,-2 0-2-16,21 0-3 16,-9-12-2-16,50-7 7 15,-7-2-4-15,4 9-2 16,-10 4-9-16,-25 4-15 16,3 0 17-16,-33-4-4 15,-13-4-1-15,-28-4 6 16,-31-9 9-16,-16-3 1 0,-5 0-1 15,-14 1 3 1,-8-1-2-16,0 8 9 0,2-5-15 16,7 6 16-16,-9-2-16 15,9 1 5-15,-3 4 1 16,-4 1 1-16,4 2-6 16,-3 1 4-16,-16-1 6 15,0-2-6-15,-6-1 11 16,0-8-8-16,0-8 4 15,0-8 1-15,0-5-5 16,-12-2 3-16,-4-6-12 16,-9-2 10-16,-15-14-2 15,-6 0-7-15,-16 5 8 16,3-3-9-16,-9 6 9 0,9 6 1 16,0 19 7-16,3 7 42 15,9 9-47-15,-5 8 17 16,5-8-19-16,-6 8-1 15,13-13-2-15,-6 2-22 16,-1-2 9-16,13 1 13 16,-19 16 1-16,-9-4 2 15,-3-4 0-15,-15 4 6 16,11-4 3-16,4 0-9 16,-15 1 7-16,5 2-8 15,1 5 0-15,-44 8-2 0,-18 0 4 16,11 0 6-16,-23 0-3 15,21 0 8-15,6 0-9 16,-13 0 18-16,-11 0-12 16,5 13-7-16,4 18 0 15,2 5 3-15,35-8-6 16,12 4 1-16,7-7 7 16,27-13-3-16,19-8-2 15,6 3 3-15,15-7-7 16,13 0 9-16,0 0-8 15,0 0 5-15,0 0-5 16,-6 0 0-16,-6 0-3 16,-4 5 0-16,4-5-2 15,-7 0 0-15,4 0 10 16,15 0-3-16,0 0-2 0,0 0-19 16,0 0-31-16,22 0-32 15,30 0-33-15,1 0-293 16</inkml:trace>
  <inkml:trace contextRef="#ctx0" brushRef="#br0" timeOffset="-176811.55">10400 8758 270 0,'0'0'185'0,"0"0"-177"0,0 0 27 0,0 0-14 15,0 0-4-15,0 0-14 16,0 0 26-16,0 0 1 16,-16 0-7-16,16 0 52 15,0 0-18-15,0 0 1 16,0 0-35-16,0 0 6 16,0 0-27-16,0 0 9 15,0 0-11-15,0 0 3 16,-6 0 6-16,6 0-9 15,-12 0 18-15,12 0-18 16,0 5 24-16,-7-2-20 16,7 2 17-16,-6-2-11 0,6 5 1 15,-15 0 1-15,2 4-11 16,1 1 8-16,-4-2-2 16,10-6 16-16,0-1-16 15,6-4 32-15,0 0-27 16,0 0 17-16,0 0-11 15,0 0-5-15,0 0 4 16,0 0-13-16,0-4 19 16,0-28-17-16,0-9 21 15,22-10-27-15,9-6 15 16,15-7-12-16,4 0 0 16,-4 3-3-16,-5 6 1 15,-10 2-3-15,-3 9 7 0,-16 8-14 16,3 8 18-16,-2 12-18 15,5 0 4-15,-8 7-1 16,-10 6-21-16,12 3-31 16,1-4-66-16,14 4-55 15,-14 0-23-15,-1 0-127 16</inkml:trace>
  <inkml:trace contextRef="#ctx0" brushRef="#br0" timeOffset="-176012.29">10245 8738 23 0,'0'0'1'0,"0"0"-1"0,0 0 45 0,0 0 25 0,0 0 49 16,0 0 55-16,15-16-75 16,-15 12 3-16,0-4-56 15,0 0 3-15,0 0-47 16,0 0 3-16,0 0 10 15,0 4 11-15,0 1 21 16,0 3-18-16,0 0 23 16,0 0-30-16,0 0 28 15,0 0-33-15,0 0 5 16,0 0-20-16,0 23 3 16,0 9 3-16,0 5-7 15,0-1 10-15,0 0-4 0,6-12-6 16,7-9 8-16,-7-2-6 15,16-5-1-15,-10-4 1 16,0-4-3-16,10 0-5 16,3 0 5-16,9-12 9 15,6-21 21-15,-5 2-13 16,-1 3-11-16,-10 7-6 16,-17 10-17-16,8 6-37 15,-9 5-22-15,-6 0-86 16,0 5-222-16</inkml:trace>
  <inkml:trace contextRef="#ctx0" brushRef="#br0" timeOffset="-174429.92">21060 6858 389 0,'0'0'74'0,"0"0"-74"0,0 0 0 0,0 0 18 0,0 0-11 0,0 0 17 16,0 0 42-16,-19-16 31 15,19 16-28-15,0 0 2 16,0 0 3-16,0 0-40 15,0 0-10-15,0 0-13 16,0 0 36-16,0 0-20 16,0 0 48-16,0 0-33 15,-6 0 4-15,6 0-17 16,0 0-20-16,0 0-9 0,-9 0 4 16,-4 28-12-1,-21 19 16-15,-19 17 1 0,1 9-7 16,-23 15 11-1,-5-3-7-15,-1 15 3 0,-12-4-5 16,12-16 5-16,23-16-18 16,11-16-5-16,35-19 14 15,2-22-76-15,10-7-31 16,0-12-124-16,0-40-21 16</inkml:trace>
  <inkml:trace contextRef="#ctx0" brushRef="#br0" timeOffset="-174113.46">20471 7066 407 0,'0'0'51'0,"0"0"38"0,0 0 48 0,0 0-28 0,0 0-13 16,0 0-32-16,108-20 27 16,-61 40-7-16,-7 13-21 15,13 10-21-15,-13-3-7 16,-12 0-24-16,6 4-1 16,-15 5-20-16,-7-10 12 15,10 6-4-15,-22-5-44 16,12-4-7-16,-12-8-92 0,0-11-159 15</inkml:trace>
  <inkml:trace contextRef="#ctx0" brushRef="#br0" timeOffset="-173643.43">21748 7840 632 0,'0'0'177'0,"0"0"-119"16,0 0 79-16,0 0-85 0,0 0-26 15,0 0-22-15,0-220 46 0,0 147-32 16,-12 9 15-16,-1 4-18 15,-2 16-1-15,2 3-10 16,1 21 4-16,-3 9-14 16,2 6 13-16,-5 5-14 15,-10 0-7-15,-6 29 14 16,-1 15 0-16,11 4-18 16,-4-8-11-16,15 0-48 15,1-4-24-15,12-11-130 16,0-10-250-16</inkml:trace>
  <inkml:trace contextRef="#ctx0" brushRef="#br0" timeOffset="-173131.25">22632 6922 531 0,'0'0'95'0,"0"0"8"0,0 0 86 0,0 0-91 0,0 0-5 15,0 0-71-15,0 36-10 0,0 8 14 16,12 15-14 0,-6-10 8-16,16 4-9 0,-22-1 1 15,19-9-2-15,-13-2-20 16,0-5 17-16,-6-4-14 16,0-9-17-1,0-2-28-15,0-5-73 0,0-12-76 16,0-4-12-16,-31 0-171 15</inkml:trace>
  <inkml:trace contextRef="#ctx0" brushRef="#br0" timeOffset="-172897.42">22378 7227 431 0,'0'0'83'0,"0"0"24"16,0 0-10-16,0 0-78 15,0 0 18-15,0 0 80 16,52-20-19-16,1 20 15 16,9-5-66-16,9-3 6 15,4 8-44-15,12-4 3 16,15-4-12-16,-9-3-22 16,6-10-41-16,-6 9-118 15,-12-8-170-15</inkml:trace>
  <inkml:trace contextRef="#ctx0" brushRef="#br0" timeOffset="-172465.89">24316 6801 209 0,'0'0'467'16,"0"0"-321"-16,0 0-18 0,0 0-33 15,0 0-36 1,0 0-57-16,-69 28 29 0,32 13-16 16,-19 11 23-16,4 12-23 15,-23 8 28-15,-5 0-28 16,-7-8 2-16,28-12 8 16,6-19-22-16,25-13-3 15,22-9 4-15,6-11-11 16,0 0-17-16,0 0-7 15,0 0-38-15,0 0-42 16,0-20-152-16,-12 1-122 16</inkml:trace>
  <inkml:trace contextRef="#ctx0" brushRef="#br0" timeOffset="-172216.69">23773 6897 247 0,'0'0'143'16,"0"0"-45"-16,0 0 40 15,0 0-15-15,0 0 6 16,0 0-51-16,248 105 19 16,-202-57-48-16,-5-4 22 15,5 4-70-15,-5 0 15 0,21 0-16 16,-10 4-8-16,1 4-78 15,0-12 61-15,-13-7-71 16,0-13-207-16,-12-12-75 16</inkml:trace>
  <inkml:trace contextRef="#ctx0" brushRef="#br0" timeOffset="-171482.88">24939 7299 20 0,'0'0'255'0,"0"0"-230"0,0 0 82 0,0 0-33 16,0 0-45-16,0 0 11 16,0 0-26-16,0 0 42 15,0 0-4-15,0 0 29 16,0 0-13-16,0 0 9 15,0 0-21-15,0 0 7 16,6 0-25-16,19 0-30 0,15 0 52 16,13 0-45-16,-13 0 11 15,16 0-21-15,-10 0-9 16,-11 0 7-16,-17 11-6 16,-5 17-7-16,-13 13 10 15,0 15 1-15,-13 8 8 16,-46 4 20-16,-9-7-19 15,9 3 15-15,19-20-24 16,12-5 8-16,15-14-7 16,13-5-2-16,0-12 0 15,0-8-6-15,59 0 1 16,22 0 10-16,6 0 18 0,21 0-22 16,-21 0 6-1,-16 0-7-15,-24 0-17 0,-13 4-3 16,-21 4-21-16,-13-8-21 15,0 9-104-15,0-9-188 16</inkml:trace>
  <inkml:trace contextRef="#ctx0" brushRef="#br0" timeOffset="-170948.64">25953 7323 616 0,'0'0'158'0,"0"0"-13"0,0 0-16 16,0 0-84-16,0 0-10 16,0 0-26-16,102 12 49 15,-55-9-44-15,-1 2 7 16,-6-2-17-16,-9 2-8 15,10-2-9-15,-13 2-25 16,-22-5-32-16,-6 0-63 0,0 0-113 16,0 0-148-16</inkml:trace>
  <inkml:trace contextRef="#ctx0" brushRef="#br0" timeOffset="-170733.44">25953 7323 230 0,'62'-173'410'0,"-62"173"-319"16,46 0 66-16,13 0-7 0,9-8-55 16,10 8-43-1,-16-4-48-15,12-4-4 0,-15-4-8 16,0 4-87-16,-19 4-101 15,-18-3-285-15</inkml:trace>
  <inkml:trace contextRef="#ctx0" brushRef="#br0" timeOffset="-169833.44">27177 6878 322 0,'0'0'162'0,"0"0"-50"0,0 0-27 0,0 0-9 15,0 0-12-15,0 0 24 16,0 3-6-16,0-3 6 16,0 0 1-16,0 0-42 15,0 0 8-15,0 0-42 16,0 0 16-16,0 0-26 15,0 0 13-15,7 0-13 16,33 0 3-16,6 0-6 16,7 0 6-16,-12 0-14 15,-1 0-4-15,-12 13 8 16,-10 18-16-16,-11 5 14 16,-7 5 5-16,0-1-5 15,0 8 6-15,0-11-3 0,-7-6 0 16,-5-15-11-16,12 0 0 15,0-12 2-15,0 9 4 16,34-13-13-16,31 8 17 16,3-1 2-16,-15-2 1 15,-13 6-10-15,-21 2 11 16,-13 7-4-16,-6 11 14 16,0 5 1-16,-12 8-5 15,-63 13 39-15,-24-4-32 16,-6-10 5-16,-22-3-10 15,12-12-7-15,0-8-1 16,28-7-15-16,41-10 8 16,27-3-39-16,19 0-23 15,0 0-229-15</inkml:trace>
  <inkml:trace contextRef="#ctx0" brushRef="#br0" timeOffset="-168334.35">20713 9721 285 0,'0'0'354'0,"0"0"-287"0,0 0-15 0,0 0 23 16,0 0 37-16,0 0-44 15,161-213 0-15,-127 157-32 16,12-4 3-16,-5 4-23 16,-1 3 6-16,-3 1-14 15,4 4-10-15,14 4 2 16,-2 5-4-16,-13 10-5 15,-6 9-29-15,-15 8-20 16,-19 12-58-16,0 0-83 16,0 0-101-16</inkml:trace>
  <inkml:trace contextRef="#ctx0" brushRef="#br0" timeOffset="-168019.94">20706 9131 774 0,'0'0'69'16,"0"0"39"-16,0 0 38 0,0 0-77 16,162 237-40-1,-110-197-21-15,-5-4 0 0,-13 5-16 16,0-18 7-16,-9 13-5 16,9-7-88-16,-15-1-41 15,-19 0-105-15,0-12-398 16</inkml:trace>
  <inkml:trace contextRef="#ctx0" brushRef="#br0" timeOffset="-167352.61">21888 9978 406 0,'0'0'332'0,"0"0"-278"0,0 0 70 15,0 0-24-15,0-233-63 16,15 169 1-16,-9 12-27 16,7 4 6-16,-13 16-9 15,0 7 14-15,0 17 8 16,0 0-3-16,0 8-11 16,0 0-6-16,-19 0-10 0,-15 21-32 15,-6 15 13 1,-1-5-49-16,17-3 17 0,2 1-66 15,-6-1-53 1,3-5-76-16</inkml:trace>
  <inkml:trace contextRef="#ctx0" brushRef="#br0" timeOffset="-166870.18">22765 9516 1128 0,'0'0'68'0,"0"0"-18"0,0 0 27 0,0 0-77 16,0 0-9-16,0 0-44 15,-22 0-19-15,22 0-84 16,0 0-113-16,0 0-38 15</inkml:trace>
  <inkml:trace contextRef="#ctx0" brushRef="#br0" timeOffset="-166370.8">23407 9632 826 0,'0'0'160'0,"0"0"-37"0,0 0-27 0,0 0-61 0,0 0 13 0,180-228-37 16,-112 168 17-16,10-1-28 0,2-3 2 15,1 12-6 1,-7 4-9-16,-21 4 11 0,-13 12-44 16,-18 8 27-16,-10 8-41 15,-5 8 6-15,-7 0-76 16,0 8-39-16,-7 0-367 15</inkml:trace>
  <inkml:trace contextRef="#ctx0" brushRef="#br0" timeOffset="-166137.81">23733 8926 854 0,'0'0'79'0,"0"0"-26"0,0 0-1 15,0 0-52-15,0 0 60 16,0 0 7-16,127 221-40 16,-93-160 3-16,6-5-29 15,-6-4 15-15,-15 8-10 16,9-8-12-16,0-4-10 16,-4-8-6-16,11-4-62 15,-8-15-100-15,-8-18-390 16</inkml:trace>
  <inkml:trace contextRef="#ctx0" brushRef="#br0" timeOffset="-165669.22">24275 9565 512 0,'0'0'398'0,"0"0"-384"0,0 0 38 15,0 0 48-15,0 0-80 16,0 0-9-16,273-33-11 16,-245 33 6-16,-22 0-6 15,-6 33 6-15,0 19 44 16,0 12-40-16,0 0 0 16,-25-3-8-16,-3-9 2 15,22-13-3-15,6-6 5 16,0-13-12-16,0-12 13 15,53-8-26-15,28 0 38 0,12 0-9 16,15 0-8 0,4-13 13-16,-10-2-15 0,-24-1-39 15,-16 16 39 1,-28 0-78-16,-16 0-6 0,-11 0-79 16,-7-5-137-16</inkml:trace>
  <inkml:trace contextRef="#ctx0" brushRef="#br0" timeOffset="-165171.85">25531 9640 584 0,'0'0'209'0,"0"0"-80"0,0 0-40 0,0 0 17 15,0 0-37-15,0 0-22 16,242-3-29-16,-183 3-4 15,3 0-14-15,-10 0 11 16,-17 0-26-16,-1 0 10 16,-9 0-9-16,-10 0-28 15,-15 0-38-15,0 0-74 16,0-20-37-16,0 7-452 16</inkml:trace>
  <inkml:trace contextRef="#ctx0" brushRef="#br0" timeOffset="-164935.81">25531 9640 676 0,'81'-236'243'15,"-81"236"-132"-15,0 0-14 16,0 0-45-16,0 0-41 15,28 0 42-15,30 0-27 0,4 0 1 16,-3-4-27-16,16 4-2 16,-16 0-14-16,3 0-46 15,-3 0-31-15,-31 0-153 16,-10 0-259-16</inkml:trace>
  <inkml:trace contextRef="#ctx0" brushRef="#br0" timeOffset="-164488.65">26768 9540 639 0,'0'0'162'0,"0"0"-44"0,0 0-1 16,0 0-5-16,0 0-58 0,0 0 9 15,53 0-39-15,-4 0 16 16,4 0-35-16,12 0 7 16,-3 0-12-16,-9 0-2 15,-6 0-43-15,-1 0-6 16,7 0-33-16,-19 0-167 15,-12 0-239-15</inkml:trace>
  <inkml:trace contextRef="#ctx0" brushRef="#br0" timeOffset="-164056.03">27919 9789 610 0,'0'0'171'0,"0"0"-74"16,0 0 8-16,0 0-62 16,0 0 0-16,0 0 37 0,0-221-57 15,0 157 21-15,0 0-34 16,0 0 26-16,0-1-31 16,0 14 8-16,0 10-6 15,0 10-7-15,0 15 0 16,0 8-16-16,0 8 5 15,-22 0-15-15,-9 0 23 16,-25 24 6-16,19 16-12 16,-13-4-1-16,4 4 7 15,15-4-65-15,3-4-143 16,-6-8-184-16</inkml:trace>
  <inkml:trace contextRef="#ctx0" brushRef="#br0" timeOffset="-163673.12">28260 9624 531 0,'0'0'74'15,"0"0"5"-15,0 0 2 16,0 0-52-16,0 0-5 16,0 0 33-16,260 97 28 0,-201-97-12 15,3 0-13-15,9 0 10 16,-2-24-49-16,-1-20 17 16,-9-8-36-16,-25-5 16 15,-16-2-9 1,-18 14-8-16,0 1-1 0,-24 12 4 15,-32 15-10-15,-9 10 12 16,-4 7-22-16,-11 0 16 16,15 0-2-16,-10 7-40 15,1 34-25-15,-13 3-116 16,16 0-371-16</inkml:trace>
  <inkml:trace contextRef="#ctx0" brushRef="#br0" timeOffset="-160308.85">10741 14281 602 0,'0'0'30'0,"0"0"22"0,0 0 38 0,0 0-57 0,0 0 9 16,0 0-23-16,0 0 21 15,0 0-22-15,0 0 12 16,0 0-8-16,0 0-6 0,0 8-5 15,-16 17-1-15,-9 2-15 16,-9-3 12-16,16-3 6 16,-10-13 5-16,28-8 40 15,0 0-15-15,0 0-13 16,0 0-23-16,0 0-7 16,0 0-2-16,40 0 2 15,13-13-5-15,21 1 10 16,1 8 0-16,-16 4 3 15,-7 0-16-15,-11 0 7 16,-20 36-6-16,-8 13 2 16,-13 6 7-16,0 26-15 15,-13 7 26-15,-42 8-12 16,2 4 1-16,6-16-4 0,19-12 1 16,16-19 1-16,12-21 0 15,0-16-6-15,0-12 4 16,28-4-14-16,31 0 15 15,9-36-1-15,3 4-7 16,-2-5 1-16,-17 9-63 16,1 9-17-16,-13 7-43 15,-24 7 6-15,-4 5-57 16,-12 0-305-16</inkml:trace>
  <inkml:trace contextRef="#ctx0" brushRef="#br0" timeOffset="-159594.8">12350 14641 344 0,'0'0'111'0,"0"0"-95"0,0 0 61 0,0 0-3 0,0 0-25 16,0 0 57-16,0-44 12 15,0 44-11-15,0 0-17 16,0 0-30-16,0 17-30 16,0 10-25-16,-6 18 2 15,0 3 1-15,6 5-7 16,0-2-1-16,0-10 0 0,18-2 0 16,16-6 0-16,19-9-1 15,9-9-9-15,3-2 9 16,22-9-35-16,15-4 5 15,19 0-52-15,-15 0-22 16,-7-20-46-16,-25 0-2 16,-33-4-81-16</inkml:trace>
  <inkml:trace contextRef="#ctx0" brushRef="#br0" timeOffset="-159326.49">12257 14770 708 0,'0'0'29'16,"0"0"59"-16,0 0 13 0,0 0-101 15,0 0-3 1,0 0-78-16,202-116-35 0,-184 103-69 16,-18 5-180-1</inkml:trace>
  <inkml:trace contextRef="#ctx0" brushRef="#br0" timeOffset="-159175.45">12257 14770 607 0,'28'-148'376'0,"-22"148"-322"16,19-8 47-16,15-4-70 16,35-8-3-16,18-1-19 15,9-7-9-15,3 0-35 16,-12 17-211-16,-24-9-416 16</inkml:trace>
  <inkml:trace contextRef="#ctx0" brushRef="#br0" timeOffset="-158660.12">13888 14558 914 0,'0'0'96'0,"0"0"-4"0,0 0-34 0,0 0 7 0,0 0-46 16,0 0 5-16,369-89-24 15,-288 70 0-15,5-6-16 16,-8 1-45-16,-10 4-47 16,-21 8-206-16</inkml:trace>
  <inkml:trace contextRef="#ctx0" brushRef="#br0" timeOffset="-157944.43">15339 14129 55 0,'0'0'382'0,"0"0"-342"0,0 0 37 0,0 0 15 16,0 0 3-16,0 0 23 15,0 0 10-15,0 3-2 16,0-3-63-16,0 0 3 16,0 0-52-16,0 0 15 0,-6 5-22 15,-16 6 1 1,-12 6-8-16,-3 7 0 0,-3-1 2 16,5 2 0-16,1-1 7 15,22-4-2-15,6-4-5 16,6 1 10-16,0-2-24 15,0 6 8-15,6-2-5 16,53 1 5-16,9 0 1 16,3-12 2-16,10 8-8 15,-7-4 7-15,7-4 2 16,-16 8-5-16,-3-4 5 16,-9 4-2-16,-19-8-19 15,-9 4 0-15,-16-7 8 0,-9 14-5 16,0 1 17-16,0 13-3 15,-62 6-7-15,-19 2-3 16,-5-8 14-16,-1-10-48 16,6-15 12-1,10-8-47-15,9 0-119 0,9-4-320 16</inkml:trace>
  <inkml:trace contextRef="#ctx0" brushRef="#br0" timeOffset="-157711.35">15367 14117 791 0,'0'0'83'0,"0"0"-51"0,0 0 41 0,0 0 25 0,0 0-40 16,0 0-26-16,313-57-32 15,-226 21-20-15,-13 0-85 16,-9 5-168-16,-30 6-478 16</inkml:trace>
  <inkml:trace contextRef="#ctx0" brushRef="#br0" timeOffset="-156295.34">10024 16606 761 0,'0'0'146'0,"0"0"-98"0,0 0 57 16,0 0-18-16,0 0-29 15,0 0-22-15,0 0 7 16,0 0-28-16,0 0 5 15,53 0-1-15,9 0-9 16,3 0-12-16,10-7 2 16,5-9-1-16,7-4-46 15,-12 0 21-15,-16 0-36 0,-1 0-95 16,-23 0-199-16</inkml:trace>
  <inkml:trace contextRef="#ctx0" brushRef="#br0" timeOffset="-155730.35">11054 16017 663 0,'0'0'42'0,"0"0"4"0,0 0 65 0,0 0-46 0,0 0-32 0,0 0-18 15,186 73-10 1,-186-17 9-16,0 0 11 0,0 0 24 16,0 4-26-1,-25-8 11-15,-3 4-26 0,3-12 31 16,10-8-32-16,9-11 1 15,6-9-8-15,0-8-6 16,0-4 5-16,0 0-1 16,34 0-4-16,6-1 12 15,0-3 3-15,-5 5-8 16,-4-1 11-16,9 0-11 16,-12 4 0-16,-3 0 1 15,-10-4 2-15,-2 4-8 0,-1-8-11 16,3 4 15-16,4 0-80 15,3-4-24-15,-4 4-96 16,-11 4-78-16</inkml:trace>
  <inkml:trace contextRef="#ctx0" brushRef="#br0" timeOffset="-155028.99">12852 16302 734 0,'0'0'48'0,"0"0"7"0,0 0 26 0,0 0-59 0,0 0 6 16,0 0-18-1,0 0 26-15,0 108-30 0,0-67 20 16,0-5-5-16,0-4 8 15,34-12-18-15,1 4-11 16,2-4 0-16,12-8-7 16,4-4 4-16,6-8-64 15,15 0-3-15,-8 0-13 16,2-24 8-16,-9 4 25 16,-10 0-16-16,-18 0-7 15,-25-1-121-15</inkml:trace>
  <inkml:trace contextRef="#ctx0" brushRef="#br0" timeOffset="-154764.27">12812 16315 357 0,'0'0'427'0,"0"0"-396"16,0 0 70-16,0 0-5 15,0 0-56 1,0 0-32-16,313-33-8 0,-273 9-15 16,1 9-16-16,-19-10-116 15,-22 9-1-15,0 8-212 16</inkml:trace>
  <inkml:trace contextRef="#ctx0" brushRef="#br0" timeOffset="-154591.48">12812 16315 904 0,'146'-109'97'0,"-146"109"-80"15,0 0 37-15,28 0-20 16,12 0 7-16,19-16-41 0,-3-12 0 15,9 4-115-15,-12 4-95 16,-19 4-157-16</inkml:trace>
  <inkml:trace contextRef="#ctx0" brushRef="#br0" timeOffset="-153663.56">15252 15756 552 0,'0'0'201'0,"0"0"-121"0,0 0 1 0,0 0-51 16,0 0 9-16,0 0-36 0,-74-16 55 15,40 16 6-15,3 0 6 16,-16 0-37-16,-2 29-13 16,-10 7 4-16,25-4-11 15,-7 0 5-15,23-4-16 16,11-8 11-16,7 4-9 15,0-7-8-15,0 2-7 16,19-7 8-16,34-4-12 0,3-3 1 16,3 3 12-16,-7-8 2 15,-5 0-5-15,9 3 17 16,-4 6-20-16,1 2 11 16,-7 2-6-16,1 2-9 15,-1-2-17-15,-5-1-2 16,-19 4-18-16,-10-5 29 15,-12 6 7-15,0 3 10 16,0 12 6-16,-59 4 13 16,-3 4-11-16,-3 4-4 15,3-8-1-15,15-12-12 16,13-7 4-16,9-9-25 0,4-8-31 16,-4 0-161-16,-3-25-362 15</inkml:trace>
  <inkml:trace contextRef="#ctx0" brushRef="#br0" timeOffset="-153399.2">15184 15693 692 0,'0'0'197'0,"0"0"-161"0,0 0-23 0,0 0 48 0,0 0-25 0,0 0-36 0,388-73-51 0,-333 57-126 0,-14 5-134 15</inkml:trace>
  <inkml:trace contextRef="#ctx0" brushRef="#br0" timeOffset="-133914.74">17116 14561 327 0,'0'0'230'0,"0"0"-217"15,0 0 14-15,0 0 69 0,0 0 19 16,0 0-35-16,0 0-6 16,0 0-33-16,0-15 0 15,0 15 6-15,0 0-2 16,0 0-8-16,0 0-24 0,0 0 21 16,0 0-18-16,0 0 13 15,0 0-28-15,0 0 10 16,0 0-10-16,15 0 1 15,4 0-1-15,15 0 5 16,-9 0-4-16,15 0 7 16,-6 0-18-16,-6-5 1 15,-3 2-13-15,-3-2-36 16,-10 5-51-16,-12-3-40 16,0-5-139-16,0 3-320 15</inkml:trace>
  <inkml:trace contextRef="#ctx0" brushRef="#br0" timeOffset="-133648.39">17116 14561 329 0</inkml:trace>
  <inkml:trace contextRef="#ctx0" brushRef="#br0" timeOffset="-133557.34">17116 14561 329 0,'-106'-277'457'0,"125"277"-401"0,9-3 38 0,12-1 48 0,7-8-74 0,-7 8-46 0,0-9-19 15,7 2 5-15,-7-1-16 16,0-1-8-16,1-2-65 16,-10 7-92-16,-10 0-170 15</inkml:trace>
  <inkml:trace contextRef="#ctx0" brushRef="#br0" timeOffset="-132913.09">17959 14277 114 0,'0'0'489'16,"0"0"-453"-16,0 0-4 0,0 0 88 0,0 0-27 15,99-24 3-15,-58 19-45 16,5-3 5-16,10 5-15 16,-3-1-15-16,-7-4-21 15,1 3 1-15,-13-3-12 16,0-3-30-16,-9 7-31 16,9 0-86-16,-22 4-110 0</inkml:trace>
  <inkml:trace contextRef="#ctx0" brushRef="#br0" timeOffset="-131915.92">18889 13819 368 0,'0'0'63'0,"0"0"-58"0,0 0-5 16,0 0-11-16,0 0 9 15,0 0 2-15,13-15 19 0,-13 15 74 16,0 0 11-16,0 0 3 16,0 0-19-16,0 0-23 15,0 0 16-15,0 0-29 16,0 0 25-16,0 0-35 15,0 0 0-15,0 0-33 16,0 0 11-16,0 0-18 16,0 0 0-16,0 0-2 15,18 0 6-15,29-8-15 16,9 0 20-16,-16 8-22 0,0 0 17 16,-15 0-16-16,9 0-1 15,-21 16 9-15,-7 24-14 16,-6-1 16-16,0 2-3 15,0-1 11-15,0-11-12 16,15-14 9-16,-2-2-10 16,8-5-3-16,4-5 0 15,9 9 7-15,7 1-2 16,-1 3 0-16,-6 12 6 16,-15 8 11-16,-19 0-13 15,0 8 33-15,0 4-30 16,-34 12 21-16,-25-4-25 15,-16-4 0-15,1-4 10 0,-4 1-2 16,10-10-9 0,9-11 4-16,3-11-6 0,32-9-4 15,-4-4-3-15,9 3-64 16,-21 6-97-16,-16 3-535 16</inkml:trace>
  <inkml:trace contextRef="#ctx0" brushRef="#br0" timeOffset="-130650.62">17110 16270 697 0,'0'0'213'0,"0"0"-205"0,0 0 107 0,0 0-8 16,0 0-58-16,0 0-33 15,0 0 14-15,248-52-24 16,-220 52-6-16,-4-8 0 16,-2 4 0-16,-16 0 0 15,0 4-24-15,-6 0 23 16,0 0-40-16,0 0 26 0,0-8-80 16,0 4-38-1,0-9-314-15</inkml:trace>
  <inkml:trace contextRef="#ctx0" brushRef="#br0" timeOffset="-130417.97">17091 15889 813 0,'0'0'199'0,"0"0"-156"15,0 0 46-15,0 0-29 16,0 0-35-16,0 0 10 0,105-8-33 16,-64-4-4-16,-1 4-4 15,-6-3-2 1,6-2-50-16,7-4-55 0,-13 10-124 16,-3 3-251-16</inkml:trace>
  <inkml:trace contextRef="#ctx0" brushRef="#br0" timeOffset="-129685.49">18139 15725 542 0,'0'0'194'0,"0"0"-98"0,0 0 9 0,0 0-13 0,0 0-76 16,0 0 35-16,87-44-1 16,-7 16-42-16,1 12-8 15,-16 8 6-15,-3 8-6 16,-28 0 3-16,-15 0 5 0,-7 24-1 16,-12 16 1-1,0 0-3-15,0 11-1 0,-12-2-4 16,-16-5 8-16,3-4-16 15,3-12 16-15,22-12-22 16,0-4 0-16,0-12 4 16,0 0-28-16,62 0 18 15,-9 0 10-15,-6 0 4 16,-7 0-2-16,-18 0 16 16,-10 24 16-16,-12 12-3 15,0 13 16-15,0-9-6 16,-22 0-13-16,-30-8-11 15,-1 0 3-15,-15-8-9 16,9-4 5-16,0 0-12 16,-3-4-2-16,15 1-24 0,-5-2-87 15,18-7-67-15,-7-8-478 16</inkml:trace>
  <inkml:trace contextRef="#ctx0" brushRef="#br0" timeOffset="-121341.52">21695 13030 645 0,'0'0'46'0,"0"0"24"0,-220 257 65 0,174-198-42 0,18-15-70 15,15-19-23-15,7-14-26 16,6-6-10-16,0-5-111 16,-6 0-179-16</inkml:trace>
  <inkml:trace contextRef="#ctx0" brushRef="#br0" timeOffset="-120526.61">21463 13515 548 0,'0'0'4'0,"0"0"2"0,0 0 58 0,0 0-18 15,0 0-22-15,0 0-4 0,0 0 13 16,0 0 19-16,0 0 63 16,0 0-34-16,0 0-30 15,0 0-49-15,0 0 6 16,0 0 3-16,0-8 10 15,25-24 37-15,27-17-35 16,23-15 20-16,33-19-16 16,19-30 5-16,13 1-26 15,-13 3-6-15,-6 14-12 0,-34 23-20 16,-34 27-25-16,-35 24-34 16,-18 21 32-16,0 0-85 15,-40 5-124-15</inkml:trace>
  <inkml:trace contextRef="#ctx0" brushRef="#br0" timeOffset="-120159.2">21509 12905 904 0,'0'0'35'0,"0"0"-25"0,0 0 27 0,0 0 16 16,0 0 17-16,0 0-3 15,180 161-17-15,-121-101-12 16,-6-4-2-16,15 8 3 16,-9-3-32-16,3-6-7 15,-15-2 0-15,-1-1-23 16,-18-21-6-16,-3-6-36 0,3-17-64 16,-22-8-199-16,0 0-271 15</inkml:trace>
  <inkml:trace contextRef="#ctx0" brushRef="#br0" timeOffset="-119494.5">22666 12219 790 0,'0'0'10'0,"0"0"31"0,0 0 53 0,0 0-57 16,0 0-23-16,0 0-14 15,285-36-15-15,-285 84 15 16,0 12 4-16,-40 4 20 15,-19 5 40-15,13-5-53 0,5-8 23 16,19-7 4-16,10-18-3 16,12-10-23-16,0-13-12 15,0-8-25-15,75 0 20 16,5 0 3-16,13-8 4 16,0-20 8-16,-12 4-8 15,-1 15-4-15,-33 1-19 16,-19 8-98-16,-28 0-112 15,0 0-324-15</inkml:trace>
  <inkml:trace contextRef="#ctx0" brushRef="#br0" timeOffset="-119026.1">23379 13310 899 0,'0'0'105'0,"0"0"-87"0,0 0 66 16,0 0 4-16,0 0-51 0,422-8 1 15,-314-4-22 1,-8 4-14-16,-14-3-2 0,-27 6-49 16,-3-7-34-16,-31 4-335 15</inkml:trace>
  <inkml:trace contextRef="#ctx0" brushRef="#br0" timeOffset="-118328.52">26219 12167 785 0,'0'0'247'0,"0"0"-209"0,0 0 25 0,0 0-16 0,0 0-45 16,0 0 17-16,-285 16-18 16,204 20 7-16,13 0 1 15,9 5 18-15,-3-1 9 16,25 7-4-16,9 2-15 16,7-1-11-16,21-4 6 15,0 0-8-15,0-8-8 16,0 0-4-16,55-3 3 0,4-2-1 15,16-2 1 1,-1-5 0-16,4 3 5 0,-10-2-4 16,6-1 8-1,-9 1-9-15,-18-5-26 0,-13 7 18 16,-22 1 26-16,-12 5-10 16,0 6-1-16,0 17 11 15,-59 9-1-15,-40-1-3 16,12-8-6-16,-9-12 3 15,3-24-12-15,22 1 5 16,-10-18 1-16,1 1-34 16,11-4-17-16,17 0-80 15,18-7-194-15</inkml:trace>
  <inkml:trace contextRef="#ctx0" brushRef="#br0" timeOffset="-117910.05">26402 13507 852 0,'0'0'60'0,"0"0"-26"0,0 0 61 0,0 0-23 0,0 0 16 16,0 0-47-16,348-213 7 16,-255 145-37-16,-28 4-3 15,3 12-8-15,-28 3-7 16,1 10-15-16,-7-2-30 16,-16 10-20-16,-5 6-89 0,-13 9-121 15</inkml:trace>
  <inkml:trace contextRef="#ctx0" brushRef="#br0" timeOffset="-117677.77">26641 12873 688 0,'0'0'117'0,"0"0"-80"15,0 0 111-15,0 0-39 0,0 0-56 16,202 229-26-16,-150-190-18 16,-5-2-5-16,-7-8-8 15,-6 2-8-15,-21-3-1 16,2 0-96-16,-15 4-101 16</inkml:trace>
  <inkml:trace contextRef="#ctx0" brushRef="#br0" timeOffset="-117196.09">28412 12609 775 0,'0'0'262'0,"0"0"-174"0,0 0-2 0,0 0-46 16,0 0-7-16,0 0-5 15,0 156-8-15,15-107-17 16,4 2 2-16,-4 1-10 15,-2 5-4-15,-13-6-1 16,12 2-37-16,-12 2-66 16,0-6 68-16,0-13-122 15,0-16-197-15</inkml:trace>
  <inkml:trace contextRef="#ctx0" brushRef="#br0" timeOffset="-116929.74">28098 12989 835 0,'0'0'136'16,"0"0"-97"-16,0 0 67 0,0 0-44 15,0 0-10 1,0 0-18-16,376-20-5 0,-290 12-24 16,-5-3-5-16,-10 11-9 15,4-5-48-15,-1 5-42 16,-15-4-254 0</inkml:trace>
  <inkml:trace contextRef="#ctx0" brushRef="#br0" timeOffset="-116279.96">29568 12424 276 0,'0'0'648'0,"0"0"-558"16,0 0-35-16,0 0 49 15,0 0-58-15,0 0-14 16,40 8-19-16,-12 24-5 16,13 20 29-16,-7 0-21 15,-3 12-10-15,-3 5 23 16,-7-1-23-16,-8 0 5 15,-1 0-7-15,1 1-4 0,-13 3-3 16,0-16-17-16,0-4 20 16,0-24-7-16,0-8 15 15,0-15-17-15,0-5 18 16,0 0-7-16,0 0-2 16,-7-25 0-16,-24-19-11 15,10-20 1-15,8-13-2 16,13-6-5-16,0-2 14 15,0 9 6-15,0-4-7 16,13 8 8-16,15-5 10 16,12-7-14-16,13 16 0 15,5-8 2-15,17 8 1 0,-1 7-6 16,-9 13-1-16,-3 20-4 16,-9 8 3-1,-6 16 3-15,-7 4-12 0,0 0 10 16,-12 0 2-16,-3 20-3 15,-13 12 5-15,-12 16 0 16,0 9 3-16,-37 7 0 16,-37 0 13-16,-13 0-14 15,-6-4-1-15,-9-7-1 16,9-1-12-16,12-9-15 16,16-10-56-16,25-9-110 15,24-4-168-15</inkml:trace>
  <inkml:trace contextRef="#ctx0" brushRef="#br0" timeOffset="-115863.45">30567 13078 696 0,'0'0'209'0,"0"0"-161"0,0 0 35 0,0 0-16 0,0 0-23 16,0 0-36-16,341-28-8 16,-295 16-10-16,-15 7-43 15,19 5 30-15,-32-3-6 16,1 3-10-16,-10-5-149 15,-9 2-86-15</inkml:trace>
  <inkml:trace contextRef="#ctx0" brushRef="#br0" timeOffset="-115660.46">30613 12909 816 0,'0'0'236'0,"0"0"-170"16,0 0-11-16,0 0-21 16,0 0-26-16,0 0 3 15,239-72-3-15,-165 64-4 0,7-4-8 16,-16 4-21-16,-3 0-26 16,-16 4-128-1,-11 4-256-15</inkml:trace>
  <inkml:trace contextRef="#ctx0" brushRef="#br0" timeOffset="-115309.46">31714 13025 557 0,'0'0'114'0,"0"0"-62"16,0 0 153-16,0 0-126 15,0 0-27-15,0 0 30 16,363-51-53-16,-289-6-8 16,-9-15-11-16,-6-8-6 15,-3 4-4-15,-31 4 3 16,-25 20-6-16,0 11 6 15,-19 21 25-15,-74 17-11 16,-22 3 32-16,-24 3-34 16,5 37-13-16,1 9-2 0,37-10-29 15,25 2-23 1,15 3-129-16,31-13-306 0</inkml:trace>
  <inkml:trace contextRef="#ctx0" brushRef="#br0" timeOffset="-110851.14">25252 11874 582 0,'0'0'18'0,"0"0"46"0,0 0-2 0,0 0 15 0,0 0-48 0,0 0-2 16,0 0-27-16,-115 0 1 16,115 0-3-16,0 5 4 15,0 3 34-15,0 8 13 16,-12 4-4-16,6 4 0 15,-10 4-10-15,10 0 23 16,-6 4-38-16,12 4 4 16,0 1-17-16,0 6 17 15,0 6-21-15,0-2 5 16,0 17-6-16,18-3-3 0,4 3 1 16,-4 1 0-16,-11-1 1 15,8 0 5-15,-15-4-9 16,13 4 12-16,-7-3-12 15,-6 3 12-15,0-1-14 16,0-2 9-16,0 3-4 16,0-4 0-16,0-4 0 15,0 0-3-15,0 0 8 16,0-7-11-16,0-10 13 16,-6-3-14-16,6-7 14 15,0-9-8-15,0 3 1 16,0 2 0-16,0-9-1 15,0 12 5-15,0-4-3 0,0 0 3 16,0-4 13 0,0-3-16-16,0-10-1 0,0-7-6 15,0 0-15-15,0 0 16 16,0 0 5-16,12 8 0 16,16 0 8-16,-6 5-9 15,2-2 6-15,4 1-5 16,-9 1 5-16,9-13-8 15,-3 8 3-15,-4-1-2 16,13-7-4-16,-9 5 6 16,3-2-6-16,6-3 14 15,-9 0-12-15,22 0 11 0,2 0-10 16,4 8 5 0,0-8-2-16,-1 0 0 0,4 0 0 15,-3 0-4-15,-1 0 3 16,1 0-5-16,-6 0 12 15,-7 0-7 1,0 0 5-16,7 0-4 0,-7 0 0 16,0 0 0-16,7 0 0 15,-19 0 3-15,6 0-8 16,-9-8 7-16,-10 8-10 16,4-12 13-16,-13 1-11 15,0 11 4-15,-6-5 2 0,0 2 5 16,16 3 1-1,-16-5 10-15,6-7-16 0,0 4 13 16,-6-11-10-16,13-6 3 16,15-3-2-16,-10 0-7 15,-2-4 3-15,2 0 0 16,-12 0 0-16,-6-1 3 16,0-6-2-16,0-5 0 15,0-1-2-15,0 1 7 16,0 0-10-16,0 0 7 15,-18 0-3-15,12-4 0 16,-10 0 1-16,16-4-3 16,0-5 2-16,0 6-7 15,0 2 14-15,0 5-12 16,0 0 10-16,-12 4-5 0,12 4 0 16,-19 0-3-16,4 0 0 15,2 11 6-15,1-7-11 16,-4 9 10-16,16-18-9 15,-6 5 11-15,6-4-8 16,0 0 3-16,0 0 1 16,0 12 0-16,0-4 3 15,0 7-8-15,0 9 13 16,0-7-16-16,0-2-2 16,0 9 9-16,0-4-23 15,0 4 16-15,0 0 3 16,0 9 0-16,6 2 4 15,-6 2 1-15,0 3 5 0,0 0 2 16,0 0 12-16,0 0-16 16,0 0 14-16,0 0-13 15,0 0-4-15,0 0 0 16,0 0-2-16,0 0-2 16,0 0 8-16,0 0-9 15,0 0 13-15,0 0-4 16,0 0-2-16,0 0 4 15,0 0-6-15,0-5 2 16,-12-3-4-16,-16 4 4 16,-3 0-8-16,-3 0 1 15,6 0 1-15,-12 4 8 0,-1 0 6 16,-18 0 3 0,1 0-13-16,2 0 4 0,-9 4-2 15,3 8-2-15,9 1 8 16,6-5-15-16,1 3 14 15,-1-2-10-15,1-1 8 16,-22 3-5-16,15 1 0 16,-15-4 3-16,9-3-6 15,6-2 7-15,0 2 9 16,19-5-11-16,6 0 6 16,4 0-2-16,-4 0-8 15,6 0 2-15,-3 0-3 16,10 0-5-16,8 0-4 0,1 0 8 15,0 0 4-15,6 0 0 16,0 0 10-16,-6 0-15 16,6 0 8-16,0 0-6 15,0 0-2-15,-6 0 1 16,-10 0-2-16,16 0 12 16,0 0-2-16,0 0 1 15,0 0-10-15,0 0 3 16,0 0 1-16,0 0-21 15,0 3-34-15,28-3-60 16,0 0-402-16</inkml:trace>
  <inkml:trace contextRef="#ctx0" brushRef="#br0" timeOffset="-106755.64">27977 11962 582 0,'0'0'66'0,"0"0"-13"0,0 0-1 0,0 0 2 0,0 0-12 15,0 0 25 1,0 0-33-16,0 0 0 0,0 0 18 16,0 0 14-16,-6 5-22 15,6 3-42-15,0 4 1 16,0 8 8-16,0 4-6 16,0 0-1-16,0 4-4 15,0 0 1-15,0 5 2 16,0 3 5-16,0 0 5 15,0 8 2-15,0-4-13 16,0 7 8-16,0 2-6 16,0 3-3-16,0 1-1 15,0-2 0-15,0 6 0 16,0-1 0-16,6 4 1 0,4-4 3 16,-4-4-5-16,6 1 9 15,-5-6-10-15,-1-6 9 16,0 7-10-16,9-4 3 15,-8-8 0-15,-1 16 0 16,6-8 2-16,4 1-7 16,-4-9 12-16,1-5-17 15,-7-15 16-15,-6 1-12 16,0-6 4-16,0-3 1 16,0 4-6-16,0 1 7 15,0-2-4-15,0-2 9 0,0-1-6 16,9 0 1-16,-3 3 0 15,7 2-10-15,8-1 4 16,-2 0 5-16,-7 0 1 16,10-5 0-16,12-2-6 15,-3-2 5-15,16-3 1 16,9 0-2-16,2 0 11 16,11 9-13-16,11-5 7 15,7 0-3-15,0 0 1 16,0-4-1-16,-16 0 0 15,16 0 1-15,-13 0-7 16,-15 0 12-16,9 0-12 16,-15 0 12-16,9 0-6 0,-3 0 0 15,0 0-1-15,9 0 0 16,0-4 1-16,4-13-5 16,8 9 2-1,-5-3-8-15,-10-1 11 0,-9-1-5 16,-4 6-9-1,-18 3 12-15,-3-5-2 0,-3 9 4 16,-6 0 0-16,-9 0 1 16,-7 0-7-16,0-3 12 15,-6 3-11-15,6 0 10 16,-6 0-7-16,0 0 4 16,16-5-1-16,-4-6 2 15,0 3 0-15,10-4 9 16,-9-1-11-16,-1 2 21 0,-3-1-22 15,4-1 22 1,-7 1-20-16,22-12 8 0,-10-4-10 16,10-11 3-16,-3-6-3 15,9-3 6-15,-6-5-13 16,6 2 15-16,-9 2-16 16,-3 2 6-16,-4 2 0 15,-5 13 2-15,8 4 0 16,-14 4 4-16,11-8-3 15,-2-4 0-15,2-13 7 16,4-10-16-16,18-2 3 0,-9-2 4 16,-3 6-25-1,-6 9 21-15,-3 8 0 16,-13 11 4-16,6-7-4 0,4 13 10 16,2-18 1-16,4 2-1 15,3-5-9-15,15-12 4 16,-6-1-2-16,-6 1-8 15,-3 12 6-15,-3 3-5 16,-4-2 9-16,-2 11-4 16,-10-5 8-16,0-3-14 15,0 0 7-15,-6-4-1 16,0 12-12-16,0 8 16 16,0 8 0-16,0 8 3 15,0 4 17-15,0 4-8 16,0 0 15-16,0 0-24 0,-6 0 10 15,0-4-12 1,0 0 11-16,-4 0-11 0,-2 4 1 16,0 0 8-16,-10 0-6 15,-9 0 22-15,-9 0-25 16,-16 0 7-16,3 8-2 16,-6 3-12-16,-3-3 5 15,-3 1 1-15,9-1 0 16,-21 5 1-16,15-2-1 15,-13 1 5-15,10 1-6 16,-3-2 10-16,-3 1-11 16,9 8 2-16,-4-4 0 0,4-8-3 15,10 12 3 1,-1-16-4-16,0 8 2 0,-9-7 1 16,3-2 2-1,-15 2-8-15,-7 6 14 0,-5 1-7 16,-14 4 0-16,-8 1 0 15,21-1-2-15,-6-8 1 16,19-1-2-16,2-2 5 16,-2-2-11-16,15 2 8 15,-9-2-2-15,-1 5 1 16,11 4 0-16,-1-7-2 16,3 11-1-16,16-4 2 0,9-4 3 15,-10-5-4 1,7-3 9-16,0 8-8 0,-13-3 9 15,7 3-8 1,-19 7 2-16,19-2 0 0,-7-1 2 16,1-8 2-16,18 5-4 15,0-9 7-15,10 0-17 16,-4 0 6-16,16 0 4 16,-7 0-29-16,7 0 21 15,6 0-8-15,0 0-26 16,0 0-86-16,0 0-357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8-25T23:12:03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20840 3698 423 0,'0'0'122'0,"0"0"-109"0,0 0 57 0,0 0-43 15,0 0-22-15,0 0-4 16,0 0-1-16,6 0 8 15,-6 0 12-15,0 0 37 16,0 0-4-16,0 0 11 16,0 0-29-16,0 0 21 15,0 0-30-15,0 0 0 16,0 0 4-16,0 0-4 0,0 0 9 16,0 0-13-1,0 0 3-15,0 0-19 0,0 0 16 16,0 0-18-16,0 0 21 15,0-9-3-15,0 1-16 16,0 0-5-16,0-3 2 16,0-2-1-16,0-4 0 15,0 2 2-15,0-1 4 16,0 0-3-16,0 4 4 16,0 4 1-16,0 0 5 15,0 3-3-15,0 5-3 16,0 0-3-16,0 0-9 15,0 0 3-15,0 0-2 0,-6 0-23 16,-1 21-1-16,-5 27 26 16,3 20 1-16,-4 8 4 15,1-4-4-15,12-7-2 16,0 7 13-16,0-12-21 16,0 0 14-16,0-4-7 15,34-7 2-15,-3-5-3 16,3 0-5-16,0-13-6 15,-6-3 3-15,3-11-15 16,10-9-14-16,-1-8-14 16,6 0 10-16,1 0-5 15,-7-4-98-15,-18-20-159 16</inkml:trace>
  <inkml:trace contextRef="#ctx0" brushRef="#br0" timeOffset="715.85">20533 3974 536 0,'0'0'73'0,"0"0"-69"0,0 0 102 0,0 0-41 16,0 0-16-16,0 0 27 16,-6-4-31-16,6 4-9 15,0-8 18-15,34 8 46 16,-10 0-69-16,4 0 5 16,25 0-22-16,-6 0-2 15,11 0-12-15,11-12-1 16,-1-4-10-16,3-4-39 15,4 4-39-15,-16-1-98 16,-4-2-156-16</inkml:trace>
  <inkml:trace contextRef="#ctx0" brushRef="#br0" timeOffset="2447.83">22592 3305 327 0,'0'0'41'0,"0"0"-10"0,0 0 95 0,0 0-58 15,0 0-2-15,0 0 9 16,6 100-17-16,-6-73 15 15,12 9-21-15,-12 1-9 0,6 7-21 16,-6 3-3-16,0 2-1 16,16-1-5-16,-10 1 23 15,0-2-23-15,0-2 24 16,-6 2-12-16,0-3 4 16,16 9-25-16,-16-6 7 15,6 10-7-15,-6 7-4 16,0 0 0-16,0 8 10 15,0 5-2-15,0-5-1 16,0 4 0-16,6-4-6 16,7 1 13-16,-7-5-13 15,-6 0-1-15,15-4 0 16,-8-3 4-16,5-6-10 16,-12 6 12-16,12-2 6 0,4 6-8 15,-4 3 10-15,1-4-1 16,-13 9-5-1,22-1-6-15,-22 0-2 0,18 4 0 16,-12-4 1-16,4 5-4 16,-10-5 6-16,12-12-2 15,-6 4 4-15,7 0-3 16,2-4 7-16,-9 1-4 16,1 3-5-16,5 0 2 15,3 4-7-15,-8 5 17 16,-1 7-24-16,-6 0 7 0,0 4 1 15,0-4 4-15,0 0 0 16,0 4 1-16,0-11 0 16,0 3 2-16,0-4 0 15,0-8 2-15,0 1-4 16,0-1-2-16,0 3 2 16,0 5-4-16,0 5 3 15,0 3-3-15,0 4-1 16,0 13 8-16,0 7-5 15,0 1 3-15,0-2 2 16,0-6 6-16,0-5-10 16,0-12 0-16,0 0 0 15,0 0-9-15,0 1 9 16,0 7 0-16,0 4 6 16,0 4-10-16,0 4 6 0,0 5-2 15,0-5 2-15,0-12 0 16,0-3 0-16,0-4-2 15,0-9 0-15,0 3 0 16,0 2-8-16,0 3 16 16,0 0-16-16,-6 4 17 15,-1-4-9-15,7 9 1 16,-15-1-1-16,15-4 17 16,0 1-14-16,0-10-3 15,0 14 1-15,-6-9-1 16,6 5 10-16,-6-2-12 0,-7 9 4 15,7 5-2-15,-3-9 1 16,9 9 9-16,0-5-10 16,0 1 8-16,0 10-4 15,0-3-3-15,0-3-1 16,0-4 2-16,0-2-2 16,0 6-8-16,0-2 8 15,0 6 1-15,0-5-1 16,0 0 0-16,-13 1 0 15,13-5 7-15,-6-4-7 16,6-3 0-16,0 7 4 16,0 0-4-16,0 12 2 15,-12 1-5-15,12 11 3 16,0-4 0-16,0 4 6 0,0-8-2 16,0-7-8-16,0-9-3 15,0-3 0-15,0 2 7 16,0 3-4-1,40 6 3-15,-9 11-9 0,3-3-2 16,0 17 0-16,-6-13 5 16,-9-12-16-16,-7-3 17 15,-12-9-7-15,0-4 9 16,0 9-3-16,-19-1-23 16,-21 13 25-16,0-17-1 15,0-1-11-15,-1-22-40 16,23-21-58-16,-16-28-123 0,12-16-207 15</inkml:trace>
  <inkml:trace contextRef="#ctx0" brushRef="#br0" timeOffset="4178.47">19937 4828 545 0,'0'0'192'0,"0"0"-163"0,0 0 42 16,0 0 7-16,0 0-31 15,0 0-16-15,-12 0 16 16,12 0-10-16,0 0-5 15,0 0 13-15,0 0-5 16,0 0-11-16,0 0-16 0,0 0 11 16,0 0-18-16,0 4 9 15,0-4-11-15,0 0-8 16,0 0-13-16,0 0 4 16,31 0-6-16,31 12 19 15,19 0 13-15,18 0-10 16,0-3 10-16,22-6-11 15,6-3 10-15,-6 0-11 16,12 0-2-16,16 0 1 16,-9 0-4-16,-7 0 1 15,0 0 5-15,1 0-10 16,-7 0 16-16,6 5-11 0,7 2 9 16,2-3-12-1,-2 5 5-15,6-6 1 0,2 2 0 16,4-5-5-1,16 0 2-15,-7 0-2 0,-6 0-4 16,-9 0 9-16,-13 0-3 16,-24 0 3-16,-10 3-1 15,0 10 0-15,-3-10-1 16,10 6 2-16,2-9 0 16,-2 0-1-16,8 0 9 15,-2 0-12-15,-4 8 6 16,-2-5-4-16,9 2 0 0,-10 3 2 15,4-1-1-15,-4 6 1 16,-3-2 0-16,4 1 0 16,2-4 0-1,13 5 7-15,-9-1-7 0,3-1 6 16,-16 5-6-16,9-3-2 16,-2-1 2-16,21-1 6 15,-12-2-5-15,12-9-1 16,12 0 5-16,-5 0 0 15,-1 0 2-15,0 0 5 16,-24 0-12-16,-22 0 0 16,-7 0 5-16,-21 0-1 15,-6 0-8-15,-7-4 8 16,4 4-5-16,-13-5 4 16,13 2-6-16,-19-5-7 0,-3 8-18 15,-16 0-47-15,-12 0-205 16</inkml:trace>
  <inkml:trace contextRef="#ctx0" brushRef="#br0" timeOffset="10639.81">24343 3762 423 0,'0'0'92'0,"0"0"17"0,0 0 52 0,0 0-72 16,0 0 4-16,0 0-45 15,0 0-20-15,0 3-2 16,0-3 5-16,0 0 6 0,0 0-34 16,0 0 20-1,0 0-20-15,0 5 16 16,0-5 0-16,0 0 5 0,0 3-11 15,0-3 12-15,0 0 1 16,0 0-11-16,0 0 5 16,0 0-17-16,0 0 21 15,0 0-21-15,0 0 21 16,0 0-18-16,-9 0 10 16,-16 0-16-16,-9-8 1 15,-6-8-2-15,-13 4 7 16,0 4-15-16,7 0 15 15,-16 0-12-15,3 4 12 16,-9 4-2-16,3 0-4 0,-10 0 0 16,-5 0-6-16,5 0 6 15,4 20-2 1,9 4-2-16,3 4-1 0,13 0 8 16,5 8-10-16,7 0 7 15,6 8-6-15,16 1-5 16,-1-1-1-16,7-3 12 15,6 3-7-15,0-1 5 16,0-6 4-16,0 2-4 16,0 2 4-16,0-9-5 15,0 4-7-15,31-4 7 16,19-4-5-16,15 0-9 0,16-8 16 16,5-7 1-16,7-2-12 15,-12-3 27-15,6-4-30 16,-13-4 19-16,-2 0-6 15,2 0 2-15,-12 0-32 16,-9-12 6-16,-1-12-28 16,-5-8 10-16,-1-4-53 15,-11-4-37-15,-17 8-91 16,-18 0-97-16</inkml:trace>
  <inkml:trace contextRef="#ctx0" brushRef="#br0" timeOffset="12238.48">24976 4716 424 0,'0'0'216'0,"0"0"-209"0,0 0 37 15,0 0 43-15,0 0-67 0,0 0 40 16,0 0 25-16,-99-108-26 15,65 95 19-15,15-7-7 16,-15-4-9-16,15-4-42 16,-2-8 25-16,-13 0-32 15,27-4 10-15,-5 4-21 16,0-8 9-16,2 0-11 16,-2-5 2-16,6-3-3 15,6 8 7-15,0 1-12 16,0-1-2-16,0-1 3 15,18 5-22-15,16 12-1 16,13 0-2-16,-13 16-27 0,19 8-62 16,-13 0-96-16,-12 4-239 15</inkml:trace>
  <inkml:trace contextRef="#ctx0" brushRef="#br0" timeOffset="13039.24">25565 3786 622 0,'0'0'21'0,"0"0"0"0,0 0 56 0,0 0-18 15,0 0-14-15,0 0 13 16,-6 176-16-16,6-120-16 16,-12-4 31-16,-4 8-8 15,-9 4 3-15,19-3-35 16,-10-1 6-16,16-4-5 16,0-4-13-16,0-12-1 15,0-4 2-15,22-12-12 16,25-8-3-16,-1-7 1 15,-5-9 3-15,5 0 0 16,-6 0-5-16,1 0-9 0,-23 0 6 16,10 0-40-16,-22-13 20 15,16-2-20-15,-22-6-12 16,0-7-55-16,0-4-70 16,0 0-387-16</inkml:trace>
  <inkml:trace contextRef="#ctx0" brushRef="#br0" timeOffset="13471.94">25199 4191 591 0,'0'0'129'0,"0"0"-26"0,0 0 30 0,0 0-71 16,0 0-9 0,0 0 23-16,65-9-6 0,-12 9-32 15,3 0 28-15,-3 0-21 16,-7 0-7-16,7 0-33 16,-13 0-5-16,0 0-4 15,-5-3-28-15,11-10-2 16,-18-7-19-16,3 1-1 15,-3-6-41-15,-16 5-122 16,-12 0-261-16</inkml:trace>
  <inkml:trace contextRef="#ctx0" brushRef="#br0" timeOffset="13937.15">26074 3773 548 0,'0'0'42'0,"0"0"114"0,0 0 5 0,0 0-66 0,0 0-29 16,0 0 3-16,353 209-36 15,-319-153-14-15,-6 0-3 0,-22 0-16 16,-6 12 3 0,0 9 4-16,-21 3-14 0,-51 4-29 15,-8-4-16 1,-1-19-150-16,0-25-324 0</inkml:trace>
  <inkml:trace contextRef="#ctx0" brushRef="#br0" timeOffset="38116.31">1563 10447 284 0,'0'0'18'0,"0"0"31"0,0 0 54 0,0 0-62 0,0 0 1 0,0 0-16 16,0 0 24-1,0 0 14-15,0 0 1 0,0 0-4 16,0 0 3-16,0 0 3 15,0 0-37-15,0 0 11 16,0 0-33-16,0 0 9 16,0 0-16-16,0 0 30 15,0 0-7-15,0 0 2 16,18 7-21-16,10 6-2 16,25-1 19-16,3-4-22 15,31 8 1-15,6-8 6 16,6-8-4-16,0 8-1 0,-25-8 7 15,1 4-8 1,-22-4-1-16,-1 0 1 0,4 0 4 16,-9 0-8-1,12 0 8-15,-7 0-5 0,10 0 7 16,-3 0-9-16,9 0 3 16,-9 0-1-16,10 0 0 15,-4 0 1-15,-3 5-5 16,3 2 9-16,-3-7-8 15,-3 16 11-15,15-16-9 16,-9 8 1-16,3-8 0 16,-9 0-4-16,-6 0 4 15,-3 0 3-15,-13 0-1 16,-3 0-2-16,-6 0 2 16,-3 0-1-16,9 0 3 15,0 0 1-15,0 0-3 16,-9 0-2-16,3 0 0 0,-16 0-4 15,-3 0 3-15,-2 0-20 16,-7 0-7-16,0 0-98 16,0-8-159-16</inkml:trace>
  <inkml:trace contextRef="#ctx0" brushRef="#br0" timeOffset="41229.91">20654 6268 157 0,'0'0'286'0,"0"0"-198"0,0 0 10 0,0 0-13 0,0 0-21 16,0 0 11-1,0 0 4-15,0 0-36 0,0 0-2 16,0 0 12-16,0 0-15 16,0 0-26-16,0 0 17 15,0 0-22-15,0 0 23 16,0 0-17-16,0 0 13 15,0-8-20-15,0-13-3 16,0-2-3-16,0-5 0 16,0-4 1-16,6-4 3 15,0-5 13-15,13-10-16 16,-4 7 2-16,-2-9 0 16,-7 1-3-16,-6 8 0 15,15 8 0-15,-9 0-2 0,1 0 12 16,11 3-19-1,-12 10 14-15,-6 6-10 0,0 9 10 16,0 4 5-16,0 4-10 16,0-4 3-16,0 4-3 15,0 0-3-15,0 0-10 16,0 0-5-16,0 0 10 16,0 0-39-16,0 20 21 15,-12 13 26-15,-28 6-2 16,6-3-4-16,9 0-12 15,-3-3-31-15,9-9 1 16,4-4-70-16,2 0-54 16,7-8-76-16</inkml:trace>
  <inkml:trace contextRef="#ctx0" brushRef="#br0" timeOffset="42028.77">20954 6144 451 0,'0'0'7'0,"0"0"53"0,0 0-16 0,0 0-21 15,0 0 19-15,0 0-7 16,19 95-6-16,-13-78-7 16,22-5 12-16,-15 0 4 15,8-4-10-15,-2-4 7 16,3 4 22-16,-4-4-35 16,-5-4 9-16,8 0-7 15,-2 0 0-15,9 0 6 16,6-4 6-16,0-16 20 15,3-8-39-15,3 0 5 16,1-8-21-16,-7 0 7 0,-6-5-8 16,6-3-1-16,-9-8-3 15,-4 8-4-15,-14-4 7 16,-7 4-10-16,0 8 8 16,0 8-20-16,0 8 23 15,-28 7 8-15,3 5 11 16,-9 5-3-16,0-2-11 15,-7 2-5-15,-11 3-6 0,11 0-15 16,1 0-32 0,12 0 16-16,3 0-58 0,4 0 42 15,2 28 15 1,-3 12 18-16,4 4-35 0,-10-1-177 16</inkml:trace>
  <inkml:trace contextRef="#ctx0" brushRef="#br0" timeOffset="44194.36">21407 3429 444 0,'0'0'117'0,"0"0"27"0,0 0 5 0,0 0-53 16,0 0-6-16,0 0-26 15,-25-8-25-15,25 8-13 16,0 0 10-16,0 0 12 16,0 0-26-16,0-5 13 0,0-3-19 15,0-12 21 1,13-12-37-16,39-19 0 0,23-15-14 15,18 2 12-15,28-8-9 16,-16 0 11-16,-2 0-3 16,-17 16-18-16,-21 12 3 15,-24 12-17-15,-7 7 17 16,-12 18-25-16,-4 3-14 16,-5 0-73-16,8 4-40 15,-2 0 56-15,-4 0 18 16,-8 0-57-16,-7 0-143 15</inkml:trace>
  <inkml:trace contextRef="#ctx0" brushRef="#br0" timeOffset="44744.83">21447 3079 444 0,'0'0'124'0,"0"0"-22"0,0 0-35 0,0 0-31 15,0 0 5-15,0 0-1 16,0-4-11-16,0 4-7 16,0 0 22-16,0 20-12 15,0 13-3-15,0 6-12 16,7-3-15-16,-7 0 7 15,0-3-3-15,0-17-10 16,0 4 4-16,0-8-3 16,0 0 1-16,0-8 0 15,0 1 1-15,0-5 2 0,0 0-2 16,0 0 9-16,0 0-17 16,9 0 9-16,10 0-6 15,8 0-26-15,20-21 28 16,12 1 4-16,-6-8 1 15,15 12 7-15,-16-1-5 16,-11 14-6-16,-13 3-14 16,-10 0-34-16,-11 0-99 15,-7 0-142-15</inkml:trace>
  <inkml:trace contextRef="#ctx0" brushRef="#br0" timeOffset="45593.84">22564 2121 288 0,'0'0'420'0,"0"0"-360"0,0 0 80 0,0 0-56 16,0 0-66-16,0 0-18 15,-7 0 2-15,7 32 11 16,0 13 4-16,0 2 34 15,0 6-16-15,0-1-9 16,0-4-21-16,-12-4-2 16,12-8 1-16,0-8-4 0,0-4 0 15,0-8 1-15,0-4 11 16,0-7-11-16,0-2 13 16,0-3-13-16,0 0 15 15,0 0-16-15,0 0 0 16,0 0-2-16,0 0-9 15,0 0 9-15,34 0 2 16,-3 0 14-16,9 0-10 16,1 0-8-16,-1 0 7 15,-12 8-6-15,-9 0 3 16,-13-4-6-16,-6 12 4 0,0-4 4 16,0 4 0-16,0 0 2 15,0-4-4 1,0-4 0-16,0 5-49 0,0-1-63 15,15-12-109-15,10 0-320 16</inkml:trace>
  <inkml:trace contextRef="#ctx0" brushRef="#br0" timeOffset="50688.38">24343 6516 570 0,'0'0'261'0,"0"0"-220"0,0 0 83 16,0 0-27-16,0 0-46 0,0 0-28 16,0 0 27-16,0-59-23 15,0 23 19-15,0-8 5 16,0-5-4-16,13-11-24 16,-1-13-18-16,10-2-5 15,-3 2 3-15,-4 1-9 16,-3 20 2-16,-5 16 0 15,-7 8 3-15,0 23 0 16,0 5 2-16,0 0 0 16,0 0-1-16,0 0-17 15,-7 33 4-15,-33 11-2 16,0 12-29-16,-7 4 8 16,7-12-19-16,6-12-11 15,28-8-39-15,0-7-44 16,6-13-93-16,0-8-125 0</inkml:trace>
  <inkml:trace contextRef="#ctx0" brushRef="#br0" timeOffset="51337.89">24905 5879 650 0,'0'0'88'0,"0"0"-29"0,0 0 52 0,0 0-72 0,0 0-16 16,0 0-4-16,34-20 25 15,-22 20-14-15,13 0 3 16,3 0-7-16,-6 0-7 16,-4 0-19-16,-5 0-10 15,-7 32 10-15,-6 8 0 16,0 4 1-16,0 16-1 16,-13-3-13-16,-21-2-15 15,-6-7 24-15,28-7 2 16,-1-13 2-16,7-12 4 15,6 0 4-15,0-4 7 16,0-9-13-16,0 14 25 16,19-9-20-16,15 0 18 0,0-8-25 15,19 0 19-15,-1 0 2 16,1 0-12-16,-3 0 5 16,-19 0-12-16,3 0 2 15,-13 0-4-15,-2 8-18 16,0 0-42-16,-4 0-54 15,-9-4-64-15,-6-4-284 16</inkml:trace>
  <inkml:trace contextRef="#ctx0" brushRef="#br0" timeOffset="51854.18">25664 6220 280 0,'0'0'217'0,"0"0"-75"0,0 0-21 0,0 0-44 15,0 0-49-15,0 0-4 16,0 36 6-16,0-28-16 16,28 0 1-16,-6-5 13 15,9-3 41-15,-3 0-13 16,12 0 3-16,13-7-21 15,9-30 3-15,-3-14-19 16,9-9-8-16,-21-4-9 16,-1 3 3-16,-34 5-16 15,-12 8 13-15,0 3-12 16,0 14 2-16,-27 18 4 0,-32 6-1 16,-10 7 2-16,-8 0-4 15,-10 15 5-15,6 29-6 16,13 1-8-16,9-1 3 15,25 0-54-15,13-11-37 16,21-2-84-16,0-10-143 16</inkml:trace>
  <inkml:trace contextRef="#ctx0" brushRef="#br0" timeOffset="52670.56">26734 5963 478 0,'0'0'178'0,"0"0"-142"0,0 0 70 16,0 0-4-16,0 0-43 15,0 0 4-15,9 109-34 16,-2-78 14-16,-7 5-21 0,0-3 20 16,0-10-24-1,0 2 1-15,0-1-11 0,0-8 11 16,0-8-17-16,0-4 6 16,0-4-16-16,0 0-6 15,0 0 12-15,18-8 1 16,-12-17 1-16,22-3 7 15,-9 1-2-15,9 2 7 16,6 2-11-16,12 2-1 16,-18 9 4-16,3 9-7 15,-3 3 3-15,-15 0-2 16,8 0 2-16,-8 8 0 16,-13 15 23-16,18-2-19 15,-8-6-2-15,-10-10-2 0,18-5-2 16,-5 0-37-16,27 0 24 15,-6 0 15-15,-6 0 4 16,6 0-3-16,3 0 7 16,-3 0 8-16,1 3-3 15,-8 14 2-15,-8-1-13 16,-7 0-4-16,-2-1-8 16,-10 2 9-16,0-9-39 15,0-4-97-15,0-4-214 16</inkml:trace>
  <inkml:trace contextRef="#ctx0" brushRef="#br0" timeOffset="53470.36">27810 6175 226 0,'0'0'364'0,"0"0"-270"0,0 0-21 0,0 0-4 0,0 0-39 16,0 0 0-16,109 72 21 16,-69-72-6-16,-6 0 3 15,-3 0-5-15,-3 0 31 16,-6-16-37-16,2-15 3 16,-2-10-39-16,-22 2 1 15,0-2-4-15,0 9-17 16,0 5-5-16,-22 14 8 15,-24 13 16-15,-1 0 14 0,-5 0 21 16,5 28-13-16,1-4 11 16,18 1-28-16,6-9 8 15,16-8-13-15,6-1-2 16,0-7-3-16,0 0-20 16,0 0-1-16,28 0 19 15,12 0 3-15,7 0 8 16,-7 0 4-16,-6-4-7 15,-9-4-1-15,-10 5 0 16,-15-2 4-16,0 5-9 16,0 0 10-16,0 0-1 15,0 0 0-15,6 0 2 16,13 0 0-16,9 20-6 0,12 12 1 16,1 1 0-1,5-2-2-15,1 5-7 0,-1 1 4 16,1 7-15-16,-13 5-19 15,-9 3 30-15,-25-1 8 16,0-7 2-16,-7 9 26 16,-52-17 6-16,-9-4-5 15,-3-12 17-15,-10-12-25 16,13-8 13-16,3 0-33 16,25-5-1-16,6-18-14 15,34-9-18-15,0 7 2 16,12 5-10-16,50 1-4 15,3 7-20-15,-12 12-100 16,-13 0-395-16</inkml:trace>
  <inkml:trace contextRef="#ctx0" brushRef="#br0" timeOffset="72470">20719 7904 146 0,'0'0'116'0,"0"0"-23"0,0 0 8 15,0 0-43-15,0 0-4 0,0 0 46 16,0 0-31-16,0 0-8 15,0 12-31-15,0-12 35 16,0 0-29-16,0 0-11 16,0 0-2-16,0 0 6 15,0 0 4-15,0 0-17 16,0 0 27-16,0 0-15 16,0 0-3-16,0 0-11 15,0 0 1-15,0 0-6 16,0 0 5-16,0 0 9 0,0 0-6 15,0 0 11 1,0 0-18-16,0 0 22 0,0 0-22 16,0 0 23-16,0 0-31 15,0 0 10-15,0 0-4 16,0 0 4-16,0-20-9 16,0-16 0-16,0-8-6 15,0-16 3-15,0-4-3 16,0 8 0-16,0-16-2 15,0 3-1-15,0 9-1 16,15 4-5-16,-9 12-12 16,-6 16 22-16,0 11 2 15,0 6-5-15,0 11 10 16,0 0 2-16,0 0-4 16,0 0-6-16,0 0-12 0,0 0 2 15,0 0-8-15,0 0-30 16,0 23 27-1,-21 18-12-15,-32 15-35 0,0-4-129 16,-15 4-292-16</inkml:trace>
  <inkml:trace contextRef="#ctx0" brushRef="#br0" timeOffset="73355.21">21382 7207 331 0,'0'0'305'0,"0"0"-228"0,0 0 31 0,0 0 0 0,0 0-56 16,0 0-23-16,-68 28 15 15,56-17-25-15,-10 1 5 16,3 9 1-16,-2 10 0 15,2 2-14-15,7 3 1 16,-4 3 9-16,16 6-12 16,0 3 14-16,0 5-20 15,0-2 2-15,0 1 1 16,0 5-12-16,28-13 9 16,0 8-6-16,-3-20 2 0,3 1-4 15,6-10 2 1,-16-3 4-16,16-12-9 0,1-8 0 15,-4 0 6-15,3 0-11 16,6-28 13-16,-12-8 0 16,-16-8 5-16,-12-1-5 15,0 9 0-15,0 13 6 16,0 7-4-16,-28 11 25 16,-12 5-23-16,-6 0 14 15,-13 0-12-15,0 5-6 0,-3 18-3 16,9 10-14-1,13 3 11-15,6-8-28 0,27-4-13 16,7 1-76-16,0-6-107 16,0-7-212-16</inkml:trace>
  <inkml:trace contextRef="#ctx0" brushRef="#br0" timeOffset="83696.27">17959 7215 53 0</inkml:trace>
  <inkml:trace contextRef="#ctx0" brushRef="#br0" timeOffset="87573.34">25032 7375 353 0,'0'0'230'0,"0"0"-195"0,0 0 46 0,0 0-8 15,0 0-63-15,0 0 8 16,0 0 12-16,0 0 28 15,0 0 40-15,0 0 2 16,0 0-11-16,0 0-45 0,0 0-2 16,0 0-24-1,0 7-2-15,-22-2-16 0,-12 3 0 16,15 8 4 0,-15 0-2-16,9 11 2 0,-9 11-1 15,0 5-3-15,16 17 0 16,-10 4 0-16,15 8-4 15,13-3 5-15,0-5-3 16,0-4-15-16,0-4 13 16,0-7-9-16,19-10 11 15,27-3-9-15,7-8-2 16,9-7-2-16,3-9 1 16,16-9 4-16,0-3 4 15,-1 0 5-15,-12-3 2 16,-3-30-2-16,-18-14 8 0,-13-6-13 15,-22-3 6-15,-12 8-4 16,0 5-3-16,0 22 7 16,-52 17 0-16,-29 4 4 15,1 0 6-15,-26 36-5 16,19 12-3-16,7 1-1 16,21-2-2-16,25-6-2 15,18-5-49-15,16-8-60 16,0-8-60-16,0-12 18 15,40 0-148-15</inkml:trace>
  <inkml:trace contextRef="#ctx0" brushRef="#br0" timeOffset="88141">25578 7828 497 0,'0'0'62'0,"0"0"0"0,0 0 45 0,0 0-49 16,0 0-11-16,0 0-14 15,-25 180 11-15,25-159-35 16,25-5 32-16,24-4-13 16,-12-1 11-16,13-11 0 15,21 0 19-15,10 0-26 0,-1-28-13 16,1-24 14 0,6-20-19-16,-22-4 7 0,-25-8-18 15,1 3 2-15,-35 9-5 16,-6 16-6-16,0 8 1 15,0 20-13-15,-6 16 16 16,-59 12 2-16,-10 0-10 16,-30 16 4-16,9 24-6 15,-4 4-33-15,26 12-52 16,34-4-126-16,15-3-125 16</inkml:trace>
  <inkml:trace contextRef="#ctx0" brushRef="#br0" timeOffset="88922.6">26641 7764 642 0,'0'0'94'0,"0"0"-50"0,0 0 52 0,0 0-44 0,0 0-19 16,0 0-7-16,22 11 24 16,-16 22 37-16,6-1-39 15,-12 0-18-15,7 0-7 16,-7-8-13-16,6-16-6 15,-6-4-8-15,9-4 3 16,-3 0-5-16,13 0-34 16,21-32 37-16,13-4 2 15,9 4 0-15,-3 0 0 0,-13 7 2 16,10 6-5-16,-19 11 11 16,-3 8-14-16,-6 0-6 15,-21 0 12-15,5 0 2 16,16 0 3-16,-22 0 1 15,22 0-5-15,6 0 0 16,-9 0 4-16,15 0 19 16,-6 0-9-16,-15 0 21 15,9 0-5-15,-10 19 8 16,-2 6-17-16,9-5-21 16,3-8-15-16,0-12-66 15,12 0-62-15,-9 0-292 16</inkml:trace>
  <inkml:trace contextRef="#ctx0" brushRef="#br0" timeOffset="89655.48">27872 7796 681 0,'0'0'133'0,"0"0"-131"16,0 0 12-16,0 0-14 0,0 0 0 0,0 0 3 16,0 0 13-16,12 44 53 15,10-44-5-15,3 0 2 16,9 0-15-16,6 0-26 15,1-20-4-15,-7-12-18 16,-9 0 0-16,-4 12 0 16,-21-5-6-16,0 2 6 15,0 10-1-15,0-3-2 16,-34 16-19-16,-19 0 10 16,1 0 8-16,2 21 0 15,4 10 2-15,21-6-2 16,9-5-1-16,16-8-14 15,0 3-12-15,0-2 2 0,10-9-9 16,36-4-10 0,1 0 11-16,-7 0-20 0,13-25 18 15,-13-6 4-15,-6-2 7 16,-28 5-4-16,7 12 26 16,-13 8 3-16,0 8 58 15,0 0 36-15,0 0-12 16,0 0-50-16,0 16-32 15,0 9 0-15,0 11 0 16,0-4-7-16,0 8 6 16,40 1-4-16,6 2 1 15,1 1 2-15,-13-4 1 0,13 5 2 16,-13-1-1 0,-22 0 3-16,-12 8 6 0,0-4-3 15,-6-4 3-15,-47-8 9 16,-21-16 76-16,6-7-66 15,-4-10 10-15,32-3 24 16,6 0-33-16,21-3-29 16,13-26-3-16,0-3-15 15,0 0-39-15,59 4-22 16,16 8-84-16,-16 7-99 16,3 10-237-16</inkml:trace>
  <inkml:trace contextRef="#ctx0" brushRef="#br0" timeOffset="105459">20926 8666 233 0,'0'0'60'0,"0"0"7"0,0 0 18 0,0 0-60 16,0 0-8-16,0 0-2 16,0 0-2-16,0 0 38 15,0 0-14-15,0 0 28 16,0 0-44-16,0 0-20 16,0 0 1-16,0 0-2 15,0 0 2-15,0 0 15 16,0 0 9-16,0 0 9 15,0 0 27-15,0 0-26 16,0 0 20-16,0 0-42 0,0 0 16 16,0 0-11-1,0 0-3-15,0 0 1 0,0 0-6 16,0 0 9-16,0 0-19 16,0 0 13-16,0 0-14 15,0-8 0-15,22-4 3 16,9-4 5-16,10-4 15 15,-7 4-17-15,0 8 0 16,-9 0 3-16,-4 8-18 16,-8 0 8-16,-7 0 1 15,-6 16-17-15,0 20 9 16,0 16 8-16,-47 4-2 0,-18 5-1 16,-3-6-17-1,3-6 3-15,9-5 17 0,3-8-1 16,35-8 6-16,-4-11 3 15,22-6-4-15,0-7-4 16,0 0-2-16,0 0 2 16,28-4 5-16,6 0 6 15,-3 0 32-15,3 0-21 16,6 0 4-16,-5 0-23 16,5 0 10-16,-6 0-10 15,-9 0-3-15,-3 0-6 16,-4 0-48-16,-12 0-28 15,-6 0-117-15,0 0-137 0</inkml:trace>
  <inkml:trace contextRef="#ctx0" brushRef="#br0" timeOffset="107160.06">21435 8618 264 0,'0'0'134'0,"0"0"-30"0,0 0 11 0,0 0-32 0,0 0-24 0,0 0-3 16,0 0 20-16,-6 4-35 15,6-4 10-15,0 0-23 16,0-8 0-16,18 0-4 16,17-1 14-16,-8 6-10 15,-2-1-20-15,3 4 0 16,-15 0-7-16,-1 0-2 15,-3 0-19-15,-9 12 11 0,0 21 9 16,0 6 0-16,-21 9 0 16,-26 4-15-16,-6-3-7 15,7-5 8-15,12-4 9 16,15-16 10-16,-3-4-5 16,22-8 12-16,0-4-19 15,0 0 7-15,0 0-6 16,13-8-6-16,21 0 12 15,0 0 3-15,13 0 1 16,-7 0 30-16,0 0-3 16,0 0-3-16,-15 0-19 15,-3 0 4-15,-3 0-13 16,-4 5-1-16,-3 2-25 16,-12 5-61-16,0 0-38 15,0 0-178-15</inkml:trace>
  <inkml:trace contextRef="#ctx0" brushRef="#br0" timeOffset="108738.56">25119 8782 444 0,'0'0'254'0,"0"0"-198"0,0 0 36 0,0 0-32 0,0 0-60 15,0 0 2-15,0 0-2 16,0 0 10-16,0 0 17 15,0 0-1-15,6 0 13 16,6 0-24-16,10 0 3 0,3 0-16 16,-4 0-2-16,-8 0 0 15,-1 0-3-15,-2 8 0 16,-10 12 3-16,0 8 7 16,0 5-1-16,0-1 0 15,0 0-2-15,-10-8-3 16,-2-8-2-16,12-4-3 15,0-4 4-15,0 0-36 16,28 0 2-16,31 4 11 16,0 0 22-16,3 0-4 15,-16 5 5-15,-18 2 6 16,-22 1-4-16,-6 5 10 16,0 3 16-16,0 8 32 0,-74 0-9 15,-19 4-2 1,0-12-47-16,6-8 9 0,13 0-6 15,21-9-4-15,-3 2-1 16,25-9-43-16,3-4-69 16,9 0-189-16</inkml:trace>
  <inkml:trace contextRef="#ctx0" brushRef="#br0" timeOffset="109138.7">25692 9344 303 0,'0'0'202'0,"0"0"-109"0,0 0 35 16,0 0-18-16,0 0-49 0,382-156-7 16,-330 99-16-16,-18 1-3 15,-15 4-31-15,-19 8 11 16,0 16-8-16,-46 12 14 15,-32 16 2-15,-24 0 6 16,-4 19 3-16,19 19-28 16,13-2-4-16,21 3-16 15,19-3-84-15,13-3-149 16,21-5-344-16</inkml:trace>
  <inkml:trace contextRef="#ctx0" brushRef="#br0" timeOffset="110073.22">26750 9200 120 0,'0'0'395'15,"0"0"-292"-15,0 0 23 0,0 0-46 16,0 0-19-16,0 0 2 0,0-12 9 16,0 12-40-16,0 0 23 15,0 0-17-15,0 7-19 16,12 14-2-16,-6 2 2 15,0-2-11-15,-6-6-7 16,0-7 4-16,16 1 1 16,-16-9-12-16,12 0-7 15,7 0-8-15,9-12 8 16,6-16 13-16,19-5 4 16,-1 9-1-16,-11 9-5 15,-7 2 10-15,6 13-16 16,-21 0 15-16,-19 0-8 15,21 0 2-15,-14 0 8 16,5 8 3-16,3-3-11 16,-2-5-1-16,-7 0-13 0,28 0 11 15,-6 0 4-15,-3 0 11 16,15 8-8-16,-18-1 15 16,-3 6-13-16,-1-2-2 15,4 9-5-15,-4-12-25 16,-2-3-54-16,9-5-274 15</inkml:trace>
  <inkml:trace contextRef="#ctx0" brushRef="#br0" timeOffset="110787.79">27773 9283 176 0,'0'0'234'0,"0"0"-137"0,0 0 13 0,0 0-20 16,0 0-25-16,0 0 6 0,173 0 3 16,-126-23-21-16,-7-6-30 15,-15 6 26-15,-9-5-19 16,-16 7-16-16,0 1 45 16,0 12-49-16,0 5-9 15,-28 3-1-15,-25 0-1 16,19 23 1-16,-6 14-5 15,12-6-3-15,15-11-18 16,7 5-33-16,6-14 39 16,0-3-28-16,12-8 2 15,41 0 37-15,3 0-6 16,15 0 15-16,-9-3-29 0,-9-25 9 16,-13 4-11-1,-12-4 8-15,-22 8-13 0,-6-1-18 16,0 13 17-16,0 8 27 15,0 0 10-15,-21 0 78 16,8 0-17-16,-8 13-27 16,8 11 31-16,7 4-45 15,6-5-16-15,0 2-4 16,6 3 0-16,41-4-1 16,15 7 0-16,9 2-5 15,10 8 6-15,-7 3-64 16,-6-1 64-16,-37 1 0 15,-15 0 10-15,-16-3 15 16,-28 3 25-16,-65 0-10 16,-22-4 21-16,4-8-19 0,8-12-17 15,29-8-20-15,21-12-10 16,28 0-33-16,16-4-127 16,9-24-138-16</inkml:trace>
  <inkml:trace contextRef="#ctx0" brushRef="#br0" timeOffset="149787.73">19885 3424 410 0,'0'0'149'0,"0"0"-147"0,0 0 40 0,0 0 36 0,0 0-32 16,0 0 8-16,0 0-22 15,0 0-12-15,0 0-7 16,0 0 51 0,0 0-23-16,0 0-13 0,0 0-14 15,0 0 7-15,0 0 5 16,0 0-12-16,0 0 8 15,0 0-3-15,0 0 12 16,0 0-30-16,0 8 4 16,12 12-4-16,16 0 1 15,-3 4 1-15,3 1 0 16,-10 6-6-16,4 2 6 16,-3 3-3-16,-4 16 5 15,-9-4 8-15,-6 9-7 0,19 2 7 16,-4-2-13-16,4-1 1 15,3 8-2-15,-10-4-3 16,7-4 3-16,-4 0 2 16,-9 9-1-16,-6-1 0 15,13 0-1-15,-7 0 1 16,-6-8 2-16,6-4-2 16,4-3 3-16,-10-1-7 15,0 4 8-15,0 4-8 16,0 4 10-16,0 1-12 15,0-9 6-15,0-1-5 16,0 1 4-16,0-3 0 16,0-5-4-16,0-1-2 0,-10-2 6 15,4-1-18-15,-13-4 17 16,-2 16-6-16,8-8 7 16,-5 9-12-16,-4-6 11 15,3-6 2-15,-2-5 2 16,8 0-2-16,-8-3-18 15,8 3 2-15,-15 0 4 16,10 0 10-16,5 3 1 16,-15 2 1-16,0 3 0 15,10-4-2-15,-4-8 0 16,16 0 4-16,0 0-4 16,0-12 8-16,-1 12-10 15,7-7 8-15,0 3-6 0,-6 3 2 16,0 2 0-1,6-2 0-15,-16 2 2 0,16-1-4 16,0-4 4-16,0 12-10 16,0-4 16-16,0 0-10 15,0 5 4-15,0 3-2 16,0-5 0-16,-12 14 3 16,6-9-6-16,0 12 5 15,6 1-2-15,-10-6 1 16,10 1 0-16,0 0 8 15,0-3-9-15,0 7 0 16,0 0-3-16,0 0 3 0,0 1-2 16,0-5 0-16,0-1 4 15,16-2 2-15,-4-1 3 16,-6-4 1-16,16 3-8 16,-22 6 11-16,0 7-11 15,0 1 0-15,0 3 5 16,0 8-1-16,0-4-2 15,0 8 7-15,0 4-4 16,0-8 2-16,0-3-6 16,13-5-1-16,-7 0 0 15,6 1-4-15,-12-1 3 16,0 0-9-16,0 4 10 16,0 4 9-16,0 1-8 15,0 2 18-15,0-3-10 16,0-3 4-16,0-1-11 0,0 0 3 15,16 4 1 1,-10-3-5-16,0 3-1 0,-6-4 7 16,6 4-7-16,0-4 1 15,4 0-1-15,-4 4 1 16,-6-8 1-16,0 0-2 16,0 1 0-16,12 8-5 15,-12-6 8-15,7 2-4 16,-7 11 2-16,0-8 1 15,0 0 4-15,0-3-1 16,6-5-5-16,-6-4-3 16,0 4 1-16,0 0 2 0,0 5-1 15,0 3 4-15,0-8-6 16,0 8 14-16,0 4-15 16,0-3 6-16,0-1-4 15,0 8 2-15,0-8-7 16,0 8 3-16,0-4 1 15,0 0-5-15,0 8 1 16,6-7 6-16,3-8-5 16,-3-6-67-16,1 1 73 15,-7-3 0-15,0-2 2 16,12 2 3-16,-6 3-10 16,-6 0 10-16,0 1-3 15,0-1-2-15,0 0-2 0,0 4-1 16,0-9 2-1,16 2-22-15,-4-9 23 0,-12 4 4 16,0-7 5-16,0-1-12 16,0-4 6-16,0 0 0 15,0 0-3-15,0 8 3 16,6 1-9-16,1 3 14 16,-7-4 1-16,9 0-5 15,-3-9-8-15,0 1 8 16,19 5-8-16,-3-1 4 0,-4 4-2 15,10 4 1 1,-15 1-29-16,8-6 25 0,-21-7 10 16,13 13-1-16,-7-9-2 15,-6 0-4-15,0 4 9 16,0-8-15-16,0-3 9 16,0-2-1-16,0-6 2 15,0 11 0-15,0-8-3 16,0 4 6-16,6 1-1 15,4-5-3-15,-10 0-2 16,0 3 1-16,12 2 0 16,-6 3 0-16,-6 0-14 15,0 0 12-15,0-4 4 16,0 1-1-16,0 3 0 16,6-5-2-16,7-3 3 15,-4 5-4-15,-3-5 2 0,7-4 0 16,-7 0 0-16,0-4 1 15,-6 0-5-15,16-4 9 16,-16 1 1-16,6-2-2 16,-6 10-2-16,0-6 7 15,6 1-5-15,-6 5-2 16,6-2 3-16,-6-3 1 16,16 8 2-16,-4-3-16 15,0-1 17-15,1 0-9 16,9 0 4-16,-10 8 5 15,-6-4 1-15,16 0 0 16,-10 0-5-16,-6 5 0 0,1-5-10 16,2-4 12-16,-9 0-9 15,0-8 10-15,0-8-16 16,0-4 4-16,0 0-44 16,0-8-27-16,0-4-200 15,0 0-326-15</inkml:trace>
  <inkml:trace contextRef="#ctx0" brushRef="#br0" timeOffset="155049.1">18415 5810 554 0,'0'0'72'0,"0"0"-31"0,0 0 34 0,0 0-9 16,0 0-33-1,0 0 26-15,-115 49-12 0,103-41-4 16,-16 4-9-16,22 0 6 16,-16 8-11-16,10 0-23 15,-7 3 20-15,-3 7-11 16,4 1 9-16,8 1-21 16,4-4 2-16,6-3 3 15,0 3-9-15,0-4 1 16,0-1-4-16,22 2 2 0,-10-5-7 15,22-1 4 1,1-2 10-16,-4 2-6 0,3 2 5 16,12-9-7-1,-6 0 3-15,-5 0-6 0,5-8 1 16,0 1-13-16,0-2 17 16,-5-3-5-16,-4 0 4 15,3 0 4-15,-13 0-4 16,4 0 2-16,-3 0-1 15,-10 0-8-15,7 0 9 16,3 0 1-16,6-20 1 16,-4 0 7-16,4-9-7 15,-3 1-4-15,3 5 0 16,0 2-5-16,-3 6-10 16,-10 2 16-16,-2 2 1 15,-7-1-3-15,-6-1 1 16,0-3 4-16,0 1-11 0,0-6 14 15,0-2-12-15,0 2 3 16,0-2 3-16,-28 6-1 16,-3 1 2-16,-9 0-9 15,-1-12 19-15,-5 16-20 16,-10-8 20-16,25 0-4 16,-9 8-4-16,-1 0 18 15,1 4-10-15,6 8-9 16,0 0-1-16,-7 0 0 15,17 0 0-15,-17 0-24 16,7-5 20-16,0 5 4 16,0 0-4-16,9 0 4 0,-3 0 0 15,-12 0 0 1,15 13 0-16,-9 19-8 0,0-8-58 16,-6 7-100-16,15 2-95 15,3-5-118-15</inkml:trace>
  <inkml:trace contextRef="#ctx0" brushRef="#br0" timeOffset="155932.54">18533 5891 233 0,'0'0'69'0,"0"0"35"0,0 0 47 0,0 0-37 15,0 0-11-15,0 0-53 16,-93 0-30-16,87 0-11 16,-13 0-5-16,3 0 14 15,4 0-13-15,-10 8 19 16,16 4 0-16,-6 0 13 0,-1 8-32 15,-8 0 5-15,14 4-2 16,1 4-6-16,6-4 18 16,0 4-17-16,0-8-3 15,0-4-1-15,0-4-6 16,13 4 14-16,21 0-8 16,0-4 4-16,12 4-6 15,1-3 2-15,6 2 1 16,9-2-6-16,-10-1 14 15,1-4-18-15,-13-8 10 16,7 3-8-16,-13-3-8 16,0 0 12-16,-15 0 4 0,21-15 10 15,-12-9-6-15,3-4-3 16,-3-5-2-16,18 5 3 16,-12-4-5-16,-6 4 5 15,-9-8-8-15,-13 8 6 16,-6 4-1-16,0-8 1 15,0 0 7-15,0 0-7 16,-34 0-8-16,-13 12 7 16,-5 0-10-16,-1 7 2 15,0 13 9-15,-9 0 1 16,-12 0 9-16,21 9-10 16,-6 15-14-16,-3-4-43 15,10 4-35-15,-1-4-82 0,6 12-154 16</inkml:trace>
  <inkml:trace contextRef="#ctx0" brushRef="#br0" timeOffset="165074.35">18809 7451 36 0,'0'0'6'0,"0"0"5"0,0 0 62 16,0 0 24-16,0 0 9 15,0 0 29-15,0 0-42 16,0 0-60-16,0-4-12 15,0 4-10-15,0 0-9 16,0 0-2-16,0 0-14 16,0 0 8-16,0 0 6 15,0 0 13-15,0 0-5 16,0 0 46-16,0-4-21 16,0 4-12-16,0-4-8 15,0 4-6-15,0 0 5 16,0 0-9-16,0 0 11 0,0-4-10 15,0 0-2-15,0 4 1 16,0 0 0-16,0 0 3 16,0 0 1-16,0 0 8 15,0-4-10-15,0 4 36 16,0 0-28-16,0 0 20 16,0 0-23-16,0-4 7 15,6 4-9-15,-6 0-4 16,0 0 4-16,0 0 3 15,0 0 20-15,0 0-15 16,0-5 11-16,0 5-14 16,0-3 16-16,0-1-19 15,0 4 5-15,0-4-5 16,0 0 7-16,0 4 4 0,0-4-8 16,0 4 10-16,0 0-16 15,-28 0 3-15,-6 0-7 16,9 0 3-16,-9 0-1 15,6 0-5-15,3 8 0 16,-9 12 3-16,0 7-6 16,0 2 5-16,9 11-10 15,-3 4 16-15,3 0-16 16,4-4 8-16,21 1-3 16,0-9-1-16,0 8 1 15,0-8 3-15,0-8-18 0,0 8 18 16,0-7 0-1,28 2-8-15,-4-3 3 0,11-8 4 16,-1 0-14-16,-6-8-5 16,-10 0 3-1,4-4-7-15,-4-4 19 0,-5 0-3 16,9 0-1-16,-10 0 9 16,10 0-12-16,-4-23 20 15,-5 2-16-15,-7-7 7 16,-6 12 1-16,0-4-6 15,0 8 0-15,0 4 0 16,0 8 12-16,0 0 16 16,-6 0-22-16,-25 0-1 15,-3 0-3-15,-1 0-12 16,-5 0-1-16,6 0 17 0,0 20-15 16,15 4-19-1,-9 8 30-15,22 5-31 0,6-6-128 16,-6-11-48-16,6 1-308 15</inkml:trace>
  <inkml:trace contextRef="#ctx0" brushRef="#br0" timeOffset="167839.24">18533 9131 3 0,'0'0'102'0,"0"0"-101"0,0 0 41 0,0 0 24 0,0 0-5 16,0 0 41-16,-25 8 17 15,25-8-36-15,0 0-19 16,0 0-11-16,0 0-18 16,0 0-7-16,0 0-27 15,0 0 12-15,0 0-1 16,0 0 10-16,0 0 10 16,0 0-2-16,0 0 24 15,0 0-36-15,0 0 7 16,0 0-19-16,0 0 18 15,0 0-5-15,0 0 11 16,0 0 6-16,0 0-24 0,0 0 25 16,0 0-34-16,0 0 20 15,0 0-21-15,0 0 6 16,0 0-7-16,0 0 10 16,0 0-4-16,0 0 3 15,0 5-4-15,0-5-5 16,0 0-1-16,0 0 11 15,0 0-13-15,0 0 5 16,0 0-3-16,0 0 0 16,0 0 2-16,0 0 4 15,0 0-3-15,0 0 7 16,0 0-1-16,0 0-5 0,0 0 0 16,0 0-5-16,0 0 5 15,0 0-4-15,0-16 16 16,0-17-6-16,0-15 4 15,0-4-9-15,0-8-5 16,0 7 8-16,0 6-14 16,0 14 8-16,0 13-2 15,0 12 1-15,0 5 1 16,0 3-2-16,0 0 2 16,0 0-4-16,0 0-26 15,0 0 18-15,-22 16-22 16,-24 20-2-16,-7 4-56 15,13-8-41-15,6-1-50 0,9-10 100 16,25-9-392-16</inkml:trace>
  <inkml:trace contextRef="#ctx0" brushRef="#br0" timeOffset="168571.72">18868 8650 16 0,'0'0'79'0,"0"0"31"0,0 0 8 16,0 0-9-16,0 0 3 15,0 0-44-15,0 8 27 16,0-8-10-16,0 0-9 16,0 0-17-16,0 0-39 15,0 0 15-15,0 0-9 16,0 0 18-16,0 0-24 15,0 0 15-15,0 0-26 16,0 0-1-16,0 8-8 16,0 8-10-16,0 9 3 15,0 11 14-15,0 8-2 16,0 12 6-16,0-4 2 16,0-4-11-16,-7-4 2 0,-5-8-3 15,3 0 0 1,3-3 1-16,6-10-1 0,0-2-2 15,0-6 6-15,6-10-10 16,22-2-4-16,18-3 6 16,7 0 5-16,3 0-2 15,9-15 9-15,-3-1-5 16,-16-4-4-16,-12 12-5 16,-15 3-4-16,-13 5-42 15,-6 0-8-15,0 0-92 16,0 0-24-16,0 13-281 15</inkml:trace>
  <inkml:trace contextRef="#ctx0" brushRef="#br0" timeOffset="191435.73">21240 9681 78 0,'0'0'327'0,"0"0"-220"0,0 0-40 0,0 0-12 0,0 0-11 15,0 0-38-15,0 0-6 16,0 0-21-16,0 0 21 15,0 0 3-15,0 0 13 16,0 0 41-16,0 0-11 16,0 0 14-16,0 0-2 15,0 0-3-15,0 0-23 16,0 0 4-16,0 0-8 0,0 0-22 16,0 0 14-16,0 0 3 15,0 0 14-15,0 16-23 16,0 8 17-16,0 8-19 15,0 0 1-15,0 4-10 16,0-4 0-16,-7 4 0 16,-11 0 6-16,2 0-11 15,4-11 10-15,6 6-6 16,-7-10 3-16,13-9-10 16,0 4 6-16,0-16-3 15,0 8-8-15,0-8-8 16,0 0 11-16,0 0-19 0,19 0 25 15,9 0 1-15,-3 0-8 16,9 0 12-16,-6 0-5 16,-4-8 1-16,4 3 0 15,6 2 1-15,1-5 2 16,-4 0-1-16,-3-1 0 16,-1-2-4-16,-8 3-8 15,-13-4 10-15,0 7-19 16,10-6 16-16,-10 11 3 15,0 0 0-15,-6 0-9 16,0-8 18-16,0 8-13 0,0-4 9 16,0-9-5-1,0 13 2-15,0-3 1 0,0 3-3 16,0 0 0-16,0 0-3 16,0 0 6-16,0 0 2 15,0 0-3-15,0 0 17 16,0 0-13-16,0 0 7 15,0 20-5-15,-12 4 0 16,-10 7-2-16,4 2-4 16,2 7 12-16,4 4-11 15,-1-8 8-15,1-7-6 16,12-1-10-16,0-9 4 16,0 1-24-16,0-3-12 15,0-6-47-15,0-6-111 16,0-5-327-16</inkml:trace>
  <inkml:trace contextRef="#ctx0" brushRef="#br0" timeOffset="195682.43">21147 12159 233 0,'0'0'318'0,"0"0"-291"0,0 0 41 15,0 0 17-15,0 0-19 16,0 0-1-16,0 0 42 16,-7-80-51-16,7 32 6 15,0-4-1-15,0-1-23 16,0-6-13-16,0 2-4 16,0 1-9-16,0-4-11 15,0 1 0-15,0 6 10 16,0 1-22-16,0 8 13 15,0 16-2-15,0 7 6 16,0 14-6-16,0 7 5 0,0 0 7 16,0 0-12-16,0 0 4 15,0 3-10-15,0 25 2 16,-27 13-16-16,2 7-8 16,-9 4-26-16,0 0-123 15,-7-8-113-15,29 4-321 16</inkml:trace>
  <inkml:trace contextRef="#ctx0" brushRef="#br0" timeOffset="196098.14">21302 11826 293 0,'0'0'86'0,"0"0"24"0,0 0 22 0,0 0-69 0,0 0 4 15,0 0 5-15,133 105 18 16,-93-105-39-16,-15 0 1 0,15 0-14 15,-5 0 14 1,5 0-9-16,13-33-18 0,2-14-3 16,-2-6-15-16,-13-7 6 15,-6 4-6-15,-27 4 1 16,5 8-8-16,-12 12 4 16,0 3-3-16,0 9 9 15,-12 12-3-15,-22 0-5 16,-7 8-2-16,-5 0-9 15,-1 0-9-15,1 28-28 16,-1 16-37-16,7 5-185 16</inkml:trace>
  <inkml:trace contextRef="#ctx0" brushRef="#br0" timeOffset="197946.44">21249 13764 249 0,'0'0'246'0,"0"0"-222"0,0 0 51 0,0 0-20 15,0 0-37-15,0 0 1 16,12 32 18-16,-12-32-6 15,0 0 12-15,0 0 45 16,0 0-11-16,0 0-24 16,0 0-23-16,7 0 27 15,-1 0-19-15,-6 0-13 16,0 0-11-16,0-16-12 16,0-9 15-16,0-14-11 15,0 3 15-15,0-8-11 16,0-5 7-16,0-15-15 15,0-5-2-15,0-3-8 16,0 0-19-16,0 16 13 0,0 20-8 16,0 8 15-16,0 16 3 15,0 12 2-15,0 0 4 16,0 0-4-16,0 0-13 16,0 0-31-16,0 0 2 15,0 4-14-15,-6 36-104 16,-41 4-44-16,13 0-114 15</inkml:trace>
  <inkml:trace contextRef="#ctx0" brushRef="#br0" timeOffset="198583.73">21922 13014 224 0,'0'0'327'0,"0"0"-315"0,0 0 25 0,0 0 22 15,0 0-17-15,0 0 7 16,-87 232 26-16,87-184-11 16,0 1-14-16,0-2-19 0,0-3-21 15,0 5 12 1,22-9-21-16,18 1 4 0,-9-5-2 16,9 0 3-16,7-13-4 15,-7-7 3-15,0-8-5 16,1-8 6-16,-7 0-5 15,-6 0 0-15,-10-8-1 16,-11-23 4-16,-7 2-8 16,0-3-2-16,0 4-3 15,0 12 8-15,0 8 1 16,0 8 25-16,-19 0 19 16,-15 0 30-16,0 12-45 15,-7 9-29-15,1 2-2 16,22 1 1-16,11-8-21 0,7-7-92 15,0-9-119 1,13 0-244-16</inkml:trace>
  <inkml:trace contextRef="#ctx0" brushRef="#br0" timeOffset="205009.21">18753 10716 441 0,'0'0'137'0,"0"0"-68"0,0 0 31 0,0 0-8 0,0 0-8 15,0 0-4-15,0 0-20 16,15-36-8-16,-15 20-14 15,0-9-11-15,0-6-1 16,0-6-12-16,0-11-2 16,0-4-4-16,0-4 8 15,0-5-14-15,0 1 10 16,0 9-6-16,0 7-3 16,0 16 6-16,0 7-3 15,0-3 4-15,0 4-10 16,0 0-1-16,0 0-16 0,0 15 14 15,0 2-20-15,0 3 15 16,0 0-10-16,0 0-11 16,0 0-24-16,0 24-60 15,0 8-75-15,-15 4-64 16</inkml:trace>
  <inkml:trace contextRef="#ctx0" brushRef="#br0" timeOffset="205957.38">19069 10471 321 0,'0'0'177'0,"0"0"-96"0,0 0 15 0,0 0-22 0,0 0-28 0,0 0-14 16,0 0 9-16,0-4-18 16,0-9 16-16,6 2 17 15,7-1 10-15,-7-1-34 16,16-10 14-16,-10-5-31 15,28-8 4-15,1-13-11 16,-13-3-6-16,12 0-2 16,-9 0 5-16,-9 4-10 15,-4 3 3-15,-2 6 1 16,-10 3 1-16,-6 8 5 16,0 4-5-16,0 12 0 15,0 4-1-15,0 3 1 16,-16 5-5-16,-8 0 5 15,-4 0 0-15,3 0 0 0,3 8-2 16,16 17-1-16,-6-1-9 16,12 12 9-16,0-8 3 15,0 8-4-15,0 0 5 16,0-4-13-16,18 8 10 16,4-4-12-16,-10 0-31 15,7-3 27-15,3-2 10 16,-4-3-12-16,4-3 19 15,3-1-8-15,-10 7 7 16,-9 2-6-16,-6 6 8 16,0 6 0-16,0-1 9 15,-34-3 18-15,-12-10 10 16,12-15 16-16,9 0-34 16,3-7-1-16,4-1-18 0,18-8 0 15,-7 0-17-15,7 0-67 16,0 0-110-16,0 0-286 15</inkml:trace>
  <inkml:trace contextRef="#ctx0" brushRef="#br0" timeOffset="208520.07">18554 11671 288 0,'0'0'114'0,"0"0"-68"0,0 0 17 0,0 0-26 0,0 0-3 16,0 0-17-16,-6 3 8 15,6-3-18-15,0 8 33 16,0-4 2-16,0 0-10 16,0 4 4-16,0-8 6 15,0 0-9-15,0 0-14 0,0 0 5 16,0 9 18-16,0-9-1 16,0 3-10-16,0-3 0 15,0 0-15-15,0 0 2 16,0 0-10-16,0 0 9 15,0 0 0-15,0 0-9 16,0 0 7-16,0 0-12 16,13 0 6-16,27 0 3 15,0-12 12-15,1 4-13 16,5-8 0-16,-6 16-11 16,-5-3 0-16,-4 3-2 0,-4 0 1 15,-8 0 0 1,-19 19-15-16,0 29 5 15,0 29 2-15,-31 6-3 0,-25 6-6 16,-3-9 11 0,7-11 6-16,11-10 1 0,13-10 5 15,10-21-4-15,2 0 12 16,10-9-9-16,6-10-4 16,0-1-4-16,0-8-8 15,0 0-1-15,40 0 13 16,7-8 2-16,9-16 4 15,-4-8 2-15,-5 7-8 16,6 2-1-16,-13 7-21 16,-12 8-28-16,-3 8-8 15,-10 0-50-15,4 0 21 0,2 0 4 16,-8 0-67-16,-7 0-204 16</inkml:trace>
  <inkml:trace contextRef="#ctx0" brushRef="#br0" timeOffset="209536.54">19203 11578 282 0,'0'0'84'0,"0"0"22"0,0 0 7 15,0 0-36-15,0 0-4 0,0 0 1 16,12-9-58 0,-6 9-10-16,-6-3 19 0,9 3 24 15,-9 0-8-15,0 0 8 16,0 0-11-16,0 0-20 16,0 0-13-16,0 28-4 15,0 8 39-15,0 5-39 16,0-2 17-16,-9 2-16 15,3-5-4-15,0-8 4 16,6 0 4-16,0-9-6 16,0-14-4-16,0 7-5 15,0-9-18-15,0-3-4 0,28 0 7 16,12 0 22 0,-9 0 2-16,9 0 3 0,-6 0-3 15,-6 0 0-15,-15 0-1 16,8 0-3-16,-8-3 4 15,-7-2-21-15,0-2 18 16,0-9-7-16,16 3 7 16,-22-7-10-16,19 0-7 15,-19 4-21-15,6-4-6 16,-6 16 36-16,0 0 8 16,0 1 3-16,0 3 24 15,0 0 13-15,0 0 2 0,0 0-15 16,0 0-5-1,0 11-19-15,-6 25 12 16,-13 4 6-16,-3 12-1 0,16-3-5 16,-6 2 6-16,-1-6-12 15,-8 3 8-15,21-3-12 16,-7-9-2-16,7-5-6 16,0-7-63-16,0 1-89 15,0-9-138-15</inkml:trace>
  <inkml:trace contextRef="#ctx0" brushRef="#br0" timeOffset="210836.22">18700 13331 510 0,'0'0'117'0,"0"0"-43"0,0 0 33 16,0 0-52-16,0 0-18 15,0 0 3-15,34-24 1 16,-15 4-2-16,15-5 42 16,6 1-47-16,-6 8-8 15,7 1-24-15,-7 15 4 0,-9 0-5 16,3 0-2-1,-22 0-1-15,-6 23-4 0,0 29 0 16,0 0 6-16,0 4-6 16,-34-3-1-16,-7-13 6 15,29-4-5-15,-7-16 6 16,10-8 1-16,9-12-1 16,0 0-11-16,0 0-42 15,0 0 22-15,0 0 4 16,9-8 27-16,4-4 2 15,5 4 9-15,-18 8-8 16,16 0 0-16,-10 0 17 16,6 0-14-16,-12 20 46 15,0 8-31-15,0 8 12 16,0 1-24-16,-34 6 20 0,-25 1-24 16,-9-3 6-16,9-9-3 15,19-9-5-15,12-14-3 16,22-9-7-16,6 0-28 15,0 0-111-15,15-32-135 16,32-17-238-16</inkml:trace>
  <inkml:trace contextRef="#ctx0" brushRef="#br0" timeOffset="211252.7">19283 13636 221 0,'0'0'196'0,"0"0"-187"0,0 0 83 0,0 0 22 16,0 0-49-16,0 0-25 15,214 23 39-15,-189-38 0 0,3-22-8 16,-10-6-29-16,-2-14-11 16,-4-3-30-1,-12 8 9-15,0 8-2 0,0 11-1 16,0 9 10-16,-18 20 10 15,-23 4 19-15,-5 0-28 16,-1 4-18-16,-2 28-15 16,8 9 3-16,17-1-15 15,2-4-102-15,3-8-209 16</inkml:trace>
  <inkml:trace contextRef="#ctx0" brushRef="#br0" timeOffset="-191600.8">17832 4055 217 0,'0'0'87'0,"0"0"8"0,0 0-56 0,0 0-7 0,0 0 14 15,0 0 38-15,0 0-15 16,0 0-4-16,0 0 10 16,0-5-19-16,0 5-15 15,0 0-2-15,0 0 18 16,0 0-32-16,0 0 27 0,0 0-23 15,0-4 7-15,0 0-31 16,0 0 0-16,0-4-1 16,0-4-1-16,0 0 1 15,0 4 1-15,0-1 6 16,0 6-9-16,0-1 8 16,0-4-10-16,0 4 0 15,0-4 0-15,0 8 0 16,0 0-1-16,0 0 1 15,0 0-5-15,0 0 10 16,0 0-7-16,0-4 7 0,0 4-7 16,0 0 2-1,0-8 0-15,0 8 0 0,0 0 4 16,0 0-5-16,0 0 8 16,0 0-3-16,0 0-1 15,0 0-5 1,0 0 2-16,0 0-8 0,0 0-4 15,0 0-10-15,0 0 12 16,0 12 4-16,0 12-6 16,0 0 10-16,0 8 2 15,0 0-18-15,0 4 9 16,0 9 2-16,0-1-17 16,0 0-8-16,0 0 9 15,0 0 19-15,-6 0-29 0,0-4 23 16,6 1-10-1,0-5 18-15,0 7-8 0,0-3 7 16,-7 8 1-16,-2 9 0 16,-3-5-8-16,6 0-48 15,-7-8-19-15,4-8 43 16,9-4 29-16,0-4-6 16,0-8 6-16,-13 4-1 15,13 1-11-15,0 3 14 16,0 3-11-16,0 5 1 15,0 1-39-15,0-5 18 16,0 0 4-16,0-4 7 16,0 4 16-16,0 4-6 15,0 4 11-15,0-7 4 16,0-2-5-16,0 5 10 0,0-8-18 16,0 5 11-16,0-1-11 15,0 0-48-15,0 4-35 16,0 5 35-16,13-2 20 15,-4 5 21-15,-9-3 18 16,0-1-6-16,0 4 13 16,0-12-4-16,0 0 16 15,0 0-4-15,0 0 9 16,0-8 20-16,0 4 10 16,0 4 16-16,0 0-35 15,0-3-24-15,0-1-11 16,0 3-2-16,0-3-6 0,0 1-4 15,0-1 12-15,0 4 7 16,0-5 10-16,0 3 6 16,0-3-6-16,0-3 4 15,-9 0-16-15,9 1 6 16,-13-6-10-16,13 6 5 16,0-6-4-16,-6 14 7 15,0-2 19-15,6 2 4 16,-6-2-13-16,6-6-17 15,0 11-3-15,0-12 7 16,0 4-11-16,0 0 7 16,0-4-2-16,0 4 0 15,0 0 6-15,-10 0-6 0,10 0 1 16,0 1 14-16,0 3-3 16,0 0 12-16,0 0-23 15,0 0 4 1,0 1-4-16,0-5 1 0,10-5 2 15,-10 9-2-15,6 1-4 16,-6-2 9-16,0 5-10 16,0 9 9-16,0-9-8 15,0-4 3-15,0 4-1 16,0-4 0-16,0 0 0 0,0 4 8 16,0 5-1-1,0-2 19-15,0 1-8 0,0 1-2 16,0-2-13-16,0-2-4 15,0 3 2-15,0 4-1 16,-6-11 0-16,-4 6 2 16,10-6-4-16,-6 3 8 15,6 0-10-15,0 0 11 16,-6 3-3-16,-6-3-4 16,12 0 0-16,0 5 0 15,0-5 1-15,0 0-2 16,0 0 5-16,0 0-7 15,0-3 8-15,0 3-10 16,0-5 9-16,18 2-5 16,-2-2 2-16,-10 2-1 15,6-1 2-15,1 0 2 16,2 0-8-16,-2 4 10 0,-1 0-5 16,-3 4 3-16,-2 1-3 15,-1 3 1-15,-6 0-2 16,0 0 0-16,0 4 2 15,0 0 8-15,0-4-7 16,0 0 3-16,0-3-1 16,0-2-3-16,0 5 0 15,0-8-1-15,6 13 6 16,-6-1 17-16,6 4-3 16,-6 1-15-16,0-1 20 15,6-4-16-15,1-9 2 16,8 2-5-16,-9-9-6 15,1 8 3-15,-1 1-4 16,0 2 1-16,3 5 1 0,10-3-1 16,-13 10 0-16,0-7 23 15,0 1-23-15,-6-9 14 16,0 0-14-16,0 0 11 16,0-4-10-16,0-4 2 15,0 1 8-15,0-2-8 16,0 5-1-16,0 0 5 15,0-3-9-15,0 6 6 16,0-2-5-16,0-1 2 16,10 4-4-16,-10 0 2 15,6 0 0-15,-6 8-1 0,0-7-8 16,0 15 5 0,6-9 6-16,-6 6-9 0,6-1 7 15,-6 0-7-15,0-4-3 16,0 4-3-16,0-8 13 15,0 12-11-15,0-7 10 16,0 7-2-16,0 0-4 16,0 1 5-16,0-1-3 15,7-9 7-15,8-3-3 16,-3 5 1-16,1-9 0 0,9 0-4 16,-4 8 10-1,4 0-15-15,9 4 16 0,-9 0-12 16,-10 1 9-1,10-1-5-15,-10-4 1 0,7 1 0 16,2-2 2-16,-14 6 2 16,5 2-2-16,-12-2 3 15,0 3-9-15,0-4 13 16,0-4-7-16,0 0 4 16,0-8-4-16,0 12 6 15,0-3 0-15,0-1-8 16,0-4 1-16,0-5 14 15,0-2-11-15,0 0-2 16,0-1 1-16,0 0-4 16,0-5 1-16,0 13 0 15,0-3 0-15,0 7 4 16,0-1-9-16,0-6 11 0,0 7-3 16,0 4 0-16,0-3 9 15,0-6-7-15,0 1-1 16,0-3 10-16,0-5-9 15,0-8 3-15,0 4-3 16,0-8-7-16,0 4 8 16,0 1-7-16,0 2 4 15,0 10-3-15,0-2 3 16,0 2-3-16,0 3-3 16,0-8 3-16,0-4 2 0,16 0 2 15,-4 8 2-15,7-4-2 16,2 8-5-1,-8-3 5-15,8 3-8 16,-8-8 4-16,-7 8 0 0,-6 0 5 16,0-16-4-16,0 20 8 15,0-16-5-15,0-7-2 16,0 11 2-16,0-8-4 16,0 3 0-16,0 2 0 15,0-2 0-15,0-2 3 16,0-1-7-16,6-5 12 15,0 10-12-15,-6-1 11 16,0-4-12-16,0 8 10 0,0-4-8 16,0 0 3-1,16 1 0-15,-16-2-4 16,6 5 9-16,0-8-12 16,0 5 14-16,-6-5-13 0,7-4 12 15,2 0-8-15,-3 4 2 16,0-8 0-16,1 5-1 15,-7-6 4-15,0 1-9 16,6-4 14-16,-6 4-16 16,0-7 6-16,0 7 1 15,0-12-30-15,0 0-18 16,0-8-95-16,0 0-200 16</inkml:trace>
  <inkml:trace contextRef="#ctx0" brushRef="#br0" timeOffset="-189151.87">16548 6280 47 0,'0'0'253'0,"0"0"-222"0,0 0 35 0,0 0 31 16,0 0-61-16,0 0 16 15,0 0 13-15,0-8 2 16,0 8 2-16,0 0-9 16,0 0-26-16,0 0-30 15,0 0-2-15,0 0-1 16,0 0 32-16,0 0 29 15,0 0 15-15,0 0-24 16,0 0-8-16,0 0-18 16,0 0-5-16,0 0-3 15,0 0-18-15,0 0 1 0,0 0 9 16,0 0-22-16,0 0 12 16,-6 0-4-16,-6 0 6 15,2 8 5-15,4 12-8 16,0 0 1-16,6 4-3 15,0-4-6-15,0 1 2 16,0-2-3-16,22-7 4 16,18 1 5-16,7-1 0 15,-1-4 0-15,7 0 0 16,6-5 0-16,-13-3 2 16,10 0-3-16,-9 0 5 15,-13 0-4-15,-3-8 0 0,-10-20 17 16,13-8-12-1,-21 0 3-15,-7-5 4 0,-6 14-8 16,0-10-4-16,0 1 3 16,0 0-11-16,0-3 8 15,0-2-7-15,-34 5-2 16,-13 5 6-16,1 10-14 16,-1 9 15-16,1 12-6 15,-1 0-21-15,-5 0-11 16,2 20-44-16,4 16-9 15,-1 8-26-15,7 8 41 16,-1-4-105-16,4 1-339 16</inkml:trace>
  <inkml:trace contextRef="#ctx0" brushRef="#br0" timeOffset="-187953.34">16982 7944 137 0,'0'0'146'0,"0"0"1"0,0 0-8 0,0 0-24 16,0 0-37-16,0 0-21 15,16 60-36-15,-16-56 4 16,0 1 13-16,6-5-11 15,-6 0 10-15,0 3-8 16,0 5 21-16,0 5-20 16,0-1 24-16,0 4-31 15,0-5-11-15,0-2-4 16,0-1-1-16,0-5 17 16,0-3-21-16,0 0 28 15,0 0-23-15,0 0 14 16,0 0-12-16,0 0 13 0,0 0-9 15,0 0 1-15,0 0 2 16,0-8-15-16,0-23 11 16,0-18-5-16,0-10-8 15,0-18 1-15,0 5 7 16,-15-8-8-16,15 4-3 16,-7-1-1-16,1 17 2 15,6 12-4-15,0 12 10 16,0 8-14-16,0 8 12 15,-6 8-9-15,0 8 10 16,0 4-6-16,-10 0-5 0,16 0-7 16,-18 4-11-1,-17 36-2-15,8 11 10 0,-14 6-28 16,-5 7-19-16,5 0-117 16,-5-3-57-16,6-5-183 15</inkml:trace>
  <inkml:trace contextRef="#ctx0" brushRef="#br0" timeOffset="-186720.34">16784 9115 66 0,'0'0'418'0,"0"0"-414"0,0 0 10 0,0 0-14 16,0 0 0-16,0 0 33 16,0 0 54-16,0 0 7 15,0 0 4-15,0 0 14 16,0 0-50-16,0 0-5 15,0 0-8-15,0 0 2 16,0 0-35 0,0 0 15-16,0-4-21 0,0-4 3 15,0-8-12-15,0 0 3 16,0-8 1-16,0 0-4 16,0 0 16-16,12-4-15 15,1 4 18-15,15-5-13 0,-10 1 16 16,16 1-23-16,-6 7 0 15,-3 3-2-15,3 9 2 16,-9 5-2-16,2 3 7 16,-8 0-13-16,-1 0 10 15,10 0-10-15,-16 23 6 16,6 13 1-16,4 8-10 16,-16 9-5-16,0 11 3 15,0 9-36-15,-47 2 47 16,-15 6-10-16,16-9 10 15,-1-4 4-15,13-7 2 16,16-18-2-16,2-14 4 16,16-17 2-16,0-1-1 0,0-11-12 15,0 0 10 1,22 0 4-16,24 0-2 0,7 0 25 16,9 0-10-16,-9-11 3 15,-7-1-6-15,1 4-11 16,-19 8 1-16,-3 0-3 15,-10 0-5-15,-3 0-1 16,-5 0-1-16,-1 0-35 16,0 0 17-16,3 0-13 15,-2 0-26-15,-7 0-41 16,0 0-154-16,0 0-390 16</inkml:trace>
  <inkml:trace contextRef="#ctx0" brushRef="#br0" timeOffset="-185622.72">16936 10290 255 0,'0'0'119'0,"0"0"-93"0,0 0 79 0,0 0-39 15,0 0 45-15,0 0-8 16,0 0 22-16,-6 4-54 16,6-4-19-16,0 0 1 15,0 0-12-15,0-12-19 16,0-4-11-16,6-4 19 16,28-4-9-16,6-8 10 15,7 13-20-15,6-10 3 0,-7 1-14 16,1 16 0-16,-13 0-1 15,-6 12-3 1,-10 0 1-16,4 12-2 0,-10 24-11 16,-5 12 28-16,5-4-13 15,-12 5 2-15,0-10-2 16,0 2 1-16,0-10 0 16,0-6-1-16,0-5 2 15,0-12-6-15,0-8 5 16,0 0-1-16,0 0-30 15,0 0-7-15,15 0 36 16,10 0 2-16,3 0 3 0,0 0-2 16,-3 0 7-1,-10 4-8-15,-8 20 16 0,-7 12-15 16,0 0 24-16,0 8-11 16,-35 5 1-16,-11-5-11 15,-7 4 6-15,-9-12 2 16,9-17-10-16,13 2-2 15,6-9 3-15,28-9-11 16,6 2-9-16,0-5-2 16,0 0-82-16,0 0-231 15,0 0-376-15</inkml:trace>
  <inkml:trace contextRef="#ctx0" brushRef="#br0" timeOffset="-184539.21">17051 11381 442 0,'0'0'285'0,"0"0"-144"16,0 0 15-16,0 0-83 16,0 0-36-16,0 0 4 0,0 0-19 15,0 0-3-15,0 41-12 16,0-2 31-16,0 5-20 16,-22 9-1-16,3-9-2 15,-2 0-8-15,8-4-3 16,7-8 0-16,6-4-8 15,0-12 9-15,0 1-14 16,0-9-1-16,0 3 5 16,12-11-9-16,29 4-6 15,-7-4 7-15,12 0 13 16,-5 0 0-16,-1 0 0 16,-15 0-3-16,3 0-18 15,-7 0 18-15,-14 0-28 16,-7 0 26-16,0 0 4 0,0 0 0 15,0 0-3-15,0 0 2 16,0 0 1-16,6-15-4 16,-6-1-4-16,0-4 11 15,0 7-4-15,0-3-2 16,0 16 4-16,0 0 0 16,0 0 0-16,0 0 7 15,0 0-5-15,0 0 1 16,0 0 5-16,0 0-9 15,0 0 10-15,0 13-7 16,0 14 8-16,0 13 10 0,0 17-8 16,0-1-11-1,0 16 10-15,0-8-8 16,0 0 3-16,0 1-6 0,0-14 4 16,0 6 1-1,0-9-10-15,0-8 0 0,0-16-7 16,0-8-4-16,0-16-64 15,12 0-83-15,16-20-153 16</inkml:trace>
  <inkml:trace contextRef="#ctx0" brushRef="#br0" timeOffset="-183074.52">17172 13459 269 0,'0'0'134'0,"0"0"-122"0,0 0 30 16,0 0 0-16,0 0 4 15,0 0 36-15,6 0-21 16,-6 0-7-16,0 0-36 15,0-5-3-15,6 2-10 16,-6 3-1-16,6 0 15 16,-6 0-9-16,0 0 31 0,0 0 17 15,0 0-15-15,0 0-30 16,0 0 12-16,0-4-14 16,0 4 12-16,6 0-6 15,-6 0 2-15,0 0 7 16,0 0-12-16,0 0 13 15,0 0-20-15,0 0 18 16,0 0-22-16,0 0 16 16,0 0-15-16,0 0 8 15,0 0 7-15,0 0 0 16,0 0 10-16,0 0-18 16,0 4 10-16,0 12-15 15,-18 7 9-15,-10 6-10 16,9-5-2-16,19-8-2 0,0 4 0 15,0-4-1-15,0-4-8 16,0 0 7-16,0-4-13 16,19 9 12-16,21-10-16 15,7 9 18-15,-7-8-15 16,7 4 15-16,-7 4 4 16,-6-3-3-16,0 7-2 15,-22-1-2-15,7-2-3 16,-3 2 12-16,-10 6-10 15,0 3 10-15,-6 8 1 16,0 8-5-16,0 0-2 16,-19-8-1-16,-15-8-7 0,-12-3 8 15,5-17-14 1,1-8 9-16,0 0-16 0,12 0-19 16,9-41-22-16,13-15-44 15,6-8-99-15,0-4-181 16</inkml:trace>
  <inkml:trace contextRef="#ctx0" brushRef="#br0" timeOffset="-182823.32">17317 13431 548 0,'0'0'81'0,"0"0"-78"0,0 0 100 0,0 0-16 15,0 0 4-15,0 0-39 16,242-137-36-16,-195 133-10 16,-1-4-6-16,1-3-41 15,-1-14-180-15</inkml:trace>
  <inkml:trace contextRef="#ctx0" brushRef="#br0" timeOffset="-174214.04">8434 13755 394 0,'0'0'108'0,"0"0"-86"0,0 0 41 0,0 0 9 0,0 0-15 16,0 0 59-16,0 0 5 15,0 0-25-15,0 0-9 16,0 0-32-16,0 0-32 16,0 0 0-16,0 0 2 15,0 0-7-15,0 0 6 16,0 0-13-16,0 0 15 16,0 0-17-16,0 0 14 15,0 0-11-15,0 0 1 16,-6 0-8-16,-16 0-4 0,-9 0 4 15,-9 0-4-15,-1 0-1 16,-11 0 3-16,-17 0-2 16,1 17 8-16,-19 15-1 15,7 16-6-15,-13 8 0 16,0 12-2-16,0 8 1 16,0 1-2-16,24-5 4 15,35 4-6-15,16-3 6 16,12-9-10-16,6-9 7 15,0-2-7-15,0-14 4 0,24-6-18 16,32-9 14 0,31-12-20-16,6-12 13 0,6 0-19 15,10 0 8-15,-10-48-33 16,9-12-10 0,-21-4-132-16,-15 11-259 0</inkml:trace>
  <inkml:trace contextRef="#ctx0" brushRef="#br0" timeOffset="-173264.68">8741 14751 672 0,'0'0'86'0,"0"0"12"0,0 0 90 0,0 0-116 16,0 0-14-16,0 0-19 16,-220-149 1-16,192 88-14 15,22-14-5-15,6-5-19 0,0-9-2 16,0 12-3-16,0 14-1 15,27 18-14-15,-14 13-31 16,-7 12-19-16,10 20-113 16,-10 0-176-16</inkml:trace>
  <inkml:trace contextRef="#ctx0" brushRef="#br0" timeOffset="-172217.57">9197 13819 252 0,'0'0'319'0,"0"0"-280"0,0 0 54 0,0 0 11 16,0 0-60-16,0 0 43 15,0-31-26-15,0 39-29 16,0 32 22-16,-16 4 6 0,-9 20-16 16,-9 8-24-16,6 0 2 15,3 5-22-15,13-2 7 16,12-10-7-16,0-1-1 16,0-16-1-16,0-7-7 15,0-18-3-15,12 1-13 16,13-12 18-16,3 1-32 15,6-10 11-15,-9-3-27 16,3 0 32-16,0 0 1 16,-3 0-2-16,-4 0 5 15,-2-16-16-15,9-4-34 16,-22-3-33-16,16-6-59 16,-16 1-244-16</inkml:trace>
  <inkml:trace contextRef="#ctx0" brushRef="#br0" timeOffset="-171784.23">8815 14265 681 0,'0'0'102'16,"0"0"-13"-16,0 0 10 0,0 0-17 0,0 0 11 16,0 0-35-16,106-17-33 15,-66 9-11-15,-12 8-14 0,0-3 0 16,-3 3-16-16,-4-4-43 15,-2-4-26-15,3 0-71 16,-4 0-128 0</inkml:trace>
  <inkml:trace contextRef="#ctx0" brushRef="#br0" timeOffset="-171184.08">9584 13819 138 0,'0'0'414'0,"0"0"-327"15,0 0 31-15,0 0-12 0,0 0-39 16,0 0-8-16,-15 0-12 16,15 0-4-16,0 0-11 15,0 0-6-15,34 25 12 16,12 7-10-16,10 0-9 15,-3 17-14-15,-7 2 8 0,-12 9-9 16,-9 9 11 0,-9 6-15-16,-16 2 24 0,0 3-16 15,0-4 9-15,0-4-8 16,-16-3-9-16,-9-14 0 16,-2-6-20-16,8-13-5 15,-9-11-41-15,-6-10-89 16,9-15-374-16</inkml:trace>
  <inkml:trace contextRef="#ctx0" brushRef="#br0" timeOffset="-170034.39">10226 14474 824 0,'0'0'92'0,"0"0"-6"0,0 0-5 15,0 0-39-15,0 0-36 16,0 0 16-16,71 0 1 16,-37 0 10-16,1 0-22 0,5-8 14 15,0 0-22-15,1 8 2 16,-1-5-5-16,0 2 0 16,-9-2-5-16,-9-7-28 15,6 12 5-15,-16-3-43 16,-12-2-37-16,0-3-72 15,0 8-7-15,-12 0-216 16</inkml:trace>
  <inkml:trace contextRef="#ctx0" brushRef="#br0" timeOffset="-169763.45">10226 14474 559 0</inkml:trace>
  <inkml:trace contextRef="#ctx0" brushRef="#br0" timeOffset="-169668.36">10226 14474 559 0,'-22'-157'119'0,"44"157"-47"0,37-12 28 16,15-4 244-16,1 8-315 16,-29 0-10-16,-5-4-15 15,-10-1-1-15,9-2-6 16,-12 2-43-16,0-6-80 15,-28 15-255-15</inkml:trace>
  <inkml:trace contextRef="#ctx0" brushRef="#br0" timeOffset="-159078.35">7311 9793 190 0,'0'0'277'0,"0"0"-230"0,0 0-3 0,0 0 33 16,0 0-19-1,0 0-14-15,0 0-17 0,-28 0 23 16,22 0 30-16,-12 0 6 16,8 0-36-16,4 0 8 15,0 0-31-15,-6 0-12 16,12 0-9-16,0-8 0 15,0 4-6-15,0 1 6 16,0 3 19-16,0 0-4 16,-7 0 18-16,7 0-14 15,0 0-3-15,0 0-6 0,0 0-14 16,0 0-1 0,0 0 8-16,0 0-13 0,0 0 10 15,0 0 2-15,0 0 1 16,0 0 10-16,0 0-6 15,0 0 1-15,0 0-3 16,0 0-11-16,0 0 8 16,0 0-6-16,0 0 4 15,0 0 0-15,0 0-12 16,0-9-10-16,31 1 16 16,38 0 5-16,24 0-4 15,9-4 4-15,16 4-1 16,3-5-5-16,18 5 8 15,-2 5-9-15,-13-1 6 0,3 0 0 16,-25 4-4-16,-15-4-1 16,-22 4 0-16,-3-8-14 15,-22 8-4-15,-15 0-34 16,-9 0 3-16,-16 0-40 16,0 0-155-16,-81 8-606 15</inkml:trace>
  <inkml:trace contextRef="#ctx0" brushRef="#br0" timeOffset="-157529.17">11290 14546 389 0,'0'0'116'0,"0"0"-71"0,0 0 30 0,0 0 8 0,0 0-24 16,0 0 2-16,0 0 10 15,0 7-1-15,0-7-6 16,0 0-11-16,0 0 20 16,0 5-40-16,0-5 2 15,0 0-18-15,0 0 9 16,0 0-10-16,0 0 5 16,0 0 0-16,0 0-8 15,0-28 1-15,0-21-2 16,0-15-3-16,0-24-7 15,0-16-2-15,0-9 0 0,0-11 0 16,0 4-11-16,-10 16-7 16,-2 15 3-16,-1 25-2 15,-2 28 17-15,9 25 11 16,-7 11-9-16,-15 7-2 16,-24 49-11-16,-13 28-5 15,-10 9 9-15,7-14-1 16,34-14-23-16,15-12-29 15,19-17-74-15,0-8 1 16,0-9-100-16,0-7-243 16</inkml:trace>
  <inkml:trace contextRef="#ctx0" brushRef="#br0" timeOffset="-156830.04">11469 13755 142 0,'0'0'222'0,"0"0"-115"0,0 0 21 16,0 0-2-16,0 0-10 16,0 0-23-16,13 0-31 15,-7 0 0-15,-6 0-5 16,0 0-16-16,6 0 1 0,-6 0-26 16,0 0 1-16,10 0-13 15,2 0-7-15,7 0 3 16,2 9 0-16,4 7-17 15,-3 23-12-15,-16 22 29 16,-6 23 2-16,0 20 18 16,-12 1-9-16,-35 3 6 15,-9-12-17-15,16-15 9 16,0-17-6-16,15-17 1 16,19-14-4-16,6-13 2 15,0-12-4-15,0 0-12 16,6 0 14-16,40-4 0 0,7 0 1 15,-6-4 12-15,-1 0 10 16,1 4-12-16,-13 0 0 16,0 0-7-16,-16 4-1 15,4-5-6-15,-10 2-19 16,10-1-23-16,-22 0-83 16,13-4-172-16,-13 0-396 15</inkml:trace>
  <inkml:trace contextRef="#ctx0" brushRef="#br0" timeOffset="-156379.11">11956 14466 398 0,'0'0'151'0,"0"0"-106"0,0 0 16 0,0 0 0 0,0 0-9 15,0 0 20-15,41 31-3 16,11-34 15-16,16-33-20 16,7-21 11-1,2-19-25-15,4-12-21 0,-13-12-3 16,-15 0-25-16,-41 7 9 16,-12 9-3-16,0 20-9 15,0 23 2-15,-52 13 0 16,-23 17-1-16,-12 11-1 15,1 20 1-15,-14 40 2 16,14 12-2-16,5 17-19 16,41-9-29-16,15-5-87 15,25-14-204-15</inkml:trace>
  <inkml:trace contextRef="#ctx0" brushRef="#br0" timeOffset="-155581.53">12753 14197 181 0,'0'0'480'0,"0"0"-425"0,0 0 30 0,0 0 12 15,0 0-21-15,0 0-33 16,6-4-3-16,-6 4-5 15,0 0 28-15,0-4-22 16,0 4 14-16,0 0-44 16,0 0 7-16,0 0-1 15,0 0 5-15,0 0-22 16,0 0 2-16,0 0-5 16,0 0-3-16,7-13-21 0,-1-15-55 15,-6-11-186 1</inkml:trace>
  <inkml:trace contextRef="#ctx0" brushRef="#br0" timeOffset="-139311.33">13714 14109 104 0,'0'0'305'0,"0"0"-207"0,0 0-41 0,0 0-15 0,0 0-37 15,0 0 9-15,0 0-13 16,0 0 15-16,0 0 4 16,0 0 11-16,0 0 9 15,0 0 9-15,0 0 10 16,0 0-14-16,0 0 2 15,0 0-19-15,0 0 24 16,0 0-14-16,0 0 11 16,0-5-2-16,0-15-23 15,0-12-7-15,0-4-12 0,0-4 13 16,0-12-17-16,0 4 13 16,13-9-12-16,2-7 11 15,-9 9-13-15,-6-6 4 16,7 9-1-16,-7-1 2 15,0 2-8-15,0 15 8 16,0 7-10-16,0 14 9 16,0 15-14-16,0 0 3 15,0 0 0-15,0 0-8 16,0 4-14-16,0 20 24 16,0 12-9-16,-28-5-4 0,3 14-57 15,-15-1-96-15,-1 5-287 16</inkml:trace>
  <inkml:trace contextRef="#ctx0" brushRef="#br0" timeOffset="-138329.35">13327 14289 384 0,'0'0'159'0,"0"0"-78"0,0 0-1 0,0 0-48 16,0 0-30-16,0 0 11 16,6 0 14-16,6 0 34 15,-2 0 1-15,14 0 17 16,4 0-14-16,6 0 16 16,-3 0-45-16,25 0-11 15,-3 0-1-15,0 0-9 16,-1 0 9-16,10 0-23 15,-9 0 9-15,0 0-8 0,-7 0 3 16,10-12-5-16,-3 0 0 16,0 0-1-16,-13-1-9 15,-6 13 2-15,-9-3-18 16,-3 3-16-16,-10 0-99 16,-12 0-78-16,0 28-243 15</inkml:trace>
  <inkml:trace contextRef="#ctx0" brushRef="#br0" timeOffset="-137328.3">13640 14666 491 0,'0'0'68'0,"0"0"-5"0,0 0 22 0,0 0-20 0,0 0-44 16,0 0 25-16,0-16 12 16,0 4 16-16,0 4-18 15,6 4-19-15,10 0-3 16,8 0-9-16,-2 4-8 15,6-4-16-15,-9 4-1 16,-7 0-4-16,10 0 3 16,-16 32-12-16,-6 12-2 15,0 9-10-15,0 11 1 16,0-1 17-16,-28 6-2 16,-3-1 3-16,3-12 12 15,16-12 3-15,12-15-7 0,0-18-4 16,0-7-15-16,0-4 15 15,31 0-12-15,25 0 14 16,-4-4 3-16,1-24-3 16,15 4 7-16,-21 8-3 15,-7 0-8-15,-9 8-32 16,-3 4-9-16,-6 0-33 16,-10 0-11-16,-6 0-68 15,-6-4-242-15</inkml:trace>
  <inkml:trace contextRef="#ctx0" brushRef="#br0" timeOffset="-136631.08">13159 15344 426 0,'0'0'119'0,"0"0"14"0,0 0-20 0,0 0-6 0,0 0-34 16,0 0-18-16,-12 0-32 15,6-4-13-15,-16-17 4 16,10-7 5-16,-10-3 3 15,3-13-9-15,-9-13 12 16,-3-7-9-16,-3-5 7 16,6-14-22-16,4 10-1 15,8 1 0-15,-3 4 0 16,13 0-2-16,6-8 6 16,0-16-9-16,19-13 13 15,34-3-14-15,15 0 11 0,-9 8-10 16,-7 15-16-16,-2 21-4 15,-19 20-29-15,16 8-5 16,-26 11-47-16,13-3-70 16,-9 4-3-16,-9 4-375 15</inkml:trace>
  <inkml:trace contextRef="#ctx0" brushRef="#br0" timeOffset="-135730.89">14362 13683 335 0,'0'0'182'0,"0"0"-113"0,0 0-19 0,0 0-37 16,0 0 5-16,0 0-8 15,283 221 36-15,-243-168 0 16,-22-2 11-16,4 25 21 16,-16 0-12-16,-6 4-11 15,0 5-8-15,0 7 16 16,0-4-44-16,0 1-4 0,-15 3-3 15,2-8 2-15,-5 5-8 16,2-5-5 0,-2-1-2-16,-4-2-8 0,-3-16 4 15,10-13-47-15,2-24-63 16,7-28-153-16,0 0-305 16</inkml:trace>
  <inkml:trace contextRef="#ctx0" brushRef="#br0" timeOffset="-132467.72">14796 12809 193 0,'0'0'302'0,"0"0"-296"0,0 0-4 0,0 0 16 0,0 0 9 16,0 0 29-16,22-64 17 15,-22 64 1-15,0 0-1 16,6-5 21-16,-6 5-35 15,0 0-12-15,0 0-13 16,0 0-4-16,0 0-5 16,0 0-4-16,0 0 3 15,0 0-17-15,0 8-7 0,0 28-2 16,0 25 2 0,0 11 5-16,-12 0 15 0,-4 5-19 15,10-10 8 1,6 2-9-16,0-17 0 0,0-4 4 15,0-12-4-15,47-15 0 16,5-9-24-16,17-12 13 16,5 0-23-16,7-12 0 15,-10-29 5-15,-15 2-13 16,-10-2-53-16,-27 1-123 16,-19 8-204-16</inkml:trace>
  <inkml:trace contextRef="#ctx0" brushRef="#br0" timeOffset="-131701.39">14598 13078 397 0,'0'0'174'0,"0"0"-78"0,0 0-1 16,0 0-55-16,0 0 15 16,0 0 15-16,-22-9 8 0,22 9-24 15,0 0 16-15,0 0-7 16,0 0-22-16,0 0-9 15,0 0-20-15,0 0-4 16,28 0-1-16,37-8 9 16,16 1-7-16,6-9 10 15,0 3-19-15,-1-7-1 16,-5 1-3-16,-13-1-24 16,-3-1-22-16,-18 6-87 15,-32 2-302-15</inkml:trace>
  <inkml:trace contextRef="#ctx0" brushRef="#br0" timeOffset="-118645.49">8087 16002 543 0,'0'0'46'0,"0"0"40"0,0 0 7 0,0 0-46 16,0 0-28-16,0 0 33 15,0 0-2-15,0 0-6 16,0 0 7-16,0 0-8 16,0 0 18-16,0 0-42 15,0 0 23-15,0 0-14 16,0 0 7-16,0 0-18 0,-7 0-7 16,-27 0-10-16,0 0 0 15,-6 11-2-15,-7 1 12 16,-12 9-7-16,-21 10 3 15,-1 18-8-15,-24 15 10 16,-4 12-7-16,4 4-1 16,24 8 4-16,25-7 12 15,44-9-14-15,12-15 5 16,0-10-1-16,0-19-12 16,46-3-12-16,41-14 17 15,16-6-11-15,14-5 12 16,11 0 0-16,-1-8-20 0,-13-28-4 15,-14-5-44-15,-20-3-50 16,-27 8-250-16</inkml:trace>
  <inkml:trace contextRef="#ctx0" brushRef="#br0" timeOffset="-117713.2">8654 16832 12 0,'0'0'566'0,"0"0"-473"0,0 0 44 16,0 0-7-16,0 0-62 15,0 0-26-15,-202-193-4 16,202 129-4-16,0-5-7 16,0 2-27-16,16-2 0 15,30 5-3-15,1 1-25 16,12 10-68-16,-19 13-142 16,-12 20-294-16</inkml:trace>
  <inkml:trace contextRef="#ctx0" brushRef="#br0" timeOffset="-99427.48">9336 16218 187 0,'0'0'181'0,"0"0"-151"0,0 0 51 0,0 0 5 16,0 0-49-16,0 0 23 0,0 0-26 16,0 0-3-1,0-24 15-15,0 24 29 0,0 0-3 16,0 0-14-16,0 0-6 16,0-4-37-16,0 4 18 15,0 0-16-15,0 0 11 16,0 0-6-16,0 0 6 15,0 0 1-15,0 0-11 16,0 0 1-16,0 0-8 16,0 0 6-16,0 0-13 15,0 0 16-15,0 0-19 16,0 0-2-16,-12 0 4 0,-29 4-4 16,1 15 2-16,0 2-1 15,6 3 3-15,0 0-1 16,9 9 1-16,3-10 0 15,16 1-6-15,6-7-3 16,0-1 2-16,0-8-23 16,0-1 5-16,0 1 16 15,12-3-7-15,16-2 11 16,19-3-7-16,-7 8 6 16,7-3-9-16,-13-1 11 15,0 4-3-15,-9 0 1 16,2 3 2-16,-14 6 1 15,2-6-3-15,4 6 5 16,-13 2-6-16,-6 10-1 16,0 3 5-16,0 9 6 15,0 3 26-15,-46-5-19 0,-1 2 0 16,-6-13 2-16,7-5-12 16,6-10-3-16,6-5-5 15,6-8-10-15,-3 0-62 16,9 0-81-16,9 0-318 15</inkml:trace>
  <inkml:trace contextRef="#ctx0" brushRef="#br0" timeOffset="-98911.75">9237 16270 202 0,'0'0'339'0,"0"0"-280"0,0 0 56 15,0 0 28-15,0 0-43 16,0 0-23-16,93-12-4 16,-40 4-14-16,9 1-34 15,-10-2-14-15,7-7-11 0,-12 8-5 16,-7-8-31-16,-18 16-135 15,-22 0-304-15</inkml:trace>
  <inkml:trace contextRef="#ctx0" brushRef="#br0" timeOffset="-98379.28">9758 15961 759 0,'0'0'94'0,"0"0"-67"0,0 0 95 0,0 0-74 0,0 0-20 0,0 0-2 16,260 105 28-16,-213-61-24 16,-13 0 19-16,-15 15-20 15,2 10 1-15,-21 11-9 16,0 4-15-16,0 1-6 15,-21-1-5-15,-20-16-15 16,10-7-44-16,3-22-12 0,-6-14-99 16,9-22-148-1</inkml:trace>
  <inkml:trace contextRef="#ctx0" brushRef="#br0" timeOffset="-97494.06">10741 16563 776 0,'0'0'23'0,"0"0"-15"0,0 0 92 0,0 0-46 0,0 0-22 16,0 0-20-16,273-24-4 15,-239 19-6-15,0 2-2 16,-16-2-9-16,4 2-51 16,-16-9-79-16,-6-1-48 15,0-2-182-15</inkml:trace>
  <inkml:trace contextRef="#ctx0" brushRef="#br0" timeOffset="-97249.37">10741 16563 674 0</inkml:trace>
  <inkml:trace contextRef="#ctx0" brushRef="#br0" timeOffset="-97131.39">10741 16563 674 0,'-16'-229'60'0,"32"229"31"0,9 0 43 15,9 0 33-15,0 0-113 16,-6 0-5-16,3-4-34 15,9-3-8-15,-12 2-6 16,18-7-1-16,-11 0-10 16,-11 0-58-16,-8-4-94 15,-16 4-492-15</inkml:trace>
  <inkml:trace contextRef="#ctx0" brushRef="#br0" timeOffset="-89185.05">11702 16619 230 0,'0'0'395'0,"0"0"-361"0,0 0 60 0,0 0-7 0,0 0-48 16,0 0-1-16,0 0 7 16,0 0-4-16,0 0 14 15,0 0 3-15,0 0-26 16,0 0-5-16,0 0-18 16,0 0-1-16,12 0-7 15,-12 0 0-15,0 0 0 16,0 0 0-16,0 0 5 15,0 0-1-15,0 0-9 16,0 0 10-16,0 0-4 16,0 4 2-16,0 0 5 15,0 5-9-15,0-9 6 16,0 0-2-16,0 0-1 16,0 0 31-16,0 0-17 0,0-30 20 15,0-21-15-15,0-17-22 16,0-9-8-16,0 1 8 15,0-4-17-15,0 8 9 16,-12 8-6-16,12 12-22 16,-6 24 15-16,6 12 1 15,-6 16 17-15,-7 0-16 16,-9 3 19-16,-12 38-5 16,-12 23 4-16,-7 16 1 15,-6-8-33-15,10-16-55 16,18-24-195-16,9-15-284 0</inkml:trace>
  <inkml:trace contextRef="#ctx0" brushRef="#br0" timeOffset="-88555.27">11910 16110 655 0,'0'0'81'0,"0"0"-1"0,0 0 23 15,0 0-44-15,0 0-18 16,0 0 7-16,214-100-15 16,-168 100-11-16,-6 0 1 0,-5 0-19 15,-17 12-4-15,4 27-1 16,-16 13-9-16,-6 9 10 16,0 8 0-16,0 11-6 15,-28 0 4-15,-12-8 1 16,15-16 1-16,3-17 0 15,16-18 0-15,6-17-7 16,0-4-3-16,0 0-8 16,13 0-32-16,33 0 50 15,10-12 0-15,9-16 7 16,-9 4-4-16,-10 4-1 16,-15 7-4-16,-9 5-4 0,-16 8-28 15,7 0-114-15,-13 0-11 16,0 0-47-16,6 13-133 15</inkml:trace>
  <inkml:trace contextRef="#ctx0" brushRef="#br0" timeOffset="-88188.53">12592 16547 205 0,'0'0'223'0,"0"0"-189"0,0 0 65 0,0 0-20 0,0 0-44 16,0 0 8-16,28 48-11 0,-3-48 31 15,2 0-2-15,26-20 32 16,-12-21-41-16,11-10-7 15,1-14-5-15,-3-7-14 16,-32 8 4-16,-18 8-27 16,0 7 13-16,0 13-15 15,-53 13 10-15,-15 10-5 16,3 13 5-16,-16 0-10 0,7 13 3 16,-13 31-4-1,-6 7-21-15,31-6-27 0,22 3-76 16,21-8-171-16</inkml:trace>
  <inkml:trace contextRef="#ctx0" brushRef="#br0" timeOffset="-87538.39">13386 16611 681 0,'0'0'18'0,"0"0"10"0,0 0 37 0,0 0-14 15,0 0 20-15,0 0 23 16,0-5-9-16,0 5-11 16,0 0-26-16,0 0-4 15,0 0-44-15,0 0 0 16,0 0-19-16,0 0-34 15,0 0-131-15,-31-3-486 16</inkml:trace>
  <inkml:trace contextRef="#ctx0" brushRef="#br0" timeOffset="-86773.23">14610 16410 234 0,'0'0'250'0,"0"0"-184"0,0 0 38 0,0 0-24 16,0 0-3-16,0 0 26 16,0 8 2-16,0-8-26 15,7 0-13-15,-7 0-6 16,6-8-35-16,-6-15 8 15,0-5-18-15,6-25 23 16,3-3-37-16,4-8 17 0,-1-4-15 16,1 3-3-1,-4 9 4-15,-9 17-2 0,0 6-3 16,0 13 6 0,0 12-2-16,0 8 0 0,0 0-6 15,0 0 1-15,0 0-8 16,0 8-23-16,-22 24 8 15,-3 12-21-15,-3-3-57 16,16-2-71-16,3 2-170 16,-4-5-9-16</inkml:trace>
  <inkml:trace contextRef="#ctx0" brushRef="#br0" timeOffset="-86272.78">14108 16763 251 0,'0'0'418'0,"0"0"-332"0,0 0 26 0,0 0 1 16,0 0-64-16,0 0 20 16,-12 0-15-16,12 0-14 15,0 0-10-15,0 0-9 16,0 0-1-16,40 0 2 16,7 0 6-16,11 0-25 15,4-11 13-15,4 3-15 16,2-5 5-16,-9 9-6 0,9-4-14 15,-3 0-26-15,9 8-19 16,-5-8-83-16,-17 0-304 16</inkml:trace>
  <inkml:trace contextRef="#ctx0" brushRef="#br0" timeOffset="-85707.43">14356 17065 261 0,'0'0'498'0,"0"0"-416"0,0 0 24 0,0 0-76 0,0 0-30 0,0 0 0 16,-6 0 11-16,18 0 21 15,10 0 3-15,-3 0-5 16,9 11-14-16,-10 9-10 16,4 8-4-16,-4 4 3 15,-5 16-2-15,-4 4-6 16,-9-3-51-16,0-1 54 16,0-9 0-16,0 6 2 15,-9-5-6-15,-4-4 8 16,1-11-9-16,12-17 5 15,0-8-4-15,0 0-58 16,0 0-46-16,12 0 108 0,23-24 18 16,11-4-1-16,-6 7-11 15,-5 9 8-15,-4 9-13 16,-10 3-2-16,-8-9-5 16,2 5-29-16,-2-4-102 15,-13 8-197-15</inkml:trace>
  <inkml:trace contextRef="#ctx0" brushRef="#br0" timeOffset="-85223.34">13742 17794 544 0,'0'0'134'0,"0"0"1"0,0 0-4 0,0 0-93 16,0 0-2-16,0 0 49 16,-80-168-24-16,52 103-2 15,3-23-29-15,9-20-6 16,16-20-11-16,0-17-12 15,0-3 4-15,47-5 0 16,-1 9-1-16,16 16 3 16,-9 19-14-16,0 17 2 15,9 24 1-15,-22 8-16 16,25 8-26-16,3 0-47 0,-9-1-245 16</inkml:trace>
  <inkml:trace contextRef="#ctx0" brushRef="#br0" timeOffset="-84591.96">15224 16022 342 0,'0'0'350'0,"0"0"-261"0,0 0 42 0,0 0-10 0,0 0-71 16,0 0 3-16,0 24-21 16,22-4-4-16,9 19 5 15,9 10-10-15,-6 10 4 16,-12 22-16-16,-9 12 15 15,-7 10-26-15,-6 18 3 16,0-1 14-16,0 1-8 0,-25-5-9 16,-15-4-7-16,-1-11-8 15,7-13-23-15,6-24-9 16,4-16-44-16,2-28-72 16,-12-20-217-16</inkml:trace>
  <inkml:trace contextRef="#ctx0" brushRef="#br0" timeOffset="-80861.07">16015 15484 171 0,'0'0'259'0,"0"0"-173"0,0 0 38 16,0 0-26-16,0 0-55 15,0 0 18-15,-46-8 29 16,30 8-40-16,4 0-2 15,-1 0-14-15,-2 0 15 16,2 0-13-16,7 8 7 16,6-8-19-16,0 0-6 15,0 0-11-15,0 0-6 16,0 0-1-16,0 0-11 16,0 0 11-16,0 0-11 0,12 4 11 15,29 4 9 1,5 0 5-16,7 0-9 0,3-4 0 15,-10 9-1-15,1-10-4 16,-1 2 0-16,-18-2-5 16,-3-3-2-16,-3 8 4 15,-16 1 0-15,-6 2-10 16,12 1 13-16,-12 9 3 16,7-2 8-16,-7 6 7 15,0-2-15-15,0 6 8 16,0-6-10-16,-19-3 3 0,-21-4-4 15,6-7 0 1,-1-5-12-16,4-4 3 0,10 0-10 16,8 0-33-16,-2-13-10 15,9-10-106-15,-7-6-127 16,7 6-309-16</inkml:trace>
  <inkml:trace contextRef="#ctx0" brushRef="#br0" timeOffset="-80443.33">16062 15427 321 0,'0'0'440'0,"0"0"-386"0,0 0 81 0,0 0-47 0,0 0-59 16,0 0-2 0,0-7 17-16,0 3-6 0,18 0-1 15,10-4 16 1,19-8-23-16,11 4-7 0,-2-9-22 16,9 6-1-16,-12-1-29 15,-19 8-47-15,-28 3-161 16</inkml:trace>
  <inkml:trace contextRef="#ctx0" brushRef="#br0" timeOffset="-42160.2">16675 17016 113 0,'0'0'244'0,"0"0"-194"0,0 0 67 0,0 0-27 0,0 0-30 0,0 0-7 16,0 0 19-16,0-4-26 16,0 0 10-16,0 4-30 15,0 0 7-15,0 0-14 16,0 0 18-16,0 0 0 16,0 0-13-16,0 0 3 15,0 0-6-15,0 0 10 16,0 0-19-16,0 0 15 15,0 0-3-15,0 0-4 16,0 0 1-16,0 0-1 16,0 0-3-16,0 0-9 15,0 0-8-15,0 0-5 0,13 0 1 16,27 0 2 0,7-4-2-16,-1-4 8 0,22 5-2 15,-15-6-2-15,3 1-12 16,-19 0-13-16,-9-4-34 15,12-8-41-15,-21 0-110 16,-19 0-190-16</inkml:trace>
  <inkml:trace contextRef="#ctx0" brushRef="#br0" timeOffset="-41809.68">16669 16763 813 0,'0'0'112'0,"0"0"-89"0,0 0 67 0,0 0 4 0,0 0-46 0,0 0-45 16,202-27 3-16,-156 18-6 16,1 5-4-16,-1 0-27 15,-5 4-59-15,-17-3-90 16,-2 3-258-16</inkml:trace>
  <inkml:trace contextRef="#ctx0" brushRef="#br0" timeOffset="-40976.11">18086 17044 490 0,'0'0'123'0,"0"0"-76"0,0 0 31 15,0 0 3-15,0 0-5 16,0 0 21-16,-12 16-32 15,12-16 22-15,0 0-36 16,0 0 0-16,0-20-19 16,0-16-29-16,0-16 7 15,0-9-10-15,0-6 6 16,0-10-2-16,12 2-7 0,-6-10 5 16,1 4-4-16,8 9-13 15,-9 17-14-15,1 19 23 16,-7 16-7-16,0 20 13 15,0 0-12-15,0 7-9 16,0 45 19-16,-41 12-1 16,1 13-21-16,0-5-61 15,-1-16-151-15,29-12-207 16</inkml:trace>
  <inkml:trace contextRef="#ctx0" brushRef="#br0" timeOffset="-40345.6">18452 16487 69 0,'0'0'513'0,"0"0"-432"0,0 0-10 0,0 0-37 16,0 0-17-16,0 0 51 16,87-41-4-16,-65 38-20 15,-10 3-17-15,16 0 13 0,-9 3-23 16,2 41 1-16,-15 17 10 15,-6 11-17-15,0 13-1 16,-18 6-8-16,-38 1-4 16,-9 1 6-16,-3-4-1 15,9-14-2-15,-9-14 13 16,43-17-8-16,9-28 4 16,16-9-2-16,0-7-8 15,16 0-28-15,55-15 28 16,10-13 22-16,12-4-12 15,-13 4-3-15,-11 11-7 16,-23 9 0-16,-21 8 0 16,3 0-14-16,-16 8-18 15,4 20 8-15,-10 0 24 0,-6-7-45 16,0-14-27-16,0-7-173 16,0 0-128-16</inkml:trace>
  <inkml:trace contextRef="#ctx0" brushRef="#br0" timeOffset="-39979.61">18827 17212 363 0,'0'0'316'0,"0"0"-316"0,0 0 22 0,0 0 41 0,0 0 53 0,0 0-22 16,248-156-35-16,-195 80-1 16,0 0-15-16,3 8-16 15,-25-1-25-15,-22 18 10 16,-9 15-11-16,0 7 25 15,-28 22-16-15,-46 7 3 16,-13 0-1-16,-12 36-13 16,6 20 1-16,12 16-6 15,19 0-1-15,43-4-51 0,13-8-77 16,6-16-211 0</inkml:trace>
  <inkml:trace contextRef="#ctx0" brushRef="#br0" timeOffset="-39328.09">19851 16912 635 0,'0'0'224'0,"0"0"-200"0,0 0-12 0,0 0-2 15,0 0-10-15,0 0-24 16,34-44 5-16,-34 39 19 16,0 5 9-16,0 0 73 15,0 0 29-15,0 0-71 16,0 0-38-16,0 0-2 16,0 0-93-16,0-19-214 15</inkml:trace>
  <inkml:trace contextRef="#ctx0" brushRef="#br0" timeOffset="-32036.5">20954 16659 225 0,'0'0'220'0,"0"0"-150"0,0 0 19 0,0 0-12 16,0 0-20-16,0 0 5 15,0 0-12-15,19 4-14 16,-19-4 25-16,0 0-29 16,0 0 8-16,0 0-8 15,0 0 0-15,0 0 1 16,0 0-13-16,0 0-4 16,0 0-5-16,6 0 9 15,-6 0-7-15,0 0 8 0,0 0-11 16,0 0 7-16,0 0-11 15,0 0 4-15,0 0-2 16,0 0-7-16,0-8 3 16,0-24 5-16,16-12 29 15,-10-16-20-15,13-16-4 16,-4-5-4-16,4-2-15 16,-1-2 5-16,-8 9-12 15,-4 4 7-15,0 3-1 16,0 9 4-16,-6 4-8 15,0 15 8-15,0 5 2 16,0 8-7-16,0 12-16 16,0 9 22-16,0 7 1 0,0 0-14 15,0 0-2-15,0 7 11 16,-18 34-4-16,-23 7-23 16,1 9-2-16,-7-2-9 15,1-2-17-15,-10-9 2 16,37-5-67-16,-2-11 14 15,21-11-22-15,0-17-250 16</inkml:trace>
  <inkml:trace contextRef="#ctx0" brushRef="#br0" timeOffset="-31220.97">20285 17092 123 0,'0'0'401'0,"0"0"-345"0,0 0-10 0,0 0 18 0,0 0-21 16,0 0 27-16,0 0-1 16,0 0 9-16,12-12-17 15,10 0-5-15,6 0 8 16,-4 4-33-16,17-3 8 0,5 3-17 16,23-1 11-16,2 1-7 15,9-8-3-15,7 0-11 16,0-1-1-16,15 2-2 15,-2-1-6-15,-7 3-1 16,0 2 6-16,-7-6-16 16,-11 2-3-16,-13-6-8 15,3 2-32-15,-25 2-27 16,-27 6-140-16,-13 2-314 16</inkml:trace>
  <inkml:trace contextRef="#ctx0" brushRef="#br0" timeOffset="-23006.9">20713 17377 3 0,'0'0'281'0,"0"0"-246"0,0 0 32 0,0 0 21 0,0 0-35 15,0 0-15-15,0 0 11 16,0 0 14-16,0 0-13 16,0 0-23-16,0 0 8 15,0 0-7-15,0 0 6 16,0 0-1-16,0 0-8 15,0 0 10-15,0 0-9 16,0 0 15-16,0 0-23 16,0 0-5-16,0 0 8 15,0 0 28-15,0 0-12 16,0 0-4-16,0 0-7 0,0 0-8 16,0 0-5-1,0 0-11-15,0 0 7 16,0 0-5-16,0 0-8 0,0-8 8 15,0 0-2 1,27-4-2-16,-2 4 2 16,9 0-4-16,-6 8-1 0,-9 0 2 15,3 0-6-15,-16 0 7 16,-6 12 1-16,0 20 8 16,0 8-4-16,0 9 4 15,0-13 0-15,0-5-9 16,0-11 0-16,0-7-18 0,0-10 13 15,12 5-16 1,10-3 20-16,-4-1-4 0,17 0 5 16,-17 3 5-16,4 6-4 15,-3-5 7-15,-4 7-2 16,-15 10 19-16,0 11-4 16,0 8 14-16,0 5-20 15,-15-2-3-15,-32-7-12 16,0-8-10-16,13-7-5 15,-6-14-5-15,21-2 6 16,-2-6-26-16,2 2-5 16,-3-2-59-16,16-3-63 15,6 0-226-15</inkml:trace>
  <inkml:trace contextRef="#ctx0" brushRef="#br0" timeOffset="-22260.26">21280 17533 478 0,'0'0'172'0,"0"0"-49"0,0 0 4 15,0 0-37-15,0 0-42 0,0 0-31 16,0-44 34-16,0 28-15 15,0 1-19-15,40-2 4 16,-6 1-6-16,13 8 2 16,-13 4 3-16,6 4 5 15,-15 0-23-15,-3 0 14 16,-10 9-15-16,-12 27 10 16,0 3-11-16,0 17 0 15,0 1 0-15,-18-1-10 16,-16-4 8-16,-1-4 4 0,11-12-6 15,2-4 10 1,9-4-8-16,13-8 2 16,0-7 0-16,0-10-13 0,0 2-14 15,19-5 5-15,49 0 20 16,13 0 2-16,6-8 3 16,6-8 10-16,-13 7-11 15,-21 5-2-15,-12 4 0 16,-19 0-1-16,-10 0 0 15,-2 0-14-15,-10 0-10 16,-6 0-87-16,0 0-85 16,0-4-302-16</inkml:trace>
  <inkml:trace contextRef="#ctx0" brushRef="#br0" timeOffset="-21427.43">22229 16976 237 0,'0'0'368'0,"0"0"-334"0,0 0 18 0,0 0 15 15,0 0-11-15,0 0 57 16,0 0-27-16,9 0-2 16,16 0-23-16,9-4-19 15,13-8-14-15,-7 0-16 16,0 0-4-16,0 3-5 16,-12 1-6-16,10 1-9 0,-11-6-24 15,-14 5-65 1,2 0-85-16,-15 1-184 0</inkml:trace>
  <inkml:trace contextRef="#ctx0" brushRef="#br0" timeOffset="-21191.42">22229 16976 706 0</inkml:trace>
  <inkml:trace contextRef="#ctx0" brushRef="#br0" timeOffset="-21078.15">22229 16976 706 0,'-19'-193'35'0,"72"193"95"0,21 0 19 16,1 0 54-16,5-11-178 15,-33 2-12-15,-1 6-7 16,-15-2-6-16,-3 5-17 16,-6 0-45-16,-16 0-91 15,-6 0-334-15</inkml:trace>
  <inkml:trace contextRef="#ctx0" brushRef="#br0" timeOffset="-16499.38">23881 16451 319 0,'0'0'185'0,"0"0"-158"0,0 0 26 0,0 0-20 15,0 0-29-15,0 0 23 16,0 0 71-16,0 0 19 16,0 0-18-16,0 0-30 15,0 3-43-15,0-3-7 16,0 0-8-16,0 0 3 16,0 0 14-16,0 0-17 0,0 0 14 15,0 0-4 1,0 0 8-16,0 0-12 0,0 0 7 15,0 0-11-15,0 0 8 16,0-28-21-16,0-19 0 16,13-26 23-16,2-7-20 15,-2 0 9-15,21 0-12 16,-22 11-1-16,7 9-7 16,-10 9-13-16,4 10 0 15,-7 16-12-15,-6 10 15 16,0 7 3-16,0 8 13 15,0 0 2-15,0 12-19 16,0 32-6-16,-41 12 20 16,-11 8-83-16,5-12-35 15,7 0-155-15,12-16-143 0</inkml:trace>
  <inkml:trace contextRef="#ctx0" brushRef="#br0" timeOffset="-15865.65">24288 15945 208 0,'0'0'386'0,"0"0"-291"0,0 0-6 0,0 0-62 0,0 0-6 15,0 0 20-15,86-59-13 16,-64 50 24-16,18 5-19 16,-21 4-10-16,3 0-18 15,-4 4 1-15,-2 32-1 16,-10 9 2-16,-6 10-7 15,0 9-16-15,-15 9 8 16,-38-5-12-16,0 4 18 16,0-8-3-16,-2-8 0 15,24-4 6-15,3-16-2 16,15-11-10-16,13-14 1 16,0-11 0-16,19 0-2 0,34-3 12 15,33-30 6-15,1 2 16 16,0-10-12-16,-6 13 4 15,-13 9-13-15,-22 10-1 16,-18 9-15-16,-9 0-82 16,-7 0 6-16,-2 17 17 15,-10 2-72-15,0-7-399 16</inkml:trace>
  <inkml:trace contextRef="#ctx0" brushRef="#br0" timeOffset="-15483.28">24911 16370 409 0,'0'0'78'0,"0"0"-34"0,0 0 73 0,0 0-29 16,0 0-2-16,0 0-2 15,192-112-4-15,-136 60-29 16,-16 0 1-16,-9 0 0 16,-3 0-35-16,-15 12-7 15,-13-1-8-15,0 13 15 16,0 12-16-16,0 13 0 0,-53 3 2 15,0 0-6-15,-15 39 1 16,-3 13-16-16,2 9 4 16,17-9-16-16,11-4-60 15,20-12-132-15,14-12-104 16</inkml:trace>
  <inkml:trace contextRef="#ctx0" brushRef="#br0" timeOffset="-14717.87">23695 16852 558 0,'0'0'62'0,"0"0"18"0,0 0 4 0,0 0-6 0,0 0-35 16,0 0 10-16,-40 0-8 15,40 0 7-15,0 0-18 16,0 0-4-16,0 0-12 16,53 0 7-16,27-12 18 15,20-4-15-15,27-5 6 0,12 1-20 16,23 0 19-16,11 4-29 15,-5 5 5 1,-1-2-9-16,-15 9 2 0,-25 4-8 16,0 0-3-16,-18 0-15 15,-16 0 3-15,-6 0 4 16,-28 0-42-16,3 0-84 16,-50 0-7-16,-12 0-356 15</inkml:trace>
  <inkml:trace contextRef="#ctx0" brushRef="#br0" timeOffset="-13385.32">18254 17494 117 0,'0'0'7'0,"0"0"-6"0,0 0 121 0,0 0-35 0,0 0 27 15,0 0-26 1,-28-8 38-16,15 8-39 0,-8 0-10 15,2 0-46 1,-3 0-16-16,10 0-2 0,0 0-7 16,5 0 9-16,1 0-13 15,6 0 40-15,0 0-10 16,-9 0 14-16,9 0-22 16,0 0 1-16,0 0-10 15,0 0-4-15,0 0 10 16,0 0-19-16,0 0 6 15,0 0-8-15,0 0 0 16,0 0-17-16,0 0 9 0,0 0-14 16,15 0 19-1,26 0 1-15,11 0 4 0,14 0 20 16,8 0-19-16,7-5 6 16,-7 1-1-16,7 0-12 15,-16 4 4-15,-13 0-13 16,-5 0-15-16,-13 0 6 15,-6 0-24-15,-3 0-26 16,-10 0-30-16,-2-7-41 16,-1-14-28-16</inkml:trace>
  <inkml:trace contextRef="#ctx0" brushRef="#br0" timeOffset="-12585.67">18682 18075 158 0,'0'0'29'0,"0"0"36"0,0 0 49 0,0 0-19 0,0 0 2 15,0 0 4-15,0 64 0 16,0-61-33-16,0-3 14 0,0 0-25 16,0 0-18-1,0 0-6-15,0 0-26 0,0-23-7 16,0-13 0-16,0-16 32 16,12-4-23-16,10-1 3 15,-4 1-11-15,-5 9-1 16,8 11-8-16,-14 15 1 15,-1 12 5-15,-6 9 4 16,0 0-6-16,0 0 15 16,0 5-2-16,0 20-9 15,-13 6-3-15,-21 5-10 16,22-3-12-16,-16-6-65 16,0-2-134-16,9-5-275 15</inkml:trace>
  <inkml:trace contextRef="#ctx0" brushRef="#br0" timeOffset="-10238.69">24083 17129 325 0,'0'0'145'0,"0"0"-111"16,0 0 38-16,0 0-22 0,0 0-22 0,0 0 2 16,-22 8 15-16,22-5 15 15,0-3 21-15,0 0 0 16,0 0-5-16,-12 0-21 16,12 0-4-16,0 0-13 15,0 0-3-15,0 0-9 16,0 0-14-16,0 0 5 15,0 0-16-15,0 0 3 16,0 0-1-16,12-11 9 0,22-1-10 16,7-1 0-1,-7 10-4-15,-16 3-6 0,4 0-3 16,-16 0-5 0,-6 0 12-16,0 3 3 0,0 25-1 15,0 5 4-15,0 6-4 16,0 5-1-16,0-8-8 15,-6-11-1-15,6-14-13 16,0-2-7-16,0-9-10 16,0 0 38-16,19 0-20 15,9 0 21-15,-4 0 3 16,-2 0 15-16,-9 0 4 16,-7 8-12-16,-6 0 9 15,0 16-3-15,0 8 16 0,0 8-19 16,-41 5 11-1,-11-6-20-15,-7-3 2 0,-9-3-3 16,27-1-6-16,1 0-10 16,15-4-11-16,3-4-65 15,22-12-116-15,0-12-151 16</inkml:trace>
  <inkml:trace contextRef="#ctx0" brushRef="#br0" timeOffset="-9522.38">24495 17237 454 0,'0'0'269'0,"0"0"-155"0,0 0 13 16,0 0-71-16,0 0-56 16,0 0 6-16,0 0 10 15,109-81 2-15,-63 73-12 0,7 8-2 16,-13 0-2 0,-12 0-4-16,-9 5 4 0,-7 31 23 15,-12 20-8-15,0 0-12 16,0 12-5-16,-12-7-3 15,-16-5-2-15,9-9 5 16,-8-11-4-16,27-11 8 16,0-9-8-16,0 0 0 15,0-4 1-15,27-4-9 16,14-8-3-16,11 0 13 16,10 0 4-16,4 0 1 15,2 0 1-15,-3 0 15 0,3 0-19 16,-3 0 10-16,-9-16-10 15,-16-4-7-15,-21 7-30 16,9 6-113-16,-28 7-152 16</inkml:trace>
  <inkml:trace contextRef="#ctx0" brushRef="#br0" timeOffset="-2478.06">24976 15557 345 0,'0'0'356'15,"0"0"-241"-15,0 0 33 16,0 0-62-16,0 0-52 16,0 0-34-16,50-25 0 15,-44 17-35-15,-6 0-88 16,0 8-118-16,0 0-290 16</inkml:trace>
  <inkml:trace contextRef="#ctx0" brushRef="#br0" timeOffset="-313.04">25627 17313 552 0,'0'0'79'0,"0"0"-18"0,0 0 63 0,0 0-2 16,0 0-35-16,0 0-39 16,146 16 26-16,-106-8-61 0,-6 0-4 15,-3 3-8-15,10-2-1 16,-14 3-7-16,-8 0-34 16,3 0-5-16,6-4-20 15,-16 5-75-15,-12-13-96 16</inkml:trace>
  <inkml:trace contextRef="#ctx0" brushRef="#br0" timeOffset="-86.58">25627 17313 799 0</inkml:trace>
  <inkml:trace contextRef="#ctx0" brushRef="#br0" timeOffset="-0.62">25627 17313 799 0,'186'-145'203'0,"-186"142"-164"0,0-2-3 0,0 5-65 16,0 0-75-16,0 0-82 16,0 0-175-16</inkml:trace>
  <inkml:trace contextRef="#ctx0" brushRef="#br0" timeOffset="306.51">25726 17641 792 0,'0'0'131'0,"0"0"-83"0,0 0 13 16,0 0-61-16,0 0-6 15,59-36-43-15,-37 28-109 16,-10-3-178-16</inkml:trace>
  <inkml:trace contextRef="#ctx0" brushRef="#br0" timeOffset="1085.83">26294 17165 319 0,'0'0'427'0,"0"0"-399"0,0 0 19 0,0 0 1 15,0 0-18-15,0 0 24 16,-6 184 3-16,-16-147 9 16,16-14 3-16,-7-2-22 15,7-6-33-15,6-2 5 0,0-5-17 16,0-1-1-16,0-7-1 16,0 4-12-16,0-4 10 15,0 0-4-15,0 0 1 16,6 4 5-16,7-4-1 15,8 8-3-15,-2 5 4 16,21-2-2-16,-6 6 2 16,-6-1-2-16,3-4-11 15,10-4-3-15,-20-8-26 16,-8 0 11-16,-1 0 17 0,-12 0 1 16,0 0 6-1,0 0 3-15,0 0 1 0,0 0 6 16,0 0-6-1,0 0 9-15,0 3-10 0,0 5 6 16,0 5-4-16,0 2 4 16,0 13 2-16,0 1 10 15,0 3-5-15,-12 0 25 16,-1-4-10-16,-8 0 2 16,8 0-21-16,13-4-4 15,0-4-1-15,0-8-9 16,0 1-59-16,0-10 10 15,0-3-83-15,0 0-128 16,0 0-358-16</inkml:trace>
  <inkml:trace contextRef="#ctx0" brushRef="#br0" timeOffset="1868.31">26328 16667 477 0,'0'0'39'0,"0"0"9"0,0 0 73 0,0 0-42 0,0 0-17 0,0 0 39 0,0 0-25 16,0 0-33-16,0 0 7 16,34 0-11-16,-3 0-5 15,3 0-34-15,0 0 6 16,13 0-6-16,-13 0-7 15,-6-4-7-15,-3 0-57 16,2 0 0-16,-20 0-101 16,-7-3-62-16,0-1-372 0</inkml:trace>
  <inkml:trace contextRef="#ctx0" brushRef="#br0" timeOffset="2026.56">26328 16667 272 0</inkml:trace>
  <inkml:trace contextRef="#ctx0" brushRef="#br0" timeOffset="2151.4">26328 16667 272 0,'0'-169'403'0,"28"169"-352"0,3 0 104 15,3 0 120-15,6 0-236 0,-12 0 0 16,-9 0-32-16,9 0-2 16,-10 0-5-16,-2 0-20 15,9 0-40-15,-13-8-149 16,-3 1-312-16</inkml:trace>
  <inkml:trace contextRef="#ctx0" brushRef="#br0" timeOffset="3433.07">27519 15565 420 0,'0'0'81'0,"0"0"-50"0,0 0-19 0,0 0-12 0,0 0-14 16,-22 8 8-16,22-8 6 0,0 0 26 16,0 0 56-1,0 0 20-15,0 0-38 0,0 0-34 16,0 3-7-16,0-3 3 16,0 0-9-16,0 4 9 15,0-4 12-15,0 0 27 16,0 8-33-16,-6-8 1 15,-1 5 7-15,1-5-3 16,6 0-7-16,0 0-6 16,0 0 1-16,0 0-11 15,0 0-14-15,0 0 0 16,0 0-4-16,25 0 3 0,15 0 1 16,7 0 0-1,-7 0-1-15,0 0-7 0,-12 3 4 16,-15 21 2-16,-7 12 4 15,-6 5-6-15,0 7 8 16,0 4-5-16,-40 1 4 16,15-6-4-16,-3-11 1 15,16-11-6-15,-4-14 5 16,16-7-23-16,0-4-7 16,0 0-47-16,0 0 26 15,0 4 33-15,0 0 18 16,22 1-3-16,-4-2 2 15,4 5 2-15,-10 5 0 16,-5-1 1-16,-7 4 12 16,0 4 30-16,0 12-23 15,-13 8 12-15,-61 7-32 16,-13-6-2-16,6-1-15 0,16-16 3 16,13-4-25-16,17-16-23 15,23-4-53-15,12 0-109 16,0 0-413-16</inkml:trace>
  <inkml:trace contextRef="#ctx0" brushRef="#br0" timeOffset="3849.77">27959 16282 464 0,'0'0'65'0,"0"0"70"0,0 0-45 0,0 0-19 0,0 0 0 16,0 0 5-16,273-132-7 16,-217 72-31-16,-25-5 15 15,-16 1-29-15,-15 0-21 0,0 4-3 16,0 20-7-16,0 16 7 16,-28 16 3-1,-6 8-2-15,-13 0-1 0,-11 32 0 16,-11 24-6-16,-5 4-42 15,9-4-44-15,12-8-144 16,13-7-427-16</inkml:trace>
  <inkml:trace contextRef="#ctx0" brushRef="#br0" timeOffset="4481.77">27370 16615 443 0,'0'0'40'0,"0"0"91"0,0 0 15 0,0 0-67 0,0 0 12 16,0 0-22-16,-13 0 2 15,13 0-7-15,0 0-36 16,0 0-4-16,0 0-4 16,19 0 15-16,27 0-13 15,23 0 18-15,11 0-18 16,13-4 3-16,16-16-21 15,2-4 4-15,-2-4-8 0,3 8-42 16,-19 7-19 0,-13 13-109-16,-18 0-235 0</inkml:trace>
  <inkml:trace contextRef="#ctx0" brushRef="#br0" timeOffset="5416.05">27670 17466 338 0,'0'0'253'0,"0"0"-169"0,0 0 0 0,0 0-6 16,0 0 3-16,0 0 19 16,-18-13-45-16,18-3-21 0,0-4-15 15,0-5-15 1,0-2 1-16,18-9 3 0,29-9 12 15,-1 1-14 1,1-4 14-16,3 1-17 0,-13-2 0 16,-15-3-3-16,5 7-9 15,-20 6-5-15,-7 6-52 16,0 10 53-16,0 7-4 16,-7 11 13-16,-20 5 8 15,-8 0 15-15,1 0-1 16,10 0-18-16,-4 13 0 15,9 10-6-15,13 6 0 16,-4-1-8-16,10-5 11 16,0 7-23-16,0-3 14 0,0-3 8 15,0 5 0-15,22-6 2 16,3 1 2-16,15 1 0 16,-6-2 1-16,1 6-5 15,-8-1 4-15,-14 0-2 16,-7 0 4-16,-6-4 1 15,0 8 5-15,0-4 26 16,-28 8-20-16,-12-7 27 16,-7-6-7-16,7-2-23 15,15-14-5-15,3 1-6 16,4-3-5-16,5-2-80 16,4 5-94-16,-3-8-375 15</inkml:trace>
  <inkml:trace contextRef="#ctx0" brushRef="#br0" timeOffset="10962.03">28486 15026 204 0,'0'0'0'0,"0"0"-49"15,0 0-70-15</inkml:trace>
  <inkml:trace contextRef="#ctx0" brushRef="#br0" timeOffset="12708.97">28849 16752 716 0,'0'0'193'0,"0"0"-126"0,0 0-35 0,0 0 42 16,0 0-8-16,0 0-22 15,0 0-12-15,204-36-22 16,-182 31-1-16,-3 5-3 16,-4 0-12-16,-2-3 5 15,-7 3-10-15,-6 0-38 16,0-5-41-16,0 1-28 0,0 0-127 15,0 0-120-15</inkml:trace>
  <inkml:trace contextRef="#ctx0" brushRef="#br0" timeOffset="12896.9">28849 16752 599 0,'-103'-229'305'15,"103"229"-256"-15,0 0 30 16,0 0-10-16,28 0-15 0,19 0-15 16,-7 0-31-1,0-4-1-15,7-4-7 0,-7-5-27 16,-6-2-113-16,-27-1-296 16</inkml:trace>
  <inkml:trace contextRef="#ctx0" brushRef="#br0" timeOffset="13509.44">29782 16298 692 0,'0'0'109'0,"0"0"10"0,0 0-2 0,0 0-63 16,0 0-16-16,0 0 17 16,9-124-8-16,4 63-9 15,5-2-23-15,4-14-13 16,-3 5-2-16,2 8 0 16,-8 24-5-16,-7 16 0 0,-6 16-5 15,0 8 7-15,0 0-8 16,0 0-12-16,-19 19 21 15,-15 17-21-15,0 5-9 16,9-5 30-16,4-3-44 16,14-2-56-16,-14 2-109 15,21-10-167-15</inkml:trace>
  <inkml:trace contextRef="#ctx0" brushRef="#br0" timeOffset="14209.63">30219 15861 22 0,'0'0'225'0,"0"0"-17"0,0 0-27 0,0 0-11 0,0 0-38 15,0 0-46-15,0 0-47 16,0 0 11-16,-15 0-19 15,-10 0-11-15,-3 0-13 16,-6 0-6-16,0 0-2 16,-7 16 5-16,4 12 1 0,16-3-2 15,8-5 15-15,13-9-16 16,0 9-3-16,0-4 1 16,13-3-5-16,39-6 3 15,10-7-5-15,-3 0 5 16,9 0 2-16,-2 5-2 15,-14-2 5-15,4-3-3 16,-3 16 1-16,-13-4-2 16,-12 1-2-16,-16 7-5 15,-12-4-6-15,0 4 14 16,0 8 18-16,-21 4-14 16,-38-1 8-16,0-1-8 0,-9-15-3 15,15 6-1-15,13-21-7 16,6 0-19-16,21 0-56 15,7-21-121-15,6-27-68 16</inkml:trace>
  <inkml:trace contextRef="#ctx0" brushRef="#br0" timeOffset="14440.79">30291 15773 646 0,'27'0'62'0,"14"0"-52"0,5 0 65 0,19 0-60 0,-3-4-15 15,-15-9-53-15,-13 13-165 16</inkml:trace>
  <inkml:trace contextRef="#ctx0" brushRef="#br0" timeOffset="15256.38">29590 16763 237 0,'0'0'46'0,"0"0"-22"0,0 0 5 0,0 0-12 16,0 0-17-16,0 0 65 15,0 0 47-15,0 0-6 16,0 0-38-16,0 0 4 0,0 0-18 15,0 0-12 1,0 0-7-16,0 0 23 0,0 0 0 16,0 0-26-16,0 0 12 15,12 0-10-15,22 0 12 16,13 0-19-16,12 0 22 16,28 0-16-16,2 0-5 15,11 0-4-15,-7 0-10 16,0 0-3-16,0 0-7 15,-13 0-8-15,-5-3-5 16,-16-10-6-16,-19 10-38 16,-18-2 0-16,-16 5-58 15,-6 0-178-15,0 0-312 16</inkml:trace>
  <inkml:trace contextRef="#ctx0" brushRef="#br0" timeOffset="15923.22">30052 17040 368 0,'0'0'340'0,"0"0"-267"0,0 0-22 0,0 0 13 0,0 0-30 15,0 0 14-15,0-3 16 16,0 22-9-16,0 9 9 15,0-3-37-15,0-5-15 16,0-9-5-16,0-3-9 16,0-3 5-16,0-5-3 15,0 0 0-15,0 0 2 16,0 0-6-16,0 0 7 16,0 0-8-16,25 0 9 0,21 0-10 15,-6 0 12-15,16 0-9 16,-19 0 3-16,-2 0-5 15,-8 0-1-15,-8 0-17 16,-3 0-3-16,-16 0-26 16,0 0 41-16,0 0 7 15,0 0-3-15,0 0 7 16,0 0-2-16,0 0 2 16,0 0-4-16,0 0 4 15,0 0 3-15,0 0 23 16,0 0-7-16,0 23 9 15,0 13-15-15,0 13 8 16,0 3-2-16,0-4-6 0,0-8 3 16,0-8-10-1,0-4-3-15,0-12 3 0,0-4-12 16,0-7-10-16,0-5-24 16,0 0-84-16,0 0-128 15,0-13-302-15</inkml:trace>
  <inkml:trace contextRef="#ctx0" brushRef="#br0" timeOffset="37155.68">1122 15332 352 0,'0'0'124'0,"0"0"-72"0,0 0 20 0,0 0-3 16,0 0-10-16,0 0-21 0,-15-8 2 15,15 8-10-15,0 0 30 16,0 0 3-16,0 0-20 16,0 0-2-16,0 0 2 15,0 0 8-15,0 0-28 16,0 0 2-16,0 0-23 15,0 0 9-15,-6 0-7 16,6 0 4-16,-6 0-6 16,-1 0 3-16,7 31-6 15,0 10 2-15,0 7 7 0,0 8-3 16,0 1 2 0,0 3-6-16,0-1 11 0,0-2-12 15,0 15 2-15,0-4 0 16,0 4 1-16,0-7-6 15,0-14 12 1,0-10-16-16,0-17 14 0,0-4-14 16,0-16 9-16,0 0-3 15,0-4 1-15,0 0 0 16,0 0-1-16,0 0 1 16,0 12-3-16,0 4 6 15,0-4-4-15,0 12 2 16,0-8-1-16,0-7 1 15,0-2-1-15,0-3-3 16,0 0 3-16,0-4-1 0,0 0 9 16,0 8-16-16,0 0 17 15,0 0-13 1,0 12 7-16,13-4-4 0,8 0 1 16,-2-4-3-16,3 4-1 15,-10-8-9-15,16 1 9 16,-3-9-8-16,3 0 10 15,-3 0-3-15,-4 0 2 16,-8 0 6-16,33 0-3 16,-12 0 0-16,13 0 2 15,-7 0-7-15,7 0 14 16,5 0-17-16,4 0 18 0,9-9-16 16,10-2 7-16,12-5-1 15,-19-4 2-15,-3 12-2 16,-6-1 0-16,9 5 0 15,25 4 8-15,-6-4-8 16,21 4 2-16,4-4 0 16,-16 4 0-16,-3-12 0 15,0 9-1-15,0-2-1 16,-12 1 3-16,12 0-8 16,-13 4 12-16,-11 0-13 15,2 0 13-15,-3 0-12 16,-9 0 10-16,-12 0-6 15,21 0 1-15,-9 0-6 0,9 0 4 16,6 0 2 0,-9 0-3-16,10 0 6 0,-16 4-6 15,15-4 12-15,-9 0-10 16,-3 0 1-16,-3 0 0 16,3 0 3-16,-9 4-3 15,6-4 0-15,-3 0 0 16,3 0-2-16,-1 0 6 15,5 0-2-15,11 0-1 16,-9 0-1-16,16 0 0 16,-16 0 0-16,3 0-5 15,-15 0 3-15,3 0-2 16,-25 0 5-16,9 0-6 16,-12 0 10-16,6 5-7 0,-9-5 3 15,9 0-2-15,-22 0 1 16,16 0 0-16,-9 0-2 15,-4 0 4 1,-2 0-7-16,-1 3 8 0,10-3-10 16,-22 0 11-16,12 0-4 15,0 0 0-15,-2 0 1 16,-4 0-1-16,-6 0 1 16,6 0-6-16,-6 0 13 15,0 0-14-15,0 0 14 16,0 0-7-16,0 0 3 15,0 0-6-15,0 0 2 16,6 0-15-16,7-8 1 0,2-16 14 16,4 4 1-16,3 0 11 15,-4 0-15-15,-5 7 7 16,-4-2-7-16,-3-6 3 16,-6-7-11-16,0-11 10 15,0-13-4-15,6-12 1 16,-6-5-23-16,0 0 26 15,0 14-18-15,0-1 17 16,0 7-1-16,0 6 2 16,0-1-5-16,0 3-2 15,0 5 5-15,0 3-2 16,0 14 3-16,0 7-1 0,0 7 3 16,0 5 5-16,0 0 9 15,-6 0-14-15,-9 0-5 16,2 0 3-16,-5-7-7 15,2-5 7-15,-3 4 2 16,-2-4-9-16,-4 12 18 16,-3-5-9-16,3 5 8 15,-9-3-8-15,19 3 0 16,-16-4 1-16,3-4-2 16,9 0-2-16,4-5 2 15,-4 6 2-15,-9 3-2 16,10 4 5-16,-10 0 2 15,-13 0 10-15,-11 0-9 0,-7 0 1 16,-10 0-7 0,-5 0 8-16,9 0-8 0,-16 0 15 15,-5 4-7-15,-8 11 6 16,-2 2-10-16,3-6 11 16,0 2 2-16,-6-9-9 15,6 4 8-15,-9-4-16 16,3 0 16-16,6 0-17 15,0 0 12-15,6-1-11 16,18 2 5-16,1-1-2 16,9-4 7-16,-9 4 4 15,-9-4-13-15,15 0 3 0,-4 0 0 16,4 0-4 0,22 0 4-16,-13 0-3 0,7 0-2 15,-1 0 0-15,1 0 0 16,-7 0-4-16,-9 8 4 15,16-4-9 1,-13-4 5-16,12 0 8 0,7 0-10 16,-16 0 7-16,-15 0-1 15,3 0 2-15,2 0-2 16,-8 0 0-16,28-4 2 16,5-4-9-16,-11 0 12 15,-4 0-12-15,9 0 9 16,-5 0-6-16,11 0 8 0,-5-4 4 15,12 7-8 1,-1 2-1-16,4-5-7 0,10 4 12 16,-13 4-13-16,21 0 12 15,-15-5-12-15,4 2 14 16,2-2-8-16,3 5 3 16,-2 0 0-16,-4 0-2 15,3 0 8-15,3 0-11 16,7-3 14-16,-3-2-18 15,2-2 11-15,1 3-10 16,-10 0 3-16,3 4-2 16,19 0 3-16,-21-8 4 15,14 8 1-15,1 0 6 16,-6 0 1-16,3 0-5 0,9-5-2 16,-7 5 6-16,7-3-7 15,0 3 1-15,0 0-1 16,0 0 0-16,0 0-2 15,0 0-3-15,0 0-15 16,0 0 1-16,0 0-8 16,0 0 15-16,0 0-12 15,0 0-6-15,0 0 2 16,0 0-67-16,0 0-130 16,0-20-13-16</inkml:trace>
  <inkml:trace contextRef="#ctx0" brushRef="#br0" timeOffset="76774.53">19711 9388 13 0,'0'0'51'0,"0"0"27"0,0 0-1 0,0 0-45 0,0 0-2 16,0 0-5-16,0 0 29 16,0 0-12-16,81-16-20 15,-81 16-9-15,0 0 7 16,0 0 12-16,0 0-17 15,0 0-15-15,0 0-56 16,0 0-13-16,0-4-17 0,0 4 64 16,0 0 22-1,0 0 118-15,-22 0 0 0,3 0-78 16,-2 0 27-16,8 0-21 16,1 0-29-16,3 0-16 15,9 0-2-15,-13 0-27 16,-5 0 21-16,8 0 7 15,-15 0 14-15,4 0 33 16,-4 0 3-16,-3 4 3 16,16-4-41-16,-1 0-6 15,4 0-3-15,-10 0-2 16,13 0-1-16,6 0 0 16,-6 0 0-16,6 0 7 15,-16 4-5-15,16-4 0 0,0 4 24 16,-6-4-17-16,0 0 8 15,0 0-15-15,6 0-4 16,0 0-6-16,0 0-3 16,0 0 11-16,0 0-7 15,0 0 4-15,0 0-10 16,0 0 9-16,0 8-4 16,0-4 7-16,0 0-2 15,0 0-4-15,18-4 7 16,-2 4 0-16,-4-4-3 15,16 0 8-15,-3 0-1 16,9 0-1-16,0 0-1 16,7 0 2-16,-1 0-4 15,-9 0 2-15,15 0 0 0,-12 0-4 16,7 0 0-16,-7 0-5 16,0 0 7-16,6 0-2 15,-9 0-2-15,10 0 3 16,-1 0-1-16,-6 0 2 15,6 0-2-15,-6 0-19 16,1 0 12-16,2 0-1 16,-3 0 5-16,6 0 9 15,-6 0-8-15,0 0 4 16,7 0-1-16,-10 0 1 16,9 0-13-16,0 0-14 15,7 0-5-15,-13-4 6 0,0 4 13 16,0-4 9-1,0 4-4-15,-9 0 4 0,3 0 8 16,6 0-8-16,-3 0 4 16,3 0 0-16,0 0-2 15,0 0 6-15,-9 0 3 16,9 0-3-16,0 0-3 16,1 0-1-16,-11 0 2 15,17 0-1-15,-20 0 9 16,20 0 6-16,-1 4-11 0,-9 9 7 15,3 2-9 1,-6-11 0-16,6 0 1 0,-3-4-1 16,16 0-1-1,-13 0-2-15,18 4 2 0,4 0-1 16,-9 4 8-16,5 0-1 16,-5 4 20-16,-1-8-21 15,1-4 2-15,6 9-9 16,-13-9 0-16,22 0 1 15,-15 0 0-15,5 0-1 16,-5 0 2-16,9 11-1 16,-4-3 3-16,-11-4-7 15,5-4 10-15,-21 8-11 16,15-8 6-16,-6 8-2 16,7-8 5-16,5 5-4 15,1-2 8-15,-1 5-7 0,16-4 21 16,-15 1-20-16,12-2-2 15,3-3 3-15,-10 0-4 16,13 0 0-16,4 0 1 16,-1 0 9-16,-9 0 0 15,6 0 16-15,-15 0-15 16,2 0 5-16,-11 8 0 16,11-3 2-16,-5-2-10 15,-1 2 5-15,7 3-8 16,3-4 3-16,-4-4 17 15,7 3-22-15,3-3 11 16,10 0-10-16,2 0-3 0,1 0 8 16,-10 0-7-1,3 0 0-15,-9 0 1 16,-3 0 0-16,-4 0 3 0,-5 0-8 16,6 0 9-16,-7 0-10 15,10 0 9-15,3 0-6 16,-6 0 2-16,9 0-2 15,-10 0 0-15,1 0 2 16,0 0-3-16,15 0 4 16,-15 0 1-16,-1 0-3 15,4 0-2-15,-9 0 4 16,-7 0-5-16,6 5 4 16,-5-5 0-16,-1 0-2 15,0 0 4-15,-2 0-5 16,11 0 6-16,-2 0-7 15,-1 0 7-15,19 0-6 0,-24 0 4 16,11 0-3-16,-2 0 2 16,3 0-2-16,-1 0 14 15,-5 0-10-15,6 0 5 16,-7 0-8-16,4 0 13 16,-10 0-12-16,-9 0 6 15,25 0 1-15,-10 0-9 16,7 0 9-16,-6 8-5 0,-7-5 2 15,19 5-5 1,-19-8-1-16,7 5 9 0,-13-5-15 16,0 0 11-1,6 0-5-15,0 7 1 0,1-2 0 16,5-2-2-16,-5-3 9 16,-1 0-13-16,13 0 10 15,-13 0-10-15,25 0 7 16,-25 0-2-16,16 0 1 15,-9 0 0-15,-16 0-1 16,-3 0 7-16,6 0-10 16,-10-3 9-16,-8-2-12 15,18-7 6-15,-9-4-5 16,-3-12-39-16,-22-3-117 16,0-5-534-16</inkml:trace>
  <inkml:trace contextRef="#ctx0" brushRef="#br0" timeOffset="78705.24">20030 8270 541 0,'0'0'10'0,"0"0"-4"0,0 0-6 16,0 0 16-16,0 0-3 15,0 0 13-15,0 0 21 0,323 19 0 16,-270-19 19 0,-7 0-22-16,-6 0-14 0,7 0-7 15,-13 0-4 1,0 0-1-16,6 0 0 0,-2 0-1 16,17 0-13-16,-8 0 20 15,6 0-5-15,6 0-2 16,-4 0-15-16,4 0 2 15,-12 0-4-15,21 0 3 16,-9 0 1-16,3 0-2 16,-9 0 4-16,21 0-2 15,-15 0-1-15,15 0 0 16,-2 0-2-16,2-8-1 16,-6 5 1-16,-3-5-1 15,4 8 2-15,-17-5-5 16,7 1 10-16,3 4-12 0,3-4 12 15,-9 4-12-15,16-4 7 16,-10 4-2-16,-10 0 0 16,7 0-1-16,-3 0-2 15,9 0 4-15,-3 0-8 16,-3 0 14-16,0 0-14 16,3 0 6-16,-3 0-3 15,3-4 3-15,3 4-2 16,3 0 2-16,-3 0-4 0,4 0 2 15,-4 0 3 1,3 8-9-16,-9-4 17 0,-3 0-16 16,9-4 10-16,-13 0-4 15,10 0 2-15,-3 0-4 16,-6 5 0-16,15 3 4 16,-9-1-4-16,-12 1 8 15,15 0-7-15,3-3 3 16,-3-2 0-16,-3-3-2 15,3 5-3-15,-9 3 4 16,-1-1-15-16,-5 9 13 16,-1-8 6-16,10-3-17 15,-9-5 16-15,11 0-4 16,-5 0-30-16,15 0 16 16,-15 0 0-16,0 0-6 15,3 0 21-15,-10 0-10 16,7 0 10-16,6 0-4 0,-3 0 1 15,-4 3 6-15,-5 6-2 16,-7-1 3-16,0-5-3 16,1-3 0-16,-1 0 3 15,0 0 3-15,7 0 7 16,-1 0 18-16,7 0-21 16,-6 5 0-16,5-2-8 15,-11 2-4-15,5-2 2 16,-6 1 0-16,1-4 0 15,-7 5 1-15,0-5-4 0,6 0 5 16,-9 0-4 0,19 0 3-16,-13 0-2 0,13 0 2 15,-4 0 0 1,-5 0-1-16,11 0 1 0,-11 0-7 16,-17 0 12-16,10 0-14 15,-6 0 15-15,-9 0-9 16,9 0 3-16,6 0-2 15,-3 0 0-15,-3 0 1 16,6 0-2-16,0 0-8 16,-15 0 7-16,9 0 0 15,6 0 1-15,3 0 2 16,-3 0 0-16,0 0 2 16,-6 0-1-16,-3 0-1 0,-3 0-3 15,-4 0-27 1,4 0-41-16,-22-12-61 0,0-4-315 15</inkml:trace>
  <inkml:trace contextRef="#ctx0" brushRef="#br0" timeOffset="80750.62">19457 6914 285 0,'0'0'95'0,"0"0"10"0,0 0-29 0,0 0 20 0,0 0-63 16,0 0 15-16,173 0-2 0,-120 0 20 16,0 0-22-16,9 0 15 15,-9 0-29-15,-1 3 4 16,1-3-8-16,3 5-17 16,-10-5 16-16,1 3-23 15,-1 2 11-15,13-5-6 16,-3 0 10-16,9 0 4 15,10 0-12-15,-10 0-1 16,15 0-3-16,-5 0-3 16,5 0 3-1,-5 0-8-15,-4 0 12 0,-3 0-11 16,-9 0 3-16,16 0-1 16,-16 0 1-16,21 0-1 15,-5 0 0-15,-1 0 0 0,-9 0-6 16,16 0 14-16,-7 0-13 15,1 0 9-15,-10 0-5 16,9 0 1-16,-15 0 0 16,9 0 0-16,-9 0-5 15,3 0 3-15,3 0 4 16,-3 0-9-16,10 0 15 16,2 0-16-16,0 0 4 15,-15 0 3-15,22 0-2 16,-13 0 3-16,3 0-4 15,-9 0 9-15,4 0-12 0,8 0 14 16,-15 0-12 0,22 0 10-16,-13 0-10 0,-3 0 4 15,3 0-1-15,-3 8 0 16,3 7 4-16,-9-10-6 16,3-2 12-1,-3-3-14-15,3 0 13 0,-9 0-14 16,0 0 9-16,6 0-2 15,-4 5 0-15,11-1 1 16,-4 4 0-16,-4 0 5 16,17-5-3-16,-22 5-1 15,-1-3-2-15,10-5 5 0,-3 8-8 16,0-8 3 0,3 0 0-16,3 0 0 15,3 0 5-15,-15 4-11 0,0 4 14 16,-3-5-13-16,-4 6 15 15,7-9-17-15,-1 0 10 16,1 0-3-16,-3 0 0 16,2 0 1-16,1 0-5 15,0 8 10-15,9-8-14 16,-9 0 17-16,-1 4-15 16,1-4 12-16,3 4-8 15,-3-4 2-15,-13 0 0 16,0 0-1-16,13 0 3 15,-13 0-3-15,1 0 9 16,11 0-12-16,-11 0 10 0,-1 4-8 16,0 0 2-1,-6-1 0-15,-3 2-2 0,19-5 6 16,-13 8-8-16,-3-4 11 16,-6-4-12-16,19 4 10 15,-7 0-6-15,6-4 5 16,-11 4-5-16,11-4 3 15,-21 4-2-15,9 1 0 16,6-5 4-16,-6 0-9 16,-6 0 10-16,19 0-3 15,-22 0 5-15,21 0-5 16,-6 0 1-16,-5 0-2 16,5 7 2-16,-6-3 2 15,0-4-5-15,-3 0 1 0,9 0 0 16,-6 8 8-16,7-8-4 15,-7 0-3-15,-9 0 7 16,24 0-5-16,-18 9-1 16,10-9-3-16,-7 0 3 15,-6 3-8-15,3-3 8 16,-3 0-9-16,-16 0 0 16,10 0 0-16,-10 0 0 15,-12 0-5-15,12 0-6 16,4 8 5-16,-10-4 11 15,13-4-11-15,-10 0 8 16,-9 0-36-16,12 0-5 0,1 0-52 16,-1 0-158-16,-12-4-343 15</inkml:trace>
  <inkml:trace contextRef="#ctx0" brushRef="#br0" timeOffset="85747.69">25190 10600 175 0,'0'0'110'0,"0"0"-60"0,0 0 34 0,0 0 9 16,0 0-57-16,0 0-4 15,0 0-2-15,0 0 10 16,0 0-9-16,0 0 7 16,0 0-7-16,0 0-29 15,0 0 13-15,0 0 2 16,0 0 31-16,0 0-6 16,0 0 22-16,0 0-35 15,0 0-2-15,9 0-13 16,-9 0-9-16,0 0-5 0,0 0 5 15,0 0-8-15,0 0 10 16,0 0-3-16,0 0-3 16,0 11 9-16,0-7-7 15,0 4 1-15,0 0-3 16,0-3 2-16,0-2 3 16,0-3-6-16,0 8 23 15,0-8-21-15,0 4 13 16,0-4-9-16,0 0 24 15,0 0-9-15,0 0-5 16,0-20 1-16,0-24-5 16,0-12-12-16,0-13 5 15,0 2-11-15,0-10-4 16,6 10-4-16,-6 2-11 16,0 17 1-16,0 7 2 0,0 22 22 15,0 7-1-15,0 12 2 16,-6 0-5-16,-28 0-8 15,6 24-24-15,-12 16-18 16,-7 12 8-16,7-8-80 16,6-8-18-16,22-11-33 15,-1-13-281-15</inkml:trace>
  <inkml:trace contextRef="#ctx0" brushRef="#br0" timeOffset="86779.64">25640 10202 239 0,'0'0'13'0,"0"0"51"0,0 0-19 0,0 0-45 16,0 0 0-16,0 0 0 16,0 0 20-16,24 0 60 15,-24 0 24-15,0 0-42 16,0 0-13-16,0 0-20 16,0 0 10-16,0 0 5 0,0 0 3 15,0 0 26-15,0 0-27 16,0 0 2-16,0 0-21 15,0 0-2-15,-24 8-25 16,-11 4 4-16,8 1-3 16,-4 3-1-16,9-1 14 15,3 1-5-15,4-4 2 16,15 4-4-16,0-8-14 16,0 5 10-16,0 2-8 15,0-7-4-15,15 5 6 16,26-6 2-16,-10 1 0 15,24 0 1-15,-24-3 0 0,19 3-1 16,-4 0 8-16,-5-4-14 16,-1 4 14-16,-9 0-10 15,-9 4 3-15,-10-8-6 16,-12 16 6-16,0-4 0 16,0 0 0-16,0 8 12 15,0 4 15-15,0-4-12 16,-28 1 3-16,-3-2-17 15,3-7 3-15,-6 4-3 16,22-15 0-16,-1 6-1 16,-2-11-29-16,9 0 13 15,0 0-43-15,-13 0 13 0,19-16-24 16,-9-12-75 0,2-11-92-16</inkml:trace>
  <inkml:trace contextRef="#ctx0" brushRef="#br0" timeOffset="87379.59">25605 10166 227 0,'0'0'134'0,"0"0"35"0,0 0-52 0,0 0-22 16,0 0-32-16,0 0 27 16,59 0-16-16,3 0-3 15,-3-4 8-15,3-4-31 16,-3-4-25-16,16 0-13 15,-29 4-6-15,13-8-4 0,-19 12-12 16,-6-1-55-16,13-2-43 16,-19 7-137-16,-10 0-138 15</inkml:trace>
  <inkml:trace contextRef="#ctx0" brushRef="#br0" timeOffset="88195.41">26542 10479 227 0,'0'0'87'16,"0"0"27"-16,0 0-47 0,0 0-50 0,0 0-8 15,0 0 72-15,0 0 8 0,0 0-3 16,0 16-31-16,0 17 50 16,0-2-46-16,0-3-39 15,0 0 3-15,0-15-11 16,0-10 21-16,0-3-29 15,0 0 1-15,0 0-5 16,18 0-26-16,4-23 13 16,18-14 13-16,7-3 0 15,-1-4-4-15,7 19 2 16,-13 2-20-16,-5 15 18 16,-8 8-25-16,-14 0 16 15,12 0 9-15,-4 0 2 0,-14 8 4 16,5 7 12-1,-3-7 18-15,4-3-17 0,-7-5-15 16,6 0-38-16,10 0 33 16,-3 0 10-16,-4 0 4 15,-2 0-3 1,-7 0 10-16,12 0-16 0,4 12 6 16,-10 8-13-16,-5 4-5 15,14 0-99-15,-21 0-118 16,0-3-201-16</inkml:trace>
  <inkml:trace contextRef="#ctx0" brushRef="#br0" timeOffset="89114.63">27472 10575 312 0,'0'0'112'0,"0"0"-78"0,0 0 35 0,0 0-48 0,0 0 41 16,0 0 35-16,0 40 4 15,0-32-64-15,0-8-22 16,6 0-10-16,7 0 6 16,15 0 41-16,-4-8-13 0,29-12 13 15,3-16-29 1,-3-12-6-16,-7-1-14 0,7-10-2 16,-19 7-1-1,-12 3-22-15,-22 13-5 0,0 16-31 16,0 12 51-16,-28 8-37 15,-25 0 16-15,-3 24 14 16,-3 21 11-16,7-1 6 16,11-5-3-16,13-6 0 15,16-9-1-15,12-9 0 16,0-6-14-16,0-1 1 16,0-8-4-16,0 0 15 15,6 0-3-15,0 0 2 0,28 0 8 16,-6-8-1-16,-9-4-3 15,3-4-8-15,-16 8 7 16,-6 4 1-16,0 4 0 16,0 0 9-16,0 0 67 15,0 0-51-15,0 4-7 16,0 8-5-16,0 8-2 16,0 0-11-16,0 0 10 15,25 1-14-15,30 10 7 16,-2 2-5-16,22 6 4 15,-4 2-4-15,-9 3 3 16,3-5-1-16,-31 2 3 0,-15 3 4 16,-19 8 4-16,0 8 19 15,-19 9 20 1,-61-9-22-16,-1-17 34 0,0-19-45 16,10-7 13-16,3-17-21 15,15 0-7-15,13-8-2 16,18-32-34-16,22 4 7 15,0-5-62-15,22 5 13 16,37 8-71-16,-4 9 24 16,-8 6-130-16</inkml:trace>
  <inkml:trace contextRef="#ctx0" brushRef="#br0" timeOffset="91726.51">20740 11021 213 0,'0'0'127'0,"0"0"-63"0,0 0 17 15,0 0-35-15,0 0-16 16,0 0-30-16,0 8 12 16,0 0 11-1,25 3 47-15,3 1-6 0,0 4-11 16,-3-7-21-16,3-1-22 15,-3-5 28-15,2-3-17 16,8 0 1-16,5 0-5 16,-6 0 9-16,-9 0-19 15,15 0-2-15,-12 0 14 16,-3 0-16-16,3 5 9 16,6-2-12-16,-9-3 6 15,15 0 7-15,0 0-16 16,7 0 7-16,9 0-4 15,-16 0 0-15,13 0 1 16,-13 0-6-16,-9 0 10 0,9 0-6 16,-6 0 3-16,0 0-3 15,13 0 8-15,-1 0-11 16,7-8 4-16,3 5 0 16,-3-9-5-16,6-1 10 15,-4-3-11-15,-2 1 12 16,0 7-14-16,0-9 14 15,-7 9-12-15,1-3 11 16,-7 3-6-16,6-1 1 16,-5 5 0-16,-1 0-4 15,0 0 9-15,-6 4-9 0,7-7 11 16,-1 7-10-16,0-8 7 16,25-9-6-16,-9 13 2 15,-3-3 0-15,0-2-2 16,-7 5 4-16,-5 4-5 15,11 0 7-15,4 0-13 16,-9 0 18-16,5 0-15 16,7 0 6-16,3 0 0 15,-3 0-1-15,-6 0 3 16,-13 0-5-16,16 0 9 16,-16 0-13-16,-9 0 19 15,10 0-23-15,-7 0 20 16,12 0-15-16,-5 0 9 15,-1 0-3-15,0 0 0 16,0 0 0-16,-5 0-5 0,17 0 10 16,-5 0-8-16,5 0 8 15,10 0-10-15,-9 0 7 16,-6 0-5-16,-7 0 1 16,7 0-13-16,-1 0 9 15,-12 0-10-15,19 0 16 16,-7 4-45-16,-12-4 39 15,19 0 12-15,-6 0-15 16,9 0 9-16,-4 0-8 16,1 0 6-16,0 4-7 0,9 4 6 15,-10 0 0 1,1 0-8-16,0-4 22 0,-13-4-23 16,7 0 12-1,-7 0-15-15,-12 0 0 0,12 0 12 16,-6 0 2-16,0 0-3 15,4 0 1-15,-4 0 6 16,12 0-3-16,1 5 1 16,9 3 27-16,2 7-26 15,-5-2 1-15,15-5-3 16,-9-5 5-16,3 5-6 16,10-8 8-16,-10 8-14 15,3 1 19-15,-9 7-21 16,2-5 19-16,1-2-12 15,-12-6 2-15,15 5 0 0,-3-8-4 16,-13 5 9-16,10-5-11 16,-9 0 12-16,12 0-8 15,-13 8 6-15,16 7-7 16,-15-2 4-16,11 2-1 16,-17-2 6-16,12-5 6 15,2-5-3-15,-2-3-7 16,0 13 12-16,-1-9-13 15,-5 4 7-15,15-5 0 16,-3 6-13-16,-13-5 5 16,16 11 0-16,-3-7-1 15,-6 1 8-15,-13-5-15 0,22 0 16 16,-15 4-14 0,-1-8 15-16,1 0-13 0,-7 8 8 15,7-5-1 1,-1 2 22-16,-12-5-1 0,13 0-19 15,-13 0 3 1,6 0-13-16,7 8 13 0,-7-8-4 16,7 4 0-16,5 4 3 15,-5-3 1-15,-7 6-3 16,7-7-4-16,-7 4 3 16,6-8-7-16,1 8 13 15,6-3-18-15,-4-5 14 16,-2 3-11-16,-1-3 8 15,1 8-3-15,6 0 0 16,-13 1 1-16,6-1-6 0,-12 0 13 16,1-8-16-1,-4 0 19-15,-4 0-19 0,20 0 11 16,-13 0-6-16,0 0 1 16,-9 0 2-16,3 0-3 15,6 7 6-15,-3-7-3 16,-3 0 7-16,0 8-9 15,-3-8 8-15,-4 0-12 16,-8 0 10-16,-1 0-7 16,4 0 3-16,-4 0 0 0,0 5 0 15,4-5-1 1,-4 0-8-16,1 3 18 0,-13-3-11 16,6 0 5-16,-6 0 2 15,9 8 0 1,-3-8-2-16,1 0-4 0,-1 0 1 15,16 0-5-15,-4-8-35 16,-12-15-92-16,-6-10-571 16</inkml:trace>
  <inkml:trace contextRef="#ctx0" brushRef="#br0" timeOffset="97458.74">24917 11782 428 0,'0'0'36'0,"0"0"-23"0,0 0 69 0,0 0-35 16,0 0-39-16,0 0 30 16,0 0 11-16,202 0-23 0,-202 0-11 15,6 0 31-15,-6 0-7 16,0 0-6-16,0 0-31 15,0 20 61-15,0 13-23 16,0-1-21-16,0 11 0 16,0-2-19-16,0 3 26 15,0-4-20-15,0 4 13 16,0-4-13-16,0-8-3 16,0-3-3-16,0-6-3 15,0-7-7-15,0-7-45 16,0-9-35-16,0 0-2 0,0 0 7 15,0 0-27-15,0-20-94 16</inkml:trace>
  <inkml:trace contextRef="#ctx0" brushRef="#br0" timeOffset="97788.03">25016 11995 304 0,'0'0'92'0,"0"0"27"0,0 0 44 0,0 0-41 0,0 0-2 0,0 0-28 16,69-8-39-16,-29 8-26 16,-15 0-10-16,9 0-15 15,-6 0-4-15,0 0-39 16,-4 0-13-16,-17 0-123 16,8-12-101-16</inkml:trace>
  <inkml:trace contextRef="#ctx0" brushRef="#br0" timeOffset="98237.03">25571 12055 670 0,'0'0'64'0,"0"0"24"0,0 0 43 0,0 0-60 0,0 0-22 0,0 0 14 16,0 200-24-16,0-155 0 15,-12-1-7-15,-16-12-18 16,22 4-3-16,-13-16-10 0,13-4-2 15,-3-4-36 1,9-12-16-16,0 0-112 0,0 0-179 16,0-28-246-1</inkml:trace>
  <inkml:trace contextRef="#ctx0" brushRef="#br0" timeOffset="98952.08">26074 11967 436 0,'0'0'151'0,"0"0"-68"0,0 0 2 0,0 0-25 0,0 0-12 15,0 0 18-15,-69 0-9 16,45 8-23-16,8-4-8 15,4 12 14-15,12-4-15 16,0 0 6-16,0 4-31 16,0 4 0-16,0-4-5 15,0 0-1-15,21-3 8 0,10-2-2 16,4-3 0-16,-1 4 1 16,6 1-3-16,6-2 5 15,-11 6-3-15,11-6 7 16,-6 9-7-16,-21-4 3 15,3 1-6-15,-16 2 3 16,-6-2 0-16,0 15 6 16,0-8 8-16,-6 3 9 15,-28-10-10-15,-1-6 5 16,1-3-17-16,10-8-1 16,-11 0-3-16,8 0-14 15,-4 0-37-15,-10-3-47 16,20-33-113-16,-4-8-140 0</inkml:trace>
  <inkml:trace contextRef="#ctx0" brushRef="#br0" timeOffset="99205.43">26142 11843 563 0,'12'0'142'0,"7"0"-113"0,3 0 99 0,2 0-50 0,17 0-63 15,-1 0-15-15,0 0-12 16,1 0-88-16,-20-8-45 15,10-1-281-15</inkml:trace>
  <inkml:trace contextRef="#ctx0" brushRef="#br0" timeOffset="99868.23">26936 11954 468 0,'0'0'105'0,"0"0"22"16,0 0-16-16,0 0 2 15,0 0 0-15,0 0-56 16,-53 174-7-16,53-143-33 16,-6-10-6-16,6-6 8 15,0-7-19-15,0-8 0 16,0 0-8-16,0 0-9 16,0-8-30-16,0-15 45 15,31-5 1-15,9-1 2 16,0 9-2-16,1 8 0 0,-7 12-3 15,6 0 1 1,-21 0 2-16,9 17 2 0,-16 11 20 16,16-5-3-16,-22-7-10 15,6-11-8-15,4-5-18 16,18 0-53 0,-9-13 10-16,21-10 57 0,7 2 6 15,-13 9-10-15,-5 12 16 16,-8 0-3-16,-8 0 7 15,-3 5 3-15,-4 18-2 16,-6-3-12-16,0-4-1 16,-6 0-21-16,0-4-145 0,0-4-160 15</inkml:trace>
  <inkml:trace contextRef="#ctx0" brushRef="#br0" timeOffset="100553.95">27745 12147 398 0,'0'0'100'0,"0"0"2"0,0 0-28 0,0 0-10 0,0 0-9 16,0 0-2-16,53 33 2 15,-19-38-7-15,0-26-4 16,6-10-24-16,-15 5 2 16,-10 0-15-16,-8 16 8 15,-7 4 17-15,0 16 7 16,0 0-8-16,-34 0-23 15,-19 12-6-15,-9 24-1 16,3 4 5-16,19-4-6 16,12-8 6-16,15-8-4 15,13-7-4-15,0-2-19 0,0-7-3 16,0-4 0-16,6 0 11 16,22 0-1-16,-3 0 14 15,3-15 2-15,6-10 9 16,-15 6-11-16,-13 2-1 15,10 9-3-15,-10 8 8 16,-6 0 0-16,0 0 11 16,0 0 11-16,6 0-26 15,6 20-10-15,16 4 3 16,13 1 14-16,5 3-9 16,1-8 2-16,-1-1-1 15,-6 6-2-15,1 3 3 16,-7 0 3-16,-9-1-3 0,2 6-35 15,-20 3 28 1,-7-3 0-16,0-2 7 0,-19 5 47 16,-43-16-21-16,-3 1-6 15,-3-18-5-15,3-3-15 16,18 0-3-16,13 0-4 16,12 0 3-16,16-16-35 15,6 1-40-15,0-6-225 16</inkml:trace>
  <inkml:trace contextRef="#ctx0" brushRef="#br0" timeOffset="102700.5">21168 12645 368 0,'0'0'17'0,"0"0"-5"0,0 0 62 0,0 0-22 15,0 0-3-15,0 0 0 16,-55-13-1-16,48 13 3 16,-5 0-6-16,6 0 3 0,0 0-7 15,-16 0 14 1,22 0-14-16,-6 0-11 0,-1 0-16 16,7 0 4-16,0 0 7 15,0 0-7-15,0 0 10 16,0 0-27-16,0 0 8 15,0 0-9-15,0 0-6 16,0 0-1-16,0 13 5 16,25-10 2-16,9 6 13 15,7-9 2-15,5 11 5 16,10-6 5-16,-3-5-21 16,-1 8 5-16,1-8-7 15,15 0-2-15,-3 0 1 16,-3 0 0-16,-9 0-1 15,0 0 4-15,3 0-9 16,-19 8 14-16,31-4-14 0,-15 4 12 16,15-5-10-16,-15-3 3 15,-1 5 0-15,17-5-1 16,-10 0-5-16,9 0 6 16,-9 0-12-16,3 0 11 15,-3 0 0-15,0 0-6 16,-4 0 7-16,4 0-2 15,0 0-6-15,3 0-7 16,3 0-1-16,10 0-7 16,-7 0 11-16,3 0 4 15,10 0 4-15,-1 0-9 0,-5-5 4 16,-1 2-6-16,4 3 7 16,-10 0 6-16,6 0-19 15,-2 0 17-15,-10 0 1 16,-3 0-4-16,9 0 11 15,-15 0-8-15,15 0 5 16,-9 0-2-16,0 0 0 16,9 3-4-16,-9 5 4 15,3 5-4-15,-9-5 2 16,-1 4-1-16,4-4 1 16,-3-4-4-16,-1-4 0 15,1 0-2-15,0 0 9 16,-3 8 0-16,2 0 2 15,1-3-4-15,15 1 7 0,-3 3-5 16,10-9 3-16,-10 4-6 16,9-4 7-16,-6 0-7 15,-2 0 3-15,-11 0 0 16,4 0 0-16,-6 0 2 16,0 12 4-16,3 0-5 15,-4 4 10-15,1-8-8 16,9 5 2-16,-9-10-5 15,-1 5 0-15,1-4 5 16,3 1-1-16,-3-2 7 16,-7 2-9-16,13 3 3 0,3-5 3 15,-15 1-8 1,18-4 2-16,-10 4-4 0,-2 0 3 16,6 1-1-16,-12-5 0 15,15 0 0-15,-3 0-6 16,15 0 12-16,-15 0-6 15,3 0 5-15,-3 0-8 16,-6 0 10-16,2 0-6 16,-2 0 0-16,-6 0 10 15,-1 3 2-15,1-3-10 16,-1 5 8-16,16-5-10 16,-15 0 6-16,18 0-3 15,-13 3-4-15,4 2 3 16,-3 2-3-16,0-3 1 15,-7 5 2-15,1-9-6 16,-7 0 9-16,-6 0-11 0,0 0 15 16,-9 0-11-16,15 0 2 15,-12 8 17-15,6-8-8 16,-9 3-1-16,9-3-7 16,0 5 5-16,-6-5-8 15,3 0 6-15,3 0-8 16,-6 0 6-16,-3 0-3 15,-3 0 0-15,3 0 0 16,2 3 9-16,8-3-9 16,-1 5 3-16,6-5 2 15,-9 0-6-15,16 0 2 0,-7 0-2 16,-6 0 2-16,0 0-1 16,-6 0 0-16,3 0 3 15,-3 0-7-15,0 0 8 16,-3 0-5-16,-4 0 6 15,-2 0-3-15,-7 0 3 16,4 0-8-16,-10 0 3 16,6 0 0-16,4 0-2 15,-10 0 2-15,0 0-3 16,-6 0-8-16,7 0-1 16,-7 0-22-16,6 0 31 0,-6 0-15 15,0 0 3 1,15 0-47-16,-15 0-169 0,0 0-309 15</inkml:trace>
  <inkml:trace contextRef="#ctx0" brushRef="#br0" timeOffset="104281.89">21522 14233 155 0,'0'0'56'15,"0"0"-4"-15,0 0 76 0,0 0-15 0,0 0-25 0,0 0 9 16,0 0-13-16,366 32-21 16,-304-24-1-16,-10-8-11 15,10 0-38-15,-9 0-3 16,6 0 4-16,22 0 32 15,-1 0-32-15,-5 0 10 16,24 4-7-16,-12 0 0 16,18-1-5-16,-2 2 2 15,2-5-3-15,22 8-8 16,-12-4-3-16,18 0 7 16,-12 8-12-16,0-4 12 15,-9-4-9-15,2 8 3 16,-8-3-1-16,2-9 0 15,-2 0-2-15,8 0-1 16,7 0 5-16,-6 0-5 16,18 0 6-16,-5 3-5 0,-1 9 4 15,-10 0-2-15,4 5 0 16,-6-10 3-16,-16 6-3 16,-18-10 1-16,6 10-5 15,-13-10 10-15,-2 14-8 16,-10-9 7-16,12 3-2 15,-3-6 0-15,10 2 5 16,-7-7-6-16,1 0 6 16,-4 0-4-16,3 0-3 15,7 0 13-15,0 0-9 0,-10 0 9 16,-3 0-11 0,7 0 7-16,-29 13-6 0,13-10 4 15,3 5-2-15,3-8-3 16,-12 0-3-16,21 0 5 15,-12 0-8-15,10 0 10 16,2 0-8-16,-15 0 9 16,22 0-5-16,-7 0 2 15,-15 0 3-15,3 0 7 16,-3 9-15-16,-13-9 7 16,16 3-3-16,-15-3-3 15,6 5 4-15,-7-5-6 16,-12 0 3-16,13 8 1 15,-13-5-3-15,-3-3 4 16,-9 0-10-16,5 0 2 0,-2 0 1 16,-3 0-24-16,3 0 14 15,-4 0 1-15,-2-11-34 16,-19-14-84-16,0-3-375 16</inkml:trace>
  <inkml:trace contextRef="#ctx0" brushRef="#br0" timeOffset="106014.5">24802 13222 60 0,'0'0'612'0,"0"0"-573"0,0 0 17 15,0 0-20-15,0 0-31 0,0 0 27 16,137-24 42-16,-85 8-20 16,1 0-28-16,0 4 13 15,0-1-20-15,-13 13 2 16,-12 0-13-16,6 0 6 16,-28 17-10-16,-6 19 8 15,0 0 18-15,0 16-19 16,0-3 2-16,-6-1-10 15,-16-12-4-15,10-8 4 16,6-12-6-16,6-8 0 16,0 0-25-16,6-4-8 15,40-4 3-15,7 4 30 0,-6-4 6 16,-13 0-6-16,0 4 7 16,-22 4-8-16,-12 4-1 15,0 12 5-15,0 4 58 16,0 8-19-16,-46 5-12 15,-7-5-19-15,0-5 6 16,-9-3-14-16,-3-7 0 16,19-1-36-16,-1-12-20 15,19-8-61-15,28 0-102 16,0 0-136-16</inkml:trace>
  <inkml:trace contextRef="#ctx0" brushRef="#br0" timeOffset="106429.62">25664 13515 169 0,'0'0'325'0,"0"0"-156"0,0 0-24 0,0 0 18 0,0 0-50 16,0 0-28-16,0 165-60 16,0-118-9-16,0 6-15 15,-24-6 8-15,-4-6-9 16,21-1-1-16,1-24-6 16,0-8-31-16,6-8-62 15,0 0-171-15,0-8-139 16</inkml:trace>
  <inkml:trace contextRef="#ctx0" brushRef="#br0" timeOffset="106964.69">25999 13334 304 0,'0'0'386'16,"0"0"-347"-16,0 0 60 15,0 0-5-15,0 0-68 16,0 0-16-16,87 45 3 16,-53-42 9-16,0 2-12 15,7-2 26-15,-1 5 5 16,-9 4-3-16,3 4-20 15,-6 5 7-15,-16 7-19 0,-12-5-1 16,0 18 1 0,0 3-4-16,0 0 12 0,-12 12-13 15,-16 0 2-15,-6-4 2 16,21 1-4-16,-5-1-1 16,-4-8-13-16,16-8-2 15,-6-11-38-15,12-18-18 16,0-7-12-16,0 0 5 15,0 0-49-15,0-28 4 16,0-12-67-16</inkml:trace>
  <inkml:trace contextRef="#ctx0" brushRef="#br0" timeOffset="107179.5">26114 13731 309 0,'0'0'252'0,"0"0"-145"15,0 0 86-15,0 0-26 16,0 0-93-16,0 0-40 16,226-4-34-16,-173 1 0 15,-19-10-51-15,-6 5-31 16,-9-4-193-16</inkml:trace>
  <inkml:trace contextRef="#ctx0" brushRef="#br0" timeOffset="107811.26">26709 13627 530 0,'0'0'104'0,"0"0"-18"16,0 0 10-16,0 0-14 15,0 0-5-15,0 0-9 16,0 9-2-16,0-9-11 16,0 0-10-16,-6 0-37 15,-22 3 10-15,-6 5-11 0,-12 12 13 16,21-4-10-1,-16 9 4-15,1-2-1 0,12-2 0 16,22-6-9 0,0-2-2-16,6-5-4 0,0 0-6 15,0 0 5-15,0-1-19 16,25 1 10-16,9 9 10 16,28-1 2-16,9 8 3 15,-3 4 8-15,-9 0-11 16,-6 0-5-16,-13-4-2 15,-18-4 9-15,-10-3-4 16,-12-6-3-16,0 5 5 0,0-4 2 16,0 12 3-1,-18 1-1-15,-38-2-1 0,-15-2-6 16,15-17-12 0,-3-4-8-16,6 0-42 0,7-25 3 15,18-19-124-15,9-12-104 16</inkml:trace>
  <inkml:trace contextRef="#ctx0" brushRef="#br0" timeOffset="107960.69">26709 13627 726 0</inkml:trace>
  <inkml:trace contextRef="#ctx0" brushRef="#br0" timeOffset="108070.78">26709 13627 726 0,'0'-72'201'0,"19"68"-194"0,3-4 3 0,-4 4 41 0,16 4 10 0,-15 0-22 0,21 0 8 15,7-5-44-15,2 2-3 16,4-5-59-16,0-8-51 16,-1-1-141-16,-5 6-352 15</inkml:trace>
  <inkml:trace contextRef="#ctx0" brushRef="#br0" timeOffset="108643.83">27376 13651 278 0,'0'0'369'15,"0"0"-298"-15,0 0 22 0,0 0 18 16,0 0-55-1,-6 0-12-15,0 0 23 0,6 0-10 16,-7 16-28 0,-5 8 2-16,-4 21 7 0,10-1-23 15,0 12-1-15,-6-16-14 16,12-8 7-16,0-16-5 16,0-16-4-16,0 0-9 15,0 0-15-15,0 0-10 16,0-41 9-16,52-2 16 15,7-1 9-15,-3 12-15 16,-9 15-9-16,-7 17 1 16,-3 0-1-16,-9 8 20 15,0 28 6-15,-10-8 17 0,-11 8 50 16,8-15-52-16,-9-17 0 16,1-4-15-16,-1 0-25 15,15 0-46-15,-2 0 62 16,9 0 3-16,-3 0 6 15,9 0 8-15,0 0-4 16,0 16 6-16,-3-4-8 16,3 4-4-16,-12 4-9 15,-3 4-8-15,-7-8-150 16,-3-4-124-16</inkml:trace>
  <inkml:trace contextRef="#ctx0" brushRef="#br0" timeOffset="109394.38">28294 13968 322 0,'0'0'152'0,"0"0"-102"0,0 0 30 0,0 0-12 16,0 0-10-1,0 0-30-15,198 8 25 0,-164-40 2 16,-12-4-1-16,-10-4-23 15,-5 8-20-15,-7 0-3 16,0 8-2-16,-28 19 37 16,-37 2-23-16,12 3 48 15,-9 0-24-15,3 24-30 16,6 12-10-16,19-8-1 16,6 8-3-16,22-8-13 15,6-8-16-15,0-7-18 16,0-6 41-16,0-7-12 15,40 0 3-15,7 0 2 0,12-7 13 16,3-29-2-16,-3-5 3 16,-13-3-5-16,-12 12-7 15,-21 8 11-15,-4 11-8 16,-9 13 8-16,0 0 20 16,0 0 16-16,0 0-8 15,0 0-26-15,0 0-2 16,0 13-20-16,0 18 15 15,40-2 4-15,13 7 0 16,6-4 2-16,9 8-3 16,-3 13 2-16,-9 3-88 15,-25 7 87-15,-9 10-8 0,-22-1-5 16,0 16 14-16,-41-8 29 16,-33 1 20-16,-13-18 38 15,0-14-29-15,7-25-17 16,21-24-13-16,12 0-11 15,7-4-17-15,12-32-25 16,22-13 4-16,6 10-10 16,12-2 2-16,75 10-36 15,22-2 33-15,12 17-37 16,-4 4-115-16,-14 4-158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3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E289CE8-522E-5EAF-9E77-99589B217FD2}"/>
                  </a:ext>
                </a:extLst>
              </p14:cNvPr>
              <p14:cNvContentPartPr/>
              <p14:nvPr/>
            </p14:nvContentPartPr>
            <p14:xfrm>
              <a:off x="3837600" y="2933640"/>
              <a:ext cx="414360" cy="7077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E289CE8-522E-5EAF-9E77-99589B217F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8240" y="2924280"/>
                <a:ext cx="433080" cy="72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90BD18D-8FFA-CC29-65AF-B32C624840B5}"/>
                  </a:ext>
                </a:extLst>
              </p14:cNvPr>
              <p14:cNvContentPartPr/>
              <p14:nvPr/>
            </p14:nvContentPartPr>
            <p14:xfrm>
              <a:off x="5846760" y="269640"/>
              <a:ext cx="6174360" cy="6293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90BD18D-8FFA-CC29-65AF-B32C624840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7400" y="260280"/>
                <a:ext cx="6193080" cy="63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654EF2EB-4544-3BA6-52F2-7C95486C9BA3}"/>
                  </a:ext>
                </a:extLst>
              </p14:cNvPr>
              <p14:cNvContentPartPr/>
              <p14:nvPr/>
            </p14:nvContentPartPr>
            <p14:xfrm>
              <a:off x="1407600" y="733320"/>
              <a:ext cx="10414800" cy="57452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654EF2EB-4544-3BA6-52F2-7C95486C9B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8240" y="723960"/>
                <a:ext cx="10433520" cy="576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5BFB197-6C8C-83E8-4110-C7ADD69A1A13}"/>
                  </a:ext>
                </a:extLst>
              </p14:cNvPr>
              <p14:cNvContentPartPr/>
              <p14:nvPr/>
            </p14:nvContentPartPr>
            <p14:xfrm>
              <a:off x="5565600" y="264240"/>
              <a:ext cx="6422040" cy="57852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5BFB197-6C8C-83E8-4110-C7ADD69A1A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6240" y="254880"/>
                <a:ext cx="6440760" cy="580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A971CFB-BDF6-2D36-4CC1-3F5001C694FE}"/>
                  </a:ext>
                </a:extLst>
              </p14:cNvPr>
              <p14:cNvContentPartPr/>
              <p14:nvPr/>
            </p14:nvContentPartPr>
            <p14:xfrm>
              <a:off x="495720" y="786600"/>
              <a:ext cx="11285640" cy="53380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A971CFB-BDF6-2D36-4CC1-3F5001C694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6360" y="777240"/>
                <a:ext cx="11304360" cy="5356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6AF88B2-5BF6-BFE2-7CCA-722ABB656111}"/>
                  </a:ext>
                </a:extLst>
              </p14:cNvPr>
              <p14:cNvContentPartPr/>
              <p14:nvPr/>
            </p14:nvContentPartPr>
            <p14:xfrm>
              <a:off x="783720" y="1837440"/>
              <a:ext cx="10073160" cy="1294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6AF88B2-5BF6-BFE2-7CCA-722ABB6561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4360" y="1828080"/>
                <a:ext cx="10091880" cy="131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6AF4776-F820-E226-AB9E-948445F04CAA}"/>
                  </a:ext>
                </a:extLst>
              </p14:cNvPr>
              <p14:cNvContentPartPr/>
              <p14:nvPr/>
            </p14:nvContentPartPr>
            <p14:xfrm>
              <a:off x="242280" y="344880"/>
              <a:ext cx="11406240" cy="56426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6AF4776-F820-E226-AB9E-948445F04C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920" y="335520"/>
                <a:ext cx="11424960" cy="566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63AE060-C58E-3629-CBF0-D87C06934950}"/>
                  </a:ext>
                </a:extLst>
              </p14:cNvPr>
              <p14:cNvContentPartPr/>
              <p14:nvPr/>
            </p14:nvContentPartPr>
            <p14:xfrm>
              <a:off x="391680" y="763560"/>
              <a:ext cx="10629360" cy="57679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63AE060-C58E-3629-CBF0-D87C069349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320" y="754200"/>
                <a:ext cx="10648080" cy="578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</Words>
  <Application>Microsoft Office PowerPoint</Application>
  <PresentationFormat>Widescreen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2026-08-25T02:04:37Z</dcterms:created>
  <dcterms:modified xsi:type="dcterms:W3CDTF">2026-08-25T23:22:49Z</dcterms:modified>
</cp:coreProperties>
</file>