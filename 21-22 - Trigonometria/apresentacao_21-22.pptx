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3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4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notesSlides/notesSlide5.xml" ContentType="application/vnd.openxmlformats-officedocument.presentationml.notesSlide+xml"/>
  <Override PartName="/ppt/ink/ink9.xml" ContentType="application/inkml+xml"/>
  <Override PartName="/ppt/notesSlides/notesSlide6.xml" ContentType="application/vnd.openxmlformats-officedocument.presentationml.notesSlide+xml"/>
  <Override PartName="/ppt/ink/ink10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9-22T23:04:01.1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12406 5117 249 0,'0'0'108'0,"0"0"13"0,0 0-28 16,0 0-30-1,0 0-25-15,0 0 5 16,0 0-4-16,0 0 32 15,10 0-24-15,-10 0 29 16,3 0-21-16,-3-2 2 16,0 2-37-16,2 0 3 15,-2 0 12-15,0 0-17 0,0 0 23 16,0 0-22-16,0 0 27 16,0 0-26-16,0 0 12 15,0-2-23-15,0 0 2 0,0 0-9 16,0-2-2-1,-9 4 0-15,0-2 0 0,-7 2-13 16,1 0 20 0,-5 0-15-16,-3 0 16 15,2 12-16-15,-2 4 6 16,-2 4 2-16,1 1 0 0,6-7 7 16,7 2-14-1,4-9 15-15,3 0-16 0,4-3 5 16,0-2 3-16,0-1-17 0,0 7 14 15,16 0 1 1,-1 2 2-16,10 1-4 16,4-4 10-16,-4 2-5 15,-4-3 8-15,0 0-17 16,-3-1 13-16,-1 2-6 16,1-3 1-16,0 3 0 15,0 2-2-15,-5 3 6 0,-2 0-10 16,-2 3 14-1,-2 4-16-15,-7 1 18 16,0 2-18-16,0 6 15 16,0 2-7-16,-25 2 13 15,-2 5-11-15,5-10 0 0,-2-3 3 16,1-4-4-16,10-6 6 16,-3-4-14-16,5-5 4 15,-3-2-11-15,4-3-13 16,-5 0 6-16,5 0-30 15,3-19-66-15,5-14-113 16,2-4-97-16</inkml:trace>
  <inkml:trace contextRef="#ctx0" brushRef="#br0" timeOffset="492.22">12577 5320 452 0,'0'0'98'0,"0"0"-20"0,0 0 14 0,0 0-32 16,0 0-3-16,0 0-14 16,0 0 20-1,0 0 7-15,0 3-44 0,0 12-6 16,0 3-12-16,0-2-1 16,5 4-3-16,3-2-2 15,5-5 1-15,-1-2 5 0,1 8 16 16,3-11 7-1,-1 3-26-15,4-5 6 0,-6 2-14 16,5-2 9 0,-3-4-10-16,-1 1 4 0,-3-2-11 15,-5-1-3 1,3 0 2-16,-2 0 6 0,-5 0 4 16,-2-4-5-1,2-4-1-15,-2 0-14 16,0 6-37-16,0-8-47 0,0 8-85 15,0-6-10-15,0 0-123 16</inkml:trace>
  <inkml:trace contextRef="#ctx0" brushRef="#br0" timeOffset="790">12530 5276 445 0,'0'0'280'0,"0"0"-252"0,0 0 156 0,0 0-93 16,0 0-51-16,125 9-27 15,-105-9-10-15,-4-1-6 16,2-10 6-16,-7-1-6 16,-3-6-26-16,-4 3-47 15,0-6-136-15,-4 0-119 0</inkml:trace>
  <inkml:trace contextRef="#ctx0" brushRef="#br0" timeOffset="973.53">12637 5111 705 0,'0'0'232'16,"0"0"-203"-16,0 0 38 0,0 0-23 15,0 0 31 1,0 0-11-16,70-19-50 0,-55 12-14 16,-1 0-23-1,-6 4-64-15,-3 3-120 0,-3 0-309 16</inkml:trace>
  <inkml:trace contextRef="#ctx0" brushRef="#br0" timeOffset="1440.2">12978 5438 669 0,'0'0'66'0,"0"0"44"15,0 0-40 1,0 0-66-16,0 0 30 16,0 0-27-16,0-86 21 15,-3 72-11-15,3 2 23 0,0 3-14 16,0 3 4-1,0 2-29-15,0 4 6 0,0 0-7 16,0 0-18-16,0 0-17 0,0 13 10 16,14-1 16-1,1 4 17-15,8-4-14 0,-5-2 12 16,2-2-8 0,-2-4 4-16,-1-2-2 15,8-2 24-15,-5 0-18 0,0-12 40 16,2-12-27-16,-8-8-4 15,-1 1-12 1,-6 2-6-16,-3 2-3 16,-4 5 4-16,0 1-22 15,0 7-27-15,0-3-14 16,0 5-56-16,0 0-47 16,0-2-323-16</inkml:trace>
  <inkml:trace contextRef="#ctx0" brushRef="#br0" timeOffset="2360.3">13987 4992 527 0,'0'0'41'0,"0"0"36"0,0 0-33 16,0 0-20-16,0 0 14 15,0 0 10-15,-31 99 13 16,22-68 32-16,-5-4-16 0,-1 3-39 16,-1-3 28-1,-3 2-27-15,-6-3 5 16,-2 1-24-16,-2-1 7 16,0-8-21-16,-2 0 5 0,2-12-7 15,2-6 1 1,3 0 4-16,2-8-5 0,1-17-8 15,6-2 4-15,4-2-4 16,6 1 3-16,3-2 1 16,2 6-1-1,0-2-1-15,0 14-4 0,0 1 12 16,0 9-7-16,0-1 9 16,0 3-6-16,0 0-2 15,14 0-10-15,10 12 9 16,12 4 2-16,6 4-7 15,4 4 12-15,2-4-10 16,-2 6 12-16,-5-2-12 16,-6 3 9-16,1-1-10 15,-7 0 3-15,-4-6-6 16,-3 0 1-16,-3-6-10 16,-5-6-11-16,6-5 0 15,-4-3 25-15,3 0-69 0,2-21 33 16,-3-11-56-16,-7-3-158 15,-5 6-160-15</inkml:trace>
  <inkml:trace contextRef="#ctx0" brushRef="#br0" timeOffset="2990.06">14502 5298 525 0,'0'0'12'0,"0"0"53"16,0 0 31-1,0 0 23-15,0 0 8 0,0 0-31 16,58 0-54 0,-36 0-16-16,5 0-9 15,-3 0-15-15,-3 0 7 0,-2 0-4 16,-5 0-10-16,-3 0 5 16,1 0-14-1,-8-2-35-15,5 2 2 0,-7-4-61 16,-2 0-85-16,0-2-7 0</inkml:trace>
  <inkml:trace contextRef="#ctx0" brushRef="#br0" timeOffset="3270.3">14444 5153 515 0,'0'0'182'0,"0"0"-26"0,0 0 17 16,0 0-120-16,125 0-33 15,-94 0-20-15,-2 0-14 0,-2 0-47 16,-5 0-55-16,-2-2-76 16,-6-2-108-16</inkml:trace>
  <inkml:trace contextRef="#ctx0" brushRef="#br0" timeOffset="3950">15296 4948 515 0,'0'0'43'0,"0"0"99"0,0 0-37 0,0 0-51 15,0 0 49 1,0 0-37-16,-65 0 12 0,47 9-33 16,-5 7 16-1,-1 0-23-15,-6 8-7 16,9 2-14-16,-2 0-17 16,3 1 3-16,5 3 5 0,8-5 4 15,5 0-7-15,2-2-4 0,0 2 0 31,9-3-1-31,16 0 0 0,4-4 0 16,4 0-3-16,0-7-12 16,5-2-4-16,-3-6-9 15,-3-3 23-15,3 0-48 16,-6 0-14-16,2-16-70 16,-6-3-139-16,-7-2-151 15</inkml:trace>
  <inkml:trace contextRef="#ctx0" brushRef="#br0" timeOffset="4350.09">15467 5223 470 0,'0'0'45'16,"0"0"49"-16,0 0 9 15,0 0-34-15,0 0-34 16,0 0-24-16,-16 56 4 15,29-50 62-15,8-3-5 16,1 2-14-16,2-5-22 16,5 0-21-16,-2 0 63 0,-2 0-70 15,4-9-3 1,0-11 0-16,0-9 0 0,0 0 8 16,-8 1-14-1,-7 1 8-15,-7 4-14 0,-7-2 3 16,0 0-5-16,-25 4-37 15,-4 6 3 1,-2 9 35-16,-3 6 8 0,3 0 9 16,2 0-9-16,2 12-34 15,4 5-95-15,4 2-44 0,9-2-26 16,5 1 26 0,5-2 140-16,0-2-41 0,24-4-204 15</inkml:trace>
  <inkml:trace contextRef="#ctx0" brushRef="#br0" timeOffset="4871.79">15971 5034 620 0,'0'0'54'0,"0"0"-27"16,0 0 48-16,0 0-25 0,0 0-4 15,0 0 11 1,-52 27 2-16,48-15-1 0,4 0-16 16,0 2 36-16,0 2-48 0,0-3-2 15,11 4-24 1,7-3 8-16,7-1-4 16,0-1-8-16,9 2 7 15,0-1-7-15,-3 4-2 16,-3-3 2-16,-3-4 0 15,-7-1 8-15,-5-3-17 16,-5 3 9-16,-6 3-6 16,-2 0 3-16,-2-1 3 0,-23 6 9 15,-6-5-8-15,-5 0 28 16,0-4-26 0,5-4 0-16,-1 2-3 0,9-4-8 15,0 2-16-15,5 0-26 16,5-2 2-16,9-2-91 15,4 0-85-15,0 0-59 16,17 0-127-16</inkml:trace>
  <inkml:trace contextRef="#ctx0" brushRef="#br0" timeOffset="6079.91">16441 4986 445 0,'0'0'93'0,"0"0"2"0,0 0-7 16,0 0 1-1,19 129-13-15,-12-93-3 0,-7 4-24 16,3 4-12 0,-3 6-31-16,6 3 39 0,-2-1-35 15,1 2-1 1,-5 0-18-16,0-4 17 0,0 0-8 15,0-6 0-15,0-4 1 0,0-4 22 16,0-6 11 0,0-7-11-16,0-9-15 15,0-8-5-15,-2-6-3 16,-3 0 4-16,1 0 12 16,-5-13-3-16,0-12-6 15,-2 1-2-15,2-2 19 16,0-6-20-16,2 0 6 15,5-3-5-15,2-8-6 0,0-2 1 16,2-5-7-16,7-2 1 16,0-3-6-1,-2 2 8-15,-1 7 7 16,1 8-16-16,5 5 18 16,1 3-11-16,3 6 7 0,-6 0-4 15,3-1-2-15,-1 2-9 16,-1-4-6-16,1 8-13 15,-4 0 33-15,3 2 22 0,3 5-22 16,-1 4-5 0,5 0-4-16,-3 3 9 0,1 2 0 15,-1 3 5 1,-1 0 0-16,1 0-10 16,-1 0 16-16,-3 0-20 15,2 0 18-15,1 0-11 16,-3 8 5-16,1 0-6 15,-6 0 6-15,-2 4-3 0,-4-1 4 16,0 6-3-16,0-1 1 16,-18 0 2-16,-1 0 17 15,-8-4-17-15,2 0 15 16,0-4-16-16,3-2 5 16,3 2 3-16,2-2-9 15,9 0 0-15,1-2 5 16,3-4-14-16,4 0 7 15,0 0-4-15,0 0-22 16,0 0 13-16,15 0 6 0,6 0 7 16,-2 0-2-16,6 0 6 15,-1 0-9-15,-1 0 11 16,-4 7-10-16,0 2 13 16,-1-1-12-16,-5 2 3 15,-5-4-2-15,0 7 2 16,-8-1 1-16,0-5 23 15,0 9-5-15,-23-1 21 16,-8-2-27-16,-7 4 6 0,2-3-16 16,-2-4 2-1,5 2-5-15,6-4-7 16,8-4-1-16,5 0-45 16,7-2 5-16,1-1-91 0,2 3-170 15,-4 5-291 1</inkml:trace>
  <inkml:trace contextRef="#ctx0" brushRef="#br0" timeOffset="9150.14">12289 6297 378 0,'0'0'105'0,"0"0"-64"15,0 0 22 1,0 0 20-16,0 0 9 16,0 0 16-16,0-5 12 15,0 5-67-15,0 0-2 16,0 0-14-16,0 0 21 16,0 0-32-16,0 0-4 0,0 0 3 15,0 0 0-15,-2 0 1 16,-4 0-20-16,-4 0 4 15,-1 0-9-15,-1 0 16 16,-5 8-16-16,-2 3 16 16,3 6-15-16,-4 8 5 15,0 0-7-15,6 4 4 16,3-4-8-16,9-3 8 16,2-4-15-16,0-5 6 0,0-4 5 15,11 2-11-15,9-9 10 16,5 2-3-16,6-4-1 15,5 0-19-15,4-17-30 16,-1-5-13-16,2-2-76 16,-10 7-89-16,-9 3-88 15</inkml:trace>
  <inkml:trace contextRef="#ctx0" brushRef="#br0" timeOffset="9567.35">12483 6427 527 0,'0'0'21'0,"0"0"-3"0,0 0-15 0,0 0-6 16,0 0 10 0,0 0-3-16,31 34 40 0,-10-34 14 15,1 0 16 1,0 0-13-16,5-11 29 0,-3-10-17 16,-3-1-39-1,0-3-22-15,-7 2 9 0,-9 0-19 16,-5 3 7-16,0 7 9 15,0-2-12-15,-25 7-6 16,-4 4-19 0,-5 4-11-16,1 0-17 0,2 8 30 15,6 12 4-15,4 8-7 0,5-4-114 16,9-2-67 0,7-8-298-16</inkml:trace>
  <inkml:trace contextRef="#ctx0" brushRef="#br0" timeOffset="10011.77">12904 6216 310 0,'0'0'284'16,"0"0"-266"-16,0 0 41 15,0 0-27-15,0 0-4 16,0 0 9-16,-51 43-24 16,51-38 46-16,0 3-47 15,0 0 29-15,7 0 5 16,8 1 3-16,6-2-11 0,0 0-7 15,2-2-8 1,0 3-18-16,-6-4 25 0,3 0-19 16,-9-2-2-16,-4 0-4 15,-4 3 5-15,-3 1-2 16,0 6-6-16,0 1 26 16,-19 7 1-16,-10 2-16 15,-4-1-11-15,2-6 8 16,2-4 0-16,4-5-20 15,10-5-2-15,6-1-13 16,4 0-21-16,5 0-50 0,0 0-205 16,14-1-386-16</inkml:trace>
  <inkml:trace contextRef="#ctx0" brushRef="#br0" timeOffset="11100.23">13804 6136 467 0,'0'0'23'0,"0"0"-6"15,0 0 52-15,0 0 4 16,0 0 0-16,0 0 20 16,-39 104-25-16,30-88-24 0,-7 0 35 15,-5 4-26 1,-2 2-20-16,-8 0-22 0,-5 1 19 16,2-8-8-16,0-4-1 15,3-7 3-15,2-4-12 16,-2 0 22-16,9-4-32 15,0-13-1-15,9-1 14 16,1 2-16-16,8 2 2 16,4 3 4-16,0-4-5 0,0 3 0 15,0 2-4 1,13 2 5-16,5 4-8 0,0 3 14 16,2 1-16-1,4 0 17-15,-3 5-16 0,8 7 7 16,2 3-3-16,0-6-12 15,5 2-7-15,1 5 17 16,-3-2 4-16,-3 5-11 16,-4 3 23-16,0 0-18 15,-3 1 8-15,0-8-57 0,1 4 43 16,-3-12-20 0,3-7 28-16,2 0-36 0,-3-5-31 15,0-16-148 1,-5 0-25-16,-7 3-236 15</inkml:trace>
  <inkml:trace contextRef="#ctx0" brushRef="#br0" timeOffset="11610.21">14373 6436 723 0,'0'0'18'0,"0"0"159"0,0 0-116 0,0 0-36 16,138 0-25-16,-107-4-16 15,-6-3 14-15,-10-4-6 16,-4 1-1-16,-4 0-60 15,-5 1-54-15,-2-2-89 16</inkml:trace>
  <inkml:trace contextRef="#ctx0" brushRef="#br0" timeOffset="11852.18">14380 6284 432 0,'0'0'336'15,"0"0"-242"-15,0 0 64 16,0 0-110-16,0 0-32 16,131 19-16-16,-107-19-6 15,-1 0-9-15,-1-6-80 0,-9-9-85 16,0 5-117-1</inkml:trace>
  <inkml:trace contextRef="#ctx0" brushRef="#br0" timeOffset="12546.98">15061 6132 683 0,'0'0'43'0,"0"0"20"0,0 0 1 15,0 0-34-15,0 0 9 16,0 0 18-16,-104 21 8 16,88-14-3-16,5 0-25 0,-1 8 24 15,6 1-51-15,1 2 8 16,5 2-17-16,0-3-1 16,0 0 0-16,9-3 0 15,11 2-4-15,12-5 10 16,1 2 4-16,5-1-5 15,-3-1-10-15,2 1 19 16,-4-3-19-16,-8 0 5 16,-6-1-3-16,-5-2 1 15,-5-3 4-15,-5 3-5 16,-2 3 7-16,-2-1-8 16,0 6 15-16,-11 2-9 15,-18 2 0-15,5 1 4 0,-8-2-6 16,8-5 0-16,4-6 0 15,0 0-10-15,9-6 1 16,-1 0-40-16,2 0 4 16,-2 0-27-16,1 0-75 15,2 0-190-15,7 0 2 0</inkml:trace>
  <inkml:trace contextRef="#ctx0" brushRef="#br0" timeOffset="12896.17">15321 6300 294 0,'0'0'525'0,"0"0"-441"16,0 0 65-16,0 0-83 16,0 0-62-16,0 0-4 15,-19 53-4-15,19-42 4 16,9-3 5-16,9 2 13 16,-1-3 30-16,8-2-33 0,2-1 17 15,0-2-26-15,-1 1-6 0,-2-3-37 31,1 0 28-31,-3 0 2 0,1-5-32 0,-4-8-20 16,-3-4-87 0,-9-1-17-1,-3 0-64-15</inkml:trace>
  <inkml:trace contextRef="#ctx0" brushRef="#br0" timeOffset="13160.31">15321 6211 703 0,'0'0'291'0,"0"0"-172"0,0 0 8 16,0 0-98-16,0 0-29 15,0 0-9-15,110 3-39 16,-99-3-27-16,-2 0-25 16,7-5-93-16,-5-8-42 15,-4-1-194-15</inkml:trace>
  <inkml:trace contextRef="#ctx0" brushRef="#br0" timeOffset="13344.44">15491 6122 1032 0,'0'0'71'0,"0"0"45"16,0 0-54-16,0 0-6 15,0 0-27-15,0 0-25 16,71-25-4-16,-61 24-29 16,1 1-7-16,4 0-55 0,-1 0-97 15,1 0-224-15</inkml:trace>
  <inkml:trace contextRef="#ctx0" brushRef="#br0" timeOffset="13730.17">15872 6359 752 0,'0'0'53'15,"0"0"101"-15,0 0-57 16,0 0-46-16,0 0-51 0,0 0-9 16,7-55 9-1,-2 48-3-15,-3-2 6 16,-2 5 0-16,0 4 7 16,2 0 3-16,-2 0-13 0,2 0-9 15,5 8 9-15,-1 4-1 16,6-2-4-16,1-2-3 15,7-2 6 1,1-6 4-16,2 0 38 0,0 0-8 16,2 0-2-16,-3 0-25 0,0-12-5 15,-2-1 11 1,-9-8-18-16,1-5 7 0,-8-2-43 16,-4 0-37-1,0 0-41-15,0 9-101 16,0 2 3-16,0 15-173 15</inkml:trace>
  <inkml:trace contextRef="#ctx0" brushRef="#br0" timeOffset="14660.05">16418 6270 686 0,'0'0'114'0,"0"0"-57"0,0 0-57 15,2 127-11-15,5-89 11 0,-7 2 0 16,0 0 2 0,0 0-2-16,0-4 23 15,0 1 72-15,0-6-39 0,0-6-46 16,0-4-7-16,0-9-6 15,0 0 4-15,0-7-1 16,-7-5 3-16,5 0-1 16,-2 0 23-1,-5-18-24-15,5-5 50 16,-2-4-31-16,0-4 15 0,6-1-35 16,0-2 0-16,0-1 0 15,0-1 0-15,4 5 25 16,8 0-16-16,3-1 41 15,-1 2-17-15,1-3-9 16,3-4-23-16,0 3 1 16,2 0-2-16,1 2 1 15,-2 6 0-15,1 2 1 16,-5 6 13-16,1 1 0 16,-7 8 0-16,3 1-8 0,-6 6-12 15,-6 2 7-15,0 0-4 0,0 0-5 16,3 10 4-1,-1 3-2-15,-2 6 0 16,0-1-1-16,0 2 9 16,0 0-12-16,-2 0 14 0,-12 4-7 15,-2-4 4 1,6-4-2-16,0-4 0 16,6-7 3-16,4 1-10 15,0-6 9-15,0 1-5 16,0-1-16-16,0 0 16 15,11 0-1-15,7 0 4 0,2 0 0 16,0 0 0 0,-2 0-7-16,2 0 14 15,-7 5-1-15,0 2-2 16,-1 9 6-16,-3-1-10 0,-5 1 2 16,-4-2-2-16,0 0 0 15,-2-1 7-15,-27 5-5 16,-11 2 28-16,-2-1-26 15,-1-5 23-15,7-4-26 16,7-9-1-16,11-1-7 16,3 0-26-16,4 0-23 15,0-7-72-15,2-1-254 16</inkml:trace>
  <inkml:trace contextRef="#ctx0" brushRef="#br0" timeOffset="46730.2">12086 7445 188 0,'0'0'232'0,"0"0"-211"15,0 0-21-15,0 0-21 16,0 0 21-16,0 0 2 16,0 0 54-16,-2-10 38 15,2 10-28-15,0-4 6 0,0 4-27 16,0-3-12-16,0 0-12 15,0 3 10-15,0-1 12 16,0 1 6-16,0 0 10 16,0 0-26-16,0-5 7 15,0 5-16-15,0 0 7 16,0 0-22-16,0 0-2 16,0 0 10-1,-2 0-10-15,2 0 15 0,0 0-14 0,0 0-16 16,0 10-1-1,0 6 4-15,0 8 10 16,0 6-5-16,0 6 0 16,0 7 2-16,-2 1-2 15,-7 2 1-15,-2-3-1 16,2-4 0-16,0-7-8 0,7-8-25 16,0-3 1-1,0-5-11-15,-3-5-30 0,1-1-118 16,4-7-29-16,0-3-102 0</inkml:trace>
  <inkml:trace contextRef="#ctx0" brushRef="#br0" timeOffset="47399.96">11857 7431 549 0,'0'0'9'0,"0"0"80"16,0 0-18 0,0 0 46-16,0 0 54 0,0 0-98 15,125 0-35-15,-100 0-32 0,-5 0 24 16,-1 0-25-1,-2 0-10-15,-2 0-28 0,-1 0-23 16,-4 0-32 0,1 0-79-16,1 0-28 15,1 0-109-15</inkml:trace>
  <inkml:trace contextRef="#ctx0" brushRef="#br0" timeOffset="48430.13">12312 7849 240 0,'0'0'44'0,"0"0"8"0,0 0 58 16,0 0-25-1,0 0-10-15,0 0-2 16,-6 21-1-16,6-21 10 16,0 0-6-16,0 0 38 15,0-7-46-15,0-13 22 16,8-13-65-16,9-7 17 0,4-8-38 16,4-6 11-1,-1 2-15-15,-4 2 1 0,0 6-2 16,-2 5 11-16,-5 13-15 15,-2 5 12-15,1 10-14 16,-8 3 4-16,0 8-11 0,-1 0-21 16,-1 0-11-1,0 8 1-15,0 16 5 16,2 5 34-16,-4 6-24 16,0-1 26-16,0 5-5 15,0-3 4-15,0-2-4 0,0-2 9 16,0 0-22-1,0-2-21-15,0-2-18 16,0 0 6-16,0-4-61 16,0-1 75-16,-2-9-20 0,0-3-42 15,0-4-48-15,0-7-162 16</inkml:trace>
  <inkml:trace contextRef="#ctx0" brushRef="#br0" timeOffset="48729.91">12314 7690 858 0,'0'0'98'0,"0"0"-56"0,0 0 1 16,0 0-40-16,0 0 10 16,0 0-13-16,83-16-12 15,-68 12-43-15,3-5-77 0,-5 8-66 16,-4 1-295-16</inkml:trace>
  <inkml:trace contextRef="#ctx0" brushRef="#br0" timeOffset="50400.03">12746 7874 531 0,'0'0'230'0,"0"0"-215"0,0 0 32 16,0 0 24-16,0 0 0 0,0 0-3 15,49-68-5-15,-40 48-21 0,0-2 17 16,2 1-26-1,-2-2-10-15,2 3-20 16,-2 2 4-16,-2 2-6 16,0 4 4-16,-3 2 1 15,0 4 1-15,-4 4-4 16,0 2-1-16,0 0-4 16,0 0-4-16,5 4-2 15,1 6-10-15,6 0 6 0,-3 0 5 16,-3-4 5-16,2 0-1 15,-2 0 6-15,3-2 5 16,-1-4-5 0,0 0-1-16,0 0 9 0,5 0 0 15,3-10 9-15,-1-11 0 16,-1 0 0-16,-3-3-14 16,-2-4-6-16,-2 0 6 15,4-4-16-15,-2 3 2 0,-3 2 6 16,2 10-19-1,-6 7 0-15,-2 8-20 0,0 2-23 16,0 0-53 0,0 0-216-16,0 6-2 15</inkml:trace>
  <inkml:trace contextRef="#ctx0" brushRef="#br0" timeOffset="51144.75">13796 7419 358 0,'0'0'263'0,"0"0"-253"0,0 0 33 15,0 0-11 1,0 0 40-16,0 0 7 16,4-16 11-16,-4 16-21 15,0 0 19-15,0 0-46 0,0 2-14 16,0 12-23 0,0 3-1-16,0 6-4 0,-2 1 0 15,-11 6-3-15,-5 0 12 0,-5 2-4 16,-6 4 4-1,-6-1-2-15,-1-5-7 16,3-6 3 0,-3-6-3-16,9-10-1 0,1-4 1 15,-1-4 0-15,2 0 16 16,3-14-15-16,4-8 12 16,7-4-3-16,7-4-13 15,4-1 3-15,0 2 0 0,0 3-3 16,0 2 3-16,13 9-5 15,-4 4 15-15,-2 4 1 16,-3 7-7-16,3 0-8 16,4 4-12-16,7 13 16 15,7 6 0-15,2 1 2 16,8 1-2-16,3-2 0 16,1 2-8-16,4-1 17 15,-3 0-19-15,-2-2 5 0,-5-2-10 16,-6-3 5-1,-4-3-18-15,-6-1-31 16,-3-5-51-16,-6-2-107 16,1-6-108-16</inkml:trace>
  <inkml:trace contextRef="#ctx0" brushRef="#br0" timeOffset="51792.01">14334 7686 594 0,'0'0'319'0,"0"0"-315"0,0 0 68 16,0 0 16-1,0 0-57-15,0 0-15 16,92 34-16-16,-74-32 0 15,0-2 4-15,-3 0-3 16,1 0-2-16,-5 0-4 0,-2 0-6 16,1 0-47-16,-6 0-50 15,-4-9-57 1,0 3-14-16,0-2-404 0</inkml:trace>
  <inkml:trace contextRef="#ctx0" brushRef="#br0" timeOffset="52080.08">14272 7567 634 0,'0'0'56'0,"0"0"130"16,0 0-24-16,0 0-89 16,0 0-24-16,116 19-43 15,-95-19-6-15,-2 0 0 16,-1 0-2-16,-4 0-30 16,-1 0-11-16,-2 0-134 15,1 0-124-15</inkml:trace>
  <inkml:trace contextRef="#ctx0" brushRef="#br0" timeOffset="52965.59">15728 7483 164 0,'0'0'213'0,"0"0"-109"15,0 0-19-15,0 0-35 16,0 0 9-16,0 0 20 16,2 0 39-16,-2 0-6 15,0 0-22-15,0 0-11 0,0 0 4 16,0 0-30-1,0 0 6-15,0 0-25 16,0-4-11-16,0-16-15 0,0-4-4 16,-4-6 15-16,-4-1-2 15,2-5 14-15,-1 3-30 16,1-3 34-16,-1 3-35 16,0-3 9-16,2 4 2 15,-1-4-17-15,4 4 6 16,2 6-22-16,0 11 14 15,0 6 4-15,0 9-5 16,-2 0 5-16,-5 0-8 0,-5 6-25 16,2 10 20-1,-6 6-10-15,3 2-2 0,2 0 0 16,6 5-17-16,-4 3 5 16,-2 0-17-16,2-2-45 15,0-3-117-15,-2-4-160 16</inkml:trace>
  <inkml:trace contextRef="#ctx0" brushRef="#br0" timeOffset="53960.13">15024 7726 271 0,'0'0'108'0,"0"0"92"0,0 0-91 16,0 0-37-16,0 0 2 15,0 0-13-15,-27 6 28 16,27-6-28-16,0 0 2 0,0 2-19 15,0-2 12-15,0 2-28 16,0-2-9-16,0 2-19 16,0-2 6-16,10 5-3 15,7-4 14 1,5 2-5-16,9-1 3 0,7 2 26 16,4-4-18-1,7 1 12-15,4-1-28 0,1 0 10 16,0 0-8-16,-1 0-2 0,0 0-7 15,3 0 0 1,2 0-1-16,2 0-9 16,0 0 1-16,5 0 14 15,-1 0-11-15,8 0 11 0,-1 0-11 16,0 0 6 0,8 0-5-16,-6 0 4 0,-2-7-4 15,-3-2 2-15,-11 1 6 16,-10 4-6-1,-3 2 12-15,-7 2-15 0,-2 0 8 16,-8 0-4-16,-6 2-12 16,0 6-7-16,-8-4 2 15,-4 2-21-15,-4-3 6 16,-3-3-49-16,-2 0-89 0,0 0-269 16</inkml:trace>
  <inkml:trace contextRef="#ctx0" brushRef="#br0" timeOffset="54778.14">15275 8301 551 0,'0'0'105'0,"0"0"19"15,0 0-5-15,0 0-29 0,0 0-43 16,0 0-25 0,21 91 12-16,-19-65 15 0,0 2-7 31,-2 4-3-31,0-3-29 0,0 4-5 16,0-7-1-16,0 1-8 15,0-3 4-15,0-4-1 16,0-3-7-16,0-7-17 15,0-3-27-15,0-7-11 0,0 0 13 16,0 0-100 0,-4-11-40-16,1-6 17 0,0-6-223 15</inkml:trace>
  <inkml:trace contextRef="#ctx0" brushRef="#br0" timeOffset="55110.03">15136 8253 897 0,'0'0'86'16,"0"0"91"-16,0 0-83 16,0 0-40-16,0 0-32 15,126 3-6-15,-102-3-13 16,-4 0-6-16,5 0-2 16,-6 0 2-16,2 0-34 0,4-5-18 15,-1-1-63-15,-4 4-160 16,-4-6-336-1</inkml:trace>
  <inkml:trace contextRef="#ctx0" brushRef="#br0" timeOffset="55795.25">15507 8470 614 0,'0'0'100'0,"0"0"-91"0,0 0 50 16,0 0 47-16,0 0 26 0,40-113-87 15,-15 81-9-15,-4 0-35 16,4 5 4-16,-4 3-5 15,-4 7 0-15,-3 5 4 16,-6 8-1-16,1 0 2 16,1 4-4-16,-2 0 30 15,3 0-23-15,-1 19 3 16,-4 0-11-16,3 7-10 0,-5 2-5 16,-4 3-3-1,0 3-3-15,0 0 3 16,4 4 18-16,-4-2-11 0,2 0-71 15,4-4 55-15,-2-4 20 16,3-3-63-16,-3-6 13 16,0-7-19-16,-4-3-18 15,0-8-128-15,0-1-109 16</inkml:trace>
  <inkml:trace contextRef="#ctx0" brushRef="#br0" timeOffset="56040.28">15580 8410 977 0,'0'0'46'0,"0"0"78"0,0 0-103 16,0 0-21-16,0 0-35 15,0 0-34-15,109-4-135 0,-99-2-76 16</inkml:trace>
  <inkml:trace contextRef="#ctx0" brushRef="#br0" timeOffset="56610.35">15901 8524 407 0,'0'0'315'0,"0"0"-237"16,0 0 27-16,0 0 7 0,0 0-53 16,0 0-18-16,16-52 1 15,-7 29 32-15,1-4-31 16,2 5 7-16,-3 2-24 15,-3 3-19-15,2 8-7 16,-2 1 4-16,-4 4-8 16,3 2-5-16,-5 2 7 15,2 0-25-15,2 0 22 16,0 10 2-16,8 3-3 0,-3 2 2 16,-1-1-3-1,4-5 6-15,-3 0 1 0,-3-3-1 16,-1-2 8-16,2-2-6 15,-3-2 0-15,1 0 0 16,3 0 6-16,3 0-11 16,5-16 8-16,2-8 6 15,-2-4-10-15,-6 2 11 0,-4 1-23 16,-2 10 11 0,-2 5-3-16,-2 4-25 0,0 6 3 15,0 0-50-15,0 0-94 16,0 0-116-16,0 0-366 15</inkml:trace>
  <inkml:trace contextRef="#ctx0" brushRef="#br0" timeOffset="57790.16">16438 8296 464 0,'0'0'163'0,"0"0"-90"0,0 0 45 0,0 0-33 16,0 0-5-16,0 0-48 16,0 40 21-16,0-22-20 0,0 2 45 15,0 0-30-15,0 4-23 16,0 2-23-16,0 4 1 16,0 8 0-16,0 4 9 15,0 3 9-15,0 0-19 16,0-1 14-16,0-3-13 15,0-5-3-15,0-4 0 16,-2-4-1-16,2 0-5 16,-2-6 12-16,-3-2-7 0,3-2 5 15,-1-7-8 1,-1-3-1-16,2-3 3 0,2-3-9 16,0-2 11-1,0 0 2-15,-2 0-1 0,0-7 3 16,-3-10 8-16,1-7-22 15,2-4 20-15,2-4-20 16,0-4 9-16,0-1-8 16,0-3 5-16,0-3-2 15,11-1 5-15,-1-5 2 0,2 1-13 16,-3-2 10 0,2 4-26-16,0 0-13 15,-2 4-10-15,0 4-6 0,5 8 37 16,-4 5 20-16,3 6 5 15,-3 3 16 1,1 5-4-16,-5-1 0 0,8-2-11 16,3 3 4-1,2-4-10-15,1-3-7 0,-3 9 4 16,-1 6 3-16,-5 3-10 16,-4 0 6-1,2 6 4-15,-7 12 1 0,1 5 19 16,-3 2-19-16,0-1-1 0,0-4-10 15,0 1 10 1,-3-4-3-16,-8 0 6 16,0-4-3-16,-3 2 6 15,5-5 34-15,1-5-33 16,-1 2 11-16,7-6-16 16,-1 2-2-16,3-3 2 15,0 0-2-15,0 0 0 0,0 0 2 16,0 0-13-16,14 0 22 15,3 0-7-15,8 2-2 16,-9 4-2 0,3 1-3-16,-5 4-8 0,-7 3 8 15,-3-1 2-15,-4 4-3 16,0-3 8-16,0 2 11 16,-20-2-6-16,2 0 10 15,-7-3 3-15,-1-3-10 16,-1 3-11-16,1-3 1 15,1-2-4-15,5-4-6 16,7-2-2-16,1 0-56 16,3 0-52-16,5 0-261 0</inkml:trace>
  <inkml:trace contextRef="#ctx0" brushRef="#br0" timeOffset="-187113.5">18486 5021 529 0,'0'0'118'0,"0"0"-34"0,0 0-18 16,0 0-32-16,0 0 15 15,0 0 12-15,0-16 9 16,0 12 13-16,0 4 38 16,0 0-53-16,0 0-19 15,0 0-24-15,0-3-17 16,-11 3-8-16,0 0 7 16,-7 0-9-16,-1 0 6 0,0 0 6 15,-6 9-2-15,1 3 2 16,-1 3 0-16,1-1-3 15,4 1-7-15,2 0 0 16,7-1-4-16,4 1 4 16,7-3-7-16,0-3 6 15,0 2-4-15,7-1 3 16,15-4 2-16,12-2 1 16,8 4 0-16,3-2 2 15,1 0-2-15,-6 4-2 16,-4 3-11-16,0-4 4 0,-15 3 5 15,2-1 3-15,-5-3-14 16,-11 2 9-16,-3 2 0 16,-4 6-7-16,0 0 12 15,-20 11 0 1,-16 2-5-16,-6 5 10 16,-9-2-10-16,0-3-1 0,2-4-4 15,7-9-32-15,8-4 8 16,5-10 10-16,9-4-22 15,7 0-14-15,5 0-44 0,8-8-116 16,0-11-30 0</inkml:trace>
  <inkml:trace contextRef="#ctx0" brushRef="#br0" timeOffset="-186626.65">18658 5117 3 0,'0'0'203'0,"0"0"-100"15,0 0 53-15,0 0-41 0,0 0 18 16,0 0 10 0,2-6-7-16,-2 6-47 0,0 0-12 15,0 0-6-15,0 0-34 16,0 15 5-16,0 8-15 16,0 6 2-16,0-1-23 15,0-3-4-15,0 0-2 16,0 1 4-16,8-8-1 0,4 2 2 15,-1 0 10 1,4-4-11-16,1 0-8 0,9-4-10 16,-2-4 0-1,0-8-42-15,4 0 30 16,-9 0-30-16,-3 0 31 16,3-4 25-16,-2-12-22 15,0 0-33-15,-6 0-26 16,-3 2 12-16,-7-1-55 15,0 4-26-15,0-1-212 0</inkml:trace>
  <inkml:trace contextRef="#ctx0" brushRef="#br0" timeOffset="-186346.46">18633 5139 167 0,'0'0'780'0,"0"0"-725"0,0 0 113 15,0 0-130-15,0 0-29 16,0 0-4-16,116 2-5 15,-101-12-9-15,1 1-38 0,-3-2-18 16,-3-1-40 0,-2-3-119-16,-6-4-107 0</inkml:trace>
  <inkml:trace contextRef="#ctx0" brushRef="#br0" timeOffset="-186164.17">18739 5005 705 0,'0'0'205'16,"0"0"-45"-16,0 0 15 15,0 0-90-15,143-42-14 16,-114 36-67-16,-8 2-4 16,-6-2-52-16,-3 1-57 0,-10-1-156 15,-2 6-495-15</inkml:trace>
  <inkml:trace contextRef="#ctx0" brushRef="#br0" timeOffset="-185266.76">19090 5326 398 0,'0'0'231'0,"0"0"-156"0,0 0 19 0,0 0-21 16,0 0-8 0,0 0-21-16,-29 14 0 0,27-14 34 15,-3 0 24 1,5 0-39-16,0-4-4 0,0-18-50 16,9-13 11-1,11-1-1-15,4-1 5 0,-1 0-21 16,-3 3 3-16,-5 6-2 0,1 5-4 15,-3 4 0 1,-3 7 0-16,-4 7 2 16,-4 5-1-16,5 0-2 15,-1 0 5-15,1 21-9 16,4 1 5-16,0 0 0 16,-2 4-1-16,5-6-9 0,-3 5 9 15,3-6 2-15,-4-2-4 16,6-6 12-1,-1-3-14-15,10-8 11 0,4 0-6 16,2-10 1 0,5-20 2-16,-3-3-3 15,-2-5 0-15,-6-4 2 0,-8 7-2 16,-5 5-7-16,-1-2-12 16,-5 0-21-16,-2 7-29 15,-2 3-38-15,-2 10-10 16,0 9-61-16,0 3-44 0,0 0-176 15</inkml:trace>
  <inkml:trace contextRef="#ctx0" brushRef="#br0" timeOffset="-184516.45">20382 4732 578 0,'0'0'92'0,"0"0"78"0,0 0-48 15,0 0-62 1,-14 106-31-16,3-71 22 0,-5 2-24 16,-3 1 0-1,-4 3-25-15,-4-1 14 0,-4-4-11 16,-4 4 2-16,-3-6 10 15,3-7 6-15,1-14-17 16,1-6-3-16,10-7-6 0,3-7 4 16,7-17-3-1,9-5-16-15,4-8 5 0,0 1-28 16,6 4 15 0,14 0 12-16,2 10 1 0,1 3 9 15,-1 7 8-15,2 11 42 16,1 1 0-16,2 0 0 15,-1 18-13-15,-3 6-10 16,4 4-6-16,-1 1-17 16,-2 0 0-16,8-1 1 15,-8 3-3-15,1-4-38 16,-6 0 24-16,0-4-36 16,5-5-30-1,1-12-11-15,-1-1-196 0,-4-5-455 16</inkml:trace>
  <inkml:trace contextRef="#ctx0" brushRef="#br0" timeOffset="-183666.47">18125 5717 478 0,'0'0'179'0,"0"0"-102"16,0 0 37-1,0 0-50-15,0 0-20 0,0 0 17 16,24 12 8 0,-1-6 35-16,10 1-38 15,14 4-30-15,8-1 14 16,17-2-40-16,17-6 30 0,13 0-39 16,12-2 20-16,15 0-13 15,7-10 7-15,11-10 0 16,3 0-5-16,1-2 8 0,-9 10-13 15,-16 3-6 1,-9 9 1-16,-18 0-3 0,-15 0-17 16,-17 0 13-1,-7 0-11-15,-15 0-2 16,-12 0 0-16,-14 0-27 16,-19 0 5-16,0 0-56 15,-17 0-125-15</inkml:trace>
  <inkml:trace contextRef="#ctx0" brushRef="#br0" timeOffset="-182846.84">18219 6153 393 0,'0'0'134'15,"0"0"-12"-15,0 0-35 16,0 0 5-16,0 0 12 16,0 0-5-16,2 0-31 15,-2 3-6 1,0 7-28-16,-16 0-7 0,3 2 16 0,-7 0-23 15,-1 5 6 1,0 2-22-16,-6 1 6 16,9 6-9-16,0 3 7 15,4 4 4-15,4 5 6 0,5-2 2 16,5-4-12 0,0-3-3-16,0-14-4 15,20 2-2-15,11-11-4 0,10-6 0 16,5 0 2-1,3 0 3-15,2-6 0 0,-2-14-31 16,1-3-20 0,-6-4-67-16,-4-4-125 0,-9 3-430 15</inkml:trace>
  <inkml:trace contextRef="#ctx0" brushRef="#br0" timeOffset="-182416.52">18504 6324 431 0,'0'0'207'0,"0"0"-154"16,0 0 46-16,0 0-54 15,0 0-22-15,0 0 23 16,50 40 30-16,-23-40-13 0,4 0-2 16,1-10 47-1,-1-3-79-15,2-12-4 0,-2 1-18 16,-4-8-7-16,-4 0-1 15,-9 2-17-15,-12 4 0 16,-2 7-12-16,-12 2 19 16,-19 11-5-16,-11 6 2 15,-8 0-35-15,2 18 17 0,-1 7 15 16,7 2 17 0,13 3-2-16,10-7-30 0,11-4-168 15,8-3-288-15</inkml:trace>
  <inkml:trace contextRef="#ctx0" brushRef="#br0" timeOffset="-181898">19098 6075 631 0,'0'0'57'0,"0"0"101"0,0 0-25 16,0 0-62-1,0 0-26-15,0 0-26 16,-85 65 4-16,83-49-4 16,2 0 25-16,0-2-29 0,5 0 20 15,13-4-28 1,13 0 9-16,5 0-2 16,3 0-5-16,2 3-7 15,-3 2 1-15,-5 1-6 0,-4-3 9 16,-11 4-6-1,-7-3 6-15,-11 5-12 0,0 2 3 16,-20 5 3 0,-27 2-1-16,-6 0-6 15,-7-3 3-15,4-6 8 16,9-6-8-16,10-5-9 0,6-8-44 16,8 0-82-16,5-8-142 15,7-5 115-15,11-6-422 16</inkml:trace>
  <inkml:trace contextRef="#ctx0" brushRef="#br0" timeOffset="-181116.55">19992 6028 309 0,'0'0'223'0,"0"0"-86"0,0 0-28 16,0 0-16 0,0 0 38-16,0 0-66 0,0 0 10 15,0 100-6-15,0-75-15 0,0 2-23 16,0 7-8-1,-9 0-11-15,-13 6-12 0,-12 0 0 16,-6 2 0 0,-5-3 4-16,-1-9-2 15,-1-6 2-15,5-8 3 16,4-9-9-16,9-7 2 16,4 0-14-16,15-14-8 15,2-16-10-15,8 2 11 16,0-1-16-16,16 0 23 15,9 5 14-15,-1 3 0 16,7 7 29-16,3 1-9 16,0 9 6-16,-9 4-2 15,0 0-3-15,0 0-11 16,-3 17 13-16,-2 8-15 0,-2 6 16 16,-5 1-24-16,-1 1-18 15,-1-1-3-15,9-3-3 16,-1-3 5-16,6-8-40 15,0-2 36-15,2-7-41 16,-5-6-49-16,0-3-248 16</inkml:trace>
  <inkml:trace contextRef="#ctx0" brushRef="#br0" timeOffset="-179849.7">20580 5984 744 0,'0'0'53'15,"0"0"124"-15,0 0-123 0,114 1-9 16,-72-2 6 0,3-11 17-16,-5 1-43 0,0 2 16 15,-4-2-24-15,-8 4-3 16,-5-2-14-16,-9 6-14 15,-2-6-33-15,-7 7-75 0,-3-2-10 16,-2-2-144 0,0 6-151-16</inkml:trace>
  <inkml:trace contextRef="#ctx0" brushRef="#br0" timeOffset="-179606.42">20783 5745 287 0,'0'0'755'0,"0"0"-664"16,0 0 27-1,0 0-84-15,0 0-34 0,0 0 0 16,123 2-20-16,-104-2-1 15,1 0 15-15,-1 0-13 16,4-11-4-16,-2 0-125 16,-7-3-289-16</inkml:trace>
  <inkml:trace contextRef="#ctx0" brushRef="#br0" timeOffset="-172906.64">21701 5528 821 0,'0'0'135'0,"0"0"-2"0,0 0-63 16,0 0-25-16,0 0-12 15,0 0-3-15,0 0-1 16,-2 42 22-16,2-21-5 16,0 2 0-16,0 10-1 15,0 9-6-15,0-2-23 16,0 2 1-16,0 0-12 0,0 2-2 15,0 0-4 1,-12 4 6-16,-1-2-10 16,2-2 4-16,-2-8-6 15,11-11-20-15,-1-9-14 0,1-13-34 16,2-3-21 0,0-2 6-16,0-23-37 0,0-3-63 15,-6-8-110-15</inkml:trace>
  <inkml:trace contextRef="#ctx0" brushRef="#br0" timeOffset="-172576.69">21456 5444 129 0,'0'0'559'0,"0"0"-348"0,0 0 32 0,0 0-97 16,129-12-58-16,-85 12-13 15,6 0-29-15,-4 0-15 16,-5 2-17-16,-6-2-13 15,-6 0-1-15,-6 0-14 16,-6 0 8-16,-3 0-48 16,-8 0-14-16,1 0-48 0,-7 0-165 15,0 4-419 1</inkml:trace>
  <inkml:trace contextRef="#ctx0" brushRef="#br0" timeOffset="-172026.63">21759 6022 712 0,'0'0'90'0,"0"0"125"0,0 0-128 16,0 0 9-16,0 0-44 15,0 0 13-15,7-16-25 16,12-18-1-16,4-4 15 15,4-3-11-15,-3 1 0 16,3 0-29-16,-5 2-4 0,-4 4-6 16,-5 2-8-1,-1 5 3-15,-4 12-4 0,-3 5-2 16,-3 10-1 0,0 0-1-16,5 14 2 0,-2 18-7 15,-1 6 14-15,0 2-2 0,-4 0-19 16,0 0 1-1,0 0-10 1,0 2 6-16,0-4-25 0,-8-3 35 16,-4-5 13-16,8-1-18 0,-1-7 11 15,1-3-1 1,2-5-8-16,2-8-52 16,0-6-51-16,0 0 13 15,0 0-141-15,0 0-85 16</inkml:trace>
  <inkml:trace contextRef="#ctx0" brushRef="#br0" timeOffset="-171796.41">21855 5841 1078 0,'0'0'149'0,"0"0"9"0,0 0-82 0,0 0-35 15,0 0-32-15,120 0-9 16,-107 0-44-16,8 0-13 16,-8 0-23-16,7 0-13 15,-3 0-76-15,-1 1-206 16</inkml:trace>
  <inkml:trace contextRef="#ctx0" brushRef="#br0" timeOffset="-171276.31">22287 6054 909 0,'0'0'81'15,"0"0"44"-15,0 0-61 0,13-113-47 16,-4 79 4-16,0 0-14 16,0 2 14-1,0 2-11-15,0 4 29 0,-2 10-17 16,-1 0-2-16,5 11 7 15,-1 5-22-15,-2 0 10 16,1 3-8-16,-1 25 6 0,0 2-13 16,-4 6-6-1,-2-3-10-15,5-6 2 0,-1-1-11 16,2-8 23 0,-2-4 2-16,5-4 0 0,1-8 9 15,5-2-8-15,3 0 10 16,7-20-8-16,-1-12 5 15,1-6-6-15,-2-11 0 16,-7 2-2-16,-3-6-20 16,-8 8 16-16,-7 1-27 15,0 11 11-15,0 11 8 16,0 4 9-16,0 5-3 16,-5 6-9-16,1 1-88 15,2 0-197-15,0 6-275 0</inkml:trace>
  <inkml:trace contextRef="#ctx0" brushRef="#br0" timeOffset="-170370.75">23474 5442 165 0,'0'0'432'0,"0"0"-383"15,0 0 73-15,0 0-27 0,0 0-5 16,0 0-23-16,5-14 26 15,-5 14 6-15,0 0-20 16,0 4-44-16,0 14 12 16,0 6-19-16,0 6-6 15,-3 7-20-15,-14 0-2 0,-8 3 2 16,-4 5 1 0,-4-5 7-16,-2 2-7 0,-1-3 15 15,-3-6-17 1,6-5-1-16,2-12 1 0,2-4-2 15,2-12-8-15,-1 0 1 16,1-4 1-16,5-18 0 16,3-2 2-16,6-4-8 0,9-4 11 15,4-2-12 1,0 2-7-16,25-1-6 0,-2 8 9 16,4 0 7-1,-4 6 11-15,6 5 3 16,0 6 3-16,2 8 31 0,-2 0-3 15,0 1-3 1,-4 17-31-16,-6 4 4 0,0 3-4 16,-2 4-10-1,-3 3 5-15,-1 2 1 0,1-5-5 16,3-1 4 0,8-4-8-16,1-5-41 0,6-8 51 15,5-7-29-15,1-4 3 16,5 0-17-16,-5-8-27 15,-7-8-40-15,-7 2-161 16,-6 0-12-16</inkml:trace>
  <inkml:trace contextRef="#ctx0" brushRef="#br0" timeOffset="-158268.95">17882 4576 405 0,'0'0'301'0,"0"0"-230"0,0 0 78 16,0 0-68-1,0 0-47-15,0 0-10 16,0 0 3-16,0 0-11 0,13-10 45 15,-13 10-34 1,2 0 23-16,-2 0-20 0,0 0-2 16,0 0-11-16,0 0-11 15,0 0-6-15,0 12 2 16,0 6 4-16,0 6 4 16,0 2 1-16,0 1-7 15,0 7 14-15,0-3-14 16,0 7-2-16,-2 4 6 15,-9 4-5-15,0 0-3 0,0 1 6 16,4-3-10-16,-6 0 8 16,4 6-8-16,-2 4 7 15,-1 4-6-15,2 7 2 16,-3 1 1 0,1 2 0-16,1-8-7 0,1 0 7 15,8-12-6-15,-2-4 1 16,4-5 3-16,0-5-3 15,0 6-5-15,0 0 2 16,-6 6-1-16,-3-2-5 16,-3 2 2-16,1-4 11 15,3-2-14-15,-2 0 28 16,1-2-21-16,7 4 8 16,0-7 0-16,2 3-2 15,0-3-5-15,0 1 5 0,0-1-8 16,-4 1 7-16,2 0 2 15,0 4-1-15,-5-1 2 16,7 1 0-16,-3-4 0 16,-1-3-4-16,1-2 3 15,1-3-2-15,0-1 2 16,0-8 1-16,2 1-8 0,0-2 16 16,0 0-17-1,0-2 14-15,0 1-10 16,0-6 1-16,0 2 3 0,0-4 0 15,0 1 1-15,0-2-5 16,4 2-3-16,5 0 4 16,3 0 0-1,-2 1 4-15,9-2 0 0,2 2 7 16,4 1-4 0,4-2 0-16,-4 0 10 0,2 0-12 15,-5 0 7-15,0 0 1 16,7 0-8-16,-2-2 1 15,-3-2-3-15,1-6 1 0,0 0-3 16,-2 6 2 0,9-2 2-16,-1 5-4 15,0-2 8-15,-2-1-7 16,-6 0 7-16,3-4-10 0,1 2 2 16,7-2 3-1,1 4-2-15,-2 1 5 0,1-2-8 16,-3 5 10-16,2 0-11 0,6 2 15 15,1-1-4 1,8-4 11-16,-1-2-16 16,5-4 1-16,1-1-2 15,3 4 1-15,-3 0-3 0,5 2-3 16,-7 0-1 0,1-2 0-16,4 3 8 0,6 1-2 15,5-3 2 1,1 4 3-16,4-2 4 15,-5 0-3-15,-2-2-5 0,1-1 4 16,-1 2-1 0,7 1-1-16,1-3 6 0,-2 6-4 15,-7-5-4 1,-1 8 0-16,-1-3-1 0,-2-1 1 16,3 0 10-16,6-1-6 15,2 0 8-15,9-6-11 16,3 0 20-16,0-2-37 0,4 0 16 15,-10 0-25 1,-3 0 24-16,-5 0-9 0,-4 0 2 16,-5 0 8-1,-6 0 7-15,-8 0 6 16,-6-4-22-16,-4 1 18 16,2-2-11-16,6 1 2 15,3-5-4-15,-1 2-1 0,2 2 10 16,-2-2-22-1,1 3 9-15,5-5 3 0,3 0 5 16,3-1-14-16,-2-1 5 16,2 1 9-16,-5 6-1 15,5 3 2-15,-3 1 11 16,-1-3-6-16,2 3-9 16,0 0 8-16,-3-4-10 15,5-3-18-15,-2 3-18 16,-5-8 38-16,3-5-16 15,-10 3 17-15,-6 2-10 16,-3 2 3-16,-6 2 18 0,5 6 0 16,-1 2 12-16,5 0 13 15,-2-2-34-15,2 0-7 16,7-6-5-16,1-3-12 16,3 0 15-16,-7-3-122 15,0 0 127-15,-10 3 4 16,-3 4 52-16,-9 6 14 15,0-4-10-15,2-3-17 0,5 2-24 16,6-8-15 0,6-3-7-16,3-2 6 0,2-2-19 15,-1 4 17 1,-1 0 6-16,-5 7 6 0,-8 1 38 16,-6 5-13-1,-5-5-5-15,-1 4-14 0,6-5-15 16,4 0 9-16,6-1-14 15,-2-1 10-15,3 5-10 16,1-1 7-16,1-3-4 16,-5 4 2-16,-2 0 0 15,-4 0-2-15,-3-2 8 16,-2 1-8-16,0-5 2 16,-2-4 0-16,0 3-22 0,-2-4 21 15,1 2-9-15,-1-5 9 16,-3 2 1-1,1-1 0-15,-3-4 7 16,5-1-4-16,-1-2 4 0,7-3-5 16,3-2-4-16,-1 1-7 15,-2 3-6 1,3 2-3-16,-5-1 4 0,2 0 11 16,-4-3 5-16,-3-1-14 15,1-11 18-15,-7 5-12 16,5-3 6-16,-3 0 0 0,-5 6-11 15,1 6 2 1,-3 1 7-16,1 5 4 0,0-4-8 16,3-6 16-1,3 0-15-15,3-2 10 16,-3-6-10-16,3-1-19 16,-8-4-19-16,1-2 25 0,-5 3-2 15,2 2 19-15,6 4-8 16,0 2 1-16,-1 2 16 15,1 2-2-15,-4-2-2 0,-2-2-4 16,3-6 4 0,-7-6 6-16,0-2 22 15,0-5-18-15,0 3-21 16,0 6 9-16,0 4-4 16,-7 8 2-16,7 5-6 15,-2 4 12-15,-4 3 8 0,1-6-5 16,5 2-4-16,0-7-10 15,-3 1 9-15,-1-2-11 16,-5 2 7-16,-1 4-3 16,-4 7 3-16,-1 7 23 15,-1 1 11-15,-2-1-4 16,-9 5-13 0,3 1-15-16,-5-3 4 0,-9 3 4 15,-3 2-20-15,-5 1 1 16,-8 4 2-16,-4 1-3 15,5 0 1-15,-2 0 8 16,3 0 2-16,-2 0 2 16,4-2 4-16,-6-2 10 15,4-1-8-15,-6 4 0 16,-2 1-4-16,-11 0-1 16,-6 0-2-16,-4 0-2 15,8 0-8-15,5 0 2 0,-1 0 2 16,11 0 2-16,-4 0-6 15,2-6 16-15,7 0-9 16,-1 0 1-16,7 1 0 16,1 4 0-16,-2-2 4 15,-4 3-9-15,-4 0 11 16,-2 0-5-16,-7 0 0 16,3 0-2-16,-5 0-36 0,-3 0 20 15,6 0-4-15,1 3 9 16,3 3 6-1,2 2 4-15,0-3 0 16,1 4 2-16,1-1-7 0,-2 2 7 16,2-4-16-16,3-2-2 15,2-4 6 1,-3 0-43-16,0 0 41 0,1 0 8 16,0 0-9-16,-1 0 12 15,-2 0 6-15,3 0 2 16,-4 0 1-16,5 0-2 0,3 0 5 15,7 0 11 1,2 0-20-16,3 0-6 0,-2-6 5 16,1-4-14-1,0 0 12-15,0-1-6 0,2 0 9 16,-4 0 21 0,-2 4-16-16,-3-2-10 0,1 6 10 15,9 3-12-15,-2 0 21 16,6 0-21-1,2 0 15-15,-2 0-2 0,-3 0-6 16,3 0-1-16,-9 0 0 16,7 0 2-16,-11 0 2 15,3 0-2-15,-5 0 41 16,-4 2-21-16,-1-2 12 0,-4 0-32 16,1 0 14-1,0 0-15-15,10 0 3 0,1 0-3 16,8-5 0-16,4-1-1 15,2 1 12 1,4 1-10-16,3-2 3 0,2-1-8 16,0 2 0-16,5-1 1 15,-2-2-2 1,2 1-4-16,-1 1 1 0,-3 1 8 16,-2 1-1-16,-5-1 10 15,-3 3-10-15,-5 2 2 16,-1 0 6-16,-1 0-2 15,5 0 9-15,-2 0-9 0,-3 0-1 16,5 0-8 0,-2 0 0-16,-2 0 3 15,4 0-6-15,0 0 2 16,-2 0-4-16,2 0 9 16,2 0 0-16,3-5 0 15,1 3 21-15,0 0-20 16,-8-2 16-16,-3 2-6 0,-4 2-21 15,0 0 11 1,4 0-2-16,3 0 0 0,2 0-3 16,2 0 3-16,6 0 2 15,4 0-6-15,5 0 13 16,5 0-13-16,7 0 10 16,2 0-8-16,-2 0 8 15,2 0-7-15,-2 0 2 0,0 0-1 16,-4 0-4-16,4 0 10 15,-2 0-18-15,0 0 10 16,-3 0 3 0,1 0 0-16,-4 0-4 0,-1 0 3 15,0 0 0-15,-3 0-5 16,2 0 11-16,-2 0-10 16,-1 0 10-1,1 0-4-15,3 0 4 0,0 0-6 16,4 0 6-16,4 0-5 0,-1 0 1 15,4 0 2 1,0 0-6-16,0 0 5 0,0 0-10 16,0 0 9-1,0 0-8-15,0 0 11 16,0 0-4-16,0 0 0 16,-2 0 10-16,0 0 8 0,-5 2-12 15,3-2 12-15,-1 0-17 16,0 0 7-16,-1 0-1 15,4 0-14-15,2 0 3 16,0 0-19-16,0 0 0 16,0 0 8-16,-2 0 5 0,-1 0-8 15,3 0-2 1,0 0 0-16,0 0 18 0,0 0-34 16,0 1-72-1,0-1-29-15,7 0-220 16,7 0-231-16</inkml:trace>
  <inkml:trace contextRef="#ctx0" brushRef="#br0" timeOffset="-183413.1">19769 8797 22 0,'0'0'530'0,"0"0"-498"0,0 0 90 16,0 0-67-16,0 0-17 15,0 0-23-15,0 0-4 0,0-18-3 16,0 14 10-16,0 4 50 16,0 0 19-16,0-1 4 15,0 1-43-15,0 0-19 0,0 0-23 16,0 0-6-1,0 0-4-15,0 0-13 0,0 0 14 16,0 13 3 0,2 9-10-16,-2 6 22 0,0-2 0 15,3 0-9 1,-3 0-1-16,4-2-2 0,-2 3 3 16,-2 0 3-1,0 5-4-15,0 0 23 0,0 3-22 16,0-3-2-16,-2 1 11 15,-2 4-16-15,-1-1 5 16,-1-2-1-16,1 1 0 0,2-2 1 16,1 2-11-1,-2-2 22-15,-3 2-19 16,3 1 20-16,0-4-18 16,-3 0 12-16,4-2-14 15,-1-2 6-15,2 4 1 16,-1-2-2-16,1-3 5 15,2 6-15-15,-2-3 25 16,2 4-20-16,-4-3 18 16,2 2-11-16,0-4 2 0,-3-2-3 15,5 0 1-15,0-3 0 16,-5 0-4-16,5-2 12 16,0 0-16-16,0 0 19 15,0 4-22-15,0-2 19 16,-2 0-8-16,0 5 4 0,-3-4-4 15,3 7 2 1,-2-1 3-16,2 3-10 0,-3-5 16 16,3-2-21-1,-2 1 20-15,1-3-14 0,3-2 12 16,0 4-12 0,0-2 8-16,0 5-2 0,0-2 2 15,0 0 3-15,0 0-8 16,3 1 10-16,6 3-12 15,-5 0 6-15,0 4-6 0,-2 0 1 16,-2-2 2 0,0 0 12-16,0 0-9 0,0-4-3 15,0 0 11 1,0 1-20-16,0-3 19 16,5 1-15-16,-1 0 6 15,1 1-1-15,-3 0 0 0,5 0 0 16,-3-1-4-1,0-4 8-15,1 0 0 0,-1-6 5 16,-1 0-18-16,2-2 18 16,-3 1-15-16,4 2 6 15,-1 3 0-15,3-1-4 16,0 0 15-16,-2 1-12 16,1 5 4-16,-3-1-1 15,0 1 13-15,0-2-19 0,-4 0 6 16,0 2-4-1,0-4 4-15,0 6-1 0,0 0-1 16,0 1 5 0,0 3-5-16,6-5 14 0,0 5-21 15,-1-3 11 1,1 5-6-16,-2-4 2 0,2 1 0 16,-2 4-5-1,-4 1 10-15,0 6-9 0,0 6 14 16,0 4 6-16,0 1-15 15,0-2 13-15,0 0-8 16,0-3-10-16,0-9 4 16,0 1-8-16,2-9 6 15,-2-3-18-15,0-4 6 16,0-4-13-16,0-9 13 16,0-4-60-16,-4-4-57 15,-10-5-135-15,-9 0-331 16</inkml:trace>
  <inkml:trace contextRef="#ctx0" brushRef="#br0" timeOffset="-179113.46">19767 8791 244 0,'0'0'120'16,"0"0"-110"-16,0 0 22 15,0 0-23-15,0 0-1 16,0 0-2-16,0 0 67 16,7-22-14-16,-7 22-2 0,0 0 2 15,0 0-40-15,0-2-10 16,4-4 2-16,-4 2 0 16,0-2-19-16,2 2 18 15,-2 0-10-15,0 2 30 16,0-1 27-16,0 3-28 15,0 0-15-15,2 0 27 16,-2 0-6-16,2 0 23 16,4 0-35-16,0 0 28 15,7 0-34-15,7-1 17 0,3 1-20 16,3-2-3 0,-1 2-2-16,1 0-1 0,-3 0 1 15,-6 0-5-15,-3 0 8 16,3 0-8-16,-7 0-4 15,-3 0 5-15,-3 0-7 16,-4 0 2-16,2 2 0 16,2 2-7-16,1 2 11 0,0 4-9 15,-1 2 10 1,1 1 1-16,-3 2-3 16,0-3-1-16,0 3-1 15,0-1-2-15,-2 5-2 0,0 3 3 16,0 2-2-16,0 4 5 15,0 3-6-15,0-4 13 16,0-3-18-16,2-4 19 16,-2-2-18-16,0-6 12 15,0-6-5-15,0-4 0 16,0 1 0-16,0-3-2 16,0 1 17-16,0-1-21 15,0 8 18-15,0 1-20 0,0 0 15 16,0 2-14-1,0-4 7-15,0 0 0 0,0-1-3 16,0-6 8 0,0 0-14-16,0 1 18 15,0-1 5-15,0 3-13 16,0-3 23-16,0 0-24 0,0 0 0 16,0 0 0-1,0 0-2-15,0 4-3 0,0-4 10 16,0 6-12-16,0-3 18 15,7-3-17-15,0 2 12 16,2-2-3-16,2 5 0 16,3 1-1-16,5 1 7 15,-1 4-4-15,11-1 1 16,5-1 2-16,3-4-15 16,4-5 19-16,-3 0-19 15,-9 0 13-15,-5 0-12 0,-8 0 6 16,-6 0 0-16,0 0-4 15,-4 0 10-15,1 0-9 16,1 0 15 0,6 0-22-16,-1 0 19 0,6 0-9 15,0 0 0-15,6 0 1 16,-1 0-1-16,-5 0 6 16,0 0-18-1,-3 0 24-15,-5 0-16 0,1-3 15 16,-4 1-19-16,1-1 11 15,-7 1-6-15,5 0 3 16,0 0 0-16,0-2-5 16,3-2 11-16,2 4-10 15,-3 0 15-15,-3-2-21 16,-4 0 17-16,3-2-14 16,-5 1 3-16,0-3 4 0,0 5-3 15,0-5 7-15,0 0-1 16,0-3 1-16,-5-2 3 15,3-1 3-15,-2-4-18 16,0 0 9-16,-1-5-2 16,-7 2 0-16,8-3 1 15,-2-1-5-15,1 1 11 16,1 0-14-16,4 2 23 16,0-2-27-16,0 2 19 15,0 6-14-15,0 6 6 0,0 6 1 16,0 2 6-16,0 2-4 15,0 0 6-15,0 0 5 16,0 0-21-16,0 0 20 16,0 0-23-1,0 0 18-15,0 0-12 0,0 0 5 16,0 0 0-16,0 0 1 16,0 0 7-16,0 0-7 15,0 0 9-15,0 0-12 0,13 0 5 16,5 0 0-1,4 0-3-15,5 0 0 16,0 0 3-16,2 0-2 16,0 0 7-16,0 0 0 0,0 0-6 15,-3-2 10 1,1-2-17-16,-1-2 11 0,-5 2-12 16,-1-2 6-1,-7 4 0-15,-1-1-2 0,-8 2 9 16,-2 1-12-16,0-2 16 0,1 2-20 15,-1-3 18 1,2 3-13-16,-2 0 4 0,0-1 0 16,6 1-4-1,-4-5 8-15,0 4-11 0,-1 1 18 16,-1 0-21 0,0 0 19-16,2 0-18 0,0 0 7 15,4 7 0-15,1 8 2 16,-1-1 0-1,3 1-4-15,1-3 13 0,-6 7-14 16,1 0 16 0,-3 4-22-16,-4 2 15 0,0 0-8 15,0 2 7-15,0 0-3 16,0-5 1-16,0-4 1 16,-2-5-4-16,0-6 6 15,0-1-13-15,2-4 20 16,0 1-18-16,0-3 14 15,0 0-9-15,0 0 3 16,0 0-1-16,0 0 0 16,0 0 7-16,0 0-6 15,0 0 4-15,0 0-10 16,0 0 8-16,0 0-10 16,0 0 4-16,0 0 0 0,0 0 2 15,0 0 0-15,0 0-6 16,0 0 14-16,0 0-7 15,0 1 5-15,0-1-9 16,0 4 11-16,2 0-7 16,2 1 0-16,8 0 1 15,-1-1-2-15,-3-1 8 16,8-3-14-16,-3 0 14 16,1 0-8-16,-3 0 9 15,1 0-6-15,1 0-1 16,5 0 5-16,8 0 8 0,5 0-14 15,8 1 4-15,5-1 5 16,-2 0-8-16,-2 0 10 16,0 0-14-16,-2 0 5 15,-3 3-2 1,4-1 0-16,-3-2 0 0,-3 0-6 16,-4 0 15-16,-2 0-15 15,-3 0 13-15,0 0-11 16,-1 0 16-16,-1 0-21 15,1 0 10-15,-4 0-1 0,-3 0 0 16,-5 0 4 0,-4 0-11-16,-3 0 18 0,3 0-16 15,-4 0 14 1,-1-2-16-16,-2 2 14 16,0 0-7-16,0 0 0 15,0-3-2-15,0 3-3 0,0-1 10 16,0 1-9-16,0-3 9 15,0 2-5-15,0-7 7 16,0-5-5-16,0 0-2 16,2-6 0-16,2 0-3 15,0-4 6-15,-1-2-11 0,1 2 19 16,-4-4-18 0,10 2 16-16,-4-1-17 15,-2 2 14-15,1 4-12 0,-3 2 3 16,0 0-4-16,-2 4 6 15,0 2 0-15,0 0-9 16,0 2 16 0,0 0-15-16,0 2 17 0,0 0-16 15,-9-2 4 1,7 2-5-16,-2-1 1 0,2 3 8 16,0 6-17-16,2 0 34 15,0 0-16-15,-3 0 10 16,3 0-14-16,0 5 5 0,0 2-4 15,0-3 3 1,3 3-1-16,5 0 0 0,3 0 7 16,3 3-11-1,1 2 16-15,5-2-5 16,3 0-1-16,3-3 0 16,1-2-3-16,4 1-3 0,-2-3 0 15,2 4 5 1,0 1-12-16,-4-2 18 0,-2 0-6 15,0-2 7-15,-6 2-14 16,3-5 4-16,-5 2-4 16,-9-3-1-16,-1 0 3 15,-3 0-4-15,0 0 8 16,2 0-15-16,-6 0 22 16,2 0-14-16,-2 0 14 15,0 0-18-15,0 0 9 16,0 0-4-16,0 0 1 0,0 0-4 15,0 0 0-15,0 2 10 16,2 4-22-16,-2 4 34 16,4 2-24-16,-2 0 16 15,7 12-12-15,-5-4 4 16,2 4-2-16,0 5-6 16,1-2 7-16,-1 6-5 15,1-1 17-15,-2 0-19 0,-3 0 21 16,2-5-23-1,-2 2 12-15,1 3-5 0,-3 2 2 16,0 2 0 0,0 0-6-16,0 4 15 0,0 1-17 15,0 0 22 1,0 4-25-16,0-4 19 0,0 2-14 16,0 1 6-1,0 0-5-15,0 0 1 0,0 0 3 16,0 4-4-16,0-5 10 15,0 1-12-15,0-5 17 16,0-1-20-16,-5 4 5 16,-1 2 2-16,3 1-1 15,-4 7 3-15,3 1-5 16,0 1 12-16,-1-2-12 16,3-4 18-16,-2 0-24 0,2 2 22 15,-6-2-19-15,4 2 9 16,-3 0-1-16,1-1-1 15,-2 1-1 1,2 4-6-16,-3-4 18 16,5 3-17-16,-5-3 18 0,2-3-16 15,-4 1 10 1,7 1-6-16,-3-1 2 0,-2 0 0 16,4 2-5-16,-1 0 11 15,2-2-14-15,-1 1 18 16,1-3-20-16,-1 2 14 15,0 0-8-15,-3-4 0 16,1 2 4-16,-4-4-1 0,6 2-10 16,1 0 9-1,0 5-3-15,-3 2-4 0,3 2 2 16,-6-1 4 0,6-2-27-16,-3-2 18 0,1-3 2 15,0-2 10-15,-6 1-5 16,5-1 11-16,1-1-16 15,-4-2 16-15,4-2-12 16,-3 5-8-16,0-4 12 16,0 4-1-16,0-3 3 0,3-3-1 15,-3-4 5 1,6 1-15-16,-3-4 22 16,1-4-16-16,3 6 16 15,-2-4-22-15,2 0 9 16,-5 4-1-16,2-4 1 15,1 5 2-15,-3-6-7 16,3 2 15-16,2-1-12 0,-3-2 8 16,1-2-8-16,-1 2-4 15,0 1-3-15,1 0-7 16,-2-3 2-16,1 2 14 16,1-3 4-16,2-2-9 15,-4-1 18-15,0 4-22 16,0-1 6-16,-1-2-15 15,3-5-48-15,-4-5-53 16,0-11-299-16</inkml:trace>
  <inkml:trace contextRef="#ctx0" brushRef="#br0" timeOffset="-178113.22">19929 12049 244 0,'0'0'349'0,"0"0"-237"0,0 0 14 0,0 0-43 16,0 0-41-16,0 0 4 0,0 63-18 16,0-47 31-1,0-4-21-15,0 0 28 0,0 2-37 16,0-4-5-16,0 5 9 16,0 2-19-16,0-1 11 15,0 4-16-15,0 0 34 16,0 7-31-16,0 6 12 15,0 3-23-15,0 0 12 16,0 2-13-16,0-1 1 16,0 3 0-16,0-4 3 0,0 6 8 15,0-4-11 1,3 0 7-16,1-2-3 0,-2 4-8 16,0-3 6-1,1 3-4-15,-3-2 1 0,0 0 0 16,0 5-8-16,0 2 17 15,0 6-13-15,-3 0 14 16,1-5-18-16,2 1 8 16,0-8-10-16,0-2 6 15,-2-7 3-15,-2 6-1 16,-1-4-4-16,-3 2-2 16,-2 0 16-16,4-2-14 0,1 2 15 15,3-5-16-15,2-12 7 16,0-9-7-16,0-8-35 15,0 0-83-15,0-24-91 16,0-6-279-16</inkml:trace>
  <inkml:trace contextRef="#ctx0" brushRef="#br0" timeOffset="-176953.41">20399 13190 250 0,'0'0'11'0,"0"0"49"16,0 0-2-16,0 0-52 16,0 0-4-16,0 0 28 15,0 0 63-15,27 4 52 0,-27-4-24 16,0 0-6-1,0 0-68-15,0 0-26 16,0 0-21-16,2 0 0 16,-2 0 5-16,2 0 17 15,-2 0 44-15,0 0-15 16,0 0 31-16,3 0-57 16,-3 0 10-16,5-5-19 15,-5-10-4-15,0-3-9 0,4-2-1 16,-2-4 8-16,5-2-6 15,-3-4 25-15,1 2-25 16,-3-4 22-16,-2 0-23 16,0 0 6-16,5 0-6 15,-1-3-3-15,1-1 0 16,1-2 3-16,5 0-10 16,-6 0 14-16,-3 2-8 15,-2 0 8-15,0 4-5 0,0 2 2 16,0 2-3-16,0-3-1 15,2-1 0 1,9-1-1-16,7-2 7 0,0 3-15 16,0 0 24-16,5 7-26 15,-6 2 22-15,1 4-2 16,-1 6 6-16,6 3-2 16,-1 0-3-1,0-1-3-15,1 4-14 0,-3 3 18 16,5-2-22-16,-4 0 24 0,2 6-26 15,1 0 22 1,1 0-14-16,-1 0 6 0,3 0-1 16,0 0 3-1,-1 4 9-15,1 7-11 0,0-3 12 16,-4 5-26 0,-4 1-2-16,6 1 11 0,-5 0 4 15,0 9 0-15,-6 0-4 16,1 1 14-16,-4 4-15 15,0 1 14-15,0-2-13 0,-7 2 12 16,8 1-16 0,-8-1 7-16,-1 4 1 15,1-2-12-15,-4 6 12 16,0-4-2-16,0 4 4 16,0 0-11-16,0 2 19 15,0-2-20-15,-4 2 9 16,-3-1-2-16,-7-1-13 0,6-5-5 15,-1 0 6 1,5-9-23-16,1-4 26 16,3-10-17-16,0-8-26 0,0-2-145 15,0-10-147-15,5-14-99 16</inkml:trace>
  <inkml:trace contextRef="#ctx0" brushRef="#br0" timeOffset="-176349.11">20974 12326 532 0,'0'0'253'0,"0"0"-164"0,0 0 45 0,0 0-127 16,0 0 15-16,0 0-16 0,0-14 45 15,0 14 44 1,0 22-44-16,-2 16-22 0,0 12 3 16,0 9 5-1,-4 1-33-15,6 2 9 16,-6 0-7-16,2 0-11 16,2-4 14-16,0-2-12 0,-3-1 5 15,5-10-2-15,0 4 0 0,0-6-12 16,0-4 11-1,0-1-34-15,0-7 19 16,2-4-50-16,3-1-57 16,-5-4-113-16,0-2-134 0</inkml:trace>
  <inkml:trace contextRef="#ctx0" brushRef="#br0" timeOffset="-174003.64">19292 13248 525 0,'0'0'20'0,"0"0"112"0,0 0 69 15,0 0-120-15,0 0 39 0,0 0-72 16,-49 24 13 0,49-19-41-16,0-2 1 15,0 4-12-15,3-1-1 16,19 3 37-16,2 0-22 0,7-1 14 16,8-6-29-1,3-1 17-15,3-1-21 16,1 0 8-16,1 0-12 0,0 0 1 15,0 0-2 1,-3 0 4-16,5 0-11 0,-7 0 17 16,3 0-14-16,0 6 16 15,-3 0-12-15,5 1 10 16,1-5-14 0,8-2 5-16,2 0-1 0,7 0 0 15,-1 0-23-15,-1 0 16 16,-1 0 2-16,-2 0 4 15,-6 0 0-15,2 0-6 16,6 2 10-16,7 0-2 16,12-2 0-16,8 0 0 15,4 0-5-15,10-13 10 16,1 0-8-16,1-3 13 0,4-2-16 16,0 0 12-1,-4-3-2-15,-5 0-4 16,1 1-2-16,-8-3-1 0,3 3 0 15,-9 0-2-15,-9 3 10 16,-12 2-13-16,-6 3 19 16,-8 2-20-16,-12 4 15 15,1 2-6-15,-8 4 6 16,-2 0-2-16,-4 0-8 16,-1 4 13-16,-4 3-11 15,-3-1 12-15,-6-1-12 0,3-3 5 16,-6 6-3-1,3 0 0-15,6 0-3 0,1 3-1 16,13-2 8-16,5-3-7 16,0 2 12-16,11-4-9 15,0-2 8-15,2 7-14 16,5-6 11-16,2 6-9 16,7-4 4-1,-3 1 0-15,9-2-1 0,-1-1 1 16,-4-3-5-16,-3 0 16 15,3 0-20-15,-3 0 9 16,3 0-3-16,-1 0-3 0,2 0-4 16,-1 0 5-1,-8 0 3-15,0 1-4 0,-8 3 12 16,-6-2 1 0,-3 2-6-16,-1 0 18 0,-3 2-13 15,3-1 2-15,5 1-2 16,4 2-4-16,4-2 3 15,5-1 5-15,5 6 8 16,1-8-15-16,1 5 16 16,-1-5 1-16,4 1-2 15,3-2-17-15,4 0 1 16,6-2 0-16,-1 0 1 0,2 0-5 16,1 0 12-1,-2 0-14-15,-2 0 15 16,4 0-12-16,-1-8 8 0,-2 3-8 15,-1-1 1 1,-8 5 0-16,-11-1-4 0,-2 2 9 16,-7 0-19-16,-8 0 28 15,-4 0-22-15,6 0 11 16,0 8-6-16,2-2 2 16,-1 0-3-16,-2-2-9 15,1 0 13-15,-3-4-6 0,1 8 16 16,1-2-16-1,4-1 13-15,0 0-14 0,8-4 4 16,0-1 0 0,10 0-2-16,1 0-10 0,7 0 3 15,-1-1-15 1,-2-8 19-16,4 9 5 0,-7 0-9 16,1 0 21-1,5 0-10-15,2 0 1 16,-3 0 0-16,5 0-2 0,-5 0 6 15,-3 0-12-15,-3 0 16 16,-5 0-17-16,3 9 23 16,-1-3-23-16,-4 1 17 15,-1 0-12-15,-4-1 4 16,-2 4 0-16,3-6-2 16,-4 1 13-16,1 0-19 15,-4-1 12-15,0 2-8 16,-5-2 8-16,1-2-5 15,-3 8 2-15,0-4 2 0,-1 0 1 16,-3-4 0-16,2 2-5 16,3-4 10-16,-1 0-11 15,2 0 12-15,-1 0-15 16,1 0 11-16,-1 0-12 16,-1 0 6-1,-3 0 0-15,4 0-3 0,-1 0 7 16,8 0-8-16,-4 0 19 0,6 4-23 15,-2-2 16 1,0-1-14-16,-3 2 6 16,-7-1 0-16,2 2-1 15,-11-2 4-15,0 2-10 0,-4 0 16 16,2-2-15 0,2 0 21-16,-2-2-25 0,2 0 18 15,-2 0-16-15,0 0 4 16,-2-8-3-16,2-4 6 15,-4 3-2-15,-1 1-11 0,3-7 28 16,2 0-24 0,0 3 10-16,0-2-16 0,0 5 12 15,-5-1 3 1,3-2 1-16,-5 3 0 16,2-1-7-16,-1 5-2 15,-6-1-27-15,-1-2-24 0,-1 8-1 16,-1-3-51-1,-3 0-58-15,-1-2-128 16,-8 4-358-16</inkml:trace>
  <inkml:trace contextRef="#ctx0" brushRef="#br0" timeOffset="-157851.12">28849 13327 268 0,'0'0'126'16,"0"0"24"-16,0 0-24 16,0 0-21-16,0 0-36 15,0 0-39-15,0 0-14 0,0 0-15 16,0 0 12 0,0 0-2-16,0 0 75 15,0 0-36-15,0 0 21 0,0 0-28 16,0 1-13-1,0 2-30-15,0 0 1 16,0 0-3-16,4-1-5 16,-2 0-1-16,-2 0 5 0,0-2 2 15,0 0 2-15,0 0 6 16,0 0-3-16,2 0-2 16,-2 0 12-16,0 2-14 15,0-2 12-15,0 0-10 16,0 0 23-16,0 2-24 15,0-2 24-15,0 0-13 16,0 0 12-16,0 0-3 16,0 0-10-16,0 0-11 15,-8-2 12-15,-2-6-12 0,-1-2 0 16,-4-1 3 0,-1 4 5-16,1-5-8 0,-1-2 0 15,1 2-13-15,1-5 6 16,1 2-46-16,-3 1-1 15,7 3-24-15,-1 5 5 16,-2 2-32-16,1 4-179 16,-1 0 185-16,6-1-455 15</inkml:trace>
  <inkml:trace contextRef="#ctx0" brushRef="#br0" timeOffset="-157314.44">28440 13074 392 0,'0'0'75'15,"0"0"-52"-15,0 0 127 0,0 0-97 16,0 0-39-1,0 0-14-15,-79-58-9 0,65 52 4 16,3-2-20 0,-4 2 25-16,7-1 3 0,2-6-3 15,2 1-43 1,2-5-37-16,-3 4-345 0</inkml:trace>
  <inkml:trace contextRef="#ctx0" brushRef="#br0" timeOffset="-156847.42">27839 12737 558 0,'0'0'1'0,"0"0"16"16,0 0 35-16,0 0 9 16,0 0-25-16,0 0-22 15,-82-94-3-15,64 82 167 0,2 0-163 16,3 4 20-1,1 0-35-15,6-2-39 0,-5-2-66 16,7-3-54 0,-6 2-219-16</inkml:trace>
  <inkml:trace contextRef="#ctx0" brushRef="#br0" timeOffset="-156350.01">27365 12408 531 0,'0'0'191'0,"0"0"-95"0,0 0 106 15,0 0-133-15,0 0-4 0,0 0-55 16,-134-69 8 0,117 52 39-16,-6 5-51 0,3 2 12 15,0-1-4-15,2-4-8 16,3-1-6-16,-1-2-4 15,7 2-102-15,-1 6-5 16,-2 2-124-16,5-1 163 16,-3 3-408-16</inkml:trace>
  <inkml:trace contextRef="#ctx0" brushRef="#br0" timeOffset="-155969.89">26861 12141 452 0,'0'0'65'0,"0"0"17"16,0 0 8 0,0 0 21-16,0 0 21 15,0 0 1-15,-87-29-55 16,70 23 4-16,-2-4-51 0,2 0 2 16,-3-1-29-1,7-2-4-15,-3 0-1 0,5 1-27 16,-3-4 16-16,-1 3 12 15,-1-2-19-15,-9-3 18 16,8-2-3-16,3-2-72 16,-3-3-89-16,-2 0-321 15</inkml:trace>
  <inkml:trace contextRef="#ctx0" brushRef="#br0" timeOffset="-155452.96">26123 11656 719 0,'0'0'151'0,"0"0"49"0,0 0-58 0,0 0-66 16,0 0-53-16,0 0 1 15,-108-69-12-15,89 58-12 16,2 1 8-16,-1 0-13 16,5 0 5-16,-3 7 0 15,10-10 0-15,-3-3-9 16,1-4-3-16,4-10-17 16,0-2-52-16,-1 0-42 15,3 0 49-15,-2 7-205 0,-3 11 181 16,-4 4 95-16,-2 6-100 15,-5 4 88 1,2 0 30-16,0-1-17 0,1-7 23 16,4-2-42-1,0-1-409-15</inkml:trace>
  <inkml:trace contextRef="#ctx0" brushRef="#br0" timeOffset="-154503.44">25506 11122 643 0,'0'0'103'15,"0"0"-19"-15,0 0 62 0,0 0-98 16,0 0-10-1,0 0-11-15,0 0-1 0,-113-11-15 16,93 7 21 0,2-2 3-16,3 0-28 0,-2-2 7 15,2 3 0 1,-1-1-28-16,1 1 13 0,1 1-6 16,3-2 1-1,1-2-5-15,2 2 1 0,4-4-45 16,-3-6-61-16,7-2-208 15</inkml:trace>
  <inkml:trace contextRef="#ctx0" brushRef="#br0" timeOffset="-154053.12">24747 10751 514 0,'0'0'82'0,"0"0"21"16,0 0 12-16,0 0-51 0,0 0-61 15,0 0 1-15,-31-105 38 16,23 85 3-16,0-5 38 15,-1 6-75-15,-3-6-14 16,4 1 6-16,-1 3-17 16,1-2-72-16,-4 8 42 15,-1-2 44-15,-1 3-90 16,1-4 79-16,1 6-54 0,4-4-142 16</inkml:trace>
  <inkml:trace contextRef="#ctx0" brushRef="#br0" timeOffset="-153623.37">24321 10154 370 0,'0'0'144'0,"0"0"-80"0,0 0 57 0,0 0-68 16,0 0-19-1,0 0-19-15,-93-64 24 16,75 56-31-16,-3 0-16 16,2 2 13-16,-2 4-5 0,1 0 33 15,5 0 22 1,-1-6-55-16,3 3-23 15,4-6-56-15,-5-1-249 0,1 0-44 16</inkml:trace>
  <inkml:trace contextRef="#ctx0" brushRef="#br0" timeOffset="-153173.22">23717 9742 42 0,'0'0'575'0,"0"0"-557"0,0 0 29 15,0 0 49-15,0 0-44 16,0 0 2-16,-75-51 66 15,63 36-96-15,1 1-2 0,-5-7-15 16,1-1-9-16,-1 6 2 16,-6 0-7-16,0 4-55 15,2 2-85-15,-9 0-7 16,7-1 39-16,-5 4 74 16,0-4-81-16,3 0-133 15</inkml:trace>
  <inkml:trace contextRef="#ctx0" brushRef="#br0" timeOffset="-152040.95">22984 9350 791 0,'0'0'107'0,"0"0"-18"0,0 0-11 15,0 0-30-15,0 0-43 16,0 0-5-1,-65-49-2-15,61 42-17 0,-2-3 17 16,-1-2 4 0,0-3-2-16,2 2 0 0,1-5-8 15,-2-1-65-15,1 2-9 16,-1 5-145-16,3 2 88 16,1 2 52-16,2-3-174 15</inkml:trace>
  <inkml:trace contextRef="#ctx0" brushRef="#br0" timeOffset="-151523.26">22634 9033 277 0,'0'0'101'0,"0"0"-23"0,0 0-44 16,0 0-34-16,0 0 0 16,0 0 41-16,-41-45 7 15,33 38 42-15,2 1 0 0,-1-1 42 16,1-4-29-1,4 1-75-15,-4-2-15 0,2 1 19 16,-3 0-3 0,3 3 20-16,-5-2-18 0,-2 0 10 15,4 0-39 1,-1-2 2-16,3 2-4 16,1 0-25-16,-1 2-64 15,5-1-12-15,-2 7-65 0,2-1-439 16</inkml:trace>
  <inkml:trace contextRef="#ctx0" brushRef="#br0" timeOffset="-144242.43">16414 15280 548 0,'0'0'172'0,"0"0"-128"15,0 0 53-15,0 0-73 16,0 0-3-16,0 0-15 16,0 0 11-16,-2 0 11 15,2 0 66-15,0 0-21 16,0 0-14-16,0 0-25 15,0 0 10-15,0 0-27 16,0 0-9-16,0 0 4 16,-3 0-8-16,-1 0 41 15,4 0-37-15,0 0 16 0,0 0-23 16,0 0 11 0,0 0-12-16,0 0-1 0,0 0-2 15,0 0-13-15,22 0 13 16,9 6 6-16,20-2 13 15,14-3-14-15,16 1 13 16,6-2-7-16,-3 0-12 16,-6 0 4-16,-11 0 0 15,-11 0-5-15,-10 0 9 16,-15 0-15-16,-8 0 22 16,-15 0-22-16,-3 0 5 15,-5 5-5-15,0-5-16 0,0 4 11 16,-16 4-26-16,-8 2-61 15,-10 4-72-15,3 2-203 16</inkml:trace>
  <inkml:trace contextRef="#ctx0" brushRef="#br0" timeOffset="-137803.39">27272 13369 181 0,'0'0'49'0,"0"0"-27"0,0 0 43 16,0 0-42-1,0 0-11-15,0 0 34 0,0 0 53 16,-12 0-5-1,12 0 12-15,0 0 28 0,0 0-61 16,-2 0-9-16,2 0-36 0,0 0-2 16,0 0-20-1,-3 0-3-15,3 0 16 0,0 0-13 16,0 0 24 0,0 0-12-16,-2 0 31 0,2 0-28 15,-4 0 12-15,2 0-31 16,0 0 2-16,0 0 8 15,2 0-11-15,-4 0 6 16,2 0 4 0,-2-5-16-16,2-4 14 0,0 1-16 15,-1-2 9-15,-1 4-4 16,0-3-1-16,2 3-2 16,0 2 2-16,2-1 5 15,-3-1-14-15,0-1 17 16,-1 2-16-16,2-4 4 15,2 1 5-15,0 2-11 16,0-3 8-16,0 0-7 16,0-3 6-16,0 3 1 15,0-2 10-15,0 3-14 0,0-2 19 16,0 2-16 0,0-2 12-16,0-2-7 0,0 2 1 15,0 0-6-15,0-2 5 16,0 3-11-16,0 0 8 15,0 1-6-15,0 2 3 16,0 2 14-16,0-2-5 16,0 1-2-16,0-4 0 15,0 3 0-15,0-2 4 16,0-2-14-16,0 1 20 16,0 2-15-16,0-3 14 15,0 0-14-15,2 2 6 0,-2 2-1 16,2 0 0-16,0-3 0 15,1 7 13-15,0-7-9 16,1-5-8 0,0 4 12-16,3-5-18 0,-3 8 1 15,2-4 6-15,0 6-6 16,-4-1 9-16,0 2 0 16,0-2 4-16,0 1 10 15,3-5-5-15,-1 5-8 0,6-8 10 16,-2 3-20-1,1-2 15-15,-1 2-11 0,-2 5 5 16,0-4 0 0,-4 7-3-16,-2 0 9 0,7 1-8 15,-7-3 7 1,6-2-3-16,4-5 8 0,1 3-16 16,4-3 6-1,1-2-2-15,-3 4-2 0,-4 2 4 16,-2 1-4-16,-5 4 8 0,2 2 12 15,1-4-13 1,3 0 12-16,4-2-13 16,1-2-3-16,1-2 1 15,-3 2 0-15,0 0 0 0,-2-2 6 16,-2 6-12 0,1-3 16-16,4 0-12 15,3 0 9-15,-1-6 10 16,5 3-15-16,0 3 8 0,-6-2-10 15,1 1 0-15,-2-2-4 16,1 2 12-16,-3 4-17 16,-4 2 16-16,-3 2-14 15,-1 0-19-15,0 0-49 16,2 0-64 0,4 0-178-16,-4 0-283 0</inkml:trace>
  <inkml:trace contextRef="#ctx0" brushRef="#br0" timeOffset="-133368.49">26271 12448 259 0,'0'0'15'0,"0"0"90"0,0 0 13 0,0 0-28 16,0 0-27-16,0 0-24 16,0 0 26-16,-50 10-1 15,50-10-10-15,-2 0-30 16,0 0 20-16,-2 0-17 0,1 0 33 16,-3 0-22-1,4 0 29-15,0 0-43 16,-1 0 18-16,-2 0-23 15,1 0 1-15,-3 0 0 16,-1 0-10-16,1 0 10 0,-4 0-15 16,2 0 33-16,-2 0-35 15,-3 0 3-15,1 6 4 16,-3 7-14-16,1 0 4 16,-1 9-1-16,-1 0-2 15,5 1 2-15,1 4-7 0,5 0 16 16,4 3-20-1,2 0 9-15,0 4 1 0,0-2-11 16,0-3-3 0,10-2 15-16,11-6-19 0,-2-6 18 15,8-3 2 1,2-3-13-16,7-6 30 0,-1-3-25 16,4 0 8-1,-6 0-4-15,-4-12 0 0,-5-6-3 16,-8 1 4-1,-8-6-9-15,-3-1 12 0,-5 10-14 16,0 0 6-16,-11 5-21 0,-12 3 29 16,0 4-2-1,-8-3 2-15,2 5 12 16,-3 0-11-16,1 10 10 16,2 4-5-16,4 9-3 15,5-6-1-15,9 7-4 16,3-2-47-16,2 2-40 15,6-2-125-15,0-1-121 0</inkml:trace>
  <inkml:trace contextRef="#ctx0" brushRef="#br0" timeOffset="-132823.28">26449 12828 240 0,'0'0'56'16,"0"0"68"-16,0 0-14 15,0 0-64-15,0 0-15 0,0 0 21 16,49 59-13-16,-40-55 41 15,0-4 4-15,4 0 15 16,1 0-34-16,5-4-13 16,1-14 5-16,1-4-36 15,-2-2-1-15,2-2-17 16,-5 2-6-16,-5 7 3 16,-5 0-1-16,-6 0-3 15,0 4 0-15,0 5 4 16,-25 2 1-16,-4 6 41 15,-2 0-42-15,2 0 10 16,7 0-6-16,6 0-8 16,3 8-41-16,11-2-94 15,2 1-96-15,0 2 11 16,0-1-132-16</inkml:trace>
  <inkml:trace contextRef="#ctx0" brushRef="#br0" timeOffset="-132287.33">26930 12601 98 0,'0'0'281'0,"0"0"-231"16,0 0 57-1,0 0-51-15,0 0 22 0,0 0 12 16,0 0 47 0,74-23-12-16,-61 11-41 0,-9 1-28 15,-2 0-32-15,-2 6 12 0,0 0-28 16,0 5 5-1,-11 0-3-15,-9 0-17 0,7 0 17 16,-2 0-20 0,3 0 5-16,4 9-17 0,3 1 5 15,-1-1-6 1,6 6-18-16,0-3-67 0,0 0-145 16,0-4-209-1</inkml:trace>
  <inkml:trace contextRef="#ctx0" brushRef="#br0" timeOffset="-39148.49">22115 13658 386 0,'0'0'70'0,"0"0"-18"0,0 0 1 16,0 0-39-16,0 0-7 16,0 0 24-16,0 0 6 15,0 0 28-15,-2-17-15 0,2 16 19 16,0 1 22-1,0 0-1-15,0-3-51 0,0 3-27 16,0 0-12 0,0 0 5-16,0 0-6 0,0 0 5 15,0 0 33 1,0 0-16-16,0 0 18 0,0 0-30 16,0 0 8-1,0 0-14-15,0 0-3 0,0 0 6 16,0 0-2-16,0 0-3 0,0 0 12 15,0 0-22 1,0 0 17-16,0 0-16 16,0 0 6-16,0 0 1 15,0 3-2-15,0 1 6 0,0 4-6 16,2-2 10 0,5 4-9-16,0-5 11 0,0 4-18 15,-1 0 14-15,1 2-9 16,1-1 4-1,2-4-1-15,-2 3-2 0,-3 0 6 16,7-4-10 0,-2 6 22-16,1-5-23 0,1 4 11 15,-1-2-6 1,-1-1-6-16,0 0-1 0,3-3 10 16,-4-1-20-16,5-3 17 15,-4 0 6-15,-3 5-6 16,5-5 11-16,-4 0-6 0,1 0 3 15,5 0-7 1,1 0 4-16,-1 0-2 0,1 0 0 16,3 0 3-1,-1 0-10-15,2 0 14 16,-1 0-12-16,-1 0 12 16,1 0-14-16,2 0 7 0,0 0 0 15,3 0-1 1,0-5 4-16,2 4-9 0,0-5 13 15,-3 5-17-15,-4-2 22 16,8 0-20-16,-3 3 10 16,0-3-2-16,0 3 0 15,-2-2-6-15,-1 0 4 16,3-2 1-16,-2 0-11 16,2 2 23-16,-1-6-18 15,5 6 11-15,-3-2-8 16,1-1 1-16,-1-1-2 0,-1 5 4 15,1-3-1-15,-2 2-6 16,1-2 14-16,-1 4-14 16,2-3 16-16,1 2-16 15,-1-3 14-15,3-4-13 16,2-3 9-16,-2 7-2 16,0-1 0-16,-3 2 1 15,0 3-4-15,-5-4 6 0,5 3-6 16,0-3 10-1,1-1-11-15,2 1 4 0,2-1 0 16,-2-4 0 0,-1 3-5-16,1-3 2 0,1 5-3 15,-1 0-1 1,-2-3 10-16,2 7-8 0,-2 0-3 16,1-2 8-1,3 1-1-15,3-6 2 0,1 2-4 16,2-1 2-16,-1 1-10 0,6 2 11 15,-3 3-1 1,-5 0 2-16,4 0 4 16,-3 0 20-16,-4 0-22 15,0 2-3-15,-2-1 0 0,-3 4-4 16,1-4 11 0,1 4-14-16,1-1 9 15,0-3-4-15,2 6 4 0,-2-4-3 16,9 8 4-16,-1-4 11 15,-2-1-9-15,-1 3 3 16,-3-2-6-16,-5 0 1 16,5-3-5-16,-9 2 2 15,4-1-2 1,-3-2 2-16,-2 5 7 0,-3-2 11 16,7 0 1-16,-4 2-17 15,2 0 11-15,-4-2-11 16,6-1-2-16,-5 6 0 0,-3-1 7 15,-3 0-6 1,1-2 0-16,-3 1 0 0,0-4 6 16,-1 3-2-1,-1 0 4-15,2-2 0 16,-2 2 15-16,1 1-20 16,3 2 15-16,-6 1-18 0,7 0 1 15,-4-2-2-15,1-2-12 16,-6-4 4-16,2-3 12 15,-4 2-15-15,1-3 13 16,-3 0-6-16,0 0 8 16,0 0-5-16,0 0 1 15,0 0 0-15,0 0-1 16,6 0 3-16,-1 0-8 16,2 0 12-16,-1-3-12 15,1-5 11-15,7-3-11 16,-4 3 4-16,3-2 0 15,-1 2 2-15,3 1 0 16,-1 1-9-16,1-3 19 0,6 3-16 16,-3-6 13-1,8 3-12-15,-6 3 7 0,5 1-4 16,-2 2-6-16,-2 0 8 16,2 3-5-16,-3-2 15 15,4 0-17-15,0-6 11 16,1 6-8-16,0-6-1 15,4 3 1-15,0 4-4 0,2-2-20 16,2 3 23 0,1 0 10-16,-1 0-12 0,-2 0 19 15,3 0-21 1,-1 0 19-16,0 0-20 0,6 0-6 16,-6 0 14-1,1 0 4-15,-1 0 5 0,-2 0 1 16,5 9-4-16,-1-1 5 15,7-2-7-15,1 0-4 16,-3-1 4-16,-7-5-8 0,8 6-6 16,-3-5 11-1,-1 0 1-15,3 2 0 0,1 0 2 16,-1 2 9 0,-1-1-10-16,-1 4 22 15,3-2-27-15,-3 0 12 16,-3 1-16-16,3-4 4 0,-5 0 4 15,4-1 0-15,-2 3 2 16,-2-1-2-16,3 2 19 16,-5-2 10-16,0 2-21 15,-2-2-6 1,0 6 10-16,2-4-12 0,-2 2 0 16,-2-2 2-16,2-2-2 15,-5 2 4-15,5 0 14 16,-4 0-13-16,0 2 8 0,1-4-7 15,-3 2 4 1,-1 0-10-16,-2 6 1 16,0-4-5-16,-2 3 4 15,2 1-2-15,-3-3 2 0,1 1 0 16,-1-2 9 0,0-2-18-16,1-4 7 0,1 4 2 15,2 1 0-15,-1-1-1 16,-3-2-21-16,2 4 22 15,-4-2 13-15,1-2-4 0,-3 2-6 16,5-3 2 0,-3 3 1-16,3-2 0 15,-2-1 0-15,0-1-6 16,-3-2 8-16,-6 4-15 0,6-2 15 16,0-2-16-1,5 0 6-15,3 0-48 16,-4 0 47-16,5 0 6 15,-3-6-9-15,-6 6 14 16,-1-2-8-16,0 2 12 0,-3 0-21 16,2-3 9-16,-2-1-4 15,2-5-23-15,0-1 18 16,5-3-8-16,-3 4 8 16,5 0 9-16,-5 3 3 15,-1 3 34-15,1 3-15 16,-5 0 15-16,4 0-29 15,-3 0-2-15,2 0-6 0,2-10-9 16,0 1-5 0,1-3 4-16,-1-1 4 15,-4 0 12-15,1 3-8 16,-2 0 7-16,-4 0-5 16,8-2 7-16,-1 0-9 15,2-2 2-15,1 4 0 0,-1-4-1 16,1 6 3-16,-3 0-4 15,-1-2 9-15,2 0-16 16,1-2 16-16,-1 0-10 0,-1 6 6 16,-3-4 7-1,-3 8 6-15,2-1-10 16,-5 3 0-16,-2 0 2 16,0 0-16-16,0 0-40 0,0 0-19 15,0 0-138 1,0 0-402-16</inkml:trace>
  <inkml:trace contextRef="#ctx0" brushRef="#br0" timeOffset="-37873.12">24450 14547 518 0,'0'0'166'16,"0"0"-9"-16,0 0 18 15,0 0-97-15,0 0 17 16,0 0-52-16,0 0-11 0,25-39 13 16,-10 28-24-1,1-2 22-15,2 1-21 0,6-5 2 16,3 2-23 0,2-2 9-16,7 2-10 0,-3 3-3 15,2 6 3-15,-3 3-10 16,-5 3 9-16,-5 0-12 15,-2 9 9-15,-7 4-17 16,-2-3 18-16,-3 7-17 16,-4 0 19-16,-2-6-8 15,2 1 6-15,-1-4 1 16,3 1-5-16,-2-6 2 16,2 0-4-16,4 1 7 15,1 1 2-15,3-1-5 0,8 0 5 16,-4 2 0-1,-3 6 0-15,1-3 0 16,-7 6-2-16,3 1 4 0,-8-1-1 16,-4 6 11-1,0 2-22-15,0-6 18 0,-10-5-8 16,-1 0 0 0,-1-3 4-16,-2-2-4 0,3-7 0 15,-5 6-5-15,-6-2-54 0,4 4-52 16,1-4-64-1,5-4-145-15,8 0-110 0</inkml:trace>
  <inkml:trace contextRef="#ctx0" brushRef="#br0" timeOffset="-37397.43">25078 14708 111 0,'0'0'455'0,"0"0"-364"0,0 0 63 15,0 0-27-15,0 0-47 16,0 0-42-16,85 14-9 16,-56-20-7-16,2-19 25 15,1-6-5-15,-1-9 3 16,-4-6-44-16,-7-4 7 15,-9 6-4-15,-5 5-8 16,-6 12 4-16,0 4 0 0,-10 11 3 16,-15 6 14-1,-4 6 5-15,0 0-22 0,2 0-9 16,2 23-25 0,4 4-7-16,5 14-22 15,0 1-51-15,7-2-160 0,5-3-408 16</inkml:trace>
  <inkml:trace contextRef="#ctx0" brushRef="#br0" timeOffset="-36668.39">25564 14512 547 0,'0'0'77'0,"0"0"85"0,0 0-10 16,0 0-58-16,0 134-58 15,5-101-10-15,-5-4-26 16,2-7 81-16,0-9-71 16,0-4 16-16,1-3-26 15,2-6 0-15,1 0-10 0,5-10-7 16,7-17-13-1,1-4 4-15,4 1-6 0,0 4 22 16,-5 6 2 0,-1 3 12-16,-3 13-8 0,-1 4 8 15,0 0 14-15,-1 0 17 16,1 4 11-16,0 13-21 16,0 2 0-1,0-8-6-15,3-3-4 0,1-8-15 16,8 0-5-16,4 0-5 15,0 0-7-15,-2 0 13 16,0 0 8-16,-6 4 17 0,-6 8 8 16,-1 3-15-1,-4-4-7-15,3 3-7 0,1-6-14 16,-1-3-93 0,-3-4-96-16,-4-1-192 0</inkml:trace>
  <inkml:trace contextRef="#ctx0" brushRef="#br0" timeOffset="-31972.35">21525 10311 340 0,'0'0'49'16,"0"0"107"-16,0 0-75 16,0 0 1-16,0 0-18 15,0 0 26-15,0 0-11 16,0-6 8-16,0 6-35 15,0 0-7-15,0 0 2 16,0 0-27-16,0 0 8 16,0 0-26-16,0 0 12 0,0 0-11 15,0 0 1-15,0 0-3 16,0 14 15-16,0 5 15 16,4 2-26-16,3 5 24 15,-3 4-23-15,6-2 21 16,-4 0-26-16,-2 0 10 15,-1 2-2-15,1 0-6 16,-2 3 2-16,0 1-4 0,4-1-2 16,-2 7 4-1,0-3-3-15,0 3 7 0,1 2-11 16,-3-2 10 0,-2 2-11-16,0-2 6 0,0 2-1 15,0-3 5-15,0-1-5 0,0-6 0 16,0-1 8-1,-2 2-15-15,0-1 18 0,2 0-21 16,0 2 19 0,0 0-16-16,0 2 7 0,0-2 0 15,0-1-5 1,2-4-13-16,-2-4 18 0,0-3-33 16,0-6 22-1,0-1-13-15,0 2 19 0,-9-9-9 16,1 4 7-16,0-6-2 15,6 0-17 1,0 2 4-16,0-4-83 0,-1 0-49 16,1-4-200-16</inkml:trace>
  <inkml:trace contextRef="#ctx0" brushRef="#br0" timeOffset="-31369.68">21600 11275 334 0,'0'0'193'0,"0"0"-154"16,0 0 73-16,0 0-47 15,0 0 10-15,0 0-28 0,58-93 14 16,-44 83 26-16,1 3-46 16,-3 1 16-16,5 4-27 15,-3 2 2-15,6 0-20 16,0 0 6-16,3 0-7 16,-2 0-9-1,2 5 12-15,-5 4-7 0,-1 1 21 16,-1 4-8-16,-3 5-3 15,-1-2-9-15,-3 5-8 16,-3 4 0-16,-4 1 1 0,0 3-2 16,1-2 6-1,-3 0-12-15,2-2 19 0,-2-2-23 16,2-2 20 0,5-6-13-16,0-6 4 0,-3-4-9 15,-2-6-14-15,3 0-31 16,-3 0-3-16,2 0-22 15,10 0-8-15,5-14-153 16,6-10-51-16</inkml:trace>
  <inkml:trace contextRef="#ctx0" brushRef="#br0" timeOffset="-29909.47">22242 12333 373 0,'0'0'81'0,"0"0"14"16,0 0-27-1,0 0-16-15,0 0-38 0,0 0 4 16,-13 4-1 0,11-2 9-16,0-2 4 0,2 0 40 15,-2 2-23 1,2-2 36-16,0 0-19 15,0 3-22-15,-2-1 0 16,-2-2-37-16,4 1 47 0,0-1-47 16,0 0 26-16,0 3-30 15,0-3 16 1,0 0-1-16,0 2 1 0,0 4-3 16,4 2-4-16,4 0 3 15,7-4-7-15,6 5 11 16,1-7-13-16,7-1 14 0,0-1-13 15,2 0 8 1,3 0-13-16,-1 0 0 0,0 0-2 16,1 0 11-1,1 0-21-15,-4 0 11 0,-8 0 0 16,2 0-26 0,-8 0 0-16,-1 0-59 0,-7 0-121 15,-5 0-326-15</inkml:trace>
  <inkml:trace contextRef="#ctx0" brushRef="#br0" timeOffset="-29223.45">22674 12808 146 0,'0'0'136'0,"0"0"81"0,0 0-90 16,0 0 25-16,0 0-1 0,0 0-22 15,0 1-59 1,0-1-3-16,0 0-31 15,0 0-3-15,0 0 15 0,0 0-23 16,0-3 30 0,10-18-52-16,-1-6 18 15,-1-9-16-15,6-3 6 0,-1 1-10 16,0-2-1-16,3 6 18 16,-3 2-18-16,1 4 0 15,-3 3 12-15,-5 3-25 16,4 1-7-16,-4 5-1 0,3 1-16 15,-5 3-10 1,1 3-37-16,-5 9-62 0,0 0-89 16,0 7-169-1</inkml:trace>
  <inkml:trace contextRef="#ctx0" brushRef="#br0" timeOffset="-28563.4">22468 12691 636 0,'0'0'179'0,"0"0"30"0,0 0-134 15,0 0-30-15,0 0 14 0,0 0-30 16,-5 4-21 0,5-4-2-16,0 0-1 0,0 0 19 15,0 0-4-15,0 0 8 16,0 0-6-16,0 0-14 15,0 0-8-15,0 0 8 16,0 0-19-16,0 0-18 16,0 0-4-16,0 0-25 15,0-10-27-15,0-3-114 16,0 0-239-16</inkml:trace>
  <inkml:trace contextRef="#ctx0" brushRef="#br0" timeOffset="-27528.4">22304 12446 298 0,'0'0'87'0,"0"0"86"0,0 0-40 16,0 0-33-16,0 0-30 0,0 0-55 15,-8 0 9 1,6 0-5-16,2 0 40 0,-5 0-26 16,3-3-18-1,0-1-2-15,0 1 37 0,2 3 12 16,0 0-29-16,0 0 24 0,0 0-47 15,-5 0 15 1,5 0-23-16,0-2-2 16,-3-1 0-16,-1 0-18 15,-2-1 15-15,1 2 3 0,3 1 6 16,2 1-2 0,0 0 29-16,0 0-32 0,0 0 9 15,0 0-9-15,0-3-2 16,0 3-6-1,0 0 0-15,7-2 7 0,11 2 0 16,6-2 16-16,2 2-12 16,3 0 6-16,5 0-5 15,-1 0-5-15,6 0 0 16,-2-2-1-16,3-2 0 16,0 2-2-16,-3-1-2 15,-2-4 5-15,-4 1-4 16,-4 0 15-16,-5-1-18 15,-2-2 13-15,-3 5-8 16,-3 0 2-16,-5 4 0 16,-5 0-7-16,4 0 14 15,-4 0-16-15,0 0 20 16,1 0-22-16,-3 0 10 16,0 0 1-16,-2 0-11 0,0 0-2 15,0 0 10 1,0 0-9-16,0 0 3 0,0 0 18 15,0 0-7-15,0 0 3 16,0 0-10-16,-2 2 10 16,0 2-11-16,-3 4 4 15,1 1 1-15,2-1-12 16,-3 4-26-16,5-1 24 16,-3-3-48-16,3-3 12 15,-2-4-137-15,-4-1-475 16</inkml:trace>
  <inkml:trace contextRef="#ctx0" brushRef="#br0" timeOffset="25846.72">20549 10140 618 0,'0'0'75'16,"0"0"40"-16,0 0-52 16,0 0-53-16,0 0 29 15,0 0-9-15,0 0 32 16,0 0-17-16,0 0 20 16,0 0 4-16,0-3-26 15,0 3 2-15,0 0-34 16,0 0 12-16,0 0-16 15,0 0-4-15,0 0 5 16,0 0-7-16,-2 0 9 0,2 0-1 16,-5 0 0-1,1 0-4-15,-3 0 1 0,-2 0 7 16,-2 0-15 0,2 0 4-16,-4 0-1 0,-3 0-1 15,0 6 0-15,1 5-1 0,-1 2 4 16,3 1-12-1,-1-2 19-15,1 7-18 0,-3 0 16 16,3 1-16 0,3 0 12-16,2 2-7 0,4 0 3 15,4-3-5 1,0 6 1-16,0-2 8 0,6-2-13 16,10-3 16-1,3-4-14-15,-2-2 7 0,1-4-2 16,1-4-3-1,2-4-3-15,-1 0 0 0,2 0-4 16,-2 0 8 0,7-14-19-16,-4-6 2 0,4 2-31 15,-4 0 26-15,-2 4-46 16,-8 7 20-16,-6 0-29 16,-3 7-132-16,-1 0 30 15,-3 0-78-15</inkml:trace>
  <inkml:trace contextRef="#ctx0" brushRef="#br0" timeOffset="26226.59">20716 10303 297 0,'0'0'404'0,"0"0"-296"0,0 0 72 15,0 0-125-15,0 0-26 16,0 0-29-16,5 0-25 16,-5 0-19-16,2 0-71 15,2-2 36-15,-4-5-33 16,0 1-132-16</inkml:trace>
  <inkml:trace contextRef="#ctx0" brushRef="#br0" timeOffset="26859.47">20977 10271 364 0,'0'0'147'0,"0"0"-2"0,0 0-75 16,0 0-2-1,0 0-12-15,0 0 32 0,80 8-7 16,-63-26-22 0,4-6 13-16,1-6-25 0,0 1-8 15,-2-6-30 1,1 0 30-16,-4 3-37 0,-5 0 7 16,-6 8-9-1,-6 0 1-15,0 2-4 0,0 2 7 16,-8 6 9-16,-8 8-12 0,0 0 24 15,-2 6-16 1,-4 0 6-16,-5 10-13 16,1 11-2-16,-5 8 0 15,0 1-11-15,2 1-20 0,8-4-24 16,3-3 20 0,9-2-54-16,5-1 20 15,4-4-76-15,0 1-29 16,0-6 20-16,9-6-192 15</inkml:trace>
  <inkml:trace contextRef="#ctx0" brushRef="#br0" timeOffset="27426.39">21425 10049 349 0,'0'0'223'0,"0"0"-101"0,0 0 16 0,0 0-79 16,0 0 17-16,0 0-62 16,9 0 15-16,-7 0-3 15,-2 0 19-15,0 0-25 16,0 0-9-16,0 0 0 16,0 0-6-16,0 0 15 15,0 0-14-15,0-5 0 0,0 5-5 16,0-1 19-1,0 1-14-15,0 0 10 0,0 0 22 16,0 0-35 0,0 0-3-16,0 0-37 0,0 0-50 15,0 0-86 1,0 0-303-16</inkml:trace>
  <inkml:trace contextRef="#ctx0" brushRef="#br0" timeOffset="33871.43">24847 15427 535 0,'0'0'27'0,"0"0"31"0,0 0-17 16,0 0 13-1,0 0 0-15,0 0 25 0,0 0-4 16,0 0 27-16,0 0-51 15,0 0-12-15,0 0 24 16,0 0-45-16,0 0 13 0,0 0-23 16,0 0 19-1,0 0 3-15,0 0 10 0,0 0-5 16,0 0-8 0,0 0-4-16,0 0-21 0,0 0 3 15,0 0 0 1,0 0-9-16,0 0 6 0,-8 0-4 15,-9 0-8-15,-1 0 10 16,-1 0-3-16,-4 2 3 16,1 9-3-16,-2-1 6 15,4 4-9-15,-1 2 12 16,6-2-10-16,3 0 5 16,4 7-2-16,1-2-1 15,3 7-1-15,4-2 3 16,0-1-16-16,0-6-5 0,0 0 0 15,6-10 20 1,7 4 2-16,-1-5-11 0,1-2 12 16,1 0-2-1,1-4 0-15,3 0 0 0,0 0-1 16,6 0 1 0,7-14-8-16,1-8-12 0,3-2-8 15,-2-1-32-15,1 2-58 16,-7 5-122-16,2 0-125 15</inkml:trace>
  <inkml:trace contextRef="#ctx0" brushRef="#br0" timeOffset="34317.58">25221 15508 598 0,'0'0'160'0,"0"0"-97"0,0 0 22 15,0 0-56-15,0 0-20 16,0 0-9-16,-4-1-3 16,2 2-8-16,0-1 10 15,-4 0 1-15,4 0-36 0,-6 0-4 16,5 0 19 0,-3 0-51-16,-1 0-137 0</inkml:trace>
  <inkml:trace contextRef="#ctx0" brushRef="#br0" timeOffset="35066.65">25435 15673 502 0,'0'0'81'0,"0"0"11"0,0 0-1 16,0 0-12-16,0 0-4 16,0 0 9-16,0 0-5 15,0-22-66-15,0-6 56 16,0 2-19-16,11-9 8 16,1 2-9-16,-1-2-21 15,2-5 6-15,5 9-19 16,-5-6-11-16,7 11 3 15,-4 3-6-15,-3 10 3 0,-2 5-8 16,-1 4-2 0,-4 4-7-16,0 0-11 15,8 0 4-15,1 18 17 16,4-2-6-16,-2 0 2 0,1 1-57 16,-3 0 31-1,-3 1-9-15,-10 4 14 0,3 4 20 16,-5 2 8-1,4 5 0-15,0-4-2 0,-2-1-31 16,5-2-104-16,-2-5 91 16,-5-3-54-16,0-4 17 15,0-5 29-15,0 0 37 16,0-5 10-16,-10-2-11 16,0-2-140-16</inkml:trace>
  <inkml:trace contextRef="#ctx0" brushRef="#br0" timeOffset="35386.81">25466 15597 703 0,'0'0'236'0,"0"0"-96"0,0 0 3 0,0 0-90 16,0 0-41 0,119-14-2-16,-84 5-3 0,3 1-10 15,-5 3 3-15,-2-4-18 0,-6 4-26 16,-2 1-53-1,-4 1-47-15,-5 3-166 0,-5-2-169 16</inkml:trace>
  <inkml:trace contextRef="#ctx0" brushRef="#br0" timeOffset="35916.43">26108 15588 678 0,'0'0'212'0,"0"0"-97"0,0 0-49 16,0 0-66-16,0 0-17 15,0 0 2-15,0-14 14 16,0 11 1-16,0 3 10 0,0 0 22 15,0 0 17-15,0 0-18 16,-2 0-22-16,2 0-9 16,0-6-15-16,0-2-138 15,0-2-278-15</inkml:trace>
  <inkml:trace contextRef="#ctx0" brushRef="#br0" timeOffset="47756.71">7749 7309 359 0,'0'0'219'16,"0"0"-183"-16,0 0 51 15,0 0-33-15,0 0-23 16,0 0 5-16,0 0-34 0,-18-30 34 16,18 28-19-1,0 2 55-15,-2 0-27 0,2 0 19 16,-5 0-54 0,5 0 4-16,0 8-8 15,0 6 5-15,0 2 4 0,0 4-7 16,0 0-8-16,0 4 9 15,-4 4 5-15,2 4 0 16,-8 1 23-16,0 5-29 16,-3-2-2-16,-1 6-6 15,1 0 9-15,-1 2-17 16,1 0 22-16,1-5-20 16,6 1 21-16,-1-3-26 15,1-1 22-15,1 1-18 16,0-1 7-16,3-3 0 15,0 2-3-15,2-3 9 16,0-1-10-16,0-4 10 0,0 1-12 16,0 2 14-1,0 0-14-15,0-1 10 16,0-4-5-16,0-2 1 16,0-7-1-16,0-5-7 15,0-3 8-15,7-2-13 16,0 0 21-16,1 0-22 0,1 0 20 15,1 1-12-15,0-1 6 16,3-1 0-16,8-1-6 16,6 3 15-16,-1-4-11 15,8 3 4-15,-1-1 5 16,0-1-3-16,1-2-2 16,-1-2-2-16,0 0 0 15,6 0 0-15,-6 0 0 0,1 0-2 16,1 0 16-16,-4 0-19 15,9 0 15-15,5 0-16 16,-1 0 12-16,6 0-12 16,-4 0 5-1,4 0 1-15,-2 0 0 0,-1 0 7 16,-3 6-15-16,-3-3 21 16,-1 4-19-16,0-5 15 15,-3-2-13-15,2 0 4 0,-6 0 0 16,3 0 0-1,2 0 3-15,-5 0-10 0,0 0 15 16,4 0-12 0,-4 8 14-16,3 2-19 0,-1-2 13 15,5-2-4 1,-3-2 0-16,2-2-2 0,-1-2-1 16,-3 0 6-1,-1 0-2-15,-3 0 9 0,0 0-12 16,-2 0 6-16,2 0-4 0,-2 0 0 15,9 0 0 1,-3 0-1-16,6 0 3 0,-1 0-11 16,5 0 18-1,-1 0-17-15,-2 0 18 0,1 0-17 16,-5 0 10 0,-1 0-4-16,-1 0 1 15,-1 0-4-15,-2-2 3 0,0 2 2 16,2 0-7-16,1 0 16 15,4 0-18-15,-1 0 14 16,2 0-10-16,-1 0 5 16,-2 0-1-16,-3 0 0 15,6 0 5-15,-5-2-16 16,-3 0 22-16,0 2-17 16,-4 0 18-16,-2 0-22 15,0 0 14-15,0 0-5 16,-6 0 1-16,4-4-1 0,-2-3-6 15,-3 1 14 1,2 0-15-16,2 1 18 0,1-1-18 16,0 2 15-1,-4 1-9-15,0 0 2 16,-3 1-7-16,-3 0 6 16,-4 0-4-16,-2 0 2 15,-2-2 6-15,-3-2-6 16,5 0 11-16,0-3-13 0,2 2 11 15,0-1-12-15,5 0 6 16,-3-3 0-16,-1 1-3 16,-1-4 9-16,-3 0-10 0,2 1 10 15,-2-4-12 1,1 7 10-16,-2 0-9 0,2 3 5 16,0 2-4-1,-3 1-8-15,2 0-28 0,0-2 27 16,-3 0-1-16,1-2-28 15,-2-1 42-15,-1 1 16 16,-1-3-5-16,1-5 5 16,-3 4-14-16,0 2 0 15,2 0-4-15,-2-2 8 16,0 3-1-16,2 2 3 16,-2-3-3-16,5-4 1 15,-1-2-12-15,-4-4 6 0,4-2-8 16,-2-2 6-1,-2-2 4-15,0-5-10 0,0 7 18 16,0 0-16 0,0 4 16-16,-2-2-10 0,-2 0 7 15,2-6-11-15,0-1 4 16,-3-9-8-16,5-1 3 16,-4-3-9-1,-4 4 10-15,0 2 0 0,-3 2-1 16,-3 1-1-16,1 5 2 0,-3 3 4 15,1 4-15 1,-3-1-6-16,3 4 21 16,-1 4 29-16,0-2-3 15,3 2-31-15,-5 2 11 16,0-4 14-16,-5 1-13 16,0 4-2-16,-4-5-2 15,-2 4-2-15,2 4-2 16,4 0 2-16,1 0-8 0,2 5 22 15,-2 2-15-15,-3-3 2 16,-4 2 17-16,-6-4-5 16,-1 1-14-16,-6-2 0 15,1-5 0-15,2 4-7 16,-1-1 14-16,-1 4-21 16,1 2 24-16,-6 2-20 15,3 1 20-15,-3 0-9 16,-4 0 3-16,2 0-3 15,-2 0-1-15,3-6 9 16,3-3-22-16,2-3 23 0,1 4-11 16,2 1 2-1,-1-1 0-15,-3 3-1 0,1 1 0 16,0 4-3 0,5 0 4-16,2 0-11 0,2 0 15 15,-1 0-18-15,1 0 26 16,-3 0-21-16,1 0 17 15,-6 0-7-15,6 0-2 0,-1 0 0 16,-2 0-3 0,7 0 16-16,2 0-22 0,5 0 25 15,1 0-28 1,4 0 25-16,0 0-12 16,-1 0-1-16,-2 0 0 15,-5 0-5-15,-4 0 11 0,-4 0-13 16,4 0 22-16,2 0-6 15,0 0-6-15,8 0 24 16,2 0-26-16,-2 0 3 16,1 0-4-16,-3 0 0 15,0 0-6-15,-2 0 14 16,0 0-20-16,1 0 25 16,4 0-21-16,0 6 15 15,-1 1-14-15,8 0 6 0,-1 4 1 16,2-6-4-1,3 3 8-15,-1 1-14 16,0-3 22-16,-3-1-21 16,-3 8 22-16,-4-5-18 0,0 4 10 15,-1-2-3 1,4-8-2-16,1 4 0 0,-1-4-5 16,7 2 16-1,-3-3-25-15,-1 2 9 0,1-1 2 16,-5-2-24-16,1 0 7 15,-1 0-53-15,0 0-300 16</inkml:trace>
  <inkml:trace contextRef="#ctx0" brushRef="#br0" timeOffset="51023.03">25680 4576 536 0,'0'0'121'0,"0"0"-53"16,0 0 58-16,0 0-32 15,0 0-10-15,0 0-25 0,0 0 23 16,-18-28-28 0,18 26-13-16,0-1-9 0,0 2-16 15,0-2 13-15,0 3-25 16,0 0 22-16,0 0-16 15,0 0-3-15,0 0-4 16,0 0 13-16,0 7-14 16,0 13 6-16,0 4 13 15,0 2-20-15,0 6 3 16,0 4 5-16,-6 2-13 16,-7 6 12-16,-3-6-16 15,3-1-8-15,-1-5-1 16,3-2-3-16,-3-4-18 0,1-7 3 15,2-6-57-15,2-5-3 16,4-8-246 0,1 0-134-16</inkml:trace>
  <inkml:trace contextRef="#ctx0" brushRef="#br0" timeOffset="51406.82">25398 4560 367 0,'0'0'324'0,"0"0"-156"0,0 0 10 15,0 0-26-15,0 0-54 16,0 0 5-16,81 6-74 16,-44-6 31-16,0 0-43 0,1 0-6 15,-7 0-11 1,-4 0-7-16,-2 0-27 0,-8 0-42 15,1 0 21 1,-7 0-26-16,1 0-29 16,-8 0-178-16,-4 6-189 0</inkml:trace>
  <inkml:trace contextRef="#ctx0" brushRef="#br0" timeOffset="51956.88">25575 5021 223 0,'0'0'461'0,"0"0"-301"16,0 0 40-16,0 0-91 15,0 0-48-15,0 0-6 16,12 0-27-16,5-10 12 16,10-12-22-16,0-2 26 15,2-5-29-15,2-3 13 16,-4-1-17-16,-2 0-7 0,-6 1-4 15,-3 6 10-15,1 5-18 16,-1 0 23-16,1 9-28 16,-9 2 20-1,1 4-13-15,-9 6 6 0,0 0-10 16,0 0-6 0,2 12 0-16,2 8 9 0,-2 8 9 15,1 0-8 1,0 2-15-16,-3 1 20 0,0 1-8 15,0 0 8-15,0-7-1 16,4 6-1-16,-4-5 0 16,0-2-31-16,0-5 25 15,0-2-97-15,0-7 90 16,0-7-84-16,0 0-17 0,0-3-134 16,-7 0 117-1,0 0-206-15</inkml:trace>
  <inkml:trace contextRef="#ctx0" brushRef="#br0" timeOffset="52241.12">25631 4895 674 0,'0'0'413'0,"0"0"-259"16,0 0-29-16,0 0-36 0,136 3-48 15,-98-3-31 1,-2 0-10-16,-12 0-33 0,-9 0-22 16,-5 0-34-1,-4 0 1-15,3 0-129 0,-2 0-129 16,-2 6 47-16,-1 4-80 0</inkml:trace>
  <inkml:trace contextRef="#ctx0" brushRef="#br0" timeOffset="52756.98">26028 5073 322 0,'0'0'330'16,"0"0"-158"-16,0 0 42 16,0 0-104-16,0 0-22 15,0 0-45-15,8-8-17 16,0-12-3-16,7 0-1 0,1-4 7 15,1-4-24 1,1 0 6-16,2 0 4 0,-2 3-19 16,-2 6 13-1,-7 9-3-15,-3 6-5 16,-4 4 1-16,1 0-2 0,-1 0 0 16,2 14-8-16,3 5 15 15,0 2-20-15,6-2 8 16,3-3-9-1,1-1 2-15,1-5 12 0,-5-4 0 16,8-4 0-16,-5-2 6 16,5 0-1-16,6 0 38 0,5-18-33 15,5-10 6 1,0-9-8-16,-2-5 1 0,-4-3-9 16,-4 4-2-1,-10 7-1-15,-10 5-10 0,-7 10-10 16,0 4-20-16,-7 9-12 15,-13 5-108-15,-4 1-286 16</inkml:trace>
  <inkml:trace contextRef="#ctx0" brushRef="#br0" timeOffset="58346.54">27432 4453 105 0,'0'0'374'15,"0"0"-308"-15,0 0 65 16,0 0 28-16,0 0 13 15,0 0-67-15,0 0-46 16,2-4-14-16,-2 4 1 16,0 0-30-16,0 0 28 0,0-1-40 15,0 1 14 1,0 0-18-16,0 0 19 0,0-3-1 16,0-1 11-1,-7 2 9-15,-2-3-20 0,-4 0-9 16,-1 4-1-16,-1-1-10 15,-1 2 11-15,1 0-18 16,-6 0 15-16,-3 0-10 0,0 10 4 16,-3 11 0-1,0 6 0-15,-2 5 7 16,0 4-18-16,4 2 20 16,1 2-18-16,9-4 9 15,4 1-2-15,5-2-1 0,4-1 3 16,2-3-3-16,0-3-5 15,0-3 7 1,12-4-3-16,8-6-6 16,4-6 9-16,3-6-4 0,2 2 10 15,-2-5-3 1,0 0-1-16,-2-5-1 0,-2-14 1 16,2-2 6-16,-5-2-14 15,-2 0-12-15,-9 3 0 16,-4 4-5-16,-5 4 18 15,0 3-11-15,0 2 17 16,-7 7-2-16,-18-1 5 0,-4-1-8 16,2 2 11-1,-4 0-22-15,4 0 15 0,5 0-17 16,0 8-39 0,11 7 15-16,2 2-180 0,9 3 55 15,0 0 8-15,0-3 17 16,2-2-141-16</inkml:trace>
  <inkml:trace contextRef="#ctx0" brushRef="#br0" timeOffset="58866.86">27550 4832 329 0,'0'0'257'0,"0"0"-203"0,0 0-2 0,0 0 9 16,0 0 7-16,0 0 21 16,19 66-31-16,2-60 4 0,1-1-4 15,2-4 17 1,3-1-28-16,4 0-2 0,5 0-17 16,4-1-6-1,0-16-22-15,10-4 5 0,-6-5-10 16,0-5 13-16,-3-1-11 15,-10 3 10-15,-9 2-14 16,-15 1 14-16,-7-1-7 16,0 8 0-16,-16-1 0 15,-18 8-2-15,-1 4 4 0,-9 8-14 16,3 0 15 0,1 2-8-16,5 14-32 0,4 2 11 15,10 2-16 1,8-2-64-16,4 1-103 0,9-6-111 15,0-3-180-15</inkml:trace>
  <inkml:trace contextRef="#ctx0" brushRef="#br0" timeOffset="59396.78">28347 4461 364 0,'0'0'186'0,"0"0"-58"0,0 0 43 0,0 0-1 15,0 0-64-15,0 0-58 16,103-40-25-16,-97 18 5 0,-6 2-8 16,0 2 4-16,0 3-19 15,-10 8-2-15,-11 7 7 16,-6 0-17-16,0 0 7 15,3 6-3-15,-4 10-40 16,1 5-92-16,11-2-249 16,7 1-299-16</inkml:trace>
  <inkml:trace contextRef="#ctx0" brushRef="#br0" timeOffset="59886.77">28617 4873 61 0,'0'0'780'0,"0"0"-654"0,0 0 56 16,0 0-91-1,0 0-15-15,0 0-45 0,114 12 16 16,-83-12-43 0,-4 0-1-16,-6 0-3 0,-3 0-18 15,-5 0-6-15,-1 0-12 16,-1 0-16-16,-7-3-65 15,-4-6-172-15,0-1-338 16</inkml:trace>
  <inkml:trace contextRef="#ctx0" brushRef="#br0" timeOffset="60126.45">28668 4759 576 0,'0'0'268'0,"0"0"-33"0,0 0-91 16,0 0-64-16,0 0-49 15,121 9-6-15,-97-9-25 16,-2 0-21-16,-8 0-86 15,-1 0-210-15,-11 0-422 16</inkml:trace>
  <inkml:trace contextRef="#ctx0" brushRef="#br0" timeOffset="66426.89">29842 4091 498 0,'0'0'33'16,"0"0"4"-1,0 0 12-15,0 0 30 16,0 0 50-16,0 0 63 0,0 0-81 16,2-17-58-16,-2 13 6 15,0 2-29-15,0-2-3 16,0 4-11-16,0 0 11 16,0 0-20-16,0 0 30 15,0 0-25-15,0 0 12 0,0 0-17 16,0 0 19-16,0 0-23 15,0 0-6 1,-4 6 3-16,0 19 0 16,-8 8-10-16,1 10 20 15,-4 5-10-15,8 0 3 0,-2 0 0 16,3-2-3-16,1 2 0 16,1 0-2-16,4 2-11 15,0-1 12-15,0-3-30 0,0-6 21 31,0-2-12-31,0-11 20 0,0-12-6 16,0-3 3-16,0-8 3 16,0-4 2-16,0 0 0 15,0 0 3-15,0 0-10 16,0 0 14-16,0 0-15 0,0 0 7 16,0 0-7-1,0 0 7-15,0-6 0 0,0-9-4 16,0 2 3-16,0-3-1 0,6-2 6 31,14 1-9-31,0-4 11 0,3 3-10 0,2 6 5 16,-4 4 0-1,4 4 5 1,10 4 1-16,1 0 5 0,2 0-11 16,-2 16 7-16,-3 1-2 0,-6 2-7 15,-5 5 3-15,-6 0-2 16,-8 0-16-16,-5 0-6 15,-3 6 4-15,0-4 19 16,0-4-7 0,0-2 3-16,0-8-56 0,7-7-15 15,19-5-201-15,5 0-184 16</inkml:trace>
  <inkml:trace contextRef="#ctx0" brushRef="#br0" timeOffset="67506.75">29383 5019 205 0,'0'0'45'0,"0"0"39"15,0 0 0-15,0 0 23 16,0 0-16-16,0 0 42 0,-4 2-4 15,4-2 11 1,0 0-71-16,0 0-12 0,0 0-40 16,0 0-15-1,0 4 4-15,0 5 3 16,13-2 33-16,9 3-29 16,7-4 39-16,5 6-26 0,9-3 27 15,1-2-22 1,5 0-1-16,4 4 0 15,5-1-20-15,9 5 10 16,3 2-16-16,9 1-4 0,6-2 0 16,0 4 2-16,4-3 2 15,7-2-8-15,-5-3 4 16,-2 1 0-16,-15-2-7 16,-14 4 16-16,-23-4-24 15,-7-4 8-15,-12 0 1 16,-7 6-28-16,-7-4-7 15,-4 0-34-15,0-1-37 16,-13-6-119-16,-20-2-459 16</inkml:trace>
  <inkml:trace contextRef="#ctx0" brushRef="#br0" timeOffset="72866.84">29589 5568 377 0,'0'0'210'0,"0"0"-129"0,0 0 27 16,0 0-12 0,0 0-8-16,0 0-20 0,0 0-36 15,-5 0 28-15,5 0-43 16,-2 2 7-16,2-2-10 16,0 0 35-1,0 0-7-15,0 0-13 0,0 0 6 16,0 0-14-16,0 0 19 0,0 0-33 15,0 0 17 1,9 0-19-16,10 0 22 0,6 0-22 16,2 0 4-1,2 0-9-15,-2 0 3 0,2 0-9 16,-5 0 11 0,-2 0-19-16,-4 8 1 0,-5 5 1 15,-8 0-24-15,-5 6 13 0,0 0 3 16,-9 3 18-1,-18 5-3-15,-2-1 0 0,1-4 4 16,3 0-28 0,0-4 10-16,11-6-37 0,4 0 31 15,5-6-18 1,5-2 12-16,0 0-4 16,0 0 35-16,9 0 1 15,11 2 58-15,9-1-9 0,-4 4-49 16,-1-1 10-16,-2-2-7 15,-6 2-8 1,-7 3 4-16,-7 0-9 0,-2 5 7 16,0 2 4-1,-15 0-9-15,-16 2 14 16,0-3 4-16,-8 0-8 0,4-2 11 16,3-8-12-1,6 5-4-15,4-6 1 0,-3-3-28 16,9-3-68-16,-3 0-200 15,3 0-278-15</inkml:trace>
  <inkml:trace contextRef="#ctx0" brushRef="#br0" timeOffset="73616.82">29949 6060 245 0,'0'0'149'0,"0"0"14"0,0 0-32 0,0 0 0 16,0 0-34-1,0 0-11-15,0 0-51 0,0 0 11 16,-2 0-6 0,-1 0 22-16,1 0-24 0,-2 0-4 15,0 4-26-15,-3-1 2 16,5 3-10-16,2 3-2 15,0-1 0-15,0-1 3 16,0 0-8-16,0 3 14 16,2-5 3-16,11-1-5 0,3 1 15 15,13-5-10 1,5 0 13-16,5 0 1 0,5-11-8 16,4-4-16-1,1-8 7-15,-3 1-11 0,2-1 8 16,-15-1 4-1,-11-1-7-15,-13-3-2 16,-4 2-1-16,-5 2 2 16,0-2 0-16,-17 6 3 15,-9 1-8-15,-2 2 9 16,-1 3-12-16,2 4 16 0,0 4-20 16,2 6 13-16,0 0-2 15,-1 0 0-15,0 6-7 16,-1 10-22-16,0 9-51 15,-2 2-73-15,4 3-299 16</inkml:trace>
  <inkml:trace contextRef="#ctx0" brushRef="#br0" timeOffset="100266.97">25419 5248 435 0,'0'0'97'0,"0"0"10"16,0 0-39-16,0 0-18 15,0 0-9-15,0 0 1 16,0 0-26-16,0 0 7 16,2-5-23-16,-2 5 44 15,0 0-6-15,0 0 15 0,0 0-51 16,0 0 6-16,0 0-8 15,0 0 0-15,3 0-9 16,2 9 18-16,-1 0-6 16,-2 3-3-16,7-3 24 15,-3 1-17-15,4-2 8 16,-1-1-12-16,-1 0-3 16,-1 2 0-16,2 0-5 15,0-1-3-15,2 2 16 16,0 0-20-16,-2 0 25 15,7 2-26-15,-3-4-3 16,0 2 15-16,3-4-4 0,-5 2 3 16,1-2-5-1,-2-3 14-15,1 2-11 0,3-5 15 16,1 2-22 0,4-2 8-16,-1 0-2 0,-1 0-6 15,1 0 6-15,0 0 1 16,-5 0 8-16,0 0-10 15,-2 0 17-15,-1 0-25 0,3 0 28 16,-2 0-21 0,0-4 10-16,-2 0-5 0,-3 2 2 15,-2-1 0 1,4 2 17-16,-4-4-15 16,5 3 15-16,5-3-11 15,-1-1-6-15,5-2 9 0,-1 0-12 16,4-2 3-1,-4 2 0-15,-3 3-4 0,-3-2 9 16,-7 5 28-16,1 0-13 16,-2 0 25-16,3 0-40 15,5-2-10-15,1 0 3 16,-2 0-7-16,-1 0-5 16,1-1 9-16,-2 5 0 15,3 0 10-15,-2 0-10 0,5 0 18 16,1 0-18-1,3 0 12-15,2 0-12 0,0 3 5 16,-2-1 0 0,-1-1-2-16,4 2-1 0,-7 3-4 15,3-4 14 1,-1 4-3-16,-3-4-2 0,3 2 4 16,-1-4 1-1,1 4-9-15,-3-1 2 16,7-2 0-16,-7-1-5 0,0 4 12 0,-1-1-19 15,-1 2 23 1,-2 5-14-16,-2 0 6 16,2-2 10-16,-3-2-11 15,0-1-2-15,2 1 0 16,-2 0 6-16,1 3-13 16,-3-1 17-16,3 0-8 15,-2 0 9-15,-3 0-7 16,0-6-3-16,0 4-2 15,-2-2-1-15,0-2-4 0,0-2 5 16,5 4-23-16,-5-4 22 16,0 0 4-16,2 2-11 15,-2-2 19-15,2 0-11 16,2 0 7-16,6 0-3 16,-1 0 10-1,6-6-8-15,5-6-2 0,1 2 15 16,0-2-18-16,2 2 4 15,-5-1 18-15,-1 8-4 16,-1-3 11-16,-3 1-15 16,3 0-4-16,-1 1-8 15,6 2 9-15,1-4-15 0,2 6 15 16,1 0-13 0,2-2 9-16,-1 2-12 0,-1 0 5 15,-3 0-5-15,2 0 3 16,-1 6 4-16,0 1-6 15,-2 0 14-15,0-1-11 16,1 0 14-16,3-2-24 16,-1 0 23-16,0 0-23 15,1 2 11-15,-7 2-3 16,-3 0 0-16,1 0 5 0,-1 0-7 16,2-2 10-1,0-2-4-15,3 0 7 0,0-2-12 16,2 0 5-1,5 2-1-15,0 0 0 16,0 2 0-16,0 0-3 0,-2 0 13 16,2-2-17-16,-2 0 21 15,4-2-25-15,2-2 19 16,3 0-11 0,-3 0 3-16,6 0-7 0,-5 0 3 15,-3 0 8-15,-2 0-13 0,-3-4 18 16,1-2-10-1,-3-1 9-15,-2-4-13 0,0 1 5 16,3-4 0 0,-4 0 0-16,2-2 5 0,-4-2-15 15,-1 3 21 1,-3 4-16-16,-3-1 20 0,-4 4-24 16,0-2 14-1,-6 0-10-15,3 2-5 0,-3 4-10 16,0 0-6-1,0 0-46-15,0 2 32 0,-11 2-152 16,-12 0-326-16</inkml:trace>
  <inkml:trace contextRef="#ctx0" brushRef="#br0" timeOffset="102062.79">26406 7369 176 0,'0'0'31'15,"0"0"109"-15,0 0-11 0,0 0-39 16,0 0 7-16,0 0-21 15,0 50 33 1,0-34-22-16,0-4-32 0,0 0-28 16,0 1 21-16,0-2-17 15,0 1 16-15,0 9-30 16,0-2 3-16,0 6-9 16,0-2 1-16,0 0 0 15,0-1-10-15,0-4 4 16,0-4 2-16,0-4-11 15,0 0 10-15,2-4-8 16,4-2 6-16,-4-2-5 16,4-2 0-16,-4 0 3 0,5 0-6 15,2 0 12 1,2-2 10-16,4-16-14 0,4-4 5 16,-4-4-6-1,-4-1-7-15,5-3 9 16,-3 2-4-16,0-1-2 0,4-9 4 15,-2 1-9 1,-1-3-1-16,-2 0-6 0,-3 0-27 16,3 4 25-16,-6 1 0 15,1 6 14-15,-1-1 0 16,4 4 1-16,-1-6-6 16,1-1-6-16,4-2 3 15,-1 0-45-15,-1 5 39 16,-3 2 14-16,-5 10 11 15,2 4-8-15,-1 2 9 16,0 7 3-16,-1-2-6 16,5 0-16-16,-3 2 12 0,1 3-10 15,0-4 7-15,2 6-6 16,4-2 6-16,1 2-2 16,7 0 1-16,2 0 13 15,10 0 20-15,6 0-28 16,3 2 22-16,6-2-24 15,10 0 4-15,3 0-3 16,-1 0-5-16,-4-4 0 16,-11 0 4-16,-14 4-9 15,-10 0-21-15,-11 0-24 16,-10 0-38-16,0 6-85 16,-5 4-171-16</inkml:trace>
  <inkml:trace contextRef="#ctx0" brushRef="#br0" timeOffset="102946.53">26923 7164 496 0,'0'0'58'0,"0"0"87"16,0 0-52-16,0 0-1 15,0 0-44-15,0 0 6 0,63 0-26 16,-47-4 17-16,1 1-7 15,1-1-2 1,-1 0-1-16,0-1-28 16,1 5 4-16,-5 0 1 0,-5 0-21 15,0 0 10-15,-4 0-2 16,-4 6-23-16,0 7 18 16,0 1-1-16,-7 3 7 15,-8 2-4-15,-2-3 14 16,2 4-8-16,7-8 12 15,-2 1-28-15,10-6 8 16,0-3-22-16,0 3-2 16,18 2 30-16,7-3-9 15,0 2 19-15,1 1-14 16,-4-2 13-16,-6-2 1 16,-1 0-4-16,-8 1-2 0,-5 0-4 15,-2 2-4-15,0 5 4 16,0 6 18-16,-19 3 29 15,-15 2-38-15,-4 3 40 16,-4-10-31-16,6-1 12 16,3-4-25-16,8-1-3 15,3-5-2-15,7-1-9 16,6-3-13-16,1-2-19 0,4 4-50 16,2-1-276-1</inkml:trace>
  <inkml:trace contextRef="#ctx0" brushRef="#br0" timeOffset="104026.9">27759 7672 323 0,'0'0'57'0,"0"0"32"15,0 0-37-15,0 0-51 16,0 0-1 0,0 0 0-16,0 0 2 15,2 0 3-15,3 0 8 0,-5 0 10 16,0 0 46-16,0 0 5 16,0 0 53-16,0 0 10 15,0 0-74-15,2 0 17 0,0 0-22 16,-2 0 3-1,0 0-47-15,0 0 15 16,5 0-24-16,1 0 21 16,7 2 4-16,3 0-12 15,7 2 6-15,2 0-21 16,0-2 16-16,2 2-10 0,-2-4-6 16,-5 2 4-1,2-2-14-15,0 0 7 0,-5 0-2 16,0 0-7-1,-5 0-29-15,-8 0 7 0,2 0-46 16,-6 0-31-16,0 0-101 16,0 0-71-16,0 0-325 15</inkml:trace>
  <inkml:trace contextRef="#ctx0" brushRef="#br0" timeOffset="104576.66">27841 7478 607 0,'0'0'82'0,"0"0"177"0,0 0-139 15,0 0-34-15,0 0-39 16,0 0-22 0,100 25-20-16,-75-25 25 15,2 0-27-15,0 0 22 0,-2 0-23 16,-4 0-4-16,-7 0-55 16,1-8-127-16,-11-4-287 15</inkml:trace>
  <inkml:trace contextRef="#ctx0" brushRef="#br0" timeOffset="107226.5">29267 6723 262 0,'0'0'322'0,"0"0"-272"16,0 0 27-16,0 0 6 16,0 0 30-16,0 0-33 15,-19 0-12-15,19 2-30 0,0 2 15 16,0 10 7-1,0 4-15-15,-2 6-5 0,-8 4-19 16,3 9 17-16,1-1-33 16,-3 0 23-1,2 2-20-15,5 2-5 16,0-4 6-16,-3 6-7 16,3-2-2-16,-7-5 0 0,7 0-3 15,-5 4 15-15,0-5-15 0,1 8 15 16,-3-4-21-1,7-4 18-15,0-6-12 16,2-3 3-16,0-4 0 16,-3-7-1-16,3 1 3 0,-2-5-11 15,2-5 20 1,0 1-25-16,0-2 20 0,0-4-12 16,0 0-5-1,0 0 6-15,0 0 3 0,0 0 2 16,0 0-2-16,0 0 1 15,0 0-11-15,5-10 17 16,10 0-13-16,3-1 16 16,4 2-13-16,5 1 9 15,4 2-4-15,0 0 0 16,2 2 8-16,1 4-16 16,-3 0 24-16,-2 0-21 0,-4 10 15 15,-5 8-20-15,-5 3 11 16,-3 2-9-1,-6 1 6-15,-1 1 0 16,-5-2-5-16,2-2 14 16,-2-6-16-16,2-1 20 0,5-1-22 15,2-3 2-15,0-5 9 16,4 2-29-16,1-5-26 16,1 0-48-16,-3-2-43 15,3 0-38-15,-6 0-2 16,0 0-122-16</inkml:trace>
  <inkml:trace contextRef="#ctx0" brushRef="#br0" timeOffset="107858.65">28739 7914 265 0,'0'0'194'0,"0"0"-78"16,0 0 38-16,0 0-4 16,0 0 11-16,0 0-97 15,-8 0 25-15,8 3-53 0,0 5-14 16,12-2 38-16,13 7-13 0,15 0 21 15,7-2-54 1,13 2 34-16,3 0-33 0,6 1 1 16,-1-3-16-1,0 1 0-15,-5 0-4 0,-13-2-18 16,-5-2 11 0,-9 0-41-16,-9-2 26 15,-6-5-60-15,-7 4-7 0,-3-4-199 16,-7 2-324-1</inkml:trace>
  <inkml:trace contextRef="#ctx0" brushRef="#br0" timeOffset="108726.76">28789 8351 591 0,'0'0'92'16,"0"0"141"-16,0 0-113 0,0 0-28 15,0 0-64 1,118-8-8-16,-97 8-10 0,-2 3-20 16,-6 11 6-1,-4 2-13-15,-7 2 2 0,-2 4 8 16,0-4 1-16,0 5 12 15,-11 2 6-15,0-3-2 16,0 0-15-16,1-4 7 16,10 0-4-16,0-2-32 15,0 0 34-15,5 0-2 16,11-2 4-16,6-1 9 16,-2-1-9-16,0-1 25 15,-4 4-27-15,-3-2 5 0,-2-1-5 16,-4 3-3-1,-7-1 3-15,0 1 1 0,0 6 32 16,-5 1-11-16,-19 2 27 16,-10-3-41-16,-6 4 20 15,0-6-20-15,-7 0-11 16,10-7 3-16,1-6-8 16,7-1-13-1,6-5-29-15,8 0-23 0,4 0-88 16,6-5-280-16</inkml:trace>
  <inkml:trace contextRef="#ctx0" brushRef="#br0" timeOffset="109206.4">29098 8859 326 0,'0'0'119'0,"0"0"-1"0,0 0-82 16,0 0-9-16,0 0 3 15,0 0 18-15,40 42-9 16,-20-36 45-16,3 0 6 16,5-6 44-1,6 0-47-15,8 0 3 0,10 0-59 16,3-6-17-16,-4-6 14 16,-3-2-28-16,-11 1 19 15,-8-4-9-15,-7 1-13 16,-6-2 11-16,-10-2-16 15,-6-2 1-15,0 2 5 16,-6 2-1-16,-25 3 2 16,-9 8-1-16,-7 5-3 0,-7 2-4 15,-1 0 14 1,1 4-14-16,3 5-40 0,5 6-5 16,5-1-146-1,5 0-200-15</inkml:trace>
  <inkml:trace contextRef="#ctx0" brushRef="#br0" timeOffset="110706.51">26248 7910 263 0,'0'0'152'0,"0"0"-92"15,0 0 9-15,0 0-28 0,0 0 12 16,0 0-43-1,0 0 39-15,0 0-1 0,0 0 18 16,0 4-29-16,0-4 12 16,0 0-26-16,0 0 23 0,0 0 7 15,0 0-23 1,0 3 25-16,0-2-27 16,0-1 8-16,4 7-24 15,8-5 24-15,1-1-30 0,3 2 16 16,4 1-6-16,0-3 0 15,5 4 3 1,-1-3-18-16,0-1 26 16,5 2-16-16,2-1 5 15,6-2-4-15,-2 0 7 0,-3 0-19 16,-3 0 4 0,-8 0-4-16,-5 0 5 0,-5 0-14 15,1 1 19-15,-4 6-22 16,1 1 24-16,3-2-21 15,-1-1 9-15,-3 0 0 16,1 0-7-16,-2-3-11 16,2 1 10-16,-3-3-9 15,1 0 5-15,0 0-7 16,0 0-3-16,-1 0-76 16,1 0-72-16,-3 0-244 15</inkml:trace>
  <inkml:trace contextRef="#ctx0" brushRef="#br0" timeOffset="111820.93">26618 8703 230 0,'0'0'50'0,"0"0"70"16,0 0 1-16,0 0-88 16,0 0 10-16,0 0-11 15,0 0 28-15,0 0-15 16,0 0 40-16,0 0 5 16,0 0 14-16,0 0-46 15,0 0-2-15,0 0-4 0,0 0-37 16,0 0 5-16,0-3-11 15,4-10-13-15,4-2 17 16,0-3-11-16,1-1 3 16,3-2 20-16,-4 1-1 15,1 0-7-15,0-3 7 16,0 0-17-16,-2-4 2 16,-1 0 0-16,1 2-14 0,0-2 8 15,0 1-4 1,1 2 1-16,4 3 0 15,-3 3-3-15,-1 7 6 0,-6 5-5 16,1 2 4 0,-3 2 21-16,0-1-22 0,0-1 0 15,0 1-1-15,0-4-9 16,0 2-20-16,0 0 2 16,0 5 21-16,0 0 6 15,-11 0-3-15,-8 10 14 16,-10 15-8-16,-2 4 1 0,-2 4-5 15,2-1 1 1,2-4-23-16,4-5-14 0,6 0-13 16,3-9 28-1,5-2-40-15,4 0 33 0,5-4-68 16,0 0-180 0,2-1-206-16</inkml:trace>
  <inkml:trace contextRef="#ctx0" brushRef="#br0" timeOffset="112888">27177 8526 321 0,'0'0'237'0,"0"0"-124"16,0 0 79-16,0 0-49 15,0 0-69-15,0 0-32 16,54 0-27-16,-38-6-15 16,-3 2 10-16,3-2-14 15,-1 0 16-15,1 1-24 16,-1-6 12-16,1 1-3 15,-1 0-74-15,-1-1-126 16,-3 4-91-16</inkml:trace>
  <inkml:trace contextRef="#ctx0" brushRef="#br0" timeOffset="113286.82">27519 8396 483 0,'0'0'209'0,"0"0"-129"0,0 0 32 16,0 0-78-16,0 0-32 15,0 0-4-15,31-8-3 16,-18 2 5-16,0 0-5 0,1-2-51 16,1-3-83-1,-3 4-178-15</inkml:trace>
  <inkml:trace contextRef="#ctx0" brushRef="#br0" timeOffset="113720.57">27926 8205 556 0,'0'0'31'0,"0"0"96"0,0 0-113 15,0 0 15-15,0 0-27 16,0 0-4-16,58-20 2 16,-51 16-8-16,1 2-35 15,1-3-61-15,5 0-60 0,-3-3-273 16</inkml:trace>
  <inkml:trace contextRef="#ctx0" brushRef="#br0" timeOffset="114136.74">28350 8061 207 0,'0'0'421'0,"0"0"-295"15,0 0 20-15,0 0-79 16,0 0-35-16,121-50-30 16,-94 40-2-16,-2 0-63 0,-7 0 19 15,-5 5 26-15,-1 0 4 16,-1-3 14-16,2 2-35 15,1-2-151-15,-4 2-142 0</inkml:trace>
  <inkml:trace contextRef="#ctx0" brushRef="#br0" timeOffset="115966.4">26783 10712 252 0,'0'0'63'16,"0"0"65"-16,0 0-52 15,0 0-34-15,0 0-18 16,0 0 50-16,9 16-23 16,-9-14 32-16,0-2 3 15,0 0 4-15,0 0-39 16,0 4-26-16,0-4 7 15,0 0-20-15,0 0 48 16,0 0-2-16,0 0 8 0,0 0-27 16,0-4 7-16,4-13-41 15,1-6 4-15,4-10-1 16,2-6-6-16,0-8 8 16,3-11 0-16,-1-6-7 15,3-3 9-15,-3-8-24 16,-2-7 8-16,-2 0-2 15,0 7 6-15,-1 8 0 16,6 10 8-16,1 5-5 16,2 3 5-16,-5 7-2 15,-5 12-12-15,0 4-14 16,-7 7 7-16,0 8-32 16,0 8-5-16,0 3-66 15,0 0-182-15,0 9-52 0</inkml:trace>
  <inkml:trace contextRef="#ctx0" brushRef="#br0" timeOffset="116546.72">26873 10413 525 0,'0'0'189'0,"0"0"0"0,0 0-32 16,0 0-128-16,0 0 5 15,0 0-31-15,62-8 0 16,-49 15-1 0,3 6-1-16,-5 11-1 0,2 1 1 0,-1-2 18 15,-2 1-15 1,1 1 8-16,1-3-7 16,-6-3 11-16,1 1-16 15,-5-1 13-15,0-3-13 16,6-1 4-16,-2-6-10 0,3 3 12 15,9-8-2 1,-3 2 1-16,5-6-10 0,-2 0 1 16,0 0-38-1,-3 0-87-15,-1-6-313 0</inkml:trace>
  <inkml:trace contextRef="#ctx0" brushRef="#br0" timeOffset="117347.05">27565 10666 536 0,'0'0'154'0,"0"0"36"16,0 0-30-16,114 0-100 16,-81 0-10-1,3 0-50-15,-5 0 0 0,-6 0 0 16,-1 0 4-16,-4 0-14 16,-2 0 14-16,-5 0-10 15,-6 0-69-15,-2-4-164 16,-5-1-361-16</inkml:trace>
  <inkml:trace contextRef="#ctx0" brushRef="#br0" timeOffset="117716.76">27583 10463 755 0,'0'0'255'16,"0"0"-50"-16,0 0-94 16,0 0-90-16,118 0 2 15,-89 0-23 1,-2 0-14-16,-5 0-12 0,-4 0-43 16,-5 0-43-1,-8 0-319-15</inkml:trace>
  <inkml:trace contextRef="#ctx0" brushRef="#br0" timeOffset="118916.79">27623 7768 426 0,'0'0'105'0,"0"0"-63"16,0 0-17-1,0 0 18-15,0 0-30 16,0 0 19-16,17 22-13 16,-13-15 4-16,-4-1-23 0,0 1-29 15,0 5-147 1</inkml:trace>
  <inkml:trace contextRef="#ctx0" brushRef="#br0" timeOffset="119298.56">27725 8103 649 0,'0'0'44'0,"0"0"170"0,0 0-104 16,0 0-46-1,0 0-61-15,0 0 2 0,50 38 4 16,-42-28-5-16,3-4 14 15,-1 2 8-15,-4-1-26 16,5 0-1-16,-6-1-3 16,2 6-75-16,-3-4-88 15,-2 0-109-15,0 3-144 16</inkml:trace>
  <inkml:trace contextRef="#ctx0" brushRef="#br0" timeOffset="119601.82">27999 8540 208 0,'0'0'323'15,"0"0"-178"1,0 0-16-16,0 0-22 0,0 0-100 16,0 0-1-16,0 0-6 15,114 97-5-15,-103-84-8 16,-4 0-50-16,2-1-47 16,-7-2-44-16,1-2-199 15</inkml:trace>
  <inkml:trace contextRef="#ctx0" brushRef="#br0" timeOffset="119766.53">28301 8851 281 0,'0'0'429'0,"0"0"-223"16,0 0-76-16,0 0-130 0,0 0-13 15,0 0-291 1,68 31-327-16</inkml:trace>
  <inkml:trace contextRef="#ctx0" brushRef="#br0" timeOffset="123826.88">26081 7674 75 0,'0'0'178'16,"0"0"-87"-16,0 0 20 16,0 0-63-16,0 0-20 15,0 0 7-15,0 0 6 16,-2 2 26-16,2-2-50 15,0 0 36-15,0 0-52 0,0 0 6 16,0 0-1-16,0 0-6 16,0 0 42-16,0 0 37 15,0 0 32 1,0 0-68-16,0 0-20 0,0-4-14 16,0-2-8-16,0 1 12 15,0 0-23-15,0 1 12 16,0-2-4-16,2 2 1 15,7-5 1-15,0 0-2 16,2-4 6-16,2-1-10 0,-1-4 24 16,-1 6-18-1,0 1 4-15,-2-3 14 0,0 0-15 16,4 2-1 0,-1-2-4-16,1 0 12 0,-5 1-25 15,4-1 30-15,-3 2-25 16,1-4 25-16,4 0-25 15,-3 0 13-15,1 1-3 16,-3 3 0-16,-1-3 1 16,4-2-9-16,-6 4 18 0,1-1-15 15,-3 4 17 1,0-3-22-16,-1 2 20 0,1 1-13 16,-1-3 3-1,1-1-13-15,1-1 11 16,-1 3-27-16,0-5 29 0,-2 2-40 15,3 2 33-15,-1 0-9 16,-1-2 14 0,-1 3-9-16,7 0 11 15,-2 1-3-15,1-4 8 0,0 1-4 16,2 0 13-16,-3 2-20 16,-3 0 17-16,-2 2-22 15,-2 2 15-15,0 2-7 16,3-1 3-16,-3 5-2 15,0-4-3-15,3 2 10 0,-3-5-15 16,6 1 23 0,-2 0-22-16,-1 6 20 15,1-4-15-15,-2 1 7 16,-2 3-6-16,0-3 2 0,4-1-12 16,-4 0 12-1,0 2-6-15,0 0-12 16,0-2 35-16,0 4-20 0,0-4 6 15,0-1-4-15,0 0-1 16,0-1 3-16,0 8-5 16,0 0 12-16,0 0-12 15,0 0 14-15,0 0-15 16,-4 0 16-16,2 0-20 16,-2 5 9-16,-1 2 1 15,3-4-1-15,0 4 1 0,-2-1-8 16,1-2-27-16,-2 6 25 15,1-4-17-15,-3 2 21 16,3-2 12-16,-2 0 8 16,-4 0-4-16,1 6-8 15,1-4 8-15,1 0-8 16,-2-4 0-16,0 6 7 16,-4-4-18-16,-3 2 19 15,3 0-14-15,-1 5 4 16,-1-3 0-16,1-1-6 15,1 3 15-15,-1-1-18 16,3-2 18-16,-1 4-28 0,-2-2 36 16,1 1-24-1,-1-4 7-15,1 5-2 0,8-7-7 16,-2-1-80 0,5-2-115-16,0-3-213 0</inkml:trace>
  <inkml:trace contextRef="#ctx0" brushRef="#br0" timeOffset="127056.84">28367 10261 555 0,'0'0'70'16,"0"0"74"-16,0 0-70 15,0 0-27-15,0 0-33 16,0 0 7-16,0 0 15 16,0 0 34-16,0 0-8 0,2 0 1 15,10 0-2-15,-1 0-25 16,6-7 8-16,6 0-39 16,1-3 9-1,3-1-7-15,0 2-3 0,0 3-1 16,-1-1-3-16,-1 7 0 15,-5 0 0-15,5 0-7 16,-8 0 12-16,-7 0-21 16,-2 11 7-16,-8 5 5 15,0 4-24-15,0 4 28 0,-8 0-7 16,-6 3 7 0,-4-4-5-16,4 2 13 0,2-8-11 15,4-1 11-15,4-4-14 16,4-6 16-16,0 4-10 15,0-2 2-15,4-2-2 16,12 7 14-16,9-6-12 16,-6-2-3-16,-3 2 8 15,-1 1-13-15,-3 2 17 16,-1 4-18-16,-2 2 12 0,0 2-9 16,-4 3 4-1,-3 3-1-15,-2-3-5 0,0 6 12 16,-21-1 1-16,-8 0-5 15,-4-2 10 1,-3 0-9-16,1-8-6 0,4 2 3 16,8-8-12-16,4-4-10 15,5-6-44-15,7 0-98 16,1 0-363 0</inkml:trace>
  <inkml:trace contextRef="#ctx0" brushRef="#br0" timeOffset="127590.46">28876 10818 317 0,'0'0'222'0,"0"0"-92"0,0 0 2 0,0 0 3 16,0 0-13-16,0 0-35 16,0 0-34-16,139 16-5 15,-101-34 0-15,5-2-16 16,-3-6 11-16,-5-1-37 16,-1-7 16-16,-5 1-18 15,-7-3-8-15,-9 2-12 16,-3 2-8-16,-10 5 1 15,-2 8-16-15,-29 4 34 16,-12 5 1-16,-6 4-5 16,0 4 18-16,-1 2-16 15,6 0 13-15,4 0-12 0,7 14 2 16,8 2-44 0,7 1-8-16,9-2-63 0,3 3-57 15,6-1-65-15,0-3-72 16</inkml:trace>
  <inkml:trace contextRef="#ctx0" brushRef="#br0" timeOffset="128436.57">29568 10774 271 0,'0'0'298'0,"0"0"-179"0,0 0 33 16,0 0-51-16,0 0 10 15,0 0-76-15,0 77-21 16,2-54 0-16,0 2-22 16,3-10 8-16,0 3 0 15,-1-7 7-15,-1-5-5 16,3 2 53-16,0-7-41 15,-1-1 8-15,7 0-18 0,5 0 2 16,-3-24 0-16,1-2-12 16,-1-8 0-16,-6-8-8 15,1-10 14-15,-9-6-29 16,2-5 14-16,2 4-46 16,4 2 26-16,5 13 35 15,1 7 27-15,-3 0 32 16,-3 9-38-16,-1 5-20 15,2 0 5-15,2 4-1 16,5 4 2-16,6-8-14 16,2 5-21-16,3-1-20 15,0 2-7-15,0 2 34 0,-3 2 21 16,-4 5 3 0,3 4 89-16,1 3-21 0,5 1-15 15,7 0-31-15,2 0 17 16,11 0-41-16,4 0-1 15,3 0-6-15,0 0-16 0,-3 0-12 16,-2 0-4 0,0 0 14-16,-3 0-31 15,-6 0-36-15,-13 0-371 16</inkml:trace>
  <inkml:trace contextRef="#ctx0" brushRef="#br0" timeOffset="129208.56">30165 10563 806 0,'0'0'132'0,"0"0"83"0,0 0-196 0,0 0-16 0,0 0-3 0,0 0 13 16,60-17-23-16,-40 17 23 15,-1-3-21-15,-2 3 18 16,-3 0-14-16,-3 0 4 16,-3 4-3-16,-6 11-9 0,-2 1-36 15,0-1 46-15,0 4 4 16,0-3 4-16,-2-2-1 16,2-3-10-16,0-2 15 15,0 1-12-15,0 0 4 16,0 0 3-16,0 1 10 15,0-1-15-15,5 3 0 16,0-1 10-16,-5 1-14 16,0 2 16-16,0-1-20 15,0 2 17-15,0 0 17 0,-10 2-7 16,-5-4-14 0,-1 2 23-16,-1 2-8 0,-4-6 15 15,6 1-32-15,1-8 15 16,6-1-14-16,-4-4-8 15,6 0 4-15,-3 0-17 16,-7 0 3-16,5 0-6 16,2-4 19-16,-2-4-53 15,2 1 19-15,0-2-12 16,3 1 6-16,-4 0-95 0,-3 4-108 16,-3 0-118-1</inkml:trace>
  <inkml:trace contextRef="#ctx0" brushRef="#br0" timeOffset="131686.5">15215 14191 301 0,'0'0'360'0,"0"0"-294"15,0 0 43-15,0 0-36 16,0 0-42-16,0 0 32 0,0 0-40 16,-13 0 13-1,13 0-17-15,0 0 14 16,0 0-6-16,0 0-25 16,0 0 7-16,0 0 11 15,0 0 53-15,0 0-41 16,0 0 13-16,0 0-23 0,0 0 4 15,0 0-17-15,0 0-4 16,0 0-5-16,0 2-3 16,0 16-4-16,0 10 7 15,13-1-11-15,-2 6 14 16,3-9-6-16,-4-6-12 16,-1-4 5-16,3-8 1 15,-6-3-3-15,3-3 7 16,3-9-22-16,-4-17 26 0,7-14-3 15,-1-8 1-15,-5-6-19 16,1-6-8-16,-6-2-37 16,-2-6-4-16,-2-2 33 15,0 1-55-15,0 2 12 16,0 8 43 0,-14 7-76-16,3 8 84 0,3 5 27 15,2 11 3-15,6 5 0 16,0 2-1-16,0 5 16 15,10 4-21-15,15 2 12 0,6 4 63 16,7-4 26 0,10-2-38-16,4-2-57 0,-5 2-58 15,-3 1-202 1</inkml:trace>
  <inkml:trace contextRef="#ctx0" brushRef="#br0" timeOffset="132386.67">15618 13797 530 0,'0'0'19'0,"0"0"23"0,0 0 0 16,0 0-34-16,0 0-2 16,114-39 6-16,-97 37-7 15,-3 2 45-15,-5 0-39 16,-5 0 19-16,0 2-30 16,-4 8-10-16,0 5-4 15,0-1 13-15,0 5-10 16,0-2 22-16,-4-6-14 0,0 1 9 15,4-4 10-15,0-2-7 16,0 7-9-16,11-6 0 16,0 3-5-1,0 0 1-15,-4 2-22 0,-7 2-5 16,0 8 24-16,0 3 7 16,-15 0 44-16,-6 6 58 15,0-5-34-15,-2 2-8 16,3-7-53-16,0-7-7 15,0-1-82-15,-3-11-163 16,1-2-251-16</inkml:trace>
  <inkml:trace contextRef="#ctx0" brushRef="#br0" timeOffset="133056.54">16066 14024 559 0,'0'0'115'15,"0"0"-23"-15,0 0-2 16,0 0 9-16,0 0-43 16,0 0 17-16,40 0 16 15,-15 0-37-15,0-3-19 16,4-7-27-16,-1 1 20 15,-6 1-23-15,1-2-3 16,-10 4 0-16,-4 2-13 0,-4 2-48 16,-5 2-72-16,0 0-97 15,0-1-79-15</inkml:trace>
  <inkml:trace contextRef="#ctx0" brushRef="#br0" timeOffset="133336.81">16044 13836 757 0,'0'0'102'0,"0"0"-31"16,0 0-8 0,0 0-63-16,0 0-56 0,118 0-150 15,-105-3-177-15</inkml:trace>
  <inkml:trace contextRef="#ctx0" brushRef="#br0" timeOffset="133670.56">16044 13836 988 0</inkml:trace>
  <inkml:trace contextRef="#ctx0" brushRef="#br0" timeOffset="133866.6">16044 13836 988 0,'-79'-139'36'0,"104"122"90"0,2-4-45 0,2 6-64 16,0 4-1-16,-6 11-28 15,0 0 25-15,0 0-26 16,-1 0 12-16,-3 0-2 0,-9 4-15 16,3 0 2-16,-3-1 15 15,-4-3 2-15,-1 0 5 16,1 0-1-16,8-15 8 16,-3-5-7-16,4-6-12 15,1-4-15-15,-7 2-53 16,3 5-46-16,-2 4-123 15,-1 5 52-15,1 3-247 16</inkml:trace>
  <inkml:trace contextRef="#ctx0" brushRef="#br0" timeOffset="134720.75">16710 14043 119 0,'0'0'371'0,"0"0"-337"0,0 0 20 16,0 0 36-16,0 0 39 16,0 0 20-1,0-15-69-15,0-2-22 0,0-4 18 16,0-7-49 0,0-12 3-16,0-5-25 0,0-8 13 15,13-5-15-15,-2-5 26 16,1 7-21-16,-8 9-2 15,5 8 5-15,-5 15-6 16,-2 12 33-16,-2 8-29 16,0 4-18-16,0 0 6 15,0 12-15-15,-8 19-33 16,-15 7-43-16,-1 1-31 16,0-3-156-16,5-5-67 15</inkml:trace>
  <inkml:trace contextRef="#ctx0" brushRef="#br0" timeOffset="135016.87">16915 13908 594 0,'0'0'51'15,"0"0"32"-15,0 0-42 0,0 0 50 16,4 113-79-16,-4-91-10 15,0-13 5-15,0 0-14 16,0-8-36-16,0-1-145 0,0 0-227 16</inkml:trace>
  <inkml:trace contextRef="#ctx0" brushRef="#br0" timeOffset="135536.66">17214 13427 797 0,'0'0'108'16,"0"0"13"-16,0 0-62 16,0 0-33-16,0 0 44 15,0 0-23-15,89-16-12 16,-60 6-3-16,-8 4-26 15,-2 4 4-15,-9 2-3 16,2 0-4-16,-5 6 7 16,-5 17-20-16,4 6 1 15,-6 5 7-15,0 6-18 16,0-1-1-16,0 5 14 16,0-5-2-16,0 0 5 15,0-7-15-15,0-9 13 0,0-2 12 16,-2-5-12-16,2 0 4 15,-6 0-19-15,-1 0-35 16,-5-2-10-16,2-2-33 16,-3-6-227-16,-1-6-151 15</inkml:trace>
  <inkml:trace contextRef="#ctx0" brushRef="#br0" timeOffset="135767.21">17193 13726 659 0,'0'0'316'15,"0"0"-298"1,0 0 100-16,0 0 21 0,0 0-68 16,0 0 16-16,135-10-75 15,-100 2-6-15,3-3-6 16,-5 1-48-16,-4 0-39 15,-9 1-144-15,-9 0-420 16</inkml:trace>
  <inkml:trace contextRef="#ctx0" brushRef="#br0" timeOffset="137919.04">27868 11181 18 0,'0'0'397'15,"0"0"-314"-15,0 0 51 16,0 0-24-16,2 115 2 0,-2-86-29 15,0-1 18 1,5 1-76-16,-3-3 23 0,0 0 31 16,0 4-33-1,6-1 13-15,-2 0-21 0,1 3-5 16,-1-2-28-16,1 4 7 16,-2 4-2-16,1 0-11 15,-4 2 5-15,1-2-4 0,-1-1 0 16,0-1 3-1,-2-3-4-15,0 3 9 16,0-11-5-16,0-2 12 16,0-10-26-16,0-7 18 15,0 2-13-15,0-6 6 16,0 0 0-16,0-2-2 16,0 0 8-16,0 0-13 15,0-4 6-15,0-20-2 16,13-8-2-16,9-4-4 0,5-2 5 15,0 1-2-15,-2 8 3 16,-6 11 3-16,-7 5-4 16,1 8 10-16,-1 5 8 15,3 0-2-15,5 0-13 16,0 1 8-16,4 17-14 16,-5 7 7-16,-11-1-4 15,3 2 1-15,-9 1 3 0,-2 4-10 16,0-7 16-16,0 1-12 15,0-11 8-15,0-1-10 16,0-7-18 0,8-6-27-16,9 0-92 0,8-4-277 15</inkml:trace>
  <inkml:trace contextRef="#ctx0" brushRef="#br0" timeOffset="138416.68">28608 11979 773 0,'0'0'19'0,"0"0"201"0,0 0-156 16,0 0-57-1,0 0-7-15,0 0-11 0,127 0 5 16,-114 0-33 0,-1 0-12-16,-4 0-53 0,-6 0-41 15,-2 0-146 1</inkml:trace>
  <inkml:trace contextRef="#ctx0" brushRef="#br0" timeOffset="138638.54">28650 11821 1059 0,'0'0'61'0,"0"0"95"16,0 0-91-16,0 0-65 15,0 0 0-15,0 0-93 0,76 0-209 16</inkml:trace>
  <inkml:trace contextRef="#ctx0" brushRef="#br0" timeOffset="139728.19">28743 11534 562 0,'0'0'80'0,"0"0"173"16,0 0-97 0,0 0-80-16,0 0-57 0,0 0-19 15,61-44 14-15,-55 44-14 16,4 7 5-16,7 4 2 15,1-3-6-15,1 2 13 0,0-3 3 16,-3-3 5 0,-1-2 7-16,-1-2-25 15,-3 0 20-15,4 0-19 16,-1 0-10-16,1-9-16 0,1-3-19 16,2 0-49-1,0 0-15-15,-5-2-145 0,3 0-100 16</inkml:trace>
  <inkml:trace contextRef="#ctx0" brushRef="#br0" timeOffset="140861.57">29294 11637 247 0,'0'0'255'0,"0"0"-147"16,0 0 44-16,0 0-43 16,0 0 8-16,0 0-85 0,-2 0-1 15,2 0-18 1,0 0 40-16,0 0 1 16,0 0 3-16,0 0-7 15,4 0-36-15,14-6 17 16,3-5-26-16,0 1 13 15,0 1-9-15,-1 4-7 0,-3 3-1 16,-3 1-2-16,4 1-3 16,-8 0-3-16,2 3 6 15,-3 15-7-15,-3 2-3 16,-4 4 20-16,2 5-21 16,-4-2 19-16,0-1-14 15,0 5-1-15,-12-8 8 16,5-2 0-16,1 1 1 15,-2-6-10-15,6-5-1 0,-2-6-4 16,2 2 25 0,2-5-19-16,0 3 11 0,0-3-6 15,0-2-1 1,0 0-12-16,2 0 2 0,12 0 5 16,-3 8 2-1,3 2-6-15,-2 3 12 0,1 4-29 16,-1 3 24-1,-3-1 5-15,-3 2 1 0,-1 2 0 16,-5-2 0-16,0 4-6 16,0 2 17-16,-24 2-5 15,-13 3 0-15,-9 0 0 16,-8-5-3-16,-2 3 6 16,6-11-5-16,5-5-4 15,14-6 0-15,11-5-84 16,4-3-127-16,16 0-220 15</inkml:trace>
  <inkml:trace contextRef="#ctx0" brushRef="#br0" timeOffset="141376.63">29548 12141 322 0,'0'0'208'0,"0"0"-161"0,0 0 31 0,0 0-23 0,0 0 26 16,0 0-18 0,16 50-4-16,-10-45 34 0,6-4-4 15,-3 2-5 1,6-3-13-16,12 0-31 16,2 0 9-16,8-10-34 15,4-8 0-15,-5-7-13 0,-3 0 10 16,-4-4-24-16,0-2 11 15,-4 4-3-15,-6 0-11 16,-9 0 9-16,-8 8-10 16,-2-4 6-1,-2 0 7-15,-21 6-10 0,-6 1 9 16,-2 2-71 0,-5 6-11-16,1 4 29 0,-2 4 41 15,4 0-129-15,4 9 109 0,8 12 33 16,0 1 6-1,8-2-12-15,4 0-81 0,9-5-225 16</inkml:trace>
  <inkml:trace contextRef="#ctx0" brushRef="#br0" timeOffset="142046.79">30287 12035 719 0,'0'0'174'0,"0"0"37"0,0 0-124 16,0 0-50-1,0 0-28-15,0 0-9 0,0 0 12 16,0 0 15-16,0 0-18 15,0 0 8 1,-2 0-11-16,-2-4-12 0,4 4-38 16,-4 0-96-1,4 0-306-15</inkml:trace>
  <inkml:trace contextRef="#ctx0" brushRef="#br0" timeOffset="142896.43">30776 12356 433 0,'0'0'117'15,"0"0"95"-15,0 0-75 0,0 0-5 16,0 0-67-16,0 0 5 15,0 0-21-15,0-10-30 16,0-3 9-16,0-8-17 16,0-5 24-16,4-7-14 0,1-4 11 15,-1-6-30 1,5-4 1-16,-2-8-3 16,6 5-7-16,-2-5 6 15,2 5-3-15,1 9-2 16,-1 3 12-16,-3 6 17 0,-4 8-2 15,-6 0 20-15,7 1-38 16,-3 0-3-16,2-1-20 16,4 4-17-1,-4-4 10-15,1 3-35 0,-3 7 5 16,1 3 26-16,-5 10 31 16,0 1 0-16,0 0 45 15,-5 0-23-15,-8 14-19 0,-1 10-3 16,-1-2-14-1,11-2-16-15,0 4-112 0,-2-2-145 16,2 0-30 0,-2-1-98-16</inkml:trace>
  <inkml:trace contextRef="#ctx0" brushRef="#br0" timeOffset="143377.12">31035 12122 535 0,'0'0'217'0,"0"0"29"0,0 0-103 15,0 0-78-15,-14 108-39 0,7-78-25 16,1-1 3 0,1 0-8-16,1-3 17 0,1-4-26 15,-1-1-1-15,1-8-18 16,3-7-63-16,0-6-180 15,0 0-412-15</inkml:trace>
  <inkml:trace contextRef="#ctx0" brushRef="#br0" timeOffset="143956.65">31486 11805 584 0,'0'0'128'0,"0"0"156"15,0 0-125-15,0 0-50 0,0 0-62 16,0 0-14-16,85-40-31 15,-67 36 1-15,-5 1-2 16,-6 3 3-16,-2 0-8 16,-5 0-1-16,0 18-8 15,0 7 26-15,0 2-13 16,-10 6 4-16,4-3-8 16,-3 1-2-16,5 0 5 15,-3-3-4-15,0-1 2 0,1 0-4 16,-1-3 14-16,3-1-19 15,-6-3 6-15,10-4-35 16,-4-2 32-16,4-6 8 16,0-1 0-16,0-1-36 15,0-1 11 1,0-4-57-16,0 8-9 0,0-5-239 16,0 0 142-16,0 0-100 15</inkml:trace>
  <inkml:trace contextRef="#ctx0" brushRef="#br0" timeOffset="144256.81">31467 12062 970 0,'0'0'147'0,"0"0"70"0,0 0-128 0,0 0-41 16,0 0-21-16,0 0-27 15,106-19-7-15,-90 17-2 16,-3-2-53-16,-1 4 17 15,-5 0-82-15,-3 0-254 16,-4 0-474-16</inkml:trace>
  <inkml:trace contextRef="#ctx0" brushRef="#br0" timeOffset="145976.41">27675 15633 143 0,'0'0'42'15,"0"0"-38"-15,0 0 33 16,0 0 15-16,0 0 127 15,0 0-40-15,0 0-14 16,-45 8 19-16,40-8-45 16,3 0-19-16,0 0-59 15,0 0 9-15,-2 0-27 16,-2 0 16-16,2 0 8 16,0 0 34-16,-1 0-14 15,1 0-17-15,0 0 0 0,2 0-29 16,-1 0 26-1,-2 0-25-15,3 0 10 0,0 0-10 16,-5 0-4-16,3 0-3 16,0 2 2-1,-3 2-5-15,5-4 16 0,2 0-7 16,0 0 9 0,0 0 47-16,0-10-12 0,0-22-1 15,11-16-38-15,14-15 20 0,4-8-20 16,4-11-5-1,-4-1-2-15,-2-7 8 0,-8-1-23 16,-12-1 12 0,-7 2 4-16,0 19-29 15,0 19 13-15,0 23-28 16,-3 13 21-16,1 16-4 16,2 0-41-16,0 0-40 15,10 25-75-15,9 12-124 0,2-2-192 16</inkml:trace>
  <inkml:trace contextRef="#ctx0" brushRef="#br0" timeOffset="146406.57">27681 15424 436 0,'0'0'69'0,"0"0"-10"0,0 0 95 0,0 0 23 15,0 0-10-15,0 0-27 16,-2 3-64-16,2-7-22 15,11-5-20-15,5 3 9 16,1 6-36-16,6 0 25 16,-3 0-32-16,0 15 0 15,-7 3-12-15,-2 7 3 0,-6 3-11 16,-5 1-9 0,0 0 20-16,0-2 7 0,0-5-14 15,0-5 25-15,0-8-18 16,13-9-12-16,9 0-17 15,9-9-26-15,3-16-127 0,-5-3-677 16</inkml:trace>
  <inkml:trace contextRef="#ctx0" brushRef="#br0" timeOffset="147126.65">28220 15507 992 0,'0'0'92'0,"0"0"34"16,0 0-14-1,0 0-67-15,118 0-6 0,-87 0-38 16,5 0 1 0,-7-7-4-16,-2 5 0 15,-3-2-4-15,1 4-27 0,-8-4-19 16,2 2-5-16,-6-2-66 15,-4 3-95-15,-4-5-190 16</inkml:trace>
  <inkml:trace contextRef="#ctx0" brushRef="#br0" timeOffset="147708.65">28338 15272 654 0,'0'0'186'0,"0"0"17"0,0 0-65 0,0 0-67 16,0 0-45-16,0 0-11 15,74-46-4-15,-63 46-16 16,-2 0 10-16,2 4 9 16,-4 9-11-16,2 2-3 15,-3-3 0-15,0-2 2 0,2-4-10 16,3-6 16-16,-3 0-4 15,8 0-3-15,0-2 27 16,0-12-24-16,-3-4 13 16,7 2-17-16,-5 2-1 15,1-4-25-15,2 0-54 16,4 4-66-16,-2 1-232 16,-7 1 45-1,-7 11-80-15</inkml:trace>
  <inkml:trace contextRef="#ctx0" brushRef="#br0" timeOffset="148826.56">28247 15761 125 0,'0'0'439'0,"0"0"-334"16,0 0 119-16,0 0-85 16,0 0-74-16,0 0-6 15,-2-2 8-15,10 2 30 16,10 0-53-16,1 0 26 15,4-3-59-15,0 3 1 16,0-2-9-16,-1-3-6 0,0-1-8 16,-2-2-16-1,-3 8-5-15,4-4-24 0,-3 0-6 16,7-2-79-16,-10 1-141 16,-7 1-390-16</inkml:trace>
  <inkml:trace contextRef="#ctx0" brushRef="#br0" timeOffset="152188.68">29096 15187 602 0,'0'0'198'16,"0"0"-8"-1,0 0-77-15,0 0-25 0,0 0-4 16,0 0-56 0,0 0 20-16,91-104-26 0,-69 94-1 15,-2 2-18 1,-3 8 4-16,-5 0-7 0,-1 0 4 16,5 0-10-1,-7 18 14-15,-5-4-16 0,1 12 7 16,-5-2-1-16,0 2 1 0,0 0 0 15,0-7-2 1,0-1 6-16,9-5-9 16,11 0 13-16,4-7-9 15,5-4 13-15,7 4-16 16,-3-2 9-16,-4 6-8 16,-4 4 4-16,-9-2 0 0,-7 5-1 15,-9 2 1-15,0 8-4 16,-13 2 10-16,-16 3-1 15,-6 1 1 1,7-6-6-16,4 0 0 0,-1-6-2 16,9 2-18-16,-4-6-39 15,2 0-34-15,1-4-71 16,7-8-291-16</inkml:trace>
  <inkml:trace contextRef="#ctx0" brushRef="#br0" timeOffset="152872.11">29726 15222 207 0,'0'0'425'0,"0"0"-263"0,0 0 25 16,0 0-138-16,0 0-8 15,0 0-24-15,-13-18 7 0,13 13 18 16,0-1 6-1,0 0 6-15,5 5-18 0,10-8 21 16,5 8-39 0,7 1 8-16,-2 0-16 15,-1 0 7-15,-2 0-17 16,-4 11 0-16,-9 10 0 0,-1 1 5 16,-8 6-15-1,0 5-2-15,-2 6 5 0,-15 5-19 16,-6-4 23-16,-1-4-9 0,-1 2 6 15,6-3 5 1,3-1 2-16,5-12-2 0,9-8 10 16,2-2-12-1,0-6 10-15,20-2-11 0,4-4 8 16,5 0 3 0,4 0-7-16,6-13 1 0,0 4-2 15,1-4-15 1,0 4-3-16,-6 0-64 0,-2 4-63 15,-11 0-267 1</inkml:trace>
  <inkml:trace contextRef="#ctx0" brushRef="#br0" timeOffset="153522.04">30345 15566 966 0,'0'0'79'0,"0"0"39"0,0 0-26 16,-10 107-17-1,-9-62-68-15,0-2-7 0,-1 2-12 16,-1-3 9-16,2-7-57 15,-2 0-59-15,4-4-48 16,8-12-241-16</inkml:trace>
  <inkml:trace contextRef="#ctx0" brushRef="#br0" timeOffset="154666.5">30836 15627 193 0,'0'0'213'0,"0"0"-165"0,0 0 12 16,0 0-46-16,0 0 16 15,0 0 12 1,2 34 18-16,-2-30-2 0,0-1 16 16,0 2-3-16,0-1 6 15,0 0 11 1,0-2-59-16,0 2 0 0,0 0-27 16,0 4 21-16,0-8-6 15,0 2 36-15,0-2-11 16,0 0-15-16,0 0 23 15,0 0-23-15,0-2 26 16,0-24-48-16,2-9 10 16,12-10-14-16,-1-8 14 15,5-3-15-15,-5-4 1 0,-5 0-1 16,2 8 1 0,-8 2-6-16,5 18 10 0,-5 14-9 15,-2 10 12-15,0 8-5 16,0 0 5-16,0 0-16 15,-4 14 3-15,-5 4-17 0,1 8 2 16,2-1-41 0,2 4 6-16,-5-8-122 0,-5 2-218 15</inkml:trace>
  <inkml:trace contextRef="#ctx0" brushRef="#br0" timeOffset="155886.71">31465 15552 281 0,'0'0'290'0,"0"0"-216"0,0 0 50 15,0 0-10 1,0 0-35-16,0 0-23 0,-12 0-18 16,12 9 3-1,0 4-11-15,0 10-3 0,-4-2 34 16,-7 8-46-16,-1 1 13 16,1-3-20-16,0-4 2 15,0-1-10-15,4-12 0 0,5-3-4 16,2-7 1-1,0 0 2-15,0 0-19 16,27-12 17-16,2-11-5 16,2-3 4-16,0 6-1 15,-4 8 2-15,-5 0 0 16,-6 10 1-16,-10 2-4 16,1 0 12-16,-7 0 12 15,0 14 0-15,0 0 1 0,0 4-4 16,0-7-17-16,0 0 2 15,5-3-2-15,4-8 2 16,4 8 4-16,3-2 23 16,1 1-7-16,-3 3 36 15,1-1-39-15,1 1 11 16,-3 3-23-16,1 0-3 16,-3 1-2-16,-1-4-5 15,-2-2 5-15,1 1-30 16,-1-6 1-16,2 7-66 15,-2-2-45-15,-5-2-130 0,-3 2-137 16</inkml:trace>
  <inkml:trace contextRef="#ctx0" brushRef="#br0" timeOffset="159246.87">27173 14654 655 0,'0'0'23'0,"0"0"93"0,0 0-5 16,0 0-4-1,0 0-60-15,0 0-9 0,-20-18-9 16,16 32-28 0,-3 13 59-16,2 8-20 0,1 1-4 15,2 10-11-15,0 1 3 16,-1 7-22-16,1 6-2 15,0 10-4-15,2 1 5 16,0-2-10-16,0 2 18 16,0-3-21-16,0-8 21 15,0 0-26-15,2-7 10 16,7-3 2-16,0-3-16 0,-5 2-6 16,-1 5 1-1,-3-10 1-15,0 1 20 0,0-5 2 16,-7 2-8-16,-4-11 14 15,0 3-14-15,-3-1-5 16,5-3-41-16,3-2 7 16,6-2 13-16,0-2 17 15,0-4-1-15,27-2 6 16,8 0 6-16,18-4 4 16,13-7-11-16,2 8 12 15,10-1-2-15,-2 0 5 0,-5-2 3 16,-4 6-4-1,2-4 31-15,-2 4-29 0,0 4 3 16,6 0-2 0,6 0-8-16,-4-3 6 0,5 3-3 15,-6 0 0 1,-2 6-2-16,-6 2-2 0,-3-2 8 16,-3 2 1-1,-5-5 0-15,5-4-5 0,2 0 3 16,6-4-2-16,3 1 2 15,4-3 7-15,2-2-5 16,0-1-4-16,6 2-1 16,2 0 11-16,4 4-18 15,-5 0 15-15,-4 0-10 16,-6 0 2-16,-5-1-4 16,2-3 3-16,-2-6-1 15,-2 2-1-15,1-2 1 0,-4-2-8 16,-4 1 20-16,-3 4-10 15,-1-3 5 1,0 2 6-16,0-2 17 0,-4-1 5 16,-2 4-21-16,0-3-6 15,-4 2-7 1,5-6 9-16,1 0-5 0,-4 1 3 16,4-5-6-1,-6 0 0-15,-3 0 0 0,-1 0 3 16,-4 0-3-16,0 0 22 0,0 0-14 15,-7 0 22 1,7 8-28-16,-5 1 27 16,3-3-27-16,2 2 5 15,2-4-7-15,4 0 0 0,-5-4-4 16,-1 0-1 0,-7 0 0-16,0 0 10 0,-4-4-12 15,-6 0 16-15,2 4-4 16,0 0-2-16,-6 0-2 15,1 0-1-15,2 0 3 0,0 0-8 16,0 0 12 0,1 0-18-16,5 0-1 0,-4 0 4 15,5-8-12 1,-2 6 7-16,-1-2 6 0,1 0 7 16,-3-4-4-1,-4 3 12-15,7-4-9 0,-8 1 7 16,3 2-5-16,-5-2 7 15,1-3-16 1,-1 4 5-16,2-1 0 0,0 2 1 16,-1-2 3-16,-1 2-6 15,1-6 10-15,-1 2-6 16,1-8 12 0,3-1-22-16,0-1 14 0,-1 1-5 15,-3-8 2-15,6 5-1 0,-3 0-4 16,-3 0 1-1,1-2-2-15,-1 2-1 16,-2-8 3-16,3-6-18 16,-3-1 19-16,5-7-12 15,1 5-5-15,-4-7 6 16,9-3-14-16,-3 5 27 16,0-4-11-16,2 2 6 15,-5-4 6-15,-3 2-4 0,-2-7-14 16,-1-2-2-16,-1 0-5 15,3 3-5-15,-6 4 29 16,1 6 2-16,3-4 49 16,-4 6-28-16,1-2-20 15,5-6-1-15,1-3 23 16,1-5-6-16,6-4-18 16,0 4-9-16,1 4-49 15,-6 10 55-15,-3 2 3 0,-5 3-8 16,-5 7 16-16,-2 0-8 15,-2 6 11-15,0-5 12 16,0 4-21-16,0 0-2 16,-2 2 17-16,-5 6-8 15,1 6-13-15,-6 3 8 16,-1 2-8-16,-7 0 14 16,-4 3 14-1,-7 2-18-15,0-3 13 0,2-4 20 16,-2 2-37-16,-1-5 39 0,3 3-30 15,0-7 7 1,5-1-14-16,-5 0-5 0,-5-1 1 16,-3-6-6-1,-13 10-6-15,-4-7-2 0,-8 4 10 16,-5 0-1 0,1-2-1-16,-1 0 12 0,-2-3-13 15,4 6 0-15,2 7-2 16,6 2-8-16,4 5 8 15,-5 3 4-15,-1 0-20 16,-5 0 11-16,-5 0-12 16,-9 7 26-16,-7 3-18 0,-3-6 6 15,3-4-24 1,0 0 9-16,2 0 16 16,5 0 10-16,7-10-5 15,4 4 12-15,16 0 17 16,2 0-6-16,9-1 4 0,2 2-18 15,-2 5-5 1,-2 0 2-16,-8 0-2 0,-3 0 1 16,-10 0-13-16,-4 0 14 15,-4 0 0-15,-4 0-3 16,1 0 14-16,3 0 1 16,2 0-10-16,5 5 20 15,0-1-9-15,14-1 15 0,2-2-7 16,9-1-19-1,3 0 7-15,3 0-1 0,2-17-16 16,-1-7 8 0,1-2-8-16,-7-1-3 15,-4 6 0-15,-7 3 11 16,-7 6-3-16,-2 6 1 0,-8 1 4 16,-4 0 18-1,5-2-14-15,3-3-12 0,6-4 10 16,8 2-10-1,0-2 1-15,11 0 5 0,8 2 0 16,2 0 1-16,3 6 6 16,4 0 2-16,1-7-16 15,2 5 13-15,-3-3-12 16,-1-3-2-16,0 8 7 16,-4 0 0-16,-4 6-7 15,4 0 6-15,-4 0 4 0,0 4 8 16,-2 4-3-1,2 0-2-15,0-6-2 0,3 4 13 16,4-3-16-16,1-2-5 16,4-1 1-1,-1 0-16-15,0 0 0 0,-2 5 6 16,-5-5 13-16,-4 6 2 16,3-4-4-1,-3 3 3-15,-3-1 0 0,5 2-1 16,1 0 4-16,2 4-7 0,6-4-7 15,3 2 5 1,1-3-17-16,1 4 17 0,3-2-16 16,-3 0 22-1,-3-3 0-15,1 2 0 0,-5 0 8 16,-2 4-6 0,2 2 5-16,-1-2 0 15,0 5-14-15,0-2 14 0,3-1-11 16,1-3 4-16,1 1-1 15,-2-3-1-15,0-2-1 16,-4 1-6-16,-2 2 18 16,-3-4 3-16,2 2-12 0,3 1 28 15,7-3-16 1,3-4 6-16,3 3-18 0,3-2-26 16,-1-1 26-1,0 0-1-15,3 0-5 0,4 0 10 16,0 0-8-16,0 0-30 15,9 0-97 1,8-13-286-16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9-29T22:03:09.7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28770 15949 851 0,'0'0'128'0,"0"0"-114"0,0 0 74 0,0 0 2 0,0 0-57 0,0 0-30 0,0 0 5 0,0 0 22 16,-2-3 6-16,2 3 8 15,0 0-18-15,0-4-2 16,0-7-21-16,11-7 0 0,23-12-6 16,10-5 9-16,19-9-11 15,8-11 14-15,18-7-15 16,21-14 13 0,21-6-8-16,12-7 1 0,-1-1-3 15,-1 2-11-15,-15-2-25 16,-14 11 3-16,-14 11-24 15,-16 11-9-15,-14 7-61 16,-10 11-191-16,-10 1-395 16</inkml:trace>
  <inkml:trace contextRef="#ctx0" brushRef="#br0" timeOffset="482.02">29339 14752 939 0,'0'0'160'0,"104"163"-129"0,-43-57-23 15,-3 6-1 1,-2 4 18-16,-6-3-25 16,-7-11-129-16,-14-1-155 15,-5-5 284-15,-4-3 0 16,-2-14-137-16,-2-10-266 15,-8-17 273-15,-5-16 130 16</inkml:trace>
  <inkml:trace contextRef="#ctx0" brushRef="#br0" timeOffset="12619.9">8217 10720 270 0,'0'0'88'0,"0"0"-75"15,0 0 53-15,0 0-4 16,0 0-33-16,0 0-19 15,0 0 1-15,0 0 13 0,-7 0-3 16,5 0 32 0,-1 0-18-16,3 0 27 15,0 0-24-15,0 0-3 0,-4 0-9 16,4 0-4 0,0 0-11-16,0 0-3 15,-2 0-13-15,-1 0 15 16,1 0-15-16,-2 0 10 0,2 0-3 15,0 0 4-15,-3 0-6 16,5 0 20-16,-2 0-5 16,-1 0-9-16,1 2 3 15,0 4-15-15,0 4 15 16,-1 2-14-16,1 0 7 0,-2 6-4 16,4-2 1-1,-4 4 1-15,1 3-4 16,3-4 11-16,-2 5-13 15,2 0 18-15,0 1-20 0,0-3 16 16,0 1-13 0,0 4 14-16,0-2-9 0,0 4 15 15,0-2-13-15,0 3 4 0,0-5 5 32,2 4-19-32,1-2 18 0,-1 0-16 15,0 0 12-15,-2 2-10 16,4-6 9-16,-2 1-3 0,-2 2 24 15,0-1-23 1,0-1 8-16,0 4-4 0,0-3-9 16,0 4 13-1,0-3-15-15,0 6 4 0,0-4 0 16,0-2 0 0,-6 0 3-16,4-2-13 0,-3-1 21 15,1 0-15 1,2-1 13-16,-1 5-15 0,-1-1 12 15,-1 3-8 1,-1 2 2-16,1 1-1 0,1 0-1 16,0 0 4-16,1 2-5 15,-2-2 12-15,3 0-9 0,0-2 0 16,0-1 8 0,0-1-7-16,-3-2 3 15,3 0 8-15,0-2-6 16,2-3-6-16,-2 0 9 0,2 1-11 15,0 0 15 1,-2 4-23-16,0 0 13 0,-8 1-3 16,8 0 0-1,-2-1 0-15,-3-2-2 0,1 5 7 16,3-1-4-16,-2-2 9 16,1 4-5-16,2-6-5 15,0-4 4-15,-3-6-4 0,5 6-2 31,0-4 1-31,0 4 2 0,-2 1-6 0,0 0 16 16,2 0-8 0,0-2 1-16,0 6 3 15,0-5-4-15,0-1-3 0,0 3 0 16,0 0 0-16,0-2-5 16,0 6 17-1,0-1-22-15,0-1 20 0,0 2-13 16,0 2 6-16,0-2-6 15,0 5 2-15,0-2 1 16,0-3-1-16,0-1 4 16,0-4-9-16,0-1 13 15,0 2-12-15,0-4 17 16,-2 4-22-16,0-4 11 0,-1 3-1 16,0-1 0-1,1-2 3-15,-2 3-12 0,4-2 21 16,-5 0-25-1,1 0 23-15,2-1-17 16,0-2 14-16,0 2-12 16,-3 4 5-16,5-2 0 15,0 0-3-15,0 6 6 0,0 4-12 16,-2 1 19-16,2 1-12 16,0-6 6-1,0 2-8-15,0-1 0 0,0 0 3 16,0-1 0-16,0-4 2 15,0 0-4-15,0-2 11 16,0-3-20-16,0-4 25 16,0 5-22-16,0-5 9 15,0 0-1-15,2 1-3 16,5 0 4-16,-1 2-4 0,-1 4 13 16,-3 4-19-16,-2 2 21 15,0 0-20-15,0-8 18 16,0 3-16-16,4-12 7 15,-2-3 0 1,4 3 0-16,-4-1-2 0,0-2-3 16,-2 1 9-16,2-2-13 15,0-5-1-15,-2 0 3 16,5 0-12-16,-3 0 17 16,2 0-10-16,-2 0 12 15,6 0-3-15,5 0 4 16,-1 0-6-16,7-5 10 15,1-4-6-15,0-1 7 16,6-1-2-16,-3-1-1 16,4 2-1-16,-2 0 11 15,-2 5-13-15,2-3 6 0,-2 2-2 16,-1-3 16-16,0 0-15 16,2 1-5-16,-1-2 1 15,-1 3-2-15,-4 1-1 16,-2 2 2-16,1 2-4 15,1 2 8-15,5 0-13 16,1 0 20-16,-2 0-14 16,1 0 6-16,-1 0-5 0,0 0 2 15,2 6 0-15,1 3-3 16,-4-4 6-16,4 1-9 16,-2-2 19-16,0-1-18 15,-6 2 14-15,1 0-16 16,5-4 13-16,-2 1-9 15,2-2 3-15,-1 6 0 16,3-3-3-16,-1 1 12 16,0 2-19-16,1-1 20 0,-2 4-14 15,-4-1 10 1,10-1-9-16,-2-1 4 0,4 3-1 16,0-1 0-1,3-1 6-15,-3 5-12 16,0-4 15-16,0-2-17 15,-2 7 21-15,0-5-22 0,0 2 15 16,-2-8-8 0,0 2 2-16,2 0 0 0,4-1 1 15,-1 2 3-15,1-1 2 16,-2-2 1-16,0 2 2 16,3 0-4-16,1-2-10 0,-2 4 5 15,-1-6 0 1,-1 4 0-16,5 1 4 15,2-4-14-15,-3 1 21 16,3-2-16-16,-2 0 15 0,2 0-16 16,2 0 6-1,0 0 0-15,-3-2 1 0,-2-4 2 16,-4 6-3-16,4-2 6 16,-1 0-17-1,-3-4 26-15,5 2-13 16,-7-2-1-16,0 4 0 0,6-2-1 15,3-1-1 1,-5 2-7-16,8-2 8 0,-4 0-2 16,1-3 11-16,4 2-16 15,-1 2 21-15,-3 4-15 16,-3-6 6-16,1 4-5 16,4-3 0-16,-4 5-6 15,-1 0 6-15,1-1 6 16,-3-2 10-16,14 3-11 15,0 0 12-15,0 0-8 16,4 0 10-16,-2 0-16 0,0 0-2 16,-2 0-2-1,-2 0-8-15,-8 0 2 0,-1 3 14 16,4-2-9-16,1 6 5 16,-2-1-3-16,1 2 1 15,0-4 5-15,9 7-6 0,1-4-2 16,-4-1-17-1,1 4 19-15,-9-4 8 16,6 4 3-16,-1 3-22 16,-1-2 22-16,-4-5-15 15,-7 2 6-15,0-8-2 16,0 2 0-16,8-2 4 16,1 0-12-16,4 0 6 15,1 0-6-15,-3 0 8 0,5 0 6 16,4 0-2-16,-2 0-8 15,-3 0 4-15,-1 0 0 16,-9 0 0-16,-3 0 10 16,5 0-15-16,3 4 16 15,-4 1-22-15,5 1 25 16,1-3-16-16,1 2 4 0,14 4 3 16,5-5-5-1,-1 4 9-15,-2-4-14 16,-13 4 20-16,9 1-24 15,-7-2 12-15,-3 1-6 16,-3-2-3-16,-12-3 6 16,1 2 0-16,-3-5 1 0,2 0-1 15,2 0 2 1,3 0 7-16,8 0 5 0,-1 2-28 16,-4 0-1-16,-3 3 15 0,-9-5 5 15,0 1-4 1,0-1-1-16,2 0 3 0,0 0-2 15,2 0 8 1,-2 0-8-16,-2 0 7 16,-4 0-13-16,-4 0 10 15,-4 0-6-15,-1 0 1 0,-1 0-2 16,-4-1-5 0,4-6 14-16,-2 5-10 15,1-3 12-15,3 0-7 16,10 3 2-16,4 0-8 0,2 2-23 15,-2-7 27 1,-9 6 5-16,0-9 3 0,0 2-16 16,0-8 16-16,2 10-7 15,3-4 5-15,2 3-8 16,-3 2 5-16,-2 1-3 16,-4-2 0-16,-2 2 0 0,-5-2-4 15,-5-5-2 1,3-2-2-16,-4-3-13 0,-3 0 18 15,-2 0-17 1,0 2 14-16,3 0-1 16,-3 3 7-16,2 0 17 15,0 2-7-15,0 0 12 0,2-4-16 16,1-2-6-16,-3-3 4 16,2-5-8-16,-4-3-11 15,5 2 1-15,0-4 14 16,-3 9 0-16,0 2 2 15,0 11 6-15,0-4 5 16,1 2-2-16,-1-1-16 16,-2-4 7-16,2-7-4 15,-2 0-6-15,0-7 3 16,0 8 2-16,0-3 6 16,0 2 4-16,0-2-6 0,0-2 9 15,0-2 0-15,0-5-17 16,0 0 7-1,0-6-9-15,0 9 0 0,0-4 9 16,0 2-8-16,0 6 16 16,0 4 0-16,0 4-3 15,0 2 7-15,0-2-12 16,0 0 0-16,0-2 0 0,0-5-1 16,0 2-1-1,0-3 2-15,0-2-10 0,0-1 21 16,4 1-19-1,-2-4 21-15,-2-3-18 16,4-4 5-16,-2-1-2 16,0-4 0-16,0 4 2 0,-2 2-6 15,6 4 14 1,-1 1-15-16,-3 5 24 0,2-2-25 16,-4 1 12-16,2-1-8 0,-2-1 2 15,6 2 1 1,-6 0-7-16,8 4 16 15,-3-4-18-15,-3-3 22 16,-2-1-21-16,4-6 19 0,-4 1-20 16,2-4-5-1,0-3 3-15,3 4 12 0,4 0-6 16,-2 1 2-16,-1 4 8 16,-1-4 0-16,0-2 6 15,-3 4-12 1,5-6 7-16,1 3-10 0,-1 2 4 15,2-1 1 1,-2 5 0-16,-7 1 0 0,0 3-10 16,0-2 3-1,0 1 5-15,0-2-24 0,0 0 18 0,0 5-12 16,0-1 20 0,-2 6-5-16,2-1 10 15,0-2-2-15,0 1 2 16,0 2 10-16,0-2-9 15,0 2-10-15,0 0 10 16,0-2-10-16,0-5 4 16,0 2-1-16,0-1-4 15,0 0 10-15,0 1-14 0,0 5 18 16,2-1 1-16,2-5-9 16,0-1 1-16,3 0-2 15,-3-2 0-15,6 1-1 16,-6 3-12-16,7-6 11 15,-5 5-15-15,2-3 13 16,-2 8-4-16,-1 4-2 16,-3 2 16-16,0-6-7 0,-2 1 1 15,0 4 0-15,0-4-3 16,4 2 10-16,-4 4-17 16,0 2 20-1,0 2-16-15,0 6 12 0,0-2-11 16,0 1 5-16,0-5 0 15,0-5-1-15,-4 3-8 16,-3-5-1-16,1-6-15 16,4 3 25-16,2-2-28 15,0 9 20-15,0 4 12 16,0 1-5-16,0 6 2 16,0 2 22-16,0 2 10 15,0 0-28-15,-2 0 21 16,2 0-17-16,-6 0 5 15,0 0-13-15,-5 0-2 0,2 0-31 16,-5 0 7 0,2 2 23-16,-7-2 2 15,6 0-9-15,-3 0 19 0,3 0 10 16,-3 0 1-16,3 0 8 16,-3 0-27-16,-1 0 4 15,-6 0-6-15,1 0-2 16,-2 0-7-16,-3 0 3 0,-4 0-12 15,2 0-21 1,0-2 29-16,-2 2 9 0,4-2-1 16,-2 2-7-1,-4-3 9-15,-1 0-2 16,-3-4-1-16,0 4-2 16,0 0-35-16,1 3 14 0,5 0-35 15,0 0 60-15,4 0-5 16,4 0 2-16,2-3-6 15,-2-5-10-15,1 2 20 16,-5 2-7-16,-2 0 0 16,-7 4-15-16,3 0 12 15,-5 0-47-15,-2 0 19 0,0 0-46 16,0 0 18 0,0 0 49-16,1 0 3 15,4 0 4-15,4 0 20 16,-1 0 4-16,9 0 9 15,-2-2 77-15,3 2-15 16,-3 0-34-16,-4 0-38 0,0 0-10 16,-9 0-3-1,3 0-5-15,-7 0 3 0,-3 2-57 16,-2 6 43-16,2-4 9 16,1-4 4-16,1 0 6 15,3 0 8-15,3 0 20 16,3-12-10-16,3 6 177 15,4-1-176-15,-2 7-25 0,0 0 6 16,-6 0 0 0,1 0-3-16,-6 7 0 0,2-1 5 15,2-6 43-15,-1 0-23 16,8 0-8-16,2 0-28 16,0 0 18-16,-2 0-12 15,-4 0 9-15,-1 0-4 16,-1 0 27-16,6 0-25 15,0 0-4-15,0 0 4 16,0 4-9-16,-2-4 15 16,-1 0-5-16,1 0 6 15,0 0 25-15,2 0-30 16,0 0-4-16,-2 0 0 0,-3 0 0 16,-1 0 10-1,-1 0 28-15,3 0-38 0,4 0-3 16,0 1-4-1,-4 6 14-15,-4-5-6 0,4 2 5 16,-5-1 3 0,1-3-9-16,-1 1 0 0,2-1 2 15,2 0 11 1,1 0-24-16,-3 0 20 0,1 1-9 16,-3 1 0-1,-2 1-15-15,4-2 12 0,-2 1 3 16,3-2-7-16,-1 0 12 15,9 0-14-15,-4 0 13 16,0 0-4-16,0 0 0 16,0 0-4-16,4 0-9 15,-7 0 13-15,3 0-2 16,0 0 4-16,0 0-6 16,6 0 20-16,0 0-28 0,-4 0 21 15,-2 0-18-15,2 0-9 16,-2 0 14-16,5 0-17 15,-5 0 21-15,-3-2-10 16,-2-2 13-16,5 4-3 16,0 0 8-16,2 0 2 15,2 0-3-15,1 0-14 16,-1 0 14-16,3 0-13 16,1 0 6-16,0 0-20 0,2 0 20 15,0 0 6 1,-1-2-6-16,2 0-3 0,-6-1-5 15,1 3 16 1,-2 0 1-16,-4 0-9 0,0 0-4 16,-1 0 4-1,8 0 1-15,0 0-1 16,-1 0 0-16,1 0-13 16,3 0 13-16,0 0-4 0,-2 0 4 15,1 0-8-15,-3 0 8 16,5 0 0-16,-4 0-14 15,-3 0 14-15,2 0 0 16,-2 0 0-16,-2 0-8 16,-4 0 5-16,7 0 3 15,-10 4-2-15,0 3-12 16,3-2 14-16,2-1 6 0,-1-4-6 16,10 0 10-1,0 0-19-15,0 0 9 0,-1 0-17 16,1 0 17-16,2-4-12 15,-2 1 9-15,-1 1 3 16,6 2-11-16,-6 0 16 16,5 0-13-16,-1 0-6 15,-2 0 1-15,-4 0-1 16,0 0 9-16,0 0-7 0,-2 0 18 16,4-1-17-1,-3-2 22-15,-1 1-20 0,3 0 15 16,-5-1-12-1,4-1 6-15,3-1 0 16,-1 1-4-16,2-1-9 16,-2-1 13-16,1 2 5 0,-3-2-5 15,1 0 0-15,4 0-2 16,-5 2 7-16,6 0-5 16,2-1 0-16,2 4 1 0,-1-2-6 15,1-2 8 1,1 5-10-16,4-4 14 15,-4-2-14-15,5 1-20 16,-6-1 23-16,3-1 8 0,3 0 19 16,1 1-23-1,0 6 0-15,4 0 5 16,2 0-1-16,-7 0 8 0,1 0-6 16,-2 0 23-16,-1 0-2 15,7 0-27 1,-3 0-5-16,2 0 5 0,-3 0 2 15,-3 0 5-15,-5 0-13 16,1 0 15-16,-2 6-7 16,5-3 6-16,5-2-14 15,2-1 10-15,5 0-8 0,0 0-3 16,0 0-37 0,0 0 2-16,0 0-125 15,0 0 65-15,0 0-16 16,0 3 94-16,0-2-178 0,0 1 35 15</inkml:trace>
  <inkml:trace contextRef="#ctx0" brushRef="#br0" timeOffset="14524.1">8252 10778 225 0,'0'0'0'0,"0"0"26"0,0 0 35 15,0 0-1-15,0 0-1 16,0 0-6-16,0 0 22 16,0 0-5-16,0 0-15 15,-4 0-31-15,2 0-17 0,-2 0 0 16,4 0-7 0,-3 0 11-16,0 0-6 0,1 0 42 15,2 0-39 1,0 0 33-16,-2 0-23 0,2 0 2 15,-2 0-14 1,2 0-4-16,0 0-4 0,-2 0 9 16,2 0-12-16,-3 0 13 15,3 0 19-15,0 0-14 16,0 0 25-16,0 0-27 16,0-8-11-16,0-9-15 15,0 2 3-15,0-1 12 16,0 7 0-16,0 2-15 15,0-3 19-15,0 0-8 0,0-2-5 16,0 4-1 0,0 1-2-16,0 1 9 15,0 2 1-15,0-5-4 0,3 2-1 16,-1 6 2-16,0-3 3 16,-2 4 4-1,0 0 8-15,0 0 3 0,0 0 8 16,0 0-21-1,2 0 9-15,3 0-17 0,-2 0 16 16,1 0-14-16,-2-2 16 16,2-2-10-16,3 0 3 15,-5 4 0-15,8 0-2 16,-2 0 0-16,3 0 1 16,1 0 7-16,1 0-4 15,0-3-5-15,1 3 25 16,-4 0-11-16,2 0 10 15,-3 0-22-15,-1 0-1 16,-1 0-2-16,2 0-4 16,-2 0-10-16,-1 0-43 15,-3 0-61-15,-3 3-134 16</inkml:trace>
  <inkml:trace contextRef="#ctx0" brushRef="#br0" timeOffset="15980.3">8188 10982 269 0,'0'0'48'0,"0"0"-14"0,0 0 60 0,0 0 15 15,0 0-60-15,0 0-16 16,0 0-19-16,0-10 3 16,0 0 27-16,0-3-11 15,0 3 39-15,0-4-30 16,0 1 13-16,0 0-32 15,0-2-1-15,0 1-14 16,0 2-7-16,0-3 9 0,0-2-5 16,0 1 19-1,0-1-22-15,0-2 34 0,0-2-29 16,0-2-3-16,0-1-4 0,4 0 0 16,0 4-2-1,1 4 8-15,2 6-11 16,-3 2 16-16,-1-2-16 15,1 1 10-15,-2-4 8 0,5-1-13 16,-1 1-1 0,-1 6 1-16,-2 4 0 0,-3 3-1 15,0 0 4-15,4 0 30 16,-2 0-32-16,0 0 28 16,2 0-16-1,1 0 21-15,3 0-22 16,4 0-7-16,3 0 6 0,1 0-3 15,2-6 7-15,0 3-15 16,0-1 21-16,-1 1-18 16,2 2 6-16,-2-4-6 15,-3 5 9-15,-1 0-11 16,-5 0 4-16,0 0-10 0,-6 0 12 16,0 0-18-1,-2 0-1-15,0 0 7 16,0 0-40-16,0 5-20 15,0 10 0-15,0 3-106 16,-6 0-97-16</inkml:trace>
  <inkml:trace contextRef="#ctx0" brushRef="#br0" timeOffset="16904.02">8176 11008 338 0,'0'0'114'0,"0"0"-91"16,0 0-4 0,0 0 52-16,0 0-23 0,0 0 2 15,0 4 13-15,0-4 6 16,0 0 10-16,0 0-62 15,0-9-7-15,0-5-3 16,5-4-3-16,0-4 0 16,-3 4-4-16,2-7 3 15,-2 1-2-15,0-4-1 16,1 0 5-16,3-2-10 16,4 4 11-16,-4-4-12 15,7 3 18-15,-1 6-12 16,-4 7 2-16,-1 2 12 15,7 2-8-15,-1-4 0 16,1 0-8-16,3 1 4 16,-3-1-4-16,-1 5 11 0,-7 3-15 15,-1 6 14-15,0 0-7 16,-3 0 9-16,0 0 13 16,5 0-12-16,-1 0-5 15,1 0-10-15,0 0 11 16,0 0-5-16,-1 1 6 15,1 8-16-15,-1-4 7 16,1 3 0-16,0-4-21 16,-3-4-59-16,-4 0-117 15,0 0-211-15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9-29T23:18:59.5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17813 4334 234 0,'0'0'147'0,"0"0"4"0,0 0-57 16,0 0 54-16,0 0-21 16,0 0-75-16,0 0-17 15,-36-38-25-15,36 34 16 16,0 4 16-16,0-1-23 16,0 1-19-16,0 0 0 15,0 0-2-15,0 0 8 16,-2 0 9-16,2 0 5 15,-2-2 37-15,2-1-41 16,-2 1 18-16,-1 2-32 0,3-3 19 16,0 3-21-1,0 0 7-15,0 0-14 0,0 0 16 16,0-2-8-16,0 1 3 0,0 1-3 16,0 0 8-1,0 0-8-15,0 0 2 0,0 0-3 16,0 0 18-1,0 0-16-15,0 0 28 16,0 0-28-16,0 0 6 16,0 0 5-16,0 0-22 15,0 0 10-15,0 0-2 16,0 0-8-16,-4 3-3 0,-6 12 12 16,6 6 0-1,-7 1-14-15,3-2 30 16,0-1-27-16,4-8 20 0,0-1-18 15,4 0 7-15,0 0 2 16,0 5-4-16,-2 3-10 16,-1 2 5-16,-3 4 13 15,-1 0-16-15,-2 4 24 16,0-3-21-16,3 6 11 16,-3-3-2-16,6 1 0 15,-1-2 1-15,4-5-10 0,-3 0 17 16,1-1-32-1,2-2 36-15,-4 1-22 16,0 4 11-16,-1 1-1 16,-1 5 0-16,-4 0 1 0,4-2-8 15,-1 0 16-15,1-4-24 0,1 6 31 16,-2-5-24 0,5 2 18-16,-5 1-17 15,5-2 9-15,-6 2-3 16,-2 0 1-16,1-2 0 15,5-2-7-15,-2-4 18 16,0 9-28-16,2-1 32 16,-7 4-25-16,3 3 13 15,-2 2-6-15,1 1 3 16,-4-2 0-16,4-4-7 16,-2 0 15-16,9-4-20 15,2-3 25-15,0-2-17 0,0-2 12 16,0 3-13-16,0-1 5 15,0 2 0-15,0 5 0 16,0 0 3-16,0 0-12 16,0 0 22-16,0-2-19 15,0-2 21-15,0 0-20 16,0-3 9-16,0 4-4 16,0 0 0-16,0-5-3 15,0 3 0-15,-2 0 6 16,0-3-14-16,2 0 27 0,-3 2-26 15,3 2 25 1,0 0-18-16,-2 3 5 0,0-2-2 16,0 1 0-1,-5 5 7-15,0-2-16 0,5 0 21 16,-5-1-21-16,7-5 21 16,0 3-20-16,-2 2 14 15,2 1-8-15,-2-3 2 0,-2-2 0 16,1-4-6-1,3-2 12-15,0 0-14 0,0-4 20 16,0 4-19 0,0 0 18-16,0 4-19 0,-5 2 8 15,-1 2 0 1,4 1-1-16,-5-1 8 0,5-2-19 16,-4-3 24-16,2-4-21 15,4-3 26 1,0-4-25-16,0-1 14 15,0 6-9-15,0 2 3 16,0-2 0-16,0 3-2 0,0-6 7 16,4 2-17-16,4 0 24 15,5-3-21-15,1-3 20 16,-1-1-19-16,5 3 8 0,-5 0 0 16,3 2-5-1,-1-2 11-15,1 2-18 16,0-2 25-16,0 3-23 15,3-6 29-15,1 0-31 16,1-1 17-16,3 1-10 16,0 0 3-16,-1-3 2 15,4 2-4-15,-6 2 15 0,4-2-23 0,0-2 24 16,2-3-15 0,-3 2 9-1,1-1-11-15,-1 4 6 0,0 0-1 16,3 2 0-1,2 2 4-15,0-4-14 0,7-2 23 16,-5 0-23-16,2-4 27 0,-1 2-27 16,-3 0 12-1,-3 3-4-15,-1 0 1 16,0 3 1-16,-1 0-3 0,5 0 6 16,0-1-10-1,2-2 19-15,2-3-12 0,10-3 6 16,-5-1-7-1,11 0 1-15,-3 0 0 16,-4 5-3-16,1-3 12 0,-5 2-18 16,0 0 18-16,-3 0-10 15,6-2 16-15,1 8-27 16,0 1 13-16,3 0-2 16,-1 5-1-16,3-2 2 0,0-2-9 15,2 0 21 1,3-3-24-16,-2-4 24 15,0-1-15-15,3-2 11 16,-9-2-9-16,4 0 1 16,-4 0 0-16,3 0-5 15,-3 0 10-15,-2 0-13 0,3 0 20 16,-5 3-19-16,0-3 22 0,1 6-25 16,-6-6 15-1,5 0-10-15,1 0 5 16,-1 0-3-16,2 0-1 15,-5-6 8-15,4 6-14 0,-1-3 22 16,-2 1-19 0,4 2 14-16,0 0-12 0,6 0 5 15,0 0 0-15,4 0-1 16,1 0 7 0,-2 0-6-16,1-1 15 15,-6-2-24-15,-5-1 23 16,3 4-24-16,-4 0 17 15,-2 0-10-15,0 0 3 16,6 0-4-16,3 0 3 0,2 0 2 16,0 0-11-16,3 0 22 15,-2 0-17-15,0 0 13 16,-6 0 9-16,-1-1-9 16,1-6 11-16,-1 7 6 15,-1 0-19-15,4-2 5 0,6 1 6 16,-1-3-13-1,3-1 10-15,-8 3-21 16,-6 0 14-16,1 2-12 16,-10 0 5-16,-2 0 0 0,0 0-3 15,2 0 9 1,5 0-12-16,-1-1 20 0,1-5-23 16,-1 6 17-16,1-5-16 0,2 1 8 15,0 2 0 1,-2-2-3-16,5-1 8 15,0 2-13-15,6-1 22 16,0-2-26-16,-1 0 25 16,-3 1-25-16,-5-4 19 15,-5 3-10-15,-2-2 3 16,-2 2 0-16,0 0-4 16,0-1 11-16,2 3-20 15,3 1 30-15,3-2-23 16,3-4 12-16,3-1-10 0,-1 4 4 15,-6-2 0-15,-1 2-1 16,-1 0 4-16,-2 1-5 16,3 2 7-16,-4-3 5 15,3 4 1-15,-3-4-16 16,0 0 12-16,7-3-7 16,-3 2 0-16,-1-1 2 0,1-2-6 15,1-4 17 1,-2 2-5-16,-1 4-1 0,-4-4 14 15,0 4-16 1,0-8 16-16,-3 4-21 0,5-5 0 16,-4 2-1-1,2-2 4-15,0 1-14 0,-2 0 22 16,-2 0-20-16,2-4 21 16,-8 2-19-16,1 0 15 15,-3 0-4-15,0 1 0 16,1-6-2-16,-1 3-2 15,-1-4 9-15,4 0-12 16,-2-4 16-16,2 6-20 16,0-5 14-16,2 4-8 15,-3-1 2-15,-2 3-1 16,1 2 0-16,-3-1 6 0,8-3-16 16,-3 2 25-16,2-2-23 15,2 3 21 1,1-2-23-16,2 0 15 0,-7 0-6 15,-2 0 1 1,0-2 0-16,-7-1 10 0,5-1-5 16,-1 1 7-16,3-4 1 15,-1 0-24-15,-1-1 16 16,0 3-10-16,-5-1-7 16,0 8 6-16,0 0 5 15,-1 0 2-15,-4 6-14 16,0-5 27-16,-1 2-24 15,-1-4 22-15,4-2-22 0,0-4 15 16,3-4-10 0,1-5 1-16,-2 2-20 0,3-3 14 15,-1 5 10 1,-5 2-23-16,1 0 39 0,-1 4-24 16,-4-5 16-16,1-2-6 0,3-5-2 15,-7-2-3 1,8-3 0-16,1-3-16 15,1 1 14-15,-2 1-11 16,-1 3 6-16,-3 5 20 0,-2 0-14 16,6-2 12-1,-4-2-12-15,0-2 4 0,-2-5 0 16,1 3-8 0,-3 5-24-16,0-4 29 0,0 7-39 15,0 2 29 1,0 4 26-16,0 2-17 0,0 0 4 15,0-3 0-15,0 0-10 16,0-1 19-16,0 0-25 16,4 0 7-16,-4 2 8 15,0 5-29-15,0 6 28 0,0 0-1 16,-4 1 2 0,1-2 0-16,1-3-7 15,0 3-9-15,-2-3 14 16,-3 3-14-16,0 6 34 15,-2 0-7-15,-6 4 0 16,3-1 6-16,-1 2-16 0,2-1 0 16,-4-3-4-1,1 1 2-15,-2-2-3 0,-4 0-10 16,5 4 6-16,-10 3 14 0,-4 2-10 16,-8 1 10-1,1 2-5-15,0-2 0 16,2-1 2-16,8-2-8 15,-6 1 16-15,4 1-20 0,-3-3 20 16,-5 1-20 0,-2 1 18-16,0 2-8 0,-4 0 0 15,-1 0 1 1,4 2-3-16,-3-2 6 16,9-5 0-16,2 2 6 15,3-1-7-15,-1 2-1 0,-4 0-3 16,-6 4 1-1,-1 0 0-15,-7-2-1 16,3-1 3-16,-2 1-12 0,3-2 23 16,-1-1-24-16,-1-3 24 15,3 0-23-15,-6 2 14 16,2-1-6-16,-1 3 2 0,0 4 0 16,-4-4-6-1,-1 1 12-15,4-1-9 16,-2 0 15-16,9 0-13 15,-5-7 6-15,4 2-9 0,0-1 9 16,-3-3-6 0,1 3 1-16,-12 2 0 15,-4 1 12-15,-11 3-9 16,-7 0 26-16,5-1-6 0,2 1-15 16,5 0 4-16,13-1-10 15,-5-1 2-15,0 2 4 16,0 2 0-16,2 1 2 15,0 3-15-15,6 0 18 16,-4 0-21-16,3 0 18 16,-4 0-18-16,-6 4 8 15,10 1-1-15,-3-4 1 16,8 2-2-16,-4-3-9 0,6 0 22 16,-5 0-19-16,-1 0 24 15,4 0-15-15,-5 1 7 16,0 2-12-16,-3-2 4 15,3 4 0 1,0-1-4-16,-3 1 9 0,1 0-11 16,-5-3 18-16,-7-1-21 15,1 4 23-15,-3-3-24 16,0 1 10-16,5 1 0 16,6 1-1-16,2-3 6 0,3 0-20 15,0-2 34 1,2 0-26-16,0 0 18 15,4 0-20-15,1 0 17 16,5 0-15-16,-3 0 7 16,5 2-2-16,-8-2-2 15,-4 2 8-15,0-2-14 0,-2 0 23 16,4 0-26 0,0 0 20-16,3 0-14 15,6 0 7-15,2 0 0 0,0 0-3 16,5 0 10-16,3 0-22 15,-3 0 19-15,-2 0-17 16,5 0 5-16,-1-2 2 16,5 0-2-16,-1 2 6 15,2 0-4-15,-4 0 6 16,-4 0-7-16,2 4 14 0,-2 4-23 16,3-2 29-1,-3-5-26-15,-4 1 4 0,0 1 2 16,-3-3 5-1,3 0 2-15,4 0 0 0,-3 0 1 16,3 2-9 0,2 2 23-16,-2 2-32 0,0-2 33 15,8 4-28-15,-1-2 18 16,4-3-11-16,0-1 5 16,-1-2 0-16,4 3-2 15,-3-3 10-15,-3 0-25 16,2 0 34-16,-2 0-27 15,3 0 18-15,-2 2-16 0,2 3 8 16,-5 2 0 0,5-3-9-16,7 0 19 0,-6 0-23 15,9 0 27-15,-3-2-22 0,-1 5 23 16,-1-4-27 0,-4 2 15-16,2 4-5 15,-5-3 2-15,3-2 0 16,0 0-6-16,3 0 14 0,1-2-16 15,-4 0 20 1,7 2-19-16,-9 0 12 0,5-1-9 16,1 1 4-1,-3-2 0-15,7-1-3 16,2 0 6-16,0-1-7 16,7 0 17-16,2 0-16 15,-3 0 12-15,-1 0-3 0,4 0 1 16,-2 0-2-16,2 0-5 15,0 0 5-15,0 0-10 16,0 0-37-16,0 0-12 16,0 0-130-16,9 0-24 15,4 0-70-15,-2-1-37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10-06T22:10:35.643"/>
    </inkml:context>
    <inkml:brush xml:id="br0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17858 4227 648 0,'0'0'102'0,"0"0"-59"15,0 0 29-15,0 0 21 0,0 0-7 16,0 0-37-16,0 0-11 16,-5 0-18-16,5 0 48 0,0 0-50 15,-4 2 14 1,-3 5-28-16,-2 8 4 15,0 3-8-15,-2 5 0 16,0 2 0-16,0-1 7 16,1 2-13-16,0 2 15 15,1 0-12-15,-1 5 12 16,0 3-9-16,1 4 7 16,-1 0-8-16,2 4 1 15,1-4 0-15,1 2-5 0,-1-2 10 16,-5-2-11-16,4 9 14 15,-3-2-16 1,-1 4 7-16,2-3-1 0,-2-4-17 0,5-2 8 0,1-1 4 31,-1-1 3-31,1-1-4 16,1 2 16-16,-4 2-16 16,0 5 20-16,-1 1-24 15,-2 5 8-15,3-2 3 16,-3 0-8-16,6-4-2 0,2-2 10 15,-1-4-12-15,1-4 4 0,0 3 17 16,4-7-17 0,-5 4 18-1,-2 2-18-15,5 1 6 16,-3 0 3-16,5 1 0 16,0-1 7-16,0-2-14 0,0-4 15 15,0 2-16-15,-2 0 15 0,-2 1-12 16,-3-3 10-1,3-2-9-15,-1-3 4 0,5 5 0 0,0-2-6 32,0 1 14-32,0-1-17 15,0 0 20-15,0 1-17 16,0 5 14-16,0-3-15 0,0 2 7 16,-9 4 0-16,1 2-3 0,-1-2 7 31,-1-4-11-31,6-8 14 15,4-6-15-15,0-4 18 0,0 0-20 0,0 0 12 16,0 3-5 0,9 2-4-16,2 4 7 15,0 1 6-15,5 3 4 0,-5-6-2 16,7 2-7 0,0-6 0-16,6-4 6 0,5-2 0 0,5-3 5 31,1 2 0-31,5 2-7 15,-1 0 2-15,-4 4-7 16,1-2 14-16,-3 4-22 16,0-1 13-16,1-3-10 0,-1 2 7 15,-2-7-5-15,5 0 3 16,2-1 0-16,-2-5 1 16,8 1 5-16,-6-3-10 15,9 7 10-15,-2-2 1 16,-3 0-2-16,0 1 1 15,3 2-6-15,-1 1 7 0,-1-1-7 16,1 4 3-16,0-7-2 16,-1 0 14-1,-3-4-18-15,7-6 10 0,-9 7 2 16,4-3-4-16,-5 3 0 16,2 3-3-16,1 0 5 15,0 2-7 1,3-1 6-16,1 5 4 0,3-7-3 0,-1-1 8 31,4 1 6-31,-6-6-21 0,1-1 15 16,3-2 9-16,2 0-24 0,4 0-1 15,6 0 1 1,4 0 3-16,3 0 4 16,0-2 5-16,-5 2-20 15,-4 0 16-15,-4 0-6 16,-10 2-2-16,-4 10-6 15,1-4-6-15,-6 2 12 0,5-7-6 0,5 5 6 16,8-4-10 0,-2 0-6-16,1-1 14 15,-4 4 4-15,-3-2-4 16,-7 1-15-16,6-3 17 16,-3 1 3-16,3-4 11 15,5 0-28-15,2 0 29 16,3 0-22-16,-5 0 18 15,-2 0-11-15,-2 0 0 16,-1 3 4-16,3 0-4 16,1-3-7-16,-2 0 7 0,2 0 10 15,-1 0-2 1,0 0 3-16,-5 0-15 0,-2 0 14 16,-6 0 5-1,-3 9-15-15,4 2-1 0,1-5-26 16,9-1 27-16,-3 2 0 15,5-5-12-15,-1-1 2 16,-3 2 17-16,-1 3-14 16,-2 2-10-16,-2-2 17 15,-4 2 0-15,-3-2 3 16,-2 0-3-16,-1-4 0 16,-5 0 0-16,4-2 11 15,2 0-18-15,4 0 7 0,3 0-1 16,7-5-49-16,-1-6 50 15,-5 3 0-15,-1 2 9 16,-5 0-19-16,-2-1 19 0,-2 6-22 16,-9-5 26-16,7-1-19 0,-4 6 9 31,4-7-3-31,4 3 0 16,2 0 3-16,5 1-4 0,-5 2 1 15,0-3-11-15,-6 1 11 16,-3-3 6-1,-2 3-4-15,0-2-2 16,0-1 0-16,0 3 2 16,0-3 0-16,3 4 5 15,-4 0 7-15,4-6-11 16,4-1 20-16,6 0-22 0,5-5-2 16,9-4 0-16,-1-1 1 15,-1 0 2-15,-5 2 1 16,-9 3-6-16,-4 4 13 15,-6 10-12-15,-4-4 22 16,-5 1-3-16,-2 2-15 0,1-6 6 16,3 6-8-16,-1-6 0 0,5-1-4 31,-3 2 3-31,6-1-6 16,-4 0 14-16,-1 0-14 15,4 0 12-15,-4 2-8 16,2 0 3-16,-3 2 0 15,-1 2 3-15,1-3 7 16,8 0-20-16,-3-3 19 0,-1-4-19 16,8 4 7-16,-4-4-2 15,4 0 0-15,-6 4 1 16,2-4 4-16,1 3 0 0,1-2-5 16,-1-2 10-1,-2 2-9-15,-1 2 17 16,-6-3-17-16,3 0 10 15,-1 1-12-15,4-4 1 0,-3-1 1 0,-1-3-7 0,-3-4 8 32,-3 1-5-32,3-2 16 15,-3 0-15 1,-5-2 17-16,1-4-6 0,4 2-1 16,5-8-5-1,6 0 2-15,1-2-7 0,-2 1 5 16,6-1 1-1,-7 4-10-15,-4 5 22 0,-3-4-21 16,-4 3 21-16,-5 4-19 0,3-6 8 0,0 0-4 31,0-1-1-31,4 3-13 16,3-2 10-16,-6 2-1 0,1-2-1 16,0-4 20-16,0-4-16 15,-5-8 6-15,3-2-15 16,-7-4-17-16,2 1-8 0,5-1 10 31,0 14-3-31,4 4 30 0,-1 9 4 0,-2 6-1 16,1-2 7-16,-5-2 33 31,7 3-13-31,-4-4-14 0,2-2-13 16,-1-6 1-16,4-5-4 0,-3 2-49 15,2 1 23 1,0 2-5-16,-2 15 29 15,2 1 10-15,-4 3 34 16,2-4-10-16,-3-1-5 0,1 0-15 16,2-2-3-1,-4-2-12-15,-1-2 13 0,-2-4-14 16,2-2-18-16,1-2 15 16,-1 4-35-16,6 1 27 15,-6 4 16-15,2 0 2 16,-1 3 3-16,-3-1 7 0,-2-2 25 31,0-3-30-31,0-2-5 0,0-6 0 16,0 0 0-16,-2-1-23 0,2 5-1 15,0 6 23 1,0 1-15-16,0 0 13 16,0 6 6-16,0-2 32 15,0-3-19-15,0 2 9 16,0-4-25-16,-9 0 0 15,1 0-1-15,0 0-11 16,6 4-7-16,2 6-31 0,-2 4 47 0,2 6 6 31,-2 0-3-31,-5 3 38 16,-1 0-10-16,-4 0-26 0,-1 0 3 16,-5-4-5-16,-5 4-8 15,-1-3 6-15,-7-3-46 0,2 4 8 16,2 3-28-1,0-2 44-15,3 4-8 16,-3 0 25-16,3-2 7 0,-5 2 1 16,-2-4 38-16,-4-2-32 15,2-4 29 1,2-4 5-16,2-2 17 0,3-3-58 16,4-2-9-1,-3 4 6-15,2-1-31 0,-4 8 29 16,4 3 5-16,-6-1 9 15,-5-1 18-15,-1-1-12 16,-8-1-13-16,-1 0 13 16,-4-3 23-16,4 0-37 15,1 2-1-15,4 1 5 16,1 0-5-16,-2 3-2 16,-1 0 2-16,-1 2 4 15,-3-3-4-15,-1 2 0 16,-1-3 1-16,3 0 2 15,-4-2 4-15,4 0-7 0,-7 0 25 16,4 1-25-16,2 0 2 0,3-1 0 16,0-5 16-16,-1 2-18 15,-1 0-5 1,-5-1 3-16,0 4 4 0,6 1 2 31,2-2-4-31,-5 8-6 0,-2 1 6 16,-4 1 0-16,-6 3-17 15,0 0 8-15,-4 0 9 16,2 0 0-16,0 0 7 0,2 0-12 0,5 0 5 31,1 0-8-31,4 0 6 0,3 0-10 16,3 0-9 0,-1 0 21-16,5 0 0 0,-2-2-16 0,-1 0 1 31,2 0-1-31,-3 2-7 0,4 0 23 15,-5 0-23 1,1 2-20-16,-3 10 6 0,-6-1 18 16,0-1 19-16,-7 0 0 15,-5-6 10-15,3 1 23 16,2 0-44-16,3-5 11 16,6 4 0-16,2-3-15 0,0 3 20 15,5-2-5-15,-3 1 0 16,5-1-6-1,-3-1 6-15,-1 4-8 0,-1 0 8 0,-1 2-8 16,-1 0-5 0,-2 4 26-1,0-5 15-15,-2 3-28 0,0 4 0 0,-1-7 0 32,-1 6 0-32,4-2-6 0,0-4 4 15,4 0 4-15,8-4 17 0,-2-2-19 16,4 0 11-16,3 0-15 15,-1 0 4-15,0 0-2 16,2 0 2 0,-3 0 0-16,-1 0-13 0,4 8 13 0,-1-2-17 31,1 0 3-31,0 0 7 16,0-2 1-16,-5-1 5 15,0 1 2-15,3 1-1 16,-9-1 0-16,-3 2-4 0,-6-2-10 15,1 0-34-15,4 0 46 16,3-2 4-16,12 1-3 16,2-2 9-16,1 4 29 15,3-3-22-15,-6 4-15 16,-4 0 0-16,-4 5 0 16,-3-3-4-16,4-2-5 0,5-1 9 15,0-5 1 1,2 0-1-16,6 0 20 15,-4 0-20-15,2-3 7 16,4-1-7-16,4 2 0 16,1 2 10-16,3 0 0 0,3 0 2 15,-1 0-17-15,-1 0 10 16,-3-4-6-16,-2-2 3 16,-3 0 23-16,0 1-16 0,2 3 17 15,2 2-19-15,5 0 3 16,4 0-1-1,-3 0-3-15,-5 0-6 16,-5 0 0-16,-7 0 4 0,2 0-4 16,5 0 8-1,2 0-16-15,11 0 16 0,2 0-18 0,4 0-17 32,1 0-21-32,-2 0-104 0,-2 0-188 15,-3 0 33-15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9-29T22:04:43.56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2624 5311 228 0,'0'0'175'0,"0"0"-59"16,0 0-4 0,0 0-46-16,0 0 28 0,0 0 21 15,0 0-115 1,0 3 0-16,0-3 0 0,0 0 17 15,0 0-7 1,0 0 35-16,0 0-8 0,0 0-22 16,0 0-7-1,0 0-16-15,0 0 16 0,0 0-14 16,0 0 6-16,0 0-1 16,0 0-5-16,6 0 11 15,4 2-15-15,-6-1 20 16,5 2-14-16,0-3 11 15,-2 0 3-15,2 0-10 16,-1 0 20-16,2 3-20 16,-1 0 2-16,1-1-8 0,2-2 14 15,1 1-16-15,2-1 18 16,3 0-15-16,-5 0 10 16,1 0-8-1,3 0 3-15,0 0 0 0,1 0-1 16,-3 0 7-16,5 0-12 15,-5 0 12-15,4 0-10 16,-2 0 8-16,1 3-5 16,0 1 1-16,0 0 0 15,2 0-1-15,-1 0 1 16,2 0-2-16,-1 3 5 16,0-6-5-16,0 3 7 15,0-1-9-15,0 0 8 16,0-1-7-16,1 2 3 15,0-2 0-15,0-2-1 0,-1 2 5 16,-1-2-11 0,0 0 15-16,1 0-13 0,-1 2 14 15,4-2-16-15,2 2 16 16,-4-2-7-16,8 4 3 16,-4 0-3-1,2-4 5-15,-2 0-6 0,-1 0 4 16,-2 0 1-16,-2 0-12 0,3 0 12 15,-2 0-1 1,2 0-5-16,0 0 0 0,-1-2 1 16,2-4 2-1,3 6 5-15,-3-2-4 0,5 2-2 16,-4 0 5 0,0 0-9-16,2 0 7 0,-6 0-9 15,2 0 4-15,-3 0 0 16,-3 0-3-16,4 0 9 15,1 0-13-15,0 0 19 16,3 0-14-16,6 0 4 16,-4 0-1-16,2 0-1 15,-2 0 0-15,-1 0-1 0,4 0 8 16,-1 0-14 0,-4 0 16-16,12 0-13 0,-11 0 12 15,-2 0-4 1,8 0 0-16,-8 0-2 15,5-2-2-15,0-6 0 16,3 0 3-16,-3 4 6 0,-3-4-9 16,4 6 8-1,-7-2 6-15,2-2-11 0,-3 2-6 16,-1-3 4-16,3 1-1 16,-2-1 2-16,-1-2 4 15,3 6-12-15,0-1 14 16,1 2-9-16,2 0 4 15,4-6 2-15,2 5 2 16,5 0-4-16,-2-3 2 16,2 6 0-16,-5-4 4 0,5-1-1 15,-3 5-10-15,-1 0 12 16,-1 0-18-16,4-1 16 16,-4-1-14-16,2-1 6 15,3-2 0-15,0 2-2 16,-1 3 8-16,2 0-14 15,-6 0 18-15,-2 0-14 16,1 0 11-16,-8 0-13 16,-4 0 10-16,0 0-7 15,-3 3 3-15,4 2 0 16,-3 0-2-16,-3-4 6 0,-1 4-11 16,-5-5 16-1,-3 0-18-15,-2 0 9 0,1 0-15 16,-2 0-19-1,-1 0 9-15,-2 0-11 16,0 0-28-16,0 0 8 16,0 0 3-16,0 0 11 0,0-11-85 15,-10-1-90-15</inkml:trace>
  <inkml:trace contextRef="#ctx0" brushRef="#br0" timeOffset="3027.57">2686 9731 423 0,'0'0'98'0,"0"0"-83"0,0 0-4 0,0 0 46 16,0 0 24-16,0 0-14 15,0 0-26-15,0 0 3 16,0 0 27-16,0 0-43 0,0 0 6 16,2 0-28-1,6 0 9-15,3 0-11 0,-1 0 28 16,4 6-16-1,-1 2 1-15,3-2-5 0,0-1-10 16,0 1 11 0,1-3-9-16,3 1 17 0,3-2-16 15,-2 2 12-15,0-1-13 0,3 0-4 16,1 1 0 0,1-4 0-16,1 0-1 0,-2 0 10 15,6 4-14 1,-2-4 13-16,4 4-13 15,1 0 15-15,-5 0-12 16,0 1 2-16,-5-4 0 0,3-1-2 16,-5 0 4-1,7 0-9-15,0 0 14 0,-5 0-7 16,6 0 13-16,-1 0-14 16,0 0 2-16,-3 0 8 15,1 3-9-15,-5-1 0 16,-6-2-2-16,4 3 8 15,-5-3-16-15,4 0 20 16,-4 0-14-16,3 0 10 16,-1 0-6-16,4 0 0 15,-1 0 0-15,2 0 0 0,-2 0 4 16,0 0-4 0,2-5 5-16,1 2-7 0,1-3 12 15,-1 2-16 1,-4-1 11-16,4-2-7 0,-3 5 2 15,-3-2 0 1,0 0-3-16,-2 0 7 0,-4 1-13 16,9-3 18-1,2 1-17-15,1 1 17 0,-2 4-9 16,4-2 10-16,-2-2 0 16,1 2-10-16,8 0 9 15,-11-4-10-15,6-2 6 16,-2 0-5-16,4 0 7 15,0 2-13-15,4 2 12 0,-4 4-8 16,0 0 2 0,-4 0 0-16,2 0 0 0,-6 0 2 15,0 0-11 1,-1 0 18-16,-3 0-13 0,4 0 11 16,-1 0-11-1,2 0 7-15,-4 0-3 0,5 0 0 16,-2 0 2-16,4 0-6 15,-3 0 13-15,-4 0-10 16,4 0 15-16,-1 0-21 16,-2 0 14-16,6 0-11 15,-5 0 4-15,-3 0 0 16,2-2-1-16,1-2 5 0,2 4-10 16,0-2 14-1,5 2-14-15,0-2 13 16,0 2-14-16,-3 0 8 15,-4-2-1-15,0 2 0 0,1-4 2 16,-2-1-7 0,1 5 10-16,0-3-16 0,-2 0 21 15,2-2-17-15,0 2 12 16,2-2-10-16,-1-1-15 16,-2 6 17-16,2-4-3 15,-1 2 12-15,2 0-14 16,-4 0 16-16,0 0-17 0,-5 2 20 15,0 0-14 1,5 0 3-16,0-2-5 16,-2 0 5-16,4 0 0 15,-3 0-2-15,6-3 5 0,-3 5-3 16,0-1 10-16,0-4-16 16,-2 5 11-16,-3 0-10 15,4 0 5-15,-2 0 0 16,-1 0 0-16,-3 0 3 15,-1 0-11-15,3 0 17 16,1 0-13-16,3 0 8 16,2 0-6-16,-4 0 2 15,1 0 0-15,-2 0-2 0,1 0 3 16,4 0-10 0,-2 0 18-16,-1 3-15 0,5-1 15 15,-4-1-14 1,2 4 10-16,4-3-7 15,-6-2 2-15,3 2 0 16,5-2 0-16,0 0 5 0,0 0-17 16,-2 4 24-1,4-2-15-15,-3 2 10 0,-2 0-14 16,-3-2 7-16,-2-2 0 0,2 5 0 16,1-4 2-1,1 1-4-15,-4 2 10 16,4 1 7-16,1 0-8 15,1-2-10-15,-3 6 9 16,7-3-8-16,-5-2 2 16,1 0 0-16,0-2-3 0,-4-2 6 15,6 5-10-15,-2-5 18 16,4 3-10-16,0 0 4 16,0-2-7-1,-2-1 2-15,0 2 0 0,-6-2-2 16,-5 0 5-16,-3 0-7 15,-1 0 10-15,5 5-7 16,-1-2 7-16,2-1-8 16,0 0 11-16,-5-2-10 15,-3 0 1-15,0 0 0 16,-1 0-5-16,-3 0 10 0,4 0-10 16,-1 0 10-1,-1 0-3-15,-1 0 2 16,-2 2-6-16,-1-2 7 15,1 0-8-15,-1 0 3 16,-2 0-3-16,0 0-4 16,-2 0 14-16,0 0-18 0,0 0 11 15,0 0-17-15,0 0-52 16,0 0-51-16,0 0-361 16</inkml:trace>
  <inkml:trace contextRef="#ctx0" brushRef="#br0" timeOffset="-202559.11">22416 10365 718 0,'0'0'0'0</inkml:trace>
  <inkml:trace contextRef="#ctx0" brushRef="#br0" timeOffset="-198428.96">22803 4903 91 0,'0'0'194'0,"0"0"-47"0,0 0 1 16,0 0-6-16,0 0 6 15,0 0-91-15,0 0 24 16,3 1-35-16,-3 4 7 0,0-4-33 16,0 3 3-1,0-1-13-15,0 5 32 16,0-2 15-16,-7-2-24 15,5-3 17-15,-5 8-40 0,3-6 1 16,0 10-4 0,-4-1-9-16,2 0 3 0,2 1-2 15,-3 2 1-15,1 6 0 16,-4-4 10-16,1 1-7 16,-1 2 21-16,-4 0-17 15,5-1-3-15,-4 2-1 16,1-1 0-16,2 0-2 15,-1 0-1-15,-1 0 0 16,-1-1 6-16,7 0-13 0,-8-1 14 16,1 1-12-1,-3 3 14-15,3-2-11 0,-3 4 2 16,5 2 0 0,-1 0 0-16,1 0 1 15,3 2 0-15,-4-6 11 16,1 0-11-16,0-1 7 0,0-3-15 15,-2 4 14-15,0 0-13 16,-3-2 9-16,7 2-3 16,-3 0 0-16,-1 0 3 15,-3-2-10-15,3 2 14 16,0-5-13-16,1 4 14 16,4-5-16-16,-3 2 10 15,1 0-4-15,4 2 2 16,-3-2 0-16,-2 2-3 15,4 0 9-15,-4-2-14 16,3 4 20-16,-6 0-21 0,3 1 17 16,-3 0-13-1,-1-1 5-15,5 1 0 0,-3-2-3 16,0-2 2-16,0 0-5 16,4 2 12-1,-7 0-16-15,-6 2 23 0,4 1-21 0,-2 0 11 16,0 2-3-1,2-4 0-15,3 6 0 16,-1-1-8-16,3-1 16 16,-1-1-15-16,-1-3 15 0,-1 5-12 15,-1-4 8 1,0 2-8-16,2-2 0 0,-3 2 4 16,1-1-1-16,-1 4 8 15,-3 0-18 1,2 3 22-16,3-6-10 15,-4 1 3-15,4-2-6 0,3 1 7 16,-3-3-9-16,1 0 4 16,-1 2 0-16,-2-1-1 15,1 8 6-15,-2-1-15 16,4-3 25-16,1 0-21 16,3-6 12-16,1 0-10 15,-2 0 4-15,-1-2-1 0,-1-1-2 16,1 6 6-1,-3 0-6-15,-3 1 11 0,3-2-9 16,0 4 6 0,-4-5-4-16,7 2 1 15,-3 2-2-15,3-3 1 0,-5 0 2 16,7 1-6-16,-5-1 9 16,3-2-12-16,-1 4 17 0,1-2-20 15,-2 4 17 1,-1 1-15-16,3-1 11 15,-5 4-4-15,5-2 0 16,-5-1 2-16,5 1-9 0,-3-3 16 16,3-4-13-1,-1 0 11-15,1 0-14 0,1 0 11 16,1 0-7-16,0-4 3 16,0 2 0-1,0 0-4-15,-2-2 9 16,1-4-10-16,-1 7 14 0,-3-4-16 15,5 1 14-15,-3 7-13 16,-1 0 6-16,-1 0 0 16,-1 1-1-16,3-4 3 15,-1-2-11-15,4-3 18 16,2 2-16-16,-2 0 17 16,0 8-19-16,-5-1 16 15,3-2-14-15,1-1 6 16,1-2 1-16,5-7-5 0,-1-1 13 15,4-6-16 1,-3 1 11-16,-1-2-6 0,1 5 5 16,-4 2-5-1,2 3 3-15,-5 2-5 0,1 3 4 16,1-3 2-16,0 0-8 16,0-2 14-16,0 0-11 15,4-1 12-15,-2 0-12 0,0-3 6 16,3 0-2-1,4-4 0-15,-3-5 1 16,5 2-4-16,0-4 5 16,0 2-12-16,-2 1 1 15,2 0 9-15,-2 0-11 16,-1-4 9-16,3 0-12 16,0 0-8-16,0 0-13 15,0-6-58-15,0-12-144 0,0-4-785 16</inkml:trace>
  <inkml:trace contextRef="#ctx0" brushRef="#br0" timeOffset="-194879.04">20752 8449 503 0,'0'0'62'0,"0"0"15"0,0 0 59 0,0 0-13 16,0 0-100-16,0 0 1 15,0 0-3-15,0-23 24 16,0 23-40-16,-2-2 54 16,2 2-37-16,0-2 4 15,0 2 13-15,0 0-4 0,0-2 5 16,-2 2-37 0,-1-2 35-16,1 0-37 0,-1 2 29 15,3-3-26 1,0 3-1-16,0-1-2 15,0-1-1-15,0 2 0 16,0 0 3-16,0-3-11 0,0 3 18 16,3 0-12-16,6 0 8 15,4 0-9-15,3 0 3 16,3 0 0-16,8 0 0 16,7-3 1-16,-1-1 12 15,3-2-9-15,6 2 15 0,-4 0-8 16,3 0-9-1,-4 2 1-15,-3 2 2 16,-1 0-5-16,0 0 0 16,3 0-2-16,-3 0 5 0,3 0-10 15,-3 0 17 1,-2 3-16-16,4 4 15 0,-6-3-13 16,-1-2 6-1,-1-2-3-15,-1 0 1 0,3 0 0 16,3 0-5-16,1 0 14 15,2 0-20-15,6 0 26 16,-3 0-24-16,0 0 18 16,-7-2-4-16,0 2-4 15,0 0 1-15,-4 0-2 16,0 0 0-16,4 0-6 16,2 0 13-16,3 0 10 15,7 0-15-15,-3 0 12 0,-1 0-14 16,4-2 5-1,-5 0-5-15,-3-2 0 16,1 4-7-16,-5 0 16 16,0 0-17-16,-4 0 21 0,2 0-19 15,2 0 11-15,1-3-7 16,-1 2 4-16,4-5 2 16,-1 2-1-16,5-2 1 15,0 0 4-15,-1 2-7 16,1-1 6-16,-1 4 3 15,-1-2-7-15,-4-1-2 16,0 3 3-16,-2-1 0 0,5 0-2 16,-1-3 0-1,8 0 4-15,2 1 0 16,-4-4 5-16,9-1-4 0,-6 3-4 16,-1-2 9-16,-1 4-12 15,1 3 0-15,-5-2 13 16,6 1-10-16,-1 2 1 15,-4 0 4-15,3 0 1 16,-1 0-2-16,-1 0-6 16,0 0 3-16,0 0-6 15,5 0 2-15,-1 0 0 0,3 0-3 16,-1 0 9 0,4 0 0-16,4 0 0 15,-8 0-9-15,-3 0 9 16,-3 0-11-16,-3 0 5 0,1 0-2 15,-2 0-1 1,2 0 6-16,4 0-10 0,1 0 18 16,3-1-17-1,4-3 15-15,2 1-18 0,2 2 11 16,0 1-2-16,2 0 0 16,-4 0 1-16,2 0-3 15,2 0 4-15,0 0-2 16,2 0 10-16,4 0-10 15,-1 0 1-15,-7 0 16 0,-4 1-1 16,-6 2-16 0,-1 1 0-16,-1-3 0 0,3 4 3 15,-1 0 5 1,-2-1-6-16,-1 0 6 0,5 1-11 16,4-1 6-1,6-2-6-15,4 2 3 0,6-4 0 16,-1 2 0-16,-1-2 6 15,-1 1 7-15,-5 4-3 16,-7 0 13-16,-4-1-22 16,-2 1 5-16,-5-3-4 15,-1-2-2-15,-1 0 0 16,3 0 6-16,1 0-13 16,0-4 21-16,1-3-20 15,1 3 13-15,5 1-14 0,0-1 17 16,-4 2 2-1,1 2-12-15,-5 0 0 16,-3 0-4-16,-5 0 11 16,-2 0-5-16,0 3 9 0,3 2-13 15,-1-1 8-15,0 1-6 16,3 2 0-16,-2-1 0 16,2-2 0-16,-1 0 4 15,-2-1 0-15,5 0 0 16,-2-1 11-16,-3 2-11 0,0-2-5 15,-2 4 11 1,2-2-14-16,-5 0 4 16,3 4-1-16,-2-6-3 15,2 0 8-15,2-2-8 0,4 0 19 16,-2 2-22 0,1 2 13-16,-3 0-10 0,-2-1 7 15,3 0-3-15,-1 3 0 16,-2-2 0-16,5 0-6 15,-7 2 10-15,-2 0-16 16,-3-2 24-16,-1 2-21 16,2-2 15-16,-4-3-10 15,-1 2 4-15,1-1 0 16,-2-2 0-16,-3 1 1 16,-1 2-9-16,-1-3 16 0,-3 0-16 15,-4 0 17 1,4 0-18-16,-6 0 1 0,-3 0-19 15,-2 0-11 1,0 0-18-16,0-4 0 0,0-10-97 16,-29-4-84-1</inkml:trace>
  <inkml:trace contextRef="#ctx0" brushRef="#br0" timeOffset="-185989">22786 4998 63 0,'0'0'367'0,"0"0"-355"15,0 0-10-15,0 0 92 16,0 0-40-16,0 0 15 16,2 3 5-16,-2-3 18 0,2 4-24 15,5 0-17-15,-5 0 1 16,0-4-20-16,0 0 16 16,1 0-32-16,-3 0 26 15,0 0 7-15,0 0 15 16,0 0-34-16,0 0-11 15,0 0 11-15,0 0-22 16,0 0 9-16,3 0-13 16,-3 0-2-16,0 0 4 15,0 0-5-15,0 0 1 16,2 0-2-16,2-2 8 0,-2-11-3 16,5 1-9-1,-3 1 15-15,0-1-17 16,2 2 17-16,-4 2-17 15,6-2 10-15,-1-2-6 16,-1-2 2-16,2-3 0 16,0 3-1-16,3-4 8 15,-2 3-17-15,3 1 20 0,-4-3-21 16,6 6 15-16,-3-1-9 16,-5-3 3-16,6 5 2 15,-3-3 0-15,-3-2 2 16,1 3-8-16,2-4 16 15,-2-4-16-15,2 3 17 16,1 3-20-16,0-3 15 0,1 1-10 16,-3 7 4-1,4 1 0-15,-3-5-3 0,1-1 10 16,0-2-8-16,1-2 5 16,2-1 1-16,-1 4 2 15,-2-3-11-15,2 1 4 16,-1 4 0-16,2 0-2 15,-1-1 5 1,1 3-12-16,1-6 19 0,-2-1-7 16,1 1 0-16,3-4 5 15,-3-2-7-15,1 2-2 16,1-1 1-16,2 2 0 16,-7 2-3-16,6 1 8 0,-3-2 15 15,3-1-15 1,2-2 12-16,0 0-15 0,7-2 11 15,-6-2-13 1,1-1 1-16,-7 4-3 16,6 2 10-16,-6 4-17 15,0 2 19-15,-2-1 0 0,0-2-8 16,3 2 15-16,-3-2-17 16,5-3 4-16,1-4-4 15,3-3 0-15,3-5-1 16,-1 3 9-16,-2 1-19 15,-4 7 23-15,-3 6-16 16,-4 3 8-16,0 6-8 16,0-4 3-16,2 0-1 0,3-2 2 15,-1 1 0-15,0-2-9 16,0-2 23-16,-4 6-23 16,5 2 23-16,-3-2-23 15,3 0 15-15,-4 1-11 16,1-4 5-16,1 3 0 15,-3 0-4-15,-3 6 8 16,-4 0-9-16,0 1 14 16,1-1 8-16,-1 4-6 15,0 0 16-15,-2 0-23 16,0 0 2-16,0 0-4 0,0 0 3 16,0 0-10-1,0 0 18-15,0 0-22 16,0 0 18-16,0 0-18 15,0 0-6-15,0 0 6 0,0 0-12 16,0 0 2 0,0 0 16-16,0 0 3 0,0 0-9 15,0 0 19-15,0 0-15 0,0 0 14 16,0 0-18 0,0 0 1-16,0 0-10 15,0 0 3-15,0 0 12 16,0 0-8-16,0 0 22 0,0 0 13 15,0 0-21 1,0 0 21-16,0 0-23 0,0 0 8 16,0 0-9-1,0 0 0-15,0 0-3 0,0 0 2 16,0 0-9 0,0 0-2-16,0 0 6 15,0 0-8-15,0 0 11 16,0 0-6-16,0 0 9 0,0 0 0 15,0 5 6-15,0-5-9 16,0 0 15-16,0 0-24 16,0 0 1-16,0 0-46 15,0 2-127-15,-4-1-765 16</inkml:trace>
  <inkml:trace contextRef="#ctx0" brushRef="#br0" timeOffset="-183089.15">23913 3571 349 0,'0'0'181'0,"0"0"-162"0,0 0 28 0,0 0 17 16,0 0 12-1,0 0-22-15,-4 4 41 0,4-4-26 16,0 0 21 0,0 0-42-16,0 0-22 15,0 0 14-15,0 0-38 0,0 0 16 16,0 4-16-16,0-1 12 16,2 6-5-1,7 1 24-15,-2 0-30 0,8 2 18 16,-1 0 5-16,1-2-15 15,1 4 15-15,1 0-23 16,2 1 21-16,1 3-23 16,1 2 19-16,2 0-7 15,4 4-3-15,-5-1-10 16,3-2 0-16,-3 3-1 16,0-3 3-16,1-7-5 15,-2 5 11-15,4-1-6 16,0 2 6-16,2-2-11 15,0-2 7-15,-3 2-4 0,4 1 0 16,-3-2 0 0,-2-1-5-16,-1 3 12 0,-2-4-12 15,0-1 16-15,0 2-18 16,0 0 13-16,-2-2-10 16,-1 0 4-16,1 3 0 15,1-3-1-15,0 2 4 16,-1-1-11-16,7 4 16 15,-3 0-15-15,2 6 16 16,-1-3-16-16,2 2 12 16,-4-2-10-16,0-2 5 15,-3-2 0-15,-7 0-6 16,5-2 12-16,-3 3-12 16,2-2 15-16,5 6-13 0,3-1 8 15,1 0-7 1,2 0 7-16,3 2-7 0,0-2 3 15,0 0 0 1,3 1-4-16,-1-4 14 0,-4 0-16 16,-1 0 15-16,-3-3-15 15,0-2 9-15,-4 6-4 16,6 1 1-16,-1 0-1 16,1 1-1-16,6 2 4 15,0-1-4-15,5 3 9 16,2 2-11-16,-3-6 7 0,1 6-3 15,-1-4 0 1,-4 4 1-16,0-4-5 16,-2 0 9-16,-2-4-12 15,2 4 19-15,0-4-21 16,-2-1 18-16,0 6-14 0,6 0 6 16,1 3-1-16,-1 1 0 15,5 8 2-15,-7-3 9 16,2 0-8-16,4 2 2 15,-4-3 2-15,3-2-11 0,1 5 12 16,-1-6-11 0,-3 0 3-16,0 0 0 0,-6-5 15 15,0-2-13-15,0 2 13 16,0-5-15-16,0 3 19 16,0-2-13-16,6 1-7 15,-2 0 10-15,0 0-8 16,0 1-1-16,1 2-4 15,-3 3 3-15,0-4 2 16,-6 4 7-16,4-3-2 16,-6-4 2-16,-1-1-7 15,-1-5 5-15,0 4-6 16,3 0 0-16,0-1 0 16,3-2 8-16,-5 1-18 15,-1 0 23-15,4 1-16 16,-1 8 8-16,8-1-8 15,3 0 5-15,0 3-2 0,3-2 0 16,-3-2 6 0,0 0-14-16,-4 0 16 0,0 0-12 15,0 1 8 1,-2-1-5-16,0 2 2 0,0 0 1 16,4 4 4-16,0-3-7 15,3 2 1-15,-1-5 0 16,0 2-7-16,-1 0 19 15,3 2-18-15,-2 0 8 16,-6-3-4-16,-4-2-2 0,-1-1 3 16,-2 4 2-1,7-2 2-15,0 2-2 16,4 0 3-16,-2 1 0 0,2 0 11 16,0-2-20-1,-4 3 11-15,2 0-11 0,-2 0 5 16,-1 0 0-16,3-2-6 15,0 4 6 1,-2-4-10-16,0-1 20 0,4-6-14 16,0 2 13-16,0-1-17 15,2-3 11-15,3 6-5 16,-3-2 2-16,2 2-4 16,-2-3-3-16,2 4 14 15,-3 0-12-15,-1-4 15 16,-2 3-17-16,0 0 14 15,-2 1-10-15,-4-4 3 16,4 8 0-16,0-3-5 0,0-1 10 16,-2 3-12-1,4 2 14-15,-6-4-11 0,2 6 14 16,0-5-14-16,0 0 9 16,-3 0-7-16,4-6 2 15,1 4 0-15,-2-4-5 0,-1-2 10 16,-1 2-10-1,-4 2 10-15,6-2-10 16,-2 2 16-16,-1-1-16 16,2-4 5-16,0 4-2 15,3-5-2-15,-2 2 4 16,2-2-11-16,-3 0 23 16,-2 0 3-16,5 3-14 15,-7 0 4-15,7 1-2 0,-7-3-5 16,0 0 2-16,-7-3-3 15,3-4-1-15,-3 2 8 16,-1 0-17-16,-1-4 22 16,-1 5-16-16,0-2 10 15,-1 1-5-15,4 0 2 16,-2 1-3-16,0-4 0 0,-2 3 6 16,0-2-15-1,2 0 24-15,-2 1-17 16,-2-2 14-16,6 1-18 15,-2 0 18-15,3 0-9 16,-5 1 0-16,1-2 0 16,2 0-1-16,-3-1 11 15,2-1-8-15,-2-1 7 0,0 0 6 16,-3 3-14-16,4-4-1 16,-4 2 3-16,-1-1-3 15,1-2 0-15,-4 0 4 16,0-1-14-16,1-3 20 15,-1 5-8-15,3-1 4 16,-1-2 26-16,-1 0-32 0,-1 0 3 16,-2-2-2-1,4 0-1-15,-4 0 0 0,0 0-30 16,0-2-14-16,0-24-119 16,-13-8-486-16</inkml:trace>
  <inkml:trace contextRef="#ctx0" brushRef="#br0" timeOffset="-181358.73">28070 8434 127 0,'0'0'498'0,"0"0"-498"0,0 0 11 0,0 0 23 15,0 0 27 1,0 0-35-16,-10-12 31 0,10 12 37 16,0-2 51-1,0 0-68-15,0-3-10 16,-2-1-52-16,2 0 23 16,0 1-27-16,0 1-4 0,0 2 2 15,0 2-3-15,-3 0 21 16,3 0-16-16,0 0 34 15,0 0-37-15,0 0 12 0,0 0-13 16,0 0-14 0,0 0 5-16,7 0 2 0,9 0 7 15,3 0-4-15,6 2 8 16,0 5-7-16,4 0 9 16,2 0-12-1,2 4 3-15,3-7-2 0,1-2-2 16,9-2 0-16,-2 0 6 15,1 0-13-15,-1-4 14 16,-6-2-7-16,-2 4 11 16,-8 2-14-16,-3 0 6 15,-3 0 13-15,-3 0-14 16,4 0 2-16,2 0-4 16,2 0 7-16,-2 2-14 15,1 0 16-15,1-2-9 16,-3 2 6-16,3 0-7 15,-2 0 7-15,-5 0-6 16,-1 0 2-16,2 0-1 16,-1 0 0-16,-3-2 8 15,6 0-18-15,-3 0 21 0,2 0-13 0,-2 0 2 32,-5 0-2-32,2 0 0 0,-5 0 1 15,5 0-2-15,-2 0 5 16,3 0-4-16,-5 0 9 15,5 0-1-15,0 0-1 16,4 0-1-16,5 0-2 0,-3 0 7 16,1 0-4-1,-2 0-3-15,-4 0 2 0,-1 0 3 16,2 0-12-16,-2 0 13 16,-3 0-14-16,1 0 10 15,-5 0-9-15,-1 0 4 16,-4-2 0-1,-2 2-1-15,-1 0 2 16,-1 0-3-16,-2 0 5 16,6 0 18-16,0 0-19 0,0 0 2 15,-2 0 0-15,1 0-4 0,-3 0 0 16,0 0 1 0,-2 0-7-16,0 0 13 15,0 0-16-15,0 0 22 16,0 0-17-16,0 0 8 15,2 0-3-15,-2 0-1 16,0 0 0-16,0 0-1 0,0 0-4 16,4-4 2-1,-1-4-41-15,-3-2-21 16,0-3-139-16</inkml:trace>
  <inkml:trace contextRef="#ctx0" brushRef="#br0" timeOffset="-176565.08">21251 7716 32 0,'0'0'261'0,"0"0"-261"0,0 0-3 15,0 0-21-15,0 0-80 16</inkml:trace>
  <inkml:trace contextRef="#ctx0" brushRef="#br0" timeOffset="-176519.25">21251 7716 213 0,'8'0'68'16,"-8"0"-68"-16,0 0-154 0</inkml:trace>
  <inkml:trace contextRef="#ctx0" brushRef="#br0" timeOffset="-176095.9">21259 7716 270 0,'0'0'154'0,"0"0"-96"0,0 0-4 16,0 0-22-16,0 0-21 15,0 0-11-15,0-3 3 16,0 3 36-16,0 0 17 0,-4-2 2 16,0 2 48-1,-1-1-21-15,1 1-8 0,0 0-50 16,2-3 10-16,-4 3-32 16,4-1 16-16,2 1-11 15,-2-2 28 1,2 1 2-16,0 1 1 0,0-3 5 15,0 3-24 1,0 0 15-16,0 0-33 0,0 0 7 16,2 4 2-16,14 16-7 15,4 9-2-15,7 2 1 16,-1 3-1-16,6 8-3 16,-3 2-2-16,-2 2 10 0,-3 1-7 15,-1 1 14 1,-2 4-23-16,-5 2 15 0,4 4-4 15,-8-4-4 1,3-4 0-16,-6-3-2 16,0-7 12-16,-3-4-21 15,3-10 8-15,1-6-2 0,-2-8-80 16,-1-6-81 0,-7 1-315-16</inkml:trace>
  <inkml:trace contextRef="#ctx0" brushRef="#br0" timeOffset="-129535.79">19834 11126 541 0,'0'0'81'0,"0"0"-77"0,0 0 2 16,0 0-4-16,0 0-2 16,0 0 7-16,0 0 0 15,-13 19 53-15,11-13 42 16,-4 7-13-16,2-2-51 0,0 1 11 16,-1-2-37-16,1 0-7 15,0-2 6 1,2 2-11-16,2-4 3 0,0 4-3 15,0 2 7 1,0 0-6-16,0 2 6 16,0-1 2-16,0-2-12 15,6 1 15-15,5 1-16 0,5-5 11 16,3-2-9-16,6-1 6 0,2-5-1 16,0 0 16-1,2 0-17-15,-2 0 1 0,2-8 7 16,2-12-4-1,-5-3-2-15,8-2 9 16,-8-5-12-16,-1 3 0 16,-5-8 0-16,-3-1 1 0,2-6-2 15,-9 0-18-15,-2 0 16 16,-8 1-17-16,0 8 17 16,0 7-20-16,-12 5 22 15,-7 9 5-15,-6 9 9 16,-4 3-9-16,-4 0-2 15,-1 3-6-15,3 17 1 16,0 4-13-16,4 5 19 16,4 3-10-16,1 11 9 15,5 1-3-15,1 6 0 16,5 5-5-16,2-5 4 16,4-3 2-16,5-10-11 15,0-5 22-15,3-10-28 0,19-8 22 16,7-3-8-1,2-5 2-15,6-6-7 16,4 0 7-16,-1-3 0 16,2-18 0-16,1-8 6 0,-1-3-3 15,-2-4 0-15,-4 6-5 16,-7 0 2-16,-7 10-1 16,-8 6-1-16,-10 5 2 0,-4 8 0 15,0 1 9 1,0 0 26-16,0 1-28 0,0 20 9 15,0 4-11 1,0 6 31-16,0 5-15 0,0-6-9 16,0 4-12-1,0-8 0-15,13-4-6 16,3-5 14-16,-1-5-18 16,3-8-5-16,5-4 9 15,-4 0-3-15,6 0-20 0,4-26-118 16,4-6-261-16</inkml:trace>
  <inkml:trace contextRef="#ctx0" brushRef="#br0" timeOffset="-128155.58">20569 10326 287 0,'0'0'19'0,"0"0"-19"0,0 0 0 0,0 0-2 15,0 0 2-15,0 0 9 16,0-9 50-16,0 7 59 0,0 2-5 16,0-4-1-1,0 4-25-15,0 0-5 0,0-2-21 16,0 2 18-1,0-2-52-15,0-2 3 16,0 0-24-16,0-4 7 16,0-1-13-16,4-2 0 0,3 1 15 15,3 0-2 1,0-3 20-16,1 4-26 0,-1 1 26 16,5 2-30-16,-4-2 10 15,3 8-6-15,3 0 4 16,-1 0-11-16,4 0 0 15,-5 0-2-15,-1 0-12 16,-7 15-8-16,-5 6 8 16,-2 1 5-16,0 4 14 15,0 2-10-15,-4-2 3 16,-8-2 2-16,-1 2 0 16,2 0 0-16,-3-4-5 15,3-3 16-15,2-7-20 0,2-1 19 16,7-7-19-1,0 4 13-15,0-6-8 16,2 2 3-16,15 0 1 16,0-2 4-16,5-2 1 0,1 3 6 15,6-3-10 1,-2 0 26-16,-3 0-27 0,0 0 20 16,-8 0-19-16,-7 0-2 15,0 0 0-15,-7 0-37 16,-2 0 0-16,0 0-36 15,0 0-26-15,0 0-201 16</inkml:trace>
  <inkml:trace contextRef="#ctx0" brushRef="#br0" timeOffset="-125456.98">21193 11357 550 0,'0'0'82'0,"0"0"-39"16,0 0 76-16,0 0 13 15,0 0-83-15,0 0-28 16,-13-18 37-16,13 15-53 0,-2-4 22 15,2 7-1 1,0-1 35-16,0-2-20 0,0 1-15 16,0 2 15-1,0 0-21-15,0 0 16 0,0 0-32 16,0-4 25-16,0 0-25 16,2-5 18-16,13-1-18 15,5 1 6-15,3-3-5 16,6 2 0-16,-3 1 4 15,3 0-2-15,0 1-9 0,0 4 14 16,-4 0-24 0,-3 4 4-16,-3 0-15 0,-5 0-18 15,-1 0-23-15,-1-5-41 16,-5 0-190-16,-1-2-295 16</inkml:trace>
  <inkml:trace contextRef="#ctx0" brushRef="#br0" timeOffset="-124971.49">21269 11071 819 0,'0'0'231'0,"0"0"-78"0,0 0-42 0,115-14-65 0,-82 10-16 16,2 4-28-16,-9 0-4 16,-4 0-11-16,-6 0-4 15,-5 0-82-15,-2-2-66 0,-5-5-169 16,1-3-301 0</inkml:trace>
  <inkml:trace contextRef="#ctx0" brushRef="#br0" timeOffset="-119628.95">22113 10524 606 0,'0'0'132'0,"0"0"46"0,0 0-45 16,0 0-65-1,0 0-41-15,0 0 8 16,0 0-28-16,2 0 17 16,0 0-24-16,3 1 1 15,2 17 8-15,2 13 19 0,-3 4 6 16,-1 7-28-16,1 3 15 16,-1 3-12-16,2 1-11 15,-1 2 4-15,1 4-2 16,5 0 0-16,-6 2 1 0,5-7-5 15,-3 3-4 1,-2-8 2-16,-4-3 4 0,-2-6-2 16,0-9 3-1,0-13 0-15,0-7 1 0,0-7-2 16,2 0-3-16,4-12 10 16,3-14-11-16,3-6 18 15,5 2-27-15,8 2 21 16,2 6-11-16,4 5 10 15,0 6-10-15,0 5 4 16,-4 6-16-16,-5 0 16 16,-4 0-6-16,-2 0 3 15,-1 18 8-15,-4 4-16 0,1 5 20 16,-8 6-16 0,-4 3 8-16,0 5-1 0,-16-1 1 15,-22-2 0 1,-10-4 1-16,-4-12 8 0,-4-12 0 15,3-10 1 1,4 0-14-16,18 0 4 0,11-16-26 16,13 0-58-1,7-5-239-15,0 5-455 0</inkml:trace>
  <inkml:trace contextRef="#ctx0" brushRef="#br0" timeOffset="-118999.09">22688 10389 749 0,'0'0'160'0,"0"0"-88"0,0 0-26 0,0 0 19 16,0 0-8-16,0 0-10 15,123-14-4-15,-96 14-20 16,-10 0 4-16,-6 14-20 0,-11 16 8 16,0 10-14-1,-15 8 5-15,-12 4-6 0,2-4-8 16,6-2-6-16,5-7-9 16,7-11 17-16,7-8-24 15,0-14 4-15,25-6-30 16,8 0 56-16,19-16-11 15,-2-11-8-15,6-2-8 16,-6 6-84-16,-15 9-194 16,-15 14 23-16,-6 0 166 15,-14 5 114-15,0 19 0 0</inkml:trace>
  <inkml:trace contextRef="#ctx0" brushRef="#br0" timeOffset="-118378.77">23548 10712 475 0,'0'0'172'0,"0"0"-41"0,0 0 115 0,0 0-104 16,0 0-7 0,0 0-78-16,5-20-9 0,-5 20-33 15,0 8-15-15,0 18 0 0,4 10 3 16,5 8 10 0,7 4-8-16,-3 2-10 15,-3 3 11-15,6-3-10 16,-7 0 4-16,-1 2-17 0,-8-10 0 15,4-4-33 1,-4-8-11-16,0-12-88 0,0-10-138 16,0-8-79-1</inkml:trace>
  <inkml:trace contextRef="#ctx0" brushRef="#br0" timeOffset="-118094.86">23416 10978 521 0,'0'0'418'0,"0"0"-227"0,0 0 5 15,0 0-114 1,147-10-27-16,-115 10-48 0,-1 0 1 16,0 0-8-1,-2 0-3-15,2 4-29 0,-6 0-57 16,-3 1-69-16,-4-5-316 16</inkml:trace>
  <inkml:trace contextRef="#ctx0" brushRef="#br0" timeOffset="-117628.95">24413 10746 245 0,'0'0'401'0,"0"0"-254"15,0 0 77-15,0 0-109 16,0 0-58-16,0 0-12 15,-43-6-36-15,19 6 49 0,-7 16-49 16,-3 8 25 0,2 8-6-16,7 0 9 0,2 8-20 15,5 1 1-15,9-2-3 0,5 0-14 16,4-1-2 0,0-3 10-16,11 0-20 15,15-5 17-15,8-3-15 16,6-6-16-16,5-9 20 0,3 2-4 15,8-14-17 1,0 0-26-16,-7 0-37 16,0-18-30-16,-14-10-202 15,-10-4-193-15</inkml:trace>
  <inkml:trace contextRef="#ctx0" brushRef="#br0" timeOffset="-116779.09">24760 10199 419 0,'0'0'376'0,"0"0"-207"15,0 0-68-15,0 0-4 16,0 0-18-16,0 0-20 16,79-3-27-16,-48 3 9 15,-8 0-33-15,-2 7-2 16,-10 7-6-16,-9 7 3 0,-2 6-13 16,0 1 14-16,0 4-14 15,-13-2 15-15,0 0-8 16,-1 0 4-16,3 0-2 15,9-6 1-15,2-8 0 16,0-2-5-16,0-6 12 16,11-2-22-16,16-6 29 15,6 0-16-15,7 0 4 16,3 0 14-16,-1 0-10 0,-7 0-6 16,-4 8-4-16,-6-1-10 15,-5 2 10-15,-9 0-104 16,-9-2 99-16,-2 2-131 15,0 0-166-15,-18 3-366 16</inkml:trace>
  <inkml:trace contextRef="#ctx0" brushRef="#br0" timeOffset="-112248.83">25330 11168 131 0,'0'0'240'0,"0"0"-137"0,0 0 0 0,0 0-13 15,0 0-42 1,0 0-36-16,0 0-10 0,-7 1 50 15,7-1 74 1,0 0 18-16,0 0-82 0,0 0 10 16,0 0-26-16,0 0-18 15,0 0-27 1,0 0 12-16,0 0 14 0,0 0-13 16,10 2 25-16,12 2-26 15,13 0 67-15,8-2-50 16,8-1-1-16,2-1-24 15,1 0-5-15,-4 0-6 0,-6-3-25 16,-9-8-6 0,-10-6-79-16,-12 3-102 0,-8-1-615 15</inkml:trace>
  <inkml:trace contextRef="#ctx0" brushRef="#br0" timeOffset="-111266.9">26279 10706 385 0,'0'0'195'0,"0"0"-144"0,0 0 31 15,0 0 22-15,0 0-45 0,0 0 39 16,0 0 9-16,0 3-56 16,0 1 6-16,0-4-12 15,0 0-19-15,0 0-22 0,0 0 0 16,0 0 13-1,14-7 21-15,8-9-1 0,2-2-9 16,8-1-5 0,5 6-14-16,6 1 1 15,-3 12-5-15,-4 0-10 0,-10 0 5 16,-9 25-12-16,-13 10-7 16,-4 7-1-1,0 12-9-15,-16 6-23 16,-15 8 39-16,-5 2 0 15,1-1 7-15,1-6-5 0,7-9 2 16,12-8-25-16,12-15 25 16,3-7-19-16,14-8 13 15,24-5 15-15,9-4 0 16,8-7 22-16,5 0 5 16,8 0 15-16,-11 0-27 15,-10 6 1-15,-14 4-15 0,-12 7-1 16,-13-2 4-1,-3-1-3-15,-5-3-2 0,0-4-69 16,-7-3-281 0</inkml:trace>
  <inkml:trace contextRef="#ctx0" brushRef="#br0" timeOffset="-93898.99">27062 10497 528 0,'0'0'148'0,"0"0"-106"0,0 0 80 16,0 0-32-16,0 0-40 0,0 0-37 15,0 0 11-15,-4 6 22 16,4-6-7-16,0 0 38 15,0 0-55 1,0 3 11-16,0-3-30 0,0 1 0 16,0 1 2-16,0 2-5 15,0 4 7-15,0 8 4 16,0 6 14-16,0 6-11 0,-4 9 23 16,4 1-30-1,0 1 19-15,0 0-24 0,0-3 4 16,0 0-4-1,0 2-2-15,6 5 0 16,2-2-1-16,3 1-3 16,-1-6 8-16,-2 3-8 0,1-8 12 15,-2-4-16-15,-5-10 12 0,-2 2-4 16,0-13 0 0,0 2 1-16,0-5-4 0,0-3 7 15,0 0-13 1,0 0 20-16,0 0-22 15,0 0 5-15,0-5-6 16,5-11 6-16,-1-4 2 0,3 0-8 16,4 0-9-1,5 0 16-15,3-4-18 16,6 6 19-16,4 2-24 0,2 2 18 16,4 7-23-16,-1 7 28 15,-5 0-2-15,0 0 3 16,-9 15 3-16,-5 5 2 15,-3-5 12-15,-3 1-10 16,-5 0-4-16,-4 2 9 16,0 1 3-16,-17 6 0 15,-12 0 9-15,-7 0 1 0,-9-4-3 16,1-6 6 0,-3-8-17-16,3-4-3 15,6-3 5-15,13 0-18 16,11 0 2-16,10 0-19 0,4 0-65 15,0-1-257 1,0-6-509-16</inkml:trace>
  <inkml:trace contextRef="#ctx0" brushRef="#br0" timeOffset="-93217.09">27854 10917 555 0,'0'0'62'0,"0"0"27"0,0 0 62 15,0 0-65-15,0 0-37 16,0 0-5-16,8-14 47 15,-8 14-15-15,-4 0-19 16,-17 0-49-16,1 0-7 16,-7 0 1-16,7 5 0 15,-2 12 12-15,1 2-8 16,2 5 19-16,3 7-23 16,1 7 22-16,3 0-20 15,3-2 3-15,7-4-7 0,2-7 0 16,0-6 0-1,7-5-4-15,18-1-2 0,1-6 9 16,10-2-16-16,-1-2 10 16,3-1 0-16,3-2-30 15,-1 0-18-15,-3 0-10 16,1-16-28-16,-9-8-122 16,-6 2-79-16</inkml:trace>
  <inkml:trace contextRef="#ctx0" brushRef="#br0" timeOffset="-92288.9">28390 10932 175 0,'0'0'240'0,"0"0"-170"0,0 0 20 16,0 0-4-16,0 0-51 16,0 0 7-16,0 0 17 15,0 0 16-15,0 0 8 0,0 0-49 16,0 0 3 0,0 2-23-16,0-2 3 15,0 6-9-15,0-2-4 16,0 1 10-16,4 0 11 0,5-2-6 15,0-3 3 1,-2 0-5-16,1 0-10 16,-1 0-4-16,-3-3 7 15,-2-8-20-15,-2 0-8 16,0 4-18-16,0 7-7 0,-13 0 41 16,0 0 2-16,2 3 15 15,6 3-15-15,5-6-1 0,0 0-262 16</inkml:trace>
  <inkml:trace contextRef="#ctx0" brushRef="#br0" timeOffset="-88189.13">29265 10618 171 0,'0'0'18'0,"0"0"140"15,0 0 52-15,0 0-70 0,0 0 21 16,0 0 26-16,0 0-117 16,0 0-12-16,-15-18-18 15,15 11 6-15,0 1-25 16,0 2-2-16,0-1 11 15,-2 2-12-15,-6 3 9 16,2-1-22-16,-9 1 38 16,1 0-43-16,-8 0 21 15,-7 0-16-15,-4 0-9 16,-6 16 5-16,2 7-1 0,-5 6 0 16,1 5 6-1,3 3-17-15,5 3 22 0,6 3-13 16,12-2 9-1,10-8-14-15,5 1 11 0,3-6-7 16,26-7 3 0,10-7-4-16,13-5 4 15,1-7-10-15,5-2 10 0,-2 0-51 16,-3 0 27-16,-8-2-42 16,-10-6-21-16,-10-2-68 15,-11 5-165-15,-10 1 74 16,-4-1-135-16</inkml:trace>
  <inkml:trace contextRef="#ctx0" brushRef="#br0" timeOffset="-87455.7">29421 10972 583 0,'0'0'277'0,"0"0"-239"0,0 0 26 0,0 0 93 16,35-123-105-16,-10 75-30 0,-2 3-2 15,1 5-16 1,-1 6-2-16,-2 8-2 0,-2 7 0 16,3 10 11-16,-7 9-24 15,4 0 23 1,-9 0-24-16,-1 9 25 0,1 4-23 0,-6 3 22 16,-4-4-10-1,0 0 7-15,0-2-6 16,0-7 5-16,-8 0 0 15,2-3 16-15,-3 0-18 0,-1 0 11 16,-4 0-10 0,-1 0-10-16,-6 0 5 0,1 0 0 15,-2 0 0-15,0 6 1 16,3 8-9 0,2 6 20-16,1 4-19 0,5 6 15 15,3 7-13 1,0-4 10-16,6 5-4 0,2-3-1 15,0-10 0-15,12-4-4 16,13-6 9-16,6-7-17 16,4 1 23-16,1-9-17 15,10 0 12-15,-3-14-8 16,-1-21 2-16,-4-3 0 16,-12-7-1-16,-7-5-18 15,-15 1 15-15,-4 3-19 16,-2 8 18-16,-27 12-5 15,-7 9 4-15,-5 16 12 0,-5 1 2 16,4 1-8 0,1 22 4-16,10 3-8 0,14 5 13 15,7 0-18-15,10 7 7 0,0 1-36 16,0 0-94 0,12-4-176-16,5-7-240 15</inkml:trace>
  <inkml:trace contextRef="#ctx0" brushRef="#br0" timeOffset="-86839.05">30025 10659 676 0,'0'0'25'0,"0"0"25"0,0 0 45 0,0 0-46 0,0 0-35 0,-123 0 26 15,113 0 49-15,2 10-40 16,8 1-12-16,0 1-36 16,0 5 28-16,18 0-7 15,7-3-6-15,4-3-10 0,7 2-2 16,-1-3-5-16,-1 0 12 16,-3 2-22-16,-7-1 10 15,-3 2-8-15,-8-1-15 16,-9 0 23-16,-4 4-3 15,0 5 4-15,-27-2 29 16,-6 2-19-16,-5-8 6 16,-2 2-13-16,-3-6 18 15,8 0-18-15,-1-5-6 16,10-3-25-16,15 3-45 0,9-2-224 16,2 1-262-1</inkml:trace>
  <inkml:trace contextRef="#ctx0" brushRef="#br0" timeOffset="-86109.09">30553 10972 767 0,'0'0'159'0,"0"0"-7"0,38-108-35 15,-16 50-39-15,1-8-50 16,-6 0 7-16,-5 1-25 16,-1 7 3-16,1 13-8 15,2 7-6-15,5 5 1 0,0 11-1 16,1 6-5-16,-4 16 4 16,4 0-1-16,-5 28-7 15,-1 18 10-15,-1 7 1 16,-9 5-1-16,1-3-3 15,-5 4-7-15,3-5 3 16,-1-8-8-16,0 2-2 16,4-3-25-16,3-6 28 15,3-3-142-15,3-11 145 16,1-6-279-16,-5-8-124 16</inkml:trace>
  <inkml:trace contextRef="#ctx0" brushRef="#br0" timeOffset="-85873.42">30709 10774 1088 0,'0'0'18'16,"0"0"29"-16,0 0 103 15,114 0-127-15,-70-8-22 16,3-2-1-16,-9 0-47 0,-7 2-84 16,-13-2-315-1</inkml:trace>
  <inkml:trace contextRef="#ctx0" brushRef="#br0" timeOffset="-85239.11">30646 10068 204 0,'0'0'482'0,"0"0"-392"0,0 0 69 16,0 0-10-16,0 0-59 16,0 0-44-16,0 0 20 15,71-6-42-15,-50-13 12 16,-1-2-33-16,-2 6-1 16,2 4-2-16,-2 5-2 15,2 4-7-15,-2 2 9 0,-1 0-12 16,1 16 20-1,5 12-8-15,-6 6 5 0,-7 1 4 16,-2 7-9 0,-8-7-2-16,0-6-9 15,0-11-74-15,0-18-202 0</inkml:trace>
  <inkml:trace contextRef="#ctx0" brushRef="#br0" timeOffset="-37779.2">8805 13880 358 0,'0'0'260'0,"0"0"-219"0,0 0 3 0,0 0-5 15,0 0 76-15,0 0-40 0,0 0-14 16,0-16-28 0,0 16-15-16,0 0-5 15,0-4-12-15,0 0 20 16,2-2 3-16,7-3 35 15,5 1-21-15,7-1 8 16,16-1-22-16,11 2 6 0,14-1 2 16,15 8-3-1,5-5-1-15,5-1-24 0,-2 2-2 16,2 1 7-16,-14 2-15 16,-11 2 13-16,-12 0-14 15,-24 0 5-15,-8 2-13 0,-18 2 4 16,0 1-31-1,-5-2 8-15,-28 1-102 0,-9 2-319 16</inkml:trace>
  <inkml:trace contextRef="#ctx0" brushRef="#br0" timeOffset="-35698.85">22015 7299 247 0,'0'0'370'0,"0"0"-304"0,0 0 0 0,0 0 56 16,0 0-24-16,0 0-34 15,0 0 9-15,-40-30-29 16,29 30 28-16,0 0-40 16,-3 0 14-16,7 0-23 15,-5 0-4-15,-2 0-6 0,-2 0-8 16,3 5 5-16,-3 2-6 16,3 3 7-16,-3 4 1 15,-2 9-10-15,-1 4 3 16,-4 11 0-16,1 5-5 15,2 10 0 1,8 0-2-16,10-3 9 0,2 2-12 16,5-6 14-16,22-6-16 15,4-9 21-15,9-4-26 16,0-9 12-16,2-8-1 0,-2-10-12 16,1 0-7-1,-6-8 17-15,-6-14-4 16,-8-7-4-16,-15 6-6 15,-6-4 15-15,0 2-17 0,-24 4 9 16,-8 6-9 0,-7 9 19-16,-7 6 1 0,-4 6 0 15,0 28 36-15,8 8-15 0,8 2 4 16,17-2-24 0,17-3-4-16,0-12-53 0,27-8-110 15,13-9-248 1</inkml:trace>
  <inkml:trace contextRef="#ctx0" brushRef="#br0" timeOffset="-35179.27">22240 7700 547 0,'0'0'77'0,"0"0"36"0,0 0 105 0,0 0-123 15,0 0-60-15,0 0 4 0,-7 26 56 16,20-14-63-16,6-1 3 16,8-6-9-16,4-3 16 15,4-2-9-15,11-2-15 16,10-26 9-16,0-6-20 15,-2-8 9-15,-12-2-10 16,-17-2-12-16,-19-1-12 16,-6 6 1-16,-13 4-21 0,-22 13 7 15,-15 14 21-15,-3 10 10 16,-6 4 9-16,5 22 3 16,6 6 7-1,13-2-17-15,17-1-4 0,18-5-66 16,0-7-182-16,22-5-380 15</inkml:trace>
  <inkml:trace contextRef="#ctx0" brushRef="#br0" timeOffset="-34649.12">22877 7217 532 0,'0'0'166'0,"0"0"54"0,0 0-52 16,0 0-31-16,0 0-84 16,0 0 18-16,90-25-54 15,-53 4 26-15,-3-6-30 0,-10 7 6 16,-13-4-15 0,-11 12-4-16,0 4 0 0,-17 8-5 15,-16 0-2 1,-8 8-9-16,3 14 12 0,9 0 3 15,9 3-29 1,7-5-101-16,8-9-368 0</inkml:trace>
  <inkml:trace contextRef="#ctx0" brushRef="#br0" timeOffset="-33252.13">20555 5332 418 0,'0'0'225'0,"0"0"-127"0,0 0 62 0,0 0-57 15,0 0-24-15,0 0-65 16,0 0 33-16,-31 14-7 16,27-10-4-16,4-2-25 15,0 6-10-15,0 4 13 16,7-2-11-16,13 0 15 0,2 7-12 15,1-4 4 1,0 5-5-16,2 1-10 0,0-2 9 16,2 4-4-1,0 0 0-15,-3 2-15 16,-4-3 10-16,-6 3 2 16,-10-1-16-16,-4 3 31 0,-4 1-15 15,-23-1 6-15,-7 4 15 16,-11 1-2-16,3-4-2 15,-5-4-7-15,7-6-1 16,9-8-12-16,9-6-25 16,11-2-5-16,6-10-75 15,5-22-329-15</inkml:trace>
  <inkml:trace contextRef="#ctx0" brushRef="#br0" timeOffset="-33038.81">20638 5329 380 0,'0'0'0'0,"0"0"0"0,0 0 83 0,0 0 13 0,0 0-72 16,147-31-7-16,-109 31-17 15,-9 0-16-15,-9 0-296 16</inkml:trace>
  <inkml:trace contextRef="#ctx0" brushRef="#br0" timeOffset="-32439.12">21238 5524 380 0,'0'0'225'0,"0"0"-163"0,0 0 69 0,0 0-3 15,0 0-39-15,0 0-49 0,-101-8 34 16,72 14-3-16,-2 19-15 15,2 2 10-15,5 5-43 16,8 1 21-16,9-1-35 16,7-5 9-16,0 2-9 15,19-8-16-15,4-2 7 16,13-8 0-16,2-8-9 16,0-3-37-16,2 0-6 15,-2-10-70-15,-7-8-128 16,-7-1-356-16</inkml:trace>
  <inkml:trace contextRef="#ctx0" brushRef="#br0" timeOffset="-31969.08">21378 5604 613 0,'0'0'108'0,"0"0"33"0,0 0 47 15,0 0-87-15,0 0-65 16,0 0 15-16,0 38-19 16,-5-23 42-16,1-8-43 15,4-4 13-15,0-3-40 16,0 0 0-16,15-13-4 15,10-6-7-15,6 2 3 16,-6 5-5-16,-1 12-4 16,-6 0 13-16,-4 0-4 15,-4 21 8-15,-3-1 23 16,0 1-4-16,2-7-19 16,4-1-4-16,3-8 9 15,1-5-16-15,4 0 19 0,1 0-18 16,-2 0 13-1,0 0-8-15,-4 0 5 0,3 11 4 16,0 17 25 0,-6 0-30-16,7-4 5 0,0-6-8 15,4-10-7-15,5-8-87 16,-6 0-53-16,-7-4-509 16</inkml:trace>
  <inkml:trace contextRef="#ctx0" brushRef="#br0" timeOffset="-30399.05">24484 9062 541 0,'0'0'127'0,"0"0"-127"15,0 0 0 1,0 0 10-16,0 0 2 0,0 0 18 15,0 0 182-15,0 0-8 16,0 0-50-16,-9 0-128 16,-5 0 16-16,1 0-32 15,5-12 24-15,0-3-33 16,6-1 8-16,2-4-9 16,0-3 3-16,4 0 11 0,19-6-11 15,12-4 36 1,1-5-36-16,3 0 4 0,-4-1-7 15,-8 1 0 1,-8 0-23-16,-11 2-9 0,-8 3 6 16,0 3-14-1,-14 9 39-15,-13 9 2 16,-4 8 7-16,-7 4-8 0,3 0 25 16,-1 10-24-16,11 7 6 15,9 5-7-15,8 2 0 16,8 3-4-16,0 3 14 15,14 2-22-15,15-1 25 16,4-1-24-16,0 0 14 16,5-2-6-16,-5-2-10 0,-4-2-6 15,-8 0-5-15,-15 0-18 16,-6 2 40 0,-16 0 2-16,-26-3 6 15,-14-3-2-15,-2-7 25 0,4-7-28 16,10-3 7-1,9-3-8-15,12 0-18 0,8 0-41 16,8 0-84-16,7 0-215 16</inkml:trace>
  <inkml:trace contextRef="#ctx0" brushRef="#br0" timeOffset="-29869.11">25078 8801 287 0,'0'0'146'0,"0"0"-127"0,0 0 17 16,0 0 8-16,0 0 33 0,0 0-7 16,2-10 87-16,-2 6 46 15,0-2-71-15,0 1-53 0,0 4-15 16,-15 1-9 0,-7 0-42-16,-3 0 12 15,-2 12-23-15,4 10 26 16,4 1-22-16,4 4 14 15,15-4-16-15,0 0-4 16,7-3 0-16,20-4-8 16,6-4-14-16,0-3-12 15,9-5-2-15,-4-4-88 16,0 0-383-16</inkml:trace>
  <inkml:trace contextRef="#ctx0" brushRef="#br0" timeOffset="-29389.13">25357 8826 232 0,'0'0'855'0,"0"0"-749"15,0 0-5-15,0 0-7 16,0 0-64-16,0 0-3 16,0 5-11-16,0 7-9 15,0-6 6-15,5-4-11 16,6-2-2-16,9 0-6 16,11-20 4-16,3-2 1 15,3 4-7-15,-8 6 16 16,-4 9-15-16,-5 3 15 15,-6 6 2-15,-4 17 19 0,1-2-2 16,-1 2 21 0,7-11-47-16,3-4-2 15,9-8-7-15,7 0-2 0,8 0-13 16,1-10 3-16,1 6 17 16,-5 4-6-16,-10 6 17 15,-9 22-8-15,-6 2 25 16,-5 0 1-16,5-8-26 15,6-10 0-15,12-10-33 16,8-2-74-16,0-6-104 0,-4-10-679 16</inkml:trace>
  <inkml:trace contextRef="#ctx0" brushRef="#br0" timeOffset="-14549.09">27226 4774 494 0,'0'0'82'0,"0"0"-61"0,0 0 140 15,0 0-12-15,0 0-65 16,0 0 11-16,0 0-13 16,11-2-15-16,-11 2-54 15,0 0 50-15,0 0-48 16,0 0 13-16,0 0-22 15,0 0 22-15,0 0-16 16,0 8-11-16,0 13 13 0,0 5-8 16,-6 6 20-1,-11 6-24-15,-10 1 6 16,-9 6-1-16,-9-1-14 0,-1 2 7 16,-2-2-12-16,7-8 0 15,12-8-25-15,12-9-42 16,11-18-156-16,6-1-448 15</inkml:trace>
  <inkml:trace contextRef="#ctx0" brushRef="#br0" timeOffset="-14269.26">27010 5063 1215 0,'0'0'157'0,"0"0"-82"0,152 143 4 15,-85-97-61-15,4-5-18 16,-2-6-44-16,-14-11-104 16,-24-12-311-16</inkml:trace>
  <inkml:trace contextRef="#ctx0" brushRef="#br0" timeOffset="-13251.61">26888 4859 468 0,'0'0'214'0,"0"0"-90"0,0 0 85 0,0 0-90 16,0 0-41-16,0 0-27 16,-38-18-5-16,38 18-7 15,0 0-4-15,0 0-19 16,0 0-14-16,17 12 14 0,8 13 28 16,6 7 29-1,0 0-39-15,1 5 4 16,-3-3-34-16,-2-6-4 15,-3-4-5-15,-3 0-20 16,-8-6-14-16,-11-2-76 16,-2-5-70-16,-11-4-729 0</inkml:trace>
  <inkml:trace contextRef="#ctx0" brushRef="#br0" timeOffset="22705.33">19990 12501 74 0,'0'0'367'0,"0"0"-304"0,0 0 1 16,0 0 50-16,0 0-37 15,0 0-8-15,0 0-23 0,0 0 2 16,0 0 55-1,42-4-95-15,-42 1 19 0,5-1-11 16,-3 3 14 0,0-5-11-16,-2 4 22 0,2-2-13 15,1 2 9-15,-1-2-17 16,0-1-20-16,0 3 4 16,-2 0 9-16,2 2-17 15,-2 0 16-15,0 0-12 16,0 0 5-1,0 0-6-15,0 13 2 0,0 15 6 16,-22 10 18-16,-4 10-23 16,-9 8-2-16,-4 7 10 15,-3 0-3-15,-1 2 1 16,3-5 5-16,2-4-12 0,5-6-1 16,0-8 0-1,6-12-17-15,6-13-7 0,8-4-35 16,5-9-35-1,0-4-134-15,8-6-189 16</inkml:trace>
  <inkml:trace contextRef="#ctx0" brushRef="#br0" timeOffset="23010.94">19689 12659 767 0,'0'0'184'0,"0"0"-22"0,0 0 15 0,118 97-103 16,-78-60 6-16,0 3-63 15,-4 3 4-15,2-3-20 16,-3-4 3-16,1-6-8 16,4 0-36-16,0-9 36 15,0-14-94-15,1-7-69 16,-10 0-246-16</inkml:trace>
  <inkml:trace contextRef="#ctx0" brushRef="#br0" timeOffset="23915.04">20257 12119 169 0,'0'0'374'0,"0"0"-240"0,0 0-3 0,0 0-25 16,0 0 18-16,0 0-80 15,0-7 11-15,0 3-23 16,11-8 30-16,12 3-35 15,4 0 9 1,4-1 8-16,2 4-32 0,-6 6-12 16,-6 0 11-16,-7 7-19 15,-9 17 12-15,-5 9-8 16,0 9-2-16,-11 6-10 16,-12 6-30-16,-1 4 19 15,1-3 17-15,6-11 8 16,10-13-11-16,7-11 26 0,0-15-22 15,20-5 18 1,15 0 1-16,8-8 0 0,-3-14-1 16,-2 8-9-1,-7 6-2-15,-6 4-3 0,-9 4 5 16,-3 0-10-16,-7 0-8 0,-2 0-51 16,-4 9-222-1,0 5-304-15</inkml:trace>
  <inkml:trace contextRef="#ctx0" brushRef="#br0" timeOffset="24931.1">21059 13014 428 0,'0'0'116'0,"0"0"-75"0,0 0 50 16,0 0 25-16,0 0-1 16,0 0-20-16,0 0-4 15,-20-2-38-15,18 2 43 16,2 0-31-16,0 0-11 15,0 0-44-15,2 0-6 16,21 0 18-16,6 0-7 16,4 4 13-16,5-4-21 15,-3 0-10-15,1 4 3 16,-7-4-10-16,-5 2-30 16,-3 0-24-16,-8-2-24 15,-7 0-87-15,-3 0-202 16,-3-4-175-16</inkml:trace>
  <inkml:trace contextRef="#ctx0" brushRef="#br0" timeOffset="25215.15">21020 12852 897 0,'0'0'295'16,"0"0"-207"-16,0 0 24 16,0 0-17-16,150-34-76 15,-105 22-9-15,-5 2-10 16,-4-1-22-16,-7 7-65 15,-9 4-75-15,-16 0-352 16</inkml:trace>
  <inkml:trace contextRef="#ctx0" brushRef="#br0" timeOffset="31791.09">22129 12607 535 0,'0'0'59'0,"0"0"26"0,0 0 19 16,0 0-13-16,0 0-38 0,0 0 9 16,0 0 16-1,7-2-36-15,-7 2 39 0,0 0-54 16,0 0 7-16,0 0-20 16,0 0 9-16,0 0-14 15,0 0-6-15,0 0 18 16,0 0-6-16,0 0 15 15,0 0-18-15,0 0 24 0,0 0-30 16,0-2 17 0,-12-2-17-16,-12 0-10 15,-7 4 4-15,0 0-1 0,-6 0-1 16,0 10 4-16,3 4-12 16,5-2 23-16,5 6-14 15,6-3 8-15,16-4-14 16,2 3 6-16,0-2-4 15,0-4 3-15,22 2 2 16,9-7-11-16,5 4 27 16,2-3-24-16,4 2 16 15,-1 4-16-15,-8-1 0 16,3 2 2-16,-7 3-19 0,-6 0 4 16,-7 8 13-1,-3-4 7-15,-7 6-6 16,-6 2 14-16,0 5-6 15,-6-2 7-15,-13 0 1 0,-8-3-5 16,-4 2-1 0,-7-8-3-16,3-4-8 0,-2-4 6 15,6-10-21-15,7-2 21 16,6 0-49-16,7 0 3 16,11-16-112-16,0-12-69 15,0-6-213-15</inkml:trace>
  <inkml:trace contextRef="#ctx0" brushRef="#br0" timeOffset="32040.82">21982 12675 675 0,'0'0'171'0,"0"0"-69"0,0 0 92 16,0 0-75-16,0 0-28 16,120-17-73-16,-96 17 20 15,3 0-32-15,-2 0-6 0,-1 0-39 16,-1 0-55 0,-8 0-107-16,-1 0-308 0</inkml:trace>
  <inkml:trace contextRef="#ctx0" brushRef="#br0" timeOffset="32825.17">22427 12247 555 0,'0'0'195'0,"0"0"-61"0,0 0-59 0,0 0 57 15,0 0-75 1,0 0 1-16,127-61-11 0,-94 57 10 16,-4 4-55-1,-4 0 1-15,-7 0-3 16,-5 18 4-16,-11 10-10 0,-2 4 18 16,0 5-24-16,-10 5 12 15,-11 2-3-15,4-6-17 16,-1-2 15-16,5-10-2 15,5-5 7-15,8-10-5 16,0-10 13-16,6-1-16 16,23 0 16-16,6-9 8 15,3-9 6-15,-1 1-7 16,-3 6-12-16,-5 3-6 16,-7 8 3-16,-7 0-11 0,-3 0 3 15,-3 0-48 1,-5 0-22-16,-4 0-180 0,0 9-254 15</inkml:trace>
  <inkml:trace contextRef="#ctx0" brushRef="#br0" timeOffset="33620.65">23233 12683 381 0,'0'0'212'0,"0"0"-10"16,0 0-16-16,0 0-110 15,0 0-15-15,0 0-15 16,0-8 2-16,0 8 7 15,0 0-9-15,0 0 3 16,0 0-33-16,0 0 7 16,0 10-16-16,0 14 23 15,0 4-24-15,3 0 7 16,0 4-13-16,3 3 0 16,-6 1-1-16,0-2 3 15,0 4-7-15,0-6-21 16,0-7 10-16,2-6-41 0,0-2 0 15,3-10-54 1,-3-3 45-16,2-1 15 0,-4-3-35 16,0 0-66-16,0 0-53 15,-4-3-396-15</inkml:trace>
  <inkml:trace contextRef="#ctx0" brushRef="#br0" timeOffset="33875.04">23123 12902 1041 0,'0'0'159'0,"0"0"-52"16,0 0-37-16,0 0 28 15,0 0-42-15,0 0 4 16,116-41-48-16,-83 33-7 15,-9 1-5-15,-2-2-12 16,1 5-25-16,-3 3-68 16,-2-2-12-16,-8 3-244 15,-2 0-476-15</inkml:trace>
  <inkml:trace contextRef="#ctx0" brushRef="#br0" timeOffset="36120.86">24076 13248 822 0,'0'0'81'0,"0"0"53"0,0 0-11 15,0 0-51-15,0 0-38 16,0 0-20-16,0 0 27 16,-33-84-26-16,33 73 19 15,0-6-29-15,6-5-8 16,15-6 8-16,5-6-5 16,3-8 5-16,0-2 1 0,0-4-12 15,-9 6 17 1,-7 2-23-16,-5 1 13 15,-8 1-2-15,0 10-30 16,-12 0 15-16,-15 6 14 0,5 7 2 16,-2 8 7-1,5 6 8-15,4 1-12 0,8 0 8 16,5 0-22-16,2 0 12 16,0 1-5-16,0 11 1 15,0 0 3-15,5 6-3 0,14 2 6 16,4 4-13-1,-1 2 21-15,8 0-16 16,-9 0 14-16,4 4-18 16,-3-1-1-16,-4-3 10 0,-4 2-4 15,-6-5 3-15,-8 0-3 16,0 1 8-16,-8 0 3 16,-22-7-7-16,1-2 25 15,-2-11-17-15,9 2 13 16,0-2-7-16,6 0 14 15,5 0-28-15,4-2-4 16,7-2-11-16,0 0-90 16,7 0-157-16,20-12-152 15</inkml:trace>
  <inkml:trace contextRef="#ctx0" brushRef="#br0" timeOffset="36821.24">24606 12222 698 0,'0'0'357'0,"0"0"-261"0,0 0-11 0,0 0-12 16,0 0-29-16,0 0-40 15,107-70 30-15,-87 70-24 16,-9 0 5-16,-4 21-13 0,-7 9-2 16,0 7 2-1,-18 6-2-15,-9-2 0 16,0 1 6-16,6-8-16 15,3-3 23-15,9-9-20 0,7-9 19 16,2-4-22 0,0-7 18-16,27-2-8 0,8 0 0 15,5-2 2 1,0-9-2-16,-5 9 6 16,-2 2-14-16,-10 0 18 0,0 2-19 15,-7 9 9-15,-3-3-4 16,-2 3-46-16,-7-1-64 15,-4-3-256-15</inkml:trace>
  <inkml:trace contextRef="#ctx0" brushRef="#br0" timeOffset="38050.99">25395 12986 81 0,'0'0'163'0,"0"0"-5"0,0 0-85 0,0 0 10 15,0 0-20-15,0 0 31 16,-2-22-8-16,2 22-20 16,0 0-36-16,0 0 13 15,0 0-25-15,0 0 13 16,-5 0 16-16,1 0-26 15,-3 0 24-15,1 0-33 16,-1 0 40-16,0 0-14 0,5 0 7 16,2 0-21-1,-3 0-3-15,-1 0-5 0,0 0-12 16,-3-2 21-16,-2-1-12 16,0 2 37-16,-2 1-33 15,0 0 23-15,4 0-24 16,3 0 28-16,4 0-15 15,0 0-6-15,2 0-21 16,29 0 5-16,14 4 34 16,15-4-38-16,9 0 34 15,7 0-29-15,-2 0-1 16,-10 0-7-16,-17 0-5 16,-10 0-24-16,-14 0-36 15,-12 0-25-15,-11 0-82 16,0 0-324-16</inkml:trace>
  <inkml:trace contextRef="#ctx0" brushRef="#br0" timeOffset="40831.17">26313 12756 728 0,'0'0'208'0,"0"0"-128"0,0 0 5 0,0 0-5 15,0 0-46-15,0 0-8 16,0 0-24-16,20-42 41 16,-4 31-11-16,8-3 11 15,5 0-21-15,6-2 30 16,4 8-32-16,-4 2-1 15,-3 6-12-15,-5 0-2 16,-8 0-10-16,-5 14 18 16,-10 10-20-16,-4 9 14 15,0 9-14-15,-25 8 0 16,-14 7 4-16,-6 4-7 16,-2-5 10-16,2 1-3 15,12-10 9-15,6-9-16 16,14-8 20-16,9-10-18 15,4-10 10-15,0 0-4 16,20-6-4-16,13-4 6 16,12 0 7-16,8 0 5 0,7-8 22 15,-9 2-27-15,-4 6 3 16,-13 0 0-16,-12 0-18 16,-7 0 15-16,-5 6-14 15,-6 2-5-15,-4 1-27 16,0 0-42-16,-4 2-142 15,-16-5-589-15</inkml:trace>
  <inkml:trace contextRef="#ctx0" brushRef="#br0" timeOffset="41486.47">26892 13066 1137 0,'0'0'88'0,"0"0"-3"0,0 0 24 16,0 0-20-1,0 0-34-15,0 0 2 16,0 0-20-16,0 0 29 15,0 0-58-15,0 0-8 16,0-6-4-16,0 0-55 16,0-2-62-16,0 6-157 0</inkml:trace>
  <inkml:trace contextRef="#ctx0" brushRef="#br0" timeOffset="47630.95">27307 12631 149 0,'0'0'414'0,"0"0"-375"0,0 0 22 0,0 0-28 16,0 0-1-16,0 0-23 16,0 0-15-16,15-10 8 15,-15 10-2-15,2 0 9 16,-2 0 37-16,2 0 41 15,-2 0-22-15,3-2 37 16,2 2-50-16,1 0 15 16,3-3-25-16,0-2-18 0,2 5-22 15,-2-2-2 1,0-2 0-16,5-2 4 0,-4 0 1 16,3 0 1-16,-1 0 15 15,-3 3-16-15,-7 3 2 16,-2-1 3-16,0 1 43 15,-9 0-32-15,-18 0-20 16,-6 0-2-16,-5 1-7 16,1 16 3-16,2-1-5 15,12 1 2-15,7 0 8 16,9 3-9-16,7-2 9 16,0 4 0-16,15-2 2 15,14-2-2-15,12-2 9 16,5-4-4-16,8 0 2 15,4 1 4-15,2-6-17 0,-4 4 6 16,-7-2-9-16,-6 5-12 16,-18 2 21-16,-6 3-10 15,-9 0 22-15,-10 2-11 16,0 1-1-16,-6 2 25 16,-23 0-21-16,-7 8-7 0,-11-2 8 15,-1 2-5 1,-4-4 0-16,8-8-6 0,9-4 4 15,8-12-38 1,4-4 10-16,8 0-89 16,5-5 49-16,10-18-125 15,0-4-182-15</inkml:trace>
  <inkml:trace contextRef="#ctx0" brushRef="#br0" timeOffset="47961.13">27521 12611 1016 0,'0'0'93'16,"0"0"8"-16,0 0-22 0,0 0 62 0,0 0-114 0,140-40-8 16,-97 26-19-1,-8 4-20-15,-8 4-69 16,-10 6-127-16,-10 0-524 15</inkml:trace>
  <inkml:trace contextRef="#ctx0" brushRef="#br0" timeOffset="48330.71">28113 12926 1214 0,'0'0'125'16,"0"0"-46"-16,0 0 13 0,0 0-76 15,0 0-16 1,0 0-34-16,0-17-50 15,0 14-33-15,0-1-372 16</inkml:trace>
  <inkml:trace contextRef="#ctx0" brushRef="#br0" timeOffset="49261.24">28336 13012 334 0,'0'0'36'0,"0"0"-36"0,0 0-42 0,0 0 4 15,0 0-19-15,0 0 57 16,9 0 6-16,-9 4 140 16,0-4-22-16,0 0-19 15,0 4-27-15,0-4 43 16,0 0 23-16,0 0 7 0,0 0-57 15,0-4-38 1,0-10 3-16,0-2-50 16,0-11 18-16,0-6-27 15,14-2 25-15,10-3-15 16,5-1-15-16,-3-2 15 16,1 7-13-16,-2 0 3 15,-3 4-3-15,-4 10-1 0,-5 0 8 16,-4 6-16-16,-5 4 22 15,-1-2-13 1,-3 2 6-16,0-1-6 16,0 4 1-16,-20 7-5 0,-5 0 5 15,-4 0 0-15,3 0-11 16,3 4 26-16,6 5-12 16,10 2 2-16,4 3 2 15,3-2 4-15,0 6-12 16,5 2 3-16,13 0 0 0,0 2-3 15,9-1 13 1,0 4-21-16,-1-1 18 16,3 2-14-16,-3 0-2 15,-1 9 8-15,0-6-6 0,-10 2-3 16,-9-2-7-16,-6 0 1 16,-2-5 16-16,-29 0 8 15,-9-8 27-15,-4-6-32 16,1-6 21-16,8-4-21 15,8 0 16-15,12-2-19 0,10-11-7 16,5-4-16 0,0 1-71-16,5 1-116 15,10 10-399-15</inkml:trace>
  <inkml:trace contextRef="#ctx0" brushRef="#br0" timeOffset="50361.84">28986 12952 652 0,'0'0'66'0,"0"0"53"0,0 0 38 16,0 0-56-1,0 0-58-15,0 0 16 0,-2 4-50 16,2-4 28-16,0 0-37 16,0 0 39-16,0 0-8 15,2 0 7-15,-2 0-36 0,0 0-1 16,0 0 4-1,0 0 0-15,0 0-7 16,0 0 14-16,0 0 3 16,0 0-4-16,0 0 20 15,0 0-27-15,0 0 8 16,0 0-12-16,0 0 0 0,0 0 7 16,0-4-4-16,0-7 7 15,-2 7 0-15,-4-1 7 16,6 3-16-16,0-2-2 0,0 1-9 15,0-2-28 1,0-4-86-16,0 0-324 16</inkml:trace>
  <inkml:trace contextRef="#ctx0" brushRef="#br0" timeOffset="60083.02">29624 12498 409 0,'0'0'167'0,"0"0"-160"0,0 0 85 16,0 0 1-16,0 0-33 0,0 0-56 15,0 0 17 1,2 3 9-16,0-1 57 16,-2-2-26-16,2 1 4 0,-2-1 22 15,0 0-29-15,0 0-17 16,0 0-21-1,0 0 31-15,0 0-36 16,0 0 23-16,0 0-29 0,0 0 15 16,0 0-16-16,0 0 18 15,-6 0-13-15,-14 0-5 16,-2 3-16-16,-7 6 17 16,0 2-13-16,-4 1 16 15,-2 4-14-15,7 10 6 16,1 4 10-16,3 8-13 15,5 6 2-15,9 0-3 0,10 0 6 16,0-4-12 0,8-5 20-16,19-8-27 0,4-4 20 15,7-6-14 1,3-4 0-16,3-8 7 0,-2 0 0 16,-3-5-29-16,-6 0-41 15,-6-5 27-15,-12-13-37 16,-7-3-98-16,-4 5-100 0,-4 3-442 15</inkml:trace>
  <inkml:trace contextRef="#ctx0" brushRef="#br0" timeOffset="60534.12">29847 12837 674 0,'0'0'150'0,"0"0"-62"0,0 0 17 0,0 0-84 16,0 0 11-16,0 0 4 0,47 59 34 16,-16-58-3-1,2-1 1-15,16 0-7 0,0-19-20 16,1-12-16-16,-4-5-5 0,-8-4-2 16,-9-4-14-1,-11 0-8-15,-12 10 2 0,-6 1 1 16,-6 10-12-1,-32 7-1-15,-7 8-12 16,-11 8 7-16,-4 0-14 16,9 15-8-16,13 16 34 15,12-1 14-15,10 8-19 16,14 1-53-16,2-3-106 0,0-9-283 16</inkml:trace>
  <inkml:trace contextRef="#ctx0" brushRef="#br0" timeOffset="61311.07">30420 12581 125 0,'0'0'198'0,"0"0"-31"0,0 0-26 0,0 0 56 0,0 0-120 16,0 0-23-16,13-3-29 16,-13 3 35-16,0 0-22 15,0-1 14-15,0-1-11 16,0-2-35-16,-7-1 3 16,-6 4-2-16,-3-2 20 0,1 3-8 15,1 0 14 1,3 0-7-16,-1 0 17 0,2 0-13 15,1 7-14 1,-1 2 7-16,8 2-20 0,2-1 3 16,0 0 6-1,5 0-22-15,17-1 16 0,5-2-6 16,4 7 0-16,5-4 0 0,1 6-8 16,4 0 18-1,1 1-18-15,-2 0 20 16,-4 1-24-16,-2 3-36 15,-13-2 42-15,-7 1 6 16,-12 0-8-16,-2 4 8 16,-14 5 13-16,-19-3 16 0,-9-2-16 15,-2-3 21-15,1-9-32 16,3-9 13-16,5-3-15 16,4 0-1-1,8 0-3-15,8 0-22 16,5-6-29-16,10-4-99 0,0-2-426 15</inkml:trace>
  <inkml:trace contextRef="#ctx0" brushRef="#br0" timeOffset="62480.97">31346 12256 635 0,'0'0'77'0,"0"0"37"15,0 0 43-15,0 0-82 0,0 0-16 16,0 0 9-1,-47 0-10-15,32 6-1 0,-1 16-27 16,-3 6 19 0,-4 12-28-16,5 8 18 0,-2 9-25 15,4-3 16-15,8 0-26 0,5-3-2 16,3-3 1 0,3-4-2-1,14-5 10-15,5-5-7 0,14-1 5 16,-1-10-9-16,6-4-6 15,1-10-2-15,-2-9-2 16,1 0 10-16,-6-22 0 16,-6-13-4-16,-8-8-23 15,-15 3 16-15,-6 4-31 16,0 6 10-16,-16 14 15 0,-17 12 10 16,-5 4 7-16,-4 6 6 15,1 21 12 1,8 10 4-16,10-1 17 15,13-3-37-15,10-3-4 16,0-9-59-16,2-4-36 0,20-10-106 16,1-7-188-16</inkml:trace>
  <inkml:trace contextRef="#ctx0" brushRef="#br0" timeOffset="62970.87">31633 12675 463 0,'0'0'226'16,"0"0"-113"-16,0 0 43 0,0 0-66 16,0 0-37-16,5 103-2 15,11-88 12-15,3-2-11 16,4-5-29-1,2-8 38-15,6 0-45 0,6-5 17 16,4-25-25-16,1-10-1 16,-2-8 25-16,-9-4-30 15,-6 4-2-15,-19 4 3 16,-6 9-9-16,-4 9-3 16,-29 11 5-16,-15 5-9 15,-2 10 9-15,-8 0-3 16,4 14 5-16,8 14-6 15,5 6-2-15,17 0 0 16,17 0-137-16,7-8-270 16</inkml:trace>
  <inkml:trace contextRef="#ctx0" brushRef="#br0" timeOffset="63631.14">32153 12153 572 0,'0'0'190'0,"0"0"-35"0,0 0 17 0,0 0-34 0,0 0-89 0,0 0-13 0,129-50-34 15,-113 26 14-15,-8 7-14 16,-8 1 12-16,0 5 3 16,-6 7 37-16,-21 4-19 15,-8 0-26-15,-3 12-5 16,4 4 2-16,10-4 5 15,10-1 2-15,10-2-26 16,4 6-9-16,0 1-46 16,6 6-69-16,6 2-485 15</inkml:trace>
  <inkml:trace contextRef="#ctx0" brushRef="#br0" timeOffset="70011.28">19636 14712 313 0,'0'0'216'0,"0"0"-188"0,0 0 2 0,0 0 33 15,0 0-37 1,0 0-1-16,0 0 3 15,-2 15 73-15,-1-9-9 16,-2 0-1-16,1-2-54 0,4 1 1 16,0-5-6-1,0 0-21-15,0 0 13 0,0 0 23 16,4-12-3-16,21-12-37 16,6-20 67-16,5-6-42 15,4-6 1-15,0-3-17 16,2 5-10-16,1 1-5 15,1-4-1-15,-4 7-7 16,-7 2-36-16,-6 10-5 16,-6 12-67-16,-11 2-47 15,2 4-219-15,-7 6-173 0</inkml:trace>
  <inkml:trace contextRef="#ctx0" brushRef="#br0" timeOffset="70341.08">19771 14149 859 0,'0'0'168'0,"0"0"-66"0,38 115 52 16,0-64-41-16,7 3-56 0,-5 3-7 15,7-1-42-15,-3-4 6 16,-1-2-8-16,1-1-12 16,0-8 6-16,-1-3-40 15,-5-7 5-15,-9-3-20 16,-4-15-43-16,-13-13-45 15,0 0-216-15,-10-32-322 16</inkml:trace>
  <inkml:trace contextRef="#ctx0" brushRef="#br0" timeOffset="71211.05">20378 13691 320 0,'0'0'532'0,"0"0"-381"15,0 0-63-15,0 0-31 0,0 0-42 16,0 0 28 0,0 0 6-16,52-47-18 0,-35 44-10 15,-7 3-17-15,2 0 0 16,-3 3 8-16,-5 17-12 16,-4 6 6-16,0 2-12 15,0 6 6-15,0 0 0 16,0-2-1-16,-4 2 0 15,-7 0-10-15,-3 2 22 16,5-1-18-16,5-8 15 0,4-3-13 16,0-10 14-16,11-8-3 15,18-6-1-15,9 0 2 16,5-20 3-16,-2 1-8 16,-3 1 6-1,-7 5 0-15,-4 5-16 16,-6 4-13-16,-8 4-29 15,-7 0-77-15,-4 0-95 0,-2 12-120 16</inkml:trace>
  <inkml:trace contextRef="#ctx0" brushRef="#br0" timeOffset="71944.98">20968 14606 226 0,'0'0'441'0,"0"0"-245"15,0 0-24-15,0 0-59 16,0 0-26-16,0 0-58 15,9-9 39-15,18 8 4 16,4-4 5-16,2 0-41 0,5-1 0 16,-5 0-32-1,-2 6-8-15,0-4 1 0,-2 4-28 16,-4 0-25-16,-7 0 3 16,-5 0-10-16,-8-6-69 15,-5 2-71-15,0-9-149 16</inkml:trace>
  <inkml:trace contextRef="#ctx0" brushRef="#br0" timeOffset="72173.19">21039 14368 1144 0,'0'0'147'0,"0"0"-85"16,0 0 63-1,0 0-39-15,0 0-37 0,136 5-47 16,-100-5-4-16,-1-5-11 0,-1-11-35 16,-3 1-96-1,-13-1-175-15,-7 10-737 0</inkml:trace>
  <inkml:trace contextRef="#ctx0" brushRef="#br0" timeOffset="74824.82">21843 14211 111 0,'0'0'43'0,"0"0"-34"0,0 0 59 16,0 0 40-16,0 0-77 15,0 0 43-15,0 0 0 16,0-34-23-16,0 34 12 16,0 0 12-16,0 0-10 15,0 0-21-15,0 0-8 16,0 0-30-16,0 0 41 15,0 0 23-15,0 0 18 16,0 0-34-16,0 0 14 16,0-5-51-16,0 4 12 0,0-5-24 15,0 0 1 1,0 0 2-16,0-2-3 16,0-2 26-16,2-1-17 0,12-4 17 15,11-5-9 1,1 3 1-16,5 0-15 0,3 6-5 15,-6 6-3-15,-3 5 0 16,-9 0-7-16,-5 22 7 16,-11 12-11-16,0 12 18 15,0 2-17-15,-25 6 8 16,-2 5-2-16,-8-2-11 16,6-2-25-16,-7-3 29 15,5-6-15-15,7-11 23 16,8-8-22-16,12-12 20 15,4-8-1-15,0-6 4 0,25-1-1 16,10 0 3 0,9 0 19-16,4-4-16 0,-2 0 39 15,-3 4-26-15,-12 0 44 16,-2 0-48-16,-12 0 2 16,-3 13-6-16,-7 5-16 15,-3 1 3-15,-4 2-48 16,0 3-40-16,-4 0-164 15,-14-11-327-15</inkml:trace>
  <inkml:trace contextRef="#ctx0" brushRef="#br0" timeOffset="75625.2">22345 14164 590 0,'0'0'66'0,"0"0"42"0,0 0 58 0,0 0-27 16,0 0-70-16,0 0-24 15,2 0-19-15,-2 0 27 16,-7 0 10-16,-2 0-54 16,-4 0 6-16,-1 0-6 15,2 1-12-15,5 11 3 16,5-2-1-16,2 2-2 0,0-2-6 16,9 2 2-1,15-6 14-15,0 6-3 0,9-10 2 16,4 6-3-1,-2 1 1-15,1-1 2 16,1 5-3-16,9-3 0 16,-7 3-6-16,-3 0-23 0,-5 1 18 15,-11 0 13-15,-7 2-10 16,-8 2 5-16,-5 4 0 16,0 9 15-16,-22 5-4 15,-7-3 0-15,-2-2-2 16,4-9-9-16,0-10 2 15,2-6-7-15,-4-6-26 16,3 0-5-16,-3-24-93 0,3-4-62 16,1-6-161-1</inkml:trace>
  <inkml:trace contextRef="#ctx0" brushRef="#br0" timeOffset="75821.02">22412 14166 734 0,'0'0'533'0,"0"0"-508"0,0 0 4 0,0 0 27 16,0 0-7 0,0 0-49-16,138-39-9 15,-93 23-18-15,-1 6-41 16,1 2-26-16,-10 4-442 15</inkml:trace>
  <inkml:trace contextRef="#ctx0" brushRef="#br0" timeOffset="76571">23318 14128 924 0,'0'0'175'0,"0"0"-147"0,0 0 113 16,0 0-104-16,31 111-2 16,-22-71-26-16,-1-3-1 15,-6 2-3-15,2 2 0 16,-2-1-5-16,-2 1 0 16,0 0-3-16,0-6-42 15,0-4 36-15,0-5-107 16,0-12-89-16,0-4-158 0</inkml:trace>
  <inkml:trace contextRef="#ctx0" brushRef="#br0" timeOffset="76801.17">23223 14432 583 0,'0'0'681'0,"0"0"-654"16,0 0 59-16,0 0-2 0,118 0-61 15,-83-2-23-15,-1-5-4 16,-5 2-53-16,0-4-21 16,-9 2-164-16,-7 1-413 15</inkml:trace>
  <inkml:trace contextRef="#ctx0" brushRef="#br0" timeOffset="79184.25">24132 14164 20 0,'0'0'525'0,"0"0"-520"16,0 0-4-16,0 0 24 0,0 0 42 15,0 0-18 1,0 0 44-16,17-59 51 0,-12 55-25 16,-5 0-33-1,0 2-17-15,0 0 3 0,0-2-38 16,0 2 9-16,-5-2-16 0,-8 1-6 16,4 3-9-1,-4 0-6-15,-10 0-6 0,-4 9 12 16,-6 21-18-1,-5 4 15-15,1 12-15 16,1 13 12-16,5-1 0 16,13 8-5-16,9 5 5 0,9-8-6 15,0-5 3 1,29-10-15-16,11-8-7 0,2-11 15 16,5-4-4-16,-3-11-3 15,2-10-14-15,-2-4 24 16,-6 0-3-16,-14-22-17 15,-6-4 13-15,-18-4 16 16,0-6-16-16,-22 5-26 16,-14 12-28-16,-4 5-12 15,5 14 60-15,-4 4 4 16,8 25 10-16,4 15 33 16,8 0-6-16,3 1-23 15,16-6-4-15,0-11-130 0,6-20-517 16</inkml:trace>
  <inkml:trace contextRef="#ctx0" brushRef="#br0" timeOffset="80001.25">24519 14034 840 0,'0'0'40'0,"0"0"-26"0,-66 132 37 0,45-95-3 16,6-7-38-1,1-5 2-15,6-12 28 0,8-5 2 16,0-2-24-16,0-2-4 16,18-4 2-16,9 0 3 15,6 0-12-15,0 0 11 0,-2-8 4 16,1 8 4-1,-8 0-23-15,-2 0 3 0,3 0-1 16,-3 6-5 0,1 4 0-16,-6-2 1 0,-3-2-3 15,-1-2-14-15,-9-4 13 16,-4 0-21-16,0 0 24 16,0 0 9-16,0-4-9 15,0-10 0 1,-2-2-10-16,0 0 5 0,2 0-7 15,0 0 9-15,0 5-2 16,0 3-4-16,0 3 18 16,0 5-1-16,0 0-1 15,0 5 30-15,0 20-12 16,0 15 30-16,0 6 5 0,-7 6-23 16,1 1 17-1,3-1-50-15,1 0 1 0,2-12 0 16,0 2-6-1,0-8 2-15,0-12-1 0,0-4 0 16,0-12-34 0,0-4-63-16,0-2-120 0,11 0-98 15,2-8-207-15</inkml:trace>
  <inkml:trace contextRef="#ctx0" brushRef="#br0" timeOffset="83466.03">25170 14503 226 0,'0'0'185'0,"0"0"-75"16,0 0-68-16,0 0 49 15,0 0-2-15,0 0 3 0,0 3-29 16,0-3-41 0,0 0 13-16,-2 2-3 0,-3-2 6 15,5 0-22-15,0 0 35 0,0 0-10 16,0 0-4 0,0 0-3-16,0 0-6 15,0 0 13-15,0 0-32 16,0 0 30-16,0 0-37 15,0 0 17-15,0 0-17 16,0 4-4-16,0 0-5 0,16 2 7 16,-1 0 22-1,8 0-6-15,0 1 29 0,0-5-36 16,2 1 21-16,-2-3-30 16,-6 0 8-16,-3 0-5 15,-4 0-6-15,-7 0 3 16,-1 0 0-1,-2 0-7-15,0 1 16 0,0-1-9 16,0 6 7-16,-7-1-14 16,-10-1 6-16,-5-2-12 15,-5-2 0-15,-2 0-10 16,-3 0 13-16,3 0 10 16,-2 0-10-16,2 0 18 15,5 0-14-15,4 0 12 16,8 0-4-16,6 0 0 15,6 0 15-15,0 0 5 16,0-4-19-16,25-4-3 0,17-4 3 16,13-4 29-1,8 0-23-15,1 1 14 0,-3-2-22 16,-3 9-1-16,-9 4-1 16,-11 4 1-16,-12 0-5 15,-10 0-14-15,-7 0 18 16,-7 0-46-16,-2 0-2 15,0 0-55-15,-16 8-10 0,-15-8-336 16</inkml:trace>
  <inkml:trace contextRef="#ctx0" brushRef="#br0" timeOffset="93340.95">26260 14662 462 0,'0'0'1'0,"0"0"11"0,0 0 98 16,0 0-10-16,0 0-33 15,0 0 50-15,0 0-31 16,4 10 13-16,-4-10-50 0,0 0-12 15,0 0 45 1,0 0-29-16,0 0 16 0,0 0-38 16,-8 0-5-1,-4 0-11-15,-5-10 6 0,-2 2-15 16,1-5-1-16,1-1 0 16,3-3-4-16,1-4 3 15,2-4 8-15,6-5-23 16,5 4 22-16,0-5-21 15,0 3 18-15,3-2-13 16,14-2 5-16,6-8 0 16,8-2-4-16,4 1-6 15,-6-7 9-15,-6 9-37 0,-8 5 13 16,-11 0-27 0,-4 8 23-16,0 4 2 0,-12 9 27 15,-11 8 2 1,-4-1-1-16,0 6 8 0,8 0 0 15,-4 0-8 1,8 0 7-16,1 11-12 16,3 10 4-16,2 3-3 15,2 2 3-15,5 4 0 0,2-2 1 16,0 3 3-16,18 0 22 0,14-4-25 16,7 9 23-1,3-1-17-15,4-3 4 0,-5 1-11 16,-5 1 0-1,-5-2 0-15,-6-1-1 0,-5 4-12 16,-9-7 26 0,-11 1-9-16,0 0 11 0,0-3 25 15,-15-4-22-15,-18-4-3 16,-8-6-13-16,-5-8-1 16,-10-4-1-16,4 0 10 15,6 0-22-15,19 0 10 16,9-8 0-16,11-2-40 15,7 5-44-15,0 3-171 16,0 2-487-16</inkml:trace>
  <inkml:trace contextRef="#ctx0" brushRef="#br0" timeOffset="93870.93">26616 14497 367 0,'0'0'212'0,"0"0"-162"15,0 0 71-15,0 0 4 0,0 0-77 16,0 0 15-16,-2 63 48 15,20-59-39-15,3-4 22 16,18 0-22-16,7-17-22 16,10-14-5-16,2-17-21 15,2-6 23-15,-8-13-45 16,-14 1-2-16,-19 6-2 16,-17 4-11-16,-2 10-18 0,-33 7-13 15,-20 20 22 1,-14 15 14-16,-4 4 3 0,0 26 10 15,6 15 14 1,13 7-13-16,19 2-6 0,20-1 0 16,13-5-166-1,7-13-442-15</inkml:trace>
  <inkml:trace contextRef="#ctx0" brushRef="#br0" timeOffset="94700.92">27314 14414 550 0,'0'0'151'0,"0"0"-68"16,0 0 98-16,0 0-105 16,0 0-69-16,0 0 37 15,0-18 25-15,0 18 33 16,0 0-26-16,0 0-5 0,0 0-54 15,0 0 11 1,0 0-28-16,0 0 0 0,0 0-18 16,6 0-16-1,3-5 23-15,2-4 3 0,-4 4 0 16,-7-3 10-16,0 4-9 0,0 3 14 16,0 1-14-1,-7 0 1-15,-4 0-4 16,4 0-17-16,3 0-48 15,4-5-203-15</inkml:trace>
  <inkml:trace contextRef="#ctx0" brushRef="#br0" timeOffset="110840.95">27995 14181 400 0,'0'0'164'0,"0"0"-150"0,0 0 14 16,0 0 5-16,0 0-30 16,0 0-2-16,0 0-2 15,-2-4 2-15,-2 4 69 16,-3 0-15-16,0 0-38 16,2 0-14-16,5 0-6 0,0 0-20 15,0 0-11 1,0 0 34-16,0 0 17 0,0 0 47 15,0 0 34 1,0 0 8-16,0 6-89 0,0 0 5 16,0 4-19-16,-2-1-4 0,0-1 1 15,-2 7 0 1,2-5 17-16,0 7 47 0,-1-9 34 16,3 5-85-1,0-5 7-15,0-4-19 0,0 2 12 16,0-6-8-1,0 0 25-15,0-18 13 16,3-20 8-16,3-10-11 16,-2-4-34-16,-2-11-5 15,-2 1 7-15,0-4-16 16,7 2-10-16,0 2-33 16,2 6-48-16,-3 22 6 0,-6 16 40 15,0 18 19-15,0 6 32 16,-31 38-27-16,-6 16 22 15,-3 5-35-15,13-6-76 16,9-7-297-16</inkml:trace>
  <inkml:trace contextRef="#ctx0" brushRef="#br0" timeOffset="111791.21">27730 14593 743 0,'0'0'238'0,"0"0"-115"0,0 0 46 16,0 0-44-1,159-40-53-15,-88 40 13 0,6 0-50 16,2 0 4 0,-8 0-38-16,-7 9 0 0,-4 3-1 15,-4 0-34-15,-4-2-53 16,-6 4-24-16,-13-4-91 16,-8 3-382-16</inkml:trace>
  <inkml:trace contextRef="#ctx0" brushRef="#br0" timeOffset="112457">28078 14859 271 0,'0'0'777'0,"0"0"-660"0,0 0-25 16,0 0-1 0,0 0-35-16,0 0-18 15,131-4-32-15,-108 8-10 0,-8 16 11 16,-3 6-9-16,-12 14 2 16,0-4 0-16,0 8-6 15,-12-4 17-15,-1 0-19 16,-3 1 19-16,7-11-17 15,5-2 12-15,4-6-7 16,0-12 6-16,6 3-4 16,28-4 19-16,5-5 18 15,7-4-2-15,-5 0 5 16,-3 0-25-16,-7 0-5 16,-4 6-22-16,-6 2 2 15,-3 0-19-15,-3-1-54 16,-4 0-62-16,-2-7-178 15,-9 0-525-15</inkml:trace>
  <inkml:trace contextRef="#ctx0" brushRef="#br0" timeOffset="114374.61">19446 16663 711 0,'0'0'244'0,"0"0"-122"0,0 0-29 16,0 0-13-16,0 0-11 16,0 0-31-16,65-107 11 15,-29 68-18-15,1-10 24 16,10-1-41-16,-2 6 17 16,-1-6-22-16,-3 10 0 15,-4 4-9-15,-1 2-7 16,-5 6-9-16,-6 6-28 15,-12 8-8-15,-4 10-29 16,-4 0-16-16,-5 4-79 0,0 0-185 16,-21 0-296-16</inkml:trace>
  <inkml:trace contextRef="#ctx0" brushRef="#br0" timeOffset="114641.17">19473 16150 983 0,'0'0'172'0,"0"0"-59"15,84 161-43-15,-44-104 12 16,1 2-45-16,1-9-26 15,-4-2-11-15,-1 2-4 16,-2-10-10-16,-6-4-5 16,-3-6-28-16,-2-7-24 15,-1-5-2-15,-3-4-119 16,-5-14-242-16</inkml:trace>
  <inkml:trace contextRef="#ctx0" brushRef="#br0" timeOffset="115271.19">20041 15865 679 0,'0'0'310'0,"0"0"-259"0,0 0-10 15,0 0 34 1,0 0-1-16,0 0-69 0,118 0 0 16,-102 4-5-1,-10 14 0-15,-6 13-2 0,0 0 0 16,0 10-3-16,0-5 7 0,-2-6-8 16,0-2 12-1,2-6 0-15,0-4-6 16,2-11 17-16,18-7-17 15,3 0 5-15,8 0-7 16,-7 0 6-16,0 0 27 16,-3 0-26-16,-2 0-5 15,2 0-7-15,3-2-26 16,-1-3-107-16,-2 5-285 16</inkml:trace>
  <inkml:trace contextRef="#ctx0" brushRef="#br0" timeOffset="115885.06">20752 16587 669 0,'0'0'497'0,"0"0"-406"0,0 0-41 16,0 0-6-16,0 0-2 15,0 0-25-15,114-16-9 16,-93 12-8-16,2 2 11 15,-3 2-23-15,4 0 4 16,-1 0-3-16,-5 0-25 0,-3 0-19 16,-3 0-64-1,-6-4-88-15,-6-9-136 0,0-6-200 16</inkml:trace>
  <inkml:trace contextRef="#ctx0" brushRef="#br0" timeOffset="116071.2">20850 16365 1358 0,'0'0'31'0,"0"0"-25"0,0 0 3 16,0 0 7 0,0 0-12-16,129 6-8 15,-100-21-32 1,0 2-6-16,-7-1-114 0,-11 6-322 15</inkml:trace>
  <inkml:trace contextRef="#ctx0" brushRef="#br0" timeOffset="120602.7">21787 16601 481 0,'0'0'57'0,"0"0"-57"0,0 0-2 15,0 0-24-15,0 0-43 16,0 0-49-16,0 0 118 15,0 0 86-15,0 0 33 16,0 4-68-16,0-4-50 0,0 6-2 16,0-6 2-1,0 4 46-15,0 0 24 0,0-4 17 16,0 0-8-16,0 0-47 16,0 0 9-1,0 0-28-15,0 0 35 0,0 0-10 16,0 0 26-16,-6 0 1 15,-3 0-64-15,1 0 9 16,0 0 2-16,4 0 16 16,2-8-17-16,0-10 5 15,2-14-5-15,0-4-13 16,8-4 2-16,15-4 6 16,4 8-7-16,-3-1 3 0,3 3-8 15,0 2-8 1,-3 1-11-16,-2-6-29 0,-3 3 1 15,-11 2-69 1,-8 0 16-16,0 6-82 16,-18 8 107-16,-8 10 57 0,-3 8 23 15,-2 0 184-15,0 0-168 16,4 3 16-16,6 2-11 16,6 9 6-16,12 0-25 15,3 3 0-15,0 10 6 16,21 1 7-16,12 6 37 15,10 2-15-15,7 0 2 0,4-4-38 16,4 3 2 0,0-3-3-16,-9 0-7 0,-6 6-37 15,-20-6 44-15,-15 0 12 16,-8 4-5-16,-16-2 64 16,-26-2-52-16,-10-6-1 15,2-12 3-15,0-10 7 16,13-4-16-16,8 0-11 15,6-8-1-15,8-2-35 16,3 6-132-16,3 0-304 16</inkml:trace>
  <inkml:trace contextRef="#ctx0" brushRef="#br0" timeOffset="121901.24">22458 16102 146 0,'0'0'63'0,"0"0"-59"15,0 0 11-15,0 0 92 0,0 0 40 16,0 0-23 0,-19 14-17-16,13-1-29 0,2-6-55 15,-4 3-23-15,5 0 29 16,1 2 7-16,2-7-1 16,0 1-22-16,0 1 44 15,2-7-36-15,9 8 13 16,-1-6 13-16,5 6-6 15,-1-8-32 1,5 0 23-16,-1 0 24 0,2-4-46 16,2-17 42-16,3-12-39 15,-4-3 10-15,-9 0-19 16,-5-4-8-16,-7 10-8 16,0-1-6-16,-13 12-19 15,-16 11 7-15,-4 4 15 0,-5 4-32 16,-1 12 46-1,4 20-11-15,6 8 12 16,4 4 3-16,12-4 2 16,13-4-5-16,0-5-15 0,11-12-3 15,14-3 8-15,-1-5-9 0,5-8 31 16,-2-3-18 0,-2 0 12-16,1 0-3 15,-6-14 1-15,-4-2 3 16,-1 1 4-16,-8-6-6 0,-3 3 3 15,-2 0 10 1,-2 0-28-16,0 8 10 16,0 1-2-16,0 6 2 15,0 3 22-15,0 0-10 16,0 0-5-16,0 0-7 0,0 0-19 16,0 0 17-16,0 8-1 15,4 6-7-15,8 4 20 16,5 4-14-16,-2 0 7 15,1 2-3-15,-1 2 0 16,1 0 6-16,-1 1-22 16,1-4 28-16,-3 4-15 15,0 0 6-15,-6 4-5 0,-2 1 2 16,-5-2 0 0,0 2 4-16,0-10 20 15,-16 0 13-15,-11-8-33 16,-9-2 27-16,-8-7-24 15,3 1 9-15,-1 5-8 16,9 3 16-16,2 5-15 16,4-2-9-16,8 1-2 0,3 0-45 15,13-6-33-15,3 2-213 16,0 5-296-16</inkml:trace>
  <inkml:trace contextRef="#ctx0" brushRef="#br0" timeOffset="123766.78">23272 16333 682 0,'0'0'163'0,"0"0"-48"16,0 0-7-16,0 0-7 16,0 0-72-16,0 0 24 0,0 0-32 15,-20-4-2-15,20 4 4 16,0 0 2-16,0 0 20 16,22 0-24-16,14 1 36 15,10 3-27-15,12-4 12 16,0 0-30-16,-4 0-4 15,-8 0-8-15,-13 0 3 16,-10 0-10-16,-13 0 14 16,-6 0-19-16,-4 0 29 15,-4 4-28-15,-29 1 11 16,-11-1-4-16,-16-4-38 16,0 1 10-16,6 7 19 15,14-3 4-15,18-1 5 16,13-4 8-16,9 3 29 15,0 0-28-15,31-3-6 16,11 3 2-16,12-3 13 16,0 0-14-16,-5 0-3 0,-7 0-8 15,-9 0-52-15,-12 5-53 16,-19 3-346-16</inkml:trace>
  <inkml:trace contextRef="#ctx0" brushRef="#br0" timeOffset="134740.91">26102 14915 154 0,'0'0'2'0,"0"0"0"16,0 0 17-16,0 0 38 16,0 0 114-16,0 0 30 15,0 0-52-15,0 0-53 16,0 0-46-16,0 0 19 16,0 0-23-16,0 0 3 15,0 0-30-15,0 0 26 16,0 0-10-16,0 0-9 0,0 0 20 15,0 0-12 1,0 0-6-16,0 0-22 0,0 0 23 16,0-2-18-1,4-2-7-15,18 0-1 0,11-2 42 16,14-5-6-16,7 2-11 0,6 1 18 16,0 5-38-1,-2 0-5-15,-7-3 0 0,1 2-6 16,-8 4-39-1,-9-3 6-15,-6 3-41 0,-4 0-27 16,-7 0-108 0,-11 0-264-16</inkml:trace>
  <inkml:trace contextRef="#ctx0" brushRef="#br0" timeOffset="135601.07">26680 15436 271 0,'0'0'283'0,"0"0"-266"0,0 0-10 0,0 0 63 16,0 0 5-16,0 0 25 16,0 18-1-16,0-10 5 15,0-8-24-15,0 0-49 0,0 0 17 16,0 0-11-1,0 0 13-15,0-21 0 0,0-6-9 16,0-19-21 0,0-2 5-16,0-10-25 15,2 1 9-15,4 4-21 16,-4-2-2-16,-2 16 6 16,0 14-6-16,0 13 11 15,0 12 1-15,-10 4-1 16,-9 36 1-16,-4 14-10 0,1 9 3 15,2-2-75-15,6-14-55 16,6-13-393-16</inkml:trace>
  <inkml:trace contextRef="#ctx0" brushRef="#br0" timeOffset="137570.7">26636 13896 145 0,'0'0'196'0,"0"0"-59"16,0 0-39-16,0 0 4 0,0 0-92 15,0 0-7 1,2-26 4-16,3 24 8 15,-3-2 45-15,0 0 18 16,-2 2-5-16,2-2-22 0,0-4 5 16,6 2-55-16,0-4 9 15,1 0-6-15,5-4-8 16,-3 2 8-16,-5 1-8 0,1 4 5 16,-2-1-1-1,-1 6 6-15,1-6-3 0,-1 3 5 16,7-2 8-1,-2-3-24-15,6 0 13 16,-1 2-7-16,1-2 2 16,-1 1 0-16,1 1-1 15,-2 3 7-15,-1-1 6 16,-3 2-9-16,-1 0 23 16,2 0-23-16,1-6 18 15,3 2-18-15,-4-2-1 16,8-1 0-16,-6 8 4 0,0-4-9 15,0 2 15-15,-1 0 13 16,0 4-21-16,-2-4 12 16,2 4-14-16,-2-1 12 15,3-2-8-15,-2-3-3 16,1 5 13-16,5-2-16 0,-3 0 11 16,5 2-5-1,0 2 15-15,-2 0-19 0,2 0 5 16,-3 0-6-1,1 0-1-15,-1 0 0 16,-2 0-3-16,1 0 1 16,1 0 2-16,-1 0-6 0,1 0 12 15,-1 0-12-15,3 6 12 16,0 0-2-16,5-2-4 16,-5 0 0-16,6 1 1 0,-6-4 4 15,1-1-10 1,-5 5 17-16,1 1-21 0,-1-1 17 15,3 3-8 1,2 1 1-16,2-1 6 16,-4-2-3-16,6-3-2 15,-4 2-4-15,-1-4 12 0,-3 2-21 16,-5-1 25-16,2 2-22 16,-4 0 13-16,1 0-6 15,1 4 1-15,1-1 0 16,0 4-7-16,1-4 14 15,1 2-14-15,-1 0 18 16,-3-2-14-16,0-1 11 16,-4-5-16-16,-2-1-1 15,-2 0 1-15,0 5-8 0,0-4-19 16,0 4 10 0,0 1-5-16,-2 2 27 15,-2-2-22-15,-1-6-19 16,5 0-175-16,0-6-439 15</inkml:trace>
  <inkml:trace contextRef="#ctx0" brushRef="#br0" timeOffset="139118.97">29472 13946 251 0,'0'0'15'0,"0"0"-5"16,0 0 7-16,0 0 60 15,0 0 75-15,0 0-26 0,0 0 44 16,0-12 36 0,0 11-104-16,3-5-34 0,-1 1-56 15,-2-7 30-15,8-2-27 16,4 1 15-16,1-4-22 16,7-3 11-16,-2-2-11 15,2-5-4-15,1 2-3 16,-4-6 12-16,3 4-26 15,-9-1 11-15,-4 1-2 16,-7 5-10-16,0 4 3 0,-7 7-12 16,-15 3 7-1,-4 4 15-15,1 4 2 0,2 0 9 16,6 0-4-16,7 0-1 16,4 0-1-16,4 6-8 15,2 10-5-15,0 6 7 16,0 6 2-16,4-2 3 15,14 2-1-15,0-4 8 16,2-2-18-16,0 0 18 16,-2-6-20-16,0 4 13 15,-5-5-8-15,-7 0 2 16,0-1-4-16,-6-1 3 16,0 0 8-16,-10 1 4 15,-14 9-6-15,-7-2 16 16,-5-1-18-16,-2-1 0 15,2-5-17-15,7-5-39 16,5-4-86-16,9-4-117 16,8-1 147-16,7 0-88 15</inkml:trace>
  <inkml:trace contextRef="#ctx0" brushRef="#br0" timeOffset="139471.07">29676 13936 600 0,'0'0'121'0,"0"0"-66"0,0 0 55 15,0 0-17 1,0 0-43-16,0 0-23 0,131 18 41 15,-98-18 23-15,-2-14-4 16,-2-12-57-16,-2-8 2 16,0-6-31-16,-10-4 10 15,-3-3-7-15,-7 6-3 16,-7 5-1-16,0 8 0 16,-16 11 22-16,-20 13-11 15,-6 4 5-15,-3 0-3 0,5 21-19 16,9 7 6-1,13 3-24-15,9 5-117 16,7-1-136-16,2-3-220 0</inkml:trace>
  <inkml:trace contextRef="#ctx0" brushRef="#br0" timeOffset="140930.94">27142 15480 315 0,'0'0'385'0,"0"0"-381"0,0 0-4 0,0 0 1 15,0 0-1-15,0 0 0 0,-5-18 0 16,5 18 54 0,0 0 59-16,0 0-1 15,0 0-44-15,0 0 9 16,5 4-28-16,4 7 26 0,8-4-50 15,-3 7-1 1,6 0-18-16,2-2 2 0,1 2 22 16,-2-9-27-1,4 4 7-15,0 0-4 0,2-8 3 16,-5 8-2-16,-2-6 3 0,2 3-10 16,-1 1 1-1,0-1-9-15,0-2 17 16,3-4-21-16,-1 0 24 15,-2 0-16-15,4 0 11 0,2 0-9 16,-2 0 4 0,-2-14-4-16,0 10 1 0,-5-4 1 15,2-1-3-15,-2 8 8 16,-2-3-10 0,-1-5 12-16,1 9-10 0,-3-5 13 15,5-4-20-15,-5-4 6 16,8-6-9-1,-2-6 9-15,1-2-4 0,1 4 3 16,-2 4 10-16,-7 7-12 16,-1 6 20-16,-7 6-26 15,-4 0 13-15,0 0-2 16,2 0-4-16,0 0-13 16,1 0 0-16,-1 0-17 15,0-6-43-15,-2 5-175 0,0-3-367 16</inkml:trace>
  <inkml:trace contextRef="#ctx0" brushRef="#br0" timeOffset="141965.21">29404 14299 415 0,'0'0'231'0,"0"0"-20"0,0 0-16 0,0 0-97 16,0 0 23-16,0 0-74 16,-3 0-14-16,3 0-19 15,0 0-6-15,0 0 12 16,0 0-16-16,0 0 3 15,7 0 0-15,10 0 19 16,10 0-8-16,6 0 25 0,8 0-33 16,5 0 19-1,6-10-18-15,2 0-11 16,-2-4 0-16,0 7-8 16,-5-4 6-16,-5 3-41 0,-6 2 19 15,-7 0-33-15,-9 4-9 16,2 2-33-1,-8 0-67-15,-6 0-123 0,-8 2-190 16</inkml:trace>
  <inkml:trace contextRef="#ctx0" brushRef="#br0" timeOffset="142550.78">29680 14476 915 0,'0'0'111'0,"0"0"-10"0,0 0 39 16,0 0-93-16,0 0-15 16,0 0-31-16,11-8 49 15,-5 8-29-15,4 0 10 16,-4 0-28-16,-1 4 9 0,-1 8-12 15,-4 7 1-15,0 2-2 16,0 7 7-16,-4-6-9 16,-9 8 13-16,3-1-13 15,1-10 5-15,5 1-4 16,2-6-1-16,2-6 3 16,0-2-1-16,0-4-3 15,11-2-2-15,13 0 12 16,8 0 14-16,3 0-12 15,-2 0 15-15,-1 0-22 16,-6 0 5-16,-3 0-6 16,-6 0-8-16,-3 0-13 0,-1 0-23 15,-9 0 23-15,1 0-31 0,-5 0 41 16,5 0-15 0,-3 0-1-16,5 0-136 15,-5 0-364-15</inkml:trace>
  <inkml:trace contextRef="#ctx0" brushRef="#br0" timeOffset="143091.07">30374 14287 659 0,'0'0'321'0,"0"0"-202"0,0 0-11 15,0 0-37-15,0 0-30 0,0 0-4 16,72-8 7-16,-52 8-30 16,-4 0 12-1,-3 0-18-15,1 0-16 16,-8 0-28-16,7 0-48 15,-5 0-106-15,-4 0-229 0,-4 0-144 16</inkml:trace>
  <inkml:trace contextRef="#ctx0" brushRef="#br0" timeOffset="143331.21">30446 14114 1203 0,'0'0'141'0,"0"0"-116"15,0 0 42-15,0 0-50 0,0 0-14 16,0 0 6 0,38-13-18-16,-15 7-7 15,0 0-21-15,6-3-38 16,-2 1-65-16,0 1-92 15,-6 3-154-15,-9 0-112 16</inkml:trace>
  <inkml:trace contextRef="#ctx0" brushRef="#br0" timeOffset="144144.91">31025 13722 545 0,'0'0'185'0,"0"0"-110"16,0 0 142-16,0 0-122 0,0 0-10 16,0 0-20-16,25-32 20 15,-25 36-6-15,-11 18-29 16,-16 8-27-16,-6 7-16 15,-3 4-14-15,-1-1-11 16,-2 0 6-16,10-8 20 16,7-4-15-16,8-8 7 15,8 0-3-15,6-9-3 16,0-2-18-16,0 0-4 16,9 1 12-16,11-6 7 15,7 1 18-15,0 4-18 0,0-8-5 16,1 2 14-1,-6-3 0-15,-4 0 15 0,0 0-15 16,-2 0 8-16,-3 0-21 16,-2 0 0-16,-4-3 3 15,-3 2-37-15,-2-3 26 16,7-5-15-16,-2 5 11 16,-2-6-12-16,-5-3 26 15,4-1 1-15,-4 0-4 16,2 1-1-16,-2 4 30 15,0 0-2-15,0 1-5 0,0 4 47 16,0 4-19 0,0 0-14-16,0 0 15 0,0 0-10 15,0 0 17-15,0 12-23 16,0 10 25-16,-6 2-41 16,-4 7 7-16,4-1-8 15,-5 2-6-15,2-5 2 16,2 4 0-16,-2-5-8 15,3-3 19-15,1-6-27 16,1-3 12-16,4-12-26 0,0 4-70 16,0-6 13-1,0 0-60-15,7 0-57 16,8 0-76-16,5-8-294 0</inkml:trace>
  <inkml:trace contextRef="#ctx0" brushRef="#br0" timeOffset="144531.01">31215 14127 602 0,'0'0'152'0,"0"0"65"0,0 0-94 0,0 0-71 16,0 0-46-16,0 0 39 0,17 44-16 16,0-44 15-1,2 0 34-15,8-7-35 0,4-20 21 16,2-8-52-16,3-6 2 0,-7 1-6 16,-7-3-9-1,-11 5 1-15,-11 8-1 16,0 6-2-16,-6 15-6 15,-23 4-1-15,-11 5 20 0,-7 5-5 16,2 14 2 0,6 12-14-16,8-1-2 0,10 3-44 15,10-2-62 1,11-8-159-16,0-6-510 16</inkml:trace>
  <inkml:trace contextRef="#ctx0" brushRef="#br0" timeOffset="146910.94">24297 15937 138 0,'0'0'310'0,"0"0"-199"0,0 0-38 15,0 0 7-15,0 0-24 16,0 0 18-16,56 61 51 16,-52-61-27-16,-2 0-62 0,-2 0-14 15,0 0 36-15,0 0-39 16,0 0 14-16,0 0-15 16,0 0-36-16,0 0 19 0,0-5-5 15,2-2 4 1,-2-6-1-16,0 3-3 0,2 1 1 15,0 1-4 1,-2-2 14-16,3 1-9 16,-3 1 7-16,2 2 6 15,-2-2-11-15,2 5 7 16,-2 0 13-16,0 3-16 0,0 0 18 16,0 0-18-1,0 14 19-15,0 10-12 16,0 11-12-16,-11-3 4 0,-4 7 0 15,-1 2-3-15,-2-5 2 16,-4 0 9-16,-3-2-10 16,5-6 5-16,7-6 5 15,-1-8-14-15,12-6 7 16,0-3-8-16,2-5-5 16,0 0 4-16,0 0-13 0,4 0 12 15,21 0-4 1,2 0 20-16,2 0-15 0,6 4 10 15,-1 5-5 1,-1 1 7-16,0 2 0 0,2 3-7 16,-7-8 0-16,-4 3-4 15,-3-6 7 1,-8 1-15-16,1-5 12 0,-10 0-2 0,0 0 4 31,-4-19 4-31,2 1-4 0,-2-4-2 0,0 5 0 16,0-2 0-1,0 2-5-15,0 4 11 16,-4 3-16-16,-2-2 20 16,1 8-20-16,3-2 20 15,-1 6-15-15,-1 0 5 16,4 0-8-16,0 0 4 16,-2 0 0-16,-1 0-3 0,1 24 14 15,0 10-2-15,2 6 1 16,-2-3 21-16,2 3-22 15,0-4 0-15,0-4-3 16,0-2 3-16,0-4-10 16,6-7-9-16,-1-11 9 15,-1-3-96-15,-1-1-69 16,4-4-180-16,-3 0 53 16,2-9-71-16</inkml:trace>
  <inkml:trace contextRef="#ctx0" brushRef="#br0" timeOffset="147260.91">24720 16409 569 0,'0'0'119'0,"0"0"-30"0,0 0-5 0,0 0-38 0,0 0-37 15,0 0 79 1,73 90-7-16,-50-90-29 0,4 0 6 16,4-31 26-1,-2-8-42-15,2-7-11 0,-11-13-8 16,-4 2-22-16,-12 0 12 16,-4 7-9-16,-6 14 8 15,-23 8-2-15,-5 19-4 16,-1 9-3-1,-8 5-4-15,12 23 1 0,6 8-12 16,14-2 1-16,11 2-66 16,7-10-7-16,26-7-140 15,6-2-206-15</inkml:trace>
  <inkml:trace contextRef="#ctx0" brushRef="#br0" timeOffset="148791.09">19693 17817 627 0,'0'0'707'0,"0"0"-676"0,0 0-23 0,0 0-5 15,0 0 5-15,141-147-3 16,-88 89-3-16,0 4 2 15,-10 9 9-15,-5 9-7 16,-13 8-5-16,-8 10 0 16,-5 2-2-16,-2 2 0 0,-3 0-16 15,-2 2 12-15,-1 2-42 16,-4 6-32-16,0 4-130 16,-2 0-277-16</inkml:trace>
  <inkml:trace contextRef="#ctx0" brushRef="#br0" timeOffset="149011.01">19705 17212 1041 0,'0'0'309'0,"0"0"-295"0,46 163 61 16,3-101-34-16,3 5-12 15,8-13-29-15,-3-2-8 16,1-6-14-16,-4-6-22 16,-2 0-4-16,-8-8-46 15,-7-10-69-15,-12-18-328 16</inkml:trace>
  <inkml:trace contextRef="#ctx0" brushRef="#br0" timeOffset="149570.97">20401 16994 1102 0,'0'0'93'0,"0"0"-88"0,0 0 54 16,0 0-37-16,0 0 0 16,150-44-16-16,-117 44-5 15,-10 14-2-15,-9 20 1 16,-14 6-12-16,0 6 2 15,0 7-6-15,0-11-20 16,-8-3 16-16,6-8 3 16,2-13 17-16,0-14-3 0,14-4-8 15,8 0 11-15,2-15 27 16,1-4 23-16,-2 0-44 16,-6 10-2-16,-3 1 2 15,1 4-12-15,1 4-27 16,3 0-73-16,0 0-91 0,-1 0-415 15</inkml:trace>
  <inkml:trace contextRef="#ctx0" brushRef="#br0" timeOffset="150070.82">21195 17700 1038 0,'0'0'125'0,"0"0"-18"0,0 0-50 16,122 18-42-16,-86-18-9 16,-5 0-12-16,-6 0-70 15,-11 0 32-15,-12-4-137 16,-2-10-181-16</inkml:trace>
  <inkml:trace contextRef="#ctx0" brushRef="#br0" timeOffset="150241.07">21233 17463 1399 0,'0'0'50'0,"0"0"-18"16,0 0-3-1,0 0-29-15,116 32-48 0,-77-34-46 16,-2-19-146 0,-16-2-606-16</inkml:trace>
  <inkml:trace contextRef="#ctx0" brushRef="#br0" timeOffset="153173.31">22064 17017 164 0,'0'0'35'0,"0"0"-4"0,0 0 42 15,0 0 3-15,0 0-7 0,0 0 26 16,11-9-14-16,-11 9 7 16,0-4-8-16,0 4 8 15,0-4-35-15,0 4 4 16,0 0-11-16,0 0 14 15,0 0-33-15,0 0-7 16,0 0 15-16,0 0 1 16,0 8-5-16,0 18-26 15,0 10 22-15,-2 9-14 0,-14 1-25 16,1 2 21 0,-5-3-12-16,1-6 3 15,0-3 0-15,-1-4-5 16,7-1-10-16,1-14 11 0,12 1-12 15,0-8 15 1,0-10-47-16,20 0 18 0,7 0 21 16,7 0 6-1,-5-4-1-15,0 2 8 0,-7 2-15 16,-2 0 21-16,-2 0-19 16,-1 0 18-16,-3 0 0 15,-3 0-4-15,3 0-10 0,-4 0 3 16,-5 0 2-1,1 0-5-15,0 0 16 0,-4-8 2 16,-2-6-13 0,0-3 0-16,2 4 12 15,0-1-26-15,0 0 19 16,-2 6-5-16,0 0 0 0,4 6 3 16,-4-2-6-16,0 4 10 15,0 0 47-15,0 0-54 16,0 19 8-16,0 12-3 15,0 13 0-15,0 14 8 16,0 4-3-16,0 5-6 16,0-7 4-16,0-7-13 15,3-14 14-15,7-17-18 16,2-8-6-16,1-4-6 0,-1-10-63 16,3 0-47-1,-4 0-165-15,1-10-169 0</inkml:trace>
  <inkml:trace contextRef="#ctx0" brushRef="#br0" timeOffset="154040.66">22697 17365 367 0,'0'0'150'15,"0"0"-102"-15,0 0 11 0,0 0 56 16,0 0 52-16,0 0-58 0,91-59-28 16,-78 34-1-1,-1-7-43-15,-8 1-10 16,1 4-17-16,-5 1-20 0,0 3 2 15,-13 5 6 1,-12 9-32-16,-6 5 25 0,0 4-18 16,-1 4 14-1,6 18-4-15,3 14 17 0,10 0 2 16,9 4 1-16,4-4 12 0,0-10-6 16,19-8-12-1,12-4 6-15,3-14 18 16,6 0-12-16,-4 0-2 15,-3-10-6-15,-4-12 11 16,-9 4-24-16,-6 0 13 16,-8-3-5-16,-6 4 2 15,0 3-1-15,0 0-22 16,-11 6-5-16,-7 2-25 16,1 2-8-16,5 4 55 0,1 0-1 15,7 0 9-15,2 0 0 16,2 4 11-16,0 10-4 15,6 4 19-15,12 0-11 16,2 8-15-16,2-4 6 16,-2 2 2-16,0-2-6 0,-1 0 1 15,-2 0 18 1,-1 4-17-16,-1-4 8 16,-1 2-12-16,-3 2 0 15,-5-3 1-15,-4-1 0 16,-2 0 13-16,0 0 7 15,-23 0 28-15,-16 2-47 0,-5-3 32 16,-3-2-13 0,-2-1-20-16,11-6-1 0,12-2 3 15,12-6-6-15,12 0-4 16,2 0-5-16,2 6-149 16,20 3-108-16,5 6-329 15</inkml:trace>
  <inkml:trace contextRef="#ctx0" brushRef="#br0" timeOffset="156351.17">23952 17656 436 0,'0'0'0'0,"0"0"-166"0,0 0 166 0,0 0 30 15,0 0 172-15,0 0-57 16,0 0-30-16,-92-54 19 16,86 54-112-16,-2-4 0 15,6-1-16-15,0 5 1 16,-7-1-6-16,3 1 47 0,-4 0 41 16,2 0-15-1,1 0-8-15,1 0-49 16,3 0 16-16,3 0-15 15,0 0 1-15,20 0-16 0,34 0-3 16,28 0 37 0,27 10 9-16,25 0 4 0,10 2-47 15,4-6 15-15,-3 1-10 16,-14-2-15-16,-15-5 12 16,-9 4-10-16,-16-4-33 0,-13 0-3 15,-17-4-37 1,-19-9-13-16,-22-4-77 15,-20 3-278-15</inkml:trace>
  <inkml:trace contextRef="#ctx0" brushRef="#br0" timeOffset="156820.79">24134 17467 725 0,'0'0'117'0,"0"0"-102"0,0 0 82 0,0 0 31 15,0 0-58-15,0 0-6 0,38-48 17 16,14 44-18 0,14 4 11-16,12-2-42 0,11 2 6 15,9-4-10-15,3 0-19 16,1 0-9-16,-6-4-7 16,-1 2-13-16,-8 2-33 15,-9 0-5-15,-11 4-126 16,-20 0-214-16,-23 0-330 15</inkml:trace>
  <inkml:trace contextRef="#ctx0" brushRef="#br0" timeOffset="157304.29">25007 17161 1072 0,'0'0'12'0,"0"0"55"0,143 30 42 0,-76-20-72 0,2 1-19 16,-7 4 4-16,-6 7 0 16,-12 0-9-16,-13 0-12 15,-17 10 13-15,-14-1-16 16,0 6 6-16,-27 3-8 15,-4 4 2-15,0 1-2 16,6-1 2-16,1 2 4 16,6-8-9-16,4-9 23 15,4-8-27-15,8-11 21 0,2-10-20 16,0 0-32 0,0 0-38-16,17-6 37 0,5-8-106 15,1-2-396 1</inkml:trace>
  <inkml:trace contextRef="#ctx0" brushRef="#br0" timeOffset="158031.01">26190 17696 1029 0,'0'0'150'0,"0"0"-104"0,0 0 30 15,118-142-5-15,-58 61 19 16,7 0-49-16,-2-5-9 15,-5 7-32-15,-4 8 0 16,-7 12-1-16,-7 6-24 16,-9 13 17-16,-3 12-46 15,-10 6 14-15,-7 8-51 0,-4 10-56 16,-9 4-204 0,0 0-187-16</inkml:trace>
  <inkml:trace contextRef="#ctx0" brushRef="#br0" timeOffset="158284.96">26331 17017 1165 0,'0'0'108'0,"11"107"-33"16,29-30 7-1,9 7-7-15,9 0-50 0,4 1-5 16,3-13-7 0,-1-11-26-16,-4-6-2 15,-6-5-39-15,-10-11 3 0,-5-2-24 16,-8-15-63-16,-6-10-242 16,-8-12-355-1</inkml:trace>
  <inkml:trace contextRef="#ctx0" brushRef="#br0" timeOffset="158651.11">27126 17504 1048 0,'0'0'118'0,"0"0"-7"15,0 0-35-15,171-18-14 16,-113 9-60-16,-6-1-4 16,-12-2-5-16,-13 2-7 15,-11 2-81-15,-16-6-12 0,0-4-75 16,-35 0-370-16</inkml:trace>
  <inkml:trace contextRef="#ctx0" brushRef="#br0" timeOffset="158830.94">27102 17295 1215 0,'0'0'172'16,"0"0"-121"-16,0 0-16 16,0 0 4-16,151 40-39 0,-95-40-3 15,0-10-32 1,-1-16-54-16,-12-2-83 15,-12-2-634-15</inkml:trace>
  <inkml:trace contextRef="#ctx0" brushRef="#br0" timeOffset="159531.29">27858 17467 839 0,'0'0'230'0,"0"0"-144"0,0 139 12 0,21-95-33 0,10-8-61 0,3 1-4 15,-3-10-5 1,-7-4 4-16,-3-8-6 0,-12-9 14 15,-1-6-11 1,-8-10 17-16,0-34 15 16,0-15-10-16,0-20 9 15,2-15-18-15,-2-16-9 16,0-17-11-16,0-11-40 16,-6-9-6-16,-19-5-64 15,4 17-28-15,9 21 118 0,7 35 31 16,5 35 99-16,0 27 32 15,25 13-61-15,13 4-30 16,16 0 9-16,12 8-32 16,8 10-17-16,6-4 0 15,7 0-12-15,2-10-49 16,-2-4 49-16,-5 0-57 16,-12 0-89-16,-24 0-418 15</inkml:trace>
  <inkml:trace contextRef="#ctx0" brushRef="#br0" timeOffset="160285">28290 16950 645 0,'0'0'68'0,"0"0"14"0,0 0 55 0,0 0 2 16,0 0-78-16,0 0 31 16,46 18-25-16,-46 12-13 15,0 10-44-15,0 2-5 16,-17 2-5-16,-4-7 10 15,1-3-17-15,9-11 14 16,5 0 11-16,6-10-14 16,0-5 0-16,17-8-4 0,14 0-2 15,10 0-8-15,-3-21 20 0,-3-2-22 16,-8 6 3 0,-10 7-4-16,-5-4-13 0,-3 5 13 15,-3-4-6 1,-2 0 0-16,4-5-4 15,-2-4-41-15,1-1 18 16,-1 6-4-16,-4 3 48 16,-2 4 4-16,0 2-4 15,0 4 7-15,0 4-1 16,0 0 1-16,-2 0 11 16,2 4 58-16,0 24-56 15,0 20 52-15,0 19-48 0,0 5 30 16,0 4-36-16,0 1 11 15,0-12-24-15,0-6-3 16,0-9-3-16,0-16 3 16,5-3 1-16,-3-12 1 15,5-1-4-15,-7-11-64 0,0 8-26 16,0-3-128 0,-9-2-255-16</inkml:trace>
  <inkml:trace contextRef="#ctx0" brushRef="#br0" timeOffset="161064.32">28804 17156 239 0,'0'0'151'0,"0"0"-5"0,0 0-6 0,0 0 112 0,0 0-109 16,0 0-35-16,2 35-71 15,10-25 1 1,7-6-34-16,-1-4 7 0,3 0 3 15,-2 0 1 1,-1-26 7-16,-3-2-15 0,-3-12-5 16,-7-4 7-16,-5 3-18 15,0 13-12-15,-12 6 20 16,-10 14-10-16,-5 8 11 16,-4 0 0-16,-4 8-1 15,6 16-3-15,2 6 5 0,4 7-8 16,15-6 14-1,5 8-20-15,3-11 19 0,3-6-10 16,17-4 5 0,6-14-1-16,3-1 7 0,2-3-6 15,-2-3 5-15,0-19 1 16,-2-4-5-16,-4-2 11 16,-8-3-18-16,-8 3 5 0,-5 2-9 15,-2 4 5 1,0 4 4-16,0 8-4 15,0 10 9-15,-7 0-1 16,0 0 3-16,1 10-14 0,6 16-1 16,0-2 8-1,0 6-4-15,0 2 4 0,0-1 2 16,11-3 2-16,5 5 1 16,1-4-4-1,5 1 5-15,3 3 0 0,0-4-12 16,-4-1-2-16,0-6 2 15,-10 0 4-15,-8 4 2 16,-3-2 25-16,-14 2 1 16,-19 5 8-16,-5-12-31 15,0 2 24-15,-3-3-23 0,6-8 6 16,4 3-4 0,6 0-7-16,8-3 1 0,5-6-20 15,6 5-19 1,3-4-88-16,3-5-348 15</inkml:trace>
  <inkml:trace contextRef="#ctx0" brushRef="#br0" timeOffset="161781.09">29528 17245 503 0,'0'0'139'0,"0"0"-87"0,0 0 128 0,0 0 35 15,0 0-168-15,0 0 1 16,18 0 65-16,25 0 20 15,5-4-84-15,10 0-10 16,-4 2 0-16,2-2-35 16,-8 0-8-16,-5 0-10 15,-12 4-35-15,-9 0-52 0,-15 0-29 16,-7 4-226 0,-2-4-126-16</inkml:trace>
  <inkml:trace contextRef="#ctx0" brushRef="#br0" timeOffset="162011.2">29491 17084 1236 0,'0'0'115'0,"0"0"-113"0,0 0 30 16,115 36 25-1,-49-36-22-15,2 0-35 16,-1 0 0-16,-9-5-13 16,-10-8-40-16,-5-1-61 15,-14 0-128-15,-9 2-274 16</inkml:trace>
  <inkml:trace contextRef="#ctx0" brushRef="#br0" timeOffset="162513.75">30254 16790 836 0,'0'0'300'15,"0"0"-275"-15,0 0 80 16,134-22-31-16,-73 16-26 0,-1-2-31 16,-12 8-4-1,-10 0-8-15,-11 0 1 16,-13 26-6-16,-8 14 0 16,-6 10 1-16,0 9 5 15,0 10 10-15,-4 7-5 0,-3 1-3 16,0-5-6-16,7-6-4 15,0-12-4-15,0-10-8 16,0-12-16-16,10-9-28 16,0-6-9-16,-5-4-55 15,1-8-62-15,-4-1-175 0,-2-4 105 16</inkml:trace>
  <inkml:trace contextRef="#ctx0" brushRef="#br0" timeOffset="162732.94">30422 17267 870 0,'0'0'497'15,"0"0"-496"-15,0 0 87 16,156-18-2-16,-88 0-80 15,1 5-6-15,-4 0-39 0,-5 3-24 16,-13 2-182 0,-9 4-706-16</inkml:trace>
  <inkml:trace contextRef="#ctx0" brushRef="#br0" timeOffset="163401.03">31380 17038 655 0,'0'0'46'0,"0"0"148"0,0 0-51 16,0 0-53-16,-119-4-26 15,82 22 17-15,1 9-62 16,3 9 29-16,2 0-10 16,10 8-19-16,13-4 6 0,8-4-18 15,0-3 11 1,29-8-16-16,6-3 7 15,1-4 3-15,1-12-24 16,3-2 1-16,-1-4-35 0,1-4-18 16,-1-20-39-1,-3-10-57-15,-9-6-152 16,-7-2 86-16,-9-2-101 0</inkml:trace>
  <inkml:trace contextRef="#ctx0" brushRef="#br0" timeOffset="163730.99">31380 17038 502 0,'127'14'201'0,"-125"-14"35"15,2 0-75-15,3 0-138 16,4 18 78-16,2 4-67 16,3 1-19-16,-3-5-11 0,3 4-6 15,-1-12 2-15,2-7-16 16,-2-3-18-16,-1 0 21 16,1-7 13-16,5-16 12 15,9-4 14 1,2 0-23-16,5 10-6 0,-3 12-3 15,-6 5 4-15,-2 5 2 16,-8 20 7 0,-1 3 28-16,-1 3-29 0,8-5-10 15,-3-12 10-15,7-4-12 0,-1-2-3 16,3-5 7-16,-2 2 2 16,-5 1 0-1,-7 12 4-15,-3 8-1 0,-5 6 52 16,-5 2-16-1,12-11-39-15,3-4-16 0,16-19-89 16,1 0-283 0</inkml:trace>
  <inkml:trace contextRef="#ctx0" brushRef="#br0" timeOffset="165543.78">27744 5065 636 0,'0'0'395'0,"0"0"-374"0,0 0-20 15,0 0 33-15,0 0-28 0,0 0-11 16,44-73 11-16,-42 73-6 15,7-3 80-15,-4 0 3 16,6-2-23-16,2-7-31 16,7-4 26-16,2-1-52 15,10-2 10-15,-3 3-5 16,0 0-16-16,-5 4-25 16,-9 2-37-16,-3 0-114 0,-12 5-369 15</inkml:trace>
  <inkml:trace contextRef="#ctx0" brushRef="#br0" timeOffset="165851.11">27759 4776 593 0,'0'0'542'16,"0"0"-397"-16,0 0-89 15,0 0 2-15,0 0-45 16,0 0-13-16,145-103-9 15,-110 83-28-15,1-1-49 16,-12 3-147-16,-1 4-445 16</inkml:trace>
  <inkml:trace contextRef="#ctx0" brushRef="#br0" timeOffset="166481.07">28440 4189 505 0,'0'0'283'0,"0"0"-146"0,0 0 27 16,0 0-49-16,0 0-80 0,0 0-25 15,39-58 41 1,-20 40-35-16,0 0 43 0,-6 0-54 15,3 1 7 1,-8 5-8-16,1 6-4 0,-4 5 0 16,-3 1-11-1,1 7 10-15,1 29 1 16,2 17 0-16,1 14 10 0,-3 13-16 16,1 1 6-16,-2 3-3 15,-3 2-23-15,0-7-16 16,0-5 12-16,0-8-23 15,0-17 16-15,0-14-29 16,0-17-15-16,4-14-215 16,-2-4-145-16</inkml:trace>
  <inkml:trace contextRef="#ctx0" brushRef="#br0" timeOffset="166711.2">28392 4656 610 0,'0'0'549'0,"0"0"-483"0,0 0 79 16,133-39-71-1,-79 24-57-15,2 3-17 0,-8 1-7 16,0 4-67-1,-13 5-41-15,-12 2-334 0</inkml:trace>
  <inkml:trace contextRef="#ctx0" brushRef="#br0" timeOffset="167140.93">29027 4382 727 0,'0'0'66'16,"0"0"131"-16,-120 121-18 15,106-76-70-15,12-5-42 16,2-2-61-16,16-5 38 0,17-6-43 15,7-3 14 1,14-8-15-16,-6-6-9 0,-1-4-6 16,0-6-27-1,-4 0-14-15,-4-20-99 0,-1-8-154 16,-9-7-390-16</inkml:trace>
  <inkml:trace contextRef="#ctx0" brushRef="#br0" timeOffset="167681.07">29570 4325 650 0,'0'0'225'0,"0"0"-38"0,0 0-38 16,0 0-80-1,0 0-9-15,0 0-42 0,-33 123 25 16,33-110-41-1,0-8 6-15,0-5-8 16,0 0-1-16,20-9-7 16,5-13 8-16,6 0 0 0,0 4 11 15,1 8-23-15,-9 10 14 16,-4 0-13-16,-4 22 22 16,-6 10 4-16,-4 5 6 0,-3-6 29 15,9-6-35 1,0-7-13-16,9-11-4 0,7-7 11 15,8 0-24 1,6-15 20-16,1-4-10 0,-5 12 2 16,-3 7-1-1,-5 0-8-15,-7 19 11 16,-1 3-5-16,0-1 12 16,4-7-14-16,11-12-13 15,6-2-30-15,0-10-156 0,-4-14-456 16</inkml:trace>
  <inkml:trace contextRef="#ctx0" brushRef="#br1" timeOffset="-214425.95">6929 11781 532 0,'0'0'3'0,"0"0"-3"0,0 0 30 0,0 0 39 16,0 0 47 0,0 0 6-16,0 0-38 0,0-16-22 15,0 12 15-15,0 1-55 16,0 3-1-16,0 0-14 16,0 0-7-16,0-1 0 15,0-5 0-15,0 3 7 16,0-5 1-16,0 2-3 15,-5 0 4-15,3 3-7 16,-2-4 8-16,2 3-20 16,-1 1 8-16,1-1 2 15,2 4 0-15,-3 0 0 0,1 0 13 16,2 0-4-16,0 0 47 16,0 0-55-1,0 0 17-15,0 0-11 0,0 0-12 16,0 0 5-16,0 11-1 15,0 10-6-15,-2 5 14 16,-2 6-2-16,-1-1 5 16,1 5-13-16,0-7 16 15,2-1-22-15,-1-6 15 16,0 1-6-16,3-4 1 16,0-1 3-16,0-6-8 15,0 2 16-15,0-2-22 16,0 3 22-16,0 4-24 0,0-1 20 15,0 1-15 1,0 1 7-16,0-8-3 0,0-3 0 16,0 2 4-1,3-2-14-15,-3 2 26 0,3-1-23 16,-3 2 22 0,0-4-22-16,2-2 13 0,0-4-3 15,-2 0 0-15,2-2 0 0,-2 0-8 16,0 0 16-1,2 0-26-15,0 0 29 16,3 0-19-16,-1 0 16 16,5 0 0-16,0 4-1 15,4-4 11-15,3 0-4 16,-1 0-7-16,4 0-12 0,-2 0 23 16,-1 0-24-1,4 0 16-15,0 0-12 0,0 0 8 16,0 0-6-1,2 0 0-15,-1 0 2 0,1-4-8 16,2-2 17-16,1-3-17 16,1 6 20-16,-3-3-22 15,-1 2 16-15,7-1-12 16,-3 4 4-16,1-3 0 16,5-2-4-16,-3-2 14 15,4 0-22-15,0 0 24 16,1-1-15-16,-3 3 13 15,0 1-18-15,0 2 10 16,0 2-4-16,-2-5 0 16,8-2-6-16,-4-2 5 0,0-5 6 15,1 4-23-15,-5-2 37 16,-2 6-30-16,-4 1 22 16,0-1-14-16,2 4 5 0,4 0 0 15,2-3-3 1,2 4 6-16,1-5-18 0,-3 0 34 15,2 2-31 1,0-3 25-16,-1 3-23 16,-3-1 11-16,2 2-1 15,2 0 0-15,-4-4 2 0,7 3-11 16,-7 4 20-16,0-2-24 16,-2 3 30-16,-3 0-31 15,1 0 22 1,-6 0-12-16,2 0 4 0,3 0 0 15,1 0-2-15,6 0 6 16,1 0-18-16,-3 0 30 16,0 3-22-1,-1 3 16-15,-2 2-20 0,-5 0 15 0,4-4-5 16,-6-2 0 0,1-2 4-16,1 0-11 15,-2 0 18-15,2 0-20 16,5 0 24-16,-3 3-23 0,-6-1 13 15,2 4-5 1,-4-4 3-16,-1 3 3 0,-2-5 19 16,5 0-22-1,0 7 20-15,-1-6-18 16,9 5 20-16,-6-4-20 16,1 7 11-16,-4-3-11 0,6-5-2 15,-4 2-3-15,4-3 0 16,3 0-8-16,-1 0 23 15,3 0-18-15,0 0 18 16,-3 0-26-16,0 0 22 16,-5 0-10-16,3 2 4 15,-4-2-5-15,2 0 16 16,2 0-14-16,2 0 13 16,1 0-1-16,0 0-7 15,-3 1-7-15,-9 2 13 0,8 3-10 16,-2-3 4-1,-1 4 8-15,5-3-14 0,-2-3 4 16,2 2 11-16,2-3-22 16,-7 0 25-16,-1 0-31 15,3 0 23-15,-2 0-15 16,2 0 4-16,3 0 0 0,0 0-4 16,4-7 12-1,2-1-21-15,5 2 26 16,-3-1-18-16,7-2 15 15,-6 3-18-15,1 0 8 16,-6 6 0-16,4 0-1 16,-7 0 2-16,-2 0-10 0,-4 0 21 15,6 0-17-15,-1 0 20 16,-1 0-24-16,7 0 18 16,0 0-17-16,0 0 8 15,0 0 0-15,-2 0-1 16,-3 0 9-16,5 0-16 15,7-2 19-15,4-2 15 16,2 1-5-16,3-4-21 0,-3 5-1 16,-2-1 1-1,1 2 0-15,3-2 1 0,0 3-11 16,-1-4 20-16,-3 4-27 16,-9 0 33-16,-8-2-27 15,-6 2 20-15,5-3-15 16,-3 1 6-16,0-2 0 15,-1 2-4-15,1-2 10 16,2 0-20-16,2-2 28 16,-3 1-29-16,0 0 27 15,-4 0-22-15,-3 5 10 16,7-1 0-16,0 1-1 16,16 0 2-16,-3 0-4 0,5 0 16 15,-1 0-20 1,1 0 23-16,-1 0-28 15,-4 0 21-15,-4 0-17 16,-2 0 8-16,-3 0 0 0,-2 0-5 16,-1 0 13-1,-2 6-22-15,1-2 31 0,3 2-17 16,2 2 5-16,3-2-5 16,1 0 2-16,-5-1-2 15,8-3 2-15,-6 5 3 0,3 3 3 16,5 2-7-1,3 7 47-15,2-6-42 0,-1 1 8 16,-7-4-5 0,2-1-15-16,-4-8 6 0,-6 2 0 15,-4-3-3 1,-3 0 10-16,-1 0-18 16,-5 3 24-16,5 0-17 0,3 4 15 15,2-4-22-15,2 4 13 16,5-3-4-16,0-1-4 15,2-3 0-15,-5 0-4 16,-6 0 20-16,5 0-13 16,-8-4 20-16,-4 4-32 15,0-3 24-15,0 2-16 16,3-1 7-16,3-2 0 0,1 4-3 16,1 0 7-1,-2-4-17-15,3 4 29 16,-2-3-27-16,2 3 25 15,-5 0-28-15,3 0 12 0,1 0 2 16,0 0-4 0,4 0 11-16,3 0-20 0,-1 0 26 15,-3 0-25-15,-2 0 30 16,-7 0-36-16,-3 0 3 16,-2 0 8-16,-3 0 4 15,1 0 3-15,4 0-4 16,-4 0 11-16,3 0-22 15,-1 0 32-15,2 3-30 16,1-2 25-16,-3 2-23 0,2 3 11 16,-1-6 0-1,-5 0-1-15,8 1 6 0,-6-1-19 16,1 0 31-16,-1 0-27 16,1 0 26-1,0 4-31-15,4 3 20 16,2 0-10-16,-1 4 2 0,7-3 2 15,-1-1-3-15,3-4-19 16,-2 3 17-16,-1-4 10 16,-3 0-15-16,-7 2 22 15,-2 0-22-15,-1-2 11 16,3-2 0-16,-1 0 0 16,2 1 2-16,-2 2-15 0,-1-3 27 15,1 0-26 1,2 0 17-16,0 0-10 15,4 3 4-15,1 2-4 16,-1-4 5-16,1 6-6 0,-10-3-2 16,5 0 8-16,-7-4-14 15,0 4 35-15,-2-4-32 16,2 0 23-16,3 0-24 16,0 0 12-16,1 0 0 15,-4 0 0-15,3 0 2 0,-5 0-17 16,0 0 28-1,2 0-28-15,-2 0 30 0,8-4-26 16,0-2 17 0,-2-3-10-16,1 3 4 15,-3 3-14-15,3-6 13 16,-2 2 0-16,-3-4-21 16,2-3 40-16,-4 1-27 15,0-5 18-15,3-2-13 0,-1 1 8 16,2 1-4-16,-2 6 1 15,0-1 9-15,3-2-18 16,-2 0 22-16,-3-4-17 16,4-6 14-16,-4 4-10 15,2-1 10-15,-2 4-7 16,0-2-4-16,0-2 1 16,2 2-6-16,3-8 11 15,1-4-21-15,-2 1 4 0,-1 1 10 16,2 2 2-1,-3 11-6-15,-2 1 6 16,0 9-1-16,0 5 0 16,0 2 5-16,0 0-16 0,0 0 24 15,0-2-26-15,0 2 26 0,0 0-26 16,0 0 18 0,0 0-7-16,0 0 2 0,0 4-12 15,-5 12-18 1,-15 2-168-16,-6-12-509 0</inkml:trace>
  <inkml:trace contextRef="#ctx0" brushRef="#br1" timeOffset="-204985.56">11207 10997 290 0,'0'0'185'0,"0"0"-136"0,0 0-9 15,0 0-15-15,0 0-20 0,0 0 0 16,0 0-2 0,0 0 21-16,0 0 63 0,0 0 31 15,0 0-3 1,0 0-25-16,0 0-14 0,0 0-34 16,0 0-23-16,0 0-19 15,0 0 0-15,0 0-2 16,0 0 11-16,0-4 4 15,0-5-12-15,0-3 18 16,0-3-15-16,0-2-5 16,0-5 1-16,0 0-1 15,0 0-4-15,0 2-2 16,0 5-5-16,0-4 23 16,0 3-18-16,0 2 9 15,0 4-2-15,0 8 17 0,0 0 7 16,0 2-3-1,0-2-12-15,0-2-18 16,0 4 18-16,0-2-21 16,0 2 21-16,0 0-19 0,0 0 8 15,0-2 2 1,0 0-8-16,0 0 8 0,2 2-1 16,-2 0 7-1,0 0 11-15,4 0-15 0,1 0 14 16,4 0-14-16,2 0 28 15,9 0-27-15,2 0-1 16,5 0-2-16,2 0 8 16,-2-6-15-16,0 1 20 15,2 0-17-15,-3 5 17 16,3-6-20-16,1 2 11 16,-2-2-8-16,-8-2-2 0,-2 6-12 15,-5-2 16-15,-9 4-22 16,1 0 23-16,-5 0-6 15,0 0-2-15,0 0 17 16,0 0-14-16,0 0 6 16,0 0 0-16,0 0-4 15,0 0 11-15,0 0-17 16,0 0 20-16,0 0-17 16,0 0 16-16,0 6-18 15,0 8 18-15,0 0-3 16,0 6-3-16,0 4 1 0,0 2-4 15,0 4 9 1,0-2-11-16,0 2 15 0,5 5-20 16,-5 0 17-1,0-1-7-15,0 5 5 0,0-9-4 16,-5-6 20 0,5-11-20-16,-2-9 13 0,2-4-11 15,0 0-3-15,0 0 8 0,0 0-22 16,0 0 10-1,0 0-3-15,0 0 1 16,0 0-13-16,0 0 8 16,0 0-29-16,0-3-22 0,7-15-154 15,-5-7-387-15</inkml:trace>
  <inkml:trace contextRef="#ctx0" brushRef="#br1" timeOffset="-202385.75">11405 10706 287 0,'0'0'197'0,"0"0"-99"15,0 0-81-15,0 0 31 16,0 0-36-16,0 0 7 15,0 7-19-15,0-4 0 16,0-3 23-16,0 6-2 0,0-6 66 16,0 4-42-1,0-4-4-15,0 0-37 0,0 0 3 16,0 0-6-16,0 0-1 16,0 0 0-16,0 0 3 15,0 0 2 1,0 0 5-16,0 0 18 0,0-4-26 15,0-5-4-15,0 2-5 16,0-3 6-16,2 0-17 16,-2 4 5-16,5 0 9 15,-5 1 8-15,2-1-1 16,-2-1 0-16,2-3 17 16,1 1-15-16,-3 0-9 15,4-1 4-15,-2-1 0 16,2 1-3-16,1 5 2 15,-1-1-8-15,-2 2 18 16,1 0-24-16,2 0 26 0,-1-2-18 16,0 0 14-1,3-3-2-15,-1 2-5 0,-1-2 1 16,0 1-5 0,-1 3 14-16,0 0-10 0,-1 4 5 15,1-4 58-15,-2 5-33 0,0-1 14 16,8-5-25-1,-6-1 3-15,7-3-18 0,-2 2 2 16,2-2-12 0,-2 2 17-16,0 7-19 0,-4-2 18 15,-1 3-13-15,0-2 6 16,1-2 8-16,-1-2 16 16,5-2-13-16,0 1 8 15,0-1-15-15,0 3-9 16,0-1 17-16,0 2-20 15,-1 0 16-15,3-2-17 16,-1 4 6-16,1-4 0 16,-1-3-3-16,0 2 10 15,-1 1-12-15,1-4 19 16,2 2-21-16,-3 0 16 0,5-1-15 16,-3 4 12-1,1-3-11-15,0 4 5 16,1-2 0-16,-2 2-3 15,3 0 10-15,-3 0-17 16,3-2 23-16,-4 0-18 16,1 0 13-16,1 0-10 0,1 2 2 15,-1 0 0-15,1 2-3 0,0-1 6 16,0 3-16 0,3 0 26-16,2 0-20 15,-3 0 19-15,1 0-20 16,0 0 16-16,-3 0-12 15,2 0 4-15,-3-5 0 16,5 5-4-16,-1 0 12 0,-1 0-5 16,1 0 0-1,0 0 4-15,2 0-1 16,-5 0-10-16,3 8 4 0,2-4 0 16,-3-2-2-16,10 2 8 15,-6-3-2-15,2 2-1 16,-3-1 29-16,-1-1-31 15,1 1 11-15,3 1-7 16,-4-3-5-16,1 0 0 16,0 0 3-16,0 0-5 15,-3 0 7-15,-1 0-9 0,3 0 15 16,-1 0-3 0,1 0-6-16,4 4 12 15,-3-1-9-15,1 4-4 16,2-3-1-16,-6 2 1 0,7 0-4 15,-5 2 17 1,2-1-25-16,-1 2 27 0,-3-1-25 16,4 0 13-1,-3-4-4-15,1 6 1 0,3-6 6 16,0 3 5-16,-2-4-5 0,2 3-12 16,-7 0 15-1,0 0-18-15,-3-2 18 0,-2 2-17 16,-1 0 12-1,3-1-5-15,-2 3 0 0,5-1 2 16,-1 1-5 0,-1 0 14-16,-1 0-22 0,2 3 30 15,-1 2-35 1,0-3 24-16,3 0-11 16,-4 1 3-16,-3-5 0 15,0-1-5-15,0 1 12 0,-1 1-19 16,3 2 24-1,3-1-19-15,-4 4 17 0,1 3-20 16,3-5 12-16,-1 0-2 16,-3-3 0-16,6-2-3 15,-7 1-9-15,-3-4 24 16,0 0-21-16,-2 3 25 0,4 4-14 16,0-2 1-1,1 1 1-15,-1 1-3 16,3-3-1-16,-2 2 0 15,0-2 6-15,-1 0-16 0,-4 1 21 16,0 0-4 0,3 0-5-16,-5 0 4 0,5-1-5 15,-3-2-1-15,0 0 0 0,0-2 9 16,-2 0-18 0,0 0 20-16,5-2-17 0,-3 0 16 15,0 0-20 1,-2 0 10-16,0 0 0 0,0 0-24 15,0 0-32 1,0 0-42-16,0 0-167 0,-9 4-350 16</inkml:trace>
  <inkml:trace contextRef="#ctx0" brushRef="#br1" timeOffset="-201235.78">13004 10712 112 0,'0'0'135'0,"0"0"-125"16,0 0 58-16,0 0 110 15,0 0-92-15,0 0 16 16,0-3 65-16,0 3-29 15,0 0-64-15,0 0 3 0,0 0-30 16,10 0-21 0,1 0 11-16,2 0-12 0,5 0-10 15,-3 4 3-15,3 3 5 16,1-5-21-16,-4 4 11 16,1 2-5-16,-5 0 7 15,4-1-11-15,1 2-1 16,-8-1-3-16,4 0 0 0,-3 0 0 15,2-2 2 1,-2 0-7-16,-2-1 12 0,-1 0-16 16,-4-1 19-1,3 0-13-15,-3-4 12 0,-2 0-18 16,2 0 11-16,-2 0-2 16,0 0 0-16,0 0 4 15,0 0 4-15,0 0-7 16,0 0 24-16,0-2-20 15,0-14 4-15,0 0 1 16,0-2-13-16,0-6 3 16,0-5 0-16,0 2-6 15,0 1 3-15,0 2-12 0,5 5 26 16,-3 7-20 0,1 4 18-16,-3 7-13 0,0 1 6 15,0 0-2 1,0 0 12-16,0 0-8 0,0 0-8 15,0 4 14 1,-5-3-17-16,0 2 16 0,3-2-9 16,0-1 7-1,-3 0-8-15,-1 0 1 0,1 0-5 16,-4 5-5-16,-4-2-31 0,-3 1 34 16,3 1-31-1,2 1 33-15,2-2-11 0,4 0 9 16,5-3 5-1,0-1 2-15,0 0-1 0,0 0-2 16,0 0-6 0,0 0-64-16,0 0-42 15,-4 0-66-15,0 0-57 16,-3 0-141-16</inkml:trace>
  <inkml:trace contextRef="#ctx0" brushRef="#br1" timeOffset="-200675.87">13054 10801 689 0,'0'0'113'0,"0"0"2"0,0 0-65 0,0 0-48 0,0 0 67 16,0 0-22-16,0 0-5 15,67-50-15-15,-59 45 32 0,0 5-50 16,-6-2-18 0,0-2-3-16,2-2-71 15,-2-6-164-15,-2 2-303 16</inkml:trace>
  <inkml:trace contextRef="#ctx0" brushRef="#br0" timeOffset="-69547.79">3259 15304 449 0,'0'0'52'0,"0"0"-15"15,0 0-9-15,0 0 18 16,0 0-4-16,0 0 24 0,0 0 5 16,-6-20 23-1,6 20-60-15,0 0-25 0,0 0-9 16,0 0 0-16,0 0 12 0,0 0 2 16,0 0 13-1,0 0-25-15,0 0 29 0,0 0-27 16,0 0-7-1,0 0 5-15,0 7-2 0,0 6 0 16,4-1 1 0,3 2-1-16,1-1 9 15,-1 0-3-15,2 5 0 0,2-2-3 16,-2 2 5-16,3 3-5 16,0 4-3-16,-2-2 3 15,7 0-8-15,2 4 9 16,-4-2-11-16,3 2 14 15,-7-5-11-15,7 0 11 16,-3 2-9-16,1-3 2 16,1 2 0-16,2 2-3 15,-4-6 7-15,-1 5-8 16,1 2 8-16,1 0-13 16,1 0 20-16,-1 2-14 15,5-6 11-15,-4 0-12 16,1-4 4-16,-5 1 0 15,1-2-2-15,-1 1 12 0,5 5-10 16,-1-1 3 0,2 0 19-16,0 0-14 0,-3 0-12 15,1 0 8-15,-1-5-4 16,3 4 0-16,-2 0 0 16,1-4-1-16,-3 1 2 15,6 0 0-15,-4 4 0 16,-1 1 32-16,2-4-20 0,-3 3-1 15,1-1-9 1,2-2-3-16,0 0 0 0,-1-2 4 16,4 10-14-1,-1-9 21-15,-1 4-14 0,2 0 13 16,-1-4-15-16,-5 4 10 16,8 0-5-16,-6 0 0 15,1 0 0-15,1 6-3 16,-2 3 11-16,1 0-14 15,-3 5 14-15,6-2-8 16,1 7 2-16,-3-5-2 16,6-4 0-16,-4 0 1 15,-8-6-3-15,5 0 4 0,-3-2-4 16,-7 2 8 0,9 0 6-16,-4 0-7 15,-4-6 5-15,2-4-5 16,-2-2 3-16,0-5-8 15,-5-4 4-15,1 4-8 16,6 0 9-16,-5 4-6 0,1-4 7 16,0 0-8-1,2-5 14-15,-5 2-16 0,3-2 4 16,-2 4 0-16,1 2-2 16,1 2 7-16,-3-2-10 15,0-3 16-15,4-1-17 16,-8 3 17-16,4-5-12 15,0 6 2-15,1-2 8 0,1 2-9 16,-2-2 4 0,4 2-10-16,-4-2 15 0,0-4-18 15,3 2 19 1,-3 3-16-16,-2-2 13 0,4-1-3 16,-4 2 0-1,2 0 6-15,1-2-10 0,-3-2 2 16,0-4-10-16,0 5 17 15,2-2-17-15,1 7 17 16,2-2-9-16,-3 2 0 16,5 3 0-16,-7-4 0 15,7-1 0-15,-4-2-3 16,-5 2 8-16,7-8-13 16,-7 4 18-16,0-4-16 15,4 4 16-15,-4-4-18 16,0 6 9-16,2-6-1 15,-2 0 0-15,0 0 3 16,0 0-9-16,0 0 13 16,0 0-12-16,0 0 17 0,2 0-19 15,-2 0 12-15,0 0-7 16,0 0 2-16,0 0 0 16,0 0-5-16,0 0 11 15,0 0-15-15,0 0 19 16,0 0-3-16,0 0-5 15,0 0-4-15,0 0-1 16,2 0 3-16,1 0 0 16,-3 0-6-16,0 0 1 15,4 0 10-15,-2 0-9 0,3 0 11 16,0 0-13-16,-1 0 12 16,5 0-8-16,-1 0 2 15,4 0 0-15,-1 0-2 16,0 0 5-16,5 0-10 15,0 0 17-15,-3 0-8 16,3 0 6-16,3-6-11 16,1 6 5-16,0 0-2 15,0-4 0-15,1 4 1 16,0 0-6-16,2-4 13 16,4 4-17-16,-3-4 21 15,1 4-19-15,-5-4 13 16,4 4-6-16,7 0 0 0,1 0 0 15,-1 0-1 1,-2 0 6-16,0 0-12 0,6 0 18 16,-4-2-15-1,5-6 11-15,3 4-8 0,-2-5 2 16,1 4 2-16,2 1-3 16,5 0 4-16,-1 4-8 15,10 0 15-15,-3 0-17 16,2 0 15-16,-4 0-15 15,1 0 12-15,-6 0-11 16,0 0 5-16,3 0 0 16,3 0-2-16,-2 0 10 0,4 0-16 15,-2 4 19-15,4 5-19 16,2-8 16-16,0 4-14 16,0-5 8-16,-3 0-3 15,-2 0 1-15,5 0 0 16,-8 0-6-16,8 0 15 15,-4 0-14-15,-6 0 13 16,1 3-12-16,0-3 8 16,-6 0-4-16,-2 0 3 15,-1 0-3-15,3 0 14 16,5 0-12-16,-1 0 1 16,8 4 6-16,1 6 9 15,-3-2-17-15,0 0 6 0,-2-2-2 16,5-6 5-1,-3 5-10-15,2-2 4 0,7 1-10 16,1-4 15 0,1 6-13-16,0-2 17 0,-1 0-16 15,-3 0 8-15,0-4-10 16,-2 0-4-16,1 0 9 16,-1 0 0-16,-5 0 0 15,1 0-6-15,-10 0 12 16,0 0 2-16,-2 0-3 0,0 0-5 15,-6 0 4 1,-1 0-4-16,-6 0 0 0,-3 0 1 16,8 0-7-1,1-4 15-15,2 4-21 0,1 0 25 16,2 0-14-16,-12 0 2 16,4 0-2-1,-8 0 0-15,-9 0-22 16,-6 0-31-16,-7 0-99 0,0-8-345 15</inkml:trace>
  <inkml:trace contextRef="#ctx0" brushRef="#br0" timeOffset="-66965.98">3349 15147 556 0,'0'0'38'0,"0"0"-38"0,0 0 24 16,0 0-24-16,0 0 326 15,0 0-316-15,0 0-10 16,-98 52 0-16,98-52 27 0,0 0-20 16,0 0-11-1,0 0 11-15,0 0-10 0,0 0 6 16,0 0 14-16,0 0-9 0,0 0-5 16,0 0 21-1,0 0-23-15,0 0-2 16,0 0 11-16,0 0-15 15,0 5 11-15,0-4 5 16,0-1 12-16,0 0-8 16,0 0-15-16,0 0 0 0,0 0-5 15,0 0 10 1,0 0-16-16,0 0 17 16,0 0-11-16,0 0 10 15,0 3 3-15,0-3 4 16,0 0 0-16,0 4-10 15,0 6 4-15,0-2-12 0,8 5 15 16,5-4-15-16,6 5 13 16,0-4-7-1,3 1 0-15,3 0 2 0,0-3 8 16,-6 2-10-16,8-2 0 0,-4 2 11 16,4 4-18-1,-3 0 17-15,5 3-11 16,-2-6 2-16,1 3-1 15,-1 0 0-15,0-3 1 0,4 1-4 16,-2 1 5 0,0-3-8-16,2 6 9 0,1-2-4 15,3 8 2-15,6 5-1 0,-8 1 0 16,7-2 0 0,-7-8-4-1,-2-6 6-15,1 2-2 0,3 0 3 16,3-1-1-16,-2-2 10 15,2 1-18-15,-5 2 11 16,5-1-10-16,-3 4 1 16,-1-7 4-16,4 1-3 15,-12-1 7-15,6-1-8 16,-4-1 16-16,9-2-25 0,-2 3 15 16,1-8-3-16,6 11 1 15,-1-4 0 1,-1-2 0-16,-3 2 3 0,3-2-8 15,1 3 11-15,-6-2 3 16,1-7-7-16,-5 4 8 16,-2-2-5-16,4 2-5 15,3 4 0-15,-1 2 0 0,8 3 11 16,-1 4-11 0,-2-3 24-16,1-1-18 15,-4-4-3-15,-1 0 2 16,-1-4-1-16,4 4-1 0,-1-5-2 15,-1 6 6 1,3 2-3-16,-1 2-4 0,3 4 8 16,0 0 4-1,3 0-10-15,3 0 10 16,4-4-2-16,2 2 9 16,-2-1-19-16,0-2 0 0,-3-3-1 15,-5 2 9-15,2 3-16 0,-2 2 16 16,-2 1-14-1,1-1 18-15,-4 0-17 16,-1-3 10-16,3-5-4 16,-3 4-1-16,3 1 0 0,2-1 3 15,-5 0 4-15,4-3 7 16,1 4-10-16,1 3 2 16,-4 1-4-16,5-4-1 15,-5 0-1-15,0 2 0 16,0-2-1-16,-4 0 6 15,2 4-14-15,-5-4 18 16,7 3-13-16,-4 0 16 16,-2-3-15-16,1-1 7 0,5 4-6 15,0 1 2 1,0 0 0-16,2 6-5 16,1 6 14-16,4-4-16 15,-5 2 20-15,1-6-20 16,-1 1 14-16,0-5-8 15,5 3 1-15,2 2 0 16,-7-5-1-16,0 8 4 16,3-5-12-16,-5 0 18 15,0 1-15-15,-2 0 16 0,-2-4-14 16,-3-2 4-16,1-2 0 16,-1 0 0-16,0 1 0 15,1 0-9-15,1-1 20 16,2 8-23-16,2-4 25 15,1 5-19-15,0-5 12 16,-4 0-11-16,0-1 5 16,-3-2-1-16,5-3 0 15,-5 2 1-15,1-5-5 0,-3 0 17 16,-2 5-19-16,-4-6 18 16,1 2-19-16,-5 2 11 15,-4-2-3-15,3-2 0 16,0-4-1-16,0 2-4 15,1 1 7 1,-2-2-8-16,1 5 12 0,1-6-8 16,-2 4 7-16,2-2-9 15,-1 3 4-15,-1-6 0 16,-2 2 0-16,-2 4 2 16,-6-9-1-16,2 4 4 15,-2 2-2-15,-5-2 5 16,6 0-13-16,-6 0 14 0,2 1-4 15,-1-5 6 1,-1 1-10-16,-2 4 5 0,0-5-2 16,2 0-7-1,0 3 8-15,0 1-8 16,3-4 14-16,-3 8-11 16,8-6 2-16,-4 6 3 0,1-4 1 15,3 0 3-15,1 2 10 16,2-1-16-16,1-2 18 15,9 6-21-15,-6-8-5 16,1 3 0-16,-9 0 4 16,-1-4-5-16,-6 4-4 0,-4-4-19 15,0 0-54 1,-14 0-78-16,-24-4-792 16</inkml:trace>
  <inkml:trace contextRef="#ctx0" brushRef="#br0" timeOffset="-64818.68">4494 16981 245 0,'0'0'33'0,"0"0"-10"0,0 0 67 0,0 0 7 16,0 0-7-1,0 0-62-15,0-5 33 16,0 5-56-16,0 0 15 15,0 0 7-15,0 0 55 0,0 0 2 16,0 0-15 0,0 0 10-16,0 0-41 0,0 0 0 15,0 0-31-15,0 0-9 16,0 0 2-16,0 0-1 16,0 0 1-16,10 0 11 15,4 0-6-15,-3 0-4 16,5 0-1-16,6 0 6 0,0 0 0 15,5 0-4 1,0 0 2-16,0 0-3 16,-1 0 9-16,-2 0-2 15,-1 0-3-15,0 0-1 0,-2 0 4 16,0 5-11 0,1 4 10-16,-2-1-7 0,2 2 6 15,1-1-9 1,-5 0 3-16,-1 3 0 15,1-6-2-15,-5 2 8 0,3 2-15 16,-1-2 19-16,-1 2-19 16,2 2 19-16,2 2-15 15,-3 0 9-15,1 4-4 16,-1 5 0-16,-1-5 2 16,-3 4 5-16,-3-5-3 15,-1 0 29-15,2 7-32 16,0-2 29-16,-2 1-28 0,2-2 14 15,2 2-13 1,0 2-3-16,3-6 0 16,-1 2 5-16,1-11-14 15,-6 0 23-15,1-6-32 0,-5-4 16 16,-4 0-27 0,0 0-99-16,0-18-137 0,-2-14-255 15</inkml:trace>
  <inkml:trace contextRef="#ctx0" brushRef="#br0" timeOffset="-63605.47">4803 16686 255 0,'0'0'78'0,"0"0"5"0,0 0 6 16,0 0-18-16,0 0-40 16,0 0 46-16,0 0-31 15,0 0 34-15,0 0-23 16,0 0-7-16,0 0 14 0,0-3 3 16,0-3-29-1,0-2-32-15,0-10 19 0,-2-4-22 16,-2-6 23-1,2-6-18-15,-3-2 12 16,0 0-5-16,1-4-4 16,-1-4-11-16,1 4 0 0,2 3-6 15,0 9 12-15,0 6-15 16,2 18 18-16,0 0-18 16,0 4 12-16,0 0-3 15,0 0 8-15,-3 0-4 16,1 14-8-16,-3 8-16 15,-1 9 11-15,-1-3-3 16,-2 6 9-16,-2-2-28 0,2-2-19 16,0-2-71-1,0-11-102-15,2-8-5 0,3-9-244 16</inkml:trace>
  <inkml:trace contextRef="#ctx0" brushRef="#br0" timeOffset="-62805.74">5015 16405 182 0,'0'0'302'0,"0"0"-214"0,0 0-55 0,0 0 23 15,0 0-32-15,0 0-4 16,0 0-2-16,0 0 40 15,0 0 39-15,0 0-22 16,0 0 5-16,0 0-65 16,-9 0-1-16,0 10-7 15,-2-2-7-15,5-2 5 16,-4 10 8-16,6-6-13 0,-1 2 0 16,5-2-3-1,0-2 6-15,0-2-16 0,0-2 12 16,0 5-7-1,14-7 15-15,1 4-13 16,1 3 7-16,4-3-2 16,0-2 1-16,1 0 0 0,-2 0-6 15,-3-4 19-15,-3 0-24 16,-4 4 23-16,-2-4-19 16,0 5 10-16,-3-4-6 15,-2 6 6-15,0 8 11 16,-2 3 9-16,0 8-15 15,0 5 2-15,0-4 5 16,0-4-12-16,-6-1 2 0,-8-4 21 16,7-11-22-1,-6-1-2-15,7-6-2 16,-4 0-8-16,2 0-35 0,1-13-100 16,-1-5-33-1,8-8-6-15,-4-3 26 0,0 3-32 16,0-6 29-16</inkml:trace>
  <inkml:trace contextRef="#ctx0" brushRef="#br0" timeOffset="-62545.9">4999 16445 569 0,'0'0'0'0,"0"0"-10"0,0 0-37 0,0 0-26 0,0 0-25 0,0 0 16 15,-9-71 82 1,9 62 104-16,0 5 55 0,0-1-123 16,0 5-8-1,0 0-2-15,0 0 62 0,0 0 7 16,0 0-57-16,0 0 8 16,11 0 7-16,3 0-50 15,-3-8 8-15,3 3-11 16,-1-8-45-16,-3 7-92 15,2-1-103-15</inkml:trace>
  <inkml:trace contextRef="#ctx0" brushRef="#br0" timeOffset="-62072.94">5335 16677 10 0,'0'0'421'15,"0"0"-409"-15,0 0-4 16,0 0 11-16,0 0 68 16,43 109 4-16,-32-102 6 0,2-7-42 15,1 0-18-15,5 0 20 16,4-17-33-16,-5-5-5 16,0-5 14-16,-9-1 47 15,-5-2-57-15,-4-2 15 16,0 0 0-16,0-2-24 15,-16 2-4-15,-1 10 0 16,-1 4-20-16,1 6 5 0,-6 6 4 16,-2-2-7-1,1 3 7-15,2 4-37 0,2 1-33 16,1 0 17-16,9 6 15 16,3 6-106-16,3-2-141 15</inkml:trace>
  <inkml:trace contextRef="#ctx0" brushRef="#br0" timeOffset="-61645.52">5558 16397 554 0,'0'0'162'0,"0"0"-162"0,0 0 0 0,0 0 49 16,0 0 8-16,0 0-1 16,29-32 12-16,-29 10 38 15,0 3-55-15,0 6-7 16,0 4-15-16,0 0 12 0,-4 6 6 16,-7 3-47-16,0 0 17 15,-3 0-9-15,3 12-16 16,-2 7 2-1,8-2 1-15,3 1-30 0,2-3-69 16,0-7-220-16,0-4-428 16</inkml:trace>
  <inkml:trace contextRef="#ctx0" brushRef="#br0" timeOffset="-60505.64">6239 15615 54 0,'0'0'259'0,"0"0"-221"0,0 0 94 15,0 0-16-15,0 0-3 16,0 0 70-16,15 0-68 16,-11 0-34-16,0 0-40 15,6 0 19-15,3-17-9 0,3-2-28 16,5-12 27-16,8-1-47 16,3-7 6-16,1-5-2 15,-2 1-12-15,-2 9 5 16,-4 2-14-16,-5 12-41 15,-7 6 18 1,-1 8-22-16,-6 6-3 0,-3 0-25 16,-3 0-157-16,0 0-4 15</inkml:trace>
  <inkml:trace contextRef="#ctx0" brushRef="#br0" timeOffset="-60055.64">6241 15258 485 0,'0'0'394'0,"0"0"-376"0,0 0 4 16,71 121 117-16,-27-77-100 15,10 6 20-15,-5 7-7 16,-7 10-10-16,-2-5-19 0,-4-9 2 16,-12-6-25-1,1-13-2-15,-1-6-35 16,-13-10-93-16,-7-14-214 15</inkml:trace>
  <inkml:trace contextRef="#ctx0" brushRef="#br0" timeOffset="-58595.53">3315 16565 563 0,'0'0'28'0,"0"0"-28"0,0 0 0 0,0 0 25 16,0 0-9-1,0 0 8-15,60-17 65 0,-49 18 11 16,0 11-15-16,-1 2-46 16,-2 4-12-16,-1-6-18 15,7 6-13-15,-4-4 4 0,1-3-7 16,1-4-10-1,-3 1-6-15,1-8 14 16,0 0-58-16,-4 0-22 16,5 0 26-16,1 0 60 15,-1 0 2-15,6 0-2 0,-5 10 6 16,-1 9 24 0,-3 2 35-16,0 6-39 15,-4 5 52-15,-2 4-38 16,2 4 10-16,-1-1-33 15,-3-6-7-15,0-3-7 0,0-7 1 16,0-6-4-16,-18-3 6 16,-2 5-8-16,-3-4-1 15,6-9-2-15,3-2-12 16,1-4-87-16,2 0-23 16,4 0 117-16</inkml:trace>
  <inkml:trace contextRef="#ctx0" brushRef="#br0" timeOffset="-57375.6">3268 16605 246 0,'0'0'297'0,"0"0"-169"0,0 0-27 15,0 0-7-15,0 0-27 16,0 0-8-16,-20 10-55 16,20-14 28-16,0-2-27 15,0-1 20-15,0 2-2 16,0-1-9-16,0 2-8 15,0 0 2-15,7-4-10 0,8-2 11 16,6-2-9 0,1 2 0-16,2-2 1 0,0 2-1 15,3 5 1-15,0 2-2 0,-2 3-1 32,-1 0 1-32,-2 0-2 0,1 12-10 0,-3 2 18 15,-5 5-5 1,-1-2 0-16,-3-3-1 15,-7 2-2-15,-4 2 3 16,0 0-5-16,0-4-21 16,-13-2 22-16,4-6-2 15,-2-6 6-15,4 0 19 16,3 0-14-16,2-6-5 16,2-11-72-16,0-2 30 15,0 3-9-15,0 6-9 0,4 7-28 16,9-2 83-16,1 5-7 15,-1 0-2 1,2 0 14-16,-1 0 5 0,-1 12 5 16,1 2-9-16,-3 0 33 15,-3 8 3-15,-2 4 6 16,-6 11-16-16,0-6 13 16,0 4-4-16,-12 1-24 0,-3-13 8 15,-6 0 0 1,1-8 19-16,3 0-18 0,3-5 3 15,5-2-24 1,3 2-7-16,6 2-135 0,0-8-131 16,0-4-219-1</inkml:trace>
  <inkml:trace contextRef="#ctx0" brushRef="#br0" timeOffset="-55785.49">6694 17598 819 0,'0'0'212'0,"0"0"-195"16,0 0-7-16,0 0 25 15,0 0-30-15,0 0 16 16,0 32 43-16,-2-10-3 15,-6 5-46-15,-5 4 25 0,-3 9-32 16,-3 4 12 0,2 4-15-16,-3 2-4 0,3-9-1 15,5-9 0-15,1-10 0 16,7-10 7-16,1-6-5 16,3-6-2-16,0 0-15 15,0 0-57-15,9 0 68 16,7 0-4-16,-1 0 7 0,-2-1 1 15,3-4 0 1,3-3-4-16,-2 4 10 16,3-2-13-16,3 2 14 15,-2 0-11-15,4-2 7 0,-5-2-6 16,4 0 3-16,-3-2-3 16,-5 2 3-16,-6 2-10 15,-1-3 5-15,-1 5-16 16,-4 1 13-16,0-2-9 15,0-4 17-15,-4 0-2 16,7 0 2-16,-7-3 0 16,4-3-12-16,-4 1-5 15,2 5-43-15,-2-3 52 0,0 7-18 16,0 1 24 0,0 4 4-16,0 0 41 15,0 0 6-15,0 9-25 16,0 8-16-16,-2 10 3 15,-2-1-15-15,4-2 8 16,0 6 41-16,0-3-28 0,0-4 11 16,0-2-16-16,-2-6-8 0,2-3-4 15,0-6 0 1,-5-6-4-16,5 0 11 16,0 0-18-16,-2 0 6 15,-2-2-18-15,-2-16-24 0,-2-3-10 16,6-2 12-1,-2 1 3-15,1 8-220 16,-1-2-246-16</inkml:trace>
  <inkml:trace contextRef="#ctx0" brushRef="#br0" timeOffset="-54877.36">6954 18143 348 0,'0'0'12'0,"0"0"-2"16,0 0 14-16,0 0 19 0,0 0-3 16,0 0 31-1,21 44 10-15,-18-39 33 0,-3-5-42 16,5 3-1-16,-3 1-54 16,-2 1 7-16,2 0-23 15,-2-1 29-15,0 3-24 0,0-4 53 16,0 1-22-1,0 0 0-15,0-4 9 16,0 5-9-16,0-5-27 16,0 0 8-16,0 0-26 0,0 0 8 15,-2 0-6 1,-10-16-6-16,3-5-4 0,-1-9 8 16,0 9 11-16,3-2-9 15,7 2 12 1,0 0-7-16,0-6 1 15,0 10-11-15,0-1-78 0,0 2-85 16,0 6-41-16,-4 2 123 16,0 8 11-16,-5 0-196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10-06T22:20:12.073"/>
    </inkml:context>
    <inkml:brush xml:id="br0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4536 11587 715 0,'0'0'71'0,"0"0"-52"0,0 0 124 16,174-19-7-16,-87-6-33 0,15-6-19 0,2 1-24 31,-3-1-9-31,-7 3-11 0,-7 6-30 0,-8-1 0 16,-4 2-4-16,-11 3-12 0,-15 7-3 0,-18 2-23 31,-11 9-43-16,-11 0-56-15,-9 0-140 16,0 0-143-16</inkml:trace>
  <inkml:trace contextRef="#ctx0" brushRef="#br0" timeOffset="602.21">5532 11081 1053 0,'0'0'49'0,"0"0"-44"0,0 0 15 0,0 0 38 16,127 26-13-16,-74-26-45 15,7 0 30 1,0 0-27-16,0 0 1 15,-4 0-1-15,-8 0-6 0,-15 0 0 16,-8 8-10-16,-17 3-4 16,-8 12-11-16,0 4 28 15,-33 12 2-15,-21 10 20 0,-15 5-22 0,-5-3 15 0,5-4-15 32,13-16 5-32,15-8-5 15,16-11-6 1,10-5-1-16,13-7-30 15,2 0-89-15,0 0-756 16</inkml:trace>
  <inkml:trace contextRef="#ctx0" brushRef="#br0" timeOffset="1141.54">5572 11082 55 0,'0'0'1147'0,"-9"127"-1107"0,9-57-38 16,24-10-2-16,15-12-7 15,1-12-97-15,-5-15-184 16</inkml:trace>
  <inkml:trace contextRef="#ctx0" brushRef="#br0" timeOffset="6629.89">3756 8363 461 0,'0'0'109'0,"0"0"-102"0,0 0 30 15,0 0 16-15,0 0-1 16,0 0-21-16,0 0 17 15,-4-7 16-15,2 7-7 16,-1 0 20-16,1-2-42 16,0-1 28-16,2 3-48 15,-3 0 16-15,3 0-30 16,0 0 18-16,0 0 1 16,0 0-4-16,0 0 8 15,0 0-13-15,0 0 12 0,0 0-20 16,0 0 2-16,0 0-2 15,25 0-3-15,18 5 3 16,17-1 15-16,19-4-7 16,15 0-6-16,16 0 15 15,-2-13-15-15,-5 4 5 16,-19 0 2-16,-12 5-24 0,-16 4 10 16,-10 0-1-1,-6 0-34-15,-4 0-4 16,-4 0 0-16,1 0-48 15,-4 0 43-15,-3 0-43 16,-5 0 5-16,-17 0 7 16,-4 8-88-16,-7 13-220 0</inkml:trace>
  <inkml:trace contextRef="#ctx0" brushRef="#br0" timeOffset="7609.99">4710 8082 721 0,'0'0'101'0,"0"0"-73"0,0 0-7 0,0 0 164 31,116 0-129-31,-74-6 1 0,-2 1-44 16,-7-1-7-1,-4 6 7-15,-9 0-25 0,-7 0 12 16,-3 4-19-16,-6 15 15 16,-4 12 4-1,0 7-3-15,-11 10 7 0,-11 4 31 16,-5 1-23-16,0-3-17 0,-2-4 11 16,7-3-5-16,0-8 5 15,4-7-6 1,5-8 2-16,5-5 4 0,6-11-12 15,2-1 14 1,0-3-17-16,0 0-6 0,0 0 10 16,0 0-23-16,0 0 18 0,0 0 10 15,0 0 0-15,0 0-2 16,0 0-17 0,0 0 8-16,0 0-7 0,0 0 9 0,0 0 10 0,0 0-1 46,0 0 5-46,0 0 11 0,0 0-16 16,0 0 5-16,0 0 3 16,0 0-2-16,0-14 16 15,0-10-17-15,0-10-10 16,0-8 2-16,0 1 2 0,0 2 1 16,0 3-6-16,-8 12-5 15,-5 7-10-15,-1 8 10 0,5 9 17 16,3 0-14-1,-4 0-50-15,8 5-229 16,-7 8-424-16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9-29T22:55:02.8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1934 16106 517 0,'0'0'124'0,"0"0"-115"0,0 0 140 15,0 0-65-15,0 0-23 0,0 0-11 16,0 0 34 0,-16 8-15-16,16-8 9 0,0 0-14 15,0 0-6 1,0 0-18-16,0 0-14 0,0 0-2 15,-3 2-12 1,3-2 22-16,0 4-15 0,0-4 21 16,0 0-33-1,0 0-1-15,12 0-6 0,28 0 0 16,25 0 33-16,30 0-17 0,30 0 17 16,20-14-20-1,4 0-13-15,1 2-1 16,-15 2-2-16,-14-2-34 15,-7 2 16-15,-16-8-25 16,-17-8-17-16,-11-1-19 16,-19-1-69-16,-16 2-169 0,-16 16-347 15</inkml:trace>
  <inkml:trace contextRef="#ctx0" brushRef="#br0" timeOffset="2230.09">4808 16066 357 0,'0'0'255'0,"0"0"-166"0,0 0 24 0,0 0-42 15,0 0 30-15,0 0-31 16,0 0-23-1,20 0 39-15,-7 0-20 16,7 0-2-16,14 0-33 0,12 0 38 16,24 0-9-16,23 0-22 15,20 4-1-15,24 5-13 16,12-4-21-16,16-5 2 16,9 0-3-16,-5 0-2 15,-9-14-1-15,-15 0-25 0,-16 1-18 16,-22 4-20-1,-23 1-17-15,-26 0-51 16,-26 6-178-16,-32-2-273 16</inkml:trace>
  <inkml:trace contextRef="#ctx0" brushRef="#br0" timeOffset="21430.78">25551 4948 548 0,'0'0'28'0,"0"0"-24"0,0 0 51 15,0 0 45-15,0 0 23 16,0 0-44-16,0 0 4 16,0 0-11-16,0 0 6 15,-2 0-55-15,-3 0 17 0,1 0-35 16,1 0 3-16,-3-1-3 16,-1-4-5-1,3-1 6-15,-5 5-2 0,0-3 17 16,0 0-20-1,-5-2 21-15,6-1-22 0,-3-3 16 16,-3 4-12-16,-1-1-7 16,1 1 3-16,-3 2 0 15,-4 0 0-15,-3 0 0 16,4 4 9-16,-2-2-3 16,-1-1-5-16,4 2 7 15,-8 1-8-15,2-3 2 16,-2 2-1-16,-2 1-1 15,2 0 3-15,3 0-3 16,0 0 8-16,-1 0-15 16,-2 0 15-16,7 0-12 15,-2 0 8-15,0 0-8 0,-1 0 2 16,3 0 2-16,3 0-2 16,-4 0 5-16,2 0-9 15,-2 0 18-15,-3 0-23 16,-1 0 24-16,1 0-23 15,-3 0 11-15,3 0-2 16,1 0-1-16,1 0 1 16,2 0-1-16,0 0-2 15,-1 0 0-15,2 0-9 0,-1 0 11 16,2 0-34-16,-2 0 27 16,0 0-15-16,-4 0-8 15,-7 1 22-15,-4 8-4 16,0 0 6-16,1 4 16 15,3-4-16-15,2 0 19 16,2-1-22-16,-2 0 3 16,-4-1-3-16,0 5-49 15,-3-3 22-15,-1 3 11 16,-1 0 27-16,-3-1-9 16,-1-2 19-16,0 3-11 15,-3-4 2-15,5 2-1 0,3-2 0 16,2-2 0-1,4 2-2-15,3 0 8 16,-1 2-16-16,-2 3 20 16,-2-2-19-16,4 5 20 0,-3 1-22 15,-2-2 17-15,1 1-12 16,-5 3 1-16,0-2 5 16,1-1 0-16,-4 4-2 15,1 1 2 1,5-6-50-16,1 10-39 0,1-6 15 0,2 2 67 15,2-1-5 1,-2 0 5-16,-1 4 7 16,1-3 0-16,-2 4-2 15,2-3 12-15,-3-2-20 0,0 0 4 16,1 0-50 0,-1 3-22-16,3-4 4 0,0 3 1 15,0 0 50 1,-2 3 23-16,-1-1 10 15,1-1 14-15,2 2 12 0,-1-5 11 16,3 1-42-16,0 0-5 16,5-1-19-16,0 0-60 15,1 0-35-15,-1 0 29 0,1 4 42 16,-2 0 43 0,-3 4 85-16,-1 2 35 15,-4 0-45-15,2 1-8 16,-3-1-37-16,6-3-30 15,-1 2-10-15,4-3-1 16,0 0-50-16,3 0 35 0,2 3 2 16,0-2 22-1,-1 1 4-15,0 0 7 0,-2-4-9 16,5 7-2-16,-1-6-5 0,2 1-33 16,2-2-87-1,-3 2-79-15</inkml:trace>
  <inkml:trace contextRef="#ctx0" brushRef="#br0" timeOffset="24500.46">21819 6628 275 0,'0'0'241'0,"0"0"-186"0,0 0-42 15,-71 125 6-15,62-93 24 16,0 0-43-16,0 7-1 0,0 1-1 16,-4 4-10-16,-1 6 8 15,1-4 1-15,-3 2 6 16,3-8-8-16,-3 0 15 15,3-4-18 1,1 2 16-16,-1-2-8 0,3 1 2 16,-4 1 24-16,1-1 25 15,-1 1 5-15,1-5 26 16,4-1-65-16,-2-2-11 16,-2-2 0-16,6-1-1 15,-2-4 3-15,2 8 20 16,-2-2-1-16,5 6 17 15,-3-1 16-15,2 1-56 0,1 3-4 16,2-5 8 0,0-2-15-16,0-1 10 0,2-1-6 15,-3-1 2-15,3 3-3 16,-2-1 8-16,-2 2 5 16,2 1 32-16,0 0-29 15,2-1-4-15,0 1 1 16,0-2 1-16,0 3-2 15,8 1 3-15,-1 1 23 16,-3 4-14-16,5 2-4 0,-2 2-7 16,-3 0-9-1,7-2 7-15,-2 2-12 16,0-4 18-16,7 0-23 0,-3-1 17 16,0-2-14-16,-4 4 10 15,3 1-3-15,-6 2 4 16,-1 2-4-16,-1 2 8 15,-2-3 4-15,8-4-16 16,-2-1 11-16,1-2-12 16,3 4 5-16,-4-3 0 15,1 1 0-15,3-2 2 0,-4 2-10 16,-1-2 18 0,1 0-17-16,2 2 15 15,-1-1-13-15,-1-3 9 16,1-4-7-16,1 4 3 15,-4-2 0-15,0-1-1 16,-1 6 3-16,2-3 5 0,0 0 2 16,1-4-10-1,3-1 7-15,1-4-11 0,-1 2 7 16,5 1-4-16,-3-3 1 0,3 4 1 16,-1-1 1-1,5 0 8-15,3 3-15 16,-2-4 12-16,6 3-6 15,0 2 4-15,-4 3-5 16,0 0 1-16,0 2 0 16,0-3 9-16,-3 2-6 0,4-4-3 15,-2 4 8-15,3-3-10 16,0 1 10 0,-2-5-13-16,2 3 9 0,0-4-8 15,4 3 4 1,-2-1 0-16,2-3-3 0,0 4 20 15,0-3-26 1,2 0 22-16,-4-4-21 0,4-1 16 16,4 2-3-16,-6-5-1 15,5 4-1-15,-3-3 10 16,7 0-12-16,-3 1 18 16,1 1-17-16,4 1 21 15,-2 1-15-15,0-3-9 16,2 3 6-16,0-3-2 15,4 2 5-15,4-2-2 16,0-1-1-16,4 4 2 16,6 0-2-16,0 0 1 0,2-1-7 15,0 4 7-15,-5-2-9 16,3-1 3-16,-2-1 0 16,0-2-2-16,2-1 8 15,0-2-17-15,2-1 26 16,3-2-20-16,1-2 16 0,-4 0-13 15,-2-1 10 1,5-2-1-16,-6 1-7 16,1-1 0-16,2 0 4 15,0-1 2-15,3 0-7 16,-3-1 10-16,-2-5-12 16,4 0 8-16,1-1-5 15,-3-3 1-15,0 4 2 0,2 0-2 16,-1-1 8-1,5 2-11-15,-1 2 9 0,9-2-5 16,-3 1 5-16,2 1-10 16,1-2 10-16,-5 1-11 15,-2 1 4-15,1-3 0 16,2 1-3-16,1 0 11 16,-2 3-17-16,-7-2 22 15,3-1-25-15,-3 1 18 16,-1-3-11-16,6 0 6 15,-2-5-1-15,6 0 0 16,-5 0-1-16,-1 0-9 0,-3 0 20 16,-8 3-13-1,0 3 12-15,2 2-15 0,-6-4 11 16,0-4-7-16,6 4 2 0,-2-4 0 16,9 0 16-1,4 0-3-15,7-7 17 16,-6-4-29-16,-1 3 8 15,-5-1-5-15,-3 0-4 16,-4-1 0-16,-3 2 0 16,-8-1-2-16,-1 0 6 15,-5 4-11-15,-3-4 17 0,-6-2-16 16,0 1 11 0,0-7-10-16,0-10 6 0,5-7-8 15,3-2 5 1,3-4 2-16,1 2-3 0,-6 0 7 15,1 1 0-15,-7 1 0 16,-2 3-7-16,0 1 6 16,-6-1-6-16,-3 3 8 15,3-4-5-15,-2 4 0 16,2-4 0-16,1-4-5 0,-5 0 11 16,8-2-9-1,0-2 13-15,2-4-16 16,4 0 11-16,0 5-10 15,-2 1 5-15,0 0 0 0,-5 4 0 16,1-2 8 0,-5 0-15-16,-1-1 18 0,4-2-18 15,0-8 17-15,-3-1-16 16,9 0 6-16,-3 0-1 16,1-4 0-16,0 2 1 0,-7 2-5 15,5 0 11 1,-8 5-11-16,-1 0 19 0,-1-4-28 15,-1-1 17 1,1-5-7-16,-1 4 3 16,3-5 1-16,2 0-4 15,-4-1 10-15,3 7-5 0,-1 0 9 16,-1 0-2-16,-1 0-7 16,-1-6 4-16,-3 0-5 15,5-5-3-15,-3 1 0 16,1 0 3-16,-3 4 5 15,-5 2-4-15,5 7 29 16,-6 4-29-16,0 5 9 16,1 0-6-16,-2 1-8 15,5-3 3-15,-2-6 1 16,4-6-3-16,0-9 7 16,1-5-6-16,1 0 10 0,-1 4 1 15,-4 8 7 1,-4 4 16-16,1 4-31 0,-3 2 6 15,0-3-7 1,2 0 3-16,4-6-7 16,-4-1 8-16,-2-2 1 15,-2 1 4-15,0 2-2 0,0 4-3 16,0-2-4-16,0 0 0 0,0 5-1 16,0-4-1-1,0 6 4-15,0 2-7 16,-6 0 13-16,-6-2 1 15,-1 2-5-15,-3-4-5 0,-1 1 1 16,1-2-3 0,-2 6 1-16,0-1 2 0,-2-3-3 15,3 0 12 1,-4-4-24-16,6 3 16 0,-1-4-4 16,-1 8-3-16,3-2 4 15,-3-4-1-15,3 8 2 16,-4-2 1-16,-4-3-5 15,-7-1-3-15,-2 2 16 16,-3-1-14-16,-3-4 15 16,2-3-17-16,2 4 8 15,7 4-8-15,4 1-1 16,-3 7 9-16,2 3-9 16,-4 0 18-16,-2 3-19 15,-4-2 22-15,-5 0-24 0,-4-4 14 16,-5-8-4-1,-1-5-4-15,0 2 3 0,9 0 0 16,1 5 0 0,7 10-6-16,2 2 18 0,-2 6-14 15,-3 4 12-15,-4-2-13 0,0 3 8 16,-4-6-2 0,-5-3 0-16,1-2 0 0,-6-4-4 15,3 0 8 1,2 2-10-16,0 0 16 15,3 5-20-15,2 1 16 16,-3 2-11-16,9 2 5 16,3 2 0-16,0 0-2 15,1 2 4-15,-1-4-11 16,-2 4 20-16,-2 0-20 0,-1-2 24 16,-3 1-30-16,1 0 17 15,-3-1-2-15,1 4 0 16,4-3 5-16,-3 1-15 15,4-1 22-15,-1 2-25 16,3-3 16-16,-2 4-6 16,8 0-4-16,-2 3 2 15,0 2 5-15,-1 3-7 0,-1 0 6 16,-4-3 1 0,-3 5-6-16,0-7 15 0,-3-1-11 15,3 3 12 1,-5-2-18-16,-1 3 8 15,1 2-2-15,-6 0 2 16,2-1 0-16,0 2-7 16,-2-3 15-16,1 0-11 15,0-1 13-15,0 2-18 16,2 1 12-16,3 4-8 0,3 0-1 16,1 0 5-16,1 0 0 15,0 0-11-15,-1-4 2 16,2-3-29-16,-1 1 27 15,2 1 1-15,-3-1 5 16,8-2-11-16,6 3-29 16,6 2-21-16,2 4-3 15,4 2 1-15,-1-7-212 0</inkml:trace>
  <inkml:trace contextRef="#ctx0" brushRef="#br0" timeOffset="28130.3">20522 8382 54 0,'0'0'228'0,"0"0"-149"15,0 0 28-15,0 0 41 16,0 0-45 0,0 0-12-16,0 0-5 15,0 6-41-15,0-6 16 0,0 0-18 16,0 0-7-16,0 0 13 16,0 0-17-16,0 0 12 15,0 0-38-15,2 0 9 16,5 2-8-16,0 0 9 15,-1 0-14-15,1 3-2 16,-3-5 0-16,4 2 2 16,5 1 10-16,1-1-8 0,1-1 35 15,5 2-20-15,2-1 4 16,2 2-1-16,10-2-14 16,-3 2-8-16,2-2 2 0,-2-2-4 15,-2 2 9 1,-2 0-8-16,-2 0 5 15,2 2 3-15,0-2-3 16,0 0 0-16,6 0-4 16,-4 2 0-16,2-2 0 15,-2 2 2-15,-3 3-8 0,-1 2 12 16,-3 1-17-16,-1-4 20 16,-4-4-16-16,3 0 11 15,1-2-5-15,0 2 1 16,8-2-1-16,0 0 0 15,5 0 2-15,-3 0-2 16,4 0 5-16,-4 0-4 16,-1 0 2-16,-6 2-4 15,-3 1 1-15,-2 3 1 0,-1-4 0 16,3 4 2 0,0-1-7-16,0-5 11 15,6 2-15-15,2-2 16 16,-5 0-15-16,5 2 13 0,-5 2-10 15,-1 2 5 1,-3 0 0-16,2 2 0 16,-2-4 4-16,0 3-10 15,5 0 12-15,-3 1-8 16,4 0 5-16,10-4-6 0,9 0 10 16,1 1 5-16,-3-4-12 15,1 4 5-15,-2-2-13 16,-1 0 16-16,-1-1-17 15,-5 5 11-15,-1-2-4 16,4-4 2-16,-4 2-1 16,1-2 1-16,-1 1 0 0,-1 2 0 15,2 0 3-15,3 0 0 16,1 1 4-16,-2-1 2 16,-3 1-1-16,-1-1-12 15,3 3 6-15,-1-6-3 16,4-1 1-16,-2 0 0 15,1 0-3-15,-3 0 13 16,1 0-14-16,5 0 16 16,1 0-13-16,7 0 3 15,0 0-2-15,4 0 0 16,1 0 4-16,-1 0-10 16,-4 0 14-16,-3 2-15 15,-5 2 14-15,-7 3-14 16,-3-2 18-16,0 0-15 15,-2-1 5-15,2-2-1 0,-2-2 0 16,5 0 1 0,5 0-7-16,1 0 13 0,3 0-10 15,-1 0 12-15,-1 0-11 16,1 0 4-16,6-6 1 16,2-4 3-16,1-1-6 15,0 0 0-15,0 3 1 16,3 2-4-16,-3-1 6 0,0 3-4 15,1 0 4 1,-2-2 3-16,2-4-4 16,-5 2-1-16,2-4-1 15,0 2 4-15,0 0-9 16,-2 0 12-16,-1 5-11 0,1-1 13 16,-7 3-17-1,-1 3 14-15,-8 0-12 0,0 0 7 16,3-2-3-1,1-2 2-15,-2-2 0 0,9 0-2 16,-4 0 11-16,9 2-14 16,-5 4 7-16,1 0-2 15,3 0 0-15,0 0 2 16,2 2-1-16,4-2-1 16,6 0 0-16,0 0 2 15,2 0-1-15,2 0 10 16,-6 0-11-16,-5 0 0 0,-4 0 14 15,1 0-11 1,0 0 7-16,2 0-10 0,4 0 5 16,2 0-10-1,2 0 10-15,6 0-3 0,-1 0 3 16,-5-2-8-16,-4 2 10 16,-6 0-2-16,-1 0 2 15,-5 0-6-15,-2 0 15 0,5 0-16 16,1 0 6-1,0 0 4-15,0 0-13 16,1 0 4-16,2 0-1 16,0 0 0-16,3 0 2 15,-2 0 4-15,6 0-6 16,-2 0 0-16,2 0 9 0,0 0-11 16,4 0 7-1,4 0-5-15,1 0 4 0,1 0-4 16,1 0 4-16,-2 0 2 15,1 0 8-15,-3 0-7 16,6 0 16-16,-6 0-16 16,4 0 3-16,-5 0-7 15,-2 0 8-15,-2 0-10 16,-5 0 2-16,-4 0-3 16,1 0 4-16,-8 0-8 15,-3 2 15-15,7 2-14 16,-7 0 11-16,1 2-12 15,-4 0 5-15,2 0-1 16,0 1 2-16,0-4-2 16,1 1 0-16,2 0 6 0,-1-2-14 15,0 0 19-15,1 2-19 0,-2 2 19 16,1-2-15 0,5 0 4-16,-3 0-1 15,3-4-1-15,2 0 4 16,-3 0-4-16,3 0 9 0,-3 0-11 15,1 0 11 1,-5 0-4-16,-2 0 0 16,-4 0 5-16,-3 0-8 15,-3 0 0-15,7 0-2 0,-2 0 7 16,-2 0-10 0,3 0 16-16,-5 0-17 0,2 0 12 15,-8 0-4-15,2 0 1 16,-4 0-4-1,5 0 1-15,3 3 0 0,3-3-4 16,3 0 11-16,1 0-2 16,-5 0-2-16,6 0 1 15,-5 0 4-15,-6 0-9 16,-1 4 1-16,-2-1 0 16,1-1 0-16,-2-2 6 0,-2 0-11 15,5 0 17 1,-5 0-18-16,-2 0 10 15,-1 0-8-15,-3 0-3 16,-3 0-7-16,1 0-17 0,-2-8-37 16,6-2-34-1,-5-4-67-15,-4-1-104 0</inkml:trace>
  <inkml:trace contextRef="#ctx0" brushRef="#br0" timeOffset="29144.43">30056 8301 410 0,'0'0'339'0,"0"0"-199"0,0 0-9 16,0 0 1-16,0 0-23 15,0 0-74-15,0 0 10 0,-2 0-22 16,2 0 18-16,0 6-30 16,11 5 9-16,9-4-1 15,5 4-3-15,4-4 13 16,4 4-25-16,1-2 22 15,1 2-17-15,-2 1-17 16,-6-2 9-16,-2 0-2 16,-6 0-20-16,-7 0 4 0,1-2 2 15,-9 2-10-15,-4 2 19 16,0 4 4-16,0 5-4 16,-19 4 12-16,-10 6-8 15,-4 2 4-15,-4 3-4 16,0-1 2-1,3-6 0-15,7-7 0 0,8-8-6 16,9-6-6 0,6-3-44-16,4 1-5 15,0-2-115-15,0-2-137 0,0-1-341 16</inkml:trace>
  <inkml:trace contextRef="#ctx0" brushRef="#br0" timeOffset="29710.41">31023 8530 354 0,'0'0'430'0,"0"0"-342"0,0 0 52 16,0 0 28-16,0 0-83 15,0 0-31-15,-51-24-41 16,27 24 20-16,-6 0-26 15,-3 22 11-15,0 8-4 16,2 6 5-16,6 7 2 0,5-2-15 16,9 2 10-1,9-3-8-15,2-2 13 0,0-6-12 16,10-2-18-16,17-6 6 16,11-6-13-16,7-6-13 15,6-6-14-15,9-6-11 16,-4 0-111-16,-11 0-79 15,-3-6-129-15</inkml:trace>
  <inkml:trace contextRef="#ctx0" brushRef="#br0" timeOffset="30010.55">31257 8865 450 0,'0'0'232'15,"0"0"-224"-15,0 0 25 16,0 0 127-16,0 0-83 16,118 54-22-16,-71-54-45 15,2 0 169-15,3-14-91 16,-8-12-21-16,-4-2-2 0,-14-6-29 16,-12-1 3-1,-11-3-36-15,-3 1 1 0,-3-2-4 16,-23 6-15-1,-8 8-14-15,-9 11 5 16,3 14-9-16,-4 0 20 16,4 17-7-16,6 13-57 15,12-2-74-15,13-5-345 0</inkml:trace>
  <inkml:trace contextRef="#ctx0" brushRef="#br0" timeOffset="30444.12">31887 8572 190 0,'0'0'525'15,"0"0"-370"-15,0 0 40 0,0 0-26 16,0 0-90-16,0 0-14 16,-53-35-30-16,46 35 8 15,-2 0-4-15,5 0-11 0,4 7-20 16,0 7-8 0,0 4 3-16,20 2 2 0,12 1-9 15,-3-1 8 1,4-4-8-16,5-1-1 0,1 4 3 15,-1 1-7 1,1 2 8-16,-12 0-42 0,-12 1 43 16,-15 0 6-1,0-1 1-15,-7 2 35 0,-24 1-13 16,-12-4 21-16,1-3-25 16,0-1-1-16,1-9-24 15,6 1 0-15,4-5-42 16,4-2-102-16,5 2-219 15</inkml:trace>
  <inkml:trace contextRef="#ctx0" brushRef="#br0" timeOffset="33774.21">24934 12551 632 0,'0'0'36'0,"0"0"-28"0,0 0 119 15,0 0-42-15,0 0 29 16,0 0-62-16,0 0 36 16,-29 90-1-16,29-88-51 15,0-2-35-15,0 0 3 0,0 0-8 16,0 0 10 0,0 0 3-16,0 0-2 15,0 0 50-15,0 0-36 16,0 0 17-16,-2 0-30 0,-3-16-4 15,-4-4-4-15,0-10 2 16,3 0-7-16,-1-5 10 16,-2 0 17-1,5-2-19-15,-3-5 7 0,1-4-7 16,0 4-3-16,-2-6 0 16,6 0 0-16,-3-2 0 15,-1-5 5-15,-2 2-12 0,4-2 16 16,-2 5-13-1,1 2 10-15,1 4-8 0,2 4 3 16,0 4-1 0,-1 1 0-16,1 1 2 15,2 1-3-15,0-4 10 0,0-6-14 16,0 4 14 0,0-5-15-16,0 0 14 15,0 4-15-15,0 0 9 0,0 5-2 16,0 4 0-16,0-1 0 15,0-5-4-15,0-1 10 16,0-2-5-16,0-6 1 16,0-2-4-16,0-2-1 15,-3 7 3-15,1 3-1 16,-4 4 2-16,1 2-6 16,1 0 11-16,2-2-8 15,0 0 8-15,-1-2-11 0,3-2 5 16,0-1 0-1,0 6-8-15,0-3 8 0,0 2-1 16,0-2 3 0,0-6-11-16,0 0 18 0,0-5-14 15,0 3 13-15,0-2-13 16,0-2 5-16,0 6 0 16,3 3-1-16,-1 3 2 15,0 6-5-15,-2 0 9 16,0-2-11-16,0-2 17 15,2 0-18-15,-2-3 8 16,2-4-2-16,0 2-5 0,3 1 5 16,-1 0-3-1,1 2 8-15,-3 3-11 0,-2-3 14 16,0 2-11-16,0 1 14 16,0-3-20-16,0-1 9 15,0 3-4-15,0-1 2 16,0 1 3-16,0 1-3 15,0 3 6-15,0 0-6 16,0 0 12-16,-2 0-10 16,-5-3 4-16,5-1-6 15,0 0 1-15,2-1-3 16,0-2 2-16,-3 3-3 16,-1 4-1-16,0 3 14 15,-5 2-5-15,4-1 4 16,1 2-3-16,-1 0-3 0,1-3-3 15,0-4 3 1,1-7 0-16,3-7-6 0,0 1 17 16,0 2-18-1,0 3 18-15,0 3-14 0,0 1 7 16,0 3-8-16,0 0 3 16,0 0 1-16,0 2-3 15,0-3 2-15,3-1-5 0,1 3 12 16,-4-2-15-1,0-1 20-15,0 2-16 0,0-3 5 16,2 4 0 0,0 1-1-16,-2 0 6 0,2-3-17 15,-2 3 24-15,3 0-23 16,-1 0 23-16,0 0-20 16,0 0 16-16,-2-2-13 15,0 2 5-15,0-2 0 16,0 0 0-16,0-3 2 15,0 1-6-15,0 0 14 16,0 2-19-16,0 0 23 16,0 2-22-16,0 0 10 15,0-1-2-15,0 2 0 16,0-1 0-16,0-2-3 0,0-2 7 16,-4 2-13-1,2 1 13-15,-3 1-5 16,1 0 2-16,2 0-2 15,0-4-2-15,-1-4 1 16,1-4 1-16,-2 0 1 16,4 0-9-16,-3 2 20 0,1 3-22 15,2 2 14-15,0 2-6 0,0-4 2 16,0 4-1 0,0-5 2-16,0-2-8 0,0 1 4 15,0-1 8 1,0-2-13-16,0 5 14 15,0-1-10-15,0 1 1 16,-3 6 4-16,1-2-2 0,2 3-1 16,0 0 0-1,0-4 6-15,0-3-10 0,0 1 17 16,0-2-14-16,0-2 8 16,-2 2-5-16,0 0 2 15,0 2-2-15,-2 4-1 16,4 4 2-16,0 0-2 15,0-2 10-15,0 0-10 16,0 0 10-16,0-7-14 16,0 3 10-16,0 3-8 15,0 0-1-15,0 1 5 0,0-2 0 16,0-2 9 0,0-1-21-16,0-8 24 0,0 1-20 15,0 0 15 1,0 2-14-16,0 6 7 15,0 1-1-15,0 6 0 16,0-4 2-16,4 1 3 0,-2-1-1 16,2-2 12-1,1 1-10-15,0 2-5 0,-5 1 6 16,0 9-11-16,0-1 5 16,0 0-1-16,0 3-4 15,0 2 5-15,-3 2-4 16,1 0 8-16,-3 1-3 15,5-6 7-15,-2-2-16 0,2 2 7 16,0-6 0 0,0 4-2-16,0 3 2 0,-2 0 0 15,-4 2 2-15,3 0-1 16,-1 0 8-16,0-2-9 16,-2 1 8-16,2 0-14 15,2 1 5-15,0-5 2 16,-2 1 0-16,4-1-7 15,-3-2 5-15,3 3 4 16,-2 3 1-16,-2 2-1 16,2 5 9-16,0-2-10 15,-2-2 10-15,2-4-11 16,0-2-10-16,0 0 3 16,0 4 14-16,0 2-14 15,-3 4 20-15,3 6-13 0,2 0 9 16,0 3-1-1,0 3-8-15,0 0-4 16,0 0-22-16,0 0-31 16,0-2-40-16,0 1 1 0,0-5 51 15,0-1 3-15,0-1-185 16,0 5-177-16</inkml:trace>
  <inkml:trace contextRef="#ctx0" brushRef="#br0" timeOffset="34740.32">24615 4227 532 0,'0'0'152'0,"0"0"-28"0,0 0 44 16,0 0-45-16,0 0-72 0,0 0-35 15,25-74 28 1,-17 42 5-16,2 2-26 0,-1-1-10 16,1 5-3-1,2 2-2-15,-1 4-8 0,-3 8 7 16,0 1-12 0,-4 11 5-16,1 0 0 0,1 0-21 15,-2 21 21-15,3 11 3 16,-2 2 8-16,4-1-11 15,2-11 1-15,2-8-3 16,3-6-59-16,-6-2-68 16,-4-4-221-16,-6-2-382 15</inkml:trace>
  <inkml:trace contextRef="#ctx0" brushRef="#br0" timeOffset="35620.04">24368 3026 599 0,'0'0'207'0,"0"0"-113"15,0 0 9-15,0 0-28 16,0 0 0-16,0 0-62 15,-11 0 2-15,-7 0-14 16,0 1 30-16,-6 5-3 16,-3 7-27-16,-2 3-1 15,0 5 0-15,0 2 4 0,4 1 1 16,10 0 11-16,6-2-6 16,9 0 8-16,0-1-12 15,0-6 7-15,20-3-6 16,7-6-7-16,8-6 5 15,6 0 2-15,5 0-14 16,4 0 22-16,-4 5-22 16,-3-3 14-16,-10 8-12 15,-11-5 5-15,-8 5 0 16,-8-3 0-16,-6 6 0 16,0 10 20-16,-22 4 16 0,-18 10-6 15,-4-3-25 1,-4-2-6-16,6-8 2 0,4-4-2 15,10-8-15 1,7-2-16-16,5-4-41 0,14-6-68 16,2 0-152-1,0 0-379-15</inkml:trace>
  <inkml:trace contextRef="#ctx0" brushRef="#br0" timeOffset="35950.42">24513 3346 162 0,'0'0'150'0,"0"0"9"0,0 0-78 16,0 0 22-16,0 0-21 0,0 0 34 16,4-1-44-16,-4 10 58 15,0 4-65-15,0 1-1 16,0 0-11-16,14 2-35 15,5-2 4-15,13-7-11 16,1-2 20-16,8-3-29 16,-4-2 22-16,-1 0-18 15,-3 0 6-15,-4 0-12 16,-4-4 0-16,-2-2-6 16,-2-2-1-16,-1-2-29 15,-4 0-17-15,-5-4 22 0,-2-2-54 16,-7-1-38-1,-2 4-202-15,-2-1-163 16</inkml:trace>
  <inkml:trace contextRef="#ctx0" brushRef="#br0" timeOffset="36150.33">24635 3288 661 0,'0'0'39'16,"0"0"138"-16,0 0 2 16,0 0-63-16,0 0-60 15,0 0-39-15,90 16-17 0,-80-16-30 16,-3 0-42-16,-5 0-147 16,-2-10-123-16</inkml:trace>
  <inkml:trace contextRef="#ctx0" brushRef="#br0" timeOffset="36320.65">24635 3288 1260 0,'-20'-117'87'0,"20"117"-49"0,0-1-23 16,16-3-6 0,7-2-15-16,2-2 12 15,4 0-12-15,5 0-22 16,4-2-32-16,-2 4-132 0,-3 2-285 15</inkml:trace>
  <inkml:trace contextRef="#ctx0" brushRef="#br0" timeOffset="36704.47">25134 3367 604 0,'0'0'9'0,"0"0"24"15,0 0 63-15,50-108-46 16,-44 89-45 0,-2 11-10-16,-1 4 8 15,1 4-3-15,-2 0 6 0,2 0 26 16,4 6 25-16,5 11-49 15,1-5 26-15,3 3 36 16,-1-2-10-16,6-10-37 16,2-3 44-16,-3 0-9 15,1 0-10-15,-2-16-30 16,-2-10 0-16,1-6 5 0,0-6-23 16,-7 0 0-1,-2 4-14-15,-1 6 8 16,-1 6-74-16,2 6-9 15,-4 5-156-15,-6 7-163 0</inkml:trace>
  <inkml:trace contextRef="#ctx0" brushRef="#br0" timeOffset="43184.42">29167 9172 236 0,'0'0'202'0,"0"0"-85"0,0 0-34 16,0 0-30-16,0 0-9 15,0 0-20-15,0 0 3 16,23 27 26-16,-19-26-21 0,-2 0 33 15,0 2-33 1,3 0 25-16,1 2-8 16,4-1 9-16,3 0-11 15,-2-2-1-15,2 2-20 0,-2-2-15 16,5-2-10 0,-1 0 7-16,4 0 11 0,-1-6-13 15,-5-12 18-15,7 0-10 16,-5-5 17-16,-1 0-30 15,1-1 8-15,-4-2-9 16,1 2 2-16,-8-3-5 16,0 4 18-16,-4 2-19 15,0 2 14-15,0 9-8 16,-2 1 1-16,-11 5-3 16,-1 2 4-16,-3 2 5 0,-1 0-9 15,0 0 14 1,-2 0-28-16,0 4 14 15,-3 7-1-15,8 2-8 16,-1 3 9-16,1 5-6 16,1-4 3-16,1 1-1 15,2 6-5-15,4-2 3 16,0 0-39-16,7-1 18 16,0-1-9-16,0-4-6 0,5-2-32 15,9-4-10-15,3-6-126 16,-1-4-219-16</inkml:trace>
  <inkml:trace contextRef="#ctx0" brushRef="#br0" timeOffset="43848.38">29606 8849 544 0,'0'0'60'0,"0"0"15"0,0 0-40 16,0 0 50 0,0 0-3-16,0 0 19 0,24 19-61 15,-17-19 20-15,5 0-12 16,1 0 32-16,1-3-35 15,-4-13-1-15,5-1-4 16,-3 0-34-16,-7 3 1 16,1 0 0-16,-6 3-6 15,0 2 8-15,0 5-4 16,-6 2-5-16,-7 2 22 16,-6 0-11-16,1 0-10 0,7 0-2 15,3 6 5 1,0 6-12-16,8-3 7 0,0 2-9 15,0-3-74 1,0-2-175-16,0-6-501 16</inkml:trace>
  <inkml:trace contextRef="#ctx0" brushRef="#br0" timeOffset="49990.42">28915 8580 454 0,'0'0'115'0,"0"0"-92"0,0 0 27 16,0 0-21-16,0 0-21 0,0 0-5 15,-2 0 37-15,-2 0 52 16,0 0 6-16,-2 0-44 15,4 0 5 1,2 0 8-16,0 0-25 0,0 0-23 16,0 4-12-16,0 5-12 15,0-6 17-15,14 0-9 16,-1-3 9-16,1 0-12 16,-3-5 2-16,2-11 11 0,-6-4 0 15,-2-4-4 1,-3 0-9-16,-2 4-9 0,0 4 7 15,0 8-14 1,-12 5 15-16,-5 3 1 0,-4 0 5 16,2 19-5-1,1 0-8-15,7 2 7 0,7-6 0 16,4-8-4 0,0-7 3-16,8 0-6 0,7 0-23 15,3-6 20 1,-5-4-2-16,-3 0 11 0,-3-1-25 15,-5 4-100-15,-2 0-133 0,0-4-378 16</inkml:trace>
  <inkml:trace contextRef="#ctx0" brushRef="#br0" timeOffset="58622.17">29456 4496 194 0</inkml:trace>
  <inkml:trace contextRef="#ctx0" brushRef="#br0" timeOffset="85310.37">25250 4185 443 0,'0'0'155'0,"0"0"-98"0,0 0 1 0,0 0 81 16,0 0-59-16,0 0-30 15,0 0-27-15,-2-3 25 16,2 3 3-16,0 0 14 16,0 0-29-16,0 0 29 15,0 0-25-15,0 0-3 0,0 0-4 16,0 0-26-16,0 0 6 15,0 0-8-15,0 0 5 16,0 0-4-16,0 0 4 16,0 0-7-16,0 0 3 15,-4 0-3-15,4 0-6 16,-2 0 3-16,0 0-2 16,-4 0 0-16,2 0 4 15,-3 3-10-15,3 7 13 0,2 2-13 16,0-2 5-1,2 2-4-15,0 0-4 16,0-2-17-16,0 2 18 16,8-4-14-16,13 2 24 15,0-2-15-15,6-2 13 0,-2-3-10 16,2 0 10-16,-5-3 0 16,0 0-4-16,1-9 4 0,-3-12-6 15,-1-5 8 1,-3-2-33-16,-5-3 2 0,-6 4-22 15,-5 5-14 1,0 2 5-16,0 4 56 16,-11 6-2-16,-12 1 8 15,-6 5 6-15,3 4 13 0,-1 0-19 16,3 0 21 0,3 10-13-16,4 5 4 15,5-1-7-15,1 0 23 16,5 1-17-16,6-2-11 0,0 1 9 15,0-5-20-15,0 1 16 16,11 1-9-16,5-7 4 16,1-2-8-16,4-2 2 15,3 0 6-15,2-6 0 16,-1-8-3-16,-7 2 1 16,-1-1-25-16,-7 6 12 15,-8-2-24-15,0 3 33 16,0 3-5-16,-2 1 11 15,0 2 24-15,0 0 31 16,0 0 10-16,0 0-46 0,0 0-4 16,0 11-5-1,0 5-10-15,5 2 16 0,1-2-32 16,1 1 14-16,-2-3-9 0,1 2-2 16,-1 2 13-1,1 0-3 1,-1 2 3-16,-5-2-6 0,0-1 17 15,0 2-15-15,0-5 8 0,-16-1 27 16,-8-6-19 0,-5-3-8-16,0-2 20 0,0 1-8 15,0-2 5 1,2 5-17-16,-7 6-8 0,1 6-14 16,0 4-51-16,6 0-47 15,12-3-178-15,8-7-123 16</inkml:trace>
  <inkml:trace contextRef="#ctx0" brushRef="#br0" timeOffset="85760.6">25820 4403 431 0,'0'0'106'0,"0"0"-16"15,103-108 135-15,-83 68-75 16,-11 4-52-16,-9-1-65 16,0 6-19-16,-14 3 7 15,-12 8 56-15,-8 12-18 0,-6 8-15 16,-4 0 0-16,-1 14-16 15,3 8 6-15,9-2-28 16,19-4-12-16,10-2-60 16,4-3-34-16,10-5-159 15,17-3-259-15</inkml:trace>
  <inkml:trace contextRef="#ctx0" brushRef="#br0" timeOffset="86630.47">25600 4259 564 0,'0'0'245'0,"0"0"-155"0,0 0 23 16,0 0-40-16,0 0-42 16,0 0-14-16,-29 46-2 15,27-32 61-15,2 2-40 0,0 0 13 16,0 2-41-16,0-1 2 16,11-2-5-1,2 1-3-15,0-5-2 16,5-3 0-16,1-1 0 0,12-7 0 15,7 0-7-15,4 0 14 16,5-4-19-16,-3-14 22 16,-3-2-21-16,-1-3 9 15,-9-4 2-15,-4-3 0 0,-12-2-7 16,-9-2-24 0,-6-2-52-16,0 2 40 0,-6 8-14 15,-14 4 57 1,-2 6 20-16,-3 8 33 0,-2 4-28 15,-4 4 19 1,0 0-44-16,0 5-18 0,6 9-42 16,8 3-84-1,7-1-153-15,10-2 11 0</inkml:trace>
  <inkml:trace contextRef="#ctx0" brushRef="#br0" timeOffset="87080.09">26139 3982 481 0,'0'0'148'0,"0"0"-91"0,0 0 131 16,0 0-68-1,0 0-68-15,0 0-3 16,123-50-43-16,-110 28 7 16,-7 6-9-16,-6 6 11 0,0 4 5 15,-6 4 31-15,-23 2 21 16,-4 0-46-16,4 0-17 16,2 8 14-1,12 0-3-15,6 0-20 0,4-4-21 16,5 2-175-16,0-2-716 0</inkml:trace>
  <inkml:trace contextRef="#ctx0" brushRef="#br0" timeOffset="97770.28">20056 8242 79 0,'0'0'395'0,"0"0"-361"15,0 0-15-15,0 0 26 16,0 0 31-16,0 0 13 16,0 0 31-16,-10 7 35 0,10-5-59 15,-3-2 1 1,3 0-60-16,0 0 5 16,-2 0-36-16,0 0 3 15,2 0-1-15,0 0 0 0,0 0 22 16,0 0-17-16,-2 0 29 15,-3-6-30-15,5-10-4 16,-5-10-2-16,5-8 0 16,0-6-5-16,0-4 11 15,0-3-12-15,0 2 3 0,0 2-16 16,0 3 27-16,0 12-30 16,2 0 19-16,1 15-7 15,-3 4-4-15,0 5 8 16,0 4-5-16,0 0 5 15,0 0-1-15,0 10-1 16,-7 12-8-16,-6 3 2 16,-1 4-2-16,-1 1-64 15,3-3-12-15,4-4-76 0,1-6-161 16,3-7-62 0</inkml:trace>
  <inkml:trace contextRef="#ctx0" brushRef="#br0" timeOffset="98700.26">20313 8126 405 0,'0'0'36'0,"0"0"-22"15,0 0 8-15,0 0-12 16,0 0-8-16,0 0 57 16,-3 3 21-16,3-3 91 0,0 0-63 15,0 0-29-15,0 0-36 16,0 0 21-16,0 0-51 16,0 0-8-16,0-10 0 0,3-6 6 15,12-6 6 1,-2 0-16-16,-1-1 21 0,3 0-14 15,-5 4 1 1,-2 0-8-16,1 1 28 0,-3-1-16 16,0-2 10-1,-4-2-19-15,-2-1 6 16,0 1-20-16,0-4 5 16,0 6-3-16,-2 4-14 0,-10 5 22 15,-1 12 0-15,-1 0 5 16,-3 0 7-16,5 0-3 15,-1 16-17-15,5 1 17 16,3-2-18-16,2 1 11 16,3 4-6-16,0 4 8 15,0-3 1-15,5-6-5 16,10 2 0-16,6-5-1 16,1 2-3-16,4-3-1 15,3 2 10-15,0 0-17 16,0 1 9-16,-4 3 3 0,0-1-38 15,-6 2 20 1,-1-2-2-16,-7 0-1 0,-3 0 9 16,-8 2 8-1,0-2 4-15,0 4 8 0,0 0 19 16,-19-2-15-16,-5-4 9 16,-3-2-11-16,-2-6-7 15,3-4-3-15,1-2-32 0,7 0-37 16,7 0-174-1,5-14-133-15</inkml:trace>
  <inkml:trace contextRef="#ctx0" brushRef="#br0" timeOffset="99130.43">20709 8029 666 0,'0'0'112'0,"0"0"-59"0,0 0 25 0,0 0-9 16,0 0-36-16,0 0 0 0,0 0 4 15,91-18 46-15,-70-7-59 0,-3-3 20 16,-3-3-44 0,-6-2 10-16,-2-1-10 15,-7 2-7-15,0 7 5 16,0 6 4-16,-18 9-2 15,-5 10 1-15,2 0 8 16,-4 0-8-16,3 16-2 0,4 2 1 16,7-4-52-1,6-2-81-15,5-3-259 0</inkml:trace>
  <inkml:trace contextRef="#ctx0" brushRef="#br0" timeOffset="99603.58">21039 7588 576 0,'0'0'86'0,"0"0"-32"0,0 0 74 0,0 0-27 15,0 0-44 1,0 0-35-16,4-81 28 0,-14 76-28 16,-7 5 9-16,2 0-8 15,1 0 3-15,4 1-18 16,1 12-8-1,5-4-35-15,4-1-110 0,0-6-257 16</inkml:trace>
  <inkml:trace contextRef="#ctx0" brushRef="#br0" timeOffset="110070.06">25263 12209 313 0,'0'0'208'0,"0"0"-145"0,0 0 23 0,0 0-20 0,0 0 17 16,0 0-54-16,0 0 38 0,-6 0-11 15,6 0 2 1,0 0 11-16,-2 0-14 16,2 0 12-16,-3 0-36 15,3 0-7-15,0 0-13 0,0 0 25 16,0 0-31-16,-2 0 16 16,2 0 0-16,0 0 11 15,0 0 1 1,0 0-3-16,0 0-8 0,0 0-19 15,0 0 18-15,0 0-15 16,0 0-11-16,0 0 13 16,0-9-10-16,7 3 4 15,4-2-1-15,2 2 6 16,5-1-5-16,2 2-4 16,3 3 14-16,-3 2-17 15,0 0 16-15,-4 0-22 16,-3 0 7-16,-9 20 2 0,-4 10-2 15,0 10 4 1,0 1-5-16,-17 3 0 0,-4-2-1 16,-1-7-14-1,4 0 17-15,-2-7-6 0,0-6 3 16,0-9 6-16,11-1 0 0,2-6-1 16,3-3 6-1,4-3-2-15,0 2 3 16,0-2 2-16,0 0-2 15,14 0 9-15,3 0-1 16,6 0 21-16,-6 0-19 16,-1 0-15-16,-5 0-1 0,3 0 8 15,-1 0-18 1,-2 0 6-16,0 2-19 0,4-2-55 16,-1 0-27-16,1 0-107 15,-3-2-266-15,-3-10-184 16</inkml:trace>
  <inkml:trace contextRef="#ctx0" brushRef="#br0" timeOffset="110740.4">25631 12197 646 0,'0'0'69'0,"0"0"33"0,0 0 43 0,0 0-43 0,0 0-72 16,0 0 9-1,-4-1-7-15,4 1 63 16,0 0-44-16,0 0 7 0,4 0-43 16,8-2 9-16,5-1-24 15,-3 2 1-15,1 1-9 16,-1 0 16-16,1 0-21 16,-4 0 18-16,1 0-16 0,-8 0 20 15,0 13-12 1,-4 8 6-16,0 8 5 0,0 7-8 15,0 3-8 1,0 1 6-16,-4 6 2 0,0-7-16 16,1-3 28-1,3-9-16-15,0-6 4 0,0-5 0 16,0-7-19-16,5-5-4 16,3 1-16-16,-1-1-42 15,2-2 7-15,-2 2 24 0,-1-4 38 16,-1 3-74-1,-1-3-24-15,-2 0-118 0,-2 0-112 16</inkml:trace>
  <inkml:trace contextRef="#ctx0" brushRef="#br0" timeOffset="110990.43">25703 12434 552 0,'0'0'97'0,"0"0"30"0,0 0 64 15,0 0-72-15,0 0-85 0,0 0-22 16,51-20-12-1,-35 18 0-15,-6-2-2 0,4-1-29 16,-5 2-118 0,0-1-221-16</inkml:trace>
  <inkml:trace contextRef="#ctx0" brushRef="#br0" timeOffset="111360.18">25874 12457 586 0,'0'0'194'0,"0"0"-25"16,0 0-62-16,0 0-41 16,0 0-45-16,0 0 5 15,49 65-2-15,-40-65-22 16,2 0 12-16,-2 0-9 15,0-1 38-15,2-22-9 16,1-3 8-16,-4-6-30 16,1 0-11-16,-5 1 1 15,1-2-1-15,-2 3-1 16,-3 5-23-16,0 4 13 16,0 0-47-16,0 10 9 0,0 3 6 15,0 4-2 1,-6 4 0-16,-5 0 44 0,-1 8-5 15,-9 13 3 1,8 4-6-16,4-6-108 16,2-6-175-16</inkml:trace>
  <inkml:trace contextRef="#ctx0" brushRef="#br0" timeOffset="112024.3">26256 12173 645 0,'0'0'262'0,"0"0"-211"0,0 0-10 16,0 0-2-16,0 0-23 0,0 0 8 15,54-37-7-15,-51 23-15 16,-3 4 23-16,0 0-20 15,0 8 28-15,-15 2-10 16,-4 0 4-16,2 0-25 16,1 8-3-16,5-4 1 15,9 2-5-15,2-5-19 0,0-1-141 16,0 0-149 0</inkml:trace>
  <inkml:trace contextRef="#ctx0" brushRef="#br0" timeOffset="194506.15">18581 8372 230 0,'0'0'434'0,"0"0"-367"0,0 0-33 15,0 0 86-15</inkml:trace>
  <inkml:trace contextRef="#ctx0" brushRef="#br0" timeOffset="-190436.58">24163 7528 639 0,'0'0'89'0,"0"0"-62"0,0 0-20 15,0 0-12-15,0 0 7 16,0 0-4-16,29 69 3 16,-26-55-5-16,-1-3-14 15,-2-3-34-15,2 4-76 16,-2-4-310-16</inkml:trace>
  <inkml:trace contextRef="#ctx0" brushRef="#br0" timeOffset="-190196.48">24249 7870 281 0,'0'0'273'15,"0"0"-185"-15,0 0 27 0,0 0 53 16,0 0-36 0,0 0-95-16,85 80-12 0,-73-69-21 15,-1-4-2-15,-3-3-2 0,1 0-13 16,-6-4-69 0,2 0-196-16,-5 0-266 15</inkml:trace>
  <inkml:trace contextRef="#ctx0" brushRef="#br0" timeOffset="-126350.58">24593 8256 223 0,'0'0'282'0,"0"0"-219"0,0 0-27 0,0 0 17 15,0 0-32-15,0 0-15 16,0 0-6-16,0 0 0 16,-11 0 8-16,11 0-6 15,0 0 47-15,0 0 38 16,-5 0-8-16,1 0-28 15,0 0-39-15,-1 0-9 16,0 0 5-16,1 0 28 16,4 0-3-16,-2 0 16 15,2 1-28-15,0-1 11 16,0 0-28-16,0 3 10 0,0-3-6 16,0 0 4-16,0 0 3 15,0 0-9-15,0 0 16 16,-5 0-17-16,5 0 39 15,-4 0-32-15,2 0 11 16,2 0-1-16,0 0 2 16,0 0-19-16,0 0-3 0,0 0 2 15,0 0-1-15,0 0-6 16,0 0 12-16,0 2-14 16,0 8 8-16,0 3-3 15,0 8 6-15,0 2 4 16,13 4-6-16,3-3-3 15,-3-3-2-15,-1-6 4 16,-4-3-10-16,-1-4-26 16,-5-2 1-16,-2-2-53 15,0-4-66-15,2 0-248 16</inkml:trace>
  <inkml:trace contextRef="#ctx0" brushRef="#br0" timeOffset="-124626.49">24112 7611 215 0,'0'0'69'0,"0"0"-69"15,0 0-2-15,0 0-6 16,0 0 15-16,0 0-7 15,2-28 66-15,-2 28 38 0,0 0-26 16,0 0-15-16,0 0-46 16,0 0 31-16,0-4-38 15,0 4-10-15,0-1-1 16,0-3-8-16,0 2 7 0,2-3 4 16,-2 4 11-1,0-2 3-15,0 3 18 16,0-3-33-16,0 3 0 15,0-4 3-15,0 1 1 16,0-3 8-16,0 5-3 16,0-3 29-16,0-3 17 0,0 4 15 15,0-1-45 1,0-2 3-16,0 3-8 0,0 0 21 16,0 3-2-16,0 0-17 15,0 0 4-15,0 0-26 16,0 0-2-16,0 0 5 15,0 12-16-15,0 3 10 16,0-2-21-16,0-2-10 16,9 0-81-16,-2-3-163 15,0-6-265-15</inkml:trace>
  <inkml:trace contextRef="#ctx0" brushRef="#br0" timeOffset="-124086.2">24281 7941 531 0,'0'0'48'0,"0"0"21"16,0 0 26-1,0 0 1-15,0 0-55 16,0 0-17-16,0 0 7 15,0 2 46-15,0 5-20 0,0 6 10 16,9 0 28-16,6 2-92 16,-1 1 0-16,1-2-3 15,1-3-8-15,-7 2-55 16,2-1-44-16,-4-4-116 0,2-2-9 16,-3-3-205-1</inkml:trace>
  <inkml:trace contextRef="#ctx0" brushRef="#br0" timeOffset="-89536.43">24339 5509 393 0,'0'0'197'0,"0"0"-185"0,0 0-3 0,0 0 52 16,0 0-22-16,0 0 28 16,18 1 21-16,-16-1-4 0,0 0 8 15,0 4-54 1,0-4 11-16,5 0-44 0,-5 0 47 15,10 0-8 1,-3 0-24-16,4 0-16 16,-2 0-1-16,-4 0-4 15,-1 0 8-15,-2 0-14 0,2 0 9 16,-2 0-11-16,0 0 5 0,1-4-11 16,3 4-23-1,2-1 7-15,-1-2-22 0,-3 3-52 16,-2 0-70-1,1 0-42-15,-2 0-171 0</inkml:trace>
  <inkml:trace contextRef="#ctx0" brushRef="#br0" timeOffset="-88786.11">24633 5490 510 0,'0'0'154'0,"0"0"-84"0,0 0 63 0,0 0-19 15,0 0-71 1,0 0 3-16,31 0-23 15,-20-4 10-15,1 0-8 16,1 0 29-16,-5 4-33 0,0 0-17 16,-2 0-7-1,1 0 8-15,2 0-10 0,-3 0 5 16,8 0-11-16,-3 0 5 16,3 0-4-16,-1 0-5 15,0 0 8-15,-2 0-13 0,-4 0-21 16,1 0-64-1,0 0-189-15,-6-4-345 0</inkml:trace>
  <inkml:trace contextRef="#ctx0" brushRef="#br0" timeOffset="-86986.27">24484 5556 429 0,'0'0'137'0,"0"0"-83"0,0 0 30 0,0 0-20 16,0 0-18-1,0 0-45-15,0 0-1 0,0 0 1 16,0 0 9-16,0 0-3 16,0 0 67-16,0 0 10 15,2 0-39-15,4 0-15 16,4 0-9-16,1 0 17 15,4 3-28-15,5-1 49 16,1 5-36-16,3-5 8 16,-2 1-28-16,3-2 12 15,-1-1-3-15,1 0 9 16,-3 0 2-16,0 0-22 0,1 0 8 16,-4 0-4-16,-1-4 3 15,-2 0-5-15,-3-1 0 16,-2 4-3-16,-3 1 0 15,-6 0-2-15,0 0 6 16,-2 0-8-16,0 0 8 16,0 0-1-16,0 0 9 15,0 0-12-15,0 0 2 0,0 0 3 16,0 0-5 0,-12 0 3-16,-5 0-8 15,-8 0 12-15,-4 0-14 0,-4 0 14 16,0 0-6-1,1 0 8-15,8 0-6 0,-3 0 0 16,0 0 6 0,8 0 2-16,-4 0-8 0,3-1-4 15,2-2 12-15,4 1-13 0,8 1 12 16,2-2-15 0,1 1 10-16,-1-4-8 15,4 6 3-15,0 0-2 16,0 0-3-16,0 0 0 0,0 0-2 15,0 0 14 1,0 0-18-16,0 0 15 16,0-1-8-16,0 1 2 15,0 0 0-15,0 0-5 0,0-3-21 16,20 1 28 0,6-4 0-16,3 6-3 0,-2-2 11 15,0 2-16-15,-2 0 9 16,0 0-2-16,-6 0-3 15,-1 0 3-15,-1 0-1 16,0 0 4-16,-2 0-9 16,1 0 15-16,-3 0-16 15,-2 0 8-15,-2 0-5 16,-2 0-17-16,-7 0 6 16,0 0 14-16,0 0 1 15,0 0-7-15,0 0 16 16,0 0-12-16,0 0 8 0,-9 0-8 15,-9 0 2 1,-7 2-1-16,6-2 3 0,-4 0 0 16,0 0 2-1,2 0 1-15,3 0 10 0,3 0-7 16,3 0 14-16,5 0-5 0,1 0 6 16,4 0-13-1,2 0 1-15,0 0 5 0,0 0-12 16,0 0-2-1,0 0-2-15,6 0-6 0,11 0 16 16,8 0-8 0,4 0 0-16,2 0-1 0,5 0-1 15,0 0 2-15,-2 0 0 0,-5 0-2 16,-8-2-2 0,-7 2-2-16,-1 0 6 15,-9 0-5-15,-1 0 1 16,-3 0-1-16,0 0 3 15,0 0 1-15,0 0 2 16,0 0-7-16,0 0 12 16,0-2-16-16,0 0 4 15,-9 0 3-15,-4 2-7 16,-1 0 6-16,1 0-7 16,5 0 4-16,0-2 4 15,4 2 5-15,4-2-13 16,0 2 5-16,0 0 4 15,0 0-29-15,8 0 26 0,6 0 1 16,1 0-1 0,4 0-32-16,-4 0-77 0,-1 0-207 15,-8 0-222-15</inkml:trace>
  <inkml:trace contextRef="#ctx0" brushRef="#br0" timeOffset="-78242.28">24704 8263 256 0,'0'0'109'0,"0"0"-109"0,0 0-56 0,0 0-36 16,0 0-25-1,0 0 117-15,0 30 139 0,0-27 6 16,0-2-17-16,0-1-72 16,0 0-55-16,0 0-1 15,0 0-21-15,0 0 8 16,0 0 13-16,0 0 4 15,0 0 18-15,0 4 44 16,0 1 5-16,0 1 40 16,0-2-30-16,0-2-68 15,0 2-13-15,0-2-19 16,0-1 19-16,0 2 6 16,0 1 27-16,0 0-1 15,-8 2 25-15,3-2-47 16,1 0 12-16,-4 2-20 15,2-5 6-15,-3 5-6 16,5 0 1-16,-2 1 3 0,2-5 20 16,2-2 32-1,0 0-35-15,2 0 12 0,0 0-33 16,0 0 8-16,0 0-6 16,0 0-4-16,10-6 1 15,1-4 6-15,7-1-3 16,-3 2 5-16,1-1-2 15,-3-3 2-15,0 4-15 0,-1-1 9 16,-4 2-6 0,-1-1-5-16,-5 5-5 0,0 0 11 15,3 3 4-15,0-5-6 16,1-2 15-16,1-3-9 16,-3 1 0-16,-2 2-4 15,-2 2 2-15,0 0 0 16,0 0 0-16,0-2 0 15,-6 0-3-15,-3-4 8 16,-3 1-10-16,-1-6 11 0,2-5-12 16,-2-4-2-1,0 5-9-15,1-2-13 16,7 3 0-16,3 4 29 0,2 0-9 16,0 2 8-1,0 0 4-15,2 0-2 0,10 0 2 16,-1-2 11-1,2-3-11-15,1 4 2 0,-5 1 5 16,-3 6-6 0,-6 1 1-16,0 7 3 0,0 0 14 15,0 0-9-15,0 0-12 0,-9-4 0 16,-1 2 2 0,-6-6-2-16,-6-2-2 15,2-1-4-15,-3 0 8 16,6 1-2-16,3 2 13 15,7 2 38-15,3-2-24 16,4-2 2-16,0-2-23 0,0-2-6 16,4-1-1-1,15-4 1-15,2-1-5 0,0 4 8 16,-1 2-11-16,-9 6-1 16,-5 6 4-16,-4 2-11 15,-2 0 8-15,0 0-7 16,0 0 15-16,0-2-2 15,-13-5-15-15,-7 0-16 16,-5-1 12-16,2-2 12 16,-2 2 15-16,2-2-12 15,3-2 7-15,11-2-1 0,3 1 4 16,6 6-2 0,0-5 3-16,0-2 1 0,11-4 0 15,9 0 1 1,3-4-9-16,2-3 5 15,2 1-2-15,-2 4-1 16,-5 4-2-16,-7 6 0 0,-8 3 4 16,-5 7 0-1,0 0-1-15,0 0 57 0,-2 0-52 16,-16 0-6-16,-6 0-5 0,5-1-12 16,2-2 5-1,5 0 6-15,4-1 6 0,8 3 3 16,0-6 20-1,0-5-18-15,0-1-10 0,10-4 6 16,4-3-3 0,9 0 4-16,-4 0-2 0,2-4 17 15,-4 4-16-15,1-4-1 16,-7 8 9 0,-1-1-18-16,-6 10 17 15,-4-1-15-15,0 3 12 0,0 2-9 16,-2 0 4-16,-12-3-11 15,-1 6 9-15,3-4 4 16,1 0-11-16,3-2 20 16,3 1-11-16,5-8 2 15,0 4-2-15,0-5-4 16,2-4 2-16,16-5-4 0,4 3 8 16,3-6-8-1,2-3 12-15,-2 6-12 0,-4 1 15 16,-5 2-12-1,-1 6 4-15,-8 5-1 0,-7 5 4 16,0 4 6 0,-7 0-2-16,-14 0-6 0,-2 0-4 15,1 0-5-15,3 0 2 0,6 0 2 16,3 0 3 0,2 0 4-16,6 0-4 15,2-2-1-15,0-6 1 16,0-9-3-16,2-2 7 15,12-1-10-15,-3-1 11 16,-5 0-10-16,-3 5 3 16,-3 5 2-16,0 2 0 15,-13 7 3-15,-8 2-3 0,-3 0 8 16,0 0 3-16,5 0-2 16,7 0 2-16,3 0-6 15,7 0-7-15,2-10 2 16,0-4-6-16,0-4-3 15,4 0 4-15,9-2 1 16,-4 0 8-16,-4 8-7 16,-1 0 6-16,-4 2-3 15,0 2 0-15,0-2-1 16,0 4-3-16,0-2-6 16,0-1 5-16,-7 0-9 0,2 4 14 15,3-4-14 1,0-5 10-16,0 1 8 15,2 0 16-15,0 0-15 16,0 4-2-16,-2 3 5 0,-2-1-1 16,-3 4-14-1,0-2 3-15,-2 4-2 0,0-5-16 16,7 2-9-16,0 0 12 0,2-5 14 16,0 1 3-1,0-4 2-15,0-4-3 16,4-3 6-16,11-3 14 15,2-3-14-15,0 1-2 16,-1-7 3-16,-1 2-8 16,-3 7-1-16,-8 4-20 0,-4 8-17 15,0 1 7-15,0 3 34 16,0 3 1-16,-2-1 10 16,-5-2 3-16,0-2 9 15,7 2-9-15,-2-4 14 16,2-1 3-16,0 1-28 15,0-9-3-15,2-4 9 16,12-2-16-16,1 0-1 16,-5 3-17-16,-8 5-42 15,-2 5 11-15,0 3 4 16,-14 7 53-16,-3 2 18 16,1 0 21-16,5 0 32 15,0 0-46-15,8-2 24 0,3-6-22 16,0-1-27-1,0-4-1-15,0 1-13 0,0 2 13 16,3 2-4 0,6 4-1-16,-7 1 8 0,-2 3-10 15,0 0-5-15,0 0 12 0,0 0-1 16,-11-1-6 0,-5-3 3-16,-2 1 5 0,3-6-2 15,6 1 7 1,-1-4 1-16,8-1-1 15,2 0-10-15,0-3 1 16,8 0 0-16,2 3-1 0,8 0 4 16,-4 1 0-1,3 0-2-15,-3 0-4 0,-6-2-13 16,-3 2 16-16,-5 4 2 16,0-1-3-16,0 5 2 15,-9-1 3-15,-6 3 0 16,1-2 4-16,1 1-10 15,3 3 12-15,4-4 4 16,4 3-6-16,2-5 3 16,0-4-7-16,0 2-7 15,0-4-6-15,6-1 6 16,10 5 5-16,-3-3-3 16,1-2 0-16,-1 1 10 0,-2-2-3 15,-4 5 3 1,-4 4-4-16,-3 4 5 0,0 1 8 15,-7 0-14 1,-9 0-6-16,-7 6-18 0,4 6-14 16,-3-10 35-1,9 3 1-15,-6-3-5 0,13-2 14 16,-2 0-2-16,8 0 10 0,0 0 4 16,0 0-19-1,0 0-16-15,8-8 3 0,9-2 13 16,1-2-4-1,7 0 8-15,-6 2-5 16,2 3 3-16,-6 2 9 16,-5 4-11-16,-6 1-2 0,-4 0-6 15,0 0 16-15,0 0-13 16,-4 7 11-16,-17 3-12 16,-6 4-20-16,-4 0-99 15,0-1-86-15,0 0 138 16,2-1 73-16,14-6 3 15,5-3 38-15,6-3 8 16,4 0 4-16,0 0-53 16,0 0-8-16,9 0 8 15,6 0 8-15,4 0 27 16,-2 0-7-16,3 0-13 0,1-3-5 16,-4-5-12-1,-3 5 6-15,-8 3-8 0,-6 0-1 16,0 0 5-1,0 11 8-15,-14 3 1 0,-5 7-9 16,-1-3-15 0,1-4 13-16,6 4-25 0,3-6-3 15,2 2-21-15,8-6 49 16,0-1-9-16,0 0 11 16,14-3 5-16,3-4 5 0,2 0 13 15,-3 2-3 1,-8 2 6-16,1 6-24 15,-3 4 31-15,0 6 7 16,0-1-7-16,-1 4-26 16,-1-8-7-16,4 6 0 15,0-9 3-15,3 0-8 0,0 0 0 16,-5-4 4-16,1 4-11 16,-2 9 11-16,-5 2 2 15,0 5-1-15,0 4 4 16,0 3 0-16,-5-5-7 15,5-8 10-15,0 2-7 16,0-8 6-16,0-6-3 16,13 0 1-16,3-7 9 15,-3 2 4-15,0-1-12 0,-1 0-2 16,-5 0 4 0,-5 6-4-16,2 2-2 15,-4 2 21-15,0 2-19 16,0 1 4-16,0-6-7 15,2-3 0-15,8-4-4 16,1 0 0-16,9-4 0 0,-5 0 8 16,-3 0-2-1,-6 0 4-15,1 4-10 0,-7 9 9 16,0 1-5-16,0 11 32 0,-16 3-29 16,-2-1-3-1,5-4-7-15,4-1 3 16,2-4-33-16,7-5 31 15,0-5-21-15,0-8 12 0,0 0-15 16,9 0 2 0,5 0 28-16,-8 0 0 0,1 0-5 15,-7 0 14-15,0 0-9 16,0 10 5-16,-7 12 30 16,-11 10-30-16,-1 0-2 15,-2-2 0-15,5-3-3 16,6-8 0-16,3-7-25 15,3 1 1-15,4-7 1 16,0-5 21-16,0 1-13 16,0-2 15-16,0 0 10 15,6 0 62-15,5 0-15 16,-4 0-36-16,-2 0-12 0,-5 0 0 16,0 8-14-1,0 16 5-15,-12 5-1 0,-5 2-30 16,-1-1 22-1,7-8 3-15,2-1-31 0,9-11 27 16,0-7-13 0,0-3 18-16,0 0-19 0,0 0 13 15,0 0 11-15,0 0 21 16,0 0 16-16,0 0 15 16,0 0-7-16,0 0-42 15,0 4-6-15,0 6 0 16,0 5-1-16,0-5-34 15,0 2-9-15,0-6 18 16,11-2 20-16,0-2 3 16,3 2 6-16,-4-2 17 15,-1 0 12-15,-2 8-3 0,-2 3-11 16,-5 6 6-16,0 9-3 16,0 0-18-16,-12 0-31 15,1 0-65-15,0-3 18 16,4-3 6-16,3-4 42 15,4-10 27-15,0-6-11 16,0-2 20-16,9 0-6 16,6-6 6-16,1-3 9 15,-5 9-9-15,-6 0-3 0,-5 0 0 16,0 19 17 0,-3 6 16-16,-10 2-35 15,0-1 4-15,4-6-3 16,5 0-4-16,4-4-1 0,0-10-18 15,0-4-41 1,17 0 20-16,-3-2 28 0,-3 2 6 16,-9 6 8-1,-2 6 27-15,0 8 84 0,0 4-29 16,-5 2-72-16,-5 0-10 16,0-6-1-16,4-1-2 15,6-10-18-15,0 2 13 0,0-5-47 16,0-2 25-1,0 6-7-15,0 6 26 16,-7-1 11-16,-2 6 6 16,0-5-6-16,7-4-9 15,0-6-79-15,2-6-197 16</inkml:trace>
  <inkml:trace contextRef="#ctx0" brushRef="#br0" timeOffset="-67018.13">24673 8382 182 0,'0'0'424'0,"0"0"-366"0,0 0-25 16,0 0 36 0,0 0-18-16,0 0-16 0,0 0-11 15,0 0-2-15,4 1 9 16,-4-1 35-16,0 0-28 15,0 0 17-15,0 0-36 16,0 0 3-16,0 0-17 16,5 0-3-16,0 0 3 15,4 0 14-15,6 0 24 16,1-1-31-16,-1-9 10 16,-3 0-18-16,-4 4-2 15,-3 1-1-15,-1 1-1 0,-4 0 1 16,0 1 5-1,0 1 1-15,0 0-6 0,-2-1 9 16,-16 3-3 0,-4 0-14-16,-3-1-2 0,6-2 9 15,-2 2 0-15,13-3 0 16,2-4 3-16,6-5 1 16,0-5-4-16,0-5 3 15,10-10-12-15,12-3 10 16,4 0-2-16,4-3-4 15,-4 2 3-15,-5 7 1 16,-10 11-11-16,-11 12 8 0,0 7 3 16,-7 0-7-1,-24 0-3-15,-5 4 6 0,1 8 5 16,6 0-7 0,6-6 7-16,15-6 0 15,2 0 0-15,6-2 2 0,0-23-2 16,12-6-3-16,15-9-5 15,2-3 6-15,-2-1-6 16,1 8-6-16,-1 4 14 16,-9 8-4-16,-7 10 11 15,-9 7 4-15,-2 3 11 16,0 4 45-16,-6 0-60 16,-7 0 11-16,1 0-15 0,5 0-3 15,5 0 1 1,2 0-1-16,0-13-3 0,0-9-17 15,5-6 12 1,11-5-4-16,-6 5 9 0,3 1 6 16,-5 7-1-1,-8 6-1-15,0 2 5 16,0 8-6-16,0 1-14 0,-5 3-16 16,-4 0 6-16,2 0 22 15,5 0 0-15,2-6-6 16,0-2 11-16,0-9-9 15,0-6 6-15,2-4 0 16,5 0 17-16,-1 1-4 16,-3 12 35-16,-3 6-19 0,0 4-4 15,-5 4-25-15,-14 0-5 16,-2 0-19 0,-1 12-7-16,7-2 21 0,8-6 10 15,7-4 1-15,0 0-1 16,0-20-15-1,9-5-17-15,6-4 30 0,-3 3-3 16,-6 6 3-16,-4 2 2 16,-2 11 0-16,0 0 22 15,-4 5-1-15,-14 2-15 16,-2 0 4-16,-2 0-14 16,1 6 8-16,6-3-4 15,11-3 0-15,4 0 13 16,0-13-13-16,2-10 0 15,18-8-6-15,0-5 12 0,5-3-7 16,-1-1 4 0,-2 1 10-16,1 0-11 0,-5 7-2 15,-12 10 0 1,-6 10 0-16,0 10 0 16,0 2-1-16,-16 0-10 0,-3 8 7 15,-6 12 3-15,7-2-1 16,7-10 0-16,9-8 4 15,2 0 5-15,0-20-7 16,13-12-5-16,12-7-3 0,-1-3 16 16,-1 9-3-1,-10 2 1-15,1 7 5 16,-10 6-9-16,-4 10 1 16,0 4-2-16,0 4-1 0,-20 0 0 15,-5 8-14-15,-6 13 10 16,0-2-2-16,6-3 3 15,12-10 4 1,9-6-10-16,4-6 5 0,4-22-46 16,21-8 39-16,1-6 3 15,1 2 4-15,-5 7 8 16,-6 6-5-16,-7 6 5 16,-1 13 11-16,-8 1-2 0,0 5 34 15,0 2-18 1,0 0-29-16,-11 0-4 15,-5 0-25-15,1 0 4 16,4 2-8-16,4-2 31 0,5 0 2 16,2-14-2-1,0-12-36-15,0-2 22 16,14-3 14-16,-8 6 2 0,-1 3 13 16,-5 4-5-1,0 8 5-15,0 2-5 0,0 4-13 0,-9 4 5 16,-5 0-4-1,3 0-12-15,7 0-11 0,2-8 26 16,2-9-28 0,0-7-8-16,11-3 4 15,2 2 30-15,-4 1 6 16,-9 4 23-16,0 6 30 16,0 4 6-16,-11 4-55 15,-13 2-7-15,-3 4 0 0,-4 0-22 16,2 0 22-1,8 0-36-15,6 0 36 0,11-10-9 16,4-6-1 0,0-4-40-16,0 0 32 0,8 2 17 15,-3 5 0-15,-5 1 1 16,0 7 3-16,0 1 43 16,-5 2-34-16,-9 0-6 15,1 0-6-15,3-2-1 16,-2-2-5-16,10-2-1 15,2-4 4-15,0-1-14 16,0-1 10-16,0 3 14 16,6-1 21-16,-3-1 44 0,-3 2 7 15,0-1-42-15,0-2-29 16,0-4-8-16,0 3 4 16,0 1-13-16,0 2-11 15,3 0 19-15,1 6-14 16,2-4 9-16,3-6-3 15,7 2 5-15,-3-4 2 16,-1 8 4-16,-4 4 22 16,-8 3-14-16,0 3 41 15,0 0-24-15,0 0-8 0,0 0-19 16,0 0-8 0,3-6-14-16,3-1-33 0,3 3-10 15,0-4 48 1,0 2 8-16,2-2 9 0,0-3 0 15,0-1 2-15,0 1-2 16,3-3-1-16,-8 3 1 16,3 2 0-16,-4 0-8 15,-3 6-4-15,1-1-62 16,-3-3-20-16,2 2 10 16,0-4-92-16,-2 0 48 15,2 0 120-15,-2 4 8 16,0-2 37-16,0 1 41 0,0 2 58 15,0 4-88 1,0-4-48-16,-6 0-77 16,-4-2 12-16,-1 1 42 15,0-4-64-15,2 1 47 0,0 0 34 16,3-2 12-16,-1-3 32 16,0 0 25-16,5-3-49 15,-5 2-14-15,5 4-56 0,-4 6 14 16,1 4-31-1,-1 0-34-15,-2 8 12 0,6 4 93 16,2-8-145 0</inkml:trace>
  <inkml:trace contextRef="#ctx0" brushRef="#br0" timeOffset="-39476.49">26628 5522 576 0,'0'0'276'15,"0"0"-256"-15,0 0 28 16,0 0-12-16,0 0-36 16,0 0-3-16,104 0-38 0,-77 0-4 15,-3 0-89-15,0 0 77 0,-6 0-40 16,-7 0-103 0</inkml:trace>
  <inkml:trace contextRef="#ctx0" brushRef="#br0" timeOffset="-35146.27">25018 8580 678 0,'0'0'244'0,"0"0"-136"15,0 0-52-15,0 0-51 0,0 0-3 16,0 0 0-16,-33 77-4 15,33-71-34-15,0-2-113 16,0-4-207-16</inkml:trace>
  <inkml:trace contextRef="#ctx0" brushRef="#br0" timeOffset="127763.81">22737 5911 135 0,'0'0'118'0,"0"0"0"0,0 0 13 16,0 0-76 0,0 0-51-16,0 0-4 0,0 0-141 15,0 0-206-15</inkml:trace>
  <inkml:trace contextRef="#ctx0" brushRef="#br0" timeOffset="130693.86">22599 8269 431 0,'0'0'376'16,"0"0"-329"-16,0 0 16 15,0 0 30-15,0 0-76 0,0 0 12 16,0 78-28-16,0-65-2 16,0-1 3-16,0-4-8 15,0-2-39-15,0-4-93 16,0 0-135-16</inkml:trace>
  <inkml:trace contextRef="#ctx0" brushRef="#br0" timeOffset="131793.9">22597 8488 309 0,'0'0'135'0,"0"0"-80"0,0 0 4 0,0 0 0 16,0 0-5-16,0 0 1 0,-23 11 28 15,21-6 9 1,0 5-57-16,0 0 40 0,0 4-40 16,2-1-1-1,0 6-19-15,0 2-10 0,0-2 17 16,0 6-6-16,0-3 4 16,0 2-12-16,0-1 12 15,0-1-15 1,0-1 0-16,0-7-3 0,0-1-4 15,0-6 0-15,2-1 1 16,0-2-3-16,0-4-3 16,-2 2-4-16,0-2 21 15,0 0-17-15,0 0 14 16,2 0 3-16,0 0-1 16,1-17-7-16,3-4-2 0,-2-8 3 15,0-4-14 1,-4-2 22-16,0-3-25 0,0 0 13 15,0 5-4 1,0 4 5-16,0 10 0 0,0 12 0 16,0 3 0-1,0 4-7-15,0 0 14 0,0 9-9 16,0 12 10-16,-4 8-16 16,4 0 16-16,0 3-11 15,0 2 6-15,0 3 1 16,0-3 17-16,0 0-20 15,0-4 7-15,0-6 2 16,0-10-15-16,0-6 13 16,0-8-16-16,0 0 7 15,0-6-1-15,0-20 1 0,0-9 0 16,0-5-8-16,0-3 18 16,0-1-28-16,0 0 7 15,0 4-3-15,0 7-1 16,0 13 14-16,0 8-17 15,0 12 19-15,0 0-6 16,4 4 13-16,-4 22-10 16,4 12 6-16,-2 6 9 15,-2 5-7-15,0-1 24 16,0-4-13-16,0-8-8 0,0-6-8 16,0-7 0-1,0-12-5-15,0-3 3 0,0-8-6 16,0 0 2-1,0-14 0-15,0-18-6 0,-2-12 9 16,-2-2 2 0,-2 2-1-16,4 3-2 0,0 12 8 15,2 8-16 1,0 9 16-16,0 8-12 0,0 4-65 16,0 0-96-16,0 0-178 15</inkml:trace>
  <inkml:trace contextRef="#ctx0" brushRef="#br0" timeOffset="139939.49">24679 8596 169 0,'0'0'185'0,"0"0"-119"0,0 0 51 0,0 0-78 15,0 0-5 1,0 0-12-16,0 0 31 0,-2 0 3 15,2 0 47 1,0 0-43-16,0 0-27 0,0 0 4 16,0 0-20-1,0 0 0-15,0 0 3 0,-2 3 55 16,0-3-34-16,2 1 22 0,-2 0-48 16,-2 2-11-1,1-3-4-15,3 4 0 16,-2-4 0-16,2 0 9 15,0 0-3-15,0 0-5 16,0 0 17-16,0 0-14 16,0 0 17-16,0 0-16 15,0-2 0-15,-2-4 12 16,0-1-13-16,0-4-6 16,0 1 15-16,-2 0-21 0,4-1 18 15,0 4-17-15,0-3 7 16,-2 4 0-16,2 2-1 15,-2 2 2-15,0 2 7 16,0 0 9-16,0 0 9 16,-3 0-17-16,3 0-11 15,-2 0 5-15,2 0-6 16,-6 0 4-16,4 0-1 0,-3 0 0 16,-1 0-9-1,4 2 6-15,-6 2 4 16,8 6-8-16,-7 2 14 15,-2 6-11-15,-5 5 6 16,3 3-2-16,-1 0 3 16,4-2-2-16,3-6 5 0,0-9-1 15,5-3-6-15,2-2 11 16,0-4-20-16,0 0 9 16,0 0 1-16,0 0-10 0,0 0 4 15,0-8 5 1,0-12-4-16,9-3-3 0,0-4 6 15,-3 1 0 1,1 6-20-16,-7 6 8 16,0 8-4-16,0 6 18 15,0 0 5-15,0 0 0 0,-11 18 2 16,-7 10 2-16,3 3 34 16,-1-4-42-16,5-9 16 15,6-6-15-15,3-7-1 16,2-5-1-16,0 0-5 15,0 0 4-15,0 0-1 16,0-18-7-16,2-9 18 16,5 4-18-16,2 2 4 15,-4 7 1-15,-3 6-17 16,-2 4 14-16,0 4 6 16,0 0 1-16,0 0-8 0,0 0 16 15,-2 16 3 1,-14 8-6-16,5-2 18 0,-1 0-13 15,4-8 0 1,1-5-1-16,5-6 4 0,2-3-11 16,0 0 4-1,0-19-12-15,0-12-1 0,6 0 2 16,-1 5-15-16,1 9 18 0,-4 7-1 16,-2 8 3-1,0 2-1-15,0 0 3 16,0 4-6-16,-8 16 10 15,-10 4-8-15,2-6 15 16,6-5-21-16,2-7 16 16,8-6-5-16,0 0 1 0,0 0-2 15,0-19-2 1,0-4-29-16,0 2 27 0,0 7 4 16,0 8-5-16,-2 6 9 15,-2 0 6 1,-5 0-7-16,-4 14 0 0,-3 12-5 15,-2 2 0-15,-2-3-10 16,6-6 20-16,6-6-16 16,3-11 20-16,5-2-9 15,0 0-5-15,0-23 0 16,0-10-8-16,7-5-10 16,7 3 18-16,-3 9-27 15,-5 12 12-15,-6 10 7 16,0 4 5-16,0 0 6 15,-4 10-4-15,-12 13 1 16,-2 0 0-16,-2 7 15 16,3-4-7-16,1-2 20 0,1-6-26 15,7-8 24-15,4-10-25 16,4 0 12-16,0-7-10 16,0-23-6-16,0-5-7 0,10 1-4 15,-2 5 7 1,-1 8-3-16,-3 9 1 15,-4 8 10-15,0 4-10 16,0 1 3-16,-4 22-1 0,-14 7 3 16,-4 4 4-1,-3 0 0-15,0-2 3 16,3-5 1-16,9-10 3 0,4-6 8 16,7-11-12-16,0 0 18 15,2 0-20-15,0-11-1 16,0-12-5-1,0-4-8-15,2 4 10 0,5 6-22 16,-5 11 23-16,-2 6-12 16,0 0 13-16,0 14-24 15,-7 17 25-15,-13 3-3 0,-3 0 3 16,2-4 3 0,5-10 4-16,5-10 6 0,4-10-9 15,7 0 3 1,0-16-7-16,0-11-5 0,11-4-9 15,0 2 14 1,-4 5-4-16,2 7 4 0,-5 2-1 16,-1 10 1-1,-3 2-4-15,0 3 7 0,0 0-5 16,0 6 4-16,-9 11-3 16,-12 6 1-16,-1 2 0 15,5-6 15-15,3-6-13 16,9-8 20-16,5-5-17 15,0 0 7-15,0-15-9 16,0-11 1-16,5-2-2 16,7-3-3-16,-2 5 1 15,-1 8-4-15,-5 8 4 0,-4 10 0 16,0 0-11-16,-2 0 10 16,-17 20-2-16,-8 6-3 15,2 4 6-15,-2 2-6 16,0-8 6-16,14-6 1 15,5-10 2-15,6-8 2 16,2 0 4-16,0-13-13 16,4-15 15-16,11-3-21 15,1 3 15-15,-5 10-5 16,-7 9 0-16,-4 4-2 16,0 5 0-16,0 0 4 15,0 0-3-15,0 10 4 0,-8 8-6 16,-15 6 6-1,0 1-4-15,4-5 1 0,1-4 0 16,7-6 19 0,5-6-1-16,6-4 0 0,0-3-11 15,0-19-8 1,8-6 9-16,10-3-16 0,-2 7 7 16,-8 5 1-16,2 7-12 15,-6 10-17-15,-4 2 17 16,0 0-6-16,0 0 13 15,-18 20-17-15,-7 6 19 16,-1 5 0-16,-1-1 3 0,5-9 11 16,6-7-7-1,7-7 8-15,9-7-8 0,0 0 0 16,0-22 4-16,7-9-13 16,7 1 10-16,-2 4-10 15,-2 10 9-15,-6 6-7 16,-4 9 3-16,0 1 0 15,0 0 14-15,-2 20-4 16,-16 4-15-16,-5 3 14 16,2 0-15-16,3-7 10 15,7-9-8-15,3-2 2 0,8-9 2 16,0 0 0 0,0-6-12-16,0-19 10 15,10-4-15-15,3-4 11 16,5 1 7-16,-5 4-5 0,1 4 4 15,-7 10-1 1,-3 8-1-16,-4 6 2 16,0 0-4-16,-4 3 8 15,-17 18-13-15,2 12 7 0,-4 0-2 16,1 0 8-16,-1-3 10 16,8-9 7-16,1-8-13 15,10-5 14-15,4-8-22 0,0 0 6 16,0-7-4-1,0-16 2-15,14-8 5 16,-1 1-16-16,-3 5 9 16,4 6-3-16,-9 12 1 0,-3 4-6 15,-2 3 5-15,0 0-24 16,0 9 24-16,0 12-5 16,0 9-5-16,-11 2 16 15,-1-5-8-15,6-5 3 16,-1-10 0-16,5-11-2 15,2-1 6-15,0-1-13 16,0-23 19-16,0-2-16 16,11-1 15-16,-5 8-15 15,4 6 6-15,-10 7 0 16,0 6 0-16,0 0 2 16,0 0-10-16,0 19 18 15,0 3-17-15,-10 0 16 16,2-7-18-16,3-4 6 15,3-7 1-15,2-4-16 0,0 0-3 16,0 0-2 0,0-12-11-16,5-10 28 0,5-1 12 15,0 6-9-15,-6 8 9 0,-2 5 12 16,-2 4 10 0,0 0 0-16,0 0-6 0,0 4-21 15,0 10-1 1,-16 4 9-16,8 0-16 15,-5-1 15-15,3-5-14 16,4-8 12-16,4-4-5 0,2 0-1 16,0-21-6-1,0-6-16-15,0-2 10 16,0-1 3-16,6 6 18 16,-4 4-5-16,1 7 2 0,-3 11-4 15,0 2 0-15,0 0 7 16,-3 11-6-16,-16 17 5 15,-4 4-16-15,-4 5 16 16,-2-7-16-16,8-6 21 16,3-9-21-16,9-9 16 15,5-6-15-15,4 0 7 16,0-11-4-16,0-16 2 16,4 0-10-16,9-3 6 0,-1 3 12 15,-4 5-13 1,-3 6 16-16,-1 6-17 0,-4 8 14 15,0 2-6 1,0 0 0-16,0 14-7 0,-11 16-4 16,-11 7 22-1,-3-2-25-15,0 0 29 0,4-5-13 16,2-10 7-16,9-7 7 16,7-13-16-16,3 0 0 15,0-16-2-15,7-16-3 0,13-7-2 16,0-2 14-1,-2 3-13-15,-1 10 12 0,-5 10-11 16,-8 7 5 0,-4 11 0-16,0 0-1 0,0 3 1 15,-4 21-7-15,-16 4 14 16,-3 3-15-16,-1 0 18 16,0 0-11-1,3-9 2-15,10-6 10 0,2-9 3 16,9-7-2-16,0 0-12 15,0-18-4-15,12-15-4 16,7-6 8-16,-1 2-2 16,-2 8-3-16,-9 11 5 15,-1 6 0-15,-6 10 0 16,0 2 1-16,0 0 10 16,-6 16-11-16,-13 13 6 15,0 7-18-15,-3 2 22 16,1-2-22-16,2-6 14 15,3-8-2-15,5-10 5 0,9-11-3 16,2-1-4 0,0-11-13-16,10-22 13 0,9-6-1 15,-2-4-4-15,1 7 9 16,-5 9-2-16,-6 6 0 16,-3 11 0-16,-4 8-1 15,0 2 4-15,0 0 2 16,0 16 4-16,-17 13-13 15,-6 3 13-15,4 1-16 16,-4-1 12-16,1-6-5 0,3-4 0 16,9-9 1-1,3-12 3-15,7-1 3 0,0-5-14 16,0-23 15-16,15-10-15 16,3 1 13-16,-5 4-12 15,-5 9 7-15,0 9-1 16,-5 9 0-16,-3 6 3 15,0 0-2-15,0 6 7 16,-11 17-16-16,-3 8 16 16,-5 4-20-16,-2-6 16 15,5-3-7-15,3-4 3 16,2-9 0-16,6-9-5 16,5-4 14-16,0-3-17 15,0-20 15-15,5-12-14 16,8-2 13-16,8-2-13 0,-8 6 7 15,1 6 0 1,-6 12-2-16,-4 9-2 0,-4 6-3 16,0 0 8-1,0 19-8-15,-18 13 14 0,-1 6-13 16,-4-3 13-16,10-8-7 0,4-10 0 16,4-10 1-1,3-7-1-15,2 0 6 0,0-10 0 16,0-20-3-1,0-5-6-15,11-2 9 16,-1 9-11-16,-4 10 5 16,-6 9 0-16,0 7 0 0,0 2 2 15,0 0-8 1,0 0-6-16,0 2 6 16,0 13-24-16,-18 3 29 0,3 2-3 15,-3-6 4-15,5 3 11 16,4-9 7-16,1-2-1 15,6-6-1-15,2 0 6 16,0 0-12-16,0 0 17 16,0-12-25-16,0-1-2 15,0 9-3-15,0 2 2 16,-2 2 1-16,-2 0-25 16,-5 14-2-16,-5 11-25 15,1 3 19-15,-3-2-8 0,3-6 41 16,5-8-5-1,3-8 5-15,5-4 11 16,0 0-4-16,0-22-7 16,0-4 0-16,13-5 4 0,-4 7-4 15,1 2 39-15,-6 6-13 16,-4 6-16-16,0 7-7 16,0 3-3-16,0 0 0 0,0 0-2 15,0 8 1 1,-12 15-39-16,-5 3 39 15,-4 0 1-15,6-6 0 16,1-9 0-16,10-7 21 16,4-4 3-16,0 0-14 15,0-18-10-15,2-15 3 0,9-1-9 16,3 4 12 0,-3 4-10-16,-5 10 9 15,-3 11-10-15,0 5 4 0,-3 0 1 16,0 0 0-1,0 17-1-15,-17 10 0 0,2 2-3 16,-1-2-4-16,3-8 14 16,6-11-12-16,0-3 5 15,7-5 1-15,0 0 0 16,0-5-6-16,0-17 2 16,5-6 8-16,7 1-9 0,0 0 10 15,0 4-10 1,-5 4 10-16,-1 5-5 0,-4 5 0 15,-2 9 3 1,0 0-4-16,0 0 7 0,-4 11-12 16,-12 14 8-1,-1 0-9-15,-4-2 13 0,13-8-9 16,-1-7 3-16,6-8 0 0,3 0 10 16,0-6-7-1,0-18-3-15,3-2 8 0,6 2-18 16,-3 8 24-1,-4 10-14-15,-2 6 1 16,0 0 14-16,0 0 5 16,-2 16-20-16,-13 12-12 0,-5 4 8 15,1-2-7-15,4-5 22 16,4-11-15-16,6-7 4 16,3-4-1-16,2-3-11 15,0 0 1-15,0-21-1 16,7-1 8-16,6-2-5 15,-4 6 18-15,-2 8-13 16,-7 4 10-16,0 6-5 16,0 0 5-16,0 0 5 15,-9 16-11-15,-11 8-17 16,0 1-1-16,2-3 12 16,5-3-1-16,1-6 14 15,8-5-7-15,2-7 7 16,2-1-6-16,0 0 3 15,0-16 3-15,0-5-7 16,8-5-1-16,2-1-2 16,-4 7 6-16,3 4-7 0,-5 6 16 15,-1 6-20-15,-3 4 16 16,0 0-7-16,0 2-1 16,-5 16-1-16,-8 4 1 15,-3-1-1-15,3-3-8 16,9-10 18-16,2-5-9 15,2-3 6-15,0 0 0 16,0-14-6-16,0-5 0 16,0-3-1-16,4 3 3 15,-4 7 7-15,2 6-7 0,-2 6 10 16,0 0-1-16,0 0-5 16,0 4-6-16,-2 16 0 15,-14 6-12-15,1 2 8 16,-3-2-1-16,9-8 10 15,5-7-15-15,2-10 17 16,2-1-14-16,0 0 5 16,0-17 2-16,8-11-8 15,10-9 8-15,0 1-2 16,2 3 4-16,-5 8-7 16,-5 12 9-16,-8 8-13 0,-2 5 14 15,0 0-10 1,-4 20 0-16,-19 9 0 0,3 4 2 15,2-1 3 1,0-5 0-16,5-8 1 0,4-6 21 16,4-9-22-1,5-3 12-15,0-1-7 0,0 0 4 16,0-15-5-16,0-14-1 16,14-5-3-16,-1 2 0 15,-4 8-8-15,-2 10 19 16,-7 10-19-16,0 4 14 15,0 0-12-15,-7 10-5 16,-8 14-5-16,-6 2 3 16,2 4 8-16,3-8 4 0,5-5 2 15,1-8-7-15,8-7 14 16,2-2-8-16,0 0 1 16,0-7 4-16,0-14-5 15,8 2 0 1,-4 5-1-16,2 8 3 0,-6 4-4 15,0 2 6-15,0 0 32 16,0 0-32-16,0 0 10 16,0 0-12-16,0 0-4 15,0 0 2-15,0 0-8 16,0 0-7-16,0 0-20 0,-4 2 10 16,2 1-45-1,2-3 1-15,0 0-75 0,0 0-137 16,0-5-72-1</inkml:trace>
  <inkml:trace contextRef="#ctx0" brushRef="#br0" timeOffset="156109.25">27122 5657 4 0,'0'0'53'0,"0"0"13"0,0 0 10 15,0 0 2 1,0 0 26-16,0 0-9 0,0 0 6 16,0 0-28-1,0 0-4-15,0 0-19 0,0 0 2 16,0 0-29-16,0 0-9 16,0 0 4-16,0 0-17 15,0 0 7-15,0 0 12 16,0 0 31-16,0 0-6 15,0 0-18-15,0 0 11 16,0 0-27-16,0 0-2 16,0 0 4-16,0 0 18 15,-2 2-11-15,-3 3 19 0,5-2-16 16,-2-2-23 0,2 2 2-16,0 1 3 15,0 0-10-15,0 6 8 16,-3-2-11-16,3 2-40 15,-2 0-17-15,-4 2-197 16,-1-5-249-16</inkml:trace>
  <inkml:trace contextRef="#ctx0" brushRef="#br0" timeOffset="159537.54">27182 8075 82 0,'0'0'616'16,"0"0"-602"-1,0 0 28-15,0 0 10 0,0 0-35 16,0 0 3 0,13 101 2-16,-13-84-20 0,0 3 8 15,0-2-6-15,0-4-8 16,0 1-4-16,0-3-93 16,0 1-90-16,0-2-255 0</inkml:trace>
  <inkml:trace contextRef="#ctx0" brushRef="#br0" timeOffset="160033.44">27211 8428 418 0,'0'0'174'0,"0"0"-111"15,0 0 7-15,0 0 42 16,0 0-34-16,0 102-35 15,0-83 24-15,0-6-4 0,3-1-57 16,-3-4 1 0,2-2-7-16,0 0-6 0,-2 1-6 15,0 6-33 1,0-1-12-16,0 0-122 0,0-9-92 16</inkml:trace>
  <inkml:trace contextRef="#ctx0" brushRef="#br0" timeOffset="164183.57">24864 8678 158 0,'0'0'164'0,"0"0"12"0,0 0-63 0,0 0-39 16,0 0 17-16,0 0-17 15,-4 0-41-15,4 0-18 16,0 0 11-16,0 0 9 0,0 0-13 16,0 0 12-1,0 0 6-15,0 0 18 0,0 0-39 16,0 0 13-1,0 0-13-15,0 0-5 0,0 0 3 16,0-2-5 0,0-6 3-16,0 0-11 0,0 1-5 15,0 0 10-15,0 4-10 0,0-3 6 16,2 0-4 0,3-5-1-16,0 1 0 15,-1-1-1-15,5-4 0 16,-3 3-3-16,4 0 8 15,-6 2-3-15,3 4 5 16,-3 5-9-16,-4 1 6 16,2 0-3-16,2 0 0 15,6-3 0-15,1-5-3 0,0 0 7 16,7 0-3-16,-5 2 7 16,1 2-12-16,-6 2 11 15,1-1-13-15,3 3 6 16,-6 0 0-16,1 0 0 15,-1 0 2-15,2 0-4 16,-2 0 11-16,-2 5-9 16,3 1 10-16,-3 0-17 15,0-2 15-15,4 2-6 16,-4 0 9-16,5 3-4 16,0-1 1-16,-2 1-3 15,4-1-7-15,-5 2 12 16,1-1-12-16,2 3 10 0,-2 2-13 15,-1-3 10 1,-1 6-5-16,1-4 0 0,1 4 4 16,0-1-10-1,-1 0 17-15,-3-6-18 0,3-1 13 16,2 1-10-16,-4-5 8 16,2 2-7-16,-4 2 3 15,5-4 0-15,-5 4-7 0,2-2 16 16,2-5-18-1,0 3 10-15,-2-4-5 0,3-1 4 16,-1 0-1 0,4 0 1-16,-1 0 0 0,1 0 0 15,0 0 3-15,-1 0-7 16,-1 0 12-16,1-8-16 16,1-8 26-16,0 2-27 15,2-1 18-15,-1-1-9 16,0 2 3-16,0-4 0 15,-2 4-6-15,0 0 15 16,-3-1-13-16,2 3 3 16,-2-1 13-16,3-4-13 15,1 3 6-15,0 0-7 16,-1 4-1-16,-5 1 0 16,0 3 1-16,1 0-9 15,2-1 18-15,-3-1-16 0,1 0 15 16,-1-2-15-1,3 3 10-15,2 0-7 16,-2-1 3-16,-1 4 0 16,-2 2 0-16,-1 0 0 0,1 0-2 15,3 0 16-15,2-5-16 0,6 1 6 16,3-5-7 0,3 1 4-16,0 0-1 15,-7 4 0-15,-5 4-1 16,-3 2-4-16,0 0 10 15,-2 0-10-15,2 0 16 16,1 0-12-16,4-2 2 0,-2-2 0 16,4 2-1-1,-1-1 0-15,-3 3-2 0,-5 0 5 16,2 0-10-16,1 0 14 16,0 5 0-16,0 3-4 15,-5 0 2-15,4-2-4 16,-3 0-1-16,1 0 3 15,0 4-1-15,-1 2-4 16,2 0 7-16,-3 2-4 16,0-4 8-16,0 0-18 15,5 0 12-15,-3 0-7 0,2-4 6 16,0 3-2 0,0-4 0-16,1 3 4 0,-1 0-13 15,-2 2 18 1,0-2-17-16,2 0 18 0,-4-3-14 15,0 0 4 1,3-1-2-16,-1 0 1 16,2-1 2-16,0 0-8 15,7-1 17-15,-5 0-20 0,4 5 20 16,-1-6-18-16,0 4 14 16,3-5-12-16,-6 0 4 15,8 0 2-15,-3 0-2 16,-2 0 7-16,1-2-10 15,1-2 13-15,-5-3-13 16,0 3 14-16,0 1-15 16,-1-1 7-16,-1-3-1 0,4 1 0 15,-1-3 2 1,-1-2-6-16,4-3 10 0,1-2-8 16,-2 3 14-16,0-2-18 15,-2 5 11-15,0 2-7 16,-2 1 2-16,-3-2 0 15,1 1-2-15,3 0 6 16,-3-1-8-16,-1 6 9 16,1-3-6-16,0 1 7 15,-3 0-12-15,0-1 10 16,2 2-4-16,3 0 0 16,-1 0-5-16,4-2-2 15,1-2 14-15,-1-3-22 0,2 0 7 16,-1 1 4-1,-5-1 5-15,6 5-2 0,-5 0-1 16,-5 3 2 0,4-1-2-16,1 0 6 0,0 0-15 15,0-2 23-15,-3-1-20 0,7 2 16 16,3-1-9 0,-1 0 2-16,-2 1-1 15,5 4 0-15,-8 1 0 16,2 0-5-16,1 0 13 15,-1 0-16-15,4 0 19 16,-3 0-16-16,3 4 9 0,-3-1-7 16,0 3 3-1,0 0 0-15,-2-2-3 0,0 3 6 16,-2-1-9-16,-1-1 12 16,1 4-7-16,-1-3 7 15,-1 4-9-15,2-2 3 16,-2 0 0-16,-3-2-1 15,-2 4 4-15,0-1-11 16,0 2 17-16,0 5-17 16,0-2 18-16,0-2-14 15,0 0 10-15,0-2-11 0,0-4 6 16,0 1-1 0,0 2 0-16,0-5 3 0,0 4-11 15,0-2 19 1,2 3-15-16,2-2 8 15,-4 0-6-15,2 2 6 0,0-3-4 16,1-2 0 0,-1 0-4-16,2 0 2 15,1-2 4-15,2 0-8 0,-1 0 18 16,3-2-18-16,1 4 9 16,0-4-6-16,-1 3 3 15,3-3 0-15,-4 0-1 0,1 0 4 16,0 0-10-1,2 0 15-15,0 0-10 16,1-9 8-16,1 1-9 16,0-2 3-16,-1-3 0 0,1 6-1 15,-4-3 5 1,0 2-4-16,-1 2 6 0,3-2 4 16,1 0-3-16,1-2-10 15,1-2 9-15,1-2-9 16,5-3 3-16,-2 4 0 15,0 1-1-15,-7 4 5 16,0 3-5-16,-6 2 9 16,1 3-3-16,1-4 1 15,0-1-2-15,0 3 0 16,3-5-2-16,-1 1-2 0,-2 2 3 16,0 2-8-1,1 2 12-15,1 0-11 0,9 0 8 16,3 0 0-1,2 3 3-15,2-3-14 0,-2 0-8 16,-5 0 7 0,-7 0 7-16,-5 0-10 0,-1 0 8 15,1 0 4-15,-1 3-9 0,4-1 8 16,-3-2-3 0,-1 4-30-16,-3-2 5 15,0 0-15-15,-2 3-36 16,0 6 35-16,0 1-2 15,0 2 35-15,-2 2 4 16,-5-4 0-16,5-6 8 0,2 0-2 16,0-4-6-1,0-2-17-15,0 0 15 0,0 0-14 16,9 0 3-16,5 0-2 16,5 0-47-16,4-10-231 15,1-3-195-15</inkml:trace>
  <inkml:trace contextRef="#ctx0" brushRef="#br0" timeOffset="211227.65">25736 8903 407 0,'0'0'149'0,"0"0"-89"0,0 0 21 15,0 0 12-15,0 0-85 16,0 0-3-16,0 0-1 16,5-8 33-16,-5 8-3 0,2 0 12 15,-2 0 31 1,0 10-19-16,2 3-2 15,0 0-48-15,2 5 44 16,-1 4-39-16,1 0 0 0,-4 3-9 16,2 0 11-1,-2 0-8-15,0 0-6 0,0 1-1 16,0 4-1-16,0-7-10 16,0-1-22-1,0-6 10-15,0-6-64 16,0-4-48-16,0-4-21 0,0-2 51 15,0 0 26 1,0 0-151-16,0 0-114 0</inkml:trace>
  <inkml:trace contextRef="#ctx0" brushRef="#br0" timeOffset="211707.58">25641 9100 61 0,'0'0'214'0,"0"0"-213"0,0 0-1 16,0 0 21-16,0 0 149 0,0 0-94 16,-27-32 3-16,27 32 54 15,0 0 66-15,0 0-69 16,0 0-47-16,0 0-15 15,0 0-40-15,0-2-23 16,0-1 8-16,10 2 0 16,11-4 1-16,8-1 1 15,-2-2-10-15,1 4 11 16,-3 0-11-16,-5 4-3 0,2 0-4 16,-4 0-6-1,2 0-8-15,-5 0-64 16,1 0-62-16,-1 0-199 15,-3 8-217-15</inkml:trace>
  <inkml:trace contextRef="#ctx0" brushRef="#br0" timeOffset="212393.42">26574 8918 390 0,'0'0'157'0,"0"0"-111"0,0 0-19 0,0 0 23 0,0 0 19 15,0 0 76-15,8 0-47 16,-5 1-36-16,-3 6-5 0,2 4-50 16,0 1 14-16,-2 5-21 15,2 0 0 1,-2 3 1-16,0 2-3 15,5 0 2-15,-5 0-11 0,3 2 1 16,-3-1-42-16,0-3 45 16,2-5-62-16,-2 0-47 15,0-9-75-15,0-2-70 16</inkml:trace>
  <inkml:trace contextRef="#ctx0" brushRef="#br0" timeOffset="212773.81">26389 9043 517 0,'0'0'111'0,"0"0"-51"0,0 0 155 16,0 0-98-1,0 0-28-15,0 0-48 0,93 28 11 16,-64-28-27-1,3 0-12-15,-1 0-13 0,6 0 1 16,-3 0-3-16,-3-2-37 16,-4-1 0-16,-2 0-22 15,-3 0-19-15,-2-1-114 0,0-1-38 16,-3-3-166 0</inkml:trace>
  <inkml:trace contextRef="#ctx0" brushRef="#br0" timeOffset="213357.58">27322 8893 112 0,'0'0'304'0,"0"0"-226"0,0 0-23 15,0 0 15-15,0 0 66 16,0 0 22-16,9 12-33 16,-4-4-64-16,-3 3 57 0,0 0-89 15,3 5 10 1,-3 8-32-16,0 2-11 0,-2 5 10 16,0-1-10-16,0-2 4 15,0-2 0-15,0-2-2 16,-4-4 2-16,-1-4-10 15,5-6-15-15,0-4-8 16,0-6-96-16,0 0-138 16,0 0-45-16</inkml:trace>
  <inkml:trace contextRef="#ctx0" brushRef="#br0" timeOffset="213703.71">27233 9069 499 0,'0'0'148'16,"0"0"-15"-16,0 0 104 0,0 0-86 16,0 0-70-1,0 0-31-15,78 0-31 0,-49-3-5 16,0-6-7-16,0 3-14 16,-3 5-20-16,1-6-28 15,0 7-53-15,0-4-63 16,0 3-115-16,-3-4-171 15</inkml:trace>
  <inkml:trace contextRef="#ctx0" brushRef="#br0" timeOffset="214309.71">28147 8962 501 0,'0'0'54'0,"0"0"-17"0,0 0 39 16,0 0 48-16,0 0-4 15,0 0 10-15,4-3-68 16,-2 12 68-16,0 2-81 15,1 5-12-15,-3 2-25 16,0 2-3-16,0 3-14 0,2-4 16 16,-2 7-20-16,0-1 16 15,0-2-14-15,0 0-9 16,0-3-30-16,0-5 0 16,0 0-24-16,0-7-77 15,0-2-147-15,0-2 49 16</inkml:trace>
  <inkml:trace contextRef="#ctx0" brushRef="#br0" timeOffset="214623.53">28062 9130 93 0,'0'0'553'0,"0"0"-365"0,0 0 11 16,0 0-16-16,0 0-122 16,0 0 10-1,136-56-48-15,-110 45 9 0,-3 5-32 16,-7 5 0-16,-3-4-3 15,1 5-44-15,-1 0-25 16,-3 0-102 0,-4 0-123-16,-6 0-162 0</inkml:trace>
  <inkml:trace contextRef="#ctx0" brushRef="#br0" timeOffset="-202032.92">24312 6767 266 0,'0'0'400'0,"0"0"-399"0,0 0 47 0,0 0 47 16,0 0-29-16,0 0 2 16,0 0 1-16,0 0-9 15,0 12-10-15,0 1 40 16,0 1-44-16,0 5 3 15,0 6-28-15,0 1 9 16,0 1-19-16,0 4-1 16,0-4 10-16,0 6-14 15,-2-5 2-15,-1 0-2 16,1-1 3-16,0-4 0 0,2-3-16 16,0-4 7-1,0-3-10-15,0-9-40 16,0-4-36-16,4 0-88 15,4 0-223-15,-8 0-112 16</inkml:trace>
  <inkml:trace contextRef="#ctx0" brushRef="#br0" timeOffset="-201632.8">24181 6966 708 0,'0'0'215'0,"0"0"-200"0,0 0 50 0,0 0 58 16,0 0-22-16,0 0-32 16,97-12-33-16,-65 6-4 0,-1-2-15 15,-2-2-16 1,-4 2-1-16,-3-4-27 0,-3-2-33 15,-2 0-76 1,-9 1-149-16,-3 10-331 0</inkml:trace>
  <inkml:trace contextRef="#ctx0" brushRef="#br0" timeOffset="-200949.08">24228 6146 591 0,'0'0'29'0,"0"0"42"0,0 0 81 0,0 0-40 16,0 0-40-16,0 0-10 16,0 34 15-1,0-26-11-15,0 4-17 0,0-1-29 16,0 6 28-16,0-1-41 15,0 0 3-15,0 0-9 16,0-4-2-16,0-3-6 16,0-2-13-16,0-2-25 15,0 0-45-15,0 3 4 16,0-2-169-16,0-2-244 16</inkml:trace>
  <inkml:trace contextRef="#ctx0" brushRef="#br0" timeOffset="-200622.9">24087 6264 698 0,'0'0'59'0,"0"0"32"16,0 0 66-16,0 0-54 15,0 0-24-15,0 0-18 16,98-11-58-16,-82 2 11 15,-3 5-9-15,-1-4-10 16,-4 6-6 0,1 0-54-16,0-6-38 0,-2 4-141 15,-1-6-121-15</inkml:trace>
  <inkml:trace contextRef="#ctx0" brushRef="#br0" timeOffset="-199752.91">24326 5091 209 0,'0'0'170'0,"0"0"-119"0,0 0 33 0,0 0 5 16,0 0 6-1,0 0 10-15,15-43-29 16,-15 43 37-16,0 0-45 15,0 0-22-15,0 0-20 0,0 0 26 16,0 0-21-16,0 0-14 16,0 0 0-16,0 5-14 15,0 13 2-15,0 2 9 16,0-2 5-16,0 1-18 0,0 0-1 16,0-3 0-1,0-3-4-15,0 0-17 0,0 0 5 16,0 1 5-1,-7 4-31-15,-1-9 35 0,3 4-56 16,5-13-19 0,0 0-110-16,0 0-54 0,0-13-149 15</inkml:trace>
  <inkml:trace contextRef="#ctx0" brushRef="#br0" timeOffset="-199133.11">24201 5179 417 0,'0'0'169'0,"0"0"-169"0,0 0 39 16,0 0 42-1,0 0 15-15,0 0 57 16,71 0-54-16,-53 0 1 16,-1 0-22-16,6 0-32 0,2 0-9 15,-6 0 0-15,8 0-29 16,-4-6-2-16,-3 2-4 16,-1 1 3-16,0-4-10 15,-6 5 8-15,-2 0-7 16,4-2-34-16,-3 2-20 15,-3-2-52-15,-5 0-163 16,-4 2-258-16</inkml:trace>
  <inkml:trace contextRef="#ctx0" brushRef="#br0" timeOffset="15427.07">27002 11775 322 0,'0'0'25'0,"0"0"-21"0,0 0 9 15,0 0 64 1,0 0 24-16,0 0-18 15,0 0-7-15,0 0 15 0,-2 0-51 16,2-4-39-16,0-2-2 16,0 3 4-16,0-1 6 15,0 4 19-15,0-1 57 16,0 1 0-16,0-3-18 16,-3 0-36-16,-2 3-8 15,3-3-16-15,2 3-4 16,0 0 11-16,0 0-4 15,0 0 27-15,0 0-35 16,0 0 6-16,0 0-6 0,0 0-4 16,0 0 1-1,7 3 1-15,11 8 15 0,4 3-10 16,3 4 1-16,2 3 3 16,-3 3-11-1,2-4 8-15,-3-1-6 0,-5-4 2 16,-3 1-3-16,-8-9 1 15,-3-1 0-15,-4-6-1 0,0 0 6 16,0 0 33 0,-11-6-16-16,-13-9-22 15,-3-8-3-15,-2 2 0 16,3-3-13-16,-1-4 16 0,2 7-5 16,7-2 6-16,7 6-13 15,5 7 24 1,4 7-5-16,2 0-2 0,0 3 14 15,0 0-17-15,12 11-2 16,13 8 24-16,4 4-13 16,2-1-6-16,5-4 6 15,-3 0-22-15,1-4 7 16,-8 2-6-16,-7-2-30 16,-9-4-30-16,-5 5-105 15,-5-7-213-15</inkml:trace>
  <inkml:trace contextRef="#ctx0" brushRef="#br0" timeOffset="208716.74">8299 16415 578 0,'0'0'322'0,"0"0"-277"0,0 0 32 16,0 0 28-16,0 0-20 0,0 0-35 16,0 0 0-1,0-6-18-15,0-2 23 0,0-5-29 16,0 4-4-1,0-5-18-15,3-17-7 16,16-1 3-16,8-8-5 16,6 4 4-16,1 2-5 0,-1 16-5 15,-4 12 1 1,-6 6-3-16,-5 0-17 0,-10 28 21 16,-3 24 0-16,-5 12 8 15,0 11-18-15,-25 0-30 16,0 2 12-16,-4-5-16 15,6-10 38-15,2-17 4 16,10-17 9-16,9-16 4 16,2-12 10-16,9 0-7 15,22 0 6-15,9 0 33 16,1 0 11-16,-6 0 0 16,-4 0-19-16,-7 18 12 15,-4 8-30-15,-1 6-3 16,-9 0-14-16,3-2-2 15,-1-12-54-15,-3-14-155 0,-3-4-280 16</inkml:trace>
  <inkml:trace contextRef="#ctx0" brushRef="#br0" timeOffset="209286.63">8849 16196 698 0,'0'0'360'0,"0"0"-360"0,0 0 0 0,0 0 0 15,0 0 7-15,0 0-13 16,-22 116 12-16,11-80 1 16,0 3 10-16,0-17-2 15,6-2 31-15,3-8-24 16,2-6 31-16,0-2-52 16,7-4-2-16,13 0 3 0,2 0 5 15,-1-2-2 1,2-6 4-16,-2 0-6 15,-1 4-1-15,-5 2-2 16,-1 2 0-16,-3 0-7 0,4 0 3 16,-3 0-7-1,1 0-3-15,-2 0-15 0,-4 0-28 16,-1 0-14-16,-4 0 44 16,-2 0 19-16,0 0 8 15,0 10 13-15,0 20 42 16,0 15 25-16,3 14-37 15,3 7-28-15,4 1-12 16,1-8-3-16,-3-6 0 16,8-13-4-16,-1-12-44 0,-1-10-5 15,-3-6-12-15,-2-12-214 16,-6 0-294-16</inkml:trace>
  <inkml:trace contextRef="#ctx0" brushRef="#br0" timeOffset="209616.81">9277 16731 459 0,'0'0'249'0,"0"0"-249"0,0 0 0 0,0 0 2 16,156-4 64 0,-113-40 85-16,-3-6-43 0,-9-8-14 15,-9-5 1-15,-13 10-53 0,-9 3 4 16,-9 9-35 0,-26 16 3-16,-6 6-11 0,-5 19 41 15,-2 0-37 1,4 41-7-16,7 5-7 15,10 5 6-15,13-7-33 16,14-11-89-16,0-18-229 0,25-13-336 16</inkml:trace>
  <inkml:trace contextRef="#ctx0" brushRef="#br0" timeOffset="209946.74">9970 16074 381 0,'0'0'372'0,"0"0"-289"0,0 0 50 16,32-125-24-1,-37 112-52-15,-17 8 4 0,-10 5 18 16,-1 11-50-16,-2 20 21 16,1 4-40-16,12 0-10 15,6-8-12-15,16-5-56 16,0-16-123-16,0-6-309 15</inkml:trace>
  <inkml:trace contextRef="#ctx0" brushRef="#br0" timeOffset="210831.18">10411 16758 1068 0,'0'0'79'0,"0"0"-45"0,0 0-6 0,0 0 18 15,0 0-25-15,0 0 29 16,147-18-44-16,-111 9-1 16,-3 5-5-16,-4 4-46 15,-8 0-2-15,-6 0-34 16,-9 0-68-16,-6 0-189 15,0 0-18-15</inkml:trace>
  <inkml:trace contextRef="#ctx0" brushRef="#br0" timeOffset="211017">10436 16529 1240 0,'0'0'68'0,"0"0"-58"0,0 0-10 16,0 0 2 0,0 0 6-16,129 19-8 0,-91-24-30 15,-3-17-28-15,2 5-104 0,-12-6-303 16</inkml:trace>
  <inkml:trace contextRef="#ctx0" brushRef="#br0" timeOffset="211602.71">11280 16860 778 0,'0'0'271'0,"0"0"-157"0,0 0-53 16,0 0-55-1,-7-155 17-15,7 83 47 16,0-7 0-16,0 10-19 16,0-1-22-16,0 3-25 0,0 3 0 15,0 6-1-15,0 9-6 16,-2 14-4-16,-2 17 2 16,0 6 4-16,-1 12 1 15,-4 0 0-15,0 19-5 16,-7 18-11-16,-6 13-30 15,2 8 24-15,5-10-120 16,-1-4-170-16,3-11-345 16</inkml:trace>
  <inkml:trace contextRef="#ctx0" brushRef="#br0" timeOffset="212582.87">11697 16798 481 0,'0'0'312'0,"0"0"-155"0,0 0 12 16,0 0-102-16,0 0-41 0,0 0 21 15,-31-135-8 1,31 83 9-16,4 2-21 0,7-2 14 16,1 2-20-16,-4 9-1 15,-1 2-4-15,-3 3-15 16,-2 4 2-16,-2 5-1 15,0 5-4-15,0 4-11 16,0 10 9-16,-8 6-8 16,-7 2 9-16,-4 6-2 15,-1 16-12-15,1 0 16 16,5 0-17-16,7-4 11 0,7 1-28 16,0-6 25-1,0 5-9-15,16-4 13 16,6 3-12-16,5-4-22 15,4 2 5-15,-2-1-3 16,6 1 24-16,-6 4-25 16,0 6 38-16,-6 8 1 0,-8 7-4 15,-10 4 8 1,-5-2 1-16,0-2 18 0,-16-2-20 16,-13-1-3-16,0-9 8 15,2-2-16-15,3-12 7 16,4-10-68-16,4-4-268 15,8 0-8-15</inkml:trace>
  <inkml:trace contextRef="#ctx0" brushRef="#br0" timeOffset="212909.78">11998 16784 253 0,'0'0'641'0,"0"0"-625"0,0 0 25 15,0 0-16-15,0 0-15 0,0 0 14 16,100 14 26 0,-71-58 30-16,0-14-15 15,-4-11-2-15,-10 3-15 16,-11 0-6-16,-4 12-20 15,0 14 0-15,-24 4-15 16,-5 14-1-16,-5 9-12 0,-3 13 2 16,-1 0-3-1,2 18-35-15,10 17 1 0,7-7-9 16,13-2-84-16,6-12-270 0</inkml:trace>
  <inkml:trace contextRef="#ctx0" brushRef="#br0" timeOffset="213267.01">12387 16146 815 0,'0'0'101'16,"0"0"-83"-16,0 0 139 0,0 0-93 16,90-112 31-1,-72 82-51-15,-12 3-13 16,-6 4-4-16,0 9 19 15,-6 5-23-15,-17 9-11 16,-4 0-7-16,1 23-3 16,-1 13-4-16,5 8-28 0,6-4-18 15,10-12-129-15,3-6-498 0</inkml:trace>
  <inkml:trace contextRef="#ctx0" brushRef="#br0" timeOffset="213860.96">12963 16212 1018 0,'0'0'109'0,"0"0"-10"0,0 0-39 0,-23 112-32 0,23-88-22 0,0 2-6 16,0 5 14-16,6 1 10 16,2-2-9-16,-2 2-5 15,-1-2-5-15,1 2-5 16,-2-4 0-16,1 2-44 15,-5-3-36-15,5-8-120 16,-5-3-212-16,0-11-130 16</inkml:trace>
  <inkml:trace contextRef="#ctx0" brushRef="#br0" timeOffset="214156.91">12775 16521 693 0,'0'0'411'0,"0"0"-295"16,0 0-38-16,0 0-39 0,0 0 3 15,0 0-16 1,65 0 7-16,-30 0 4 0,1 0-18 16,2 0-5-1,0-9-14-15,-4 1-2 0,1-1-45 16,-6 3-27-16,-6 2-85 16,-13 4-364-16</inkml:trace>
  <inkml:trace contextRef="#ctx0" brushRef="#br0" timeOffset="-210439.79">13758 16481 409 0,'0'0'210'0,"2"108"-70"0,11-55-25 16,12-14-82-16,0-2-26 16,4-6 71-1,-2-4-32-15,6-5 5 0,-2-8-8 16,-4-6-39-16,2-8 13 0,-5 0 0 16,-2-12 29-1,1-16-35-15,-4-12 3 0,2-4-14 16,-5-6 7-1,-8-3-7-15,-3 3 2 16,-5 6-2-16,0 12 9 16,-7 14-3-16,-15 10 10 0,-7 8 56 15,-1 4-61-15,-1 28-10 16,4 18-1-16,6 16-6 16,9 0-6-16,12 1-39 15,0-13-126-15,4-18-337 16</inkml:trace>
  <inkml:trace contextRef="#ctx0" brushRef="#br0" timeOffset="-209787.57">14034 16034 497 0,'0'0'174'0,"0"0"-149"0,0 0 65 15,0 0 7-15,0 0-65 0,0 0-2 16,-53 18-13-16,34-4-15 15,4 4 37 1,-1 4 1-16,1 3 26 0,3 17-25 16,2-1-22-16,3 3-18 15,3 0 4-15,4-3-5 16,0-5 0-16,0 0-3 16,8-4 7-16,3 8-13 15,3 4 4-15,-1 4-21 16,1 0-25-16,1-6-43 15,3-12-158-15,-5-7 21 0</inkml:trace>
  <inkml:trace contextRef="#ctx0" brushRef="#br0" timeOffset="-209139.73">14324 16468 584 0,'0'0'77'0,"0"0"-56"0,-15 125 23 0,15-85 110 0,10-8-84 16,19 2-40-16,7-6-2 15,4-1 9-15,3-9 11 16,-1-4-17-16,-3-10 68 15,-5-4-97-15,7-4 29 16,-8-33-26-16,-2-16 22 16,-4-24 2-16,-14 1-23 15,-9-5 9-15,-4 7-7 16,-11 19 5-16,-18 6-8 16,-4 9-10-16,0 14-12 15,1 20 12-15,-1 6-21 16,0 24 9-16,-6 24-7 0,13 15-48 15,6-5 10 1,9-12-118-16,11-12-206 16</inkml:trace>
  <inkml:trace contextRef="#ctx0" brushRef="#br0" timeOffset="-208759.67">15005 16066 461 0,'0'0'407'0,"0"0"-389"0,0 0 90 0,0 0 6 0,0 0 14 0,106-135-88 16,-104 109 26-1,-2 8-23-15,0 12 24 16,-16 4-37-16,-4 2-24 15,-7 17-6-15,-2 14-35 0,5 10-12 16,1 4-62 0,10-6-62-16,5-7-447 0</inkml:trace>
  <inkml:trace contextRef="#ctx0" brushRef="#br0" timeOffset="-173235.44">23158 11292 250 0,'0'0'135'0,"0"0"-101"0,0 0 18 0,0 0-9 16,0 0-19-16,0 0-11 16,-9 22 48-16,7-18 13 15,0-3 4-15,2 3-6 0,-3-2-45 16,3 1-27 0,0-2 7-16,0 6-14 0,-2-1 14 15,-2-1 0 1,4 1 9-16,-3 0 38 0,3 0 1 15,-2-2-46 1,2 3 0-16,0-1-6 0,-4-5-2 16,4 8 4-16,0-4-3 15,0 1 0-15,0-1 16 0,0-5-6 16,0 6 5 0,0-6-1-16,0 2-13 15,0 0 18-15,0-2-18 16,0 0 9-16,0 0-10 15,0 0 20-15,0 0 7 16,0 0 6-16,0 0-22 0,0-2-3 16,0-11-3-1,0-7 2-15,4-4-18 0,7-6 20 16,5-3-17-16,2-1 13 0,0-3-7 16,2 1 3-1,-1 2 0-15,0 0-3 0,-3 0 5 16,-1 4-11-1,1-1-3-15,-7 2 5 16,-1 10-38-16,-1 5-3 16,-5 4-33-16,0 5-80 15,-2 2-106-15,0 1-262 16</inkml:trace>
  <inkml:trace contextRef="#ctx0" brushRef="#br0" timeOffset="-170519.94">24078 9083 663 0,'0'0'81'0,"0"0"-11"15,0 0 16-15,114-94-53 0,-82 73-33 16,-7 0 0-16,2 5-11 16,-6 3 7-16,-3 2-7 15,-3 3 11-15,-2-2-32 16,1 0-48-16,-1 0-59 15,1 0-50-15</inkml:trace>
  <inkml:trace contextRef="#ctx0" brushRef="#br0" timeOffset="-169479.69">23613 10542 42 0,'0'0'245'0,"0"0"-234"0,0 0-11 0,0 0 98 0,0 0 41 15,0 0-75 1,-4 1 20-16,0 2 16 16,4-3 8-16,0 0-31 15,0 0-20-15,0 0 0 0,0 0-30 16,0 0 15-16,0-9-33 0,0-9-2 16,10-2 4-1,1 0-10 1,1-6-1-16,1-3 0 0,-1-2-4 15,2-5-7-15,1 0-5 0,2 2-23 16,-2 4-4 0,-1 2-8-16,-1 2-65 15,0 4-90-15,-4-3-115 16</inkml:trace>
  <inkml:trace contextRef="#ctx0" brushRef="#br0" timeOffset="-169069.68">24020 9818 63 0,'0'0'706'0,"0"0"-591"0,0 0 7 0,0 0-77 16,0 0-32-16,65-121-9 0,-49 95-8 16,-5 4-12-1,-3 2 8-15,-3 6 5 0,-3 2-3 16,3 2-8-16,-1-2-76 16,-1 0-131-16,5 2-106 15</inkml:trace>
  <inkml:trace contextRef="#ctx0" brushRef="#br0" timeOffset="-168787.9">24330 9222 483 0,'0'0'114'0,"0"0"-89"16,0 0-1-16,0 0-24 15,96-121-7-15,-78 99-48 16,-7 3-72-16,-3 2-175 15</inkml:trace>
  <inkml:trace contextRef="#ctx0" brushRef="#br0" timeOffset="-162679.71">21184 9356 572 0,'0'0'253'0,"0"0"-200"0,0 0-6 0,0 0-4 0,0 0-33 16,0 0-8-1,40-55 2-15,-36 36 24 0,-4 3 11 16,0 4 27 0,0 7-24-16,-2 0 24 0,-9 5-45 15,-5 0-1-15,3 0-19 16,5 7-1-16,-2 6-13 16,8 3-38-16,2 4-37 15,0-2-221 1,0 2-377-16</inkml:trace>
  <inkml:trace contextRef="#ctx0" brushRef="#br0" timeOffset="-160493.6">22246 11175 645 0,'0'0'19'0,"0"0"39"16,0 0 64-16,0 0-36 0,0 0-27 16,121-82-10-16,-107 56-35 15,-6 0-7-15,-8 4 3 16,0 2-5-16,0 15 5 15,-22 5 20-15,-5 0 4 0,-4 10-32 16,5 12-4 0,-1 5-15-16,0 1-64 15,11-4-314-15</inkml:trace>
  <inkml:trace contextRef="#ctx0" brushRef="#br0" timeOffset="-152019.69">23123 11359 332 0,'0'0'157'0,"0"0"-157"0,0 0 1 15,0 0-3-15,0 0 4 16,0 0 9-16,0 0 54 16,0 9 58-1,-3-9 38-15,-1 1-32 16,2 6-75-16,-5-5-45 15,7 3-9-15,-3-1 8 0,3 3-20 16,-2 0 20-16,-2 0-8 16,0 7 11-16,-1-4 15 15,1-2 2-15,-4-4-19 16,6 2-2-16,-2-3 7 0,0 8-2 16,-1-1-6-1,-1 2 9-15,-4-1-10 16,8 0 14-16,-4 1-12 15,1-2 7-15,1-1-7 0,2-5-7 16,2-1 15 0,0 2-14-16,0 2 8 0,0-3 1 15,-2 2-1-15,0-4-1 0,-2 0 4 16,4-2-4 0,0 0-2-16,0 0 1 0,0-4 2 15,0-14-14 1,0-6 12-16,8-5-1 0,7-4 2 15,1-8-10 1,3-4 4-16,6-10-4 16,0-3 0-16,2 7-26 15,0 2 18-15,-8 10-17 16,-3 20 23-16,-7 3 1 16,-3 1-2-16,-1 10 8 0,-2-5-7 15,-1 8 1 1,-2 0-6-16,0 2 8 15,0 0-7-15,0 0 6 0,0 7 1 16,0 22-9-16,-14 9 20 16,-5 3-10-16,-2 6 1 15,-1-4 1-15,2-5-2 16,2-2 4-16,5-7-9 16,1-4 16-16,6-7-14 15,-1-3 12-15,5-6-8 16,2-7 3-16,0-2-1 0,0 0-1 15,0-2-1 1,0-22 7-16,11-15-8 0,9-5 12 16,7-12-9-1,-1-6 7-15,1 2-7 0,2 0 0 16,0 7 0-16,-6 8-3 16,-1 10 0-16,-7 6 0 15,-1 10-1-15,-7 7 9 0,1 8-15 16,-8 4 13-1,0 0-6-15,0 10 2 0,-2 24 13 16,-16 13-14 0,-4 9 2-16,-2 2-6 0,-1-4 0 15,4-4-1-15,4-12-3 16,5-10 2 0,4-14 10-16,3-10-9 0,5-4 4 15,0 0-10 1,0-24-4-16,0-9 1 0,0-8 9 15,9-5 8-15,11-2-18 16,1 0 22 0,3 4-16-16,-4 12 10 0,-6 11-6 15,-5 9 2 1,-9 12 1-16,0 15 1 0,0 25 5 16,-9 15 11-16,-14 6-5 15,1-4-18-15,-1-7 7 16,6-9-2-16,1-7-54 15,1-9-50-15,-1-9-223 0,-2-11-361 16</inkml:trace>
  <inkml:trace contextRef="#ctx0" brushRef="#br0" timeOffset="-147109.89">22049 12100 593 0,'0'0'112'0,"0"0"-10"0,0 0 17 15,0 0-29-15,0 0-44 16,0 0 6-16,-19 0 0 16,19 0 20-16,0 0-14 15,0 0-17-15,0 0 16 16,0 0-42-16,0-4-6 15,10-5 3-15,5 0-8 16,10-7 7-16,2-3 1 16,2 5-9-16,0 1 0 15,-6 9 2-15,-4 4 5 0,-5 0-15 16,-8 17 18-16,-6 16-13 16,0 8 1-16,-6 12-1 15,-23 7-11-15,-10 4-21 16,-1 0 12-16,0-5-7 15,5-14 27-15,10-12 0 16,9-11-9-16,7-14 15 16,9-4-15-16,0-4-3 15,9 0 3-15,22-3 6 16,2-8 6-16,6 0 27 16,-3 7-7-16,-10 4 14 15,-8 0-33-15,-4 0 13 16,-10 11-9-16,0 7-3 15,-2 1-5-15,-2-2-10 16,3-6-31-16,-3-2-76 0,0-3-92 16,0-6-298-1</inkml:trace>
  <inkml:trace contextRef="#ctx0" brushRef="#br0" timeOffset="-146323.95">22418 12046 545 0,'0'0'41'0,"0"0"-31"0,0 0 57 0,0 0-33 16,0 0 31 0,0 0 96-16,9-38-15 0,-9 38-13 15,0 20-66-15,0 5 20 16,0 4-58 0,-9 1-21-16,-1-1-7 0,0-1-2 0,6-1 2 15,-3-3-1 1,5-4 8-16,2 0-16 15,0-6 9-15,0-5-5 16,0-3-11-16,13-6-1 16,5 0-10-16,3 0-1 15,-2-9 13-15,-1-3-14 0,-3 2 27 16,-5-1-27-16,1 10 20 16,-3-1 5-16,-1 2 2 15,-2 0-4-15,-1-4 5 16,1 3-6-16,1-6 17 15,-1-1-21-15,3 0 10 16,-2 0 0-16,-2 0-6 16,-2 5 4-16,-2 2 1 15,2-1 1-15,-2 2 22 16,0 0-6-16,0 0 5 16,0 0 3-16,0 0-13 0,0 14-2 15,0 14 0 1,0 14 31-16,-8 6 3 0,-6 3-12 15,5-1-12 1,0-2-16-16,-5-8 6 0,10-4-18 16,2-6 8-1,0-2-17-15,2-6-23 0,0-4-21 16,0-9-80-16,6-9-175 16,12 0-16-16</inkml:trace>
  <inkml:trace contextRef="#ctx0" brushRef="#br0" timeOffset="-145939.98">22695 12503 44 0,'0'0'617'0,"0"0"-608"0,0 0 2 0,0 0 110 0,0 0-6 0,0 0-14 16,131-32-67-1,-102 0 1-15,-4-4-2 16,-5-5-19-16,-9-1-13 15,-7 0 12-15,-4 4-13 16,0 4-2-16,-2 8 2 16,-16 10 1-16,-4 10 60 0,-5 6-20 15,-4 0 0-15,-4 24-40 16,3 2-2-16,6-2-2 16,12-9-70-16,9-2-136 15,5-9-291-15</inkml:trace>
  <inkml:trace contextRef="#ctx0" brushRef="#br0" timeOffset="-145449.97">23107 12037 654 0,'0'0'67'0,"0"0"11"0,0 0 3 0,0 0 21 0,0 0-74 16,0 0 4-16,87-71-29 15,-83 58 29-15,-4 1-3 0,0 8 35 16,0 0 39 0,-11 4-64-16,-7 0-1 0,-2 8-24 15,-2 13 29 1,2 2-28-16,7 0-15 0,8-10-16 16,5-5-85-16,0-8-222 15</inkml:trace>
  <inkml:trace contextRef="#ctx0" brushRef="#br0" timeOffset="-78049.73">24812 8463 215 0,'0'0'189'0,"0"0"-155"0,0 0 26 0,0 0-22 16,0 0-36-16,0 0 14 15,0 0-2-15,0 0 29 16,0 0 23-16,15-37 17 15,-15 37 56-15,4 0-52 16,-2-2-61-16,-2 0-25 16,0 0 17-16,2 0-10 15,-2 0-12-15,0 2 10 0,4-3-9 16,-4 3 6 0,2 0 7-16,-2 0 17 0,0 0-26 15,0 0 4-15,0 0 6 16,0 0-21-1,0 0 22-15,0 0-21 0,0 0 19 16,0 0-16-16,0 0 7 16,0 0-1-16,0 0 21 15,0 0-18-15,0-1 4 16,0-1 0-16,0-1-2 16,0 0-1-16,0-2 0 0,0 0-4 15,0 1 14 1,0 0 1-16,2-2-13 15,-2 0-4-15,4-2 14 16,0-2-19-16,-1 0 16 0,1-3-16 16,0 2 10-1,4-1-5-15,-4-2 2 0,5-3-5 16,-3 0-4-16,3-2-20 16,-2 0 15-16,2 0-45 15,-3 3-44-15,1 1-147 16,-5 6-25-16</inkml:trace>
  <inkml:trace contextRef="#ctx0" brushRef="#br0" timeOffset="-77489.86">25059 7935 379 0,'0'0'277'0,"0"0"-141"0,0 0 30 16,0 0-101-16,0 0-37 16,0 0-24-16,21-57-1 15,-11 43 10-15,-3-3-10 16,-1 2 21-16,3 1-23 15,-4 2 0 1,4-4-1-16,-1 4-16 0,1 0-41 16,0 0-120-16,-2 1-37 15,-3-2-88-15</inkml:trace>
  <inkml:trace contextRef="#ctx0" brushRef="#br0" timeOffset="-76989.8">25294 7472 545 0,'0'0'40'0,"0"0"118"0,0 0-8 0,0 0-35 0,0 0-67 0,72-127 26 16,-54 101 4-1,-2 4-24-15,-8 6-37 0,-1 6-16 16,-3 4-1-1,1-2-45-15,2 0-1 16,2-3-34-16,-3 0-22 16,0 1-158-16,2-3 100 0,-4 6-152 15</inkml:trace>
  <inkml:trace contextRef="#ctx0" brushRef="#br0" timeOffset="-76636.66">25609 6884 569 0,'0'0'80'0,"0"0"-35"0,0 0 10 0,0 0-55 0,0 0-35 16,0 0-109-16,57-102-225 16</inkml:trace>
  <inkml:trace contextRef="#ctx0" brushRef="#br0" timeOffset="-76099.63">25932 6353 569 0,'0'0'95'0,"0"0"38"0,0 0-20 0,0 0-80 16,64-121-33-16,-53 105-26 15,1 0-33-15,-3 8 20 16,-5-2 35-16,0 1-4 16,2 0 6-16,-4-2-91 15,6-6-110-15,1-2-306 16</inkml:trace>
  <inkml:trace contextRef="#ctx0" brushRef="#br0" timeOffset="-75709.61">26252 5857 612 0,'0'0'239'16,"0"0"-98"-16,0 0-42 15,0 0-43-15,0 0-40 16,54-112-12-16,-33 82 9 16,-4-3-9-16,-1 5-6 15,-3 1 10-15,1 6-16 16,-6 1-9-16,1 4-50 0,1 0-197 16,-8 3-46-1</inkml:trace>
  <inkml:trace contextRef="#ctx0" brushRef="#br0" timeOffset="-75249.95">26565 5304 675 0,'0'0'139'0,"0"0"-5"0,0 0 11 0,65-135-91 15,-44 100-19-15,0-4-31 16,-5 9-5-16,-3 6 1 15,-3 4-51-15,0 4-96 16,-6 3-132-16,-1 6-216 16</inkml:trace>
  <inkml:trace contextRef="#ctx0" brushRef="#br0" timeOffset="-73470.13">26736 5292 353 0,'0'0'0'0,"0"0"-25"0,0 0 25 15,0 0 25 1,0 0-25-16,0 0-15 0,0-31-58 15,0 31 73-15,0 0 113 16,-4 0 44-16,-3 0-124 16,1 0-33-16,-2 0-18 15,4 0 15-15,-2 5 3 16,6-5 21-16,-2 0 7 16,-1 0-12-16,3 0 43 15,-2 1-37-15,-2 5-18 16,-4 3-2-16,-2 1 3 15,3 4-9-15,-7-3 8 16,8 1-8-16,-1-3 17 0,1-1-13 16,2-4 29-1,-2-2 32-15,4 2-19 0,0 0-17 16,-2 3 3-16,-1-2-27 0,3 1 41 16,2-6 16-1,-2 2 19-15,2-2-38 0,0 0 4 16,0 0-30-1,0 0 13-15,0 0 2 16,0-20-12-16,6-11-16 16,11-6 11-16,2-6-7 0,1 1 5 15,3 1-13 1,-2 1 4-16,0 3 0 0,-3 11-9 16,-9 8 8-16,-3 7-1 15,-4 11-2 1,-2 0 1-16,0 0-36 0,0 0 2 15,0 11-17-15,0 15 54 16,-8 4-14-16,-13 5 9 16,-3 8 0-16,-2 6 5 15,-1-1 4-15,2-4-2 16,9-14 34-16,10-16-34 0,3-11 4 16,3-3 2-1,0-7-8-15,0-17 0 16,19-14 0-16,0-11-3 15,4-1 8-15,6-4-15 16,2 1 20-16,-2 2-20 16,-2 7 10-16,-8 10 0 0,-5 12-12 15,-7 12-5-15,-5 6 6 16,-2 4 2-16,0 0 4 16,0 5-2-16,0 20-5 15,-13 10 9-15,-10 7-4 16,-4 8-45-16,-4 0 20 15,-4 5 19-15,-1-1 13 16,7-12 12-16,9-13 24 16,9-17 8-16,11-12-43 15,0 0 25-15,0-26-26 16,11-13-15-16,11-11 3 0,3 5 12 16,2-4-2-16,-1-3 4 15,6 6-7-15,-6 2 14 16,-1 10-23-16,-12 14 10 15,-4 13-20-15,-9 7-50 16,0 22-14-16,-16 19 84 16,-10 7 4-16,-3 5 0 15,0-3 7-15,2-5 48 16,3 2-18-16,1-6-1 16,6-6-30-16,5-11-12 15,5-12 5-15,7-12 1 16,0-3 25-16,0-26-17 15,11-10 4-15,12-11-10 16,2 2 17-16,1-2-13 16,3 2 1-16,-4 8-7 15,-3 4-6-15,-4 14-37 0,-9 9-76 16,-7 13-10-16,-2 0 90 16,0 23 39-16,-13 13 37 15,-12 8 38-15,0-2-9 0,6-5-42 16,1-4-23-1,2-11 12-15,3-4 28 16,8-11-38-16,3-7 38 16,2 0-15-16,0-13-26 15,0-11-57-15,5 0-41 16,5 0-150-16</inkml:trace>
  <inkml:trace contextRef="#ctx0" brushRef="#br0" timeOffset="-61729.82">23715 8797 63 0,'0'0'391'0,"0"0"-355"0,0 0 26 15,0 0-17-15,0 0-6 16,0 0 0-16,0 0-14 15,0 0-18-15,-6 0 78 0,6 0-80 16,0 0 3 0,0 0 23-16,-3 0 30 15,-1 0-9-15,4 0-10 16,-5 0-11-16,5 0-17 0,0 0 21 16,-2 0-19-16,2 0 22 15,-3 0-36-15,-3 0 16 16,6 0-13-16,-2 0 1 15,-2 0 4-15,-1 6-2 16,-1 0 24 0,-2 2-29-16,4-4 21 0,2 1-18 15,-2 0-8-15,1 2 6 16,1 6-4-16,-2-1 3 16,0 0 6-16,-2 0-9 15,2-4 4-15,2 2 7 0,0-2-9 16,2 0 16-1,0 2-12-15,-3 0 19 0,3-2-14 16,0 2-10 0,0 0 4-16,0 2-1 0,0 0 10 15,-2 2-13-15,0-2 20 16,2-2-14-16,0 0 8 16,0-2-13-16,0 1-2 15,0 1 0-15,0-2-1 16,0 1 1-16,0 1 0 0,0 3 0 15,0-3 2 1,0 2 7-16,0-2-5 0,0 1 5 16,0-3-7-1,2 1 0-15,3-3-2 16,-3 2 0-16,0 2-6 0,2-1 16 16,2-4-17-16,-2 3 18 15,2 0-17-15,-1 2 12 16,-1 3-4-16,2-5-2 15,-3 5 0-15,2-3 1 16,-1-2 5-16,-2-3-12 16,3 1 12-16,-3-3-5 15,0 1 7-15,0 0-16 16,2 2 7-16,1 0 1 16,0 0 1-16,-1 0 1 15,3 0-2-15,-1 0 3 16,1 0-9-16,2 2 17 15,-2-2-16-15,2 2 10 16,-3 0 0-16,4-2-2 16,0 6-1-16,-1-6-2 15,1 0 0-15,-2-2-9 0,1 0 18 16,-1-4-7 0,2 7-1-16,-1-2-2 0,-3 0-1 15,6 1 2-15,-6 0 0 16,3-3 3-16,3 4-10 15,-4-6 17-15,1 3-14 0,0 1 12 16,0-1-16 0,-2 0 12-16,-1 0-4 0,1-3 0 15,0 2-1-15,2 3-3 16,-1-4 8-16,1-2-13 16,1 0 19-1,-4 3-15-15,1 1 13 0,-1-1-14 16,-1-3 8-16,4 6-2 15,-5-4 0 1,1 0 4-16,1-1-11 0,-2-1 14 16,2 0-10-16,-2 0 14 15,3 0-20-15,-3 0 13 16,7 3-8-16,0-3 8 0,-4 0-4 16,1 4 0-1,2-4 3-15,-1 2-6 0,-3-2 11 16,3 2-9-1,-2 3 9-15,4-4-9 0,0 0 6 16,3-1-10 0,-1 0 5-16,-1 0-19 0,-4 0-46 15,-8 0-160-15,0-2-473 16</inkml:trace>
  <inkml:trace contextRef="#ctx0" brushRef="#br0" timeOffset="-60699.57">23046 9212 307 0,'0'0'261'0,"0"0"-229"0,0 0 14 16,0 0 37-1,0 0-5-15,0 0-8 0,-71 56 7 16,61-40 10 0,-2 4-1-16,1 0-25 0,0 5-10 15,-1-2-33-15,6 4 6 0,-1 0-15 16,3 1-12 0,2 5 8-16,2-1 0 15,0 0-3-15,0-2 1 16,0-2 2-16,15 2 4 0,3-7-9 15,4-6 7 1,0-5-14-16,1-6 6 0,2 2-1 16,-6-8 0-1,-1 0 2-15,-3 0-6 0,6-2 14 16,-8-19-8 0,1-6 7-16,-3-3-14 0,-5-4 5 15,-3 2 1-15,-3 2-12 16,0 12 11-16,0 4-3 15,-5 7 5 1,-8 7-5-16,0 0 15 0,-3 0-20 16,-5 13 2-16,6 8 7 15,-1-2-17-15,10 1-15 16,4-8-58-16,2-5-107 16,0-4-190-16</inkml:trace>
  <inkml:trace contextRef="#ctx0" brushRef="#br0" timeOffset="-60269.7">23268 9526 417 0,'0'0'149'0,"0"0"-115"0,0 0 30 0,0 0 55 16,0 0-39-16,0 0-15 16,33 71-7-16,-24-69-4 15,4-2-24 1,1 0 8-16,-2 0-18 15,5-2 40-15,-2-16-17 0,-1-6-30 16,-1-7 26-16,-5-6-36 16,4 3 4-16,-8-1-1 15,-4 4-7-15,0 2 1 16,0 5 0-16,-8 6 0 16,-11 3-9-16,-1 8 6 15,3 7-6-15,-2 0 1 16,4 0-29-16,6 10 6 15,2 8-42-15,7 0-111 0,0-8-273 16</inkml:trace>
  <inkml:trace contextRef="#ctx0" brushRef="#br0" timeOffset="-59699.88">23484 9130 509 0,'0'0'96'0,"0"0"-91"0,0 0 53 0,0 0-16 16,0 0 5-16,0 0 61 16,-8 10-6-16,8-10-15 15,0 0-39-15,0 0 11 0,0 0-24 16,0 0 6-16,14 0-33 16,-1-8 9-16,-1-8 6 15,-6 1-21-15,-6-3 5 16,0 4 0-16,0 1-12 15,-11 4 9-15,-7 5-8 16,2 4 7-16,-1 0-6 16,3 0 3-16,6 19-2 0,5 1 1 15,3-2-84-15,0-2-237 16</inkml:trace>
  <inkml:trace contextRef="#ctx0" brushRef="#br0" timeOffset="-53519.73">25257 7592 379 0,'0'0'201'0,"0"0"-161"0,0 0 48 16,0 0-14 0,0 0-57-16,0 0-8 0,0 0-6 0,0-6 34 15,0 6 44 1,0 0 12-16,0 0-39 15,0 0-6-15,0 0-30 16,0 0-2-16,0 0 0 16,0 0 6-16,0 0 5 15,0 0-19-15,0 0 12 0,0 0-11 16,0 0-7-16,0 0-2 16,2 0-1-16,0 0-1 15,2 0 4 1,-1 0-6-16,4 0 8 0,2 2 4 15,-1 7-4-15,2 0 13 16,1-4-11-16,-3 6 1 16,4-3-6-16,-1 2 4 15,0-1-5-15,7-2 5 0,-3-2-5 16,-1 6 9 0,-3-5-11-16,0 2 7 0,-2-2-9 15,0 2 8 1,-1-2-2-16,4 1-2 15,-3 2-2-15,4-1-6 16,-4 0 16-16,2 1-11 16,-2 0 13-16,5 3-10 15,-8-2 3-15,3 2 1 0,0 1 2 16,-2-6-1-16,-1 5-4 16,5-2 3-16,-3-1-8 15,2-1 8-15,-1-3-8 0,-2 5 15 16,-2 0-6-1,3 1-4-15,-3 1 11 16,-1-2-3-16,2 1-8 16,0 6-1-16,-4-3 4 0,7-2 4 15,-3-1-2 1,4-2-12-16,-6 1 14 0,2 0-9 16,-3 2 1-16,1 1 0 15,-2 2 8 1,-2 1-8-16,0 2 12 15,0 0-9-15,0-2 9 0,0-3-5 16,0 4-13-16,0-3 17 16,0 7-17-16,0 2 6 15,0 2 0-15,-6-2 3 16,-3 0 7-16,1-3-17 0,2-7 15 16,0-1-15-1,3-1 7-15,3-7-6 0,0-3-30 16,0 3-19-1,0 3-78-15,-10 4-217 0,-4 7-470 16</inkml:trace>
  <inkml:trace contextRef="#ctx0" brushRef="#br0" timeOffset="-31902.99">26256 7403 635 0,'0'0'77'0,"0"0"-23"0,0 0 96 15,0 0-14-15,0 0-110 16,0 0 30-16,0 0-28 15,0 0 27-15,-6 0-13 16,4 0-21-16,0 0 3 16,-5 0-21-16,1 0-6 15,-6 2 16-15,4 4-14 0,-5-2 7 16,-1 0 9-16,1 5-1 16,-3-2-5-16,-2 5-1 15,-2 2-4 1,-5 3-8-16,4 0 14 0,-4 10-17 15,0-6 14-15,3 3-13 16,5-3 10-16,3 2-8 16,3 4 4-16,2-4-1 15,0 6-1-15,2-3 1 16,5 2-9-16,0-2 18 16,0 4-18-16,2-3 20 15,0-1-16-15,0-1 10 16,10 4-4-16,7-5 2 15,-2-1-1-15,5-6-2 16,0-3 3-16,2-6-4 16,3-2 11-16,2-6-18 15,-1 0 14-15,-1 0-5 0,1-18 0 16,-3-6-1-16,-5-2-4 16,-3 2-6-16,-5-1 8 15,-6 6 3-15,-4-3-2 0,0 1 7 16,0 4-8-1,-10 4 6-15,-7 1-2 0,-1 4-1 16,-7 8 0 0,-3 0-3-16,-3 0 11 0,0 6-18 15,4 8 17 1,4 4-14-16,5-4 8 0,5 7-4 16,2-4-5-1,6 1-5-15,3-2-29 0,0-3-60 16,2-2 4-16,0-1-94 15,0-7-92-15,9-3-126 16</inkml:trace>
  <inkml:trace contextRef="#ctx0" brushRef="#br0" timeOffset="-31426.97">26362 7822 547 0,'0'0'56'0,"0"0"-41"0,0 0 34 0,0 0 48 16,0 0-48-16,0 0 6 15,52 64-32-15,-39-59 48 16,0-3-19-16,3-2-12 0,-4 0-5 16,5 0-1-16,1-19 8 15,3-6-29-15,-2-8-1 16,0-5-8-16,-3-2-2 15,-7 5 8-15,-7 2-5 16,-2 7-1-16,0 1 35 16,-15 6-23-16,-1 5-9 15,-2 3-7-15,2 8 3 16,1 3-13-16,-3 0 5 16,5 0 2-16,1 7-34 15,2 10-5-15,5-3-109 16,1-2-269-16</inkml:trace>
  <inkml:trace contextRef="#ctx0" brushRef="#br0" timeOffset="-30955.41">26863 7411 130 0,'0'0'564'0,"0"0"-525"0,0 0 51 16,0 0 58-16,0 0-68 0,0 0-62 16,108-87-5-1,-104 70-6-15,-4 7 46 0,0 5-4 16,-25 5 8-1,-8 0-36-15,-3 11-21 16,1 5 0-16,6 1 7 16,4-4-14-16,9 1 10 0,10-2-6 15,6-5-53-15,0-3-107 16,6 3-145-16,10-7-9 16</inkml:trace>
  <inkml:trace contextRef="#ctx0" brushRef="#br0" timeOffset="-20289.59">19878 14386 420 0,'0'0'146'0,"0"0"-90"0,0 0 32 0,0 0-25 16,0 0-3-16,0 0-30 0,0 0 30 16,7-17 12-16,-7 16-18 15,0-2-35-15,2 2 0 16,-2 1 9-16,0 0-19 16,3 0 28-16,-3 0-22 0,0 0 28 15,0 0-30 1,0 0 17-16,0-3-28 15,0 3 14-15,0 0 3 16,0 0 0-16,0 0 5 0,0 0-16 16,0 0 35-1,0 0-38-15,-9 0 8 0,-14 0-8 16,1 7-10-16,-7 7 4 16,0 0 1-1,2 4 0-15,0 0 1 0,6-1-10 16,0 2 18-16,4 3-18 15,7 4 16-15,4-1-15 16,6 4 6-16,0-3-3 16,0-4-8-16,4-1 3 0,14-4 8 15,4-5-7-15,5-1 0 16,4-4-10-16,0-2 19 16,0 4-12-16,-2-1 11 15,-4 0-8-15,-7 3 9 16,0-4-5-1,-2 7 10-15,-3-4-17 0,-5 4 24 16,-2 4-22-16,-6 7 20 16,0 7 0-16,-3-2 0 15,-17-2 0-15,-5 2-3 16,-4-10-4-16,-2 2-6 16,-4-6 4-16,-1-1-5 15,5-2-13-15,4-7 7 16,11-2-59-16,5-4-29 15,11 0-142-15,0-23-244 16</inkml:trace>
  <inkml:trace contextRef="#ctx0" brushRef="#br0" timeOffset="-19919.85">20077 14774 675 0,'0'0'149'0,"0"0"-72"0,0 0-1 0,0 0-47 15,0 0-11-15,4 113-16 16,23-95 9-1,0-7 24-15,0 2-26 16,4-3 14-16,4-4-15 0,-1-2-12 16,1-2 4-16,-2-2 0 15,1 0-1-15,-3 0-6 16,-2-6-5-16,-4-6-5 16,-5-3 14-16,-7 10-15 15,-4-3-10-15,-5 4-75 16,1 2-64-16,-5-2-15 15,0 0-233-15</inkml:trace>
  <inkml:trace contextRef="#ctx0" brushRef="#br0" timeOffset="-19649.63">20206 14798 784 0,'0'0'31'16,"0"0"-25"-16,0 0 7 15,0 0-13-15,0 0-65 16,0 0-14-16,95-24-31 15,-86 16-42-15,-9-1-146 16</inkml:trace>
  <inkml:trace contextRef="#ctx0" brushRef="#br0" timeOffset="-19481.84">20220 14636 1054 0,'0'0'100'0,"0"0"-66"16,0 0 27-16,0 0-25 16,0 0-36-16,146-74-5 15,-111 51-39-15,8 0-107 16,-7 3-323-16</inkml:trace>
  <inkml:trace contextRef="#ctx0" brushRef="#br0" timeOffset="-18999.7">20673 14939 464 0,'0'0'157'16,"0"0"-77"-16,0 0 25 15,0 0-12 1,0 0 27-16,0 0-76 0,39-98-14 16,-37 68-21-16,0 2-8 15,1 6-1-15,-3 4 8 16,2 8-17-16,-2 4 16 16,0 6-7-16,0 0 2 0,6 0 16 15,1 21-12 1,7 3 42-16,-1 1-34 0,3 2 3 15,5-4-14 1,2-5 0-16,1-4-6 16,1 0 12-16,-3-2-10 15,-4-8 9-15,7-4-1 16,-4 0-6-16,2-8 22 16,-3-22-16-16,-5-11 12 0,-1-5-19 15,-7-5-1-15,-5 1-22 16,-2 3-55-16,0 8 50 15,2 16-6-15,0 1-27 16,0 10 14-16,8 6-139 16,-1-4-163-16</inkml:trace>
  <inkml:trace contextRef="#ctx0" brushRef="#br0" timeOffset="-18235.99">21787 14466 290 0,'0'0'521'0,"0"0"-393"15,0 0-8-15,0 0-45 0,0 0-19 16,0 0-37 0,-10-13 3-16,18 1-16 0,8 7 23 15,2-4-19-15,4 5 8 16,-4 4 2-16,7 0-4 16,-12 13 11-16,-4 10-26 0,-9 17 19 15,0 8-19 1,-7 9-1-16,-20 7-37 15,-6 2 3-15,-7 2 2 16,-5 1 0-16,3 5 29 0,0-10 3 16,9-8-5-1,12-24 12-15,11-16-14 0,10-16 5 16,0 0 1-16,23-8-13 16,18-20 14-16,7 5 6 15,4 2-6-15,0 15 6 0,-8 6 1 16,-11 0-9-1,-8 6 11-15,-10 16-18 0,1-4 8 16,-10 2-7 0,-1-8-91-16,-3-6-235 0,0-6-340 15</inkml:trace>
  <inkml:trace contextRef="#ctx0" brushRef="#br0" timeOffset="-17539.6">22283 14355 429 0,'0'0'249'0,"0"0"-10"0,0 0-131 0,-68 144-24 0,47-102-6 16,-4-3-39-16,5-1-15 16,-3-6-11-16,8-3 17 15,4-10-12-15,9-5 17 0,2-8-27 16,0 3-16-16,0-9 15 16,9 7-14-1,4-2-6-15,5-4 3 16,-1 2 10-16,6 2-11 0,-3-1 0 15,-1 1 3-15,0-1 0 16,-6 1 11-16,-2-5-10 16,2 0 11-16,-1 0-8 15,1 0-1-15,-4-5-8 16,5-8 7-16,-6 1-6 16,-1 3 6-16,-3 0-5 0,1 3 7 15,-3 6 4 1,-2 0 2-16,0 0 0 15,0 0 6-15,0 0 10 16,0 15-8-16,0 10 14 16,-9 13-3-16,-4 6 43 15,2 1-39-15,1 3 2 0,6-13-21 16,4 2-7-16,0-9 1 0,0-8 0 16,0-2-15-1,0-14-48-15,0 0-33 16,2-4-90-16,14 0-137 15,-1-8-24-15</inkml:trace>
  <inkml:trace contextRef="#ctx0" brushRef="#br0" timeOffset="-17209.99">22447 14939 499 0,'0'0'106'0,"0"0"-63"0,0 0 25 0,0 0 2 16,0 0 35-16,0 0-32 15,92 65 5-15,-65-65-25 16,2 0-20-16,2 0 10 0,0-27-6 16,0-5-3-1,-4-8-30-15,-5-13 6 0,-2 2-10 16,-5-7-2-1,-7 9 2-15,-8 5 0 0,0 14-1 16,-16 12 5 0,-13 18-2-16,-7 0 0 0,-2 22-4 15,1 10-17 1,2-2-7-16,12-4-55 0,4 2-220 16,11-10-235-16</inkml:trace>
  <inkml:trace contextRef="#ctx0" brushRef="#br0" timeOffset="-16799.87">23060 14455 475 0,'0'0'118'0,"0"0"-72"0,0 0-45 0,0 0-2 16,47-106-5-16,-47 103 6 15,-16 3 140-15,-10 0 97 0,-6 27-115 16,-3 3-46-16,8 3-16 16,9-10-30-16,11-2-30 15,7-12-109-15,0-8-285 16,0-1-320-16</inkml:trace>
  <inkml:trace contextRef="#ctx0" brushRef="#br0" timeOffset="-15769.82">23553 14868 566 0,'0'0'445'0,"0"0"-410"16,0 0 72-16,0 0-23 15,0 0-50-15,0 0 6 16,118-3-19-16,-92-7 1 0,3 6-10 16,-2-6 24-1,0 3-32-15,-5 2 10 0,-3-3-14 16,-2 2-22-1,-7 2-28-15,2-5-67 0,-10 1-107 16,-2 3-291 0</inkml:trace>
  <inkml:trace contextRef="#ctx0" brushRef="#br0" timeOffset="-15553.79">23655 14683 1137 0,'0'0'95'0,"0"0"14"0,0 0-29 16,0 0-29-16,127-9-47 16,-84-9-4-16,-1-5-43 15,-7-4-55-15,-10 5-184 16,-12 2-683-16</inkml:trace>
  <inkml:trace contextRef="#ctx0" brushRef="#br0" timeOffset="-14449.72">25932 14405 886 0,'0'0'53'0,"0"0"20"0,0 0 33 16,0 0-62-16,0 0-23 15,0 0 33-15,-81-2 0 16,58 2-17-16,-2 11-2 16,2 5 20-16,1 0-36 0,2 2 20 15,2 0-29 1,3-3-4-16,1 4 0 0,6-5-12 15,-1-3 4 1,9 4-2-16,0-1 4 16,0-1 0-16,15-3-10 15,10 3 22-15,4-1-19 0,2-1 8 16,-2-1-2-16,0 5-9 16,-6-1 7-16,-4-3 1 15,-7 1-10-15,-2 5 5 0,-7-3 14 16,-3 7-5-1,0 2-1-15,-16 5 27 0,-8-1-22 16,-7-1 3 0,-6-2-5-16,0-7-1 0,5 0-6 15,8-9-13 1,4-5 4-16,6-1-54 0,12-2-33 16,2 0-145-16,0-3-358 15</inkml:trace>
  <inkml:trace contextRef="#ctx0" brushRef="#br0" timeOffset="-14189.92">25955 14766 885 0,'0'0'158'0,"0"0"-49"0,0 0 9 0,0 0-90 16,0 0-28-1,-17 102-1-15,40-91 1 16,0 5-4-16,0 2 8 16,0-4-14-16,-1 4 12 0,1-8-4 15,-4 1-10-15,10-5 10 0,0-6-36 16,3 0-31 0,1-6-83-16,-6-15-151 15,-5-2-18-15</inkml:trace>
  <inkml:trace contextRef="#ctx0" brushRef="#br0" timeOffset="-13939.51">26013 14771 492 0,'0'0'545'0,"0"0"-536"16,0 0 30-16,0 0-4 15,0 0-30-15,0 0-5 16,50-5-1-16,-38-3-40 16,-1-7-6-16,-7 2-235 15,-4-5-152-15</inkml:trace>
  <inkml:trace contextRef="#ctx0" brushRef="#br0" timeOffset="-13787.47">26038 14596 498 0,'0'0'802'0,"0"0"-740"0,0 0-22 16,0 0-21-16,0 0-18 16,0 0-2-16,0 0-17 15,133-80-55-15,-109 80-35 0,-2 0-217 16,-4 0-313-1</inkml:trace>
  <inkml:trace contextRef="#ctx0" brushRef="#br0" timeOffset="-13359.82">26395 14905 483 0,'0'0'88'0,"0"0"-3"0,0 0 75 16,0 0 8-16,0 0-100 15,0 0-21-15,83-54-18 16,-74 19-23-16,-3 9 2 16,1 2-2-16,-2 6-12 15,-3 4-8-15,-2 10 11 0,2 4 1 16,0 0-2-1,7 0-33-15,2 10 37 0,5 7 0 16,4-2 5 0,4 2-9-16,5 1 12 0,-2-4-15 15,-2 2 15-15,2-2-14 16,-3 0 8-16,-4-11-2 16,-2-3 7-1,0 0-7-15,-3-21 83 0,-2-19-38 16,-3-10-20-16,-2-5-20 0,-3 3-1 15,-3 6 1 1,-2 6-9-16,4 15 4 0,-2 4 0 16,4 6-5-1,0 8-26-15,3 1-90 0,-1 0-268 16</inkml:trace>
  <inkml:trace contextRef="#ctx0" brushRef="#br0" timeOffset="-12225.87">27712 14391 667 0,'0'0'134'0,"0"0"-39"16,0 0 10-16,0 0-35 16,0 0-34-16,0 0-2 15,0 0 25 1,11-5 29-16,-11 5-34 0,0 0 5 15,-6 1-43 1,-17 17 9-16,-4 9-24 0,-2 5 39 16,0 3-39-16,6 5 25 15,-2 4-21-15,2 2-4 16,1 2 6-16,2 2-2 16,6 0 19-16,6-3-19 0,8-3 4 15,0-7-3 1,20 3-12-16,16-17 3 0,1 6 2 15,3-14 1 1,-3-6 0-16,-4-9-8 0,-4 0 16 16,-5-22-7-1,-2-11 5-15,-6-6-12 0,-7 3-16 16,-9 6 18-16,0 6-9 16,-2 2-9-16,-19 9 18 15,-3 5-2-15,-5 8-6 16,3 0 8-16,-3 7 0 15,4 16 1-15,5 5-4 0,11 1 7 16,5 5-39 0,4-4-61-16,0-7-68 0,2-6-44 15,13-9-147-15,7-8-184 16</inkml:trace>
  <inkml:trace contextRef="#ctx0" brushRef="#br0" timeOffset="-11836.87">28064 14847 642 0,'0'0'155'0,"0"0"-149"16,0 0 72-1,0 0-43-15,0 0-10 16,0 0 1-16,0 21 52 15,0-8 40-15,0 1-20 0,0-4-47 16,0 1-33 0,0-5 4-16,10-1-13 0,7-5 1 15,8 0-1 1,6 0 18-16,2-12-10 0,3-12-14 16,-1-12 2-1,2-8-2-15,-6-1-6 16,-8-9-8-16,-11 4 6 0,-12 6-40 15,0 5 12-15,-18 7-4 16,-11 19 14-16,-7 7 12 16,-1 6 11-16,1 6 0 15,3 16-4-15,8 2-21 16,9-2-256-16,10-4-430 16</inkml:trace>
  <inkml:trace contextRef="#ctx0" brushRef="#br0" timeOffset="-11489.47">28608 14403 603 0,'0'0'100'0,"0"0"-97"0,0 0 140 0,0 0 16 16,118-95-82-16,-101 66-6 15,-9-1-62-15,-8 8 45 16,0 11-16-16,-18 6-1 15,-9 5-19-15,0 0-11 16,0 22-7-16,8-2-2 16,5-2 0-16,5-2-153 0,9-6-458 15</inkml:trace>
  <inkml:trace contextRef="#ctx0" brushRef="#br0" timeOffset="-5700.07">26281 5582 195 0,'0'0'154'0,"0"0"-94"16,0 0 23-16,0 0-28 15,0 0-18-15,0 0 25 0,0 0-1 16,0 0 72-16,0 0-12 16,0 0-8-16,0 2-87 15,0-2 17-15,0 0-25 16,0 0-11-16,0 0-3 15,0 0 5-15,0 0-3 16,0 0 22-16,0 0 21 0,0 0-32 16,0 0 18-1,0 2-26-15,-4-2 10 0,-2 0-16 16,-1 2-6 0,-5-2 3-16,6 3-2 15,-5 1 0-15,-3-4 4 0,1 3-3 16,-5-1 6-16,-4 1-5 15,-4-2 10 1,-1 1 5-16,-2 2-15 0,2-1 0 16,0-2-3-16,5-1-13 15,4 0-1-15,5 0-38 0,-1 0-17 16,10 0-70 0,-2 0-221-16,6 0-245 0</inkml:trace>
  <inkml:trace contextRef="#ctx0" brushRef="#br0" timeOffset="-5215.83">25770 5697 461 0,'0'0'253'0,"0"0"-69"0,0 0 11 0,0 0-65 16,0 0-45-1,0 0-47-15,-106 3-4 16,87-3-21-16,-4 0 1 15,-6 0 12-15,7 0-23 0,0 0 16 16,2 0-15 0,4 0-8-16,3 0-9 0,4 0-11 15,0 0-44-15,0 0-42 16,-2 0-190-16,-1 0-499 16</inkml:trace>
  <inkml:trace contextRef="#ctx0" brushRef="#br0" timeOffset="-4797.59">25176 5691 371 0,'0'0'231'0,"0"0"-89"0,0 0 58 0,0 0-48 16,0 0-78-16,0 0-15 15,-115 12-58-15,95-12-1 0,-1 0-5 16,2 0 5-16,1 0-5 16,0 0 12-16,4 0-24 15,2 0-8-15,-5 0-145 0,0 0-253 16</inkml:trace>
  <inkml:trace contextRef="#ctx0" brushRef="#br0" timeOffset="980.18">23416 11241 281 0,'0'0'267'0,"0"0"-260"15,0 0 28-15,0 0-13 0,0 0 37 16,0 0 27 0,0 0 46-16,0 0-5 0,0 0-36 15,-2 0-35-15,2 0-53 16,0 0 19-16,0 0-19 16,0 0 18-16,0 0-14 15,0 0 16-15,0 0-12 16,0 0 8-16,0 0-8 0,0 0-4 15,0 0-5 1,0 0 13-16,0 0-23 0,0 0 14 16,0 0-12-1,6 0 12-15,6 0 8 0,1 0-11 16,1-2 0-16,1 2-6 16,-1-2 8-16,1-4-14 15,1 4 2-15,-7-2 0 16,6-2-16-16,-3 1-9 15,1-2-59-15,1-1-127 16,-1 0-194-16</inkml:trace>
  <inkml:trace contextRef="#ctx0" brushRef="#br0" timeOffset="1459.89">23875 11175 522 0,'0'0'124'0,"0"0"-122"0,0 0 20 0,0 0-3 16,0 0-8 0,0 0 55-16,58 14 0 0,-49-14 46 15,-2 0-33-15,0 0-26 16,-1 0-43-16,3 0-1 16,3 0-9-16,-2 2-3 15,4-2-3-15,6 0-30 16,-2 0-35-16,1 0-74 15,0-4-4-15,-6-2-140 0</inkml:trace>
  <inkml:trace contextRef="#ctx0" brushRef="#br0" timeOffset="1900.2">24297 11212 586 0,'0'0'73'0,"0"0"22"16,0 0 42-16,0 0-69 0,0 0 8 15,0 0-66 1,77 13 42-16,-59-12 6 16,1 2 15-16,0-1-46 0,-1-2-17 15,0 0-10 1,0 0 3-16,0 0-6 0,-3 0-32 15,1 0 22 1,-3 0-44-16,-4-2 12 0,7-1-25 16,-5-1-48-1,-3 1-59-15,2-1 30 0,-4 3-131 16</inkml:trace>
  <inkml:trace contextRef="#ctx0" brushRef="#br0" timeOffset="2482.21">24742 11197 410 0,'0'0'153'0,"0"0"-38"0,0 0 28 16,0 0-2-16,0 0-76 0,0 0-28 15,91 4-20-15,-75-4-5 16,-1 0-12-16,-5 0-14 15,5 0-37-15,-8 0-94 16,-5 0-145-16</inkml:trace>
  <inkml:trace contextRef="#ctx0" brushRef="#br0" timeOffset="4180.18">25032 9731 881 0,'0'0'89'0,"0"0"-23"0,0 0-19 16,0 0-10-16,0 0-30 15,0 0 3-15,0 0 47 16,0 0-3-16,0 2 20 0,0 0-41 15,2 0 22 1,9 3-26-16,5-4-18 0,3-1-10 16,4 0-1-1,0 0-12-15,-6 0-37 16,3 0-15-16,1 0-69 0,-11 0-73 0,1 0-244 16</inkml:trace>
  <inkml:trace contextRef="#ctx0" brushRef="#br0" timeOffset="4596.06">25107 10132 786 0,'0'0'113'0,"0"0"-20"0,0 0-14 0,0 0 40 0,0 0-98 16,0 0 3-16,77 0-23 15,-67 0-2-15,1 0-34 16,-3 0-76-16,-2 0-116 15,-4 0-178-15</inkml:trace>
  <inkml:trace contextRef="#ctx0" brushRef="#br0" timeOffset="5060.24">25094 10646 657 0,'0'0'356'0,"0"0"-283"0,0 0 41 0,0 0-66 0,0 0 16 16,0 0-63 0,76 0 12-16,-56 0-10 0,-3 0-3 15,-3 0-10 1,-5 4-23-16,-5-3-28 0,2 4-95 16,-4-2-198-1,-2 0-278-15</inkml:trace>
  <inkml:trace contextRef="#ctx0" brushRef="#br0" timeOffset="5496.35">25090 11012 627 0,'0'0'333'0,"0"0"-250"0,0 0 99 0,0 0-112 0,0 0-8 15,0 0-60-15,73 7 17 16,-57-7-19-16,-5 0-1 15,0 0-29-15,-1 0-64 16,-6 0-105-16,-4 0-372 16</inkml:trace>
  <inkml:trace contextRef="#ctx0" brushRef="#br0" timeOffset="7280.17">24725 14727 54 0,'0'0'351'0,"0"0"-172"0,0 0-129 16,0 0-10-16,0 0-37 15,0 0-1-15,0 0 5 16,-12 0-4-16,10 0 59 16,-1 0 59-16,3 0-29 0,-2 0-38 15,2 0 7 1,0 0-31-16,0 0 9 0,0 0-29 15,0 0-8-15,0-5-4 16,0 5 6-16,0 0-13 16,0 0 19-16,0 0 13 15,0 0 21-15,0 0 5 16,0 0-24-16,0 0 9 16,0 0-10-16,0 0-14 15,0 0-4-15,0 0 0 16,0 0 4-16,0 0-5 15,0 0 26-15,0 0-17 0,-2 0 21 16,2 0-30 0,0 0 3-16,0 0-8 0,0 0 5 15,0 0-11-15,0 0 15 16,0 0-19 0,0 0 22-16,0 0-17 0,0 0 5 15,0 0-1-15,0 0-3 16,12 0 4-16,7 5 2 0,2-2 4 15,6 6 4 1,-1 0-1-16,4-5 3 16,-2 5-8-16,1-8 8 15,-3 3-12-15,-3-4 4 16,-5 0-4-16,-3 0 2 16,4 5 0-16,-2-5 2 0,3 0 18 15,5 0-19-15,-1 0 19 16,0 0-19-1,-1 0 4-15,-8-5-7 0,3-4-2 16,-5 4 1-16,-5 5-12 16,-6 0 13-16,-2 0-38 15,0 0 11-15,0 0-46 16,0 0-32-16,0 0-228 16</inkml:trace>
  <inkml:trace contextRef="#ctx0" brushRef="#br0" timeOffset="19500.43">19734 15881 354 0,'0'0'31'0,"0"0"-31"0,0 0 2 0,0 0 13 0,0 0 48 0,0 0 28 15,0 0 44-15,2-22 13 16,0 19-31-16,0 2-96 16,0 1-10-16,-2 0 0 15,0 0-14-15,0 0 11 0,0 0 31 16,0 0 35-16,0 0-6 15,0 0-3-15,-13 0-58 16,-7 14-7-16,-3 0 8 16,-1 8-11-16,-2 4 6 15,3 6 5-15,3-5-6 0,7-1-2 16,7-6 0 0,6-4 4-16,0-10-13 0,0 2 12 15,15-8-15 1,9 0 22-16,10 0-20 0,-1 0 20 15,-2 0-13 1,-2 0 3-16,-4 0-3 16,-6 0-1-16,-3 0 8 15,-7 13-9-15,-5-5 20 0,-4 11-12 16,0-1-3-16,-2 8 23 0,-17 5-22 16,-6 0 17-1,0 1-18-15,1-9 6 0,4-10-13 16,2-3-7-1,7-2 0-15,2-8-85 0,6 0-16 16,3 0-45 0,0 0-380-16</inkml:trace>
  <inkml:trace contextRef="#ctx0" brushRef="#br0" timeOffset="19715.68">19850 16142 550 0,'0'0'85'0,"0"0"-17"0,0 0 19 0,0 0-15 16,0 0-10-16,102 108 24 15,-69-91-32-15,5-8-19 16,0 3-16-16,-7-2-15 16,0-2-8-16,-4 3-10 15,-5-11-47-15,-3 0-43 0,-4 0-45 16,-7-5-43-1,-5-14-25-15</inkml:trace>
  <inkml:trace contextRef="#ctx0" brushRef="#br0" timeOffset="19917.74">20004 16181 874 0,'0'0'110'0,"0"0"-14"0,0 0-34 16,0 0 4-1,126 13-66-15,-108-21-1 0,-10-10-50 16,-5-8-64-16,-3-4-190 16,-7 2-286-16</inkml:trace>
  <inkml:trace contextRef="#ctx0" brushRef="#br0" timeOffset="20050.1">20054 16004 640 0,'0'0'430'0,"0"0"-348"0,0 0-31 15,0 0-28-15,0 0-19 16,0 0-8-16,89-11 1 16,-53-5-55-16,-3-2-70 15,-4-1-345-15</inkml:trace>
  <inkml:trace contextRef="#ctx0" brushRef="#br0" timeOffset="20430.49">20500 16131 853 0,'0'0'95'15,"0"0"-60"-15,0 0 54 0,0 0 17 16,0 0-101-1,0 0 12-15,86-109-5 16,-80 91-14-16,-4 7 8 16,2 8-10-16,-2 3 4 15,0 0-10-15,5 8-16 16,5 16 26-16,3 6-7 16,1 5 7-16,3-2-15 0,0-7 4 15,-2 1 3-15,-3-14 3 16,-1-3 5-16,-4-6 10 15,-4 0 18 1,-1-4 21-16,5-4-34 0,-3-22 52 16,4-11-52-16,-4-4-6 15,-2-1-9-15,-4 0-22 16,0 2-42-16,0 8-24 16,3 5-63-16,1 16-131 15,0 7 45-15</inkml:trace>
  <inkml:trace contextRef="#ctx0" brushRef="#br0" timeOffset="21100.02">21425 15821 430 0,'0'0'605'0,"0"0"-532"0,0 0-18 15,0 0-6 1,0 0-39-16,0 0 18 16,93-76 32-16,-63 66-36 15,-1 6-9-15,-8 4-3 0,-3 0-11 16,-7 25 0-16,-11 17 4 16,0 8-5-16,-2 7-9 15,-23 1-16-15,-4 5-32 16,3-10 18-16,2-3 1 15,1-5 29-15,8-9 9 0,5-12 0 16,10-14-2 0,0-10 2-16,27 0 17 0,13 0 7 15,5-14-8-15,-1 2-4 16,-3 4-2 0,-12 8-8-16,-5 0-4 0,-6 0 11 15,-5 13-17-15,-8 4 8 16,4-7-26-16,-5-2-102 15,3-8-316-15</inkml:trace>
  <inkml:trace contextRef="#ctx0" brushRef="#br0" timeOffset="21620.14">21932 15852 657 0,'0'0'199'0,"0"0"-132"0,0 0-11 0,0 0-30 15,0 0-6 1,0 0 40-16,-2 84-1 0,-18-44-51 15,0-3-5 1,4-2 2-16,3-9 11 0,11-8-2 16,0-4 7-1,2-4-17-15,0-6 13 0,13 0-23 16,7-4 12-16,10 0-3 16,-4-10 10-16,-2 2-26 15,3 0 14 1,-7 2-5-16,-1 6-2 0,-9 0-26 15,1 0-6-15,-4 0-5 16,-2 0 36 0,-5 0-34-16,4-5 36 0,-4 5-2 15,2 0 6-15,-2 0 2 16,3 25 24-16,-1 9 64 16,4 6-52-16,1 0-24 0,7 1-5 15,-1-6-7 1,-4-3 4-16,4-1-10 0,-6-3-12 15,-3 2-6 1,-2-8-48-16,-2 0-58 0,0-16-172 16,0-6-285-1</inkml:trace>
  <inkml:trace contextRef="#ctx0" brushRef="#br0" timeOffset="21929.99">22260 16311 111 0,'0'0'723'0,"0"0"-647"0,0 0-14 0,0 0 26 16,0 0-54-16,140 77 13 15,-97-77 17-15,-1 0-23 16,-4-5-3-16,-5-22-6 0,-6-8 1 15,-7-15-31-15,-11 2 14 16,-9-7-8-16,0 7-16 16,-13 8 13-16,-12 12-11 15,-8 16-7-15,-9 12 1 16,-5 0-8-16,-1 18-25 0,2 16 11 16,13-2-74-1,10 0-87-15,13-2-130 16</inkml:trace>
  <inkml:trace contextRef="#ctx0" brushRef="#br0" timeOffset="22283.06">22774 15958 948 0,'0'0'81'0,"0"0"-57"16,0 0 29 0,0 0 54-16,0 0-83 15,135-66 15-15,-108 29-28 0,-10 7 4 16,-13 3-3-16,-4 8-4 15,0 6 2-15,-24 13-10 16,-7 0 0-16,-5 9-34 16,2 20 15-16,1 6-45 15,8 3-7-15,8-6-127 0,8-5-524 16</inkml:trace>
  <inkml:trace contextRef="#ctx0" brushRef="#br0" timeOffset="22944.26">23632 16324 596 0,'0'0'436'0,"0"0"-428"0,0 0 25 16,0 0 13-16,0 0 60 0,0 0-58 16,72 10 1-1,-43-10-29-15,-3 0-15 16,-1 0-10-16,-3-1-4 0,-1-8-12 16,-8 6-71-16,-7-1-64 15,-6-2-236-15,0-3-166 16</inkml:trace>
  <inkml:trace contextRef="#ctx0" brushRef="#br0" timeOffset="23130.33">23603 16177 688 0,'0'0'648'16,"0"0"-640"-16,0 0 109 15,0 0-48-15,150-57-48 16,-113 53-21-16,-2 4-11 0,-4-2-32 16,0-2-69-1,-7-4-53-15,-2-2-544 0</inkml:trace>
  <inkml:trace contextRef="#ctx0" brushRef="#br0" timeOffset="24144.01">25479 16271 989 0,'0'0'63'0,"0"0"-63"0,0 0 0 0,0 0-10 16,0 0 20-1,37 108-24-15,-24-100 28 0,-9-7-6 16,3 8 82-16,-3-5 10 16,-1-4-73-16,-1 0-26 15,5 0 4-15,-1-27-2 16,1-14 34-16,-3-12-34 15,-2-9-6-15,-2 0-5 0,0-2 3 16,0 6-8 0,0 1 13-16,0 3 4 0,3 0 3 15,6 10 5 1,4 0-10-16,5 12 29 16,-3 4-25-16,3 16 27 0,-3 7-12 15,6 5 1 1,4 0-12-16,6 0-8 0,4 0-2 15,3-3 7-15,1 1-22 16,-2-2 3-16,3 0-14 16,-7 4-48-16,1 0-24 15,-10 0-123-15,-5 0-238 16</inkml:trace>
  <inkml:trace contextRef="#ctx0" brushRef="#br0" timeOffset="24782.49">25859 15946 688 0,'0'0'248'0,"0"0"-102"0,0 0 3 16,0 0-118-16,0 0-8 0,0 0-20 15,15 0 32-15,3-10-21 0,-1 5 3 16,2 5-11 0,-2 0-4-16,1 0 9 0,0 5-4 15,-7 13 1 1,0 0-3-16,-1 3-10 15,-10-2-1-15,0-5-10 16,2-6-13-16,-2-5-5 16,0 0 32-16,0-3 1 15,4 0-14-15,3 0 7 0,1 0-34 16,2 0 7-16,3 0 28 16,-3 3-2-16,-4 6 9 15,-2 5 26-15,-4 0-3 0,0 8 16 16,0 0-26-1,-6 0 9-15,-15 9-15 16,-6-4-11-16,-4-1 8 16,2-4-8-16,4-3-40 15,6-6-110-15,3 1-228 16,3 5-152-16</inkml:trace>
  <inkml:trace contextRef="#ctx0" brushRef="#br0" timeOffset="25295.52">25772 16931 547 0,'0'0'58'0,"0"0"33"0,0 0 20 0,0 0 18 16,0 0-41-16,0 0 8 16,44-13 20-16,-13-18-31 15,8-8-37-15,7-7 8 16,12-10 3-16,2-4-43 15,0-7-7-15,1 4-7 16,-1 2 0-16,-4-5-2 16,-8 11-17-16,-1 5-33 15,-2 2-18-15,-10 12-34 16,-6 10-13-16,-9 8-92 16,-4 12-163-16</inkml:trace>
  <inkml:trace contextRef="#ctx0" brushRef="#br0" timeOffset="25860.44">26333 16583 597 0,'0'0'357'0,"0"0"-282"0,0 0 51 15,0 0-76-15,0 0-35 16,0 0 5-16,29 4 9 16,-4-4-13-16,2 0 44 15,-6 0-48-15,2 0-2 16,-3 2-5-16,-7 15-5 0,-4 10 8 16,-6 9-7-1,-3 8 13-15,0 6-2 16,-3 3-24-16,-12-3 10 15,-4-14 0-15,6-7 1 16,7-6 1-16,2-9 0 16,4-2-1-16,0-11-1 0,4-1-14 15,17 0 15-15,14 0 1 0,2-17-10 16,5-1 20 0,-2 1-18-16,1 6 8 0,-5 7-5 15,-7 4 3 1,-5 0-45-16,-6 0-4 15,-7 0-86-15,-11 6-165 16,0-2-360-16</inkml:trace>
  <inkml:trace contextRef="#ctx0" brushRef="#br0" timeOffset="28460.36">24497 16437 556 0,'0'0'37'0,"0"0"-26"0,0 0-10 16,0 0 54-16,0 0-37 15,0 0 61-15,0 0 32 16,-28 0 35-16,22 0-30 16,0 0-55-16,4 0-16 15,2 0-11-15,0 0-19 0,0 0-4 16,0 0 7 0,-2 0-5-16,2 0 40 0,0 0-20 15,0 0 19 1,0 0-29-16,0 0-2 0,2 0-14 15,18 0 0 1,16 8 17-16,8-4-3 0,5-4 9 16,5 0-25-1,-1 0 34-15,-6 0-37 0,-5 0-1 16,-7 0 11-16,-10-2-24 16,-11 2 11-16,-3-2-25 15,-9 2-15-15,-2 0-68 16,0 0-23-16,0 0-153 15,0-8-418-15</inkml:trace>
  <inkml:trace contextRef="#ctx0" brushRef="#br0" timeOffset="-214332.66">16859 3381 457 0,'0'0'116'0,"0"0"-104"0,0 0-12 16,0 0 28-16,0 0 30 15,0 0-47-15,0 0-10 16,0 0 21-16,-31-33-8 16,31 33-14-16,-2 0-27 15,2 0 12-15,0 0-53 16,0 0-62-16,0 0-110 16</inkml:trace>
  <inkml:trace contextRef="#ctx0" brushRef="#br0" timeOffset="-212766.49">16630 3259 47 0,'0'0'233'0,"0"0"-122"0,0 0-51 16,0 0-30-1,0 0-21-15,0 0-9 16,-27-40-130-16,27 31-161 16</inkml:trace>
  <inkml:trace contextRef="#ctx0" brushRef="#br0" timeOffset="-212712.94">16630 3259 131 0,'-7'-57'0'16</inkml:trace>
  <inkml:trace contextRef="#ctx0" brushRef="#br0" timeOffset="-212486.44">16623 3198 233 0,'0'0'30'0,"0"0"3"15,0 0 11-15,0 0-44 16,0 0 12-16,0 0-12 16,-2 0 16-16,2 0-10 15,0 0-6-15,0 0-106 16</inkml:trace>
  <inkml:trace contextRef="#ctx0" brushRef="#br0" timeOffset="-44196.25">18003 924 555 0,'0'0'247'0,"0"0"-191"0,0 0-46 0,0 0 46 16,0 0-2-16,0 0-13 0,0 0-5 15,0 0 1 1,8 2 45-16,-8-2-25 0,0 0-5 15,0 0-32 1,0 0 25-16,0 1-8 16,3-1 21-16,-3 0-40 15,0 0 9-15,0 0-10 0,0 0 3 16,0 0 13 0,-21 0-28-16,-8 0-5 0,0 0 8 15,-4 9-18-15,-7 18 13 0,0 15-8 16,-3 11 5-1,3 8-1-15,11-5-1 0,11-4-4 16,16-10 5 0,2-12-12-16,10-8 13 0,27-11-39 15,15-11 17-15,12 0-6 16,3-25 4 0,-5-3-33-16,-4-7-67 0,-16-2-177 15,-17-3-530 1</inkml:trace>
  <inkml:trace contextRef="#ctx0" brushRef="#br0" timeOffset="-43876.67">18198 1158 524 0,'0'0'118'0,"0"0"-62"15,0 0-48-15,0 0 76 0,0 0 63 16,132 41-36 0,-93-46-48-16,7-22 30 0,-2-3-48 15,-4-6 11-15,-6-4-26 16,-17-1-27-16,-13-1 10 16,-4 6-8-16,-10 2 11 0,-26 8-16 15,-8 11 0 1,-5 12 0-16,-1 3-7 0,2 22 3 15,14 11-5 1,14 0-23-16,16-2-76 16,4-7-113-16,27-8-177 15</inkml:trace>
  <inkml:trace contextRef="#ctx0" brushRef="#br0" timeOffset="-43486.56">18820 776 817 0,'0'0'128'0,"0"0"-43"15,0 0 25 1,0 0-15-16,0 0-64 0,0 0-8 15,-96 62-18 1,96-30-2-16,2-10 7 16,27 5-18-16,9-8 14 15,5-3-6-15,1-1 0 16,0-6 3-16,-3 7-14 0,-5 1 18 0,-7 0-17 16,-17 6 11-1,-12 3-1-15,0 2 0 16,-39 6 44-16,-19-2-25 15,-13-1-1-15,2-4-3 16,6-11-11-16,8-6-8 16,19-4-10-16,11-6-29 15,11 0-131-15,8 0-444 0</inkml:trace>
  <inkml:trace contextRef="#ctx0" brushRef="#br0" timeOffset="-42776.43">19615 639 1042 0,'0'0'85'0,"0"0"-83"0,0 0 11 0,0 0 68 16,136-97-52-16,-91 90 13 15,-7 7-34-15,-9 10 3 16,-21 33-2-16,-8 14 6 16,-8 15-8-16,-39 11-7 15,-8 1-3-15,-8-4 1 16,5-3-1-16,11-17 6 0,16-16-15 15,16-18 29 1,15-10-27-16,0-12 12 0,13-4-4 16,24 0 4-1,8 0 6-15,6-12-8 0,-4 8 0 16,-9 4-6-16,-11 0 8 16,-9 0-10-16,-5 16-16 15,-7 6-3-15,-3 0-15 16,-3 0 3-16,0-6-65 15,0-6-262-15,0-8-130 16</inkml:trace>
  <inkml:trace contextRef="#ctx0" brushRef="#br0" timeOffset="-42176.15">20206 433 757 0,'0'0'199'0,"0"0"-69"16,0 0-61-16,-31 106 54 16,6-49-86-16,3-4-19 0,2-3-13 15,4-13-3 1,5-4-3-16,11-13 10 0,0-1-18 16,0-6 18-16,9-4-17 15,13-3 14-15,7-4-12 16,0-2 6-16,0 0-2 15,-6 0 2-15,-4 0 0 16,-7 0-2-16,-3 0 4 16,-1 0-7-16,-1 0 9 15,5 0-8-15,0-2-14 16,5-15 11-16,-2-8-4 16,-1 5-1-16,-10 4 6 15,2 6 6-15,-6 10 10 0,0 0-8 16,0 4 38-16,0 27-25 15,-10 12 31-15,-7 7-18 16,5 0-1-16,-5-6-26 16,11-3-2-16,4-6-10 15,0-3-17-15,-3-3 26 0,-2-3-34 16,-2-4 3 0,-4-6-51-16,7-4-8 15,-4-12-111-15,10 0-155 16</inkml:trace>
  <inkml:trace contextRef="#ctx0" brushRef="#br0" timeOffset="-41857.42">20428 974 766 0,'0'0'280'0,"0"0"-203"0,0 0-57 0,-8 122 31 16,28-95-51-1,16-13-15-15,8-5 10 16,5-9 4-16,3 0-7 16,-4-13 16-16,2-21 7 0,-11-13 8 15,-5-4 24 1,-12-4-6-16,-13-5-15 0,-9 0-3 16,0 4-14-16,-25 10 5 15,-6 17-7-15,-9 17 29 16,-2 12-4-16,-3 6 11 15,5 26-35-15,3 7-8 16,10-1-11-16,11-3-48 16,9-4-125-16,7-13-466 15</inkml:trace>
  <inkml:trace contextRef="#ctx0" brushRef="#br0" timeOffset="-41376.67">21104 577 848 0,'0'0'244'0,"0"0"-243"0,0 0 41 15,84-121 57-15,-59 84-31 16,-10 7-32-16,-7 4 11 16,-8 8-16-16,0 10 2 15,0 4-5-15,-6 4-3 16,-11 8-13-16,-3 15-7 15,-3 15-10-15,4-5-33 16,14-12-43-16,5-14-241 0</inkml:trace>
  <inkml:trace contextRef="#ctx0" brushRef="#br0" timeOffset="-35236.36">21853 1183 270 0,'0'0'193'0,"0"0"-79"0,0 0-2 15,0 0-39-15,0 0-1 16,0 0-7-16,0 0 8 16,-34-8-12-16,31 8 10 15,3 0-8-15,-2 0-6 16,-2 0-17-16,4-4-24 15,0 4 21-15,0 0-25 16,-4 0 21-16,1 0-17 0,1 0 11 16,0-4-13-1,2 4 2-15,0 0 7 0,0 0-14 16,0 0 7-16,0 0-9 16,11 0-14-16,16 0 20 15,13 0-9-15,7-4-2 16,-3-1-2-16,8 5-7 15,-8-3-20-15,-8 3-11 0,-10 0-47 16,-6-4 5 0,-9-1-100-16,-8-2-108 0,-3-4-107 15</inkml:trace>
  <inkml:trace contextRef="#ctx0" brushRef="#br0" timeOffset="-34986.38">21826 957 716 0,'0'0'298'0,"0"0"-282"0,0 0 10 0,0 0 99 16,0 0-18-1,0 0-61-15,113-61-16 0,-95 57-30 16,-5 4-1 0,5 0-44-16,-3-4-68 15,2 4-253-15</inkml:trace>
  <inkml:trace contextRef="#ctx0" brushRef="#br0" timeOffset="-34098.44">22593 1057 600 0,'0'0'99'0,"0"0"17"0,0 0 23 15,0 0-40-15,0 0-68 16,0 0-14-16,0-15-6 16,2 10 1-16,2 2 16 15,7-1 29-15,-5 2-11 0,6 0-14 16,-1 0 10-1,5-2-22-15,1 0 30 16,8-1-30-16,4-1 20 16,2-3-31-16,13-1 13 0,1-2-9 15,2 4-4 1,0-1-8-16,-3 0 8 0,-3 3-11 16,-10 4 11-16,-10 0-9 15,-7 2 8-15,-7 0-10 16,-3 0 2-16,-4 0 0 0,0 0 0 15,0 0 5 1,0 0-11-16,0 0-1 16,0 0-13-16,0 0-91 15,0 0-82-15,-13 0-428 0</inkml:trace>
  <inkml:trace contextRef="#ctx0" brushRef="#br0" timeOffset="-33336.27">23978 619 667 0,'0'0'224'0,"0"0"-218"0,0 0 57 0,0 0 40 16,0 0-22-16,0 0-55 0,0 0 31 16,-36 0-24-1,21 0 6-15,-8 0-9 16,-6 0-14-16,-2 0 11 15,-7 19-21-15,-4 1 1 16,-3 14 7-16,3 1-26 16,-1 9 20-16,10-1-16 15,4-5 8-15,7 2-6 16,9-6 6-16,4-2 0 0,9-4-8 16,0 2 2-16,6-5 0 15,21 0 8-15,4 0-8 16,7-9 0-16,3-4-4 0,3-8 7 15,3-4-6 1,-3 0-1-16,-2-10-54 0,-3-4 52 16,-8-2-53-1,-5 2-67-15,-8 0-138 0,-2-3 9 16</inkml:trace>
  <inkml:trace contextRef="#ctx0" brushRef="#br0" timeOffset="-33006.44">24049 983 571 0,'0'0'205'16,"0"0"-182"-16,0 0-5 16,0 0 18-16,0 0-8 15,0 0-15-15,18 50 27 16,0-49 34-16,2-1 1 0,7 0 53 15,-1 0-91 1,-1-20 22-16,-1-8-24 0,3-1-8 16,-4-8-24-1,-6 3 12-15,-10 0-3 0,-7 3-8 16,0 8 3-16,-16 1 1 16,-10 8-16-16,-8 12 14 15,-6 2-13-15,0 4 1 0,8 18 4 16,6-2-36-1,13 0-31-15,11 4-53 16,2-7-191-16,4-8-81 16</inkml:trace>
  <inkml:trace contextRef="#ctx0" brushRef="#br0" timeOffset="-32549.01">24596 653 43 0,'0'0'516'0,"0"0"-426"0,0 0 63 0,0 0 63 0,0 0-115 15,0 0-42-15,-61-15-37 16,43 15 39 0,1 4-39-16,1 3 13 0,3 6-35 15,5 2 2 1,2 3-6-16,6 0 8 0,0 1-8 16,0 1 9-16,22-6-8 15,5 2 6-15,4-2-6 16,9 0 6-16,-4 2-3 15,-5 0 0-15,-8-4 4 16,-5 1-13-16,-14-3 18 0,-4 9-9 16,-14 5 12-1,-28 8 30-15,-14 2-31 0,-4 0 12 16,12-9-19-16,11-9-4 16,16-14-9-16,5-2-18 15,16 0-42 1,0-18-129-16,0-4-441 0</inkml:trace>
  <inkml:trace contextRef="#ctx0" brushRef="#br0" timeOffset="-31806.38">25355 419 339 0,'0'0'364'0,"0"0"-279"0,0 0-40 15,0 0 45-15,0 0 20 16,0 0-9-16,-87 50-19 15,63-23-39-15,1 10 28 16,-4 7-44-16,3 5-3 16,-1-5-22-16,10 3-2 0,6-6 0 15,9-3-4-15,0-4 4 16,2-1 0-16,20-4-8 16,7-2 16-16,4-8-9 0,-4-5 1 15,3-3-1 1,-1-10-8-16,-2-1 8 15,0-3 0-15,-2-24 2 16,-3-3-4-16,-8-4 8 16,-7 4-14-16,-9 0-2 15,0 8-12-15,-2 8 8 0,-25 6 13 16,-4 8-5 0,0 0 3-16,-7 20-1 15,5 8-7-15,6 8-30 16,6-2-121-16,17-1-261 0</inkml:trace>
  <inkml:trace contextRef="#ctx0" brushRef="#br0" timeOffset="-31452.14">25609 876 99 0,'0'0'696'0,"0"0"-692"0,0 0-4 0,0 0 81 16,0 0 53-16,151 16-48 15,-97-41 19-15,-7-6-59 16,-3-9-11-16,-17 0-25 15,-9-6 9-15,-16 2-19 0,-2 9 6 16,-9 12-6 0,-25 11 0-16,-10 12 15 0,-7 0-7 15,0 7-16-15,6 17-7 16,12 2-91-16,12-3-148 16,15 0-151-1</inkml:trace>
  <inkml:trace contextRef="#ctx0" brushRef="#br0" timeOffset="-31106.57">26195 471 489 0,'0'0'379'16,"0"0"-367"-16,0 0 7 16,0 0 102-16,0 0 4 0,0 0-39 15,111-58-39 1,-86 30-21-16,-7 1 0 15,-9 7-3-15,-9 6-21 16,0 7 13-16,-14 7-15 0,-15 0 0 16,-9 3-8-1,-2 22-16-15,-2-1-113 0,-3 8-357 16</inkml:trace>
  <inkml:trace contextRef="#ctx0" brushRef="#br0" timeOffset="-29214.18">21806 2458 627 0,'0'0'471'0,"0"0"-456"0,0 0 3 0,0 0 92 15,0 0-72-15,145-58-33 16,-116 54-5-16,-8 2 0 15,-5 0-9-15,-5-2-6 16,-3 2-52-16,-8-2-2 16,0-1-36-16,0 4 34 0,-6-6-288 15,-13-2-100 1</inkml:trace>
  <inkml:trace contextRef="#ctx0" brushRef="#br0" timeOffset="-29016.52">21759 2260 202 0,'0'0'1026'0,"0"0"-1006"0,0 0-11 16,0 0 57-16,0 0 7 16,140-83-31-16,-98 65-30 15,1 7-12-15,-7 1-13 16,-1 2-43-16,-4 1-48 15,-8 3-150-15,-10 2-284 0</inkml:trace>
  <inkml:trace contextRef="#ctx0" brushRef="#br0" timeOffset="-28356.68">22589 2167 482 0,'0'0'445'0,"0"0"-339"0,0 0 1 16,0 0 8-16,0 0-61 15,0 0-22-15,90-23-3 0,-50 9 9 16,-2 1-27-1,0 5-16-15,-3 4 5 0,1 2-19 16,-5 2-41-16,-4 0-46 16,-5 0-78-16,-6 0-309 15</inkml:trace>
  <inkml:trace contextRef="#ctx0" brushRef="#br0" timeOffset="-27824.42">23508 2194 889 0,'0'0'124'0,"0"0"-11"0,0 0-85 16,24-117 90 0,-10 61-72-16,-3-7-3 0,6 6-23 15,-3-2 9 1,1 4-16-16,-1 6-2 15,-1 11-20-15,-9 12 22 16,-4 12-16-16,0 8 6 0,-6 6-6 16,-21 0-10-1,-4 17-1-15,-5 16 2 0,3 3-55 16,4 0-24-16,4 4-56 0,12-7-215 31,5-8-323-31</inkml:trace>
  <inkml:trace contextRef="#ctx0" brushRef="#br0" timeOffset="-27356.52">23512 2496 711 0,'0'0'166'0,"0"0"-159"0,130-136 181 16,-53 55-48-16,17-10-81 15,6-6-14-15,-1 2-41 16,-10 13-8-16,-16 13-30 16,-19 11-40-16,-17 17-55 15,-7 11-110-15,-15 10-100 16</inkml:trace>
  <inkml:trace contextRef="#ctx0" brushRef="#br0" timeOffset="-26818.97">24218 1913 632 0,'0'0'173'0,"0"0"-100"16,0 0 19-16,0 0-44 15,0 0 40-15,0 0-7 16,106-2-34-16,-75 2-38 15,-4 0 1-15,-6 12-10 0,-7 9-2 16,-12 8-6 0,-2 15-15-16,-16 6 3 0,-19 9-20 15,-7-2 17-15,4-7 22 16,7-7-6-16,10-15 5 16,13-6 4-1,8-12-6-15,0-4 15 16,13-6-12-16,18 0 2 15,9 0 17-15,7-2-18 16,5-6-3-16,-6 2 3 0,1 6 13 16,-7 0-6-16,-7 0 2 15,-8 7-18-15,-8 10 6 16,-5-1-5-16,-10 2-90 16,-2 0-364-16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10-06T22:05:51.54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15607 4772 179 0,'0'0'464'0,"0"0"-438"0,0 0 17 0,0 0 28 0,0 0 16 0,0 0-43 0,0 0 20 0,0 0-38 0,5 39 15 16,-5-36-26-1,0-1 16-15,0-2-5 16,0 0 16-16,0 0 7 0,0 0-11 16,0-2 17-16,0-15-34 15,0-16-15-15,0-9 0 16,0-8 9-16,0-12-12 16,10-6 8-16,0-2-11 0,-1-3 2 15,1 6-5 1,2 10-17-16,-5 16 16 15,-1 14-20-15,-4 16 21 16,-2 11-6-16,0 0 8 16,0 17-14-16,-13 16 15 15,-7 16 0-15,-5 9 1 0,-2 6-8 16,-4 4 7-16,0-5-10 16,7-13-97-1,2-12-13-15,4-13-99 16,9-13-100-16</inkml:trace>
  <inkml:trace contextRef="#ctx0" brushRef="#br0" timeOffset="709.98">15743 4717 409 0,'0'0'177'0,"0"0"-108"0,0 0 3 0,0 0 6 16,0 0-12-16,0 0 18 15,0 0-23-15,51-77-21 16,-33 46-5-16,2-6-31 16,-2-3 10-16,-3-3-8 0,-1-3-9 15,-5-2 3-15,-3 2-8 0,-3 4-8 16,-3 8 5-16,0 9 10 0,0 12 2 31,0 7 5-31,-9 6 10 16,-5 0-15-16,-1 0-1 15,-1 0-1-15,3 19-9 16,6 11 4-16,5 5 1 16,2 7-1-16,0 4 3 15,5 1-7-15,12-2 5 0,3-6-10 16,1-5 6-16,-2-6 7 16,-1-2 2-16,1-4-2 0,-7 2 1 15,-5-4 0 1,-7 1 2-16,0-2-2 15,-2-3 9-15,-21 1-8 16,0-2 4-16,-9-9 6 16,3-2-8-16,2-4-2 0,5 0 0 15,7 0-80 1,1-4-40-16,10-12-54 16,4 0-292-16</inkml:trace>
  <inkml:trace contextRef="#ctx0" brushRef="#br0" timeOffset="1128.16">16033 4670 554 0,'0'0'16'0,"0"0"-3"0,0 0-13 0,0 0 22 0,0 0 55 16,0 0-23-16,107 40 7 15,-91-60 40-15,3-11 17 16,-1-8-30-1,-7-8-55-15,1-3 50 0,-10-1-65 16,-2 5-7-16,0 5-9 16,0 11-4-16,-18 11-1 15,-5 15 3-15,-4 4 0 0,-8 0-3 16,4 23-6-16,-3 8 6 16,12 4-13-1,9-3-79-15,6-6-63 0,7-6-105 16,0-5-256-16</inkml:trace>
  <inkml:trace contextRef="#ctx0" brushRef="#br0" timeOffset="1640.02">16374 4223 641 0,'0'0'70'0,"0"0"-66"0,0 0 25 0,0 0 67 0,0 0-9 16,0 0 13-16,62-72-81 15,-60 49 6-15,-2 4-22 16,0 5 5-16,-4 6 4 16,-10 2 11-16,-3 6 27 15,-6 0-42-15,7 0-5 16,6 11-3-16,-3 7-15 0,7 7-62 15,2 1-103 1,-3-1-143-16</inkml:trace>
  <inkml:trace contextRef="#ctx0" brushRef="#br0" timeOffset="2578.36">16626 4609 386 0,'0'0'421'0,"0"0"-315"0,0 0-7 0,0 0-7 32,0 0-35-32,0 0-13 0,-9-9-20 15,35 7-20-15,15 0 62 0,9 0-18 16,10 0 24 0,5 0-39-1,5-2 13-15,3 2-44 16,-2 0 15-16,9 2-23 15,-6 0 8-15,2 0-4 0,-7 0-17 16,-9 0 7-16,-9 0 12 16,-2 0-68-16,-8 0 62 15,-10 0-71-15,-12 0-122 16,-12 0-452-16</inkml:trace>
  <inkml:trace contextRef="#ctx0" brushRef="#br0" timeOffset="3260.23">18067 4904 759 0,'0'0'168'0,"0"0"-94"0,0 0 14 0,5-112 23 16,-1 58-18 0,5 2-40-16,-5 0-10 0,1 6-8 15,-5 4-34-15,0 2-2 0,0 7-7 16,0 5-24 0,0 6-14-1,0 10-5-15,0 6-85 0,0 6 13 16,0 0-106-1,0 16 37-15,0 11-210 0</inkml:trace>
  <inkml:trace contextRef="#ctx0" brushRef="#br0" timeOffset="3700.15">17953 4452 538 0,'0'0'170'0,"0"0"-37"0,0 0 12 15,121 0-38 1,-73 0-15-16,2 0-16 0,-1-13-38 15,-1-5-23-15,-2 4-12 16,-4 5-3-16,-7 0 0 16,-4 4-24-16,-10 3 15 15,-8-1-22-15,-9 3-25 16,-4 0-54-16,0 0-150 0,0 5-180 0</inkml:trace>
  <inkml:trace contextRef="#ctx0" brushRef="#br0" timeOffset="3992.5">18350 4473 523 0,'0'0'178'15,"0"0"-56"-15,-38 119 25 16,27-65-62-16,6 0-44 16,5 0-14-16,0-4 15 15,0-9-14-15,0-8-23 0,14-8 0 16,3-7 2-16,8-10-14 16,4-8-27-1,5 0 7-15,-3-8-31 0,0-15-73 16,-4-2-160-1</inkml:trace>
  <inkml:trace contextRef="#ctx0" brushRef="#br0" timeOffset="5290.27">18858 4529 511 0,'0'0'101'0,"0"0"-50"0,0 0 78 0,0 0 16 15,0 0-12-15,0 0-72 16,0-9-12-16,4 11-27 0,3 19-20 0,2 9 24 31,-3 7-25-31,1 7 10 0,-5 2-3 0,6 1-9 32,-6-6 6-32,0-5-6 0,0-12 1 15,-2-5-29-15,2-13 29 0,-2-2 3 16,0-4 10-1,0 0-5-15,0-9 0 0,0-14-8 16,0-13-2 0,0-3-1-16,-4-9 3 0,0-1 0 15,1-2 1 1,3-1-7-16,0 4 11 0,0 4-17 16,0 2 24-1,11 11-22-15,2 5 20 0,1 8-9 0,-3 6 13 31,-5 5-11-31,6 7-3 0,-3 0 1 0,9 0-5 16,1 21 9-16,0 5-11 0,-7 6-3 16,-7 6 8-1,-5 2-13 1,0 0 11-16,-15-3-7 16,-10-3-12-16,2-6 14 15,6-10 8-15,3-4 0 16,6-11 4-16,5 4 16 15,3-7-18-15,0 2-4 16,3-2-9-16,13 4 11 16,-3 4 27-16,9 2-15 0,-5 6 9 15,0 2-3-15,3 5 6 16,-3 4-24-16,-1-6 8 16,4-2-8-16,-2-6-11 15,-9-7 9-15,-5-5-4 16,0-1 2-16,-2 0-3 0,-2 0-1 15,0 0 12 1,0 0-16-16,0 0 12 0,3 0-3 0,0 0 1 0,1-7 2 31,-2-7 14-31,5-4-7 0,-3 1 19 32,6-7-13-32,0-2 8 0,3 0-15 15,3-4 1 1,2 0-6-16,-2 0 8 0,1 6-9 15,1 6 0-15,-7 4-2 16,5 5 0-16,-5 5-5 16,1 4-14-16,-2 0 18 15,-1 9-19-15,-2 13 21 16,-4 6 0-16,-1 4 1 16,-2 0-2-16,0-2-4 15,0 2 6-15,0-4-27 16,0-6 26-16,0-5-7 0,0-6 1 15,0-7-6-15,0-4-3 16,0 0-28-16,0 0-23 16,-5-4-133-1,-9-13-359-15</inkml:trace>
  <inkml:trace contextRef="#ctx0" brushRef="#br0" timeOffset="5482.13">19252 4602 1174 0,'0'0'95'0,"0"0"-86"0,0 0-9 0,0 0 10 0,0 0-7 31,0 0-3-31,96-10-6 0,-71 10-11 16,1 0-48-1,-3 0-32-15,-4 0-220 0,2 0-314 0</inkml:trace>
  <inkml:trace contextRef="#ctx0" brushRef="#br0" timeOffset="5744.14">19582 4557 233 0,'0'0'102'15,"0"0"150"1,0 0-89-16,0 0-22 16,0 0 25-16,0 0-85 0,0 52-40 15,0-29-33-15,0-2-10 16,0-4 10-16,0-3-16 16,0-4-15-16,0-4-12 15,0-2-120-15,-8-1-128 0</inkml:trace>
  <inkml:trace contextRef="#ctx0" brushRef="#br0" timeOffset="6008.22">19511 4776 720 0,'0'0'157'0,"0"0"-17"16,0 0-4-16,0 0-21 31,138 15-68-31,-94-26-39 0,-1-15 22 15,-5-6 20-15,-1-10-31 16,-8-8-14-16,-6-8 25 16,-10-3-22-16,-11 7 0 15,-2 10-2-15,-7 10-9 16,-19 14 6-16,-8 10-3 0,-6 7 0 16,1 3-8-1,0 11 6-15,6 17-16 16,4 8-8-16,9 4-66 15,0-2-87-15,5-3-855 16</inkml:trace>
  <inkml:trace contextRef="#ctx0" brushRef="#br0" timeOffset="24340.89">27841 974 413 0,'0'0'85'0,"0"0"-58"0,0 0 52 15,0 0-41 1,0 0 12-16,0 0 8 0,0 0 26 16,0 0 9-16,0 0 31 15,0 0-59-15,0 0-30 16,0 0 21-1,0 0-38-15,0 0 29 0,0 0-34 16,0 0 21 0,0 0-24-16,0 0 12 0,0 0-5 15,11-8-17-15,1-1-1 0,5-2-5 0,6 7 3 32,-1 4-3-32,3 0 1 15,-8 0-17-15,-1 4 2 0,-5 11-2 16,-7 2 18-16,-4 12 2 0,0-2 1 31,0 5-5-31,-17-3-26 16,1-5 23-16,5-8 18 0,4-10-16 15,7-1 7-15,0-2-5 0,0-1-74 16,18 5 62-16,5 2 11 31,4-1 6-31,-4 8-7 0,0-2-9 16,-9 4 10-1,-10 4 12-15,-4 0 12 0,0 5-6 16,-6 2 6-16,-26 6 91 16,-11-2-87-16,-1-1 3 0,-5-3-23 15,5-10 7-15,1-4-9 16,7-13-5 0,10-2-45-16,10 0-52 15,10-17-282-15</inkml:trace>
  <inkml:trace contextRef="#ctx0" brushRef="#br0" timeOffset="25012.17">28350 1092 482 0,'0'0'241'0,"0"0"-116"0,0 0 21 0,0 0-26 15,0 0-38-15,0 0-29 16,-3 49 6-16,-2-15-29 0,-1 8 7 0,-5 2-31 16,-3-4-4-16,1 4 3 15,3-6-10 1,0-5-3-16,1-5-4 16,3-2-22-1,-2-7-30-15,4-2-14 16,4-7-72-16,0-10-84 15,0 0 42-15,0-6 48 0,2-16-210 16</inkml:trace>
  <inkml:trace contextRef="#ctx0" brushRef="#br0" timeOffset="25342.51">28240 1146 537 0,'0'0'156'16,"0"0"-83"-16,0 0 33 15,0 0 67-15,0 0-56 0,0 0-49 16,92 12-20-16,-61-12-28 16,0 0 3-1,-6 5-16-15,4-5-14 16,-6 4-23-16,2-4-21 16,0 0-92-16,-3 0-145 0,-6 0-302 15</inkml:trace>
  <inkml:trace contextRef="#ctx0" brushRef="#br0" timeOffset="25700.41">28541 1179 537 0,'0'0'190'16,"0"0"-74"-16,0 0-12 15,0 0-24-15,0 0-10 16,0 0-53-16,-56 122 15 15,50-82-3-15,4 2 4 0,2-5 10 16,0-4-39 0,0-4 2-16,2-8-6 0,15-3-71 15,1-12 57 1,0-6-40-16,13 0-54 0,-2-6-23 0,4-19-66 0</inkml:trace>
  <inkml:trace contextRef="#ctx0" brushRef="#br0" timeOffset="26550.37">27717 1660 472 0,'0'0'141'0,"0"0"-140"15,0 0 34-15,0 0 65 0,0 0 9 16,0 0-42-16,-36 14 15 16,36-14-17-16,0 0 0 15,0 0-20 1,17 2-7-16,20-1 34 0,14 2 17 0,11-3-18 31,10 2-43-31,3 2-15 0,6-2-4 0,1 2-17 31,-4 0 8-31,-5 0-63 0,1 3 52 16,-14-1-46-16,-11 1-65 0,-11 1 27 16,-20 2-182-1,-10-2-361-15</inkml:trace>
  <inkml:trace contextRef="#ctx0" brushRef="#br0" timeOffset="27420.23">28049 1937 218 0,'0'0'650'16,"0"0"-613"-16,0 0 23 0,0 0 26 0,-2 120-49 15,-12-89-5-15,-1 0-26 16,-4-1 2-16,4 3-5 16,1-6 11-16,6-4 8 15,4-7-11-15,1-11-11 16,3-5-3-16,0 0-8 16,0 0-23-16,15 0 25 15,6 0 17-15,1-1-13 16,0-5 10-16,-2 2-5 15,1 0 0-15,-4-1-7 0,-3 1-36 16,-5 2-39 0,-3 1 33-16,-6-1-17 15,2-1-20-15,-2 2 14 0,0-7-16 16,0 2 1-16,0-5 30 16,0 1-12-1,0 1-41-15,0-1 50 0,0 1 60 16,0 1 66-16,2 0 48 15,1 5 10-15,4-2-38 16,-3 4 7-16,-2 1-40 16,1 0-16-16,-1 0-2 0,-2 13 1 15,2 19 66 1,-2 12-52-16,0 11-21 16,0 5 14-16,-7 0 6 0,-6-6-8 15,2-10-3 1,2-10-30-16,-1-10-4 0,6-6-3 15,0-6 8-15,2-7-18 16,2-4-55-16,0-1-134 16,4 0-124-16,12 0-74 15</inkml:trace>
  <inkml:trace contextRef="#ctx0" brushRef="#br0" timeOffset="34543.1">28820 1877 212 0,'0'0'312'0,"0"0"-278"0,0 0 1 0,0 0-25 16,0 0 3-16,0 0 46 15,0 0 50-15,0 0 7 0,0 0-35 0,0 0-24 0,0 0-43 0,-2 0-6 47,2 0-5-47,0 0 42 16,0 0-23-16,0 0 41 16,0 0-34-16,0 0-12 0,0 0-16 15,0 0 0-15,0 0-1 0,0 0 0 16,0 0-7-16,0 0 14 31,0 0 0-31,-3 0 12 0,-2 0 8 16,5-3-20-16,0 3 15 0,0 0-13 15,0 0-1-15,0 0-8 16,0 0-5-16,0 0 3 16,14 0 4-16,1 0-6 15,1 0 10 1,-3 0-12-16,-1 0-4 15,-3 0-33-15,-3 0-15 16,-4 0-68-16,6 0-53 16,-2 0-14-16,1 0 13 0,-3 0-254 15</inkml:trace>
  <inkml:trace contextRef="#ctx0" brushRef="#br0" timeOffset="35052.12">28835 1704 383 0,'0'0'199'0,"0"0"-60"0,0 0 28 0,0 0-6 0,0 0-56 0,0 0 1 16,91 0-96-1,-68 3 9-15,-1 0-15 16,-2-3-8-16,2 0-37 16,-6 0-125-16,-7 0-260 15</inkml:trace>
  <inkml:trace contextRef="#ctx0" brushRef="#br0" timeOffset="36061.62">29568 1289 212 0,'0'0'447'0,"0"0"-440"0,0 0 6 16,0 0 77-16,0 0-35 0,0 0 17 15,0 0-11-15,0 0 52 0,0 0-37 32,0 0-22-32,0 0-35 15,0 0-18-15,4 0-1 0,13 0 6 16,7 0 3 0,-4 2-2-16,2 6-10 0,-9 0 3 0,1 8-1 15,-5 0-11 1,-7 10-2-16,-2 4 12 15,0-2-25 1,0 1-40-16,0-7 33 16,0-7 24-16,0-1-2 0,0-5-26 15,0-5-29-15,2-1 26 16,8-1 8-16,0 3 30 16,5 1 3-16,-1 4 7 15,-3 2 4-15,-4 3 0 16,-7 2-11-16,0 3 11 15,-15 1-5-15,-14 2 6 0,2-3-5 16,-2-4 60 0,4-4-36-16,3-2-7 0,4 1-24 15,0-2-23-15,1 1-166 16,-4 0-468-16</inkml:trace>
  <inkml:trace contextRef="#ctx0" brushRef="#br0" timeOffset="36461.67">29944 1654 944 0,'0'0'183'0,"0"0"-70"0,0 0-45 0,0 0-54 0,0 0-14 0,0 0-5 16,19-16-64-16,-15 14-87 16,0 2-206-16</inkml:trace>
  <inkml:trace contextRef="#ctx0" brushRef="#br0" timeOffset="36962.69">30285 1700 485 0,'0'0'390'0,"0"0"-257"15,0 0-33-15,0 0 3 16,0 0-48 0,16-112-21-16,-3 72-6 15,-1-5-22-15,3 8 9 0,-3 1-11 16,-1 1 2-1,-3 5 1-15,-1 6-7 16,-2 8 3-16,-3 6-3 0,0 10 0 0,-2 0-21 31,0 0-13-31,0 0-43 16,0 26 11-16,-11 13 4 0,-16 7-112 16,-7-2-352-16</inkml:trace>
  <inkml:trace contextRef="#ctx0" brushRef="#br0" timeOffset="37620.96">30509 1671 604 0,'0'0'244'0,"0"0"-125"0,0 0-38 16,0 0-12-16,0 0-13 16,0 0 7-16,55-88-33 15,-37 67-27-15,-5-2 38 0,5-4-35 16,-2-5 14-16,-3 4-11 16,0-1-18-16,-3 7 7 15,-6 4-7 1,-4 6-5-16,0 6 14 0,0 2-1 15,-16 4 3-15,1 0 9 0,-1 0-11 16,3 0-1 0,4 10-20-16,4 7 12 0,5 0-23 0,0 8 10 31,0-3 10-31,0-3-6 16,18 4-5-16,0-3-40 0,0-2 54 15,4 0-15-15,-9 1 23 0,3 0-7 31,-5 1 6-31,-1-1 2 0,-6-2-2 16,-4-1 2-16,0-6 38 16,-16-3-3-16,-9 0 26 0,6-7-35 15,-4 0-23-15,10 0 4 16,4 0-7-16,4-4-8 16,3 1-78-16,0 2-163 15,0 1-654-15</inkml:trace>
  <inkml:trace contextRef="#ctx0" brushRef="#br0" timeOffset="37960.03">30892 1730 504 0,'0'0'142'0,"0"0"12"16,0 0-1-16,0 0 12 0,0 0-66 15,118-100-49 1,-101 64 9-16,-5-2-23 0,-6 6-33 15,-6 4 0 1,0 9-2-16,0 12 2 0,-2 0-6 0,-16 7-1 31,-4 0 3-31,-2 17-38 0,3 5 4 16,8-5-103-16,5-6-190 16,8-5-455-16</inkml:trace>
  <inkml:trace contextRef="#ctx0" brushRef="#br0" timeOffset="38330.01">31137 1361 666 0,'0'0'240'0,"0"0"-222"15,0 0 59-15,0 0 4 0,0 0 2 16,0 0-10-1,62-38-41-15,-51 22-16 0,-6-3-10 0,-5 2-6 16,0 5-9 0,-3 4 3-16,-14 8-23 15,-4 0 14-15,-8 14-42 16,2 10-10-16,-4 2-166 16,-2-2-558-16</inkml:trace>
  <inkml:trace contextRef="#ctx0" brushRef="#br0" timeOffset="38955.61">29923 1891 563 0,'0'0'135'0,"0"0"-83"15,0 0 123-15,0 0-17 16,0 0-55-16,127 0-12 16,-71 0-59-16,3 3-12 0,6-1-20 15,0 3 0 1,-3 1-40-16,1-2-48 0,-15-1-143 16,-5 0-307-16</inkml:trace>
  <inkml:trace contextRef="#ctx0" brushRef="#br0" timeOffset="39959.89">30239 2135 877 0,'0'0'100'0,"0"0"-76"15,0 0 10-15,0 0-30 0,-52 132-4 16,33-89-26-16,1-3 4 15,0-2 22-15,2-2 5 16,10-10 28-16,4-7 2 16,2-10-25-16,0-3-3 15,0-4-7-15,2-2-5 0,13 0-5 0,3 0 10 32,2 0 8-32,2 0-4 15,3 0 15-15,-2-4-15 0,0 2-8 16,-2-2 3-16,-3 4-6 15,-7-2-16-15,-3-2-7 16,-3 4 7-16,-5-4 13 16,0 1 8-16,0-2 4 15,0 1 58-15,0 0-40 16,0 4 0-16,0-2-12 0,0 2 22 16,0 0-13-1,0 0-1-15,0 0 10 16,0 12-19-16,-3 12-1 15,-3 8-6-15,-1 4 16 16,1 0-12-16,0-3 4 16,-2-8 2-16,2-2 7 0,3-3-8 15,-1-1-9 1,0-2 0-16,0-3-34 0,1-7-74 16,-2-1-269-16</inkml:trace>
  <inkml:trace contextRef="#ctx0" brushRef="#br0" timeOffset="41410.28">31380 2216 587 0,'0'0'85'0,"0"0"-51"0,0 0 52 0,0 0-21 15,0 0-31-15,0 0-26 16,116 37-8-16,-103-34 0 15,-2 3 5-15,-2-6-10 16,-2 2-38-16,-3-2-64 0,-4 0-92 16</inkml:trace>
  <inkml:trace contextRef="#ctx0" brushRef="#br0" timeOffset="41620.19">31380 2216 1038 0,'-9'-89'302'16,"9"89"-280"-16,0 0 29 15,7-1 35-15,15-8-47 16,4-1-20-16,5-1-19 16,3 4-23-16,0-3-47 0,-5 2-89 15,-14 2-452 1</inkml:trace>
  <inkml:trace contextRef="#ctx0" brushRef="#br0" timeOffset="46552.5">32111 1808 187 0,'0'0'338'0,"0"0"-239"0,0 0-11 0,0 0 5 31,0 0-8-31,0 0-4 16,0 0-6-16,-10 0-1 15,8 0-6-15,0 0 10 16,2 0-46-16,0 0-3 15,0 0 3-15,0 0-24 16,0 0-8-16,0 0-2 16,4 0 1-16,12 0 2 0,5 2 5 15,-6 11-4-15,3-2-4 16,-5 4 2 0,-4 3-19-16,-5 0 9 0,-4 2-6 0,0 0 10 15,0-1-1 1,-11 2 1-16,0-5 7 15,2-1-5-15,2-6 0 16,7-3-5-16,0-4-21 16,0-2-61-16,12 0 38 0,5 0 23 15,-1 0 29 1,4 8-18-16,-2 6 14 16,-3 3-6-16,-3 8 11 15,-1 1 5-15,-9-2 3 0,-2 2-8 0,0 3 12 31,-20 5 28-31,-18 3-40 0,-15-1-25 16,-5-5-1-16,2-7 21 16,11-8-37-16,12-6-36 15,13-3-124-15,14-7-281 16</inkml:trace>
  <inkml:trace contextRef="#ctx0" brushRef="#br0" timeOffset="46840.08">32377 2242 664 0,'0'0'450'0,"0"0"-419"15,0 0 59-15,0 0-90 0,0 0-6 0,0 0-112 32,0 0-212-32</inkml:trace>
  <inkml:trace contextRef="#ctx0" brushRef="#br0" timeOffset="47540.15">32790 1873 959 0,'0'0'108'16,"0"0"-34"-16,0 0 18 15,0 0-88-15,0 0 1 0,0 0 4 16,-58 76-11-16,36-44 7 16,-7 2-5-1,0 0 0-15,0-1 2 16,9-6-4-16,2-1 8 15,9-10-13-15,5-1 7 0,4-8-2 16,0-3-52-16,0-1 6 16,4-1 27-16,11 1 21 15,-1 1-2-15,10-2 4 16,-6 2-4-16,1-1 10 16,-2-3-11-16,3 0 12 15,-3 0-18-15,4 0 12 16,-3 0-6-16,-5 0 3 15,-4 0 0-15,2-3-4 16,-2 3 11-16,0 0-12 0,-9 0 14 16,0 0-2-1,0 0 14-15,0 18 3 0,0 7-2 16,-11 7-7-16,-2 2-7 0,-3 10-4 31,-2-2-8-31,-2-2 11 0,6-7-16 0,6-10 16 31,1-2-14-31,1-8-16 0,1-1-3 0,2-2-41 16,-1-8-144-16,4-2-243 16</inkml:trace>
  <inkml:trace contextRef="#ctx0" brushRef="#br0" timeOffset="48090.21">33019 2117 296 0,'0'0'309'0,"0"0"-273"0,0 0 23 0,0 0 56 16,0 0-29-1,0 0-31 1,-56 42-23-16,48-32 0 0,1 3 1 15,1-1 11-15,1-3-1 0,5 1 1 16,0 1-4-16,0-2-22 16,0 2-1-1,11 1-13-15,4-2-2 0,4 3 6 16,-4 4-13-16,1-1 13 16,-3 8-13-16,-1 0 5 15,-6 4-3 1,-6-2 3-16,0 0 1 0,-11 0 11 0,-9-2-6 0,-1-1-11 31,2-6 14-31,5-1-14 16,5-5 5-16,1-10-4 0,8-1-8 31,-2 0-24-31,2-14-67 0,0-14-217 16,0-10-391-16</inkml:trace>
  <inkml:trace contextRef="#ctx0" brushRef="#br0" timeOffset="48264.5">33082 2077 836 0,'0'0'112'0,"0"0"-96"0,0 0 18 31,0 0 0-31,0 0-15 0,116 17-11 16,-67-20-8-16,-5-9-37 0,-8 0-133 15,-9 2-432-15</inkml:trace>
  <inkml:trace contextRef="#ctx0" brushRef="#br0" timeOffset="49133.1">31375 3371 897 0,'0'0'191'0,"0"0"-176"0,0 0 11 0,0 0 50 0,0 0-29 16,0 0-45-16,87 33-4 0,-71-28-31 31,0-3-40-31,-3 0 5 15,-7-2-91-15,-2 0-133 0</inkml:trace>
  <inkml:trace contextRef="#ctx0" brushRef="#br0" timeOffset="49320.14">31440 3220 1260 0,'0'0'20'0,"0"0"-12"16,0 0 36-16,0 0-25 16,0 0-1-16,116 20-18 0,-78-20-19 15,-5-8-91-15,-6-5-268 16</inkml:trace>
  <inkml:trace contextRef="#ctx0" brushRef="#br0" timeOffset="50670.45">31914 3651 739 0,'0'0'130'0,"0"0"11"0,52-153-36 16,-30 87-40-16,0 3-17 0,2-2-42 16,3 12-3-1,-4 6-6-15,-4 13 9 16,-7 16 9-16,-5 10-14 16,-7 8 15-16,0 0 0 15,0 0 25-15,0 8-31 0,-7 11-10 0,-13 10-19 16,-3 7-35-1,-1 6 1-15,-2 3-35 16,-3 1-68-16,2-6-157 16,2-8-317-16</inkml:trace>
  <inkml:trace contextRef="#ctx0" brushRef="#br0" timeOffset="51270.31">32253 3274 505 0,'0'0'349'0,"0"0"-327"0,0 0 9 0,0 0 9 16,0 0 39-16,0 0-40 15,74 0-22-15,-55 0-8 0,-3 0-6 16,-5 0 11-16,-7 10-25 16,-1 0 14-16,-3 6-6 0,0 6 6 15,0 3-2-15,-18-1 0 16,7-4 5 0,-2-3 0-16,4-4 3 15,5-7-14-15,4-2 5 16,0-4-4-16,0 0-42 15,13 0 46-15,5 2 0 16,3 1 1-16,6 3-6 16,-6 7 3-16,-8 1-143 0,-9 2 145 15,-4 2 91 1,0 3-31-16,-11 0-31 0,-18-1 78 16,-2 1-63-16,-2-4-24 15,-3 4-11-15,5-10-9 16,0 7-1-16,2-5-8 15,0 2-122-15,8-4-57 0,11-7-160 16</inkml:trace>
  <inkml:trace contextRef="#ctx0" brushRef="#br0" timeOffset="51861.84">32710 3346 490 0,'0'0'134'0,"0"0"-35"0,0 0 61 0,0 0-82 0,0 0 16 16,0 0-31 0,-114 83-25-16,114-67 0 0,0 2-20 15,0-4 6 1,14 0-21-16,8-4 10 16,2 2-10-16,-2-4-1 0,1 0-1 15,-12 2-2-15,7-3-4 16,-3 10-2-16,-3-5 5 15,1 8-8 1,-9-2-64-16,-4 4 74 0,-2 5 19 0,-27 0-12 0,-4 1 5 31,-1-2-11-31,1-5 7 16,4-8-8-16,9-4-19 16,4-7 8-16,10-2-31 15,4-2-60-15,-1-20-148 16,3-7-148-16</inkml:trace>
  <inkml:trace contextRef="#ctx0" brushRef="#br0" timeOffset="52085.41">32710 3413 304 0,'0'0'501'15,"0"0"-416"-15,0 0 14 0,0 0 0 0,0 0-24 32,0 0-51-32,131 0-20 15,-90-6-4-15,-2-3-74 16,-3 3-96-16,-9 1-235 16</inkml:trace>
  <inkml:trace contextRef="#ctx0" brushRef="#br0" timeOffset="52501.13">33148 3418 600 0,'0'0'25'0,"0"0"61"0,0 0 38 0,0 0-15 16,0 0-24-1,0 0-33-15,81-90-36 16,-81 78 17-16,0-3-8 16,-2 5 22-16,-14 3-20 0,-4 7-16 15,0 0 14-15,-3 4-20 16,2 12-10 0,0 3 8-16,8-1-7 15,8-2-34-15,5-4-105 0,0-3-247 16</inkml:trace>
  <inkml:trace contextRef="#ctx0" brushRef="#br0" timeOffset="91820.04">31602 4077 618 0,'0'0'162'0,"0"0"-153"0,0 0 103 0,0 0-17 16,0 0-50 0,0 0-24-16,0 0 18 15,0-9-2-15,0 9 36 16,0 0-35-16,0 0-1 0,0 0-12 16,0 0-16-16,0 0 3 15,0 0-9-15,0 0 12 16,0 0-12-16,0 0 18 15,0 0-11-15,0-2 20 16,0 2-18-16,0 0 6 16,0 0 4-16,0 0-15 15,0 0-1-15,9 0 3 16,25 0-4-16,17 8-5 0,21 2 37 16,7-2-29-16,4 3-1 15,-5-4-4-15,-14 4 0 16,2 0-3-16,-11 5-9 15,-6 7-31-15,-11 1 40 0,-9 6-2 16,-7 0 2-16,-11-4-69 16,1-2 42-1,-12-12-41-15,0-6-277 16</inkml:trace>
  <inkml:trace contextRef="#ctx0" brushRef="#br1" timeOffset="103226.02">31353 4378 852 0,'0'0'244'0,"0"0"-164"0,0 0 24 0,0 0-9 16,0 0-12 0,0 0-34-16,0 0-24 15,-4 0-16-15,24 0 6 16,15 0-3-16,14 8 51 0,7 9-22 0,8-1 3 31,1 1-10-31,5 3 5 0,3-3-31 16,-7-2-8-1,-1-4-34-15,-11 0 21 0,-12-4-36 0,-13 2-58 16,-18 3-3 0,-11 2-89-16,0 0-324 15</inkml:trace>
  <inkml:trace contextRef="#ctx0" brushRef="#br1" timeOffset="124490.28">22167 5957 117 0,'0'0'144'0,"0"0"-105"0,0 0 2 0,0 0 94 16,0 0-11-16,0 0-12 15,0 0-25-15,0 0-12 16,0-12-30-16,0 12-29 0,0 0-16 16,0 0 1-1,0 0-4-15,0 0 6 16,0 0-9-16,0 0 13 0,0 0-11 16,0 0 6-1,0 0-2-15,0 0 0 16,0 0 4-16,0 0-8 0,0 0 8 0,0 0-10 31,0 0 16-31,0 0-15 16,0 0 5-16,0 0 0 0,0 0 0 0,0 0-6 15,0 0 4 1,0 0-5-16,0 0 7 16,0 0 2-16,0 4 30 0,0 4-25 15,4 1 8 1,5 0-14-16,-1 1 8 15,2 2-8-15,5 1 2 16,-1-1-5-16,-1 1 7 0,-1 2-8 16,-4-5 13-16,1-1-19 15,-5 0 16 1,1-3-10-16,-5-2 3 16,7 0 0-16,-5 0 0 0,3 2 3 15,1 3-1-15,0 3 0 16,4 5 26-16,1-4-20 15,0-2 1-15,-2-2-3 0,0 0-5 16,-7-5-1-16,0-2 3 16,-2 4-7-1,4-4-17-15,-1 2 9 0,-3-4-37 16,2 4 14-16,-2-4-5 16,2 0-114-16,-2 0-359 15</inkml:trace>
  <inkml:trace contextRef="#ctx0" brushRef="#br1" timeOffset="125279.81">22699 6386 663 0,'0'0'70'0,"0"0"-31"0,0 0 12 0,0 0 0 0,0 0-28 16,0 0 2-16,0 0 12 15,0 0 7-15,2 0 40 16,0 0-37-16,3 8 12 16,2 2-23-16,0 3-14 0,3 1-22 15,1-3 1-15,3 6-2 0,-1-4 2 31,1 1-9-31,1-2-19 0,1 1-32 16,-1-1 3-16,1 0-74 0,-5-5-139 16</inkml:trace>
  <inkml:trace contextRef="#ctx0" brushRef="#br1" timeOffset="125670.21">23127 6867 755 0,'0'0'113'0,"0"0"-85"0,0 0 1 15,0 0 37-15,0 0-50 0,0 0-16 16,77 99-28-16,-65-91-33 15,-1 4 26 1,-2 1-15-16,0-1-36 16,0 1-44-16,-1-1-113 0</inkml:trace>
  <inkml:trace contextRef="#ctx0" brushRef="#br1" timeOffset="125941.21">23526 7313 621 0,'0'0'186'16,"0"0"-64"-16,0 0 28 0,0 0-95 15,0 0-28-15,91 106-26 16,-80-92 3-16,-5 0 0 15,2-4-8-15,-4 0-11 0,1 1 5 16,-1-6-14 0,-2 5-48-16,4-4-130 15,-3-2-72-15</inkml:trace>
  <inkml:trace contextRef="#ctx0" brushRef="#br1" timeOffset="126164.37">23811 7657 634 0,'0'0'89'0,"0"0"96"16,0 0-6-16,0 0-136 15,85 119 80-15,-70-105-106 0,-3-1-16 16,-2-6-1-16,4 1-3 0,-3-4-2 0,2 6-31 31,1-1-16-31,-1 3-40 0,3-1-52 16,-3-1-132-16</inkml:trace>
  <inkml:trace contextRef="#ctx0" brushRef="#br1" timeOffset="126423.86">24136 8024 667 0,'0'0'156'16,"0"0"-61"-16,0 0 69 0,0 0-34 0,94 101-88 31,-69-85-37-15,-4 4 7-16,-2 0 18 15,-4 0-11-15,1-3-11 16,1-4-5-16,3 1-6 0,9 4-2 0,0 1-2 31,0-5-105-31,-6-4 90 16,-8-4-129-16,-8-5-202 0</inkml:trace>
  <inkml:trace contextRef="#ctx0" brushRef="#br1" timeOffset="128170.12">23858 7269 250 0,'0'0'326'0,"0"0"-292"0,0 0 15 0,0 0 0 31,0 0-35-31,0 0 5 0,-4 0-16 15,-4 0 21 1,8 0 7-16,-4 0 60 0,0 0-49 0,1 0-23 16,-1 0-19-1,2 0 3-15,0 0-8 16,-4 0 6-16,2 0-11 16,2 0 7-16,2 0-8 0,-4 2-59 0,2 1-12 31,-1-3 37-31,1 5 43 15,0 1 2-15,0-3 45 16,-2 1 58-16,1 1-54 0,-2-1-4 16,1-2-34-1,2 0 0-15,-3-2-8 0,5 0-3 0,-2 2 0 32,0-2 2-32,2 2 3 15,0 0 6-15,0-2 46 16,0 0-25-16,0 0 10 0,0 0-38 15,0 0 12-15,0 0-10 16,0-2 6-16,2 0-12 16,0-2 6-16,5-2-7 15,-1 1 6-15,4-2-10 0,-1 1 13 16,-3 1 1-16,0-4-6 16,2 1 13-1,1 0-9-15,-1 0-6 0,2 0-1 16,-2 0 4-16,-1 0-7 15,2 0 14 1,0 2-16-16,-2 0 10 0,6 0 7 0,-4 0-12 0,0-2 0 31,2 3 2-31,-2-3 0 16,-2 8-4-16,-1 0 12 16,1 0-21-16,1 0 23 15,2 0-17-15,-2 0 6 16,3 0-1-16,-1 0 0 15,3-1 1-15,-1-5-4 16,1-7 6-16,-1 10 0 16,0-7 5-16,-3 3-14 0,-1 3 12 15,2 2-12-15,-8 2 7 0,9 0-1 16,0 0 9-16,-2 0-6 16,7 0 2-1,-5 0-3-15,2-1 9 16,0-3-9-1,1 4 12-15,-5-3-14 0,-3 2 6 16,10 1 0-16,-5 0 1 16,5 0 12-16,-1-3-18 15,1 1 11-15,-3-2-7 16,1 3-5-16,1-1 8 0,-3-1-9 16,3 3 1-16,-4 0 0 0,1 0 0 31,-4 0 2-31,3 0-6 0,1 0 10 15,-1 0-9-15,-1 0 12 16,4 0-14-16,-3 0 9 0,1 0-4 16,-3 3 0-1,-3-3 0-15,-2 2-5 16,-1-2 15-16,-1 1-23 16,1-1 24-16,-1 4-21 15,0 1 14-15,0-1-8 0,-2 1 4 16,5 1 0-1,-1 1 6-15,-2-2-1 16,-2 0-8-16,2-4 9 0,-2-1-10 16,0 0 15-16,2 0-22 15,-2 0 3-15,0 0-10 16,0 0-5-16,0 0-7 16,0 0 12-16,0 0 5 0,0 0 7 31,0 0 12-31,0 0-10 0,0 0 9 15,0 0-10-15,0 0-18 16,0-4-140-16,-4-14-684 16</inkml:trace>
  <inkml:trace contextRef="#ctx0" brushRef="#br1" timeOffset="129300.1">23671 6304 416 0,'0'0'233'0,"0"0"-194"0,0 0 32 0,0 0 12 15,0 0 15-15,0 0-56 0,-14 55 24 16,10-36-29-1,-3 3 14-15,-1 0 5 0,2 3-5 16,-2 3-27 0,1 2-15-16,-1 0 1 15,4-2-4-15,2-5-12 0,2-2-3 16,0-5-4-16,0-4-15 16,2-6 21-1,14-2 7-15,1-2 0 16,2 2-10-16,8-4 20 15,-5 0-22-15,3 0 17 16,-5-10-10-16,-2-3-11 0,-1-2 6 16,-7 1-13-16,3 4 6 15,-11 0 17-15,2 2 0 16,-2 0-5-16,6 2 11 16,-4 0-12-16,-2 2 12 15,2-1-12-15,-1-1-6 16,-1 5 4-16,-2 1 8 15,0 0 0-15,0 0 11 16,0 0 2-16,0 1 41 0,0 18-41 0,-2 7 20 31,-3 6-17-31,-1 0 13 16,4 2-9-16,-6-2-14 0,6 0 2 16,0 0-5-16,-2 0 1 0,-3-1 0 15,1-3-8 1,0-4 6-1,4-8-4-15,2-9-20 0,0-3-9 0,0-4-13 0,0 0-79 32,0-1-3-32,2-19-80 15,8-7-244-15</inkml:trace>
  <inkml:trace contextRef="#ctx0" brushRef="#br1" timeOffset="129900.06">23989 6563 384 0,'0'0'127'0,"0"0"-3"0,0 0-38 0,0 0-38 0,0 0-28 31,0 0-20-31,0-4 26 16,0 4 30-16,0 0 28 0,0 0-2 15,-6 0-36 1,-2 0-35-16,0 0-1 0,-1 12-10 15,3-4 26-15,1 4-14 16,0-2 36-16,5 4 4 0,0-6-31 16,0 4 3-16,18-2-19 15,0-4 16-15,8-2-17 16,-1 0 16 0,-2 3-18-16,1-1-1 0,-4 0 3 0,0 1-4 0,-4-1 17 31,-1 5-14-31,-4-2 9 15,-4 2-7-15,-2 1 5 16,-5 3-9-16,0 3 17 16,-5 8-6-16,-15 0-10 15,0 1 0-15,-2 3 6 16,0-10-16-16,3-6-1 16,6-4-10-16,5-10-27 15,0 0-11-15,2-3-25 16,4-20-42-16,-3-5-176 0,3-6-366 0</inkml:trace>
  <inkml:trace contextRef="#ctx0" brushRef="#br1" timeOffset="130120.13">24016 6547 81 0,'0'0'529'0,"0"0"-434"0,0 0 32 0,0 0 76 0,0 0-94 0,0 0 1 0,118-46-105 32,-105 39-5-32,3 7-8 15,-5-2-70-15,0 2-23 16,-1 0-198-16,-6 0-360 15</inkml:trace>
  <inkml:trace contextRef="#ctx0" brushRef="#br1" timeOffset="130410.87">24249 6472 586 0,'0'0'75'15,"0"0"-39"-15,0 0 51 16,0 0 47-16,0 0-76 16,0 0 6-16,75 13-26 0,-56-23 14 15,3-4-15-15,-5-5-31 16,-9 4 1 0,-6-3-5-16,-2 0-4 0,0 4-12 15,-6 1 9 1,-12 9-15-16,0 4 13 0,-6 0 3 15,5 7-1-15,0 11 2 16,7 0 3-16,6-3-3 16,6-1-75-16,0-7-317 15</inkml:trace>
  <inkml:trace contextRef="#ctx0" brushRef="#br1" timeOffset="138279.85">17245 12528 626 0,'0'0'189'0,"0"0"-95"0,0 0-28 0,0 0 13 15,0 0-36-15,0 0 1 16,0 0-27-16,4-3 8 16,-2 3-20-16,5 0 4 15,0 0-1-15,2 0-1 16,-1 0 1-16,-1 0-6 16,-2 0 7-16,-5 0-8 15,0 0 24-15,0 0-15 16,0 0 37-16,0 0-19 15,0 0 2-15,0 0-13 0,0 0-2 16,-7 2-15-16,-13 10-14 16,0 10 13-16,-5 4-19 15,4 3 20-15,2-2-6 16,9-5-4-16,2-4 10 0,6-2 0 16,2-6-27-16,0-3-10 15,0-2 14 1,16-5-9-16,7 0 24 15,0 0 14-15,13 0-14 0,-2 0 13 16,4 0-10 0,-7 0 4-16,0 0-2 15,-8 1 0-15,-10 14-24 0,-9 4 26 16,-4 8-4 0,0 8-6-16,0 5 22 0,-17 4-8 0,-14 4 0 15,-2-8 7 1,2-4-10-16,3-15 0 15,1-12-20-15,7-9-110 16,7 0-63-16,3-20-5 0</inkml:trace>
  <inkml:trace contextRef="#ctx0" brushRef="#br1" timeOffset="138550.45">17479 12829 751 0,'0'0'46'0,"0"0"17"0,0 0-26 0,0 0-5 0,125 79-16 16,-96-69 8-1,-3-2-2-15,-4 2-12 16,-1-5 7-16,0 6-13 15,4 1-8-15,2-6-11 16,2-2-48-16,-2-4 12 0,-7 0-20 16,-9 0-58-16,-2-8 34 15,-9-6 43-15,0-4-250 16</inkml:trace>
  <inkml:trace contextRef="#ctx0" brushRef="#br1" timeOffset="138770.1">17652 12733 684 0,'0'0'113'0,"0"0"4"16,0 0-39-1,0 0-46-15,0 0-32 0,0 0-55 16,98-62-104-16,-98 46-318 16</inkml:trace>
  <inkml:trace contextRef="#ctx0" brushRef="#br1" timeOffset="138949.87">17623 12525 1108 0,'0'0'51'0,"0"0"-20"0,0 0 35 16,0 0-8-16,0 0-39 15,0 0-19-15,108-42-21 16,-87 25-80-16,4 4-161 16</inkml:trace>
  <inkml:trace contextRef="#ctx0" brushRef="#br1" timeOffset="139360.18">17997 12765 467 0,'0'0'234'0,"0"0"-137"16,0 0 51-16,0 0-6 15,0 0-54-15,0 0-45 16,6-49-21-16,-6 34-22 0,0-3-8 16,6 10 6-16,3 2-45 0,2 6 14 31,0 0-14-31,0 3 22 16,5 18 10-16,-3 2 15 0,1 0 0 15,-5-6 5 1,4-7-10-16,-7-3 11 15,6-7 13-15,1 0-1 0,-4 0 21 0,4-9 8 16,-2-14-3 0,-3-9-17-1,2-2-27-15,-5-6-7 0,-5-4-59 16,0-3-12-16,2 4-128 16,2 6-8-1,3 13 101-15,-2 12-74 0,-1 12-136 16</inkml:trace>
  <inkml:trace contextRef="#ctx0" brushRef="#br1" timeOffset="139892.76">18726 12823 610 0,'0'0'137'0,"0"0"52"0,0 0-25 16,0 0-44-16,0 0-76 0,0 0-1 15,7-94 8-15,2 40-35 16,2-6 26-16,0-4-41 0,5-4 5 16,-3-1-6-1,1 7-3-15,-1 7-20 0,-4 18-5 16,-2 17 10-16,-7 14-10 16,0 6 9-16,-2 6 6 15,-23 26 11-15,-4 10-71 16,-2 8-77-16,-2-4-33 0,10-6 38 15,5-7-43-15,9-9-308 0</inkml:trace>
  <inkml:trace contextRef="#ctx0" brushRef="#br1" timeOffset="140415.9">19007 12320 714 0,'0'0'110'0,"0"0"-6"15,0 0-29-15,0 0 14 16,0 0-27-16,0 0 13 16,100-84-50-16,-73 72-12 15,-2 8-12-15,-9 4-2 16,-8 0-4-16,-3 12 5 16,-3 14-5-16,-2 7 11 15,0 4-11-15,0-3 9 16,-11-2-8-16,-3-8-12 15,5-3 7-15,5-12-12 16,2-4 7-16,2-1 9 0,0-4-52 16,19 0 44-16,10 0 13 15,0 0-3-15,0 0-66 16,-8 0 61-16,-6 7 8 16,1 12 0-16,-10 1 44 0,-6 5 4 0,0 4 19 31,-2 7-26-31,-20-1 4 0,-7-4-26 15,0-5-14 1,-2-3-5-16,7-9-2 0,3-5-19 16,5-9-32-16,10 0-85 0,6-4-288 15</inkml:trace>
  <inkml:trace contextRef="#ctx0" brushRef="#br1" timeOffset="140878.26">19533 12240 514 0,'0'0'376'0,"0"0"-290"0,0 0-23 0,0 0-15 16,0 0-18-1,-38 106-16-15,54-92-5 16,8 0-12-16,3-1 6 15,4-4-2-15,-2 5 2 16,-2 0-2-16,-2 5 47 0,-6 2-29 16,-3 4 10-16,-5 2-3 15,-7 4-15-15,-4 3 4 0,0 4 24 16,-15-8-37 0,-12-8-4-16,-2-10-31 15,-9-6-13-15,5-6-31 16,2 0-49-16,2-10-175 0</inkml:trace>
  <inkml:trace contextRef="#ctx0" brushRef="#br1" timeOffset="141076.24">19570 12247 349 0,'0'0'610'0,"0"0"-563"16,0 0-12-16,0 0 5 16,0 0-19-16,123-11-21 0,-84-7-4 15,-6 0-91-15,-6 4-118 16,-8 4-274-16</inkml:trace>
  <inkml:trace contextRef="#ctx0" brushRef="#br1" timeOffset="141455.85">20021 12108 688 0,'0'0'197'0,"0"0"-134"16,0 0 8-16,0 0-42 15,107-115-29-15,-100 86-70 16,-7 4-66-16,0 17-3 0,-23 8 139 16,-4 0 57-16,0 27 115 0,-2 2-66 15,6 0-4 1,7-4-49-16,5-7-53 0,3-8-93 31,2-1-414-31</inkml:trace>
  <inkml:trace contextRef="#ctx0" brushRef="#br1" timeOffset="147380.26">25043 7185 35 0,'0'0'385'0,"0"0"-306"0,0 0-7 15,0 0 3-15,0 0 24 16,0 0-27-16,0 0 1 15,87 24-45-15,-74-24 11 16,1 0-27-16,-3 0 17 16,-5 0 4-16,4 0 4 0,-6 0 8 15,2 0-15-15,1 0 46 0,5 0-44 16,-2 6-12 0,3 4-16-16,1-2 6 15,-1 0-9-15,1 0 8 16,1-4-7-16,1 4 0 15,-3 5 9-15,3-2-9 16,2 3 21-16,0-2-21 16,-1 1 2-16,-3-5 3 15,3 5-7-15,-5-3 0 0,1 7 0 16,-1-4-1 0,-4 1 2-16,1-2 7 0,-5-4-3 15,-1 6-10 1,-3 2-5-16,0 1-15 0,0 0-51 15,-13-5-176-15,-4-4-485 16</inkml:trace>
  <inkml:trace contextRef="#ctx0" brushRef="#br1" timeOffset="148470.18">25390 6450 720 0,'0'0'203'0,"0"0"-142"0,0 0 27 0,0 0-40 0,0 0 6 15,0 0-4-15,0 0-32 16,0 3-3-16,0 11-15 0,-11 4 23 0,-2 4-9 31,-1 5 0-15,2-6-9-16,0 2-8 0,5-2 8 15,1-5-3 1,4-3-2-16,2 0 0 0,0-7-4 0,0 2 9 0,0-4-14 0,0 0 8 31,0-1 1-15,8-2-21-16,8 1 20 16,-3-2-3-16,6 0 4 15,-4 0-1-15,3 0 5 0,-3 0-1 16,-3 0 0-1,-6 0-6-15,3-2 4 16,-3-2-3-16,-4-4-13 16,-2 4 3-16,0 0 2 0,6 4 6 15,-6 0-3-15,0 0 14 16,0 0-5 0,0 0 2-16,0 0 6 0,0 0-7 0,2 0 4 15,0 0-7 1,0 12 15-16,0 10 10 15,1 4-23-15,-3 2 3 0,0-2-2 16,0 2 0 0,0-7 4-16,0-8-14 0,0-4 7 15,0-1-8 1,0-2-23-16,0 4-18 0,-3-5-88 16,1-3-284-16</inkml:trace>
  <inkml:trace contextRef="#ctx0" brushRef="#br1" timeOffset="149020.26">25656 6565 572 0,'0'0'143'0,"0"0"-39"0,0 0-22 16,0 0 28-16,0 0-84 0,0 0-12 0,0 0-11 31,-42 34 16-31,37-20 3 0,2-4 11 16,3 6 17 0,0-4-16-16,0 0 3 0,8-2-35 15,9 1 28-15,3-4-18 16,3 1 0-16,4-2-8 15,-6 2-2-15,0-4-2 16,-6 7 4-16,-3-4-16 16,-8 3 24-16,0 1-12 15,-4 2 1-15,0 6 12 0,0 4-7 16,-18 4 1-16,-1-4-5 16,-4 0 4-1,8-9-6-15,-3-6-14 0,3-8 13 0,-1 0-38 31,-1-8-52-31,9-14-161 0,3-8-223 0</inkml:trace>
  <inkml:trace contextRef="#ctx0" brushRef="#br1" timeOffset="149230.14">25722 6586 58 0,'0'0'568'16,"0"0"-568"-16,0 0-6 16,0 0 6-16,0 0 80 15,0 0-7-15,61-35 5 16,-41 26-14-16,-3 2-46 0,-1 0-18 0,-3-2-70 31,-3 5-256-31</inkml:trace>
  <inkml:trace contextRef="#ctx0" brushRef="#br1" timeOffset="149550.07">25959 6575 360 0,'0'0'205'0,"0"0"-151"0,0 0-21 15,0 0-8 1,0 0 33-16,0 0-51 0,75-81-2 16,-75 73 10-16,-6 6 55 15,-9 2 17-15,-2 0-14 16,0 0-23-16,-3 8-18 15,4 5 26-15,5-3-28 16,5-2-30-16,3-3-64 16,3-2-226-16,0-3-376 15</inkml:trace>
  <inkml:trace contextRef="#ctx0" brushRef="#br1" timeOffset="151050.41">22589 5855 228 0,'0'0'120'0,"0"0"41"0,0 0-22 0,0 0-40 0,0 0-53 0,0 0 6 16,0 0 16-16,0 0-42 15,0 2 15 1,0-2-7-16,4 0 21 16,6 0-7-16,5 0 7 15,4 0 9-15,-1 0-23 16,-1 0-7-16,1 0-33 15,0 0-2-15,0 0-5 16,2 0-12-16,0 0-29 16,0 0-23-16,-3 0-60 0,-3 0-179 0</inkml:trace>
  <inkml:trace contextRef="#ctx0" brushRef="#br1" timeOffset="151367.41">23075 5855 270 0,'0'0'467'0,"0"0"-455"16,0 0 87-16,0 0 73 0,0 0-86 16,0 0-57-16,67 6-28 15,-53 0 16-15,-1-4-14 16,1 4 15-16,-3-3-17 0,3-2-2 0,1-1-25 31,1 2-29-31,-3 2-108 16,-3-3-92-16,0-1-308 0</inkml:trace>
  <inkml:trace contextRef="#ctx0" brushRef="#br1" timeOffset="151694.25">23597 5849 105 0,'0'0'484'0,"0"0"-387"0,0 0 1 16,0 0 33-16,0 0-51 15,0 0-15 1,83 12-54-16,-68-12 0 15,1 0-5-15,1 0-12 16,-1-4-10-16,2 0-55 0,0 0-10 0,-2 2-64 16,1 2-35-1,-3 0-291 1</inkml:trace>
  <inkml:trace contextRef="#ctx0" brushRef="#br1" timeOffset="152018.31">24145 5773 478 0,'0'0'172'15,"0"0"-70"-15,0 0 53 16,0 0-39-16,0 0-51 0,116 0-23 16,-99 0-37-1,2 2-10-15,-4-2 10 0,-1 0-10 16,3 0-39-16,-1 0-49 15,-1 0-98-15,-1 0-167 16</inkml:trace>
  <inkml:trace contextRef="#ctx0" brushRef="#br1" timeOffset="152318.44">24716 5763 263 0,'0'0'216'0,"0"0"-81"0,0 0-71 31,0 0 15-31,0 0-18 0,0 0 24 16,115 15-73-16,-101-15-8 0,-5 0-8 16,7 0-68-1,-6 0-19-15,-1 0-129 0</inkml:trace>
  <inkml:trace contextRef="#ctx0" brushRef="#br1" timeOffset="152560">25157 5784 405 0,'0'0'233'16,"0"0"-163"-16,0 0 11 15,0 0-30-15,0 0-47 0,0 0 26 16,93 5-27-16,-80-3-6 16,-1-2 0-16,5 0 2 0,2 0-41 15,-7 0-83 1,9 0-312 0</inkml:trace>
  <inkml:trace contextRef="#ctx0" brushRef="#br1" timeOffset="152833.96">25641 5765 640 0,'0'0'195'0,"0"0"-90"31,0 0 25-31,0 0-80 16,0 0-18-16,0 0 7 15,104 0-29-15,-91 0-10 16,3 0-19-16,4 0-45 16,-2 0-59-16,0 0-29 15,-3 0-32-15,-5 0-81 0,-2 0-67 16</inkml:trace>
  <inkml:trace contextRef="#ctx0" brushRef="#br1" timeOffset="153030.13">25926 5765 5 0,'0'0'153'15,"0"0"-40"-15,0 0 131 16,0 0-172-16,0 0 127 0,0 0-58 16,108 14-17-16,-90-14-51 15,-3 0-27 1,6 0 24-16,-1 0-55 16,-5-1-11-16,4-6 5 15,-2 5-18-15,-1 2 8 0,4 0 0 16,0-2-23-1,0 2-44-15,1 0-30 0,2 0-129 0,0 0-281 32,-3 0 201-32</inkml:trace>
  <inkml:trace contextRef="#ctx0" brushRef="#br1" timeOffset="153180.07">26389 5771 234 0,'0'0'331'16,"0"0"-300"-16,0 0-24 0,0 0 30 15,0 0 17-15,0 0-7 16,98 2-35-16,-82-2 37 15,-1 0-5-15,1 0 32 0,-1 0-18 16,-2 0-49 0,-1 0-5-16,3 0-4 0,-1-4-36 15,1-4-118-15,3-5-42 16</inkml:trace>
  <inkml:trace contextRef="#ctx0" brushRef="#br1" timeOffset="153363.67">26799 5709 639 0,'0'0'214'16,"0"0"-183"-16,0 0 74 16,0 0 38-16,0 0-49 0,0 0-80 15,113-11-14-15,-92 4-12 16,-4 5-58 0,1-1-33-16,0 3-23 0,-2 0-25 15,-3 0 50 1,-5 0-158-16</inkml:trace>
  <inkml:trace contextRef="#ctx0" brushRef="#br1" timeOffset="153514.82">27087 5709 578 0,'0'0'125'0,"0"0"-55"0,0 0 149 15,0 0-104 1,0 0-52-16,0 0-26 0,71 8-22 16,-56-8-12-1,5-6-6-15,-2-2-37 16,2 3 22-16,0-2-16 15,-3 2-22-15,-5-2-192 16,-12 5-528-16</inkml:trace>
  <inkml:trace contextRef="#ctx0" brushRef="#br1" timeOffset="157343.17">24738 8386 730 0,'0'0'92'0,"0"0"18"0,0 0 40 15,0 0-49-15,0 0-30 0,0 0-62 31,0 0 3-31,0 0-2 0,0 0-5 0,2 0 13 16,2-4-6 0,8 0 17-16,1 2-28 15,1 0 31-15,-1 0-26 0,5-1 3 16,-5 0-6 0,1 0-3-16,-6 0 0 15,-3 0 0-15,-1 3-6 0,-4 0 12 0,0-1 0 0,0-4-4 31,0-3 27-31,-15 1-28 16,-10-5-1-16,-2 0-9 0,-2-3-13 16,-2 0 15-16,4-1-17 15,8 1 22-15,5 3 2 16,5-1-5 0,5 5 5-16,4 1-1 15,0-1-7-15,0-4 8 16,6-3 0-16,21-8 5 0,-2-1-6 15,3 2 5 1,3-3-1-16,-10 8 3 16,1 7-12-16,-9 0 12 15,-3 6-9-15,-4-1 3 0,-6 1-7 16,0 3-2 0,0-5-13-16,0-2-5 15,-6-2-39-15,-10 2 23 16,0 2 24-16,3-1 19 15,2 6 7-15,-1-3 7 0,8-1 26 16,2 1 0-16,2-1-17 16,0-8-18-1,0 0-10-15,8-10 10 0,13 4-6 16,-1-6 3-16,-5 4-4 16,-3 2 0-16,-8 5-13 15,-4 2-8-15,0 4-9 0,-16 5 8 16,-13 3-33-1,0 0 54-15,3 0 3 16,8 0 21-16,5 0 3 0,5 0-6 16,4-7-18-16,4 3-6 15,0-6 4 1,0 0-12-16,0 0 10 0,12-2 8 0,3 0 5 16,-2 2 16-16,7-2-2 15,-1-4-19 1,-6 2-3-16,5-5-2 0,-10 2 8 15,-5 1-15 1,-3-1-1-16,0 6-21 16,-19 7-31-16,-4 0 30 0,-2 0 3 15,0 4 28 1,8-9 7-16,3 4-1 0,8-3-6 16,6-2-6-16,0 0 2 15,0-3 8-15,12-1 13 16,9-2-2-1,1 1 0-15,2-4-12 0,-3 5 3 0,-3-2-3 16,-7 5 6 0,-5-4-12-16,-6 1 3 0,0-3-5 15,0 4-34-15,-13-1 24 16,-9 6-12 0,4-1 3-16,-2 6 24 15,4 0 22-15,5 0 28 0,7-1-20 16,2-2 0-16,2-8-30 15,0 0-18 1,4-6-22-16,11-2 8 0,5-2 13 16,-4 2 19-16,0 1-4 15,-8 7 8-15,0 5 24 16,-6 3-20-16,-2-3 17 0,0 3-4 31,0 0-4-31,0 1-17 0,0-2-1 0,-8 4-4 16,-2-1-23-1,1-3 20-15,0 1 4 16,2 5-3-16,3-4 1 16,4 3 6-16,0 1 6 15,0-2 0-15,0 1-6 0,0-4-2 16,2 0 1-16,9-7 2 0,0 2 9 31,-2-3-3-31,-5 2 5 16,-4-1-10-16,0 1 2 0,0-1-4 15,-2 5-11 1,-9 2-6-16,-2 6 17 0,-3 0 1 16,1 0 5-16,3 0-12 15,-1 0 14-15,4 0 12 16,0 0-5-16,5-6 6 0,4-1-4 16,0-6-12-1,0 1-10-15,0-2 0 16,11 0 0-16,3-2-2 15,-4 4-3-15,2 1 13 16,1 3-3-16,-4-5 0 0,-5 1 29 16,-2-3-14-1,-2 2-15-15,0-4 0 16,0 6-9-16,-6-1-16 16,-1 3 13-16,3 1 5 0,2 2 7 15,2-3-1-15,0-3-15 16,6-5 8-16,15 1 7 0,-2-1 2 15,-1 0-12 1,-3 3 8-16,-3 4 0 0,-5 2-24 16,-3 0 19-16,-2 6 1 15,-2-2 7 1,0-2 30-16,0-2-13 16,0-3-8-16,0-2-9 0,0 1-3 15,-6 1-41-15,1 2 27 16,-1 5 3-1,4 3 14-15,0-2 17 0,2 0 0 16,0-6-8-16,0-3 6 0,10-3-25 31,5 2 18-31,-5-1-16 0,-1 2 13 16,-9 1-12-16,0 1 3 16,0 3-35-16,-16-4-74 15,-2 6-91-15,2-1 131 16,3 0 72-16,2 1-6 15,4 4 14-15,5 1 58 16,-2-2-14-16,4-1-8 0,0 3 19 16,0-1-29-1,0-2-14-15,0-1-2 0,0-2 17 16,0-3-32-16,0-4-4 16,0-3-3-1,0-2-19-15,-5 2-5 0,-11-4-45 16,-8 1-53-16,-2 2 41 15,-3 5 86-15,4 4 0 16,8 0 67-16,3 1-14 16,7-2 17-16,5-3-11 0,2 4-34 15,0 0-25 1,0-3 1-16,0 6-2 16,4 3 4-16,5 1 11 0,1 1-11 15,0 0 18 1,1-3-21-16,-1-1 0 0,-4-6-8 0,-1 2-5 15,1-4 12-15,-6-2-14 32,0 0 15-32,0 1 1 15,-9 4 4-15,-5 3 2 0,-1 6-4 16,9 0 1 0,4 0-2-16,2-3-2 0,0 0-7 15,4-4-22-15,11-1 4 0,3-2 19 16,-3 3 9-1,-3 1-9-15,-3 0 11 16,-7 6-8-16,0 0 5 0,-2-3-4 16,0 2 2-16,0-3-86 15,0-3 57-15,0 0 29 16,0 0-3-16,0-1 3 16,0 5-13-16,0-1-138 0</inkml:trace>
  <inkml:trace contextRef="#ctx0" brushRef="#br1" timeOffset="159490.31">18433 13405 234 0,'0'0'421'0,"0"0"-419"0,0 0 5 15,0 0 27 1,0 0 2-16,0 0-11 0,-3 3-22 15,3-3 71-15,0 0 28 16,0 0 12-16,0 0-95 16,0 0 6-16,-3 0-10 0,3 0 6 15,0 0 2 1,0 0 13-16,0 0 6 16,0 0-29-16,0 0 26 0,0 0-36 15,0 1 10-15,0-1-7 16,0 0-6-16,0 0 1 0,0 0-1 31,0 2 10-31,0 2-9 0,3 2 15 16,17 0-10-16,7 4 48 15,11-4-52-15,-1-2 7 16,0-2-9-16,-4-2-16 16,-2 2-24-16,-4-2-37 15,-8 0-15-15,-7 0-128 0,-12-8-194 16</inkml:trace>
  <inkml:trace contextRef="#ctx0" brushRef="#br1" timeOffset="159990.18">18523 13212 725 0,'0'0'237'0,"0"0"-102"0,0 0-82 16,0 0 90-1,0 0-44-15,141 6-38 0,-106-6-9 16,-3 9-52-16,-5-8 5 0,-7 1-5 16,-5 1-18-1,-3 0-44-15,-10 1-60 16,-2 3-142-16</inkml:trace>
  <inkml:trace contextRef="#ctx0" brushRef="#br1" timeOffset="161490.1">17185 14297 43 0,'0'0'606'0,"0"0"-585"16,0 0 7-16,0 0-1 0,0 0-1 15,0 0 0 1,2-32 38-16,-2 28 42 0,0 4-2 15,0 0-14 1,0 0-40-16,0 0 0 16,0 0-33-16,4 0 4 15,-4-3-13-15,0 3-7 16,0 0-1-16,0-5 4 0,0 1 5 0,0 2-7 31,0-2 30-31,0 4-19 0,-13-2 10 16,-3 2-23-16,-1 0 8 15,-1 0-7-15,-5 0 2 16,10 12-6 0,0 1 5-16,1 2-15 0,10 3 18 15,2-2-10-15,0-2 0 16,0-2 3-16,14-6-5 16,3-1 0-16,8-2 1 15,0-3 10-15,0 0-8 16,-2 6 8-16,-2 1-12 15,-8 2 0-15,-2-4 7 0,-4 3-9 16,-7 4 10-16,0 5 10 16,-2 10-2-16,-19 7-4 0,0 2 5 15,-2-9-8 1,5 0 7-16,9-14-16 16,3-7-17-16,6-6-36 15,0 0-127-15,2-19-97 16</inkml:trace>
  <inkml:trace contextRef="#ctx0" brushRef="#br1" timeOffset="161855.49">17386 14440 73 0,'0'0'533'0,"0"0"-479"0,0 0 15 15,0 0 28-15,0 0-33 16,23 103-24-16,-9-93-13 15,4-5 15-15,-2-3-9 16,1-2 14-16,5 0-27 0,-3-4-17 0,2-13 6 31,-3-4-6-31,-1-1-6 16,-7-2-1-16,-3 1-41 16,-5 4-51-16,-2 3-61 15,0 4-23-15,-7 1-386 0</inkml:trace>
  <inkml:trace contextRef="#ctx0" brushRef="#br1" timeOffset="162051.31">17386 14440 696 0,'8'-50'104'0,"12"50"37"0,0-3-12 0,0-7-76 15,0 2-42 1,2-6-11-16,-6 11-9 16,-7-6-34-16,-9 3-162 15,0-2-162-15</inkml:trace>
  <inkml:trace contextRef="#ctx0" brushRef="#br1" timeOffset="162202.51">17443 14241 774 0,'0'0'388'0,"0"0"-346"0,0 0-4 16,0 0-11-1,0 0-23 1,0 0-8-16,103-38-33 0,-86 34-145 0,-5-2-302 16</inkml:trace>
  <inkml:trace contextRef="#ctx0" brushRef="#br1" timeOffset="162592.07">17760 14396 282 0,'0'0'583'0,"0"0"-519"0,0 0 36 0,0 0 24 0,0 0-53 31,0 0-24-15,8-44-42-16,-5 33 3 0,1-1-8 15,2 4-19 1,4 2 0-16,-1 2-26 0,1 4-26 16,0 0-28-16,1 10 52 15,-3 12 33-15,-3 0 14 16,6-1 7-16,-4-5 31 0,2-3-2 0,0-9-11 31,2 3-4-31,0-7-19 16,1 0 18-16,5 0-19 15,-5-12 31-15,-2-11 11 16,-1 0-5-16,1-6-19 16,-4-2-16-16,-4 4-3 15,0 4-16-15,-2-2 2 16,0 8-82-16,5 4-59 16,-3 11-59-16,0 2 36 0,0 0-184 15</inkml:trace>
  <inkml:trace contextRef="#ctx0" brushRef="#br1" timeOffset="163540.14">18517 13978 457 0,'0'0'207'0,"0"0"-142"0,0 0 87 16,0 0-4-16,0 0-52 0,0 0-31 0,16-32-20 31,-14 32-39-31,0 22 21 16,-2 12-3-16,0 7-21 15,0-1-3-15,-14 1 13 16,-1-1-25-16,2-11 24 0,4-6-10 15,0-12-1-15,9-5 7 0,0 0-8 16,0-6-7 0,20 0 5-1,0 0 2-15,2-12 6 0,1 1-6 0,-2-2 2 16,6 9 6 0,-4-2-16-1,-3 4 7-15,-5-2-7 0,1 0-10 16,-5-2 3-16,-2 6-2 0,-2-5 0 0,-7 5 10 31,0 0 11-31,0 0-11 16,0 0 0-16,0 0 6 0,0 5-22 15,0 11 15-15,0 13 8 0,5 7 0 32,-5 3 0-32,4 1 3 15,-2-4-3-15,-2 0 5 16,0-5-5-16,0-7-1 15,0-6-12-15,0-7-19 0,0-11-44 16,0 0-75-16,0-11-78 0,0-18-239 16</inkml:trace>
  <inkml:trace contextRef="#ctx0" brushRef="#br1" timeOffset="163957.97">18907 14057 571 0,'0'0'108'0,"0"0"8"0,0 0-6 0,0 0-11 0,0 0-25 0,0 0-39 0,-20 102-24 15,20-84 3 1,6-2 45 0,10-6-29-16,-1 1 5 15,10-9-30-15,-3 9 20 16,3 1-23-16,-2-4-2 0,-4 3 6 0,-3 6-6 31,-5-7 16-31,-5 2-10 0,-6-4-1 16,0 2 0-16,0-2-10 0,-12 1-2 15,-15 2-26 1,-4-2-91-16,-3-6-149 16,5-3-342-16</inkml:trace>
  <inkml:trace contextRef="#ctx0" brushRef="#br1" timeOffset="164136.21">19011 13936 976 0,'0'0'189'32,"0"0"-113"-32,0 0-20 15,0 0 0-15,0 0-26 0,0 0-30 0,0 0-27 16,108 32-8-16,-89-36-35 15,2-10-107-15,-5 0-516 0</inkml:trace>
  <inkml:trace contextRef="#ctx0" brushRef="#br1" timeOffset="164504.54">19321 13846 519 0,'0'0'124'16,"0"0"-22"-16,0 0-15 0,0 0 10 0,0 0-42 16,0 0 0-16,22-84-7 15,-34 84 11 1,-5 0 3-16,2 4-13 16,1 8-38-16,4 1 2 0,5-7-13 15,5-6-40 1,0 0-160-16,0 0-425 15</inkml:trace>
  <inkml:trace contextRef="#ctx0" brushRef="#br1" timeOffset="168099.86">20551 13218 920 0,'0'0'90'0,"0"0"-16"0,0 0 1 0,0 0-12 0,0 0-27 31,76 109-33-31,-61-85 9 15,4-4-6-15,-9-6-3 16,6-6 3-16,-7-6-12 0,0-2 0 16,0 0-3-16,-2-17 9 0,1-14 0 31,-1-14 4-31,-5-9 6 16,-2 0-8-16,0-10 5 0,0 0-14 0,0 0 2 15,0 3 4 1,0 11-3-1,2 6 2-15,10 6 1 0,1 10 2 16,5 6 15-16,1 4-6 16,11 4 30-16,6 1-28 15,4-6-10-15,6-1-2 16,-1-2-14-16,-5 0 0 16,-11 12-55-16,-9 10-61 15,-11 0-244-15</inkml:trace>
  <inkml:trace contextRef="#ctx0" brushRef="#br1" timeOffset="168614.04">20964 13028 727 0,'0'0'95'0,"0"0"41"0,0 0-21 0,0 0-33 15,0 0-22-15,115-46-19 16,-99 46-37-16,-5 0-3 0,-7 15-2 16,-4 16 2-16,0 5-8 15,0 4 15 1,-19 4-16-16,2-2-8 15,2-2-8-15,-1-5 12 0,10-9-8 0,-1-10 12 16,7-11-6 0,0-1 13-1,0-4-31-15,18-5 30 0,8-17 2 16,4-5 16 0,-1 4-14-16,-5 2-4 0,-1 6-9 15,-6 6-15-15,-5 8-86 0,-6 1-135 31,-4 0-100-31</inkml:trace>
  <inkml:trace contextRef="#ctx0" brushRef="#br1" timeOffset="168986.61">21139 13708 618 0,'0'0'272'0,"0"0"-186"0,0 0 9 15,0 0-49 1,0 0-16-16,56-115 53 0,-15 47-12 16,9-8-13-16,8-7 29 15,-2 10-69-15,-4 13-6 16,-15 17-12-16,-10 17-8 16,-9 15-41-1,-12 2-29-15,-6 9-73 0,0 0-198 16,0 14-133-16</inkml:trace>
  <inkml:trace contextRef="#ctx0" brushRef="#br1" timeOffset="169370.07">21367 13589 469 0,'0'0'453'16,"0"0"-428"-16,0 0 6 16,0 0 50-16,0 0-73 15,0 0-8-15,82 13-29 0,-77 12 22 16,-5 7 9-1,0 3-2-15,0 5 3 16,0-2-3-16,0-8-4 0,4-8 4 0,11-13 4 16,8-9-3-1,10 0 29-15,5-7-24 16,1-13 20-16,-4-3-22 16,-4 6-7-16,-4 0 3 0,-8 14-34 15,-7 3-55 1,-12 0-176-16</inkml:trace>
  <inkml:trace contextRef="#ctx0" brushRef="#br1" timeOffset="172069.86">28891 11955 308 0,'0'0'330'0,"0"0"-206"0,0 0 40 16,0 0-51-16,0 0-55 0,0 0-42 16,0 0 11-16,0 0-22 15,0 0 29 1,0 0 22-16,0 0 2 0,0 0-18 0,0 0-7 31,0 0-5-31,0 0-24 16,0-2 23-16,0-2-27 15,-9-2 19-15,-5 6-15 16,-5 0-6-16,-4 0 2 16,-4 6 0-16,-8 16-3 0,-3 8 3 15,1 6-8 1,4 6 16-16,10 5-19 0,11-5 31 0,10-4-25 15,2-5 9 1,9-10-8-16,23-7-3 0,5-8-7 0,5-8-17 31,3 0-16-31,-3-12-17 16,0-15-106-16,-3 4-246 16</inkml:trace>
  <inkml:trace contextRef="#ctx0" brushRef="#br1" timeOffset="172390.34">28980 12280 629 0,'0'0'100'0,"0"0"-54"0,0 0 73 0,0 0-80 15,0 0-17-15,0 0 4 0,145 20-3 16,-112-46 37 0,-4 2-18-16,-4-2-1 0,-3-2-38 15,-8 1-3 1,-8 2 0-16,-6 0-17 16,0 6-36-16,-22 2-48 0,-7 12 25 15,-3 5 54-15,1 0 22 16,9 22 22-16,2 4 0 0,8-2-22 0,12-6-64 31,0-10-246-31</inkml:trace>
  <inkml:trace contextRef="#ctx0" brushRef="#br1" timeOffset="172776.54">29383 12062 731 0,'0'0'52'15,"0"0"-32"-15,0 0 11 16,0 0-25-16,0 0 4 0,143 71-10 0,-103-60 0 31,0 1 12-31,-9 0 33 16,-2 2 16-16,-11-2-59 0,-11-3 61 15,-7 6-52-15,0-1 47 16,-25 7-9-16,-11 9 12 16,-15 1-30-16,-4 5-17 15,1-8 24-15,5-3-14 0,15-7-14 16,10-8-10-1,15-5-18-15,9-5-122 16,0 0-190-16,21 0-349 16</inkml:trace>
  <inkml:trace contextRef="#ctx0" brushRef="#br1" timeOffset="173381.78">30081 12372 805 0,'0'0'110'0,"0"0"51"0,0 0 19 0,0 0-69 31,0 0-76-16,35-110-26-15,-12 54 22 0,-4-3-28 0,2 1 11 16,-8 0-14-16,-2 8-9 16,-4 18-29-1,-5 16 15-15,-2 14 17 16,0 2-5-16,-13 12-4 16,-7 16-12-16,-5 9 24 15,3-4-25-15,4 1 5 0,4-3-21 16,1-11-107-1,5-5-420-15</inkml:trace>
  <inkml:trace contextRef="#ctx0" brushRef="#br1" timeOffset="173880.08">30374 11981 762 0,'0'0'151'0,"0"0"-113"0,0 0 77 15,0 0-7-15,0 0-30 16,0 0-76-16,0 0 2 16,96 8 0-16,-91 11-4 0,-5 2 5 15,0 6 13 1,-3-4 4-16,-10 1-21 16,0-5-1-16,0-1 9 15,2-8-22-15,2-4 12 0,2-4 0 16,7-1-1-1,0 4-4-15,0-1-25 0,2 4 1 16,18 2 22-16,1 4-10 16,-4 4 7-16,-5-2 18 15,-8 0-17-15,-4 8 9 16,0-4 1 0,-4 0 21-16,-23 10-4 0,-11-2-10 15,-9 3 1-15,-3-3-16 16,4-6-15-16,9-9-60 15,10-2-95-15,11-11-112 16</inkml:trace>
  <inkml:trace contextRef="#ctx0" brushRef="#br1" timeOffset="174412.04">30657 12196 933 0,'0'0'121'0,"0"0"-46"0,0 0 5 15,0 0-36-15,0 0-40 16,0 0 11-16,-11 66-8 0,41-50 44 15,1 3-31-15,-2 2 31 16,-2-5-23-16,-7 0-28 0,-7-2 10 31,-7-1 1-31,-1 4-4 16,-1-1 2-16,-4 5-14 0,0 1 13 16,-6 2-15-16,-23 2 7 15,-7-2-11 1,-4-4-8-16,5-5-12 0,1-8 4 15,8-7-21-15,5 0-21 0,12-8-74 16,9-16-83-16,0-6-479 16</inkml:trace>
  <inkml:trace contextRef="#ctx0" brushRef="#br1" timeOffset="174620.04">30756 12218 296 0,'0'0'212'0,"0"0"-212"0,0 0-69 16,0 0 66-16,0 0 6 0,0 0 59 15,69-32 107 1,-58 32 58 0,7 0-85-16,1 0-84 0,4-4-58 15,2-2-19-15,-3 2-224 16</inkml:trace>
  <inkml:trace contextRef="#ctx0" brushRef="#br1" timeOffset="174910.27">31066 12206 742 0,'0'0'110'16,"0"0"-25"-16,0 0 26 16,0 0-42-1,0 0-30-15,0 0-19 16,127-26-15-16,-117 10-5 16,-10 2-2-16,0 5-5 15,0 4-13-15,-13 5 18 16,-11 0 0-16,-1 0 1 15,2 0-1-15,8 10 0 16,7-4-1-16,-2 0-154 0,2-5-180 16</inkml:trace>
  <inkml:trace contextRef="#ctx0" brushRef="#br1" timeOffset="191200.02">27106 6102 265 0,'0'0'533'0,"0"0"-496"0,0 0 32 16,0 0 60-16,0 0-61 15,0 0-57-15,0 0 21 0,0 0 12 16,-4 2 12-16,4 3-35 15,0-3-3 1,-2 3-14-16,2 1-4 16,0 4 0-16,0-2-4 0,0 2 2 15,0 1-52-15,0 0-53 0,0-3-180 32,0 0-206-32</inkml:trace>
  <inkml:trace contextRef="#ctx0" brushRef="#br1" timeOffset="191484.64">27115 6450 490 0,'0'0'149'0,"0"0"-57"16,0 0 3-16,0 0-2 0,0 0-71 31,0 0-7-31,0 0-15 0,0 65-1 0,0-57 1 16,0 0-101-1,0 0-94-15,0 0-358 16</inkml:trace>
  <inkml:trace contextRef="#ctx0" brushRef="#br1" timeOffset="191760.24">27233 6922 592 0,'0'0'67'0,"0"0"-44"16,0 0 24-16,0 0-45 16,0 0 4-16,0 0 6 15,-7 75 1-15,7-68 16 0,0 3-1 16,0-2-28-16,5-4-118 15,-5-2-351-15</inkml:trace>
  <inkml:trace contextRef="#ctx0" brushRef="#br1" timeOffset="191979.87">27231 7277 825 0,'0'0'78'0,"0"0"9"16,0 0 38-16,0 0-67 15,0 0-40-15,35 118-15 16,-25-106-2-16,-6 6 0 0,7-7-2 16,-7 0-74-16,-2-1-85 0,4-6-121 0</inkml:trace>
  <inkml:trace contextRef="#ctx0" brushRef="#br1" timeOffset="192180.84">27320 7670 659 0,'0'0'169'0,"0"0"-68"16,0 0-71-16,0 0 87 0,0 0-96 15,0 0-21-15,9 98 6 32,-4-88-16-32,-1 2-40 0,-2-2-66 15,-2-2-282-15</inkml:trace>
  <inkml:trace contextRef="#ctx0" brushRef="#br1" timeOffset="192371.64">27287 8057 754 0,'0'0'88'0,"0"0"-25"0,0 0 98 0,0 0-36 32,0 0-71-32,0 0-48 15,24 96-5-15,-24-81-1 16,0-2 0-16,0 5-44 15,0-4-80-15,-14 2-214 0</inkml:trace>
  <inkml:trace contextRef="#ctx0" brushRef="#br1" timeOffset="192872.07">27326 8488 181 0,'0'0'0'16</inkml:trace>
  <inkml:trace contextRef="#ctx0" brushRef="#br1" timeOffset="193279.92">27326 8488 58 0,'3'-26'518'15,"-3"26"-347"-15,0 0-8 16,0 0-37-16,0 6-47 16,0 8-22-16,0 4-25 15,0 4 5-15,0 3-32 0,0 0 27 16,0 2-25-16,0-2 4 0,0-3-11 0,0-4-16 31,0-7 5-15,0-8 12-16,0-3-2 15,0 0 1-15,0 0-10 0,0-7-19 0,2-11 2 32,7-3 5-32,0 3 19 0,0 0-5 15,-2 4 8 1,-3 6-1-16,-1 4 4 0,-3 4 34 0,0 0-11 31,0 23 12-31,-3 6-25 0,-6 3 38 16,7-1-50-16,2-8 5 0,0-5-6 15,0-6-54 1,0-7 42-16,0-5 24 16,0 0-15-16,0 0 9 15,0-5-12-15,0-12 6 0,0 3-6 0,0 1-15 31,0 4-6-31,0 2-69 0,0 1-87 16,0 5-129-16</inkml:trace>
  <inkml:trace contextRef="#ctx0" brushRef="#br1" timeOffset="197746.14">22421 8484 220 0,'0'0'88'0,"0"0"-33"0,0 0 79 15,0 0-44-15,0 0-28 0,0 0 2 16,0 0 14-16,0 0 2 16,0 0-42-1,0 4 19-15,0 5-3 16,0 0 3-16,0 1-37 0,0 2 19 16,0-2-33-1,0-1 12-15,0-2-8 0,4 1-8 0,-4-2 30 31,2-4-27-31,-2 2 25 0,0-4-26 16,2 0 1-16,0 0 3 0,4 0-6 16,-4-14-2-1,4 1-1-15,-1 3 1 0,-3 5-1 16,-2 3-9 0,0 2 20-16,0 0-20 0,0 0 19 15,0 0-20 1,0 2 8-16,0 10 3 0,0 8 0 0,0 3 4 0,-7 3-1 31,-5 4 4-31,-3-2 10 0,5-6-14 31,0-8-5-31,1-6 11 16,9-6-11-16,0-2 2 16,0 0 0-16,0 0-3 15,0-14 6-15,11-7-13 16,3-3 22-16,-1-3-16 0,-1-3 4 15,1 3-3-15,-5 3-15 16,2 8 2-16,-4 6 3 16,-3 8 12-16,-3 2-11 15,0 0 24-15,0 10-13 0,0 18 12 16,-3 8 5-16,-5 0-15 16,-2 0 3-16,6-8-4 15,2-9 0 1,0-9-5-16,2-9 7 15,0-1-2-15,0-1 0 16,0-25 2-16,2-10 2 0,9-9-8 16,2 1-10-16,0 2-5 0,1 10-31 0,-5 12-27 31,-5 10 6-31,-4 10 14 16,0 0 56-16,0 14-30 0,-4 6 27 15,-3 0-3 1,5-6-164-16,-2-3-334 15</inkml:trace>
  <inkml:trace contextRef="#ctx0" brushRef="#br1" timeOffset="199843.36">22599 8556 389 0,'0'0'231'0,"0"0"-148"0,0 0 49 0,0 0-66 0,0 0-57 16,0 0-3-16,-20 16 0 15,20-16 1 1,0 0-6-16,0 0 91 16,0 0-44-16,0 0 4 15,0 0-16-15,0 0 21 16,0 0-43-16,0-6 10 15,14-11 4-15,7-6-24 16,-1 4-4-16,3 5 11 16,-6 1-12-16,-1 7 11 0,-5 4-14 15,-2 2 8 1,0 0-4-16,-2 4 7 0,2 13 2 16,-3 0-5-16,4 5 4 15,-2-3-14-15,3 2 19 16,-4 1-20-16,0-2 12 0,-3-2-10 0,-2-4 5 31,5-3-2-31,-3-8 0 0,4-3-13 16,0 0 11-1,10 0 4-15,4-19-13 16,3-2 26-16,2-5-24 16,-3 2 16-16,-2 8-9 15,-6 6 4-15,-5 10-4 16,-5 0 3-16,-3 0 1 15,-3 3 17-15,0 14-3 0,3-1-2 16,-3 3-6-16,4-8-9 16,-4-1 3-16,0 1 0 0,2-4-3 0,5-2 3 31,1-2-2-31,6-3 7 16,3 0-14-16,6-2 18 15,-1-11-6-15,3-4 3 0,1 4-8 16,3 6 2-1,-2 4-3-15,-2 3-1 16,-9 0 5-16,-6 3-11 16,-5 16 20-16,-3-1-19 0,2-3 18 15,-2-4-14-15,4-5 5 16,0-5-2-16,3-1 2 16,2 0 0-16,7 0-6 15,4-11 18-15,10-7-24 16,1 5 21-16,2 4-19 0,-6 4 12 15,-2 5-4 1,-5 0-4-16,-2 0 6 0,-2 12-4 16,-5 3 8-16,1-4 16 0,-3 3-16 31,2-6 20-31,3-4-20 16,5-4 5-16,7 0-7 15,3 0 0-15,0-1-2 16,5-7 6-16,-4 2-14 15,1 3 21-15,0-2-23 0,-4-1 25 16,0-2-25-16,0 1 18 16,-5 5-13-16,1 2 5 15,-3 0-4-15,1 12 0 0,-8 7 8 16,5-1 0-16,-11-2 4 16,5-7-11-1,-5 2 12-15,-3-7-16 0,5-2 7 16,1-2-3-16,5 0-1 15,-1 0 0-15,7 0-4 0,-2-4 7 32,8-13-12-32,0 2 21 15,-6-2-16-15,-1 6 7 0,-7 8-1 16,-6 3-7-16,-2 0 9 16,-4 0 2-16,1 7 11 15,2 3 27-15,5-1-32 16,1 2 13-16,3-4-18 0,3-1 1 15,-3-2-4 1,1-4-3-16,0 0 0 16,0 0-4-16,-3 0 0 15,-2 0 1-15,-2-1 4 0,0-2-38 16,-2 2 6 0,-3-2-101-16,-4 3-310 0</inkml:trace>
  <inkml:trace contextRef="#ctx0" brushRef="#br1" timeOffset="202053.27">29599 13204 348 0,'0'0'130'0,"0"0"-63"0,0 0-23 0,0 0 12 32,0 0-20-32,0 0 24 15,0 0 17-15,0 0 27 0,0 0 11 16,0 0-71-16,0 0 6 15,0 0-7-15,0-1 13 16,0-4-37-16,0 5 4 16,0 0 17-16,0 0-8 15,0 0 8-15,0 0-33 16,0 0 16-16,0 0-18 16,19 0 14-16,10 0-10 15,4 0 18-15,2 0-24 0,-3 0-3 16,-1 0-1-1,-7 0-4-15,-2 0-1 16,-2 0-17-16,1 0 17 0,-10 0-55 16,3 0-13-1,-14-4-118-15,0 3-370 0</inkml:trace>
  <inkml:trace contextRef="#ctx0" brushRef="#br1" timeOffset="202523.65">29678 12966 611 0,'0'0'169'0,"0"0"29"0,0 0-6 0,0 0-68 16,0 0-36-16,124 10-50 15,-90-4 2-15,-1 2-31 16,-4-2-9-16,-6 0-24 15,-6-2-48-15,-8 4-133 0,-9-6-357 16</inkml:trace>
  <inkml:trace contextRef="#ctx0" brushRef="#br1" timeOffset="203674.26">27933 13718 365 0,'0'0'244'0,"0"0"-183"0,0 0 23 0,0 0-11 16,0 0-50-16,0 0 32 15,0 0-13-15,-5 0 42 16,5 0-2-1,0 0-40-15,0 0 10 16,0 0-47-16,0 4 21 0,0 0-19 16,0-4 27-1,0 1 3-15,16 2-7 0,4-3 13 16,3 2-21 0,6 0 11-16,0 0-21 0,2 2 2 15,0-3-6-15,2 4-8 16,-2-4 1-16,1 1-2 0,-11-2-1 0,-5 0-15 31,-7 0-15-31,-7 0-39 0,-2 0-41 16,-4 0-283-16</inkml:trace>
  <inkml:trace contextRef="#ctx0" brushRef="#br1" timeOffset="207130.17">28660 13836 489 0,'0'0'168'0,"0"0"-70"15,0 0 72-15,0 0-46 16,0 0-53-16,0 0-15 0,0-34 30 16,0 29-20-16,0 2-10 15,0-2-6-15,-4-1-27 16,0 3 14-16,0-3-30 16,-1 0 1-16,-3 4-1 15,1 2-7-15,-7-4 6 0,-1 4-5 0,-5 0 7 31,-3 4 0-31,-3 16-10 16,6 4 7-16,0 5-8 0,9-4 13 16,7-3-19-1,4 0 14-15,0 0-10 0,10-2 2 16,17-2 3 0,2-2-5-16,5 2-11 0,-1-9-3 15,5 1-52 1,1-7-21-16,0 3-33 0,-10-6-144 15,-5 0-291-15</inkml:trace>
  <inkml:trace contextRef="#ctx0" brushRef="#br1" timeOffset="207471.09">28795 14016 584 0,'0'0'97'0,"0"0"5"16,0 0 3-16,0 0-23 16,0 0 26-16,0 0-31 15,127-9 17-15,-100-8-21 0,2-2-39 32,-7-2 19-32,-4-5-37 0,-7-2 15 15,-2 0-31-15,-7 1 9 0,-2 2-9 16,-2 6-4-16,-23 11-5 15,-10 5-13 1,-3 3 19-16,3 4-7 16,4 16 5-16,10 0 9 0,12 0-11 15,9-4-9-15,0-4-36 16,0-4-46-16,20-3-91 16,2-5-160-16</inkml:trace>
  <inkml:trace contextRef="#ctx0" brushRef="#br1" timeOffset="207920.25">29269 13820 416 0,'0'0'213'16,"0"0"-58"-16,0 0 11 15,0 0 4-15,0 0-58 0,0 0-23 16,-4-14-56 0,4 14 3-16,0 0-31 0,0 0-5 15,0 8 4 1,0 8-4-16,18-2 3 15,7 2 0-15,4 1 6 16,4-3-7-16,1 5 9 16,-3-2-11-16,-4 0-3 15,-8-3-5-15,-3 0 3 16,-7-2-12-16,-9 2 17 0,0 3 0 16,-23-2 1-16,-14 3 27 15,-3 3-21-15,-3-7 3 16,5-4-10-16,7-2-1 15,6-8-29 1,19 0 6-16,6 0-14 0,0 0-59 16,6-12-194-16,23-3-264 0</inkml:trace>
  <inkml:trace contextRef="#ctx0" brushRef="#br1" timeOffset="208562.27">29971 13741 645 0,'0'0'62'0,"0"0"52"0,0 0 59 0,0 0-64 0,0 0-40 31,0 0-13-31,-4 31-2 0,-9-12-20 0,-1 2-19 16,1 0-7 0,1-8-3-16,2 7-2 0,3-3 2 15,3-4-7-15,4 1 5 16,0-6-6 0,0 1 3-16,4-6-2 15,13-3 0-15,4 0 4 16,1 0-5-16,7 0 6 15,-5 0-6-15,1 0-57 16,-5 0 57-16,-2 0-38 0,-5 0-36 16,-2-3 31-16,-7 3 16 15,0 0 28-15,-4 0-1 16,0 0-1-16,0 0 8 16,0 6-5-16,-10 11 12 15,-5 10-9-15,-1 3 34 16,1 6 45-16,1-5-36 15,5 9-43-15,3-11-2 16,1-3 0-16,3-2 0 0,-1-1-31 16,-1 0-53-1,2-9 34-15,-3-3-97 0,3-10-106 0,2-1-330 32</inkml:trace>
  <inkml:trace contextRef="#ctx0" brushRef="#br1" timeOffset="209002.51">30297 13971 649 0,'0'0'139'0,"0"0"0"0,0 0-16 15,0 0-61-15,0 0-29 16,0 0 15-16,-20 31 13 16,38-17-28-16,-1 3 5 15,6-2-27-15,-1 6 2 16,-2-3-13-16,-2 2 5 15,-7 0-13-15,3-2 18 16,-8 2-19-16,-2-2 19 16,-4-2-14-16,0-1 5 0,0-2-2 15,-8 1 0 1,-13 3 1-16,-8 0-2 0,0-7-8 16,-2 2 8-16,6-7-51 15,8-5 19-15,9 0-94 16,5-11-144-16,3-14-337 15</inkml:trace>
  <inkml:trace contextRef="#ctx0" brushRef="#br1" timeOffset="209215.96">30415 13950 441 0,'0'0'474'15,"0"0"-424"1,0 0-13-16,0 0 32 16,0 0-14-16,0 0-18 15,94-23-17-15,-70 20-10 0,-2 1-10 16,1-4-14-16,-8 0-164 16,1 4-308-16</inkml:trace>
  <inkml:trace contextRef="#ctx0" brushRef="#br1" timeOffset="209500.11">30709 13904 778 0,'0'0'92'0,"0"0"86"0,0 0-58 0,0 0-31 31,133 0-62-31,-108-14-21 0,-11-4-2 16,-10 4-8-16,-4-3-5 15,0 6 4-15,-4 5-11 0,-21 6 10 16,0 0 6-16,-1 0 0 16,1 0-4-1,8 6 9-15,3 0-10 0,3-2-59 16,0 0-165-16,5-2-728 0</inkml:trace>
  <inkml:trace contextRef="#ctx0" brushRef="#br1" timeOffset="210979.85">29368 15226 824 0,'0'0'289'0,"0"0"-272"0,0 0 110 15,0 0-18 1,0 0-37-16,117 17-17 0,-80-24-35 16,-6 1 17-16,-9 2-28 0,-8 0-18 15,-4 4 9 1,-5 0-41-16,-5 0-55 16,0 0-8-16,0 0-113 15,-5 0-345-15</inkml:trace>
  <inkml:trace contextRef="#ctx0" brushRef="#br1" timeOffset="211151.55">29562 15037 1275 0,'0'0'59'0,"0"0"-8"16,0 0 13-1,0 0-37-15,0 0-27 0,129 0-30 16,-107 2-96-16,-13 2-164 16</inkml:trace>
  <inkml:trace contextRef="#ctx0" brushRef="#br1" timeOffset="211980.15">28352 16190 677 0,'0'0'321'0,"0"0"-248"0,0 0 84 0,0 0-12 16,0 0-67 0,0 0-3-16,107 14-50 0,-78-8-8 15,0-2-9-15,0 0-8 16,0 1 0-16,-5-5-51 0,0 0-26 31,-4 0-57-31,-9 0-193 16</inkml:trace>
  <inkml:trace contextRef="#ctx0" brushRef="#br1" timeOffset="212510.14">29115 16181 720 0,'0'0'143'0,"0"0"-39"0,0 0-7 16,0 0-37-16,66 103-60 16,-49-81-4-16,-6-7 2 0,-3-6 2 15,-6-1 13 1,-2-8-9 0,0 0 19-16,4 0-18 0,0-17 23 0,1-16-25 31,1-11 9-31,2-6-12 15,-4-7-1-15,-2-4-24 0,4-3-18 16,1 6 25-16,5 6 18 16,-2 15 14-16,-1 15 26 15,-7 12 19-15,6 10-11 0,-2 0 8 16,5 0-42-16,9 0-5 0,7 6-9 31,4 3 4-31,5-9-9 16,2 0-21-16,-3 0-24 0,6 0-148 15,-8 0-260-15</inkml:trace>
  <inkml:trace contextRef="#ctx0" brushRef="#br1" timeOffset="213049.83">29584 16026 751 0,'0'0'64'0,"0"0"100"0,0 0-66 0,0 0-40 0,0 0-47 0,0 0 2 15,111 17-8 1,-111 2 35-16,0 6-18 0,-9 8-13 15,-15 1-6-15,-5 2 4 16,-3-3 4-16,8-6-8 16,4-6 9-1,9-12-6-15,6-5 5 0,5-4-9 16,0 0 10-16,0 0-4 16,16 0 1-16,11 0 0 0,-1 0-6 15,1 0-3 1,0 0 4-16,-5 0-8 15,-1 0 6-15,-6 0-6 0,1 0-31 16,-7 4-1-16,4 1-67 0,-2-5-45 31,-2 0-189-31</inkml:trace>
  <inkml:trace contextRef="#ctx0" brushRef="#br1" timeOffset="213547">29651 16646 387 0,'0'0'141'0,"0"0"-30"0,0 0-8 0,0 0 52 31,0 0-37-31,0 0-8 16,35-13 1-16,3-19-15 15,16-13-43-15,12-5 12 0,17-5-19 16,9 1-5-1,-9 5-24-15,-13 18-17 0,-19 2-22 16,-10 12-50-16,-12 4 7 16,-3 7-104-16,-6 2-188 15,-6 4-433-15</inkml:trace>
  <inkml:trace contextRef="#ctx0" brushRef="#br1" timeOffset="214030.23">30225 16462 593 0,'0'0'257'15,"0"0"-209"1,0 0 58-16,0 0-3 16,0 0-103-16,0 0-13 15,74 55 4 1,-74-18 7-16,0 7 2 0,-4 4 0 0,-14 2 25 31,5-6-5-31,1-8 25 0,5-14 15 16,7-8-45-16,0-4-11 0,0-2 0 15,11-8 11 1,10 4 31-16,3-4-19 16,-1 0-8-16,-8 0-12 15,-1 0-1-15,-3 0-12 0,2 0 6 16,1 3-4-16,-4 2-67 0,2 1-35 0,-5 2-128 31,-1 2-436-31</inkml:trace>
  <inkml:trace contextRef="#ctx0" brushRef="#br1" timeOffset="-192648.68">28878 3698 654 0,'0'0'0'0,"0"0"0"0,0 0-5 0,0 0-3 16,0 0-86-16,0 0 31 16,17-25 24-16,-1 21 30 15,-3-2 6-15,1 2-40 16,-5 0-62-16,1-6-92 0</inkml:trace>
  <inkml:trace contextRef="#ctx0" brushRef="#br1" timeOffset="-191898.59">29207 3294 196 0,'0'0'84'0,"0"0"-84"0,0 0-123 0</inkml:trace>
  <inkml:trace contextRef="#ctx0" brushRef="#br1" timeOffset="-191586.7">29207 3294 407 0,'-26'-16'129'0,"26"16"-49"0,0 0-20 16,0 0-53-1,0-4-7-15,0 4-5 0,0 0 5 0,0 0 5 0,-3 0-3 32,3 0-4-17,-4 0 5-15,1 0 7 16,3 0 4-16,0 0 67 15,0 0 24-15,0 0-20 16,0 0-31-16,0 0-21 0,0 0-13 16,0 0-14-1,0 0 26-15,-4 0-31 0,4 0 30 16,-4 8-5-16,-1 8 7 16,-4-1-25-16,-2 6 1 0,7 2 1 0,-7 1-5 31,1 4-5-31,2-2 7 15,-3 2-12-15,3-6 17 16,4 4-24-16,0-3-26 16,2-2-97-16,-5-1-221 15</inkml:trace>
  <inkml:trace contextRef="#ctx0" brushRef="#br1" timeOffset="-191203.21">29029 3924 620 0,'0'0'140'0,"0"0"-4"0,0 0 45 16,0 0-124-16,0 0 29 0,0 0-80 16,0 0 9-16,0 106-5 15,0-90-7-15,0 1-3 16,0 1 4-16,0-1-11 15,0 2-2-15,0-1-53 16,0 0-47-16,0-4-126 0,0-2-211 0</inkml:trace>
  <inkml:trace contextRef="#ctx0" brushRef="#br1" timeOffset="-190885.95">29027 4463 663 0,'0'0'129'16,"0"0"-59"-16,0 0 52 0,0 0-74 15,0 0-13-15,0 0-3 0,-18 109 11 32,16-91 5-32,2 2-21 0,0-4 9 15,0 4-34-15,0-2 0 16,2 0 0-16,7-2-4 16,0 2-55-16,-2 0-42 15,-3 1-75-15,-4-2-42 16,0-1-41-16</inkml:trace>
  <inkml:trace contextRef="#ctx0" brushRef="#br1" timeOffset="-190576.9">29011 5101 199 0,'0'0'486'0,"0"0"-376"16,0 0 55 0,0 0-101-16,0 0-30 15,0 0-20-15,-8 102-7 16,8-85-9-16,0-3 7 0,0 1-9 0,0 0 4 15,0 0-4-15,0-1-44 16,0 0-167 0,0-1-178-16</inkml:trace>
  <inkml:trace contextRef="#ctx0" brushRef="#br1" timeOffset="-190302.78">29036 5725 625 0,'0'0'49'0,"0"0"15"0,0 0 74 15,0 0-99-15,0 0-36 16,4 104 23-16,-2-84-17 0,3 0-11 16,-3 4 2-1,-2 2-2-15,0 0-77 0,-2 1-175 16</inkml:trace>
  <inkml:trace contextRef="#ctx0" brushRef="#br1" timeOffset="-190018.65">28971 6288 536 0,'0'0'132'15,"0"0"-47"-15,0 0 92 16,0 0-58-16,0 0-74 0,0 121-7 15,3-98 15 1,-3-2-22-16,2-2-27 16,0 1-4-16,-2 1 0 0,2 0-9 15,-2 2-28 1,4 1-3-16,-4-2-6 0,2-2-130 0,3-2-96 31,-1-8-307-31</inkml:trace>
  <inkml:trace contextRef="#ctx0" brushRef="#br1" timeOffset="-189791.39">29011 6903 108 0,'0'0'219'0,"0"0"18"16,0 0-80-16,0 0-12 0,4 111-86 31,-4-93 67-31,0 0-80 0,0-4-29 0,3 4-1 16,-3-1-13-1,0-3-5 1,0 5 2-16,0-2-24 0,0-2-114 0,0 2-211 16</inkml:trace>
  <inkml:trace contextRef="#ctx0" brushRef="#br1" timeOffset="-189514.84">28967 7499 160 0,'0'0'509'0,"0"0"-272"15,0 0-102-15,0 0-64 16,-25 107-28-16,23-83-38 0,-2-2 17 16,-4 2-13-16,0 0-9 15,1 0 0 1,-7 2-18-16,8 2-19 16,-1 0-35-16,3 0-34 15,2-4-71-15,2-4-4 16,0-1-299-16</inkml:trace>
  <inkml:trace contextRef="#ctx0" brushRef="#br1" timeOffset="-189276.59">28876 8103 92 0,'0'0'554'15,"0"0"-493"-15,0 0 193 0,0 0-85 16,0 0-76 0,-2 102-73-16,2-83-9 0,0-1-2 0,0 0-9 31,0 0 0-31,0 0-7 16,0-1-80-16,0-1-19 0,0 1-200 15</inkml:trace>
  <inkml:trace contextRef="#ctx0" brushRef="#br1" timeOffset="-189036.85">28880 8534 573 0,'0'0'196'16,"0"0"-36"-16,0 0 3 15,0 0-126-15,0 0 80 16,-2 116-98-16,2-99-18 16,0-2 10-16,0 3-22 0,0-1 1 15,0 1-24 1,0 2-68-16,0 1-57 0,0 4-95 16,0-5-346-16</inkml:trace>
  <inkml:trace contextRef="#ctx0" brushRef="#br1" timeOffset="-188805.9">28860 9062 632 0,'0'0'179'0,"0"0"5"16,0 0-72-16,0 0-100 0,0 0 11 0,8 110-21 31,-8-86-4-31,0 0-7 0,0 5-11 16,-6 0-81-1,-3 0-67-15,3 2-98 16</inkml:trace>
  <inkml:trace contextRef="#ctx0" brushRef="#br1" timeOffset="-188540.38">28793 9785 3 0,'0'0'898'0,"0"0"-780"16,0 0-94-1,0 0 21-15,-9 122-45 0,9-99-3 16,0-3-40-16,0 4-28 16,2-4-7-16,-2-2-87 0,0-4-185 0</inkml:trace>
  <inkml:trace contextRef="#ctx0" brushRef="#br1" timeOffset="-188340.1">28764 10326 559 0,'0'0'275'16,"0"0"-211"0,0 0 56-16,-25 113-58 15,25-89-41-15,0-2-19 0,0-4 12 16,0-3-11-16,0-2-5 15,0 2 2-15,0 2-41 16,0 3-77-16,0 3-150 16</inkml:trace>
  <inkml:trace contextRef="#ctx0" brushRef="#br1" timeOffset="-188090.85">28628 11095 914 0,'0'0'114'0,"0"0"-53"31,0 0-21-31,0 0-40 16,0 119-7-16,0-94-19 0,0 1-66 15,0-2-47 1,0-1-84-16,-5-2-232 0</inkml:trace>
  <inkml:trace contextRef="#ctx0" brushRef="#br1" timeOffset="-187852.93">28552 11601 737 0,'0'0'271'15,"0"0"-142"-15,0 0-12 16,0 0-46 0,0 0-48-16,-22 113-10 0,22-99-13 0,0-3-2 15,0 1-32 1,0-1 24-16,0 5-56 15,0 4-38-15,-5 4-140 16,-3 1-379-16</inkml:trace>
  <inkml:trace contextRef="#ctx0" brushRef="#br1" timeOffset="-187603.79">28436 12136 926 0,'0'0'186'0,"0"0"-185"16,0 0 118-16,0 0-109 0,-40 124-4 0,38-95-6 31,0-4 0-31,0 2-37 16,0-2 14-16,-3-4-38 15,0-5-35-15,-4 3-199 0,-4-1-441 16</inkml:trace>
  <inkml:trace contextRef="#ctx0" brushRef="#br1" timeOffset="-187096.57">28354 12671 1104 0,'0'0'153'0,"0"0"-76"0,0 0-20 0,0 0-6 0,-16 112-50 15,16-86-1-15,0 1-13 16,4-2-17-16,1-4-54 15,-5-6-85-15,0-10-462 16</inkml:trace>
  <inkml:trace contextRef="#ctx0" brushRef="#br1" timeOffset="-185876.79">28708 3136 797 0,'0'0'171'0,"0"0"-36"0,0 0 22 16,0 0-103-16,0 0-2 15,0 0-40-15,-17 12 4 16,15 3-5-16,-2 6 15 0,-4 8-7 16,-5 4-12-16,-8 9-6 15,-1 4 6-15,-2 1-14 16,-3-5-9 0,5-11-9-16,4-8-3 0,11-15-19 15,7-2-38 1,0-6-106-16,0-7-121 0</inkml:trace>
  <inkml:trace contextRef="#ctx0" brushRef="#br1" timeOffset="-185653.2">28392 3226 256 0,'0'0'213'0,"0"0"-188"31,0 0 19-31,0 0-39 0,0 0 71 16,0 0 21-16,77-63 77 16,-48 63-31-1,0 0 14-15,3 0-42 0,-3 0-71 16,-7 0-44 0,3 3-5-16,-4 2-34 0,2 1-84 15,-5-3-119-15,-7-3-426 16</inkml:trace>
  <inkml:trace contextRef="#ctx0" brushRef="#br1" timeOffset="-185226.82">28739 3485 903 0,'0'0'221'0,"0"0"-161"16,0 0 4-16,0 0-24 16,54-131 0-16,-32 87-33 15,-4 12-8-15,-4 6 1 16,-6 14 0-16,-1 4-7 15,-3 8-3-15,-2 0 5 16,10 0 5-16,-6 0-3 0,3 4 8 0,3 11 18 16,-4 0-16-1,3 3 8-15,-4 5-11 16,0 2-4-16,0 0 0 16,-5-4-21-16,4 3 7 0,-1-5-44 0,-5-5 57 31,0-3-33-31,0-6-19 15,0-4-53-15,0-1-110 16,-5 0-405-16</inkml:trace>
  <inkml:trace contextRef="#ctx0" brushRef="#br1" timeOffset="-185022.87">28833 3359 934 0,'0'0'59'0,"0"0"36"16,0 0 82-1,0 0-131-15,0 0-46 16,0 0-8-16,131-21-8 0,-111 21-110 16,-9 0-155-16</inkml:trace>
  <inkml:trace contextRef="#ctx0" brushRef="#br1" timeOffset="-184624.62">29055 3489 642 0,'0'0'293'16,"0"0"-208"-1,0 0 10-15,0 0-22 16,0 0-23-16,0 0-31 15,72-98 14-15,-61 84-16 16,0 4-1-16,-4 6-16 0,-2 1 9 16,-3 3-19-1,2 0 13-15,5 3-9 16,-4 12 12-16,1 3 9 16,7-1-13-16,-1 1 4 0,5-3-6 15,8-2 0-15,0-5-2 16,4-2 11-1,0-6-19-15,-3 0 22 0,-2 0 1 0,-1-16-12 16,-5-6 29-16,0-6-30 16,-8-1-1-1,-2 5-9-15,-6-2-15 0,-2 11 14 0,0 3-28 32,0 2 9-32,0 3-31 15,0 7-12-15,0-2-27 16,0 2-201-16</inkml:trace>
  <inkml:trace contextRef="#ctx0" brushRef="#br1" timeOffset="-165806.89">25065 8893 516 0,'0'0'40'0,"0"0"-13"0,0 0 78 15,0 0-44-15,0 0-25 0,0 0-10 31,0 0 33-31,0 0-7 0,11 0 7 16,-11 0 12-16,0 0-34 0,0 0 4 31,0 0-34-31,2 0 11 0,-2 0-15 16,0 0 9-16,0 0-12 16,2 0 0-16,1 0-1 15,6 0 1-15,-2 0-4 16,1 0-13-16,2 6 9 0,1 2-48 0,0-2-10 31,0 0-38-31,0 0-36 16,0 0-76-16</inkml:trace>
  <inkml:trace contextRef="#ctx0" brushRef="#br1" timeOffset="-165496.39">25402 9200 675 0,'0'0'159'0,"0"0"-85"0,0 0 76 0,0 0-85 0,0 0-29 16,0 0-30-16,29 100-11 16,-18-93 5-16,-1 2-9 15,9-1-13-15,1 2-48 0,0 0-80 16,-2 2-173-1</inkml:trace>
  <inkml:trace contextRef="#ctx0" brushRef="#br1" timeOffset="-165175.81">25809 9588 555 0,'0'0'101'0,"0"0"-39"0,0 0 100 16,0 0-63-1,0 0-40-15,0 0-48 0,61 61-7 0,-51-57-8 16,2 0 1 0,-3 1-5-16,-3 1-86 15,-1 0-32-15,2 1-61 16,-5 1-407 0</inkml:trace>
  <inkml:trace contextRef="#ctx0" brushRef="#br1" timeOffset="-164858.99">26168 9880 745 0,'0'0'53'16,"0"0"-48"0,0 0 87-16,0 0-47 15,0 0-9-15,0 0-33 0,100 66-3 16,-87-58 15 0,-3-3-10-16,-1-1-10 0,4-4 2 15,-2 7-60 1,-2-3-88-16,2 2-32 15,-4 2-259-15</inkml:trace>
  <inkml:trace contextRef="#ctx0" brushRef="#br1" timeOffset="-164591.31">26640 10207 525 0,'0'0'151'0,"0"0"-80"32,0 0-7-32,0 0 24 15,0 0-55-15,0 0-33 16,71 75 0-16,-59-69 0 15,-3 0-3-15,7 3-14 0,-3-3-51 16,-2 4-131-16</inkml:trace>
  <inkml:trace contextRef="#ctx0" brushRef="#br1" timeOffset="-164325.66">27012 10499 631 0,'0'0'100'0,"0"0"-21"15,0 0 4-15,0 0 6 0,0 0-43 0,0 0-43 16,61 83 1-1,-53-75 2-15,-2-1-12 0,0-4-15 16,1-2-66 0,1-1-86-16,2 5-99 0</inkml:trace>
  <inkml:trace contextRef="#ctx0" brushRef="#br1" timeOffset="-164076.85">27340 10843 619 0,'0'0'132'16,"0"0"-90"-16,0 0 83 15,0 0-55-15,0 0-52 16,0 0 0-16,113 115 6 15,-94-95-24-15,-1-1-2 16,1 1-4-16,-1-5-79 0,5 1 6 0,-6 0-191 0</inkml:trace>
  <inkml:trace contextRef="#ctx0" brushRef="#br1" timeOffset="-163816.52">27790 11309 744 0,'0'0'133'15,"0"0"-54"-15,0 0 28 16,0 0-62-16,0 0-28 15,0 0-14-15,118 103-1 0,-106-92-4 16,1 8-8-16,-2-5-46 16,-2-2-20-16,-4-4-168 15,-1-2-497-15</inkml:trace>
  <inkml:trace contextRef="#ctx0" brushRef="#br1" timeOffset="-163590.37">28045 11633 326 0,'0'0'415'15,"0"0"-266"-15,0 0 2 0,0 0-27 16,0 0-18 0,0 0-93-16,113 106-10 0,-102-94-3 15,0-1 3-15,0-2-6 16,1-2-24-16,1 2-2 15,5 2-86-15,1 2-33 0,-3 4-275 16,-5 2 41-16</inkml:trace>
  <inkml:trace contextRef="#ctx0" brushRef="#br1" timeOffset="-163136.7">28378 12049 649 0,'0'0'165'0,"0"0"-10"0,0 0-43 0,0 0-42 16,0 0 30 0,0 0-75-16,81 60 1 15,-73-47-8-15,2-2-18 0,-4-3 0 16,3-2 0 0,-3-1-52-16,4-4-32 0,1-1-7 0,0 0-77 31,-4 0-239-31</inkml:trace>
  <inkml:trace contextRef="#ctx0" brushRef="#br1" timeOffset="-158096.78">28995 8758 308 0,'0'0'112'0,"0"0"-33"0,0 0-7 0,0 0-43 16,0 0 20-16,0 0 5 0,0 0 42 16,16 0 44-1,-16 0-34-15,0-3-50 0,0 1-38 16,0-2 11-16,0-1-24 16,0 4 5-16,0-1-4 15,-2-1-6 1,-4 3 1-16,-2-1 3 0,2 1 4 15,-5 0-4 1,4 0 22-16,-7 0-21 0,2 0 14 16,-7 0-19-16,4 0 25 15,-1 0-19-15,-3 0 0 0,0 0 0 16,1 1-4 0,-1 4-4-16,5 1 12 15,1 0-13-15,4-3 14 16,2 4-6-16,0-5-2 15,5 0 0-15,2 0-3 16,-2 1 0-16,2-2-1 16,-2 0 3-16,-2 4-9 15,1 1 14-15,1 0-13 16,2 2 16-16,0-4-20 0,0 2 4 16,0 0 3-16,0 2 0 15,5 2 3-15,10-7-8 16,-1 8 17-16,5-3-18 0,-3-2 8 15,-1 2-6-15,1 0 10 16,-3 2-9 0,8 2 6-16,-5 0 0 0,-1 0-2 0,-2-2 3 31,1 0-5-31,-8 0-1 16,-2 1-1-16,-1-1 0 15,-3 3-4-15,0 1 7 16,0-1 3-16,-7-4 0 0,-4 1 1 15,-3-3-3-15,6 1 8 16,-3-1-8-16,-5 4 15 0,3-4-22 16,-1 8 10-16,-3-5-2 15,5 2-1-15,1 0 2 16,-2-4-4 0,2 0 8-16,-2 1-11 15,1-4 14-15,3 1-13 16,-2-3 15-16,2 2-14 15,0-1 6-15,5 0-2 16,0 0 1-16,1 4 0 0,3 0-5 16,0 0 11-1,0 4-16-15,0-6 23 0,0 2-21 0,0-2 13 32,9-2-9-32,2 0 4 0,-2 2-1 0,2-2-2 15,0 6 6 1,3 0-10-16,3 0 15 15,1 2-14-15,1 2 17 16,-2 0-21-16,1 0 12 16,-3-2-3-16,-1 1 1 15,-3-4 0-15,-5 0-5 16,-1 0 10-16,-2 0-15 16,-3-2 19-16,0 1-18 15,0 0 12-15,0 1-5 16,-12-2 2-16,-1 1-1 0,-5 0-3 0,1 3 7 15,1-1-8-15,0-3 10 32,0 1-7-32,6-1 13 0,-4 3-13 0,3-2 2 15,-3 1 0 1,3-4-2-16,0 4 4 16,-3-3-9-16,6 5 14 0,-1-3-11 15,-3 3 13-15,4-3-16 16,1 1 14-1,-1-3-13-15,6 0 6 0,-2-2 0 0,4 2-2 16,0-1 3-16,0-4-8 16,10 5 14-16,9 1-8 15,6 2 6 1,0 1-3 0,-3 2 1-16,-4-1-5 0,-4 2 2 15,3-3 0-15,-5 0-5 16,-4-2 13-16,1-2-15 15,-5 4 17-15,4-4-15 16,-2 2 12-16,-4-2-14 0,-2 0 7 0,0 5-3 31,0 0 1-31,0 3 2 0,-16 0-5 16,-3 3 12-16,1-5-9 16,-3 6 10-1,0-4-1-15,0 1-6 0,4 1 5 16,3-3-6-1,3 1 0-15,2-2-7 16,4 0 16-16,1 0-19 0,4-4 15 0,0-2-10 16,0 2 0-1,4-4 4-15,10 4-6 0,3 0 7 16,4-2-1 0,1 2 2-16,2 0-5 15,-1 0 8-15,1 2-9 16,-3-3 9-16,-6 2-8 15,-1-1-29-15,-8 2-6 0,-1-1 16 16,-5-3 11-16,0 2 8 16,0 3-3-1,0 1-5-15,-21 1 20 0,2 3-19 16,-6-2 10-16,0 1-8 0,1-4-15 16,4 3 18-1,2 1 6-15,3-3 0 0,3 1 2 16,6-3-1-1,1 0 24-15,3-1-24 16,2-1 32-16,0 1-21 0,0-8 7 16,0 6-19-16,0-3 1 15,0 2 7-15,9 0-2 16,7 2 14 0,-1 1-18-16,1 4 3 15,-3-1 1-15,-2-2-12 16,-4 2 1-16,-2 2-9 15,-3 0-4-15,-2 1-1 16,0-4-1-16,0 1-1 16,-2 0 13-16,-12 3-6 0,-4 0 11 15,-6 3-17-15,1 0 11 16,1-1-8-16,7-2-1 16,2-1 15-16,5-3 6 15,4-3-13-15,4-1 17 16,0-3-7-16,0 7 7 15,0-8 15-15,0 0-2 16,12 1 0-16,3-4-2 0,1 0-9 16,3 0 15-16,6 0-23 0,-7 4-1 15,-1 3 7 1,-3 2-14-16,-3 2 4 16,-4 2 2-16,-3-1-15 0,-2 2 5 15,-2 0 10 1,0 0-10-16,0-4 5 0,-11 4 2 15,-7-2-4 1,-1 2 6-16,-6 3 2 16,-2 0-7-16,2-3 7 0,4 0-2 15,7-2 4 1,5-2-9-16,5 0 15 16,4-4-14-16,0 5 15 0,0-8-15 15,4 6 12-15,11-6 3 16,4 0 0-1,1-2 1-15,-3 2-9 0,-1-3 8 16,-3 0-18-16,-6 1 10 16,-5 1-4-16,-2 4-20 15,0 0 17-15,0 7 4 16,0-1 2-16,0 2 2 16,-9 0 3-16,-6-1-10 0,-1 0-15 15,-1 2-21-15,-1-3-28 16,1-2 61-1,9 0 3-15,-1-1 3 0,7-1 2 0,2 2 0 32,0-5-3-32,0 3 11 15,0-5-21-15,0 1 18 16,9-2-5-16,1 0 0 0,2 0 15 16,-1 0 0-16,1 0 8 15,-4-2-3-15,-1 6-18 16,-3 1-2-16,0-3 1 15,-4 3-3-15,0 0-5 16,0 4 5-16,0 3-49 16,-8-2 50-16,-13 1-10 0,2 4 11 15,-1-1 1-15,5 0 15 16,5-6 11 0,3 5-13-16,7-7-10 0,0-3-2 15,0-1-4-15,0 1-6 16,9-4 8-16,3-1 7 15,-1 0 10-15,-1 0 12 16,2 6-28-16,-3-2 5 16,2 3-2-16,-2 0-4 15,-2 5 6-15,-1-2-12 16,-2 4 2-16,1 0 3 0,-5 1-20 16,0 0 11-1,0 2 9-15,0 1-10 0,-9-4 0 16,3 1 11-1,-3 0-6-15,2-1 6 0,4-1 0 0,1-6-1 16,2 0-3 0,0-2-2-16,0 1 6 15,0-2-10-15,0 0 12 0,0 2-10 32,0 0 12-32,2 0-12 0,4 4 8 0,-4-2 0 15,2 2-2 1,-2-2 0-16,1 3 0 15,-3-4-97-15,0 0 93 16,0 2 5-16,0-1-7 16,-14 5 16-16,-6 2 48 15,-2 3-50-15,3-1 5 16,4-2-22-16,11-4 1 16,2-4-40-16,2 1 16 0,0-5 14 15,0 3-22-15,0-6 16 16,0 3-39-16,0 0 51 15,-12-1 14-15,3-2 75 16,3 0 46-16,6 0 3 16,0 0-56-16,0-2-68 15,0-4-22-15,9 3-81 16,-7 3-76-16,-2 0-53 16,0 0 102-16,0 0 130 15,0 0 182-15,0 0-19 0,0 0-32 16,0 0-40-1,0 0-91-15,4 0-22 0,14 0-94 16,1 0-316-16</inkml:trace>
  <inkml:trace contextRef="#ctx0" brushRef="#br1" timeOffset="-132250.64">12617 6206 521 0,'0'0'154'0,"0"0"-53"16,0 0 31-16,0 0-75 0,0 0 7 31,0 0-27-31,0 0-16 0,0 0-1 16,-49 0 44-16,38 0 7 15,-1 0-41-15,2 4 6 16,-1 3-18-16,1 2 1 16,4-3-19-16,4 2 2 0,-1 0-2 15,3-3-3 1,0 1-2-16,0-1 5 0,3 3-2 16,15 2 7-1,11 0-10-15,4-5 6 0,7 2-9 16,-2 3-3-16,-3-4-11 15,-6 2-5 1,-4 0 14-16,-7-3 11 0,-7 1 1 16,-7-3-8-16,-2-3 18 15,-2 3-8 1,0-3 2-16,0 0 23 0,0 0-21 0,0 0-4 31,-8 0-1-31,-1 0-1 0,-3 0-37 16,-3-3-99-1,-5 3-216-15</inkml:trace>
  <inkml:trace contextRef="#ctx0" brushRef="#br1" timeOffset="-131746.52">12608 6140 58 0,'0'0'261'0,"0"0"-260"0,0 0 157 0,0 0-10 0,0 0-40 0,0 0 24 0,12 6 0 15,-8 2-34 1,2 5-7-16,-1 12-3 16,4 3-15-16,-2 5-43 0,-3-2-11 0,0 5-11 15,-2 0 1-15,-2 2-18 32,0 3-6-32,0-1-11 0,0-2-34 15,0-3 6 1,-2-4-60-16,-6-11-41 15,8-12-82-15,-5-8-159 0</inkml:trace>
  <inkml:trace contextRef="#ctx0" brushRef="#br1" timeOffset="-131436.33">12555 6230 1168 0,'0'0'47'16,"0"0"47"-16,0 0 43 15,120-10-34-15,-67 0-61 0,1 0-21 16,-5-2-21-16,-5 4-25 16,-6 1-55-16,-11 1-50 15,-7 6-128-15,-15 0-598 16</inkml:trace>
  <inkml:trace contextRef="#ctx0" brushRef="#br1" timeOffset="-131026.52">12860 6475 782 0,'0'0'286'0,"0"0"-235"16,0 0 33-16,0 0-33 0,15-103 6 15,-2 67-32-15,-1 4 6 16,-1 4-30 0,-1 5 1-16,0 8-2 0,-1 7-4 0,0 4-8 31,2 4-11-31,2 0 9 0,3 0-3 15,-1 12 16-15,6 10-8 16,-4 2 6-16,1 3 3 0,-2 9-2 0,-3-5-16 31,-2 5-25-31,-1-2-11 16,-4-1-232-16,-4-7 281 16,-2-5 5-16,0-7-16 15,0-9-151-15</inkml:trace>
  <inkml:trace contextRef="#ctx0" brushRef="#br1" timeOffset="-130784.7">13021 6322 962 0,'0'0'97'0,"0"0"-92"16,0 0 34 0,0 0-12-16,0 0-5 15,0 0-22-15,71 28-2 0,-47-28-36 16,1 0-78-16,-6 0-182 16</inkml:trace>
  <inkml:trace contextRef="#ctx0" brushRef="#br1" timeOffset="-130386.47">13366 6547 92 0,'0'0'863'0,"0"0"-783"16,0 0 2-1,0 0-23-15,0 0-35 16,0 0-23-16,0 0-1 0,18-112-10 16,-7 94-35-16,-3 8-21 15,-3 3-1 1,0 7 9-16,-3 0 40 0,2 0 3 16,-1 10 15-16,3 11 35 15,3-4 15-15,0-2 6 16,4-3-21-16,-2-6 11 15,3-3-2-15,3-3-12 16,1 0-2-16,3 0-10 16,-6-16-11-16,1-10 15 15,-5-6-22-15,-5-4-2 0,-6-4-25 16,0 3-66-16,0 12-103 16,0 6-20-16,0 14-1 15,0 5-158 1</inkml:trace>
  <inkml:trace contextRef="#ctx0" brushRef="#br1" timeOffset="-129826.27">13999 6447 983 0,'0'0'129'0,"0"0"9"0,0 0-38 0,0 0-79 0,0 0-3 16,0 0-5-16,11-138 12 15,-7 88 13-15,2 0-33 16,1 5-5-16,0 11 1 16,-2 14-2-16,-1 10-6 15,-4 7 4-15,0 3-10 16,0 0-10-16,0 13 1 0,0 11 13 15,-13 2-1-15,-1 0-36 16,6-6-23-16,-1-6-100 0,9-8-185 16,0-6-328-1</inkml:trace>
  <inkml:trace contextRef="#ctx0" brushRef="#br1" timeOffset="-129306.54">14248 6090 811 0,'0'0'128'0,"0"0"-76"0,0 0 48 0,0 0-45 0,0 0-3 0,0 0-49 0,129-4-6 31,-114 4 3-31,-3 0-2 0,-7 6 2 16,-5 13 10-1,0 0-1-15,0-1-2 0,-9-2 8 16,-1-2-9-16,4-6 0 16,4-6-5-16,2 2-2 0,0-2-8 0,0 0-33 0,10 2 10 31,7 0 19-31,7 1 11 16,-2 2 2-1,-4 1-2-15,-7 4-89 0,-9 2 91 16,-2 0 26-1,0 6 13-15,0 0 32 16,-13-2-12-16,2-4-25 16,-3-3-33-16,4 1 10 0,-7-3-11 15,-7 1-16-15,-7 4-85 0,-9-3-169 32</inkml:trace>
  <inkml:trace contextRef="#ctx0" brushRef="#br1" timeOffset="-128606.62">14747 6090 345 0,'0'0'344'0,"0"0"-289"0,0 0 111 16,0 0-39-16,0 0-46 0,0 0-30 15,-20 0 22 1,7 0-35-16,6 2 15 0,0 10-18 0,7-6-14 16,0 1-10-16,0-1-8 0,0 5-4 31,10-1 4-31,7-1-6 16,1-1 4-16,-1-2-6 0,4 7 6 15,-3-5-1-15,1 4 0 0,2 4-14 31,-4-2 10-31,-5 0-8 0,-4 1 6 0,-8 2-38 16,0 4 44 0,-10 4 22-1,-22 0 2-15,-3-2-17 0,2-4-1 16,8-10-1-16,7-3-5 16,7-6-3-16,7 0-28 15,1-15-37-15,-2-14-157 16,-4-3-761-16</inkml:trace>
  <inkml:trace contextRef="#ctx0" brushRef="#br1" timeOffset="-128440.56">14812 6092 807 0,'0'0'98'0,"0"0"32"0,0 0-48 0,0 0-49 0,122-20-33 0,-95 14-31 31,-2-3-189-31,-12 2-466 0</inkml:trace>
  <inkml:trace contextRef="#ctx0" brushRef="#br1" timeOffset="-128126.56">15063 6109 67 0,'0'0'817'16,"0"0"-802"-1,0 0 41-15,0 0 17 0,0 0-53 0,0 0-20 16,114-67-54 0,-114 54-8-16,0 9 62 15,0 4 18-15,-8 0 74 0,-13 0-22 16,1 10 0-16,3 2 7 16,3-3-27-16,9-5-28 15,5-4-22 1,0 0-48-16,0-6-175 0</inkml:trace>
  <inkml:trace contextRef="#ctx0" brushRef="#br1" timeOffset="-127239.43">15668 6523 811 0,'0'0'219'0,"0"0"-126"0,0 0-14 0,0 0-12 15,0 0-1-15,0 0-6 0,108 0-46 16,-79 0-6-16,-2 0-4 16,-2 0-8-16,-8 0-2 15,-5 0-28-15,-1 0-14 0,-9 0-80 31,-2 0-148-31,0-4-413 0</inkml:trace>
  <inkml:trace contextRef="#ctx0" brushRef="#br1" timeOffset="-127051.95">15732 6370 393 0,'0'0'711'0,"0"0"-699"16,0 0 128-16,0 0-82 16,131-23-41-16,-104 23-17 15,-2-3-17 1,-6 3-101-16,-5 0-281 0</inkml:trace>
  <inkml:trace contextRef="#ctx0" brushRef="#br1" timeOffset="-126134.2">16902 5934 51 0,'0'0'685'0,"0"0"-523"16,0 0-3-16,0 0-64 15,0 0-24-15,0 0-44 0,-34 0-17 16,23 0 24 0,-2 0-20-16,-5 0 22 0,0 0-20 15,0 5 19-15,7 1-14 0,-3 6-7 0,6-3-11 16,1 3-3-1,7-1 0-15,0 3 3 16,0-1-4-16,13-4 1 16,10 4-2-1,4-4-1-15,4 1-3 0,6 2-3 16,1 3-10-16,1-3-3 0,1 2-101 31,-5-2 112-31,-6 0-10 0,-6 0-121 16,-13-2 142-1,-5 1 9-15,-5 2 23 0,0 1 58 16,-27 1-33-16,-4-4-29 16,-5 1 10-16,1-4-24 15,-1-4-4-15,9 0-10 16,3-4-3-16,6 0-32 16,4 0-3-16,10-8-60 15,4 4-108-15,0 0-137 0,0 0-271 16</inkml:trace>
  <inkml:trace contextRef="#ctx0" brushRef="#br1" timeOffset="-125855.43">17129 6097 640 0,'0'0'150'0,"0"0"-134"0,0 0 116 0,0 0-26 15,0 0-51-15,0 0-34 16,0 0 8-16,2 0 3 16,-2 13 32-16,2 5-44 15,8 0 8-15,0-3-27 0,3 2 10 16,6-1-7 0,1-6-3-16,7 0-2 0,4-7 7 15,5-3-16 1,3 0-1-16,1 0 0 0,-7-3-201 15,-3-11 161 1,-8-6-73-16,-11 0-188 0</inkml:trace>
  <inkml:trace contextRef="#ctx0" brushRef="#br1" timeOffset="-125596.59">17263 6022 822 0,'0'0'205'0,"0"0"-188"16,0 0 36-16,0 0-1 0,0 0-45 15,0 0-7-15,59 0-43 16,-59 0-111-16,0 0-48 15,0-5-251-15</inkml:trace>
  <inkml:trace contextRef="#ctx0" brushRef="#br1" timeOffset="-125446.75">17263 6022 710 0,'75'-93'410'0,"-68"93"-400"15,11 0-9-15,5-7 8 16,10-10-9-16,-2 1-33 16,-2 2-128-16,-9 0-203 15</inkml:trace>
  <inkml:trace contextRef="#ctx0" brushRef="#br1" timeOffset="-125058.64">17612 6097 385 0,'0'0'552'0,"0"0"-484"16,0 0-19-16,0 0-31 15,0 0-18 1,0 0-41-16,9-108-43 15,-7 97 3-15,8 3 6 16,-10 8 46-16,2 0 28 16,2 0 1-16,-1 14 29 0,-1 4 6 0,4 2-25 0,3-4-6 0,3 0 8 47,0-6-10-47,9-7-1 0,-2-3 12 15,6 0-6-15,0-7-4 16,-3-15 15-16,3-6 9 0,-12-1 30 31,-2-3-34-31,-4 2-23 0,-7 4-56 16,0 6-68-16,0 4-35 15,0 4-241-15</inkml:trace>
  <inkml:trace contextRef="#ctx0" brushRef="#br1" timeOffset="-124526.59">18312 6119 917 0,'0'0'179'0,"0"0"-121"0,0 0 23 0,0 0-45 15,0 0-12-15,-5-144-10 0,5 94-7 16,8-2-8-1,4 7 5-15,2 6-8 0,-5 11 10 16,-2 14-9-16,-5 6 6 16,-2 8-3-1,0 0 21-15,0 0-12 0,0 6-9 0,-9 10-35 16,-5 2 6-16,1-2-56 16,2-2-62-1,0-2-195-15</inkml:trace>
  <inkml:trace contextRef="#ctx0" brushRef="#br1" timeOffset="-123959.45">18526 5741 590 0,'0'0'288'16,"0"0"-133"-16,0 0-61 0,0 0 13 15,0 0-85-15,0 0-2 16,76-14-19-16,-49 12 6 16,-7 2-7-16,-5 0 0 0,-6 0-2 15,-5 2 6 1,-4 13-2 0,0 6 2-16,0 0-8 0,-2-2 0 0,-5-5 1 31,7 0-24-31,0-9-22 0,0 6-12 15,7-5 15-15,9 0 30 16,-1 0 0-16,3-2 7 16,0 5 18-16,-2-6-15 15,2 7 9-15,-5-2-6 16,-9 2-109-16,6 0 112 0,-10 2 39 16,0 2 14-1,-4 2 18-15,-21 1-6 0,-4-6-5 16,-3 3-58-16,3-7 0 15,9-3-2-15,5-1-64 16,1-3-53-16,10 0-135 16,-1 0-207-16</inkml:trace>
  <inkml:trace contextRef="#ctx0" brushRef="#br1" timeOffset="-123276.47">18971 5778 296 0,'0'0'383'0,"0"0"-379"0,0 0 104 16,0 0-43-16,0 0-14 15,0 0-25 1,0-7 27-16,0 7 26 0,0 0-19 16,0 0 43-16,0 0-71 15,0 0-8 1,0 0-19-16,0 0 8 0,3-2-11 15,-3 2 12 1,4-2-7-16,-2 2-5 0,0 0 9 16,0 0-9-16,-2-2 13 15,4 2-15-15,-4 0 12 16,0 0-10-16,0 0 4 16,0 0-3-16,0 0 11 15,-6 0-12-15,-7 2 4 0,3 9-12 0,0-4 13 31,3 3-15-31,5-2 14 0,0 0-12 0,2-2 3 32,0 5-7-32,0-5-3 15,9 1 9-15,7-1 0 0,3 2 8 0,2-2-7 16,-1 2 12 0,-1 2-15-16,2-3 11 15,-6 6-10-15,-1-1 4 0,-3 0-6 16,-7 4 1-1,-4 0-28-15,0 4 34 16,-15 0 15-16,-14 2 10 16,0-1-23-16,0-5 10 0,4-4-12 15,8-6-5-15,1-6-4 16,5 0-18-16,7 0-18 16,-1-18-120-1,5-7-173-15</inkml:trace>
  <inkml:trace contextRef="#ctx0" brushRef="#br1" timeOffset="-123058.7">19032 5765 133 0,'0'0'1056'0,"0"0"-951"0,0 0-69 0,0 0 10 15,0 0-26-15,0 0 1 0,95-38-21 16,-76 32-13-16,-2 6-22 0,1 0-8 16,-3 0-44-1,-3 0-104 1,-6 0-216-16</inkml:trace>
  <inkml:trace contextRef="#ctx0" brushRef="#br1" timeOffset="-122746.83">19314 5691 639 0,'0'0'110'16,"0"0"-2"-16,0 0 46 0,0 0-67 15,0 0-50 1,0 0-20-16,119-44 18 0,-106 24-15 16,-6 6-16-16,-7 1-8 0,0 5-15 15,-4 7 12-15,-21 1 7 16,0 0 1 0,-1 0 0-16,3 7 0 0,4 5-1 0,2 1-66 0,11-1-177 31,2 0-409-16</inkml:trace>
  <inkml:trace contextRef="#ctx0" brushRef="#br1" timeOffset="-121820.43">16665 6481 586 0,'0'0'60'0,"0"0"22"0,0 0-16 0,0 0 8 16,0 0-46-16,0 0 24 15,11 3 42-15,7-1-17 0,9 6 50 0,7 5-65 31,10-3 3-31,12-2-33 16,8-2 16-16,12-3-24 0,9-3-1 16,9 0-11-1,21 0-7-15,15 0 16 0,14-11-19 16,6 3 9-16,-1 0 6 16,-2 6 13-16,-24 2-28 15,-10 0-1-15,-17 0-2 16,-14 0-14-16,-8 0-27 0,-9 0 3 15,-9 0 9 1,-4 0-42-16,-6 0 23 0,-4 0 5 16,-9 0 6-16,-11 2-29 15,-6-2-107-15,-16 0-359 16</inkml:trace>
  <inkml:trace contextRef="#ctx0" brushRef="#br1" timeOffset="-120966.29">16881 6906 707 0,'0'0'51'0,"0"0"-8"0,0 0 97 0,0 0-17 0,0 0-51 15,0 0-13 1,0 0-20-16,0 0-5 0,0 0 8 15,-6 0 9-15,-5 0-36 16,-9 0 10-16,-1 3-20 16,-3 10 6-16,-2 11-5 0,-1-4-5 31,4 6 8-31,5-2-6 16,9-4-6-16,7-2 10 15,2-4-13-15,0 2 18 0,9-3-23 16,11-1 11-1,3-3-4-15,4 0-11 0,4-5-20 16,9-4-28-16,0 0-135 16,0-7-262-16</inkml:trace>
  <inkml:trace contextRef="#ctx0" brushRef="#br1" timeOffset="-120628.87">17093 7127 509 0,'0'0'233'0,"0"0"-178"15,0 0 8-15,0 0 11 16,0 0-18-16,0 0-32 15,118-39-24-15,-95 12-6 16,-8-2-1-16,-6 1-34 0,-9 10-11 16,0 2-19-1,0 7 71-15,-15 9 47 0,-10 0 2 16,0 0-3 0,2 9 2-16,4 5-23 0,8 1-25 0,4-4-66 31,7-3-168-31,0-4-368 0</inkml:trace>
  <inkml:trace contextRef="#ctx0" brushRef="#br1" timeOffset="-120216.34">17544 6861 67 0,'0'0'609'0,"0"0"-534"16,0 0-2 0,0 0 7-16,0 0-38 15,0 0-18-15,0 33 7 16,17-24-1-16,5-2 8 0,3-1-14 31,0 0 17-31,6-2-38 0,-3 4 9 16,1-2-11-16,-6 7-2 0,1-5-6 0,-13 3-5 31,-7 5 6-31,-4 0 6 0,-2 2 52 16,-19-4 18-1,-6-6-34-15,-2-3-27 0,4-5-9 16,3 0-4-1,4 0-26-15,2 0-68 0,12 0-93 0,0 0-269 16</inkml:trace>
  <inkml:trace contextRef="#ctx0" brushRef="#br1" timeOffset="-119746.45">18014 7072 255 0,'0'0'332'0,"0"0"-243"0,0 0 37 0,0 0 9 15,0 0-9-15,0 0-69 16,37-36-2-16,-19 3-47 15,2-11-7-15,2-5-2 16,-1 2 2-16,-2 7-6 16,-3 10 10-16,-7 15 2 15,-7 9 17-15,-2 3 40 0,0 3-10 16,0 0-27 0,0 0-27-16,0 0-1 15,0 9-11-15,-11 6-63 16,-7 3-64-16,-1-4-284 15</inkml:trace>
  <inkml:trace contextRef="#ctx0" brushRef="#br1" timeOffset="-119196.77">18346 6773 747 0,'0'0'227'0,"0"0"-92"0,0 0-13 16,0 0-80-16,0 0-31 16,0 0 5-16,31 2-15 0,-14-2 0 15,-1 0 1 1,-7 0-4-16,-5 7-1 16,-4 3-3-16,0 1 6 15,0 5 0-15,-2 3 2 16,-9-1 3-16,-3-5-10 0,10 4-1 15,0-7-4-15,4 0-17 16,0-6 2-16,0 6-26 16,14 0 21-16,3 0 30 15,5 4-21-15,-4-2 19 0,-2 4-170 0,-5-4 169 32,-9-2 6-32,-2 4 36 15,0 0 12-15,-13 1 10 16,-10-1 24-16,-4 3-31 0,-4-4-15 15,2 0-37-15,-2-4 2 16,4 5-4-16,6-9-25 16,7-5-108-1,11 0-306-15</inkml:trace>
  <inkml:trace contextRef="#ctx0" brushRef="#br1" timeOffset="-118680.92">18716 6856 592 0,'0'0'130'0,"0"0"-35"0,0 0-33 15,0 0-9-15,0 0-34 0,0 0 11 0,15 0-1 32,-9 0 39-32,4 0-16 15,3 0 5-15,-3 0-9 16,4 3-32-16,-5-1 10 0,5 3-16 0,-1-2 14 31,1 6-20-31,-3 3 1 16,-1 1-5-16,2 6-1 0,-5-1 0 15,-1 1-4 1,-6-6 5-16,0 3 0 0,0-1-8 16,-6-2 13-16,-13 3-11 0,-7 5 12 0,0-6 1 31,-7 1-7-31,10-1 0 15,5-8 0-15,2-3-10 16,7-4-8-16,7 0-60 0,-1-16-164 16,3-12-512-1</inkml:trace>
  <inkml:trace contextRef="#ctx0" brushRef="#br1" timeOffset="-118596.59">18716 6856 679 0</inkml:trace>
  <inkml:trace contextRef="#ctx0" brushRef="#br1" timeOffset="-118532.89">18716 6856 679 0,'89'-45'550'0,"-52"27"-549"0,8-3 48 16,2-4-91-16,-10 7-226 16,-26 12-585-16</inkml:trace>
  <inkml:trace contextRef="#ctx0" brushRef="#br1" timeOffset="-118197.64">19092 6793 650 0,'0'0'248'0,"0"0"-195"0,0 0 73 16,0 0-55-16,127-64-24 0,-111 44-19 31,-12-3-28-31,-4 4-13 16,0 7 6-16,-27 4 7 0,-4 8 31 15,-4 0-25 1,1 6 35-16,5 8-4 15,11 0 2-15,7-2-39 16,11-2-16-16,0-6-69 0,7 0-120 16,8-4-530-1</inkml:trace>
  <inkml:trace contextRef="#ctx0" brushRef="#br1" timeOffset="-113242.89">16848 9318 275 0,'0'0'386'0,"0"0"-334"0,0 0 44 0,0 0 35 0,0 0-32 0,0 0-46 32,0 0 7-32,-13 0 3 0,13 0 6 31,0 0-25-31,-5 0 3 15,3 0-25-15,0 0 17 0,2 0-19 16,0 0-2 0,0 0-16-16,0 6-2 0,16 2-3 15,8 3 3-15,12 0 15 16,-3-2-9-16,5-5 0 16,-5-3-6-16,-2-1-6 15,-6 0-28-15,-2 0-11 0,-6-1-12 16,-8-12-48-1,-6-3-113-15,-3-4-577 16</inkml:trace>
  <inkml:trace contextRef="#ctx0" brushRef="#br1" timeOffset="-112950.64">16968 9119 1073 0,'0'0'142'0,"0"0"-88"0,0 0 3 0,0 0 31 0,0 0-63 15,0 0-12-15,125-3-13 0,-98 0-3 0,-2-3-44 16,-4 6-32-16,-5-3-99 16,-7 0-245-1</inkml:trace>
  <inkml:trace contextRef="#ctx0" brushRef="#br1" timeOffset="-105537.66">17831 8893 555 0,'0'0'131'0,"0"0"-125"0,0 0 2 0,0 0 34 31,0 0 0-31,0 0 60 16,0 0-8-16,0 0 5 15,31 54-24-15,-31-42-5 0,9-2-63 16,-7-3-5 0,7 0-4-16,2-5 9 15,-4-2 3-15,4 0 1 16,-2 0 21-16,2-11-11 0,5-14-2 15,-3-5-18 1,1-7 3-16,-6-7-4 0,3-6-29 16,-1-12 0-16,-10-7-36 15,0-12-15 1,0-1 21-16,-12 4 16 0,-3 8 4 0,3 13 39 16,10 13 32-1,2 12 24-15,0 12 12 16,0 8 9-16,0 7-23 15,14 3-24-15,19-3-8 0,18 1-15 16,11-8 11-16,4 4-15 16,0-1-2-16,-8 2-1 15,-7 3-41-15,-12 4-38 0,-16 0-63 16,-11 4-108 0,-12 14-296-16</inkml:trace>
  <inkml:trace contextRef="#ctx0" brushRef="#br1" timeOffset="-104924.2">18298 8416 112 0,'0'0'718'0,"0"0"-619"0,0 0 39 0,0 0-58 0,0 0-38 0,0 0-12 15,85 0 11-15,-49 0-40 16,-3 0 17 0,-10 0-12-16,-3 8-12 0,-13 14 4 15,-7 8-3 1,-3 8 3-16,-23 6 0 16,-3-3 1-16,4-5-18 0,0-7 6 15,14-5 11-15,3-8-9 16,8 1 17-1,0-6-7-15,15 0 2 0,20-5 2 0,8-6 5 16,-1 0-8 0,0 0-1-16,-11 0-74 15,-8 0-28-15,-5 0-132 16,-9 0-157-16</inkml:trace>
  <inkml:trace contextRef="#ctx0" brushRef="#br1" timeOffset="-104496.95">18303 9169 407 0,'0'0'540'0,"0"0"-467"0,0 0 56 16,130-100-12-16,-59 47-48 15,20-10-48-15,7-3 4 16,2-2-18-16,-6 4-8 16,-7 3 1-16,-9 8-11 0,-9 8-29 15,-11 15-36-15,-16 14-40 16,-20 15-95-16,-15 1-81 15</inkml:trace>
  <inkml:trace contextRef="#ctx0" brushRef="#br1" timeOffset="-103996.53">18862 8981 396 0,'0'0'190'15,"0"0"-71"-15,0 0-6 16,0 0 35-16,112 0-95 16,-79 0-29-16,-6 0-19 15,-14 4-5-15,-10 17 1 16,-3 5-1-16,-3 4 14 15,-17 5 4-15,-2 0 13 16,5-4-20-16,3-4 18 0,14-13-27 16,0-5-1-16,0-6 0 0,18-3 12 31,13 0 30-31,15-12-41 16,6-6-2-16,-8 0-69 0,1 4 55 15,-12 4-26-15,-6 4-124 16,-12 6-56-16,-8 0-148 15</inkml:trace>
  <inkml:trace contextRef="#ctx0" brushRef="#br1" timeOffset="-103258.45">17483 9450 741 0,'0'0'124'0,"0"0"56"0,111 13-34 0,-37-9-36 0,10-4-49 15,15 0 21 1,12 0-40-16,7 0 4 16,-2 0-35-16,-5 0-6 15,-10 0-4-15,-10 0-1 0,-11 12-47 16,-6 2 31 0,-11 0-24-16,-9-2-13 0,-6-5-9 15,-15-1 39-15,-15-1-85 0,-13-5-226 16</inkml:trace>
  <inkml:trace contextRef="#ctx0" brushRef="#br1" timeOffset="-97456.77">17299 10196 879 0,'0'0'43'0,"0"0"1"0,0 0 60 0,0 0-37 16,0 0-49-16,0 0 3 0,0 0 6 0,0 0 36 0,-5 7-21 31,25-3 28-15,9 7-14-16,10-3-18 15,2 0-17-15,8 1 6 16,-6-5-15-16,-4 3-3 15,-1 1-18-15,-7-1-15 0,-4-1-11 16,-6-5-57-16,-9 2-59 16,-3-3-326-16</inkml:trace>
  <inkml:trace contextRef="#ctx0" brushRef="#br1" timeOffset="-96916.83">17891 10345 700 0,'0'0'121'0,"0"0"-32"16,0 0-16-16,0 0 20 0,0 0-38 15,0 0 21-15,23-98-55 16,-21 68 1-16,-2-9-16 16,0-7 1-16,0 2-7 15,0-1 0-15,0 1-7 16,0 4 5-16,0 13-6 16,0 2 16-16,0 10 10 15,0-1-4-15,0 3 29 16,0 6-30-16,6-3 11 0,21-3-3 15,6-1-4-15,16-4 1 16,7-2-16-16,-3 4 5 16,-5-2-7-16,-4 13-12 15,-7-2-32-15,-3 3-9 0,-3 4-46 32,-11 0-126-32,-13 0-176 15</inkml:trace>
  <inkml:trace contextRef="#ctx0" brushRef="#br1" timeOffset="-96336.47">18211 9963 448 0,'0'0'424'0,"0"0"-384"0,0 0 62 16,0 0-8-16,0 0-11 0,0 0-52 15,130-17-4 1,-114 17-20-16,-8 4-14 15,-4 14 1-15,-4 8-5 0,0 6 4 16,-23 10-6 0,-6 4-27-16,4-4 1 15,5-2 36-15,4-10 6 16,10-9-1-16,4-3 5 0,2-12 13 16,0-1-18-16,11-5 0 0,11 0 7 31,7-5-3-31,2-9-6 0,-3 4-45 15,-1 1 35-15,4 5 10 16,-6 1-13-16,0 3-139 16,-3 0-140-16</inkml:trace>
  <inkml:trace contextRef="#ctx0" brushRef="#br1" timeOffset="-95898.52">18263 10563 716 0,'0'0'161'0,"0"0"-85"0,0 0 78 0,0 0-71 16,154-116-22-16,-72 54-27 0,10-4 25 16,1-10-37-16,-11 4-7 0,-10 9-15 15,-19 12-15-15,-20 22-22 16,-10 11-61 0,-17 12-37-16,-6 6-248 0</inkml:trace>
  <inkml:trace contextRef="#ctx0" brushRef="#br1" timeOffset="-95466.53">18729 10393 492 0,'0'0'305'0,"0"0"-258"0,0 0 13 16,0 0-45-16,0 0 41 16,0 0-26-1,0 50 8-15,0-30-15 0,0 6-10 16,0 3 38-16,-9-4-43 15,-7 6-3-15,3-5 1 16,4-8 41-16,7 0-9 16,2-12-11-16,0 2-26 15,0-5-1-15,17 0 11 0,10-2-2 16,2-1 27 0,0 0-36-16,0 0 34 0,-4 0-26 15,1 0-16 1,-4 2 7-16,1 5-19 0,-8-1-29 15,-3 2-124 1,-6 0 1-16,-6 0-470 16</inkml:trace>
  <inkml:trace contextRef="#ctx0" brushRef="#br1" timeOffset="-94436.68">18615 10445 545 0,'0'0'47'0,"0"0"-8"0,0 0 42 16,0 0-11-16,0 0 64 16,0 0-49-16,43-2 0 15,-21-6-27-15,2 5 28 16,-2 0-66-16,-3-1-16 15,-4 3-4-15,-1 1-11 0,-6-3-31 16,-1 1-58-16,-5-2-58 0,-2 4-298 16</inkml:trace>
  <inkml:trace contextRef="#ctx0" brushRef="#br1" timeOffset="-93576.43">19290 9783 655 0,'0'0'103'0,"0"0"76"0,0 0-10 15,0 0-42-15,0 0-64 16,0 0-2-16,24-8-25 16,-3 8 18-16,8 0-2 0,4 0-4 0,-2 0-41 31,-4-4 3-31,-5 4-10 15,-6 0-16-15,-5 0-25 16,-4 0-27-16,-5 0 6 16,3 10-11-16,-5-2 22 15,0-4-117-15,0-4-159 16</inkml:trace>
  <inkml:trace contextRef="#ctx0" brushRef="#br1" timeOffset="-93326.41">19389 9587 905 0,'0'0'23'0,"0"0"121"16,0 0-8-16,131-6-57 15,-96 6-39-15,-1 0 3 0,-10 0-29 16,-6 0-14-16,-9 0-46 16,-9 0-152-16,-2 0-672 15</inkml:trace>
  <inkml:trace contextRef="#ctx0" brushRef="#br1" timeOffset="-80366.51">19816 9731 264 0,'0'0'197'0,"0"0"-115"0,0 0 4 16,0 0 16-16,0 0-8 15,0 0-44-15,0 0-2 0,0-5 10 16,0 5 18-16,0 0-36 16,0 0 7-1,0 0-16-15,0 0 23 0,0 0-19 16,0 0-2-16,0 0 1 15,0 0-19-15,0 0 35 16,0 0-30-16,0 0 10 16,0 0-29-16,24 0 6 15,14 0 9-15,11 0 11 0,5 0-10 16,-3 3-7-16,2-3-7 16,-5 0-3-16,-11 0-17 15,-14 0-42 1,-10 0 1-16,-13 0-119 15,-21 2-288-15</inkml:trace>
  <inkml:trace contextRef="#ctx0" brushRef="#br1" timeOffset="-63376.55">20580 9980 201 0,'0'0'218'0,"0"0"-147"16,0 0 61-16,0 0-10 0,0 0-45 16,0 0-28-16,0 0-5 0,0 0-10 0,-13 0 26 31,13 4-33-31,-4 0 7 16,4-4-8-16,0 6 52 15,0-6-31-15,0 2-9 16,0 1-16-16,0-3-1 15,0 0-6-15,-2 1-9 16,2 0-3-16,-3 2 4 16,3-3 8-16,0 0-14 0,0 0 38 15,0 0-18-15,0-16 2 0,0-16-23 16,18-17 6 0,8-11-16-16,10-9 10 15,-3-14-4-15,1 1-30 16,-10-2 15-16,-3 9 7 0,-6 15-15 15,-3 16 14-15,-4 22 6 0,-6 12 7 32,1 10 7-32,-3 0 1 15,0 12-2-15,0 18-5 16,0 6 7-16,-16 0-16 16,-6 0 7-16,-3-3-13 15,-2-5-22-15,0-4-26 16,3-8-112-16,-4-6-426 0</inkml:trace>
  <inkml:trace contextRef="#ctx0" brushRef="#br1" timeOffset="-62636.54">20444 10104 598 0,'0'0'120'0,"0"0"-17"0,0 0 29 0,0 0-37 0,0 0-54 16,0 0 100-16,98 4-89 15,-58-4 5 1,-1 0-24-16,-6 0-24 0,-9 0-9 0,-2 0-31 31,-6 0-30-31,-3 0-111 16,-6-9-222-16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10-06T22:13:01.652"/>
    </inkml:context>
    <inkml:brush xml:id="br0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6692 5036 24 0,'0'0'184'0,"0"0"-69"0,0 0-6 16,0 0-53-1,0 0 4-15,0 0-11 0,0 0-3 0,0 0-26 31,-6-11 10-31,4 11 2 0,0 0 17 0,-1 0 1 0,1 0 3 0,2 0-17 32,-2 0-15-17,2 0 1-15,0 0-9 0,-2-4 34 0,2 4-37 32,-2 0 10-32,2 0-10 0,-6 0 15 15,6 0-18 1,0 0 0-16,0 0 2 15,0 0-5-15,-4 0-8 0,4 0 13 0,0 0-18 16,0 0 18-16,0 0-18 16,0 0 11-16,0 0-4 15,0 0 1-15,0 8 1 16,-2 2-4 0,2 2 11-16,-2 2-13 15,0-1 15-15,2 4-15 16,0 1 9-16,0-3-5 0,0 4 2 0,0-3-1 31,0-1-4-31,0 2 8 0,0-1-9 16,0 2 12-1,0 1-9-15,0-1 11 0,0 0-15 0,0-2 11 0,0 4-4 32,0 0 0-32,0 4-2 0,0-4 1 31,0 0 2-31,0-2-6 15,0-2 15-15,0 6-18 0,0 4 12 16,0 2-5-16,0 0 1 16,0 4-1-16,0 0-1 0,0-2 4 15,0 2-6-15,0-3 8 16,0-1-10 0,0-2 13-16,0-2-14 15,0-2 5-15,0-2-4 0,0 4 1 0,0-4 2 31,0 0 1-31,0 0 4 0,2 2-12 16,-2-2-4-16,0-2 8 0,2-1-16 0,-2 0 20 31,0-2-8-15,0 0 9-16,0-1-4 0,0 1 8 16,2-2-11-16,-2-1 1 15,0-1 4-15,0-4 5 0,0-2-13 16,4 2 14-16,-4-2-6 0,6 3 3 31,-4-2 0-31,2 0-1 16,-2-4 6-16,5 2-15 0,-3-2 9 15,3 0-1-15,2-2 4 16,0 2 8-16,2 0-9 0,3 3 4 16,1-4-5-1,3 1 6-15,-5-2-6 16,5 4 2-1,-1-3 27-15,2 2-23 0,-1 0 11 0,1 2-16 16,2-4 5-16,-3 4-4 16,1-3-2-1,2 0 0-15,1 0 5 16,-2 0 2-16,0 0-1 16,0 2-1-16,4-2-3 15,-3 0 4-15,5 0-6 16,1 0 4-16,-2-2 5 15,3 4-8-15,1-2 22 16,0 1-23-16,-2-2 6 0,-2-1 2 16,-1 1-5-16,3-1-1 15,0 5 0-15,1-4 1 16,1 2-1-16,0 1-4 0,-2 0 10 0,4 0-15 31,0 0 13-31,5 0-8 16,5-4 4-16,-1 0-3 15,-5 0 1-15,5 0-6 16,-4 0 3-16,-5 0 6 16,-2 0-10-16,-5 4 14 15,3 5-3-15,-2-6-2 16,-1 0 18-16,1-2-19 16,-1-1 14-16,3 0-15 0,2 0 0 15,2 0 14-15,2 0-12 16,3 0 11-16,0 0-9 15,-2 0-4 1,1 0 8-16,1-4-3 0,-1 1-3 16,-2 0 2-16,-1 1-4 15,-3 2 2-15,-2 0-8 16,-3 0 12-16,1 0-7 16,2 0 5-16,-1 0 8 15,1 5-10-15,2-5 1 0,2 6 5 16,-2-1 0-16,0-1-8 15,-2 0 6-15,2 0-4 0,-2 2 8 16,2-4-10 0,-10 5 6-16,6-6-8 15,-3 1 2-15,-1-2 0 0,-2 0-4 16,-1 0 8 0,-3 0-13-16,2 0 19 15,2 0-8-15,6 0 4 16,-1 0-10-16,-1 0 9 15,4 0-7-15,-6 0 2 16,8 0 0-16,3 0-3 16,-8 0 3-16,7 0-8 0,-2 0 16 0,0 0-16 15,0 0 11-15,5 0-3 16,-3 0 0-16,4 0 0 16,-1 0 0-16,1 0 0 15,4 3-7-15,-1 0 14 16,4 0-19-16,-2-2 23 0,0-1-22 31,2 0 11-31,-3 0-7 0,-2 0 4 16,1 5-5-1,-7 0 5-15,-2-3 0 0,-2 2-1 0,-2-4 3 32,8 0-5-32,1 0 2 15,1 0-85-15,3 0 81 0,-3 0 7 16,1 0-9-1,-2 0-10-15,1 0 15 16,-3 0 9-16,-1 0-12 0,0 0 16 16,-4 0-10-16,8 0 5 15,-1 0-6-15,-3 0-90 16,2 0 93-16,1 0-1 16,-3 0 6-16,2 0-16 15,-2 0 33-15,-2 0-21 16,2 4 1-16,1 0 14 0,1 0-16 15,0-2 0 1,1-2 1-16,4 0 5 0,-2 0-12 0,4 0 17 16,-1 0-2-1,7 0-6-15,-2-10 21 16,7-3-14 0,-1 2 34-16,-6 2-33 15,2 0-3-15,-5 3-6 16,-4 2 8-16,-1 2 5 15,-7 0-10-15,-2-2 10 16,-2 4-11-16,1 0 1 0,3 0 1 16,-5 0-6-16,3 0-2 15,-2 0 2-15,-1 0 4 0,1 0 1 16,1 0 7-16,3 0-10 0,0 0-4 31,-2-4 10-31,0 0-8 0,4-2 1 16,-2 0 11-1,2 2 15-15,3 2-27 16,-3 0 16-16,-2-2-11 16,2 4 1-16,-2 0-2 0,-2-6-2 15,6 0 2-15,1 3-4 16,-3-3 2-16,4 4 2 16,-6-3 21-16,2 1-23 15,1 4 21-15,-1-4-23 0,-4 2 0 16,2-4 20-16,-5 6-20 15,-1-2 0 1,-2 0 0-16,0-2 3 16,-1 0-2-16,0 0 19 0,2-1-18 0,-1 2-4 31,-6 0 18-31,3 2-18 0,-5-3 2 16,1 4 0-16,1 0-1 15,1-2 1-15,1 2-1 0,2 0 11 31,-2 0-20-31,3 0 20 0,1 0-9 16,-2 0-1-16,-3 0-3 16,-3 0 3-16,-1 0 0 15,-1 0 2-15,-5 0 4 16,3 0-4-16,0 0 7 0,0 0-12 16,0 0 6-16,-5 2 11 0,5-2-7 31,-2 0-2-31,-3 0 0 0,1 0-2 15,-5 0-6-15,6 0 11 16,-3 0-5-16,1-6-2 16,-1-4 10-1,3 2-9-15,-2-2 1 0,1-2 2 16,-3-6-4-16,0-2-1 0,3-5 6 16,-5-5-14-16,0 2 18 0,5 0-18 0,-5 1 15 31,2 4-7-16,0 1 5-15,-2 2 9 16,0 6 3-16,0-5-14 0,0 0 3 16,0-1-2-16,0-2-6 15,0 0 16 1,0 3-25-16,-2-4 11 16,-5 1-4-16,4-3-6 0,1 0 10 0,-2 0-3 31,4-1 7-31,-5-1-12 0,3 0 15 0,0-3-14 15,0-2 1-15,-2 0 5 0,4 3-16 32,-5 2 12-32,5 7 3 15,-2 0 2-15,2-1-8 16,-3-2 19-16,1 7-16 16,-2-1 14-16,4 2-15 15,-5-2 11-15,3 5-8 0,0 0 3 16,0 3 0-1,0-4 0-15,-1 3 1 0,1 3-5 16,0-2 13-16,-3 1-17 16,3 0 12-16,0 0-8 0,-1 3 1 31,1-3-4-31,0 1-12 0,0 1 12 16,0 0 4-16,0 2 6 0,-3 0 1 15,-1 0 3-15,0 0-7 16,0 2 5-1,0-3-10-15,-1-1 5 16,-3 1-3-16,4 1-3 16,-5-2 1-16,3 0-2 0,-4 0 14 15,-1 0-14 1,-1 3 15-16,3 0-10 0,-5-2 2 16,1 2 0-16,-1-3-1 15,1 2-5-15,2 4 5 0,-5-2-12 31,2 2 7-31,0 0-1 0,0-2-4 0,-1 2 22 16,-5-4-15-16,4 4 4 0,-4-2 0 31,-3 0-3-31,7 0 11 16,-4 2-12-16,2-2 17 0,-1-2-24 16,4 1 25-16,-1 2-28 0,-4 1 5 31,0 0 9-31,-3 0 5 0,3 0-3 15,0 0-4-15,-1 0 1 16,3 0-5-16,-3 0-24 16,4-5 14-16,-3-1-9 15,4 5 16-15,0-3-1 16,2 4 7-16,1 0-1 16,-1 0 8-16,-1 0-12 15,-2 0 12-15,2 8-8 16,-1-5-16-16,3 3 13 15,-1-3-3-15,1-3 6 16,1 0 1-16,1 0-15 16,-1 0 16-16,3 0-1 0,0 0-8 15,-3 0 4 1,3 0 5-16,-3 0-16 16,2 0 8-16,-5 0-1 0,2 0-2 0,1 0 12 31,-5 0 2-31,5 0-10 0,-1 0 20 15,-1 0-17 1,-3 0 10-16,2 4-8 0,0-2 3 0,-3 0 1 16,-3-2 0-1,2 0 1-15,-4 2-5 16,0 0 11-16,-2-2-8 16,-4 0 7-16,-4 0-11 15,-3 0 5-15,9 0 0 16,0 0 0-16,-2 0 1 0,4-4-6 15,-2-4 8-15,6-1-20 16,6 6 32-16,-1 0-24 16,-5 2 15-16,8 1-10 15,-3 0 4-15,-7-4-8 16,2 4 8-16,-6 0 0 0,-5 0-16 0,3 0-20 31,2-2 36-31,-2 2 0 16,2 0-2-16,4-2-4 15,-4 0 6-15,2-4 0 16,0 2 0-16,0-4 28 16,2 4-12-16,0-4-29 15,0-1 26-15,-2 4-12 16,3 1 34-16,-5 2-7 16,9 0-28-16,-7 2 0 15,0-2 0-15,3 2 27 0,1 0-27 16,4 0 0-1,1-4-4-15,0-3-7 0,-4 1 10 16,-1 5 2-16,-2-1 18 16,2 2-19-16,2 0 0 15,-1 0-3-15,-1 0 11 16,4 0-10-16,-6 0 8 16,-2 0 42-16,3 0-41 0,0 0-12 15,-1 0 5 1,0 0 0-16,3 0 1 0,-7 0 10 15,-2 0-10 1,-1 0 5-16,1 0-8 0,0 0 17 16,2 0-27-1,0 0 24-15,3 0-19 0,1 0 7 16,3 0 0-16,1 0-3 16,2 0 9-16,-8 0-11 0,2 0 14 15,-1 0-18 1,-1 0 12-16,-4 0-6 15,-3 0 6-15,-3 0-4 16,-3 0 1-16,9 0 0 16,-1 0 1-16,1 0 3 15,4 0-3-15,3 2 5 16,-1-1-4-16,6 4 0 0,-6-5-2 16,0 0 0-16,0 0 0 15,-1 0 36-15,4 0-30 16,-3 0-3-16,-2 0 6 0,3 0 2 15,-3 0-7-15,7 0-5 0,-2 0 1 32,-3 0-1-32,0 0 1 15,1 0 0-15,0-5-6 16,-1 5 14-16,5 0-3 16,1 0 0-16,-4 0-5 15,3 0 0-15,-5 0-1 0,1 0 0 16,-5 0 1-16,4 5-2 15,1-4 2-15,-3-1-8 16,2 0 18-16,6 0-22 16,-2 0 14-16,6 0-5 15,-1 0 5-15,-1 0-2 16,-4 0 2-16,1 0 9 16,1-6-20-16,-6 6 18 15,0-3-12-15,-2-3 6 16,-2 2-6-16,0-2 4 0,-4 3-1 15,2 3 2-15,2 0-2 16,2 0 0-16,3 0 6 0,4 0 4 16,-3 0-10-1,3 0 8 1,3 0-5-16,-2 0-6 0,0-1 4 16,1-2-3-16,-3 2 2 15,2-3 0-15,-4 2-6 16,-1-1 13-1,-1 3-10-15,1 0 16 0,-1 0-15 16,5 0 8-16,1 0-10 0,0 0 4 16,3 0-1-16,1 0-5 0,-3 0 12 15,5-1-19-15,0 1 23 32,-3-4-20-32,-4 1 7 15,-2-1 2-15,2 1-1 0,-3 3 2 16,6 0-6-16,1-2 12 15,1 2-15 1,1-3 18-16,-1 3-17 0,1-1 18 16,-4 1-17-1,-4 0 14-15,2 0-12 0,0 0 5 16,0 0 0-16,1 0-11 0,2 0 22 16,-3 0-18-1,0 0 15-15,0-2-16 16,0 2 10-16,2 0-4 15,0 0 2-15,3 0-1 0,3 0 0 16,6 0 0-16,-5 0-4 16,1 0 3-1,0 0-8-15,1 0 17 0,-3 0-12 16,6 0 5-16,-3 0-1 0,3 0-2 16,-4 0 2-1,-5 0-4 1,4 0 10-16,-7 0-13 0,0 0 20 15,-2 0-19 1,0 0 13-16,-1 0-10 0,4 0 4 16,5 0 0-16,0 0-1 0,1 0-1 0,3 2-4 31,0-1 12-31,-1-1-15 0,3 0 19 16,-4 3-16-1,1-3 8-15,3 0-3 0,-3 0 1 16,6 0 0-16,-1 0-4 15,-1 0 9-15,-3 2-10 16,1-2 16-16,-2 0-19 0,-2 0 14 16,2 3-10-1,3-3 4-15,-2 3-1 16,2-2-1-16,4-1 0 16,-5 3-4-16,5-2 12 15,-2 2-15-15,-1-2 20 0,0 2-17 16,1-1 8-16,-3-2-3 15,5 4 1-15,-4 0 0 16,-2-3-5 0,-5 2 12-16,0 3-14 0,0 0 19 0,2-2-20 31,4-2 14-31,0-1-11 0,3 4 5 16,1-4-1-1,1-1-1-15,2 3 4 16,0-3-10-16,0 0 8 0,0 0-2 15,0 0-4-15,0 0-6 16,0 0 14-16,0 0-3 0,-2 0 1 16,2 0 0-1,-2 0-6-15,-5 1 17 0,7-1-20 16,-2 0 18-16,0 0-12 16,2 0 3-16,-3 0 0 15,3 0-6 1,0 0 3-16,0 0 2 0,0 0 0 0,0 0-5 31,0 0 12-31,0 0-8 16,-2 0 10-16,0 0-16 0,2 0 12 15,-5 0-8-15,1 0-1 16,2 0-6-16,-5 0 7 16,1 0 2-16,-4 0-6 15,4 0 8-15,-3 7-1 0,5 3-9 0,-4 4 7 31,4-2 6-31,0 0-1 16,0 0-2-16,1-7 1 0,3-2-5 16,0 0 5-1,0-3-6-15,0 0-39 16,0 0-31-16,0 0-38 16,5 0-42-16,1 0-82 0,-4 0-153 15</inkml:trace>
  <inkml:trace contextRef="#ctx0" brushRef="#br0" timeOffset="82016.86">20921 5203 405 0,'0'0'85'0,"0"0"23"0,0 0-36 0,0 0-4 15,0 0-20 1,0 0 29-16,0 0-34 15,0-24 38-15,0 24-36 16,0 0-1-16,0 0-12 0,0 0 7 16,0 0 18-1,0 0-24-15,0-3 1 0,0-6-26 16,7-1-1-16,13-4 6 16,2 5-14-16,3 1 2 15,0 4 4-15,-2 4 1 16,4 0-2-16,0 0-4 15,-4 4 2-15,-10 9-8 0,-9 3-17 16,-4 5 12 0,0 5-8-16,-13 1 19 0,-10 0 0 15,-8 1 1 1,9-5-4-16,4-10 7 0,10-1-8 0,8-6-10 31,0-4 8-31,0 4-46 0,13 0 50 16,14 2-10-16,6 4 12 15,0 0-1-15,1 2 1 0,-5-1-4 16,-11 2 8-16,-7-1-11 16,-11 2 16-1,0 2 5-15,-19 5 17 16,-14-4-7-16,-13 3-15 0,-6-4 0 16,12-1-9-16,5-8-4 0,12-3-3 31,10-2-60-31,8-4-55 0,3 0-254 15</inkml:trace>
  <inkml:trace contextRef="#ctx0" brushRef="#br0" timeOffset="82559.99">20667 5805 609 0,'0'0'272'0,"0"0"-192"0,133 18 48 0,-61-18-7 0,6 2-76 0,2-2-15 0,-4 0-25 15,-12 0-5 1,-1 0-29-16,-16 0-6 16,-3 0-159-16,-15 0-226 15</inkml:trace>
  <inkml:trace contextRef="#ctx0" brushRef="#br0" timeOffset="83360.66">20925 6111 9 0,'0'0'547'0,"0"0"-467"15,0 0-6-15,0 0 1 16,0 0 14-16,0 0-26 15,-44 33-1-15,44-23-18 16,0 2 0-16,20 0 4 0,2 2 25 16,7 0-36-16,4 0-22 0,6 2 5 31,-4 1-19-31,-3 0 11 0,-1 5-7 16,-7-3-10-16,-4 2-1 15,-6 1-2-15,-8-6 5 16,-6 3 2-16,0 1-1 15,-6 0 4-15,-23 1 14 16,0 0 0-16,-2-6-2 16,2 0-10-16,4-9 0 0,2-2-1 15,6-4-6 1,-1 0 2-16,3-8-36 0,7-11-10 16,2-8-82-1,6-1-132-15,0-4-280 0</inkml:trace>
  <inkml:trace contextRef="#ctx0" brushRef="#br0" timeOffset="83769.92">21066 6161 258 0,'0'0'106'0,"0"0"28"0,0 0 28 0,0 0-67 16,0 0-43-1,0 0 6-15,-4-17 84 0,4 17-54 16,0 0 33-16,8 0-48 0,10 0 12 16,2 2-35-16,7 2-13 0,2-1-12 15,0-3-12 1,2 0-13-16,-4 0-14 0,-5 0-6 16,-7 0-42-16,-5 0-21 0,-10-3-173 31,0-5-694-31</inkml:trace>
  <inkml:trace contextRef="#ctx0" brushRef="#br0" timeOffset="86495.25">20567 5025 348 0,'0'0'59'0,"0"0"-20"15,0 0 67-15,0 0-16 0,0 0 4 16,0 0 42 0,0 0-58-16,-4-4 24 15,4 4-43-15,0 0 5 0,0 0-19 16,0 0-33 0,0 0-12-16,-2 0 9 15,-6 0-9-15,-3 13 1 0,-7 10 34 16,-8 15-23-1,-12 18 22-15,-13 13-10 0,-5 11-3 16,4 4-5-16,4 4-12 0,7 1-8 16,10 7 13-16,12 4-18 15,11 4 19-15,8 1-20 16,0 1 7 0,8-6-5-16,23-4-23 0,6-8-108 15,3-15-114 1,0-16-604-16</inkml:trace>
  <inkml:trace contextRef="#ctx0" brushRef="#br0" timeOffset="87310.46">21602 5122 823 0,'0'0'103'0,"0"0"-57"0,0 0 38 32,0 0-20-32,0 0 36 15,0 0-23-15,99 134-27 16,-48-64 23-16,0 2-42 16,-4 4 18-16,-7 3-40 15,-8 0 0-15,-17 7-9 0,-15 5-6 16,0-3-6-16,-22 3 9 15,-9-7 2-15,-3-12-56 0,6-7 25 0,7-15-41 32,5-15-55-32,8-9-194 0,1-14-504 0</inkml:trace>
  <inkml:trace contextRef="#ctx0" brushRef="#br0" timeOffset="88243.03">21937 4738 640 0,'0'0'122'0,"0"0"-50"0,0 0 3 15,0 0 81 1,0 0-102-16,0 0 23 0,103-2-23 0,-84 2-13 16,-3 0-21-1,-5 0-14-15,-9 2-6 16,-2 14-1-16,0 10-4 16,-31 3 10-1,-6 3-10-15,-1 0 8 0,9-7-12 0,11-6 12 0,7-7-3 31,7-5 0-31,4 4 4 16,0-5-6-16,0 2 11 16,19-2 3-16,8-4-10 15,8 4 9-15,2-4-11 16,-6 0-2-16,-7 0-33 16,-10 2-22-16,-6 0-66 0,-8-1-148 15,0 6-194-15</inkml:trace>
  <inkml:trace contextRef="#ctx0" brushRef="#br0" timeOffset="89564.04">22693 5627 655 0,'0'0'111'0,"0"0"-68"0,0 0 71 16,0 0 23-1,0 0-12-15,0 0-71 16,31 80 6-16,-23-51-28 16,-3 2 10-16,4 3-38 15,-9 1 6-15,0 4-10 16,0-1-17-16,-3-6-8 15,-5-2-45-15,1-16-19 0,7-6-152 0,0-8-212 16</inkml:trace>
  <inkml:trace contextRef="#ctx0" brushRef="#br0" timeOffset="89777.72">22587 5797 1129 0,'0'0'62'16,"0"0"-31"-16,0 0 52 15,0 0-31-15,150 0-14 0,-90-5-35 0,-6-2-6 16,-10 7-47-1,-13-1-37-15,-11 1-319 16</inkml:trace>
  <inkml:trace contextRef="#ctx0" brushRef="#br0" timeOffset="91219.83">23786 5679 583 0,'0'0'131'0,"0"0"-26"0,0 0 70 16,0 0-87-16,0 0-42 0,0 0-37 16,-100 0 14-16,71 16 8 15,6 0 2-15,2-2-19 16,-2 2-1-16,1 2 14 16,2 7-6-16,-2 2 24 15,6 4-34-15,3 2 9 16,8-1-17-16,5-3-6 15,3 1-2-15,21-7 4 0,10-2-1 16,1-6-5-16,7-6 1 16,5-9-26-16,-5 0 24 0,1 0-57 15,-9-17-28 1,-5-3-156 0,-10-5-483-16</inkml:trace>
  <inkml:trace contextRef="#ctx0" brushRef="#br0" timeOffset="91603.32">24039 5978 708 0,'0'0'45'0,"0"0"-12"0,0 0 58 16,0 0-20-16,0 0-30 15,131 51 41-15,-87-58-36 0,1-20 38 16,-7-7-72-1,-9-4 6-15,-14-4-18 16,-10 3-14-16,-5 6-30 16,-12 8 7-16,-25 8 23 0,-11 11 7 15,-6 6 0-15,-5 2-19 16,8 20 14-16,20 6-105 16,12-5-142-16,19-2-350 0</inkml:trace>
  <inkml:trace contextRef="#ctx0" brushRef="#br0" timeOffset="92073.33">24671 5623 551 0,'0'0'153'0,"0"0"-116"0,0 0-21 0,0 0 103 31,0 0 17-31,0 0-78 0,-92 16-47 0,109 4-4 32,16 3 20-32,9-2-7 15,3 3 8-15,1-3-9 0,1 2 12 0,-2 1-27 32,-8-2-4-32,-8 2 0 15,-10-4-12-15,-13-2 2 0,-6-6 10 16,0-2 9-16,-33 0 11 15,-15 1-12-15,-7-4-3 16,-3-2-3-16,3-5-2 16,15 0-35-16,9 0-74 15,12 0-87-15,13 0-56 16</inkml:trace>
  <inkml:trace contextRef="#ctx0" brushRef="#br0" timeOffset="92690.12">25286 5314 769 0,'0'0'144'0,"0"0"-67"16,0 0 42-16,0 0 3 0,0 0-67 15,135-16-5 1,-108 16-34-16,-6 0-10 0,-13 9-4 16,-8 16-4-16,0 3-19 15,-8 4 7-15,-17 4 1 0,-2-4 13 16,5-4-3 0,9-6 8-16,4-4-15 15,9-8 20-15,0-6-20 16,0 1 25-16,22-5-16 15,10 0 3-15,5 0 1 0,3 0-3 0,-7 0-27 16,-6 0-15 0,0 0-82-16,-16 7-40 0,-4 5-165 15</inkml:trace>
  <inkml:trace contextRef="#ctx0" brushRef="#br0" timeOffset="93841.89">26157 5671 742 0,'0'0'135'0,"0"0"-38"16,0 0 29-16,0 0-63 0,0 0 25 15,0 0-45-15,-73 88-16 16,46-55-16-16,-4 4-5 16,-3-1 11-16,5-2-17 15,0-4 4-15,7-4 0 16,2-3-8-16,6-8-9 15,3-2 0-15,7-9-41 16,2 0-20-16,-4-4-33 16,6 0-9-16,0 0-61 15,-4-17-302-15</inkml:trace>
  <inkml:trace contextRef="#ctx0" brushRef="#br0" timeOffset="94030.16">25849 5807 1085 0,'0'0'138'0,"0"0"-106"0,0 0 23 16,0 0 16-16,0 0-13 15,0 0-22-15,127 62-1 16,-98-38-30-16,-2 5 5 16,-2-2-4-16,-1 2-12 15,1 3-31 1,-3 1 9-16,2-1-52 0,5-3-59 0,0-10 54 31,-2-6-203-31</inkml:trace>
  <inkml:trace contextRef="#ctx0" brushRef="#br0" timeOffset="146530.34">26986 6164 554 0,'0'0'115'0,"0"0"19"0,0 0 61 16,0 0-82-1,0 0-23-15,0 0-27 16,0 0-22-16,2 0 5 16,0 0-16-16,8 0 7 15,5 0-22-15,12 2 10 16,12 4 0-16,6-5-7 16,2 2-13-16,-4-1 6 0,-10 0-22 0,-6 2-16 15,-10-2-12-15,-3-2-49 16,-12 0-115-1,-2 0-396-15</inkml:trace>
  <inkml:trace contextRef="#ctx0" brushRef="#br0" timeOffset="146902.42">27137 5949 758 0,'0'0'195'0,"0"0"-19"0,0 0-34 0,0 0-58 16,147 17-81-16,-111-13-3 0,-3-4-81 0,-6 0-253 31</inkml:trace>
  <inkml:trace contextRef="#ctx0" brushRef="#br0" timeOffset="147629.93">28234 6260 808 0,'0'0'137'0,"0"0"18"0,0 0-14 0,0-137-63 16,0 87-29-16,0-9-12 15,0-6-32-15,15 5 11 16,5 7-9-16,-1 15-6 0,0 9 20 0,-5 8-2 15,3 9-8 1,-5 3 0 0,-6 7-22-16,-6 2 5 0,0 0-26 15,-14 20-26 1,-21 16 58-16,-13 8-8 0,-6 4 8 16,0-4-35-16,8-4-83 15,7-8-204-15</inkml:trace>
  <inkml:trace contextRef="#ctx0" brushRef="#br0" timeOffset="153020.21">21055 7790 441 0,'0'0'110'0,"0"0"-93"0,0 0 15 16,0 0 0-16,0 0-30 0,0 0 18 31,0 0 34-31,0 0 19 16,-14-33-5-16,12 32 39 15,0-1-37-15,0 2-20 16,0 0-20-16,2 0-10 0,-3 0 1 16,1 0-19-16,-2 0 12 0,2 2-9 15,0 6 7-15,2-2-4 32,0 0 9-32,0 0-15 0,4-4 7 0,13-2 3 15,6 0-6-15,4-14 29 16,6-7-11-16,7-12 11 31,-5-1-34-31,-6-4 8 0,-6 4-3 16,-5-1-12-16,-11 6-11 15,-7 5 13-15,0 5-10 16,-7 15-26-16,-24 4 30 0,-12 11-3 16,-13 22 12-16,1 10-5 15,4-1 3-15,9-4 6 16,21-5-4-1,13-12 1-15,8-5 0 0,0-5-7 16,25-9-16-16,10-2-3 16,-2 0 1-16,0 0 18 15,-4-15 6-15,-2-1-4 0,-5 1 5 0,-4 0 0 32,-7 5-6-32,-7 2 12 15,4 4-10-15,-6-1 12 0,-2 5-10 16,0 0 7-1,0 0 12-15,0 0-1 0,0 0-4 16,0 0 3-16,0-1-13 0,0 1 10 16,0 0-8-1,0 0 11 1,2 0-5-16,2 0-13 0,1 1 10 16,5 18-7-1,0 0 3-15,-1 0-2 0,-3 6-2 16,3-2 7-1,-2-1-12-15,-2 0 14 0,-5-2-14 16,0-1 11-16,0-4-9 16,0-1 6-16,-12 1-2 15,-3-5 0-15,-8-3 2 16,-4 0-7-16,3-2 17 16,-12 1-18-16,1 2 15 0,1 5-18 15,3-1 1 1,8-1 7-16,11 2-26 0,7-4-74 15,5-2-150 1,0 0-329-16</inkml:trace>
  <inkml:trace contextRef="#ctx0" brushRef="#br0" timeOffset="153569.82">21101 8347 759 0,'0'0'179'0,"0"0"-43"0,150-128 18 16,-65 60-84-16,10-7-1 15,3 0-48 1,-9 9-2-16,-18 9-10 15,-17 22-18-15,-18 8-7 16,-16 14-36-16,-11 9-32 16,-9 4-101-16,0 0-120 15,-2 0-221-15</inkml:trace>
  <inkml:trace contextRef="#ctx0" brushRef="#br0" timeOffset="154120.28">21567 8135 619 0,'0'0'195'15,"0"0"-58"-15,0 0 14 16,0 0-79-16,0 0-29 15,0 0-14-15,118-16-7 16,-102 16-22-16,-1 17 2 0,-10 8-8 16,-5 11 12-16,0 5-11 0,-22 4 13 15,-7 5-16-15,-2 0 5 32,2-1 0-32,11-11-6 0,7-14 5 15,9-8 3 1,2-10-3-16,8-6 2 0,23 0 4 15,9-12-4-15,3-10 6 0,1 2 1 0,-8 4-5 32,-7 2 0-32,-7 6-8 15,-9 6-57-15,-5 2-14 0,-8 0-99 16,0 0-12-16,0 6-108 16</inkml:trace>
  <inkml:trace contextRef="#ctx0" brushRef="#br0" timeOffset="154469.97">21932 8224 612 0,'0'0'94'0,"0"0"-24"0,0 0-3 0,0 0 24 16,0 0-38-16,0 0-7 0,50 82-31 16,-21-70 14-1,6 2 0-15,1 4-17 0,-1 4 4 16,-3 6-10-16,-8 0-4 15,-11 4-2-15,-5-2-1 16,-8-4-3-16,0 1 1 16,-23-6 3-16,-10-3 0 15,-5-6-1-15,-3-5-7 16,2-7-2-16,7 0-64 16,8-19-119-16,1-13-207 0</inkml:trace>
  <inkml:trace contextRef="#ctx0" brushRef="#br0" timeOffset="154666.01">22146 8233 1099 0,'0'0'93'0,"0"0"-13"31,0 0-27-31,0 0-46 16,0 0-7-16,0 0-48 15,103-40-20-15,-65 28-60 0,4 5-191 0,0 2-437 16</inkml:trace>
  <inkml:trace contextRef="#ctx0" brushRef="#br0" timeOffset="155264.12">22869 7925 660 0,'0'0'241'0,"0"0"-47"16,0 0-65-16,0 0-23 15,0 0-64-15,-21 124 0 0,21-97-39 16,0 6 16 0,-2-1-16-16,-6-1 1 15,2-2-8-15,-4 1-11 0,3-1 11 16,1-7-37-16,3-4-41 16,3-6 42-16,0-6-16 0,0-6-14 31,-3 0-2-31,1-6-55 0,-4-18-74 15</inkml:trace>
  <inkml:trace contextRef="#ctx0" brushRef="#br0" timeOffset="155471.81">22730 8088 1224 0,'0'0'51'0,"0"0"-23"15,0 0 22-15,0 0 26 0,0 0-33 0,136 0-40 32,-112 0-6-32,1 0-4 15,2 0 3-15,-4 0-56 0,-4 5-15 0,-5-1-126 32,1-4-256-32</inkml:trace>
  <inkml:trace contextRef="#ctx0" brushRef="#br0" timeOffset="155908.41">23501 7891 703 0,'0'0'88'0,"0"0"-9"0,0 0 8 0,-129 37-1 15,98 0-26-15,6 6 11 32,10 6-30-32,8-1 2 0,7 0-26 15,0-8 9 1,7-7-24-16,15-2 16 0,7-6-11 16,6-6-6-1,4-7-2-15,3-7-56 0,-2-5 49 16,-5-6-71-1,-6-18-166-15,-2-4-240 0</inkml:trace>
  <inkml:trace contextRef="#ctx0" brushRef="#br0" timeOffset="156212.12">23682 8159 366 0,'0'0'269'16,"0"0"-258"-16,0 0 58 0,0 0-51 0,0 0 39 31,0 0 75-31,35 22-19 16,-14-14-65-16,10-8 21 0,6 0 12 15,5-4-52-15,12-16 12 0,-2-10-25 0,-6-4 7 32,-11-2-20-32,-14 2-2 0,-13-3 2 15,-8 8-6-15,0 5-50 0,-15 11-11 31,-18 12-5-31,-12 1 37 0,-6 8 21 0,2 15 9 16,11 4-15-16,11-4-22 16,21-2-240-16,6-7-443 15</inkml:trace>
  <inkml:trace contextRef="#ctx0" brushRef="#br0" timeOffset="156570.34">24203 7843 689 0,'0'0'68'0,"0"0"-1"16,0 0-14-1,0 0 16-15,0 0-46 16,40 111 7-16,-11-93-30 0,4-2 33 16,1-3-16-16,1 3 15 15,-4-2-5-15,0 0-21 16,-6 6-2-16,-7 1 11 16,-15 2-17-16,-3 0 2 0,-27-2 0 15,-17 7 14-15,-8-6 71 16,0-1-70-1,6-6 5-15,13-5 4 16,10-6-24-16,17-4-7 16,6 0-63-16,0 0-110 0,11-15-316 0</inkml:trace>
  <inkml:trace contextRef="#ctx0" brushRef="#br0" timeOffset="157079.91">24839 7596 907 0,'0'0'37'0,"0"0"65"0,0 0-34 0,0 0 26 0,0 0-37 0,0 0-41 16,33 74 38 0,-33-54-48-1,0 0 24-15,0-4-30 16,0 5 13-16,0-11-13 16,2 3 8-16,9 1 3 0,2-4-10 15,11-4 19-15,8 0-18 0,8-4 24 16,0 4-15-1,-2-2 31-15,-7 0-40 16,-4 4-2-16,-5-6-43 16,-2 0 34-16,-2-2 3 0,-3 0-46 15,-5 0 3 1,-4 0-87-16,-4-18-428 0</inkml:trace>
  <inkml:trace contextRef="#ctx0" brushRef="#br0" timeOffset="157770">25832 7991 268 0,'0'0'372'0,"0"0"-355"0,0 0 19 0,0 0 161 0,0 0-25 16,0 0-49-16,0 0-21 0,42-63-44 16,-42 60 22-16,0 0-43 15,0-1-10-15,0 3-22 16,-7 1 1-1,-5 0-4-15,-15 1 4 16,-10 25-9-16,-3 5 13 0,3-1-14 0,10-3 18 0,6 2-28 31,9-8 11-31,1-2-11 16,9-7-30-16,-2-7-8 0,4-5-10 16,-2 0-46-1,-2 0 29-15,-3-23-231 16,3-7-377-16</inkml:trace>
  <inkml:trace contextRef="#ctx0" brushRef="#br0" timeOffset="157953.95">25578 7925 1084 0,'0'0'188'16,"0"0"-162"-1,0 0 41-15,0 0 7 0,57 113-4 16,-20-82-39-16,-2-3-9 0,-1 0-8 15,-3-2-28-15,0-5 9 16,-2-8-36-16,-2-5-51 16,-8 2-46-16,-5-8-68 15,-7-2-282 1</inkml:trace>
  <inkml:trace contextRef="#ctx0" brushRef="#br0" timeOffset="158360.29">26491 8176 528 0,'0'0'496'0,"0"0"-386"0,0 0 36 16,0 0-51-16,0 0-27 15,131 0-40-15,-94 0-28 0,-6 3-4 16,-7-3-18-16,-2 2-133 16,-6-2 34-1,-7 0-388-15</inkml:trace>
  <inkml:trace contextRef="#ctx0" brushRef="#br0" timeOffset="158557.23">26609 8025 1119 0,'0'0'115'0,"0"0"-114"0,0 0 105 0,0 0-36 31,0 0-27-31,0 0-43 0,148 13-16 0,-113-13-38 16,5 0-61-16,-5 0-168 0</inkml:trace>
  <inkml:trace contextRef="#ctx0" brushRef="#br0" timeOffset="158915.34">27329 8224 900 0,'0'0'79'31,"0"0"41"-31,0 0 67 0,0 0-113 16,0 0-32-16,0 0-37 15,98-138 7-15,-66 88-10 16,-3 0-2-16,-3 8-2 0,-8 15-1 16,-10 9-6-16,-8 18 18 15,-19 0-6 1,-30 11 0-16,-12 23-6 15,-3 3-10-15,8 7 11 16,16-4-51-16,13 0-78 0,3-9-191 16</inkml:trace>
  <inkml:trace contextRef="#ctx0" brushRef="#br0" timeOffset="161512.32">21099 9565 657 0,'0'0'66'0,"0"0"-48"0,0 0 62 0,0 0-2 0,0 0-55 15,0 0 36-15,23 0-27 16,-12 0 46-1,-5 0-49-15,4 0 9 0,-8 0-13 16,-2 0-3-16,0 0-1 0,0 0-14 16,0 0 15-1,0 0 2-15,4 0 22 0,-4 0-30 16,0-2 23 0,0-6-23-16,0 2-2 0,0-2-14 0,-11-1 0 31,-11 6-2-31,-3 3 8 15,-8 0-16-15,-5 22 21 0,-1 12-11 16,4 7 3-16,6 4 4 16,9-1-7-16,14-2 0 15,6-7-1-15,0-8-7 16,13-4 5-16,14-8-29 16,6-3 26-16,1-7-16 0,5-5 8 0,9 0-63 31,-2-5-79-31,3-13-190 15,-9-1-331-15</inkml:trace>
  <inkml:trace contextRef="#ctx0" brushRef="#br0" timeOffset="161844.72">21367 9783 182 0,'0'0'461'0,"0"0"-400"0,0 0-10 0,0 0 100 16,0 0-82-16,0 0 13 15,29 57-69 1,-4-57 43-16,3 0 7 16,6 0-8-16,-1-22-26 15,-1-7 7-15,-9-3-28 0,0-4-5 16,-11 4-5-16,-12 0 2 15,0 4-8-15,0 8-14 16,-27 4 10-16,-12 16-21 16,1 0 17-16,-6 16 14 15,1 16 2-15,8 3-9 16,15-4 9-16,20-3-64 16,0-12-222-16,28-10-298 15</inkml:trace>
  <inkml:trace contextRef="#ctx0" brushRef="#br0" timeOffset="162436.26">21975 9493 586 0,'0'0'77'0,"0"0"6"0,0 0 19 15,0 0 34-15,0 0-49 16,-122 58-38-16,122-40-19 15,0 0-17-15,0 0 21 16,24 2-17-16,7-4-6 16,2-2-2-16,6-1 6 15,-2 0-13-15,-1 1-1 0,-5 3-1 16,-6 0-1-16,-8-3-5 0,-10-1 12 31,-7 0-17-31,-11 1 24 0,-27 0-4 0,-10 1-7 16,-6 2 7-16,7-3 6 15,11-1-13 1,11-6-2-16,10-2-13 16,15-5-14-16,0 0-114 0,29-11-232 15</inkml:trace>
  <inkml:trace contextRef="#ctx0" brushRef="#br0" timeOffset="163083.1">22537 9180 629 0,'0'0'350'0,"0"0"-257"0,0 0-27 0,0 0 32 0,0 0-53 16,0 0-30-16,127-20 4 15,-103 20-18-15,-4 2 13 16,-2 16-14-16,-7 2 0 16,-11 8-2-16,0 4-13 15,0 2-1-15,-13 0-6 16,-6-6 12-16,9-3-28 16,3-12 9-16,3-3 29 15,4-6 0-15,0-2 18 0,0-2-1 16,6 3 8-16,14-3-10 15,7 0 10 1,2 0-13-16,-5 0-2 0,8 0-10 16,-1 0-20-16,0 0-48 15,-4 0-86-15,-7 0-278 0</inkml:trace>
  <inkml:trace contextRef="#ctx0" brushRef="#br0" timeOffset="164045.68">23033 9904 353 0,'0'0'44'0,"0"0"44"0,0 0 60 0,0 0-60 0,0 0 61 0,0 0-21 16,13 2-12-1,-8-2-15-15,0 0-49 0,6 0-2 16,9 0-10-16,4-7 32 16,12-16-44-1,8 1 3-15,6-11-14 0,3 1 16 16,-2-1-33 0,-7-2-2-16,-3 11-15 15,-10 1-33-15,-4 4-10 0,-7 7-41 16,-13 1-72-16,-7 8-108 0,0-1-267 31</inkml:trace>
  <inkml:trace contextRef="#ctx0" brushRef="#br0" timeOffset="164262.72">23268 9585 933 0,'0'0'31'0,"0"0"136"16,0 0-10-16,62 122-78 15,-40-78-29-15,0 1-16 16,1-8-23-16,-4-2-11 16,8-3-16-16,-4-4-50 15,-1-6-31-15,-5-9-167 16,-5 2-483-16</inkml:trace>
  <inkml:trace contextRef="#ctx0" brushRef="#br0" timeOffset="164880.1">24074 9909 870 0,'0'0'241'0,"0"0"-171"16,0 0-20-16,0 0 56 0,0 0-54 0,127-5-18 31,-87 1-31-31,-5 3-6 16,-4 1-3-16,-6 0-18 15,-4 0-47-15,-9 0-43 0,-7 0-136 16,-5 0-385-1</inkml:trace>
  <inkml:trace contextRef="#ctx0" brushRef="#br0" timeOffset="165160.39">24176 9745 618 0,'0'0'651'0,"0"0"-566"16,0 0 10 0,0 0-7-16,0 0-77 15,0 0 23-15,89 2-31 16,-57-7-3-16,-3-6-33 0,10 1-37 15,-12 1-94-15,-8-6-463 0</inkml:trace>
  <inkml:trace contextRef="#ctx0" brushRef="#br0" timeOffset="166010.1">25223 9957 429 0,'0'0'181'0,"0"0"-124"16,0 0 2-16,0 0-2 16,0 0-12-16,0 0 62 15,0 0-1-15,7 6-1 16,-5-6 2-16,0-13-42 16,0-7-9-16,4-6-24 15,2-9 7-15,5-9-38 16,1-10 0-16,6-2 5 0,0-6-7 15,0 6 1 1,-7 8-3-16,-6 14 2 0,0 13 1 0,-7 14-3 16,0 5 6-1,0 2-3-15,-2 0 8 16,-23 20-16-16,-8 4 0 16,2 8-18-16,2-6-30 15,8-4-36-15,15 0-34 16,0-4-119-16,2-5-344 0</inkml:trace>
  <inkml:trace contextRef="#ctx0" brushRef="#br0" timeOffset="167840.36">25703 9807 1011 0,'0'0'87'0,"0"0"18"0,0 0 21 0,0 0-90 0,0 0-4 31,0 0 19-31,102 33 2 15,-56-27-25-15,-1-1 2 16,-3 0-18-16,-4-4-5 0,-9 1-14 0,-8 1-18 16,-9-3-17-1,-6 0-71-15,-6 0-99 0,0 0-696 0</inkml:trace>
  <inkml:trace contextRef="#ctx0" brushRef="#br0" timeOffset="168953.05">26580 9529 66 0,'0'0'445'0,"0"0"-330"0,0 0-18 0,0 0 46 16,0 0-1-16,0 0-81 15,0 0-7-15,-44 6-19 16,44 2 0-16,0 0-33 16,0 0 37-16,0 0-15 15,7 0-2-15,10-4 5 0,3-4-15 16,3 0 18-16,4 0-16 16,2-10 13-1,0-8-24-15,-6-7-6 0,-2-4-2 16,-3-1-17-16,-9 0-22 15,-9 3-2 1,0 10 7-16,-11 5-19 0,-21 7 41 16,1 5 11-16,-3 0 6 15,3 20 23-15,2 6 40 16,10 6-32-16,5 1-4 16,12-3-26-16,2-4 8 0,0-4-18 15,11-6 18-15,7-4-19 0,0-6 21 31,-3-4-12-31,-1-2 2 0,1 0 4 16,-1-2 2-16,-3-12 0 0,-3-2 3 31,2 0-8-31,-6 1 16 16,-2 6-9-16,1-1-15 0,-1 8 12 0,-2 0-2 31,0 2-4-31,0 0 0 0,0 0-4 16,0 0-5-16,2 0 7 15,6 2 3-15,0 10-3 16,3 3 4-16,-1 4 0 0,2 0 3 16,-1 2-3-1,-2 0-2-15,0-2-5 16,-7 3 2-16,3 4 1 16,-5 2-8-16,0-2 20 15,-9 0-14-15,-18-5 11 16,-2-6 7-16,-12-4-6 15,-1-4 1-15,1-3 8 16,-2 3-14-16,5-3-6 0,7 2 4 16,6 2-4-16,6 3-32 15,7 0-29-15,12 5-85 16,0-8-181-16</inkml:trace>
  <inkml:trace contextRef="#ctx0" brushRef="#br0" timeOffset="169731.8">26302 10204 801 0,'0'0'137'0,"0"0"-42"15,0 0 19-15,0 0-20 0,0 0-65 0,0 0 67 16,160 3-31-16,-75-10 18 0,0-3-68 31,-8 2 41-31,-7 7-56 16,-13 1-22-16,-5 0-15 16,-5 0-38-16,-7 0-20 15,-7 0-13-15,-10 1-221 16</inkml:trace>
  <inkml:trace contextRef="#ctx0" brushRef="#br0" timeOffset="170370.1">26478 10474 661 0,'0'0'91'0,"0"0"27"0,0 0 29 0,123 0-63 15,-102 0-44-15,0 0-37 0,-13 13-5 16,-8-1 12 0,0 10-10-16,-11 4 12 15,-15 2-10-15,-1 3-2 16,2-5 4-16,6-2-8 15,10-4 11-15,4-4-14 16,5-5-18-16,0-2 21 0,0-5 4 16,14-4 0-16,10 0 14 15,-2 0-13 1,0 0-1-16,-1-7-20 0,-2 4 0 16,2-2-37-16,3 3-21 0,-1-5-153 15,-4 3-487-15</inkml:trace>
  <inkml:trace contextRef="#ctx0" brushRef="#br0" timeOffset="170695.02">26910 10571 418 0,'0'0'296'16,"0"0"-258"-16,0 0 66 15,0 0-35-15,0 0-12 0,0 0-31 16,92 111-2 0,-73-92-14-16,-3 0-2 15,-5-1 15-15,-9 0-23 16,-2-4 8-16,0 0-2 15,0-2 44-15,-11-4-36 0,-11-5-14 16,-3 0-1 0,4-3-52-16,2 0-56 0,2-3-119 15,3-14-440 1</inkml:trace>
  <inkml:trace contextRef="#ctx0" brushRef="#br0" timeOffset="170877.41">27023 10546 1268 0,'0'0'33'0,"0"0"-29"15,0 0 54 1,0 0-30-16,0 0-28 16,0 0-1-16,87 0-48 0,-53-9 2 15,-5 5-109 1,-5-1-217-16</inkml:trace>
  <inkml:trace contextRef="#ctx0" brushRef="#br0" timeOffset="175372.4">20808 11725 708 0,'0'0'134'0,"0"0"-93"0,0 0-26 16,0 0 43-16,0 0-54 15,0 0 31-15,0 0 18 0,31 23-1 16,-27-20 9-16,-4 3-14 16,2-5-14-1,-2-1-26-15,0 0 24 0,0 0-30 16,0 0 18 0,0 0-18-16,0 0 19 15,0 0 0-15,-6 0 18 16,-21 13-22-16,-8 5-10 15,-6 15-6-15,1 10 1 0,0 6 15 16,9 2-11 0,8 3 6-16,13-5-10 0,10-5-2 15,2-9 0-15,31-9-10 0,11-8 0 16,6-12-21-16,8-6 25 16,0 0-32-1,2-7-26-15,-7-14-122 16,-4-1-288-16</inkml:trace>
  <inkml:trace contextRef="#ctx0" brushRef="#br0" timeOffset="175687.67">21091 12136 542 0,'0'0'110'0,"0"0"-59"16,0 0 36-16,0 0 52 16,0 0-16-16,142 11-61 0,-104-39 18 15,-9-8-51 1,-5-4-6-16,-6-8-20 0,-11-4-3 0,-7 2 0 31,0 6-21-31,-13 7-15 0,-18 14 16 16,-12 17 10-1,-6 6 10-15,-2 28-4 0,2 12 15 16,13 2-11-16,16-4 0 16,20-7-26-16,9-17-172 15,33-9-176-15</inkml:trace>
  <inkml:trace contextRef="#ctx0" brushRef="#br0" timeOffset="176234.17">21592 11696 441 0,'0'0'292'0,"0"0"-189"0,0 0-12 0,0 0 7 0,0 0-75 15,0 0-5-15,0 2 9 16,0 0-6-1,0 10 17-15,0 1-24 0,-5 6 5 16,1-1-9-16,4 3 12 0,0-1-19 16,0-1 8-1,13 0 0-15,12-3-2 16,2-4-3-16,-1 2 1 0,-1-4 1 16,-1 2 4-1,-6-1-20-15,-3 2 15 0,-1 1-8 0,-7 7 2 31,-5-4 1-31,-2 10 0 16,0-4 0-16,-20 5 0 0,-9-4-2 16,0-4-5-16,0-8-20 15,-2-5 2-15,6-7-37 16,7 0-26 0,12 0-29-16,6-7-113 0,6-15-459 15</inkml:trace>
  <inkml:trace contextRef="#ctx0" brushRef="#br0" timeOffset="176750.25">21980 11474 730 0,'0'0'23'0,"0"0"1"0,0 0 119 16,120-52-44 0,-91 52-66-16,-9 0-11 0,-12 1-19 15,-8 20 33-15,0 9 18 16,-11 4-1-16,-13-2-47 0,2-2 19 15,2-6-22 1,9-8 3-16,9-2-6 0,2-7-6 16,0-5 6-16,19-2 0 15,12 0 22-15,7 0-9 16,1-9 3 0,-4 3-16-16,-4 6-17 0,-2 0-43 15,-9 0-52 1,-4 8-63-16,-5 3-98 0</inkml:trace>
  <inkml:trace contextRef="#ctx0" brushRef="#br0" timeOffset="177183.98">22244 12224 612 0,'0'0'244'0,"0"0"-84"0,0 0 21 0,118-74-52 16,-68 46-91-16,-6-1-3 15,-4 5-26 1,-9 4-5-16,-8 2-8 15,-3 6-23-15,-5 1 13 0,-5 0-38 16,-6-1-10-16,0-7-119 0,-4 4-234 0</inkml:trace>
  <inkml:trace contextRef="#ctx0" brushRef="#br0" timeOffset="177381.36">22468 11812 1143 0,'0'0'123'16,"0"0"-117"-16,0 0 3 0,0 0 60 0,17 110-48 16,1-74 15-16,-3 1-27 15,4-3 4 1,-6-5-13-16,5-4-14 16,-3 0-43-16,1-5-62 15,1-4-82-15,-3-1-235 16</inkml:trace>
  <inkml:trace contextRef="#ctx0" brushRef="#br0" timeOffset="177800.27">23133 12262 972 0,'0'0'109'0,"0"0"12"0,0 0-112 0,121 12 33 15,-88-12-42-15,-4 0-60 16,-2-2-101-16,-16-10-167 16</inkml:trace>
  <inkml:trace contextRef="#ctx0" brushRef="#br0" timeOffset="177980.39">23204 12108 807 0,'0'0'549'16,"0"0"-523"-16,0 0 3 15,0 0 57-15,0 0-51 16,130-29-35-16,-96 18-8 16,-5 1-60-16,-12-2-59 0,-5 7-388 0</inkml:trace>
  <inkml:trace contextRef="#ctx0" brushRef="#br0" timeOffset="183716.28">24230 11684 598 0,'0'0'57'0,"0"0"24"0,0 0 44 0,0 0-73 0,0 0-8 16,0 0-12 0,0 0 15-16,0 0-7 0,-2 0 4 15,2 0 9 1,0 0-20-16,0 0-5 0,0 0-25 16,0 0 15-1,2 0-18-15,9 0 53 16,3 0-40-16,1 0 7 0,3 6-8 0,-1 8-7 15,-1 7 4 1,-5 2-6-16,-7 5 3 0,-4 7 3 0,0 3-16 0,-12 6 13 31,-15 4-12-31,-7 2 0 16,-3 0 6 0,-4-2-4-16,12-4 9 0,5-5-12 15,8-11 15 1,12-10-16-16,4-12 5 15,2-6 0-15,23 0-28 16,10 0 23-16,5-15-15 16,1 0-37-16,1-3-71 0,2 8-111 0,-8 2 51 31,-10 2-234-31</inkml:trace>
  <inkml:trace contextRef="#ctx0" brushRef="#br0" timeOffset="184148.18">24535 11931 648 0,'0'0'82'0,"0"0"3"0,0 0 55 15,0 0-72-15,0 0-28 0,0 0-23 16,-45 2-2-16,45 8 18 16,0 5-8-16,16-2 7 15,9-3-11-15,6 2 12 0,0-2-20 16,3 2 20-1,-3 1-28-15,-4-4 2 16,-6 6-6-16,-2-5-1 0,-9 3 0 16,-5 1 0-1,-5-1 14-15,0 0-9 0,-2 4 33 0,-20-2-38 16,-1 2 6-16,-6-5-6 31,5-2-5-31,-1-10-35 0,8 0-27 0,-2 0-35 16,7-22-168-1,0-9-290 1</inkml:trace>
  <inkml:trace contextRef="#ctx0" brushRef="#br0" timeOffset="184230.22">24535 11931 1163 0</inkml:trace>
  <inkml:trace contextRef="#ctx0" brushRef="#br0" timeOffset="184330.04">24535 11931 1163 0,'65'-59'140'0,"-52"59"-134"16,9-3 45-16,10-2-90 0,14-8 17 0,-1-4-51 16,1 2-84-1,-5 1-278-15</inkml:trace>
  <inkml:trace contextRef="#ctx0" brushRef="#br0" timeOffset="184949.94">23975 12645 754 0,'0'0'70'0,"0"0"156"0,112 0-28 0,-50-6-96 0,5-2-26 31,5-4-27-31,-7 4-17 0,-3 4-25 0,-8 2-14 16,-6 2-10 0,-10 0-30-16,-7 0-47 15,-4 0-61-15,-11 0-236 16</inkml:trace>
  <inkml:trace contextRef="#ctx0" brushRef="#br0" timeOffset="185550.38">24096 12926 541 0,'0'0'150'0,"0"0"-136"0,0 0 6 16,0 0 114-16,0 0-23 0,0 0-12 15,85-17-46-15,-67 22 10 0,-5 7-24 31,-7 9-22-31,2 6-6 0,-8 1-11 0,0 4 13 32,0 4-6-32,-16-4-6 15,3 0 9-15,-3-4-6 16,5-6-1-16,2-6 1 0,4-9-4 16,5-6-4-16,0-1 4 0,2 0-13 15,18 0 13 1,3 0 0-16,2-5 0 15,-2-4-1-15,2-1-2 0,-2 0-25 16,4 0-13-16,-10-4-69 16,-3 0-200-16</inkml:trace>
  <inkml:trace contextRef="#ctx0" brushRef="#br0" timeOffset="185910.09">24486 12970 501 0,'0'0'272'0,"0"0"-122"15,0 0-25-15,0 0-40 0,0 0-44 16,0 0-13-16,0 0-23 15,62 104-5 1,-43-89 2-16,-2 0 2 0,-1-1 24 0,-1 7-20 16,1-2 6-16,-7 1-14 15,-3 2 0 1,-6-6 9-16,0 1 10 16,0-6-14-16,0-2-4 0,-15-5-1 15,-3-4-11-15,-5 0-43 16,0 0-121-1,0-18-152-15,0-5-267 0</inkml:trace>
  <inkml:trace contextRef="#ctx0" brushRef="#br0" timeOffset="186076.3">24544 12991 1152 0,'0'0'73'15,"0"0"-14"-15,0 0 2 0,0 0-5 16,0 0-53-16,0 0-6 16,71 6 0-16,-44-6-24 15,2-7-41-15,-4-9-155 16,-1 1-820-16</inkml:trace>
  <inkml:trace contextRef="#ctx0" brushRef="#br0" timeOffset="186910.1">25223 12587 51 0,'0'0'838'0,"0"0"-632"0,0 0-84 16,0 0-22-16,0 0-43 15,0 0 31-15,81 0-16 16,-48 0-34-16,1 0-5 16,-1 0-28-16,-4 0-10 0,0 0-14 0,-9 0-36 31,-4 0-77-16,-8 0-51-15,-6 0-549 0</inkml:trace>
  <inkml:trace contextRef="#ctx0" brushRef="#br0" timeOffset="188041.31">26505 12019 613 0,'0'0'97'0,"0"0"-19"0,0 0 35 16,0 0-67-16,0 0 32 0,0 0-25 16,-62-13-3-16,56 13-18 0,0 0 22 31,6 0-31-31,0 8-15 15,0-1-3-15,0 3 2 0,0-4-6 16,0 0 4 0,6-6-5-16,6 0 3 0,1 0 0 15,5 0 3-15,0-12-6 0,-5-11 0 16,5-4-6-16,-7-5-5 16,-2-1-54-1,-7 8-21-15,-2 3-51 16,-8 12 47-16,-24 8 46 15,-3 2 5-15,-10 0 39 0,7 18 18 16,5 6 80-16,6 3-7 16,21 0-47-1,6-1-42-15,0-4 8 0,8 2-6 16,15-6 16-16,-1-5 4 0,2-7-8 16,1-6-5-1,2 0-8-15,2-4 4 16,-3-17-7-16,-3-2 0 15,-10 0-22-15,-7 3 18 16,-6 4-7-16,0 2 11 16,0 6 4-16,0 4 10 15,0 1 18-15,0 3-21 0,0 0 4 0,3 0-15 32,3 5-9-32,4 7 9 0,-2 9 1 15,3 0 1 1,3 0 5-16,-5 2-2 15,-1 1 0-15,-8-2-10 16,0-1-5-16,0 2-11 0,0 4 6 16,-8-4 9-1,-19 5 12-15,-4-1 14 0,-3-4 45 16,3-2-8-16,2-9 17 0,2-3-32 16,3-9-1-16,4 0-29 0,2 0-12 0,3 0-6 31,3-3-33-16,1-9-27-15,9 6-72 16,2 0-211-16</inkml:trace>
  <inkml:trace contextRef="#ctx0" brushRef="#br0" timeOffset="188580.07">26106 12645 628 0,'0'0'302'0,"0"0"-163"0,0 0 54 0,138-14-42 15,-60 8-74-15,4-3-28 16,-4 4-31-16,-11 3-18 16,-13 2-42-16,-12 0-22 15,-7 0-37-15,-14 0-73 0,-3 0-297 16</inkml:trace>
  <inkml:trace contextRef="#ctx0" brushRef="#br0" timeOffset="189210.25">26121 12958 701 0,'0'0'177'0,"0"0"-16"0,0 0-20 16,0 0-69-16,0 0-27 15,0 0-5-15,106-32-33 16,-85 32 4-16,-3 0-6 0,-7 15-10 16,-7 6 3-16,-4-1-3 15,0 4-11-15,0 4-1 0,-4-2-1 0,-9 3 12 16,1-2 1 0,-3 1-4-1,-1 2-3-15,5-10 24 16,3-6-23-16,8-4 13 15,0-10-4-15,0 0-14 0,17 0-24 16,12-4-7-16,0-7 3 16,0-2 3-16,-2 6-130 15,-4-2-55-15,-6 1-227 0</inkml:trace>
  <inkml:trace contextRef="#ctx0" brushRef="#br0" timeOffset="189576.93">26565 12974 190 0,'0'0'567'0,"0"0"-490"0,0 0 6 0,0 0-12 16,0 0-5-16,0 0-43 0,123 82 6 0,-104-66-3 31,2 2-17-31,-6 0-5 16,-6 2 22-16,2-4-28 0,-9 8 4 0,-2 1 9 31,0-2-6-31,-13 1 56 15,-7-6-39-15,-3 1-7 0,4-13-3 16,1-2-11-16,-1-4-1 0,6 0-31 0,-5-22-91 31,5-10-258-31</inkml:trace>
  <inkml:trace contextRef="#ctx0" brushRef="#br0" timeOffset="189761.15">26676 12958 1234 0,'0'0'60'0,"0"0"-28"15,0 0 17-15,0 0-26 16,0 0-20-16,0 0 23 16,87 0-22-16,-49-8-8 0,-3-1-18 0,-8 4-52 31,-2-1-127-31,-11-1-481 0</inkml:trace>
  <inkml:trace contextRef="#ctx0" brushRef="#br0" timeOffset="200630.12">20621 14610 640 0,'0'0'209'0,"0"0"-128"15,0 0-9-15,0 0-2 16,0 0-24-16,0 0-4 15,0 0 36-15,0 0-23 0,0 0 20 16,0 0-38-16,0 0 11 16,0 0-37-1,0 0 0-15,0 0-10 0,0 0 15 16,0 0 12 0,-3 0-25-16,-13 0 2 0,-2 0 1 15,-3 4 4-15,-2 16-2 16,1 8-9-16,6 1 1 0,5 7-1 15,9-1 1 1,2-3-9-16,0-2 9 0,13-3-27 16,14-10 23-16,7-4-37 15,5-1 36 1,1-10-29-16,8-2-4 16,-2 0-34-16,1 0-44 15,-5-18-58-15,-6-4-136 16,-14 4-312-16</inkml:trace>
  <inkml:trace contextRef="#ctx0" brushRef="#br0" timeOffset="200932.42">20921 14802 429 0,'0'0'107'15,"0"0"-10"-15,0 0-2 0,0 0-37 16,0 0-13-1,60 103-31-15,-31-95 50 0,0-8 22 16,2 0-13 0,-2 0-30-16,-4-25 33 0,2-4-44 0,-3-6-23 31,-8-5-6-31,-8-1 3 16,-8 10-12-16,0 3 11 0,-2 6-13 15,-25 16 16-15,-4 6-15 16,-7 0 7-1,3 0-7-15,4 18-8 0,6-1-21 16,19 4-69-16,6-6-156 16,0-9-261-16</inkml:trace>
  <inkml:trace contextRef="#ctx0" brushRef="#br0" timeOffset="201300.08">21360 14570 186 0,'0'0'563'16,"0"0"-551"-1,0 0 13-15,0 0 45 16,0 0-52-16,-31 107-9 15,57-93 8-15,7 3-12 16,4-4 18-16,5-4 9 16,-4 1 20-16,-3 2-37 15,-6-2-6-15,-4 2-9 0,-7 3 0 16,-9-3 0-16,-5 2 6 16,-4 1 0-16,0 6 4 15,-23-1 39 1,-10 4-45-16,-7-1-4 0,-2 4-20 0,-1-4-11 31,8-6-25-31,14-9-105 0,11-8-5 0,10 0-284 16</inkml:trace>
  <inkml:trace contextRef="#ctx0" brushRef="#br0" timeOffset="201831.85">21741 14308 828 0,'0'0'208'0,"0"0"-179"16,0 0 46-16,0 0 25 0,0 0-67 16,136-27 2-16,-112 27-32 15,-1 0 13-15,-10 0-16 16,-9 21 14-16,-4-2-10 0,0 7-3 16,0 4-1-16,-15-4-9 15,-1 1 5 1,5-4-4-16,2-10-3 0,9-2 19 15,0-4-16-15,0-7-6 16,23 0 12 0,3 0-5-16,13 0 7 0,-2-8-1 15,1-2-52-15,-3-1-82 16,-6 9-214-16</inkml:trace>
  <inkml:trace contextRef="#ctx0" brushRef="#br0" timeOffset="202372.1">22133 14972 870 0,'0'0'122'0,"0"0"87"0,119-41-97 0,-55 5-26 16,5 6-41-16,-4-6-43 0,-12 8-4 0,-13 4-6 31,-9 8-11-31,-8 3-27 0,-10 4-4 0,-5 3-36 31,-4-5-26-31,-4 1-130 0,0 0-365 16</inkml:trace>
  <inkml:trace contextRef="#ctx0" brushRef="#br0" timeOffset="202560.08">22404 14662 1068 0,'0'0'48'15,"0"0"70"1,0 0-35-16,43 110-25 0,-11-75-50 0,-1-5-3 31,2 7-5-31,-2 2-10 0,-2 2-30 16,-4-4-178-16,0-3 73 0,-10-5-387 15</inkml:trace>
  <inkml:trace contextRef="#ctx0" brushRef="#br0" timeOffset="203000.11">23142 15049 1088 0,'0'0'72'0,"0"0"21"0,0 0-37 0,126-12-54 16,-91 2-2-16,-4-1-65 0,-11 4-146 15,-13 6-577-15</inkml:trace>
  <inkml:trace contextRef="#ctx0" brushRef="#br0" timeOffset="203170.08">23183 14865 1165 0,'0'0'200'0,"0"0"-172"16,0 0 28-16,0 0 30 15,118 0-58-15,-76-14-28 16,-6-3-1-16,-10-1-38 16,-5 9-71-16,-17 0-145 15</inkml:trace>
  <inkml:trace contextRef="#ctx0" brushRef="#br0" timeOffset="210820.36">24350 14807 67 0,'0'0'291'0,"0"0"-158"0,0 0-55 0,0 0-61 16,0 0-13-1,0 0 12-15,0 0 16 16,-4-18 53-16,4 18 6 15,0 0-53-15,0 0 18 0,0 0-3 16,0 0-1 0,0 0-25-16,0 0 16 0,0 0-3 15,0 0 20 1,0 0-3-16,0 0-35 16,0 0 9-16,0 0-22 0,0 0 24 0,0 0-30 15,0 0 25 1,0 0-5-16,0-9 14 15,0-5-10-15,0 0 8 0,0-11-32 16,0-12 2-16,0-9-1 0,15-9 1 31,-2-6-10-31,1-8 3 0,-3 9-9 16,-2 8-37 0,-2 13 21-16,-1 12 22 0,-3 12-12 15,-3 13 16 1,0 2 1-16,0 0-13 0,0 17 31 15,-23 17-37 1,-8 3 18-16,-3 7-42 0,1-10-68 16,6 0-101-16,0-5-80 15,10-6-147-15</inkml:trace>
  <inkml:trace contextRef="#ctx0" brushRef="#br0" timeOffset="211399.89">24827 14355 405 0,'0'0'136'0,"0"0"-63"0,0 0-20 0,0 0 15 0,0 0-42 16,0 0 45-16,-98 54 16 16,80-27 12-1,3 5-29 1,6 3-44-16,4 2 11 0,5-3-13 16,0 6 13-16,0-10-35 15,14 5 9-15,3-6-11 16,-1-1 0-16,2-7-1 15,4-7-6-15,0-8 3 16,3-6 8-16,-2 0 1 16,-8-11-4-16,-2-7-2 15,-8 0-8-15,-5 0 9 0,0 2 0 0,-14 10-1 16,-13 6-1 0,-4 0 4-16,-2 0 1 0,-1 18 6 15,7 1-18-15,8 2 6 16,9-3-68-1,6 5-132-15,4-14-277 0</inkml:trace>
  <inkml:trace contextRef="#ctx0" brushRef="#br0" timeOffset="212090.27">23904 15132 332 0,'0'0'273'0,"0"0"-117"0,0 0-1 16,0 0-39-16,0 0-83 15,0 0 126-15,85 36-71 16,-35-27-23-16,2 0 0 0,11-9-33 15,9 0 22 1,9 0-47-16,11 0-7 16,1 0 5-16,-1 0-23 0,-3 0 3 0,-11 0-26 31,-11 0-32-31,-13 0-64 0,-23 0-193 16</inkml:trace>
  <inkml:trace contextRef="#ctx0" brushRef="#br0" timeOffset="214699.94">24139 15735 722 0,'0'0'95'0,"0"0"24"0,0 0-7 16,0 0-44-16,0 0-40 15,0 0 23-15,0 0-18 0,-3-8 9 0,21-1 13 0,2 3-17 32,3-1-4-17,4 1-12-15,-2-2-7 16,2 8-15-16,-6 0 8 0,-6 0-3 15,-8 0-10 1,-5 13-18-16,-2 4 17 0,0 11 6 16,-22-2-7-16,-5 5 3 15,-6-2-9-15,-1 1 12 16,1-3-11-16,8-6 8 16,7-3 8-16,12-7-13 15,6-4-2-15,0-2-5 16,6-5-3-16,19 0 13 0,2 0-1 15,-1 0 14 1,-3-5-22-16,-1 2 16 16,-2-1-4-16,0-2-36 15,3-3-33-15,-4 0-148 0,0-4-488 0</inkml:trace>
  <inkml:trace contextRef="#ctx0" brushRef="#br0" timeOffset="-214396.77">24604 15662 747 0,'0'0'86'0,"0"0"0"0,0 0 66 0,0 0-95 32,0 0-54-32,0 0 0 0,-22 33 13 15,30-24 26-15,10 3 1 16,1 3 10-16,0-5-29 16,-1 3 6-16,-3-1-28 15,2 1 4-15,-5 1-5 16,2-1 2-16,-3 6-1 15,-2-5 4-15,-4 12-9 16,-5-8 20-16,0 8-12 0,-3-8-2 16,-25 4-6-1,-1-12-20-15,-4-1-34 0,0-5-59 16,2-4-160-16,8 0-263 0</inkml:trace>
  <inkml:trace contextRef="#ctx0" brushRef="#br0" timeOffset="-214231.3">24700 15643 575 0,'0'0'596'16,"0"0"-570"-16,0 0 20 16,0 0-7-16,0 0-39 0,0 0 0 31,109 4-59-31,-75-10-90 0,-3-8-285 0</inkml:trace>
  <inkml:trace contextRef="#ctx0" brushRef="#br0" timeOffset="-189066.33">20723 16986 275 0,'0'0'228'0,"0"0"-226"15,0 0 29-15,0 0 20 16,0 0 1-16,0 0-3 16,0 0-10-16,0 0 32 0,15-5 6 15,-15 5-11-15,0 0-49 16,0 0 0-1,0 0-10-15,0 0 17 0,0 0 3 16,0 0-6-16,0 0 24 0,0 0-27 16,0 0 37-1,0 0-18-15,0 0-4 0,0 0-24 16,0 0 9 0,0 0-1-16,0-1 2 15,0 1 22-15,0-4-12 16,0 1-9-16,-11-2-18 0,-7 5-2 15,-1 0 9-15,-6 0-18 16,0 8 9-16,-2 16 0 16,6 10 0-16,5 11-2 15,7 5 1-15,9 4 2 16,0 0 21-16,4-6-19 16,23-8-3-16,9-9 0 15,1-4-3-15,8-9-19 16,2-6 19-16,0-6-15 15,-1-6-17-15,-3 0-5 16,-7 0-33-16,-7-6-62 0,-2-15-183 16</inkml:trace>
  <inkml:trace contextRef="#ctx0" brushRef="#br0" timeOffset="-188714.77">20995 17271 536 0,'0'0'99'0,"0"0"-31"0,0 0 20 0,0 0-17 16,0 0-24-16,0 0 0 15,84 46 8-15,-50-46 12 16,2-13-11-16,-5-10 23 15,-4-4-69-15,-6 0 4 0,-7-5-14 0,-12 2 5 16,-2 2-5-16,0 6-5 31,-18 4-2-31,-11 13-7 0,-6 5 12 16,-3 0 0 0,9 23-12-16,4 4 19 0,12 4-10 15,9-9-4-15,4 1-47 16,0-10-91-16,17-3-66 15,19-10-17-15,-3 0-213 16</inkml:trace>
  <inkml:trace contextRef="#ctx0" brushRef="#br0" timeOffset="-188366.46">21427 16998 625 0,'0'0'135'0,"0"0"-87"16,0 0 14-16,0 0-4 15,0 0-50-15,0 0-8 0,-22 42 12 0,42-24 39 32,1 3 19-32,6-2-15 15,5-2-29-15,-1 1-3 16,2-4-1-16,0 0-21 0,2 4-1 0,-4 4 6 31,-7 0-10-31,-6 0 8 0,-14 4-8 0,-4 2 9 31,-6-2 34-31,-25-3-16 0,-7-6-21 16,-3-3 13-16,-1 0-6 0,7-2-18 16,3-8-4-1,12-4-14-15,11 0-83 16,9 0-177-16</inkml:trace>
  <inkml:trace contextRef="#ctx0" brushRef="#br0" timeOffset="-187906.74">22157 17375 661 0,'0'0'308'0,"0"0"-212"0,0 0 52 0,121-82-49 15,-68 48-40-15,1-2-35 16,-6 4-9-16,-5 2-15 0,-7 2-3 0,-7 6-22 16,-9 8 2-1,-9-3-26-15,-7 7-31 0,-4-4-54 16,0 2-203 0</inkml:trace>
  <inkml:trace contextRef="#ctx0" brushRef="#br0" timeOffset="-187716.46">22418 17030 634 0,'0'0'481'0,"0"0"-368"16,3 117-46-16,23-77 9 16,3-4-44-16,3-3-24 0,3 0-8 0,-2-5-8 31,-1-2-75-31,-3 0 67 15,-7-3-64-15,-2-6-215 16,-6 1-157-16</inkml:trace>
  <inkml:trace contextRef="#ctx0" brushRef="#br0" timeOffset="-187216.23">23080 17486 625 0,'0'0'95'0,"0"0"52"0,0 0 27 0,0 0-42 0,0 0-29 0,120 0-56 16,-89 0-17-1,0 0-26-15,1 0-8 0,-8 0-10 16,-1 0-27-1,-10-5-37-15,-9 1-88 16,-4-1-194-16</inkml:trace>
  <inkml:trace contextRef="#ctx0" brushRef="#br0" timeOffset="-187016.42">23196 17343 1118 0,'0'0'224'16,"0"0"-171"-16,0 0 37 16,0 0-16-16,0 0-41 15,120-32-31-15,-91 25-4 16,-6 2-9-16,-6 1-35 16,-5 4-67-16,-6 0-59 15,-6-2-444-15</inkml:trace>
  <inkml:trace contextRef="#ctx0" brushRef="#br0" timeOffset="-182413.8">24299 17052 478 0,'0'0'136'0,"0"0"-81"16,0 0 43-16,0 0-19 0,0 0-40 16,0 0-21-16,0 0 8 15,11-22 12-15,-11 22 10 16,0 0 30-1,0 0-33-15,0 0 39 0,0 0-55 16,0 0 2-16,0 0-11 16,0 0 9-16,0 0-4 0,0 0-15 15,0 0 13 1,0 0-23-16,0 0 7 0,0 4 3 16,0 18-5-16,0 2 13 0,0 11 3 0,0-3-21 31,0 4 0-16,0 4 0-15,0-1 7 0,0 5-15 16,0-2-4-16,0-11-10 0,0-1-45 16,0-12-20-1,0-12-58-15,0-6-129 0,0 0-192 0</inkml:trace>
  <inkml:trace contextRef="#ctx0" brushRef="#br0" timeOffset="-182036.57">24139 17277 372 0,'0'0'439'0,"0"0"-322"0,0 0 17 15,0 0 60-15,0 0-93 16,126 16-15-16,-76-10-24 15,-2 1-30-15,2-2-14 16,-6-5-14-16,1 4-8 16,-12-4-38-16,-4 0-31 0,-14 0-65 0,-10 6-135 15,-5 2-554 1</inkml:trace>
  <inkml:trace contextRef="#ctx0" brushRef="#br0" timeOffset="-181456.41">24093 17794 336 0,'0'0'545'0,"0"0"-394"0,0 0-30 0,123 14-7 16,-76-14-82-16,0 0-24 0,-2 0-8 15,-5 0-25 1,-5 0 1-16,-10 0-80 0,-11 0-174 0</inkml:trace>
  <inkml:trace contextRef="#ctx0" brushRef="#br0" timeOffset="-180636.36">25070 17906 50 0,'0'0'318'0,"0"0"-188"0,0 0 4 0,0 0-8 15,0 0-14-15,-5 125 25 0,5-100-38 16,0 4-56 0,5-8-36-16,-1 2-7 0,2-4 27 0,0-5-7 0,-4-11 3 31,-2-3-14-16,0 0 0-15,0 0 9 16,0 0 9-16,0-17 12 0,0-16-38 0,0-11-1 31,0-10 6-31,0-12-10 16,0-18 7-16,0-10-6 16,0-15-30-16,-2-7-8 0,2 1-47 15,0 11 68 1,8 10 20-16,10 20 4 0,0 11 40 15,-3 17-25-15,3 14 46 16,0 2-14-16,-2 4-25 16,8 2-26-16,-1 2-10 15,1 0-8-15,0 10-34 16,-3 7-32-16,-4 5-53 16,-7 0-143-16,-10 0-260 15</inkml:trace>
  <inkml:trace contextRef="#ctx0" brushRef="#br0" timeOffset="-179701.05">25754 17427 340 0,'0'0'280'0,"0"0"-116"0,0 0 45 15,0 0-48-15,0 0-56 16,0 0-17-16,20-44-56 0,-9 4 20 15,0-14-4-15,-2-8-22 16,0-4-6 0,-5 2-15-16,0 5-10 0,-4 7-5 0,0 20 8 15,0 9-14-15,0 16-4 16,0 7 8 0,-13 5-6-16,-9 30 11 0,-7 5-9 15,-5 8 7 1,8-8-40-16,2-8 2 0,12-5-57 15,6-13-17 1,6-6-49-16,0-2-41 16,16-2 8-16,10-4 14 15,0 0-62-15</inkml:trace>
  <inkml:trace contextRef="#ctx0" brushRef="#br0" timeOffset="-179296.79">26055 17062 696 0,'0'0'158'16,"0"0"-33"-16,0 0 25 16,0 0-51-16,0 0-41 15,0 0-43-15,-13 30 3 16,-1 2-12-16,1 5-6 15,8-3 0-15,5 2 0 0,0-5-6 16,0 0 12-16,13-7-5 0,8-6 8 16,2-2 0-1,2-6-9-15,11-6 9 16,-3-4-8-16,3 0 4 16,-4 0-5-16,-9-9 3 15,-2-8-11-15,-15-1 6 16,-6 3-21-16,0 2 23 0,-23 9 0 15,-6 4-4-15,-12 0-1 16,1 4 2-16,2 14-17 16,5 10 1-1,10-6-56-15,7 4-72 0,12-8-249 16</inkml:trace>
  <inkml:trace contextRef="#ctx0" brushRef="#br0" timeOffset="-178506.67">25629 17838 578 0,'0'0'298'0,"0"0"-219"0,0 0 90 0,0 0-54 16,0 0-91-16,0 0-17 15,64-21 6-15,-54 21-11 16,1 0 20-1,-3 0-9-15,6 10-3 0,-5 1-10 0,-7 7 4 0,-2 5-7 32,0 3 4-32,0-2-2 15,0 2-20-15,-6 0 20 0,-3-2-9 16,-1 2 8 0,2 4 1-16,1-6-4 15,5-3-13-15,2-5-14 16,0-9 25-16,17-3 10 0,8-4-7 15,2 0 8 1,2 0-3-16,2 0 1 0,-2-14-2 0,-6 1-9 31,8 5-68-31,-10 3 74 16,-2-3 6-16,-6 2-6 0,-4-2-14 16,-4-7-48-16,-5 8-129 15,0-3-211-15</inkml:trace>
  <inkml:trace contextRef="#ctx0" brushRef="#br0" timeOffset="-178176.68">26106 17929 795 0,'0'0'71'0,"0"0"-49"0,0 0 79 0,0 0 5 16,0 0-66-16,0 0-1 0,107 58-32 16,-83-46-6-16,-1 6 4 15,-2 4 1-15,-2-5-6 16,-9 2 0-16,-5 4-15 15,-5-6 15-15,0 10 0 16,-13-4-7-16,-10 7 6 16,-4-8 0-16,-4-8-10 0,7-14-28 0,-2 0-65 31,-1-18-162-31</inkml:trace>
  <inkml:trace contextRef="#ctx0" brushRef="#br0" timeOffset="-178006.52">26157 17842 1200 0,'0'0'97'15,"0"0"-73"-15,0 0 5 0,0 0-29 0,0 0-2 32,0 0-32-32,145 28-28 15,-112-46-170-15,-2 0-428 16</inkml:trace>
  <inkml:trace contextRef="#ctx0" brushRef="#br0" timeOffset="-177466.82">25637 17726 514 0,'0'0'312'0,"0"0"-122"0,0 0 16 0,137-8-80 32,-73 8-45-32,7 0-44 0,6 0 1 15,-4 0-31-15,-2 0-7 16,-6 0-12-16,-8 0-13 15,-7 0-55-15,-8 0-21 16,-13 0-114-16,-13 0-232 16</inkml:trace>
  <inkml:trace contextRef="#ctx0" brushRef="#br0" timeOffset="-176523.65">25435 16798 278 0,'0'0'284'16,"0"0"-221"-16,0 0 47 16,0 0-13-16,0 0 17 15,0 0-6-15,73 0-43 16,-48 0 29-16,6 4-31 0,0 2 7 16,17-2-17-1,7 4 1-15,14-2-17 0,9-2 8 16,5 0-24-1,2-1-13-15,-4 2-1 0,6-5 2 16,-2 6-18-16,-2-6 6 16,-10 0 0-16,-13 0-37 15,-18 0-12-15,-17 0-36 16,-23 0-88-16,-2 4-528 16</inkml:trace>
  <inkml:trace contextRef="#ctx0" brushRef="#br0" timeOffset="-175740.45">24954 17870 627 0,'0'0'197'0,"0"0"24"0,0 0-56 16,0 0-54-16,80 115-70 16,-57-83 6-16,-6 7-37 15,1-6-6-15,-3-7-4 16,-8-4-5-16,5-8-30 0,-6-2-18 16,-2-6-16-16,-1 8-94 0,-3-5-189 31</inkml:trace>
  <inkml:trace contextRef="#ctx0" brushRef="#br0" timeOffset="-173826.42">27191 17664 620 0,'0'0'219'0,"0"0"-208"0,0 0 149 15,0 0 2-15,0 0-59 16,0 0-56-16,129 10-24 16,-100-10-20-16,-2 0 2 15,-2 0-10-15,-6 0 2 0,-3 0 2 16,-5 0-27-1,-5-4 8-15,-4-6-42 0,-2 0-96 0,0-6-270 16</inkml:trace>
  <inkml:trace contextRef="#ctx0" brushRef="#br0" timeOffset="-173644.77">27253 17455 655 0,'0'0'682'0,"0"0"-678"0,0 0 23 16,0 0 84-16,114 0-83 0,-72 0-28 31,0-6-15-31,-3-1-75 0,-8-2-55 16,-12-1-539-16</inkml:trace>
  <inkml:trace contextRef="#ctx0" brushRef="#br0" timeOffset="-173096.55">28158 17201 51 0,'0'0'828'0,"0"0"-739"0,0 0 42 0,0 0 24 15,0 0-59 1,0 0-30-16,0 4-30 0,2 14 23 0,3 4-28 16,-3 4-2-1,-2 9-26-15,0 2-6 16,-7-1-12-16,-4 0-6 0,0-2-17 16,-1-2-8-16,2-1-21 15,-4-7-34 1,1-6-37-16,0-6-112 15,3-8-206-15</inkml:trace>
  <inkml:trace contextRef="#ctx0" brushRef="#br0" timeOffset="-172846.57">28002 17343 869 0,'0'0'286'15,"0"0"-157"-15,0 0 12 16,127-4-43 0,-87-2-48-16,-4 2-47 15,-7 0-3-15,0 0-31 0,-2-2-32 16,-6-3-66-16,-5 7-271 15</inkml:trace>
  <inkml:trace contextRef="#ctx0" brushRef="#br0" timeOffset="-171852.49">27958 17874 589 0,'0'0'85'0,"0"0"-16"15,0 0 21-15,0 0 43 0,0 0-50 16,0 0-33-1,-81 0 1-15,74 0 44 16,5 0-36-16,2 0 2 16,0 0-31-16,0 0-22 0,0 0-3 15,9 5-1-15,16 8 47 16,8 0-3-16,9-4 1 16,5 0-30-1,3-3 12-15,-2-2-31 0,-3-4-18 16,-3 0-24-16,-4 0-45 15,-11 0-14-15,-11-8-117 0,-16-3-444 16</inkml:trace>
  <inkml:trace contextRef="#ctx0" brushRef="#br0" timeOffset="-170626.78">29118 17012 207 0,'0'0'448'0,"0"0"-294"0,0 0-34 15,0 0-11-15,0 0-51 16,0 0-9-16,-15-70-33 0,15 68 65 16,0 2-35-16,0 0-1 15,0 0-17-15,0 0-2 0,0 0-12 16,-5 10-4-16,-7 20 2 16,2 7-3-1,-8 4 6-15,-6 7-12 16,-3 1-1-16,-2-3-2 0,4-6-1 31,0-6 0-31,12-10-3 0,5-6-2 16,6-6-15-16,2-6 12 0,0 2-40 0,17-3 40 31,6-2-25-31,1 1 19 0,-4-4-13 0,2 1-2 31,1-1 13-31,-6 0-21 16,1 0 12-16,-3 0 3 15,-3 0 23-15,-3 0-17 16,-5 0 16-16,5 0-11 16,-6 0-6-16,1 0 11 0,0 0 6 0,-1-5-5 15,1-3 12 1,-2-2-13-16,5 2 14 16,-5 4-11-16,-2 4 7 0,0 0-3 31,0 0 10-31,0 0 0 0,0 12 6 15,0 11 62-15,0 13-15 0,0 3-43 0,0-3 8 0,0 5-25 32,-9-6 7-17,0-2-10-15,-5-3 0 0,6-7 0 16,4-10-28-16,-1-5-39 16,1-8-172-1,-4 0-411-15</inkml:trace>
  <inkml:trace contextRef="#ctx0" brushRef="#br0" timeOffset="-169866.52">28868 18106 353 0,'0'0'370'0,"0"0"-355"15,0 0 16-15,0 0 79 0,0 0-66 16,0 0-16-16,-8 0 50 0,8-2 33 16,6-1-6-1,4 0-22-15,0 3-42 16,1 0-26-16,14 0 12 15,6-9-16-15,14-9 17 0,12-8-23 16,17-7 7 0,20-2-10-16,0-5-4 0,1 4-2 15,-8-1-24 1,-16 3 13-16,-8 2-37 0,-10 7-11 0,3-4-53 31,-7 11-42-31,-6 2-112 0,-10 2-264 16</inkml:trace>
  <inkml:trace contextRef="#ctx0" brushRef="#br0" timeOffset="-169186.82">29589 17999 628 0,'0'0'216'0,"0"0"-210"0,0 0 27 15,0 0 19-15,0 0-8 0,0 0-31 16,2 22 54 0,-2-16 28-16,8 2-4 15,-1 2-51-15,5 1-35 16,3-2 15-16,1 1-19 15,1 0 0-15,10 6 7 16,-2 5-16-16,1 0-24 16,-3 1 32-16,-1 0 0 0,-6 0 4 0,-3-4-8 15,-7 0 9 1,-6-5-9-16,0-4 13 0,0 10-8 16,-13 3 5-1,-9 0-2-15,-3 0-2 16,1-4-1-16,-1-8-1 15,5-3-4-15,1-2-1 0,2-5-17 16,5 0-42-16,2-18-142 16,3-8-199-16</inkml:trace>
  <inkml:trace contextRef="#ctx0" brushRef="#br0" timeOffset="-168983.14">29695 18005 329 0,'0'0'321'0,"0"0"-307"31,0 0 14-31,0 0 73 16,0 0 24-16,0 0-50 0,141-46-33 16,-112 42-13-1,2 4-29-15,-6-4-10 0,-6 0-213 16,-5 4-447-1</inkml:trace>
  <inkml:trace contextRef="#ctx0" brushRef="#br0" timeOffset="-147834.56">15267 13236 475 0,'0'0'218'0,"0"0"-51"0,0 0-19 0,0 0-43 0,0 0-46 16,0 0 30-16,0 0-46 15,0 0 5 1,0-29-21-16,0 26 12 16,0 3 17-16,0 0-37 0,0 0 17 0,0 0-36 31,0 0 14-31,0 0-10 0,0 0-8 0,0 0 2 31,0 14 1-31,0 16 1 16,0 23 15-16,0 5 5 0,0 10-17 15,-3 4 5-15,-19 4 8 16,1 7-24-16,2 0 8 16,1 0-44-16,5-11 44 0,3-11 0 15,10-16-8 1,0-10-22-16,0-11 13 0,0-14-80 15,0-10-62 1,0 0-568-16</inkml:trace>
  <inkml:trace contextRef="#ctx0" brushRef="#br0" timeOffset="-108336.65">23254 2436 851 0,'0'0'81'0,"0"0"11"16,0 0 17-16,0 0-3 0,0 0-35 16,0 0-21-1,0 0-4-15,-54-15-30 0,52 15 22 16,-5 0-20 0,-3 0-2-16,-11 0-14 0,6 0-2 15,-3 0 4-15,7 0-2 16,-3 5-3-16,6-1 6 0,-1 4-10 31,-1 2 3-31,0 0 1 0,-4 8-2 0,-8 4-3 16,2 3 4-1,2 3-13-15,7-2-8 16,11 7 9-16,0 6 9 16,16 7 10-16,21 8-10 0,7 2 13 15,6-4-9-15,4-6 1 0,1-11-1 31,10-17-43-31,6-15-80 16,0-3-163-16</inkml:trace>
  <inkml:trace contextRef="#ctx0" brushRef="#br0" timeOffset="-107866.39">23605 2637 678 0,'0'0'173'0,"0"0"-123"0,0 0 72 0,-81 124-62 32,81-89-30-32,0-2-28 15,24-9 17-15,14-8-4 16,8-9 17-16,6-7 2 0,2 0-10 0,-4-31 0 31,-5-12-18-31,-16-4-6 0,-18-4-1 16,-11 5 1-16,0 5-18 15,-31 12 7 1,-7 10 11-16,-9 10 0 0,1 9 14 16,-2 0-14-16,9 18-8 15,7 8-63-15,17-3-92 16,15-1-324-16</inkml:trace>
  <inkml:trace contextRef="#ctx0" brushRef="#br0" timeOffset="-107523.17">23993 2484 836 0,'0'0'32'16,"0"0"-32"-16,0 0-33 15,0 0 33-15,81 117 24 0,-26-91-15 16,5 4-2 0,0-2-3-16,1 2 16 15,-1 0-14-15,-6-4-6 16,-9-1 2-16,-17-2-9 15,-14-4 7-15,-14-2 0 16,-23 4 53-16,-33 1 60 0,-19-3 34 16,-6 3-83-16,6-2-9 15,10-8-55-15,22-1-7 16,12-5-50-16,16 0-44 16,13-2-159-16,2 0-377 15</inkml:trace>
  <inkml:trace contextRef="#ctx0" brushRef="#br0" timeOffset="-107016.39">25444 2432 1002 0,'0'0'153'0,"0"0"-79"0,0 0 2 0,0 0-5 16,-131 114-62-16,77-65-6 15,-4-2-2-15,7 2-2 16,6 1-5-16,12-8-10 16,6-6-2-16,10-4-19 15,1-7 34-15,3-10-9 16,3-5-35-16,4-10-76 0,1 0-20 16,3-30-227-16</inkml:trace>
  <inkml:trace contextRef="#ctx0" brushRef="#br0" timeOffset="-106833.58">25051 2577 1219 0,'0'0'57'0,"0"0"-18"16,0 0 49-16,72 112 0 15,-32-80-61-15,8-2 12 16,0-4-39-16,1-2-6 15,-5-4-20-15,-12-2-35 16,-8 0-59-16,-11 1-211 0</inkml:trace>
  <inkml:trace contextRef="#ctx0" brushRef="#br0" timeOffset="-105933.06">26115 2938 629 0,'0'0'202'0,"0"0"-198"0,0 0 60 0,0 0 68 32,0 0-31-32,0 0-35 0,0 0-27 0,-11-9-7 15,11 9 17 1,0 0 4-16,9 0-11 16,11 0 0-16,13 0-15 0,5 0 28 0,10 0-55 31,-2 0 9-31,-9 0-9 15,-1 0-15-15,-14 0-38 16,-7 0-24-16,-9 0-33 16,-6 0-108-16,0 0-220 0</inkml:trace>
  <inkml:trace contextRef="#ctx0" brushRef="#br0" timeOffset="-105656.48">26168 2679 933 0,'0'0'103'0,"0"0"80"16,0 0-87 0,123 2-47-16,-92 2-36 15,-2-4-13-15,-5 0-20 0,-1 0-40 0,-10 0-121 0,-10 0-590 32</inkml:trace>
  <inkml:trace contextRef="#ctx0" brushRef="#br0" timeOffset="-104986.39">27039 2664 319 0,'0'0'440'0,"0"0"-345"0,0 0-8 0,0 0 67 0,0 0-48 16,0 0-68-16,0 0-10 15,50 21 38 1,-2-11 16-16,10-4-48 16,7-3 1-16,4-3-31 0,-5 3-4 15,-6-2-31-15,-19 2-72 16,-20-1-69-16,-17-2-383 15</inkml:trace>
  <inkml:trace contextRef="#ctx0" brushRef="#br0" timeOffset="-104068.6">28280 1757 797 0,'0'0'99'0,"0"0"-67"15,0 0 127-15,0 0-21 0,0 0-56 16,0 0-40-1,39-80-6-15,-39 80-3 16,0 0-3-16,0 21-30 16,-12 15 4-16,-24 14 22 15,-8 4-26-15,-3 3 10 16,5-8-7-16,11-4-3 0,11-7 0 16,7-8-5-16,7-8-13 15,6-5-4-15,0-4 2 16,12-3-29-16,17-2 35 15,17 0 2-15,2 2 7 16,-4 0 10-16,-7 1-8 0,-8 0 3 16,-6 0-1-16,-5-1-7 15,-5-5-8 1,-4-2 0-16,-2-3-11 16,0 0 16-16,-3 0-16 0,0-12 24 0,1-6-13 31,-1-3 13-31,-4 1 2 0,0 2 2 15,0 0-6 1,2 2 10-16,-2 8-6 0,3 2 12 16,-1 2-12-16,1 4 3 0,-1 0-4 15,4 4 4 1,1 23 8-16,-7 21 16 16,0 10 1-16,0 4 31 15,-18 6-16-15,-2-4-21 16,2-8-17-16,3-6-8 15,1-10 2-15,3-8-24 16,2-7-9-16,1-10-72 16,5-8-181-16</inkml:trace>
  <inkml:trace contextRef="#ctx0" brushRef="#br0" timeOffset="-103686.37">28205 2938 750 0,'0'0'51'0,"183"-83"48"0,-65 35 30 0,9 0-23 16,0 2-35-16,-7 2-71 15,-16 12-1 1,-19 5-41-16,-16 5 22 0,-20 11-109 16,-17 3-261-16</inkml:trace>
  <inkml:trace contextRef="#ctx0" brushRef="#br0" timeOffset="-103154.55">28957 2833 236 0,'0'0'400'0,"0"0"-393"15,0 0-7-15,0 0 149 16,0 0 23-16,0 0-51 15,-89 38-61-15,81-20 17 0,3 0-41 0,3 4-24 16,2 5-1-16,0-1-9 31,2 6 28-31,19-2-28 0,2 2 12 16,11 2-9-16,-3-2-2 16,0-3-2-16,-6 2 5 15,-5-3-6-15,-7-1-18 16,-8-6 10-16,-5 2 16 15,0-1-1-15,-29 0 6 16,-7-4 7-16,-8-8 5 16,2-6-25-16,-3-4-3 15,3 0-28-15,11-18-41 16,-1-13-126-16,12-6-208 16</inkml:trace>
  <inkml:trace contextRef="#ctx0" brushRef="#br0" timeOffset="-102972.45">28949 2923 1179 0,'0'0'53'16,"0"0"14"-16,133 0 5 15,-88 0-63 1,-1 0-9-16,-10 0-116 0,-14 0-267 15</inkml:trace>
  <inkml:trace contextRef="#ctx0" brushRef="#br0" timeOffset="-92546.5">5496 13994 570 0,'0'0'75'0,"0"0"-64"0,0 0 10 0,0 0 44 0,0 0-14 16,0 0 7-16,0 0-3 0,0 0 20 15,0 0 20 1,0 0-45 0,0 0-6-16,0 0-24 0,0 0 6 15,0 0-13-15,0 0-9 16,0 0 6-16,0 0-10 15,0 0 2-15,0 0 4 0,0 0-12 16,3 3 12-16,8-2 0 16,2 3-5-16,3-2 1 15,-1 2 4 1,3-1-5-16,-3 2 5 0,1 0-2 16,5-2-1-16,-4 1 6 15,1-2-10-15,-3 1 3 0,3-2-3 31,-3 4 1-31,6-1 0 0,-6 0 0 16,1 1 2-16,0 0-5 16,-3-1 6-16,7-3-6 15,-2 2 9-15,0 1-9 16,4-1 3-16,-2-1 0 16,2-2 0-16,-1 4 0 15,-4-4-1-15,4 2 2 16,-4-2-3-16,3 3 10 0,-5-2-11 0,4-1 3 31,-3 3 0-31,-6-3-2 0,3 0 2 0,1 0-2 16,-1 0 6-1,1 0 1-15,3 0-2 16,-1 0 10-16,2 0-12 16,-2 0 1-16,1 0-2 15,1 0 0-15,1 0 2 16,-4 0 3-16,5 0-5 15,-1 0 5-15,2 0-1 16,1 0 1-16,-4 0-8 16,0 2 3-16,-1 4-2 15,1 0-1-15,1-2 3 0,2 0-2 16,4 6 5-16,-3-7-7 16,1 2 10-16,-6-4-8 15,-3 6 8-15,-1-1-9 16,0-6 4-16,3 4-1 15,-1-2 0 1,6 0 0-16,-5 0-2 0,7 0 6 16,-2-2-7-16,4 0 10 15,-3 0-7-15,0 0 3 16,-2 0 1 0,0 0-2-16,-2 0 8 0,2 0-10 15,1 6 5-15,-2-6-9 16,3 5 8-16,-1-3-7 0,-4 1 12 15,1 0-13 1,-3-3 6-16,2 5-2 16,-2-5 0-16,1 0 0 15,3 0-4-15,4 0 13 16,4 4-17-16,2 0 18 0,2 0-16 16,4-2 10-16,-4 0-7 15,1 4 3-15,-6-4 0 0,-3 5-2 16,4-1 0-1,-6-4-2-15,0-2 4 16,-1 5 0-16,-2-5 0 16,-2 0-3-16,1 0 5 0,-1 0-2 15,1 0 0 1,4 1-1-16,-3 4-4 0,6 1 10 16,-2 2-12-16,1 3 6 0,-1-5-3 0,-7-3 8 31,1 0-6-16,-1-3 2-15,-2 0 0 0,6 0 0 16,3 0 0-16,1-3 1 16,3-9 4-16,3-4-10 15,-2 4 12-15,-3 2-12 16,-1 0 8-16,-4 2-3 16,-1 4 0-16,-2-2-1 15,2 0-5-15,2-7 12 16,0-4-5-16,4-6 4 0,-1 0-5 15,-1-4 2 1,-2 5-2-16,0 3 0 16,1 1 0-16,-4-3 5 0,3 5-5 15,5-5 15 1,-3-2-13-16,0 3 14 0,-2-3-8 0,-2 2-12 31,-2 1 4-31,-1-2-2 16,-1 0-7-16,-3 5 9 0,-7 0-6 15,-4 1 13-15,0 1-14 0,0 4 17 16,0-3-8-16,-4 1 0 16,-3-3 4-1,1 1-6-15,0-4 0 0,0-1 0 16,6 1 1 0,-2-2-3-16,0-1 8 15,-1 3-12-15,3-4 14 0,0 3-10 16,-2-2 3-16,0-4-2 15,-2 0-1 1,0 0-5-16,-4-2 6 0,4 2-5 16,-5 2 0-1,7 2 4-15,0 4-4 0,0-1 11 16,2 5-6-16,-3 3 1 16,3-3 0-16,-4 3 6 15,-3 1-4-15,0-2-4 0,-6 5 3 16,4-3-4-1,-4-1 2-15,-5 3-8 16,7 0 8-16,-2 0 0 16,-3 0 1-16,3 2 0 15,1-1-2-15,-1 0 6 0,-3 3-10 16,-1 0 16-16,-10 4-17 16,-2 0 8-16,-7 0-2 0,-1 0-13 15,-2 0 3 1,1 0 7-16,-1 0 2 15,-2 0-3-15,7 0 10 16,-3 0-14-16,-3 0 17 16,0 8-16-16,-5 8 5 15,-3 4 2-15,-4-2-9 16,1-2-12-16,2-2 17 16,2-4 5-16,5 1-5 15,6-8 11-15,2-1-5 0,3 1 1 16,2-3 4-1,1 0-5-15,-1 0 1 0,-5-8-2 16,8-1 2-16,-8 0-3 16,0-4 6-16,-4 9 0 15,-2-3 1-15,1 1 30 16,-2-3-34-16,5-1-4 0,7-4 2 16,2 0-1-16,6 4-7 15,0-2-2 1,5 4 0-16,1 4 16 15,-1 4-12-15,-3 0 9 16,-8 0-6-16,-2 0 1 16,-2 1 2-16,0 6-1 0,-3-7 1 15,5 4-3 1,0-4-7-16,9 0 3 0,-2 0 14 16,4 0-12-16,3 4 10 15,-1 0-5-15,1 0 5 0,-1 3-4 16,1-6-2-1,-2 1 6-15,-1 4-14 16,-1-2 18-16,-2 0-21 0,-1 0 16 16,0 1-7-1,2-2 6-15,-1 1 0 0,-2 0-3 16,-2 0 2-16,-6 6-6 16,2 2 8-16,-2 1-14 0,4 0 18 31,2-1-16-31,3 0 3 0,4-4 4 15,4-2-2 1,4-3 3-16,1 2 0 0,0-2 1 16,-2-2-2-16,0 4 7 15,-7 1-12-15,-2 0-1 16,-2 2-3-16,-3-2-4 16,7-2 14-16,3-3 0 15,2-1 1-15,3 0 9 16,-1 3-4-16,3 1-8 15,-9-1 6-15,7 4-8 0,-4-4 2 0,-1 6 1 16,5-3 1 0,-1 0 0-1,3-2-3-15,-1 6 10 0,-1-1-13 16,8 3 15-16,0 3-18 16,2 1 8-16,0 2 0 15,0 4-1-15,0 0-1 16,0-2 2-16,0 0 1 15,0-2-4-15,0-4 8 16,0-2-5-16,0 2 8 16,2-4-11-16,0 0 7 0,1 4-6 15,1-2 2 1,-1 2 1-16,-3 4-3 0,2-3 6 16,0-1-11-16,7 1 6 15,0 2-2 1,2 2 8-16,2 1-6 15,-6 7 3-15,7 1-1 0,-8 0 0 0,7-4-7 32,3-8-19-32,5-3-79 0,4-13 41 15,4-3-206-15</inkml:trace>
  <inkml:trace contextRef="#ctx0" brushRef="#br0" timeOffset="-78738.52">4139 15798 580 0,'0'0'126'0,"0"0"-109"0,0 0 11 15,0 0 13-15,0 0 9 16,0 0-15-16,0 0 17 0,5-9 20 16,-5 5-4-16,0 4-25 0,2 0 32 15,-2 0-35-15,0 0-11 0,0 0-8 31,0 0-7-31,0 0-4 0,2 8-1 16,1 14 0 0,-1 18 13-16,-2 1-2 15,0 9-17-15,0-3-1 16,0 0-2-16,0-3-2 0,0-8-16 16,0-10-43-16,-2-8-13 15,2-18-156 1,-3 0-149-16</inkml:trace>
  <inkml:trace contextRef="#ctx0" brushRef="#br0" timeOffset="-78506.47">3941 15716 939 0,'0'0'119'0,"0"0"-107"0,0 0 11 0,0 0 90 16,133-51-59 0,-79 45 0-16,-10 2-54 0,3 4 5 0,-9 0-10 31,-5 0-8-31,-4 0-34 16,-8 0-142-16,-8 0-334 15</inkml:trace>
  <inkml:trace contextRef="#ctx0" brushRef="#br0" timeOffset="-78134.23">4402 15909 889 0,'0'0'259'0,"0"0"-200"0,0 0-16 16,0 0-40 0,18-143 4-16,-2 93-5 0,-4 2-2 0,5 7-1 31,-9 11-4-31,-1 12 8 15,-2 10-10-15,-5 8 11 16,2 0-10-16,-2 12-27 16,7 23 26-16,1 6 7 15,-1 5 3-15,4 3-3 0,-2-4-15 16,2 8-10-16,-2-3-42 0,-2-3 35 16,-7-3-87-1,4-7-90-15,-4-15-211 16</inkml:trace>
  <inkml:trace contextRef="#ctx0" brushRef="#br0" timeOffset="-77888.7">4425 15887 992 0,'0'0'77'0,"0"0"-57"0,0 0 63 0,0 0-16 16,0 0-65-16,0 0-4 0,111-39 2 31,-93 28-25-31,-3 7-75 0,3 4-130 16,-5 0-319-16</inkml:trace>
  <inkml:trace contextRef="#ctx0" brushRef="#br0" timeOffset="-77561.55">4797 15993 1108 0,'0'0'57'0,"0"0"-40"16,0 0 10-16,-10-120-17 15,10 86-5-15,8 14-9 16,-4 7 4-16,0 6 0 15,-2 7 0-15,3 0-10 0,3 0 1 16,8 16 9 0,3 6-9-16,0-3 18 0,4 0-13 0,-3-2 4 15,-3-11-3-15,2-5-7 0,-4-1 2 32,-1 0 6-17,-2-12 2-15,-1-16 36 16,-1-10-26-16,-4-8-1 15,-3-2-9-15,-1-2-25 0,-2-4-27 16,0 11-38-16,0 10-105 16,0 15 7-16,-2 13-155 15</inkml:trace>
  <inkml:trace contextRef="#ctx0" brushRef="#br0" timeOffset="-76996.45">5449 15977 348 0,'0'0'249'0,"0"0"-179"0,0 0 20 0,0 0 22 31,0 0 35-31,0 0-21 0,21-18-37 16,0-1-18-16,11-8-11 16,6-9 3-1,2-2-24-15,-2 5-21 0,-5 2-18 16,-4 5-1-16,-2 4-9 16,-9 0-54-16,-5 4-7 0,-4 8-34 15,-9 1-57 1,0 0-202-16</inkml:trace>
  <inkml:trace contextRef="#ctx0" brushRef="#br0" timeOffset="-76796.72">5552 15571 1135 0,'0'0'1'16,"0"0"76"-1,55 110-2-15,-15-70-49 16,5 5-23-16,-1-5-6 0,-1 2-40 0,-1 2 38 16,-10-5-39-1,-6 3-61-15,-5-2-234 16</inkml:trace>
  <inkml:trace contextRef="#ctx0" brushRef="#br0" timeOffset="-76308.75">6293 15968 1070 0,'0'0'46'0,"0"0"36"0,0 0-4 0,114 22-68 0,-80-19-10 16,-5 3-27-16,-7-1-133 0,-7-1 11 0,-15-4-236 16</inkml:trace>
  <inkml:trace contextRef="#ctx0" brushRef="#br0" timeOffset="-76126.52">6349 15869 1316 0,'0'0'88'0,"0"0"-80"15,0 0 64-15,0 0-51 16,127 10-21-16,-91-24-14 16,-7 4-50-16,-9 7-41 0,-9 3-145 15,-11 0-585-15</inkml:trace>
  <inkml:trace contextRef="#ctx0" brushRef="#br0" timeOffset="-72246.57">7588 15169 659 0,'0'0'62'0,"0"0"-32"0,0 0 10 15,0 0-34-15,0 0-6 16,0 0 0-16,0 0 5 15,0 0 43-15,0 0 69 16,0 0-28-16,0 0-18 0,0 0-49 16,2 0-6-16,-2 0-13 15,5 0 4-15,0 0-7 16,10-4 1-16,3-2 24 16,7 1-20-16,-4-2 0 15,4 7 3-15,0 0-4 16,-10 0 0-16,1 0-8 0,-7 16 3 15,-9 3 1 1,0 3-7-16,0 0 15 16,-13 10-11-16,-8-6 15 0,-1 2-17 15,7-3 10 1,6-6-10-16,9-7-11 16,0-1-23-16,4-7-4 15,27-4 9-15,9 0 7 16,0 0 26-16,1 0-14 0,-8 0 13 15,-10 0 0-15,-15 0-5 16,-8 7 7-16,0 13 28 16,-4-1 39-16,-16 0-25 15,-9 6-36-15,-5 2 3 16,-3 7-9-16,1-2-11 16,7-1-40-16,4-5-37 15,9-6-200-15,16-8-142 16</inkml:trace>
  <inkml:trace contextRef="#ctx0" brushRef="#br0" timeOffset="-71882.56">7898 15749 596 0,'0'0'82'0,"0"0"23"0,0 0 51 15,0 0-13-15,0 0 9 16,87-111-90-16,-25 44-5 16,8-10-32-16,3 6-20 15,-4 4-10-15,-11 4-37 16,-7 10-17-16,-11 4-112 16,-13 12-153-16,-12 15-344 15</inkml:trace>
  <inkml:trace contextRef="#ctx0" brushRef="#br0" timeOffset="-71396.38">8410 15390 392 0,'0'0'98'0,"0"0"-58"16,0 0 23-16,0 0-16 15,0 0-20-15,0 0 7 16,-6 24 20-16,6-20 27 16,9 5-23-16,7-3 20 0,3 2-33 15,-1 1-7-15,7-1-9 16,2 2-25-16,-3 2 2 16,0 2-3-16,-3 0 9 15,-2 5-12-15,-3 2 10 16,-7 2 18-16,3-1 9 0,-12 0 6 15,0-4-30 1,0 8 12-16,-12-4-25 16,-15-2 0-16,-2-3-10 15,-4-4-38-15,1-13-63 0,5 0-123 16,4-4-74-16</inkml:trace>
  <inkml:trace contextRef="#ctx0" brushRef="#br0" timeOffset="-71212.54">8518 15334 1226 0,'0'0'63'16,"0"0"-63"0,0 0-28-16,0 0 16 15,0 0-3-15,150-48-96 16,-94 24-66-16,-8 5-121 0</inkml:trace>
  <inkml:trace contextRef="#ctx0" brushRef="#br0" timeOffset="-70463.02">7341 16098 865 0,'0'0'90'0,"0"0"0"15,0 0-13-15,0 0-44 16,0 0 2-16,0 0-6 15,0 4-14-15,38 8 14 16,22 3 53-16,29-7 3 16,29 1-30-16,14-9 21 15,14 0-64-15,4 0 7 0,-3 0-19 16,0 0-19 0,-13 0-12-16,-14 0-42 0,-22 0-23 15,-22 4-55 1,-27 20-187-16,-33 6-384 0</inkml:trace>
  <inkml:trace contextRef="#ctx0" brushRef="#br0" timeOffset="-66556.34">7410 16990 475 0,'0'0'0'0,"0"0"-53"0,0 0 53 16,0 0 59 0,0 0 5-16,0 0 1 0,0 0 80 15,0 30 6 1,-5-24-50-16,3-2-63 0,2-4-7 15,0 0-28 1,0 0 50-16,0 0 5 0,0 0 23 0,0 0-12 0,0 0-10 31,-2 0-4-31,0 0-38 16,2 0 16-16,0 0-15 16,0 0-2-16,0 0-10 15,0 0-12-15,16 0-16 16,19 8 22-16,3-2 13 15,5 2-10-15,-6-4-3 16,-1-2-26-16,-3 2 8 16,-6-4-51-16,0 0-30 0,-14 0-113 15,-9-14-269-15</inkml:trace>
  <inkml:trace contextRef="#ctx0" brushRef="#br0" timeOffset="-65776.57">8034 16462 858 0,'0'0'126'0,"0"0"-50"0,0 0-23 0,0 0 16 15,-6 103-37-15,-6-57-21 16,3-6-3-16,3-5-1 0,1-8-4 0,0 0 4 16,3-9-3-1,2-8 1-15,0 2-10 16,0-8 1-16,0 2-1 16,14-6 4-16,3 3-3 0,6-3-4 15,-1 0 16 1,1 0-16-16,-4 0 2 15,-3 0-33-15,-3 0-26 16,-1 0 29-16,-6 5 16 16,-1-1 9-16,-3-2 6 15,-2-2-33-15,0 0-38 16,0 0 25-16,0-6 6 16,0-2-57-16,0 2 101 15,0 6 1-15,0-4 31 16,0 4 16-16,0 0 12 0,0 0-14 15,0 0-39-15,0 0-1 16,0 10 1-16,4 16-6 16,3 6 34-16,-5 1-29 15,0 6-3-15,-2-1-1 16,0-2 35-16,0-4-6 16,0-2 4-16,-11-7-32 15,3-4 37-15,1-2-24 0,-2-8 0 16,4-4-14-1,1-5 0-15,2 0-1 0,2-11-4 16,0-23-50-16,0-16-32 16,18-8 80-16,-1 2 6 0,-1 6-5 31,-3 14-45-31,-6 14-37 0,-3 12-71 16,-4 10-306-16</inkml:trace>
  <inkml:trace contextRef="#ctx0" brushRef="#br0" timeOffset="-65256.64">8205 17387 74 0,'0'0'686'0,"0"0"-598"0,0 0 128 0,91-128-61 0,-30 48-55 16,6-7-31-16,-4-1-9 15,-3 13-52-15,-12 6-8 16,-8 13-11-16,-3 10-10 0,-8 6-56 16,-6 18-12-16,-11 7-130 15,-8 15-236 1</inkml:trace>
  <inkml:trace contextRef="#ctx0" brushRef="#br0" timeOffset="-64817.3">8767 16946 814 0,'0'0'105'0,"0"0"-97"15,0 0 52-15,0 0-18 16,0 0-40-16,0 0-3 15,5 94 10-15,17-78 1 16,4-2 27-16,5-4 6 0,4 2-1 16,-4-6-28-16,-8 7 11 0,-2-4-13 31,-6 4 10-31,-3 5-20 0,-10 8 33 16,-2 2-9-16,0-2-21 15,0 5 5-15,-9 0-10 16,-11-9 0-16,-1-8 5 15,-2-4-13-15,2-10-17 16,1 0-65-16,1-22-213 0,2-18-402 16</inkml:trace>
  <inkml:trace contextRef="#ctx0" brushRef="#br0" timeOffset="-64633.3">8909 16881 590 0,'0'0'740'0,"0"0"-725"0,0 0-30 0,0 0 11 31,0 0-7-31,0 0-28 0,65 0 16 16,-32-15-74-16,-4 1-53 0,0 4-182 16</inkml:trace>
  <inkml:trace contextRef="#ctx0" brushRef="#br0" timeOffset="-63921.98">9487 16388 1044 0,'0'0'71'0,"0"0"-14"0,0 0 36 15,0 0-59-15,0 0-31 0,0 0-3 0,120 0 8 32,-95 0-17-32,-6 13-33 0,-5-9-49 15,-8 2-88-15,-6-6-201 0</inkml:trace>
  <inkml:trace contextRef="#ctx0" brushRef="#br0" timeOffset="-63704.62">9534 16204 1096 0,'0'0'314'0,"0"0"-303"0,0 0 21 16,0 0 5-16,0 0-34 0,0 0 0 15,119-4-3-15,-88 4-34 16,-2 0-40-1,-10 0-106 1,-11 0-412-16</inkml:trace>
  <inkml:trace contextRef="#ctx0" brushRef="#br0" timeOffset="-59969.05">10247 16311 232 0,'0'0'571'0,"0"0"-538"0,0 0 34 15,0 0 16-15,0 0-65 0,0 0 5 16,0 0 38-16,4-13 46 15,-4 13-30 1,0 0-4-16,2 0-38 0,5 0-16 16,9 0-15-16,7 0 5 15,14 0 51 1,7 0-40-16,0 0 26 16,3 0-37-16,-5 0-1 0,-3-4-8 15,-8-2-4 1,-9 2-50-16,-10 4-20 0,-8 0-46 15,-4 0-148 1,-9 0-465-16</inkml:trace>
  <inkml:trace contextRef="#ctx0" brushRef="#br0" timeOffset="-57463.86">11378 15504 514 0,'0'0'99'0,"0"0"-77"0,0 0 82 16,0 0-19-16,0 0-44 15,0 0 42-15,0 0-1 16,-5 0 13-16,5 0-31 16,0 0-10-16,0 0-11 15,0 0-6-15,0 0 1 16,0 0-24-16,0 0-2 16,0 0-5-16,17-2-5 15,12-6 2-15,15 2 4 16,3 2-3-16,-5 4-10 0,-9 0-3 15,-4 0-24-15,-10 14 13 16,-11 11-13-16,-8 0 25 0,0 10-20 16,-8 0 12-1,-17-2 18-15,2-5-6 16,8-8-10-16,3-7-17 16,10-4-13-16,2-9-35 15,0 0 14-15,23 0 20 16,6 0 36-16,0 0 16 0,0 0-11 15,-2 0 5-15,-6 0-3 16,-2 0 2-16,-9 14 6 16,-2 7 4-16,-6-2-9 15,-2 5 72 1,0 2-26-16,-16 4 38 0,-11-2-60 0,-9 2 9 31,1-3-29-31,-3-8-6 0,5-1 0 16,0-2-35-16,2-1-39 15,4-1-226-15,4-2-320 0</inkml:trace>
  <inkml:trace contextRef="#ctx0" brushRef="#br0" timeOffset="-56858.37">11290 16348 734 0,'0'0'394'0,"0"0"-291"0,148-46 20 0,-80 32-6 16,-4 6-116-16,-9 4 1 15,-3 4-2-15,-7 0-27 16,-8 8-111-16,-8 14 106 0,-11 5-200 16,-9 5-200-1</inkml:trace>
  <inkml:trace contextRef="#ctx0" brushRef="#br0" timeOffset="-56052.25">11606 16659 571 0,'0'0'173'0,"0"0"-139"0,0 0 18 15,0 0 32-15,0 0-70 16,0 0 25-16,-5 0 25 15,5 0 25 1,0 0-17-16,0 0-12 16,0 0-36-16,0 0-20 0,0 0 0 15,0 0 6-15,0 0-7 16,0 0 1-16,0 0 8 16,0 0-9-16,0 0-6 15,0 0 3-15,0 0 0 16,0 0-5-16,0 0 11 0,0 0-4 15,0 0 0-15,0 0 13 16,0 0-7 0,0 0 14-16,0 0-7 0,-2 0 12 15,-10 0-26-15,-5 0 4 16,-1 4-10 0,1 10 12-16,1-4-12 0,3 7 13 15,3 1-12-15,8-4 5 16,2-1-2-16,0 6-3 15,12-7-7-15,7-2 2 16,8-2 3-16,4-2-3 0,-2 2 16 16,2 0-16-16,0 2 18 0,-1 2-12 31,-4 2 5-31,1 0-4 16,-7 3-36-16,0 6 38 15,-9-4-3-15,-4 6 15 16,-7-3-11-16,0 6 5 15,-14-2-4-15,-13-4 4 16,-2 0-12-16,0-12 6 0,4-6-9 16,2-4-9-16,5 0-42 0,1-8-65 15,7-16-282-15</inkml:trace>
  <inkml:trace contextRef="#ctx0" brushRef="#br0" timeOffset="-55846.58">11681 16677 1108 0,'0'0'117'0,"0"0"-110"0,0 0-7 16,0 0 7-1,0 0-1-15,154-35-6 16,-116 8-48-16,-6 5-91 0,-15-4-279 0</inkml:trace>
  <inkml:trace contextRef="#ctx0" brushRef="#br0" timeOffset="-52946.42">12445 16194 374 0,'0'0'68'0,"0"0"-68"16,0 0-59-16,0 0 59 0,0 0 139 31,0 0 50-31,7 0 14 16,-7 0-37-16,0 0-60 16,0 0-56-16,0 0-11 15,0 0-37-15,0 0 23 0,0 0-17 16,0 0 14-1,0 0-2-15,-2 0 3 16,-5 0-3-16,-1 0-6 0,-2 0 4 16,6 0-16-16,-5 0 7 0,7 2-4 0,0 10-10 31,2-8 5-31,0 2-7 16,0 2-8-16,0-4 5 15,4-4 8-15,3 0 2 16,-1 0-11-16,-1 0 22 15,-3 0-9-15,-2-16-1 16,0-2-1-16,0 8 0 16,-13 3-19-16,-3 7 10 0,-2 0-1 15,1 0 9-15,1 7 2 16,7 11 5 0,5-8-4-16,4-6-4 0,0 1-8 15,0-5-4-15,0 0-5 16,0 0 19-16,4 0 0 0,1 0 3 15,-3 0-6 1,4 0-34-16,-6 0-113 16,4 0-325-16</inkml:trace>
  <inkml:trace contextRef="#ctx0" brushRef="#br0" timeOffset="-49136.46">13388 15529 293 0,'0'0'133'0,"0"0"4"0,0 0-36 16,0 0-44-16,0 0-14 16,0 0-9-16,9 0 27 15,-7 0-34-15,0 0 24 0,-2 0 11 16,0 0-12-16,0 0-13 15,0 0-22 1,0 0 7-16,0 0-15 0,0 0 43 0,0 0-30 16,0 0 20-1,0 0-15-15,0 0 24 16,0 0-27-16,0 0 5 16,-13 0-23-16,-7 0-1 15,-5 5-6-15,0 4 7 16,0 5 1-16,2 0 7 15,3-2-11-15,4 3 2 16,7 2-5-16,9 1 2 16,0-4-13-16,5 1-2 0,19 0-14 0,7-5 18 31,6 2-14-31,5-7 18 0,-1 3 14 0,0-2-12 16,-5 3 6-16,-7-1-1 15,-8 0 0 1,-5-2-10-16,-5 1 6 15,-9 3-3-15,-2-1-5 16,0 9 10-16,-6 8 2 0,-21 7 1 16,-11 7 4-1,-4-5-5-15,-1 1-8 16,8-9-7-16,6-9-70 16,6-10-45-16,13-8-128 15,1 0-159-15</inkml:trace>
  <inkml:trace contextRef="#ctx0" brushRef="#br0" timeOffset="-48906.41">13355 15521 334 0,'0'0'514'0,"0"0"-450"0,0 0 82 16,0 0-52-16,113-23-51 0,-78 19-35 15,4 0-7 1,-8 4-2-16,-2 0-107 0,-12 0-181 0</inkml:trace>
  <inkml:trace contextRef="#ctx0" brushRef="#br0" timeOffset="-48316.67">12975 16411 378 0,'0'0'753'0,"0"0"-667"16,0 0-43-16,0 0 6 0,114-24 43 0,-43 11-43 0,6 4-5 31,-4 5-39-31,-1-1-4 16,-6 5-1-1,-3 0-6-15,-3 0-46 0,-7 0-145 16,-8 9 141-16,-20 9-381 16</inkml:trace>
  <inkml:trace contextRef="#ctx0" brushRef="#br0" timeOffset="-47106.53">13359 16681 277 0,'0'0'454'0,"0"0"-419"16,0 0 36-16,0 0 50 15,0 0-50-15,0 0-12 16,-9-8-29-16,9 8 4 0,0 0-4 0,0 0-9 31,0 0 6-31,0 4-19 0,0 11 11 16,0-8-12-16,0 3-7 0,0-1 9 0,0 0-12 31,0 4 6-15,0-4-3-16,9 0 0 15,-2-5 4-15,1 2-9 16,6-6 14-16,-3 0-7 16,3 0 4-16,-3 0 17 0,0 0-23 15,0 0 5-15,-2 0-5 16,4-6-3-16,-4 2 0 15,-2 0-15-15,-3 4 15 16,-4 0-24-16,2 0 18 0,-2 0-11 16,0 0 20-16,0 0 0 15,0 0 4 1,0 4 6-16,3 6 2 16,-1 6 7-16,-2-2-18 15,0 0 2-15,0 0 5 16,0 2-2-16,0 2 6 15,0 3-2-15,0 4 1 16,0 5 4-16,0-2-6 0,0-2 0 16,0-8-9-16,0-3 12 15,0-8-23-15,0-3 18 16,0-4-14-16,0 4 8 16,0-4-1-16,0 0 0 15,0 0-6-15,0 0 1 16,0 0 5-16,0 0 2 0,0-4 4 15,0-4-7 1,6 2 4-16,-1 3-6 0,-2 3 3 16,-3 0-16-1,2 0 1-15,-2 13-3 0,0 9 9 16,0-4 9-16,0-4 0 16,0-1-40-16,4-12 13 0,-2 3-12 15,-2-4-14 1,2 0 29-16,-2 0-32 15,0 0 25-15,0 4-31 0,0 5 40 16,0-4 13-16,0 4 9 0,-2-1 1 31,2-7 1-31,0 3-4 16,0-4 5-16,0 0 24 0,0 0 19 16,0 5 6-16,-2-1-18 0,-2-4 46 31,4 4-46-31,0-3-12 0,-2-1-8 15,2 0 40 1,-3-9 2-16,3-27-56 0,0-19 15 16,0-7-11-16,0-8 15 15,5 2-19-15,8 5 0 16,-7 10-27-16,0 17-7 16,-2 9 3-16,-4 19-29 15,0 8 35-15,0 0-37 16,2 8-46-16,0 19-27 15,-2 5-143-15</inkml:trace>
  <inkml:trace contextRef="#ctx0" brushRef="#br0" timeOffset="-46366.82">14172 16529 671 0,'0'0'455'0,"0"0"-407"0,0 0 62 16,0 0-46-16,0 0-32 15,116-8-25-15,-85-1-14 16,-6 1-2-16,-3-1-12 16,-8 1-19-16,-10 2-70 0,-4-2-78 0,0-3-185 15</inkml:trace>
  <inkml:trace contextRef="#ctx0" brushRef="#br0" timeOffset="-46214.48">14192 16343 463 0,'0'0'897'0,"0"0"-885"15,0 0 21-15,0 0 29 16,121-13-40-16,-81 0-22 0,-3-6-58 15,-12 5-25 1,-14 1-208-16</inkml:trace>
  <inkml:trace contextRef="#ctx0" brushRef="#br0" timeOffset="-44169.3">14912 16288 917 0,'0'0'211'0,"0"0"-132"0,0 0-45 0,0 0 8 31,0 0-32-31,0 0 54 16,74 6-1-16,-30-2 3 0,3 4-34 15,4-8-12-15,-4 5-20 16,-5-5 3 0,0 0-13-16,-11 0-26 0,-4 0-38 0,-6 0-72 0,-13 0-318 31</inkml:trace>
  <inkml:trace contextRef="#ctx0" brushRef="#br0" timeOffset="-40306.62">11298 17315 234 0,'0'0'6'0,"0"0"-6"0,0 0 4 15,0 0 7-15,0 0 15 16,0 0 56-16,0 0 17 16,-2 6 11-16,-2-6-55 15,2 4 6-15,-4 0-7 16,4-4-22-16,-2 4-1 0,-1-2-21 16,3 2 19-1,0 0-11-15,0-4 49 16,0 5-13-16,2-5-4 0,-2 0-11 15,2 0-12 1,0 0 0-16,0 0-18 0,0 0 31 16,0 0-24-16,2-5 15 15,19-21-15-15,18-14 50 0,9-19-38 0,15-12 4 16,9-14 17-16,-1-4-27 31,2 3 20-31,-5 15-38 16,-14 9-8-16,-6 17 2 15,-13 13-15-15,-10 14-20 0,-12 10 17 16,-3 8-30 0,-8 0-35-16,2 4 11 0,0 10-14 0,-4-2-160 15</inkml:trace>
  <inkml:trace contextRef="#ctx0" brushRef="#br0" timeOffset="-39226.54">12913 16092 627 0,'0'0'158'0,"0"0"-50"0,0 0-3 0,0 0-48 16,0 0 24-16,0 0 20 16,91-99-13-16,-16 37-42 15,20-21 21-15,14-11-39 0,-2 1 0 16,2 6-28 0,-13 11-8-16,-11 14-32 15,-11 10-16-15,-19 14 25 16,-22 18-46-16,-17 18-12 15,-16 2-165-15,0 10-107 16</inkml:trace>
  <inkml:trace contextRef="#ctx0" brushRef="#br0" timeOffset="-37236.68">16119 15454 320 0,'0'0'289'0,"0"0"-160"0,0 0 1 0,0 0-9 16,0 0-59 0,0 0 3-16,0 0 7 15,2 0-19-15,-2 0-5 0,3 0-9 0,-3 0 11 16,3 0-29 0,-1 0 1-1,6 0-12-15,7 0-3 16,6 0-3-16,6 0 14 15,2 0-18-15,-2 12-1 16,-8 2-3-16,4 4 2 16,-12 5-1-16,-4 3-14 0,-7 1 11 15,0 0-11 1,0 5 12-16,-4-6-9 0,-8-4 11 16,5-2-9-16,5-9-17 0,2-7 10 15,0 1-25 1,0 1 24-16,2-2-7 15,11 4 25-15,3 2-5 0,-5-3 7 16,1 8 0 0,-8-3 1-16,-2 4 1 15,-2 6-1-15,0 0 26 0,0 0-27 16,-10 5 14-16,-9-6-12 0,1-3 3 16,-1 0-5-16,-2-4-9 15,1-4-19 1,0-6-100-16,4-4-297 15</inkml:trace>
  <inkml:trace contextRef="#ctx0" brushRef="#br0" timeOffset="-36682.82">15812 16548 719 0,'0'0'172'0,"0"0"-3"0,0 0-1 15,182 6-58-15,-94-21-58 16,7-3-8-16,1 6-44 0,-13 7-12 31,-10 5-31-31,-8 0-27 0,-14 0-45 16,-8 0-193-16,-14 2-396 15</inkml:trace>
  <inkml:trace contextRef="#ctx0" brushRef="#br0" timeOffset="-36146.27">16233 16790 762 0,'0'0'73'0,"0"0"42"15,0 0-9-15,0 0-55 16,-15 110-22-16,5-81-12 0,-3-4 19 16,7 1-24-1,-4-6 31-15,6-8-32 16,4-1-6-16,0-4-5 0,0-3-5 16,0 0 0-16,12-4-8 15,12 0 5 1,12 0 16-16,0 0-12 15,3 0 10-15,-3 0-12 16,-5 0 6-16,-4 0-5 16,-9 0-10-16,-7 0-51 15,2 0-59-15,-6-8 8 0,-2-5-35 16,1-6 15-16,-4 1-178 16</inkml:trace>
  <inkml:trace contextRef="#ctx0" brushRef="#br0" timeOffset="-35976.25">16480 16950 144 0,'0'0'181'16,"0"0"45"-16,0 0-127 15,0 0 1-15,0 0-64 16,0 0 5-16,3 44 36 16,-3-4 32-16,-5 0-31 15,3 10-4-15,2 3-11 16,0-3-43-16,0-6-18 0,-6-9 12 16,3-2-14-1,1-16-4-15,-3 0-22 16,5-15-96-16,0-2-185 15,0 0-298-15</inkml:trace>
  <inkml:trace contextRef="#ctx0" brushRef="#br0" timeOffset="-32733.56">16549 15444 631 0,'0'0'106'0,"0"0"3"0,0 0 9 0,0 0 9 16,0 0-69-16,0 0 12 15,0 0-36-15,-75-98 2 16,55 86-17-16,0 2-6 16,-5-6-1-16,-4 6 9 15,0-2-15-15,-8 2 4 16,-11-4-17-16,-10 1 19 0,-10 4-21 15,-6 1 18-15,-2 2-8 16,5 2 0-16,4 4-1 16,5 0 6-16,-2 0-2 15,-4 14-7-15,-3 12 3 16,4 10 0-16,-2 3-15 0,5 10 13 16,-2 6-28-1,12 4 14-15,0 2 9 0,2-7 5 16,6 4-7-1,8-10 18-15,7 2-14 16,2-6 15-16,11 6-20 16,0 4 10-16,2 4-2 15,4 5-17-15,-5 3 15 0,13-8-1 16,2 4 1-16,2 0 1 0,0-2 6 31,0 7-6-31,0-5 8 16,4 4-12-16,15-4 7 0,0 2-1 15,6-6-1-15,2-1 2 0,-3-7-6 16,2-3 17-16,-3 3-18 16,-1-1 14-16,1 1-11 15,-4 0 9 1,8 3-10-16,-2-3 0 0,2-2 5 16,0-2-2-16,-1-6 5 15,0 4-13-15,1-7 20 16,2-8-15-1,7 3 11-15,4-5-12 16,7-1 5-16,0-2 1 0,4-2 0 16,-2 0 7-16,3 4-17 0,-4-2 20 31,8 6-19-31,0-9 18 0,-2 6-16 16,-2-5 13-16,2-2-8 15,-2-3 2-15,-2-8 0 0,4-1-6 16,0-2 12-1,2-6-3-15,6 0 1 16,-2-6 9-16,2-10-10 16,-3-8 15-16,-2-6-18 15,1-3 8-15,-3-6-8 0,6-1 4 16,-3-8 6-16,-5-2-3 16,-4 0 1-1,-6-6-5-15,-10 1 1 16,-2 1-2-16,-2-4-4 0,5-5-2 15,-1-3-4-15,-2-2 6 16,3-8-18-16,-5 2 2 16,0 2-37-16,-7 0 12 15,-5 1-20-15,-5 7 55 16,-3-2 8-16,-5 0 3 16,0-2 36-16,-4 1-2 15,0 0-24-15,0-8-5 16,-6 3-16-16,-8-12-43 0,-5 2-2 15,-13-3-52-15,-7-3-17 0,-11 4 122 32,-8 1 32-32,7 8-31 0,-4 9 58 0,7 3 77 0,4 9-77 0,-7 10 3 31,9 4-51-15,-12 10 32-16,-8 10-43 0,2 16-9 15,-7 0-97 1,7 4-84-16,4 0-38 15,6 16-263-15</inkml:trace>
  <inkml:trace contextRef="#ctx0" brushRef="#br0" timeOffset="-25496.28">4656 5679 655 0,'0'0'17'0,"0"0"-8"0,0 0 30 16,0 0-12-16,0 0 2 16,0 0-23-16,0 0 49 15,0 0 34-15,0-16-2 16,0 16-46-16,0 0-6 16,0 0 17-16,0 0-44 15,0 0 13-15,0 0-10 0,0 0 5 16,0-4-10-16,0 4 26 0,0 0-10 15,0-2-6 1,0-1-9-16,0-1-6 16,0 1 9-16,0 3-2 15,0 0-3-15,0 0 5 0,0 0-1 16,0-2-7 0,0-1 14-16,0 3-16 0,0 0 1 0,0 0-6 31,0 0 15-31,0 0-27 0,0 0 29 0,0 0-25 31,0 0 7-31,4-3 5 16,19 3 1-16,4-7 0 0,19-2 8 15,8-8-2-15,8 3-1 0,7-4 4 16,9 0-5-16,1 4 7 16,5 6-11-1,7 2 10-15,-2 0-17 16,1 2 7-16,-6 2 0 15,-13-4-1-15,-10 6 1 0,-12 0-9 16,-11 0 1-16,-5 0-5 16,3 0 17-16,1 0-12 15,13 4 9-15,-1-4-1 0,10 0 0 32,-7 0 3-32,-9 0-13 0,-12 0-10 15,-16 0-33 1,-6 0-163-16,-9 0-229 0</inkml:trace>
  <inkml:trace contextRef="#ctx0" brushRef="#br0" timeOffset="-24456.53">6048 5372 61 0,'0'0'570'0,"0"0"-511"0,0 0-14 0,0 0 42 0,0 0 42 15,0 0-57-15,77 4-24 16,-42-2-12-16,1 2 40 16,-3 2-75-16,-2 2 11 0,-6 2-3 15,-3 4-16 1,-7 4 7-16,-3 3 0 15,-5-2 0-15,-7 1 5 16,0 6-12-16,-5 3 15 16,-24 4-4-16,-10 4 8 0,-11 3-12 15,-4 0 3 1,8-7-3-16,3-2 0 16,12-13 9-16,16-5-18 0,5-6 25 15,8-5-38 1,2-2 22-16,0 0-37 0,0 0-27 15,14 0 64 1,3 0-4-16,-3 0 4 0,-3 0 0 16,-7 0 2-16,4 0-7 15,-8 0 11-15,0 0-12 0,0 0 22 16,0 0-13-16,0 0-2 16,0 0 8-16,0-2 5 15,0 0 8-15,0-4 16 0,0-6-34 16,4-2 8-16,3-12 3 31,1-8-30-31,6-6 24 0,1-8-11 16,-3-2 2-16,-1 1 0 0,-7 3 4 15,-4 10-1 1,0 11 3-16,0 14 0 16,0 8 17-16,-4 3-20 0,-10 0-3 15,1 11-43 1,2 9 1-16,4 5-13 15,7-2-27-15,0-7-97 0,0-4-113 16</inkml:trace>
  <inkml:trace contextRef="#ctx0" brushRef="#br0" timeOffset="-5404.92">4776 6391 505 0,'0'0'124'0,"0"0"-115"0,0 0-2 16,0 0 36-16,0 0 7 15,0 0-33-15,0 0-15 0,-2 0 14 16,2 0 28-16,0 0 43 15,0 0-66 1,0 0-6-16,0 0-12 0,0 0 11 16,0 0-7-16,0 0-5 0,0 0-1 15,0 0 4 1,0 0 17-16,0 0-6 0,0 0 42 31,0 0-34-31,0 0 20 0,0 0-40 16,5 0 2-16,13 0-6 15,15-9 27-15,13-5 17 16,15-7-31-16,8 1 15 16,5-3-23-16,-1 1 7 15,1 0-10-15,-3 2-1 16,-2 0 1-16,-1-2-2 16,0-4 0-16,5 2 5 15,-4-2-11-15,-7 1 17 0,-6 3-23 16,-11 4 12-1,-5 3-6-15,-11 2-24 16,-6 12-12-16,-8-5-24 16,-1 6-9-16,-5 0 30 0,-3-5 20 15,-4 5 1 1,0 0-53-16,-2 0-46 0,0 0-50 16,-10 0-376-16</inkml:trace>
  <inkml:trace contextRef="#ctx0" brushRef="#br0" timeOffset="-4631.28">5697 5972 605 0,'0'0'103'0,"0"0"-103"0,0 0 12 0,0 0 77 16,0 0 7-16,0 0-29 0,118 0-51 0,-76 0-2 16,-4 0-14-1,-2-6 1 1,-7 6-1-16,2 0 0 16,-9 0-2-16,-4 0 5 0,-5 0-12 15,1 0 19 1,-8 0 0-16,-6 0-7 0,0 4 25 0,0 7-17 0,-2 10 54 0,-29 6 14 31,-9 8-63-15,-7 3-16-16,-2 4 7 15,7-6-18-15,4-2 23 16,11-8-24-16,7-2 8 16,11-12-12-16,9 3-49 15,0-15-60-15,4 0-143 0,19-7-387 16</inkml:trace>
  <inkml:trace contextRef="#ctx0" brushRef="#br0" timeOffset="-4096.12">5688 6047 38 0,'0'0'759'0,"0"0"-667"0,0 0 32 16,0 0 26-16,0 0-93 15,0 0-49-15,40 28 39 0,-13-1-31 16,0-1 4 0,-10-4-12-16,-1-5-7 15,-3-2 11-15,-7-9-24 0,2 2 5 0,-6-8-27 31,-2 0-30-31,0 0-96 0,0-16-170 0</inkml:trace>
  <inkml:trace contextRef="#ctx0" brushRef="#br0" timeOffset="40705.47">10378 8580 628 0,'0'0'187'0,"0"0"-148"0,0 0 23 16,0 0-6-16,0 0-54 15,0 0 1-15,0 0 3 16,0 0 18-16,4-20-3 15,-4 20 15-15,0 0 0 0,0 0-13 16,0 0-9-16,0 0-10 16,2 0-1-16,7 0-2 15,9 0-1-15,5-4 6 0,4-3 3 32,2 1-5-32,-3 0-1 0,0 6-6 15,-3 0 9-15,-7 0-14 16,-5 0-3-16,-5 10 10 15,-6 9-13 1,0 6 9-16,0-2 5 0,0 1 2 16,-13-2 3-1,-1-6-1-15,8-4 9 16,2-1-10-16,4-6-6 0,0 4-14 16,10-1 16-16,9 2-9 15,-2-3 9-15,-5 4-3 16,-8 1 1-16,-4 6 3 0,0 4 6 15,-20 3 44 1,-9 2-37-16,2-4-13 0,1-2-1 16,3 1-17-1,-4 0-40-15,-4 0-223 0,4-4-468 16</inkml:trace>
  <inkml:trace contextRef="#ctx0" brushRef="#br0" timeOffset="41153.48">9997 9234 757 0,'0'0'271'0,"0"0"-242"0,0 0 30 0,152-12 93 0,-56 2-86 0,6-2-22 32,2 0-26-32,-8 4-6 0,-9 6-12 0,-9 2-36 15,-11 0-63-15,-13 0-86 16,-19 8-210-1</inkml:trace>
  <inkml:trace contextRef="#ctx0" brushRef="#br0" timeOffset="41991.32">10527 9408 188 0,'0'0'414'0,"0"0"-380"0,0 0-9 0,0 0-3 15,0 0 2 1,0 0-17-16,38-21-3 0,-36 21-2 0,0 0 28 15,-2 0 22-15,0 0 34 16,0 0 14 0,0-5-32-16,0 5-4 15,0 0-8-15,0 0 5 16,0 0-37-16,0 0 1 16,-8 0-21-16,-6 0-5 15,1 0 2-15,-2 8 0 16,1 5 11-16,3-2-11 0,1 6 11 0,6-4-5 31,4 1-13-31,0 3 9 16,0-5-6-16,0 6-7 15,20-4 8-15,1 4-6 0,5-4 5 16,1 2-1 0,2 2 8-16,0 0-13 0,0 3 2 15,-7 0-17-15,-5 2 24 16,-3 0-3-16,-9 4 3 15,-5-2 0-15,0-3 13 0,-7-2 13 16,-13 2 5 0,-5-8-29-16,1 1-2 15,-2-8-5-15,-1-4-4 16,-2-3-41-16,-3 0-43 0,6-13-178 16,-1-13-311-1</inkml:trace>
  <inkml:trace contextRef="#ctx0" brushRef="#br0" timeOffset="42156.85">10669 9435 813 0,'0'0'369'0,"0"0"-369"0,0 0-2 0,0 0 2 0,0 0 0 0,0 0-53 0,114 0-152 31,-87-3-485-31</inkml:trace>
  <inkml:trace contextRef="#ctx0" brushRef="#br0" timeOffset="42903.62">9966 8333 688 0,'0'0'104'0,"0"0"-96"0,0 0 35 0,0 0 47 15,0 0-86-15,0 0 3 16,-25 50 80-16,14-11 19 0,0 13-8 0,-2 14-22 31,1 14-46-31,1 11 3 16,-3 9-11-16,6 7-17 15,1 8-4-15,3 6 9 16,4 5-12-16,0-3 2 16,0-2-4-16,0-8-8 0,-4-7 3 15,-1-3-30-15,-2-5-5 16,3-4-41-16,4-8-49 15,4-14 2-15,25-21-156 16</inkml:trace>
  <inkml:trace contextRef="#ctx0" brushRef="#br0" timeOffset="43583.62">11151 8432 757 0,'0'0'197'0,"35"115"-68"0,-12-38 5 15,6 6-73 1,-4 1 14-16,-4 4-71 0,-7 4 19 0,-3 5-23 31,-11 3 20-31,0 0-20 0,-2-1-10 0,-15-12 9 0,-6 0-18 31,0-13-10-31,3-13-68 16,1-12-106-16,-4-18-275 16</inkml:trace>
  <inkml:trace contextRef="#ctx0" brushRef="#br0" timeOffset="44543.58">11496 8151 707 0,'0'0'104'0,"0"0"26"0,0 0 22 16,0 0-98-16,0 0-39 15,0 0 24-15,67-12 3 16,-38 8 16-16,4 1-32 16,-2 3 7-16,-4 0-30 0,-6 0 4 15,-3 0-6-15,-7 15-2 16,-7 3 0-16,2 2 1 15,-6 6 2-15,0 1 1 16,0 1 1 0,0-5 3-16,0 0-5 0,-2-10 4 15,2 0-9-15,0-5 3 0,0-3-9 16,0-2 3-16,2 0-7 16,12 0 9-16,-1 0 8 15,5 2-9 1,2-4-7-16,2-1 4 15,5 0-34-15,-2 0-29 16,0 0-79-16,-10-3-223 16</inkml:trace>
  <inkml:trace contextRef="#ctx0" brushRef="#br0" timeOffset="45173.47">12055 8857 189 0,'0'0'524'0,"0"0"-484"0,0 0 95 16,0 0 35-16,0 0-78 0,0 0 6 0,92-19-57 31,-83 44-5-31,0 9 9 16,-3 6-22 0,-6 8 2-16,5 2-23 15,-5-2 0-15,0-1-2 0,2-5-14 16,-2-1-6-1,3-4-14-15,-3-5-26 0,0-7-154 16,0-14 68 0,-5-7-211-16</inkml:trace>
  <inkml:trace contextRef="#ctx0" brushRef="#br0" timeOffset="45421.48">12040 9082 769 0,'0'0'374'16,"0"0"-371"-16,0 0 42 16,0 0 57-16,0 0-38 15,129 0-28-15,-89 0 3 16,1 0-22-16,-6-3-17 0,-4-1-5 15,-4 4-30-15,-7-1-52 0,-6 1-99 16,-12 0-289-16</inkml:trace>
  <inkml:trace contextRef="#ctx0" brushRef="#br0" timeOffset="48423.59">13133 9128 603 0,'0'0'150'0,"0"0"-129"16,0 0 81 0,0 0 49-16,0 0-75 0,0 0-18 15,0 0-26 1,0-12 26-16,0 12-23 0,0 0 14 0,0 0-21 31,0 0 7-31,12 0-20 16,8 0-9-16,18 0 12 15,9 0-9-15,6 0 5 0,3 0-14 16,-2-4-16 0,-8-2-62-16,-6-3-60 0,-15 0-356 15</inkml:trace>
  <inkml:trace contextRef="#ctx0" brushRef="#br0" timeOffset="49243.43">14032 8413 367 0,'0'0'245'0,"0"0"-231"0,0 0-14 16,0 0 20-1,0 0-18-15,0 0 7 0,-22 53 65 16,8-12 43-16,-3 3-39 0,0-1-5 31,0-9-49-31,5-5 9 0,4-10-18 16,1-2 17 0,5-7 6-16,2-2-28 0,0-1-10 15,0 0 8-15,15-3-16 16,12-1 18-16,6-3-16 15,6 0 13-15,-6 0-14 16,3 0-4-16,-9 0-21 0,-10-6-15 16,-3 2-11-16,-5-1-11 0,-3-1 51 31,-2 2 10-31,-1-7 15 16,-3 2-11-16,0-3 4 15,0-3-2-15,0 4-41 16,0 5 43-16,-7 6 21 0,-2 0 52 15,1 0-8-15,-4 14-35 16,3 11 34-16,1 8-33 16,-2 5 19-16,4 0-9 15,-1 2-1-15,5-3-32 16,-2-4 0-16,2-2-8 16,2-1-8-16,0-9 4 15,0-9-98-15,0-8-153 16,0-4-342-16</inkml:trace>
  <inkml:trace contextRef="#ctx0" brushRef="#br0" timeOffset="49683.74">13736 9300 661 0,'0'0'70'0,"0"0"57"0,0 0 51 0,158 10-9 15,-78-10-101 1,2 0-14-16,-1 0-32 15,-15 0-22-15,-12 0-13 16,-16 0-62-16,-16 0-114 0,-18 0-399 0</inkml:trace>
  <inkml:trace contextRef="#ctx0" brushRef="#br0" timeOffset="50283.7">14008 9593 30 0,'0'0'583'0,"0"0"-528"0,0 0 0 0,0 0 13 15,0 0-56-15,0 0 1 16,0 8 7-16,2-2 63 16,2 5 22-16,5-3-50 0,5 5-2 15,1-1-4 1,5 2-5-16,7 0-33 15,2 4-1-15,6 0-10 16,1 4 0-16,-3 3 3 16,-4-2-3-16,-2 2-10 15,-6 1 10-15,-9 3 0 16,-5-2 4-16,-7 3 10 16,0-3-11-16,-15 2 10 0,-16 3-13 15,-8-2 0 1,-3-4-11-16,-2-4-22 0,1-14-52 15,3-8-108-15,5 0-260 16</inkml:trace>
  <inkml:trace contextRef="#ctx0" brushRef="#br0" timeOffset="50450.29">14166 9687 1310 0,'0'0'10'0,"0"0"-12"16,0 0 2 0,122-30-2-16,-72 18-104 15,-11 4-239-15</inkml:trace>
  <inkml:trace contextRef="#ctx0" brushRef="#br0" timeOffset="51049.66">13067 9906 360 0,'-34'-149'198'0,"5"-20"-198"0,10-1 0 0,12 16 0 32,7 23 170-32,18 23-62 15,31 15-48-15,16 16 60 0,10 9-19 16,8 10-32-16,4 4-69 15,-12 10-102 1,-10 14-333-16</inkml:trace>
  <inkml:trace contextRef="#ctx0" brushRef="#br0" timeOffset="51613.96">14727 8741 1032 0,'0'0'68'0,"0"0"-15"0,103 162 25 0,-77-90-58 16,-4 4-18-16,-8 6-2 16,-7 5-14-16,-7-3 14 0,0 6-7 15,-27 1 7 1,-13-2-19-16,-5-6-35 0,1-9-25 16,5-13-102-1,6-17-85-15</inkml:trace>
  <inkml:trace contextRef="#ctx0" brushRef="#br0" timeOffset="52293.29">15206 8185 289 0,'0'0'379'0,"0"0"-275"0,0 0 25 0,129 0-23 0,-106 0-61 0,-10 12-44 16,-5 10 4-16,-8 4 0 0,0 8-1 16,-8 6 2-1,-5 1 7-15,-1-2 21 16,1-6 39-16,13-9-31 16,0-6-15-16,0-6 1 15,11-5-19-15,14-6 26 16,6-1-14-16,4 0 1 0,-1 0-22 15,-1 0-1 1,-6 0-35-16,-9-1-65 0,-12 1-234 0</inkml:trace>
  <inkml:trace contextRef="#ctx0" brushRef="#br0" timeOffset="54081.6">15627 9310 600 0,'0'0'127'0,"0"0"-33"0,0 0 59 16,0 0-19-16,0 0-26 16,0 0-14-16,0 0-42 15,89 16 11 1,-56-10-20-16,4-4-9 15,0 2-26-15,-1 1-8 16,-5-4-74-16,-4 4 63 0,-8-4-58 16,0 5-29-16,-13-4-123 15,-6-2-448-15</inkml:trace>
  <inkml:trace contextRef="#ctx0" brushRef="#br0" timeOffset="54343.56">15803 9107 1011 0,'0'0'158'0,"0"0"-54"16,0 0-40-16,0 0-26 15,127-6-38-15,-102 6-21 0,-9 0-102 16,-1 0-401-16</inkml:trace>
  <inkml:trace contextRef="#ctx0" brushRef="#br0" timeOffset="55023.33">16859 9358 225 0,'0'0'377'0,"0"0"-298"0,0 0 7 0,0 0-34 16,0 0 36-16,0 0-3 15,0 0 15-15,5 29 43 16,-5-29-87-16,2 0-6 16,0-5-3-16,5-19-30 15,-3-12-6-15,1-12-9 0,1-10 31 0,2-9-28 31,2-11 7-31,3 2-7 16,1 5-9-16,1 6 7 16,-1 15-6-16,-3 10-22 15,-5 14-4-15,-6 12 22 0,0 11-2 16,0 3 0 0,-19 21 18-16,-14 19-8 0,-12 5-1 15,-9 10 0-15,1-3-10 16,-3-2-108-16,5-7-206 15,11-9-593-15</inkml:trace>
  <inkml:trace contextRef="#ctx0" brushRef="#br0" timeOffset="60093.75">10712 10780 223 0,'0'0'131'0,"0"0"22"0,0 0-20 15,0 0 3-15,0 0-59 16,0 0-7-16,-29-10-21 15,25 10-5-15,4 0-10 16,0 0-5-16,0 0 4 16,0 0-10-16,0 0 12 15,0 0-34-15,0 0 12 0,0 0-7 16,0 0-12-16,0 8 5 16,0 1-2-1,0-3-1-15,9-3 4 0,3-3-2 16,5 0 9-16,3 0 14 15,-1 0-16-15,4-16 14 0,-3-2-19 16,-2-8 6-16,-2-4-6 16,-8 2 0-1,-3 1-2-15,-5 2 6 16,0 6-9-16,0 5 10 16,-11 8-10-16,-10 6 2 0,-3 0-3 15,-3 6-8 1,-1 19-16-16,3 3 17 0,7-2-31 15,9-6 21 1,9 0-23-16,0-6 41 16,0-4-13-16,15-2 11 0,6-6-11 15,3-2 17 1,-1 0-24-16,-6 0-4 0,1-10 27 16,-5-6 2-1,-4-3-10-15,-2 0-22 0,-4 0 0 16,-1 6-39-16,-2 3 10 0,0 3 51 15,0 6 10 1,0 1 62-16,0 0-11 0,0 0-51 16,4 10-6-16,5 7-7 15,2 4 9-15,5-5-35 16,-2 4-16 0,1-2 14-16,3 1 4 0,-7 6-28 0,-3-2 48 15,-6 4 17 1,-2-4 34-16,0 0-9 0,-8-3 79 15,-13-6-6-15,-4 3-8 0,-2-8-26 0,-5 1-28 47,1 0-36-47,0 0-1 0,6-2-39 16,7 2-56-16,10-3-67 0,1-3-348 16</inkml:trace>
  <inkml:trace contextRef="#ctx0" brushRef="#br0" timeOffset="60623.84">10440 11278 857 0,'0'0'52'0,"0"0"152"0,127 11-83 16,-58-11-38-16,7 0-46 15,-5-4-4-15,-2-2-33 16,-9 2-12-16,-12 4-27 16,-11 0-53-1,-14 0-96-15,-13 0-333 0</inkml:trace>
  <inkml:trace contextRef="#ctx0" brushRef="#br0" timeOffset="61473.41">10547 11608 67 0,'0'0'411'0,"0"0"-283"0,0 0-7 0,0 0-13 0,0 0 13 16,0 0-29-16,0-2-37 15,0-3-5-15,0 5-20 0,11-4 23 0,12 1-25 32,1-1 13-32,5 4-36 15,-2 0 5-15,-5 0-10 16,-5 0 0-16,-5 4-18 15,-10 10-3-15,-2 9 20 16,0 6 1-16,-14 11-9 0,-11 4 3 16,-4-1 5-16,2-4-7 15,6-4 6-15,6-11 0 0,6-8 2 16,9-3 0 0,0-11-6-16,0 3 1 15,4-5 0-15,14 0 5 16,5 0 4-16,-4 0 21 15,8 0-9-15,-2 0 6 0,-1 0-22 16,1 0 0-16,-1 0 0 16,-4 0-35-1,1 0-14-15,-4 0-102 0,-5 0-128 16,-2 0-274-16</inkml:trace>
  <inkml:trace contextRef="#ctx0" brushRef="#br0" timeOffset="62116.34">10917 11637 232 0,'0'0'56'0,"0"0"-55"0,0 0-2 0,0 0-127 15,0 0 91-15,0 0 37 16,22 0 179-16,-22 0-6 0,0 0-30 15,0 0-71 1,0 0 3-16,0 0-4 16,0 0-39-16,0 0-2 0,0 0-23 15,0 0 11 1,0 0-16-16,0 0 71 0,0 0-12 0,0 0 8 31,0 0-16-31,0 0-24 0,0 0-14 16,-11 7-7-1,-3 3-8-15,1 3 7 0,5 4-4 16,0-1-2-16,8-2-2 0,0 3 1 31,0 0-2-31,0 0 0 0,16-6-1 16,7 0-7-16,4-1 20 16,-1-2-15-16,3-1 12 15,-2 3-5-15,4 1 3 16,-6 1-7-16,-5 0 2 15,-5 0-8-15,-5 2 7 0,-6-4-20 16,-4 8-28-16,0 0 49 16,-10 8 32-16,-17 0-24 15,-4 1-8-15,0-6-7 16,10-7-20-16,0-11-16 16,8-3-60-1,4 0-155-15,2-11-262 0</inkml:trace>
  <inkml:trace contextRef="#ctx0" brushRef="#br0" timeOffset="62329.66">11033 11650 561 0,'0'0'198'0,"0"0"-191"0,0 0 95 0,0 0 46 16,0 0-88-16,143-40-22 0,-110 31-38 15,0 4-28-15,-6 2-131 16,-14 0-267-16</inkml:trace>
  <inkml:trace contextRef="#ctx0" brushRef="#br0" timeOffset="64333.76">11897 11111 670 0,'0'0'89'0,"0"0"-84"0,0 0 24 0,0 0 31 0,0 0-3 0,0 0 21 31,0 0 32-31,74 134-60 0,-65-94 12 15,-7 3-30-15,-2-6-29 16,0-1-3 0,0-7-34-16,0-9-5 0,0-4-34 15,0-8-55 1,0-6-109-16,-2-2-261 0</inkml:trace>
  <inkml:trace contextRef="#ctx0" brushRef="#br0" timeOffset="64593.62">11777 11339 888 0,'0'0'179'15,"0"0"-161"-15,0 0 112 0,0 0-50 16,0 0-12-16,0 0-47 16,99 4 7-16,-78-4-28 0,4 0-8 15,-1 0-28 1,3 0-32-16,0 4-98 0,-7-4-246 0</inkml:trace>
  <inkml:trace contextRef="#ctx0" brushRef="#br0" timeOffset="72955.49">12697 11159 759 0,'0'0'127'0,"0"0"-41"0,0 0 33 0,0 0-31 0,0 0-69 0,0 0 28 16,0 0-36-1,0-115 28-15,2 70 5 16,8-1 0-16,-4-1-30 16,9 1-10-16,-3 6-8 0,-1 7 4 0,-3 8-2 0,-2 9-38 31,-6 10 20-16,0 6-8-15,0 3-6 16,-12 22 7-16,-15 11 13 0,-4 4 8 16,-5-2-75-16,7-6 22 15,7-6-25-15,7-8-154 16,8-4-167-16</inkml:trace>
  <inkml:trace contextRef="#ctx0" brushRef="#br0" timeOffset="73429.29">13018 10839 602 0,'0'0'45'0,"0"0"14"15,0 0 32-15,0 0-19 16,0 0-52-16,0 0 15 16,-66 51 42-16,54-20-32 15,5-3 5-15,7 7-47 0,0-2 24 16,0-7-25-16,7-5 29 15,11-3-26-15,2-5 14 16,2-9-15-16,5-4-3 16,2 0-1-16,4-2-5 0,1-19-6 31,-3-2-46-31,-11 2 0 0,-7 1-82 16,-13 7-28-16,0 7 44 15,-24 6 118-15,-16 0 5 0,-9 1 44 16,-4 24 54-1,1 3-37-15,8 0-61 16,11-2-105-16,12-8-201 16</inkml:trace>
  <inkml:trace contextRef="#ctx0" brushRef="#br0" timeOffset="73993.68">12566 11497 803 0,'0'0'313'16,"0"0"-276"-16,0 0 70 0,0 0 20 0,164 4-65 0,-94-8 8 16,-10-7-58-16,-3 5-12 15,-9 2-2-15,-4 2-46 0,-8 2-53 16,-5 0-64 0,-13 0-63-16,-18 0-536 15</inkml:trace>
  <inkml:trace contextRef="#ctx0" brushRef="#br0" timeOffset="74923.47">12742 11747 133 0,'0'0'132'0,"0"0"-30"0,0 0 66 0,0 0-77 16,0 0-53-1,0 0 16-15,0 0-34 0,0 0 49 16,0 0 10 0,0 0 7-16,0 0-10 0,0 0-13 15,0 0-13-15,0 0-18 16,0 0 10-16,0 0-37 0,0 0 21 15,0 0-14-15,0 0 12 0,0 0-17 0,0 0 13 32,0 0-18-32,2 0 0 15,-2 0 5 1,0 0-1-16,0 0 9 16,0 0-14-16,0 0 15 15,0 0-11-15,0 0-7 16,0 0 6-16,0 0-7 0,0 0 3 15,0 0-3-15,0 0 0 0,0 0 6 16,0 0 7-16,0 0-6 0,0 0 28 31,0 0-28-31,-2 4-3 16,-12 7-1-16,1 2-7 16,5 1 6-16,0 2-7 15,4 1 3-15,4-2 6 0,0-1-13 0,0 0 15 16,0-1-8-1,16 0-13 1,3-1 10-16,2-1-1 16,3-3 9-16,1 1 0 0,1 1 7 15,-1 2-14-15,-3 0-24 16,-7-1 21-16,-5 4 10 16,-8 0-4-16,-2 7-10 0,0 2 14 0,-6 6 13 31,-21 0-7-31,-4-2-6 0,-3-4-3 0,1-4 2 15,2-13-90-15,2-7-178 16,6-1-387-16</inkml:trace>
  <inkml:trace contextRef="#ctx0" brushRef="#br0" timeOffset="75103.51">12824 11783 1167 0,'0'0'188'0,"0"0"-158"0,0 0 10 0,0 0-40 0,0 0-27 16,0 0-37-16,43-8-7 16,-26 4-111-16,-1-2-243 0</inkml:trace>
  <inkml:trace contextRef="#ctx0" brushRef="#br0" timeOffset="75945.46">12325 11887 664 0,'0'0'67'0,"0"0"-51"15,0 0 114-15,0 0-12 16,0 0-35-16,0 0-23 0,120-54 34 16,-101 54-49-16,-2 0-6 0,-1 0-35 31,-5 12 6-31,-5 7-10 0,-4 6-2 15,-2 2-4-15,-4 12-11 0,-18 1 10 32,-7 0-12-32,0-4 9 0,5-1 20 15,8-9-19-15,5-6 17 16,11-6-16-16,0-8 4 16,2-6-13-16,18 0 14 0,7 0 3 15,2-6 12-15,2-4-12 16,1 1 2-16,-3 3-2 15,-6 1-30 1,-2 5-82-16,-10 0-144 16,-11 0-284-16</inkml:trace>
  <inkml:trace contextRef="#ctx0" brushRef="#br0" timeOffset="76553.76">13673 11560 969 0,'0'0'124'0,"0"0"-17"0,0 0 8 16,0 0-86-1,0 0-20-15,141 8-9 0,-115-4-15 16,-6 2-36-16,-7-4-71 0,-7 2-139 16,-6-4-377-1</inkml:trace>
  <inkml:trace contextRef="#ctx0" brushRef="#br0" timeOffset="76759.11">13709 11440 1142 0,'0'0'100'0,"0"0"-88"16,0 0 104 0,0 0-64-16,124 0-42 0,-88 0-10 15,-3 0-55 1,-2-3-65-16,-6 0-260 15</inkml:trace>
  <inkml:trace contextRef="#ctx0" brushRef="#br0" timeOffset="77259.73">14591 11522 781 0,'0'0'160'16,"0"0"-145"-16,47-143 118 15,-23 79-2-15,-1-4-87 16,-1 3-22-16,-4 9 9 15,-2 14-25-15,-8 15 15 0,-3 13-15 16,1 8 26-16,-6 6-14 0,0 0 7 16,0 0-25-16,0 0-2 0,-11 16-12 31,-7 6-7-31,-3 2-2 16,2-1-39-16,1 2-30 15,3-1-80 1,-10-4-149-16</inkml:trace>
  <inkml:trace contextRef="#ctx0" brushRef="#br0" timeOffset="80923.29">10991 12902 517 0,'0'0'173'0,"0"0"-164"16,0 0-3-16,0 0 10 16,0 0 6-16,0 0-12 15,0-5 81 1,0 5-5-16,0 0 11 16,0 0-23-16,0 0-31 0,0 0 26 0,0 0-40 31,0 0 23-31,2 0-34 0,4 0 10 15,3 0-9 1,7 0 13-16,9 5-12 0,12 1 13 16,13-2 5-16,14-2-24 15,14-2 22-15,11 0-28 16,7 0 34-16,-3 0-35 16,-6-2-2-16,-4-1-5 15,-10 2-6-15,-8 1-58 16,-9 0 57-16,-14 0-41 15,-6 0-48-15,-12 0-12 16,-10 0-176-16,-14 0-419 16</inkml:trace>
  <inkml:trace contextRef="#ctx0" brushRef="#br0" timeOffset="81683.37">11107 13184 307 0,'0'0'144'0,"0"0"-38"0,0 0-8 16,0 0-9-16,0 0 16 15,0 0 8-15,0 0-18 0,0 0-29 16,0 0-21-16,4 0-8 16,13-7-7-16,8-2 10 15,8-1-27-15,-1 5 22 16,5 0-31-16,-6 1 2 0,-4 4-1 16,-2 0-5-1,-9 0 0-15,-5 6 10 16,-11 10-22-16,0 7 25 15,-4 4-26-15,-23 5 4 16,-9 7-13-16,3-4-2 0,2 4 5 0,6-9 12 16,14-10 5-1,6-4-7 1,5-10 4-16,0-4-2 0,5-2-29 16,15 0 24-16,13-4 12 0,0-11 10 15,4 2 5 1,-4-3-13-16,3 7-2 15,-10 2 6-15,-2 0-13 0,-6 4-41 0,3-1-63 0,-8-6-189 32,1 4-173-32</inkml:trace>
  <inkml:trace contextRef="#ctx0" brushRef="#br0" timeOffset="82343.38">11630 13168 245 0,'0'0'257'0,"0"0"-183"0,0 0 18 16,0 0-29 0,0 0-34-16,0 0-14 0,3 0 13 15,1 0 1-15,-2 0-9 16,0 0 14-16,0 0-3 0,-2 0 23 0,0 0-36 31,2 0 32-31,-2 0-31 16,0 0 19-16,0 0-3 0,0 0 28 0,0 0-21 31,0 0-18-31,0 0 3 0,0 0-12 16,0 0 18-1,0 4-27-15,-4 2 10 0,0 5-14 16,-3-6 1-16,7 5-3 15,0-2-1-15,0-2 0 16,0 9-4-16,3-1 0 0,12-4 3 16,5 4-8-1,-1-5 14-15,6 2-7 16,-2-1 3-16,1 0-1 16,-1-2-4-16,-4 1-1 15,-3 2 2-15,0-3-15 0,-12 4 18 16,-4 1-13-1,0 6 14-15,-4 1 3 16,-16 6 17-16,-5-4-17 16,3-6-2-16,4 0-1 0,0-5-5 0,4-5-20 31,4-6-83-31,1 0-51 0,-1-29-221 16</inkml:trace>
  <inkml:trace contextRef="#ctx0" brushRef="#br0" timeOffset="82533.44">11737 13141 868 0,'0'0'23'0,"0"0"-9"0,0 0 14 15,0 0 51-15,0 0-42 0,0 0 10 16,104-11-47-16,-72-1-14 0,-4-4-130 15,-7 3-320 1</inkml:trace>
  <inkml:trace contextRef="#ctx0" brushRef="#br0" timeOffset="85428.31">11387 12274 73 0,'0'0'403'0,"0"0"-302"0,0 0-14 16,0 0 25-16,0 0-20 15,0 0-10-15,0 0 8 0,0 0-41 16,0 0-3-16,0 0-22 16,3-4 9-16,12-2-15 15,3-2 21-15,2-1-30 0,2 2 5 32,-2 6-14-32,1 1 1 0,-6 0-1 15,1 0 8-15,-3 8-21 16,-7 13 25-16,-4 5-21 0,-2 4 18 31,0 8-18-31,-19 3 9 0,-8-1-21 16,2 0 15-1,5-2 6-15,5-12-9 0,3-8 20 0,8-6-21 16,4-8 19 0,0-4-18-16,0 0-1 15,0 0-10-15,14 0 3 0,3 0 17 0,6 0 7 31,-1 0 0-31,5-3-2 16,4 0-3-16,-4-1-4 0,-1-1-57 16,-1 1-57-16,-9-3-187 15</inkml:trace>
  <inkml:trace contextRef="#ctx0" brushRef="#br0" timeOffset="85813.35">11782 12440 646 0,'0'0'33'0,"0"0"24"0,0 0 18 0,0 0-26 31,0 0-12-31,0 0 4 0,115 61 36 16,-95-50-43-16,-1-1 1 16,-4 5-21-16,-4 1 12 15,0 0-25-15,-4-1 15 16,-5 4-10-16,-2-3-2 15,0 0 18-15,-15 0-22 0,-12-8-8 16,-6-8-65-16,-1 0-90 16,2-4-22-1,6-20-133-15</inkml:trace>
  <inkml:trace contextRef="#ctx0" brushRef="#br0" timeOffset="85983.6">11782 12440 1116 0,'113'-68'191'0,"-111"68"-170"0,6 0 11 0,2 0-32 31,5 0-11-31,1 0-7 16,7-4-40-16,-1 0-18 16,0 2-104-16,3 0-356 15</inkml:trace>
  <inkml:trace contextRef="#ctx0" brushRef="#br0" timeOffset="86533.54">12487 12930 659 0,'0'0'210'0,"0"0"-9"0,0 0-65 0,0 0-62 16,0 0-36-1,0 0 8-15,29 0-27 0,-8 0 41 16,-1 0-40-16,7 0-6 0,-5 0-14 16,-2 0-4-1,-2 0-37-15,-3 0-29 0,-4 0-20 16,-3 0-71-1,-2 0-100-15,-4 0-276 16</inkml:trace>
  <inkml:trace contextRef="#ctx0" brushRef="#br0" timeOffset="86763.39">12651 12691 1055 0,'0'0'83'15,"0"0"79"1,0 0-116-16,0 0-43 0,0 0-3 16,0 0-76-1,104 8-86-15,-100-2-251 16</inkml:trace>
  <inkml:trace contextRef="#ctx0" brushRef="#br0" timeOffset="87251.5">13245 12896 831 0,'0'0'197'16,"0"0"-44"-16,0 0-56 15,0 0-64-15,0 0-31 0,48-147 19 0,-27 93-3 32,0 4 5-32,-6 10 1 0,-1 6-16 15,-8 14 21 1,-6 12-23-16,0 4 22 15,0 4-15-15,-9 0-5 16,-17 18-8-16,-4 14-2 0,-5-2 1 16,4-4-9-1,6-6-31-15,12-6-25 0,1-8 10 16,12 4-54 0,0-6-63-16,-2 0-231 0</inkml:trace>
  <inkml:trace contextRef="#ctx0" brushRef="#br0" timeOffset="89797.08">14208 12932 426 0,'0'0'327'0,"0"0"-190"0,0 0 10 16,0 0-55-16,0 0-36 0,0 0-37 15,0 0-6 1,-18-14 1-16,16 14-4 15,-2 0 27-15,4 0-21 16,0 0 29-16,0 0-29 16,0 0-14-16,0 14 6 15,13 6-8-15,9 0 5 16,7-2-5-16,11-6 13 16,4 0-11-16,4-4 33 0,0-8-26 15,4 0-7-15,-3 0 5 16,4-16-5-1,5-14 0-15,-5-5-1 0,3-4-1 16,2-4 4-16,-4 2-13 16,1 1 18-16,-10 3-17 15,-9 4 23-15,-9 0-30 16,-12 3 15-16,-4 4-2 16,-4 2-6-16,2 10-2 15,-3 4 1-15,8 5-21 16,-3 1 5-16,13 3-12 0,3 1 35 15,2-6-34-15,9-2-54 16,-7-2-243-16</inkml:trace>
  <inkml:trace contextRef="#ctx0" brushRef="#br0" timeOffset="90293.71">15028 12471 790 0,'0'0'105'0,"0"0"4"0,0 0-63 0,0 0 30 31,0 0 5-31,114 0-28 0,-72 0-41 16,-2 0 21-16,-5 0-25 16,-6 0-8-16,-6 0-4 15,-13 1-22-15,0 10 15 16,-6-4 11-16,-4 7-6 16,0-2 12-16,-4 6 14 15,-14 3-9-15,1 2-5 16,-4 0-6-16,8 1-8 15,-1-4-21-15,3 1-94 0,0-6-151 16</inkml:trace>
  <inkml:trace contextRef="#ctx0" brushRef="#br0" timeOffset="93193.58">16100 12314 116 0,'0'0'193'0,"0"0"-50"15,0 0-37-15,0 0-43 0,0 0 15 16,0 0-24 0,0 0 23-16,0 25-27 0,0-25 30 15,0 2-25 1,0-2 8-16,0 0-16 0,0 0 11 15,0 0-27-15,0 0-6 16,0 0 21-16,0-2-16 16,0-19-12-16,0-11-16 15,0-10-4-15,6-6 5 16,9-8-6-16,1-1 9 0,-1 2-7 0,2-2 1 0,-1 2-9 31,-6 11-5-15,1 11-17-16,-4 13 31 0,-7 12-1 15,0 8-12-15,0 4 9 0,-24 30-11 16,-9 8 1 0,-8 4-31-16,-1-2-151 0,4-9-256 15</inkml:trace>
  <inkml:trace contextRef="#ctx0" brushRef="#br0" timeOffset="95338.39">16605 12412 614 0,'0'0'35'15,"0"0"1"-15,0 0-13 16,0 0-23-16,0 0-17 0,127 50-153 16,-111-50-158-16,-3 0 202 15,-7 0 76-15</inkml:trace>
  <inkml:trace contextRef="#ctx0" brushRef="#br0" timeOffset="95543.44">16460 12296 490 0,'0'0'467'15,"0"0"-351"-15,118-7 52 16,-62-4-91-16,2 3-55 15,-11 2-22-15,-15 6-55 16,-13 0-114-16,-19 0-429 0</inkml:trace>
  <inkml:trace contextRef="#ctx0" brushRef="#br0" timeOffset="96093.55">17434 12418 603 0,'0'0'396'0,"0"0"-227"0,0 0-67 15,0 0-58-15,0 0-7 0,27-129-9 16,-14 76 4-16,5-3 4 16,0 4-26-16,0 3-3 0,-4 7-1 0,-4 17-12 31,-8 2 5-31,-2 10 0 15,0 8-22 1,0 5 23-16,-18 0-9 0,-6 14 8 16,-5 13-4-16,-2 2-15 0,-2 9-27 15,-4-2-182 1,2 1-282-16</inkml:trace>
  <inkml:trace contextRef="#ctx0" brushRef="#br0" timeOffset="97063.33">16389 13108 542 0,'0'0'269'0,"0"0"-91"0,0 0-38 15,0 0-18-15,0 0-66 16,0 0-17-16,0-4-16 16,0 4 2-16,0 0-11 15,0 14-9-15,0 18 14 0,0 12 2 0,6 10 20 31,-3 10-36-31,2 1-5 0,-3 1 8 0,2-4-14 16,1-8 11 0,-1-5-8-16,2-10 3 15,4-10-4-15,-1-15-1 16,8-14-17 0,17-8 13-16,21-48 9 0,24-27-13 15,16-23 6-15,12-4-49 0,2 1-32 31,-1 15 8-31,-12 17 23 0,-19 20 9 0,-23 23 45 16,-23 14-20 0,-16 16 21-16,-15 4-110 0,-2 4-413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10-06T22:25:59.493"/>
    </inkml:context>
    <inkml:brush xml:id="br0">
      <inkml:brushProperty name="width" value="0.05292" units="cm"/>
      <inkml:brushProperty name="height" value="0.05292" units="cm"/>
      <inkml:brushProperty name="color" value="#FFFF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FF0000"/>
    </inkml:brush>
    <inkml:brush xml:id="br3">
      <inkml:brushProperty name="width" value="0.05292" units="cm"/>
      <inkml:brushProperty name="height" value="0.05292" units="cm"/>
      <inkml:brushProperty name="color" value="#7030A0"/>
    </inkml:brush>
    <inkml:brush xml:id="br4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23933 3639 293 0,'0'0'129'0,"0"0"-129"0,0 0-55 0,0 0 55 15,0 0 13-15,0 0-7 0,0 0 2 16,25-112-9-16,-19 100 2 16,3 4 25-16,-7-1 0 15,-2 2-26-15,0-3-5 0,0-2-312 16</inkml:trace>
  <inkml:trace contextRef="#ctx0" brushRef="#br0" timeOffset="1939.99">24218 3064 326 0,'0'0'123'0,"0"0"-96"0,0 0 93 16,0 0-5-16,0 0-53 15,0 0-32-15,0-7 17 16,0 7-16-16,0 0 49 16,0 0-48-16,0 0-13 0,0 0-13 15,0 0-8 1,0 0 4-16,0 0 5 0,0 0 11 15,0 0-10-15,0 0 28 0,0 0-11 16,0 0 18-16,0-1-24 31,0 1 21-31,0-2-30 0,0 0 4 0,0 0-9 16,0-2 0 0,-2 2-10-16,-7-3 15 15,-1 2-10-15,-4 3 7 16,-4 0-14-16,5 0 6 15,-5 0-1-15,0 10 2 16,-2 6-1-16,0 1 1 16,0 2-3-16,7-1-2 0,-3 2 10 15,5 0-10 1,2 0 17-16,2 6-24 16,3-2 11-16,-1 2 0 15,3 0 0-15,0 0-1 16,2-3 0-16,0 2-5 15,0 1-7-15,0 3 12 16,0 5-2-16,0 2 6 0,-2 2-6 16,-8 2 5-16,2-4-1 15,-3 2 0-15,2 2 2 16,-3-6-10-16,0-3 18 16,-5-3-11-16,-2-4 7 15,-6-4-9-15,-6-3 7 0,-4-11-8 0,-6 3-26 16,5-9-11-16,3 0-27 31,16-12-71-31,5-18-26 16,10-9-99-16</inkml:trace>
  <inkml:trace contextRef="#ctx0" brushRef="#br0" timeOffset="2205.61">23904 3396 659 0,'0'0'93'0,"0"0"4"0,0 0-9 15,0 0-44-15,116 6-35 16,-95-6-18-16,-6 0-89 16,-7 0-159-16</inkml:trace>
  <inkml:trace contextRef="#ctx0" brushRef="#br0" timeOffset="2921.76">24473 3727 664 0,'0'0'280'0,"0"0"-252"0,0 0 85 0,0 0-26 16,0 0-13-16,-105-124-35 16,100 86-23-1,5 2 9-15,0 0-24 0,14 4 20 16,14 3-16 0,-1 8-10-16,2 6-9 15,-2 6-28-15,-2 4-46 16,-3 5-70-16,-7 0-124 15,-3 0-261-15</inkml:trace>
  <inkml:trace contextRef="#ctx0" brushRef="#br0" timeOffset="3417.48">24664 3613 139 0,'0'0'612'0,"0"0"-527"16,0 0-18-16,0 0 75 16,0 0-74-16,0 0 21 15,129-67-74-15,-97 46-15 0,-3 1 0 16,-7 0-17-16,0 4-28 16,-4 4-54-1,-7 1-63-15,-6 4-29 16,-5 0-210-16</inkml:trace>
  <inkml:trace contextRef="#ctx0" brushRef="#br0" timeOffset="3700.21">24716 3337 853 0,'0'0'52'16,"0"0"11"-1,0 0 71-15,42 108-41 0,-22-69-26 0,-2-6-41 32,6-1-1-32,-5-2-19 15,-4-2-12-15,3 0-3 16,-5-4-33-16,0 1-30 15,1-10-53-15,-6-7-156 16,-1-8-345-16</inkml:trace>
  <inkml:trace contextRef="#ctx0" brushRef="#br0" timeOffset="4168.34">25107 3228 629 0,'0'0'193'0,"0"0"-34"0,0 0-47 16,116 114 27 0,-82-74-88-16,-10 1-18 0,-1 1-30 15,-8-6 3-15,-6 5-6 16,-9-1-4 0,0 1-57-16,-7-2 54 15,-17-3-6-15,-2-8-119 16,3-11-126-16,3-8-335 15</inkml:trace>
  <inkml:trace contextRef="#ctx0" brushRef="#br0" timeOffset="4900.05">25664 3552 625 0,'0'0'259'0,"0"0"-140"0,0 0-21 15,0 0 25-15,0 0-75 0,0 0 3 16,25 0-30-16,2 0 37 16,-2 3-49-16,-1 1-3 0,-2 0-6 15,-6-2-17-15,6 2-26 16,-6-2-12 0,-6-2-20-16,2 0-116 15,-5 0-148-15</inkml:trace>
  <inkml:trace contextRef="#ctx0" brushRef="#br0" timeOffset="5119.93">25643 3387 896 0,'0'0'143'0,"0"0"-118"16,0 0 95-16,0 0-23 16,120 0-59-16,-92 0-38 15,1 0 0-15,-2 4-75 16,2-4-74-16,-4 0-252 16</inkml:trace>
  <inkml:trace contextRef="#ctx0" brushRef="#br0" timeOffset="6362.02">26736 3288 477 0,'0'0'86'0,"0"0"-74"0,0 0 7 15,0 0 37-15,0 0 19 16,0 0-25-16,12 0 27 16,-12 0 18-16,2 0 3 15,-2 0-55-15,0 0 7 16,0 0-19-16,0 0 24 15,0 0-27-15,0-6 17 16,-10 2-26-16,-5 0-7 16,-7 3-6-16,1 1-6 15,-8 0 1-15,6 0 10 0,0 1-18 16,3 16 15-16,5-1-16 16,10-3 2-16,0 5 3 15,5-2-8-15,0 1 4 16,0-1 7-16,5-1-12 15,17 0 6-15,7-1 1 16,2 0 0-16,2 0 10 0,-1 2-10 0,2-2-4 31,-6 2 6-31,1 0 1 16,-4-3-4-16,-7 2-126 16,-7 1 132-16,-9-6 9 0,-2 6-4 15,0 4 5-15,-25-2 10 0,-8 4 12 31,-3-4-13-31,1-3-16 0,4-4-3 16,2-4-3-16,8-3 0 0,6-4-73 16,9 0 9-1,4 0-197-15,2-7-259 0</inkml:trace>
  <inkml:trace contextRef="#ctx0" brushRef="#br0" timeOffset="6889.99">27000 3425 785 0,'0'0'114'0,"0"0"-114"0,0 0 0 16,0 0 33-1,0 0-29-15,0 0-1 16,-88 120 3-16,88-94-12 15,0-2 12-15,18-2-12 0,4 0 6 0,5-6-17 32,4-2-6-32,5-6-7 0,-1-1 22 0,4-6-29 15,-6-1 37-15,7 0-29 16,-7 0 9 0,-8 0-361-16,-8-9 232 15,-7-8-14-15</inkml:trace>
  <inkml:trace contextRef="#ctx0" brushRef="#br0" timeOffset="7140.18">27004 3427 672 0,'0'0'326'0,"0"0"-317"0,0 0 34 16,0 0 35-16,0 0-50 15,0 0-28-15,109 0-4 16,-89 0-48 0,-2 0-45-16,-7 0-141 0,-2 0-346 0</inkml:trace>
  <inkml:trace contextRef="#ctx0" brushRef="#br0" timeOffset="7330.03">27126 3327 1099 0,'0'0'157'32,"0"0"-157"-32,0 0 0 0,0 0 0 15,0 0 6-15,0 0-6 16,82 0-11-1,-47 0-109-15,-6 0-107 16,-4 0-339-16</inkml:trace>
  <inkml:trace contextRef="#ctx0" brushRef="#br0" timeOffset="7860.04">27501 3698 511 0,'0'0'257'16,"0"0"-109"-16,0 0-7 15,0 0-55-15,0 0-3 16,0 0-45-16,-3-107-7 0,3 79-13 16,7 3-10-16,-1 4-7 15,4 0 14-15,-4 9-27 16,1 3 19-16,2 3-14 16,-2 4-2-16,-1 2 5 15,1 0-11-15,-1 0 2 16,3 10 7-16,3 6-7 15,-4 0 7-15,3-2-24 16,3-3 24-16,3 0-13 0,2-7 17 16,-1-4-7-1,3 0 9-15,2 0 16 16,2 0-6-16,-3-15 4 16,-2-10-10-16,-2-3 8 15,-3-2-1-15,-3-3-22 0,-4 4 10 16,1 0-5-16,-5 6-4 15,0 6-13-15,-2 4-20 16,2 7 1-16,0 3-1 0,5 3-210 16,0 0-159-1</inkml:trace>
  <inkml:trace contextRef="#ctx0" brushRef="#br0" timeOffset="8459.92">28398 3657 593 0,'0'0'450'0,"0"0"-404"0,0 0 62 0,0 0-38 0,0 0-28 15,0 0 0-15,154-69-31 0,-104 52 18 16,0-5-28-16,0 4-1 16,-1 0 0-16,-11 0-18 15,-7 2-28-15,-10 2-14 0,-7 3-54 16,-9 2-91-16,-5 1-88 15,0 0-356 1</inkml:trace>
  <inkml:trace contextRef="#ctx0" brushRef="#br0" timeOffset="8662.01">28585 3360 928 0,'0'0'108'16,"0"0"-25"-16,-6 107 69 16,6-57-70-16,11 2-14 15,9 2-52-15,9 0 19 0,-4 1-35 16,2-5-48 0,-4-6 40-16,0-7-105 0,-9-12-133 0,-8-3-629 31</inkml:trace>
  <inkml:trace contextRef="#ctx0" brushRef="#br0" timeOffset="14740.1">20509 4867 217 0,'0'0'373'0,"0"0"-356"0,0 0-11 16,0 0 21-16,0 0 11 0,0 0-8 16,0 0 4-16,9-29-22 15,-9 27 66-15,0 0 17 16,0 2 28-16,0 0-82 15,2-2 18-15,0 2-44 16,-2 0 2-16,0 0-17 16,0 0-3-16,0 0 2 15,0 0-4-15,0 0-1 0,0 0 12 0,0 0-12 32,0 2 15-32,0 17-9 15,-4 5 6-15,-14 3 9 16,-6 5-10-16,-3 5-3 15,-4-5-2-15,-1-3 10 16,-1-6-20-16,6 1 6 16,0-4-17-16,-2-4-30 0,5-5-29 15,2-5-124-15,8-6-191 16</inkml:trace>
  <inkml:trace contextRef="#ctx0" brushRef="#br0" timeOffset="15040.16">20301 4909 710 0,'0'0'40'0,"0"0"106"0,0 0 23 0,0 0-44 15,146 72-49-15,-111-42-51 16,3 0-12-16,-9-2-3 16,2-2-20-16,-4-2 0 15,-5-4-28-15,-2-6-88 16,-6-4-158-16,-10-4-517 15</inkml:trace>
  <inkml:trace contextRef="#ctx0" brushRef="#br0" timeOffset="16135.08">20139 5474 507 0,'0'0'149'0,"0"0"-100"0,174 24-4 0,-105-13 22 16,6-2-16-16,6 3-9 15,2 0 1-15,3 0-43 0,5 2-3 16,10-1 3-16,10-2 0 16,18-3 8-1,18-2-21-15,13 1 26 16,10-2-13-16,1 4 0 0,10 3 4 0,-5-1-4 31,-13-2-3-31,-16-1-1 0,-22-4-24 16,-18-4 26-1,-9 0 0-15,-7 0 2 0,-11 0 3 16,-8 0 15-16,-8 4-7 16,-8 0-8-16,-9 3-3 15,-5 2 0-15,-4-1-24 16,-4 0-45-16,-5-2-104 16,-10-5-436-16</inkml:trace>
  <inkml:trace contextRef="#ctx0" brushRef="#br0" timeOffset="17704.89">21739 4510 378 0,'0'0'42'0,"0"0"-42"15,0 0-4-15,0 0 4 0,0 0 146 16,0 0-72-16,-33 4-10 15,28 2-22-15,3-3 30 16,2 8-34-16,-3-2 3 16,3 9-31-16,-2 7 20 15,-3 5-3-15,-1 4 3 0,2 2 4 16,2 0-31 0,-1 1 6-16,3 2-4 15,0 1 3-15,0 4-3 0,-2 6-3 16,2 3 1-16,0 1-5 15,0-1 2 1,0 4 0-16,0 3-3 16,7 7 8-16,-1 7-9 0,1-4 5 15,-5 4-2-15,-2-7-2 16,0-4 2-16,0-1-2 16,0-1 3-16,-2-3-3 15,-3 2 6 1,3-2-10-16,0 0 15 0,2-1-14 0,-4-3 15 31,-3 2-15-31,-5 5 9 0,2-6-6 16,1 5 5-16,-3-2-2 15,4-1 0-15,-1 2 0 0,-1 0-6 16,2-1 16 0,1 2-20-16,3 4 9 15,2 4-1-15,2 3-7 16,-2 1-7-16,-6-2 5 0,6-6 11 15,0-4-5-15,0-1 5 16,2-1-6-16,0 0-8 0,0-2 14 31,-2 5-11-31,-3-2 9 0,-3-2 3 16,-6-2-2 0,3-2 1-16,2-2 0 0,0-5 9 15,0 7-8-15,-2 4 0 16,2-6 3-16,-2 6 0 15,4-1-4-15,1-1 0 16,-2 4-1-16,2 1 1 0,2 1-14 16,-3 1 24-16,1 4-17 0,0 6 14 0,0 5-8 31,4 2 1-31,2-1-1 16,-2-4-12-16,0-5-42 15,-3 1 5-15,1 2 19 16,-4 0 28-1,0 4 6-15,-3-2 15 0,-1 3 15 0,1-5 12 0,1 0 21 32,-2-3-42-32,3-7-10 15,3-2-11-15,2 0-6 16,-3-2 6-16,0 2-11 16,-4 0 16-16,-2-1-16 15,-3 5 10-15,3 0-2 0,-1 0 0 16,1 3 2-16,3-5-6 0,8-6-49 0,0-15-95 31,-2-14-144-15</inkml:trace>
  <inkml:trace contextRef="#ctx0" brushRef="#br0" timeOffset="18587.81">22336 4811 570 0,'0'0'131'0,"0"0"-88"0,0 0 94 0,0 0-3 16,0 114-67 0,2-85-13-1,0-4-19-15,5-3-6 0,0-4-23 16,-3-3 8-16,3-7-14 15,-5-2-24-15,0-1-69 16,2-1-106-16,-4 0-88 16</inkml:trace>
  <inkml:trace contextRef="#ctx0" brushRef="#br0" timeOffset="18910.18">22162 5344 139 0,'0'0'468'0,"0"0"-450"0,0 0 70 0,0 0 58 31,0 0-1-31,0 0-76 0,9-60-48 16,18 29 26-16,13 0-20 0,5-7 17 31,1-1-40-31,4 5-3 16,-8 7-1-16,-5 6 0 16,-8 6-1-16,-4 3-35 15,-5 1-22-15,-5 5-106 0,2 0-47 16,-7 4-213-16</inkml:trace>
  <inkml:trace contextRef="#ctx0" brushRef="#br0" timeOffset="34453.73">20284 8245 514 0,'0'0'88'0,"0"0"-59"0,0 0 15 16,0 0-7-16,0 0-4 15,0 0-31-15,0 0 58 16,0 0-5-16,-60-3 28 15,53 6-33-15,0 8-6 16,3 1-24-16,-3 8 1 0,1 2-17 16,2 4-3-16,-2 0-2 15,4-2 6-15,2-4-9 16,0 0 18-16,0-4-20 16,8-1 6-1,13-2 0-15,8-5 1 16,4-2 1-16,13-6 8 15,-2 0-9-15,3-4 9 16,-1-22-8-16,-1-8-2 16,-3-4 10-16,-6-6-12 0,-5-1 2 15,-11 1 0-15,-13 0-2 16,-7 11-6-16,-2-3 2 16,-30 13-29-1,-9 7 32-15,-15 12-16 0,-7 4 19 16,-1 14 33-16,4 28-33 0,6 10 0 15,12 7-6 1,9-3-52-16,14-9-261 0</inkml:trace>
  <inkml:trace contextRef="#ctx0" brushRef="#br0" timeOffset="35833.83">21269 9990 130 0,'0'0'101'0,"0"0"-101"0,0 0-111 16</inkml:trace>
  <inkml:trace contextRef="#ctx0" brushRef="#br0" timeOffset="37030.21">21269 9990 4 0,'19'6'299'16,"-19"-3"-248"-16,-6-1 52 15,6 1 10-15,-2 3-62 16,2-2 16-16,0 4-24 0,0-2-5 16,0 3-16-1,0-2-15-15,-4 3-7 0,1 0 7 0,1-2 10 16,-2 2 41-16,1-2-15 31,1 3-1-31,2 5 11 0,-3-2-40 16,3-2 1-16,-2 1-7 15,2-1-10 1,-2 1 7-16,-2 2 1 0,4 0 11 0,-5 0 5 16,3 2 2-16,0-3-21 15,-2 0 15 1,2 6-6-16,-4 0 14 0,2 0-15 0,-2 0 5 31,6-2-8-31,-3 2 3 0,1 0 3 16,0 2-9-1,0 0 12-15,-2 1-10 16,-4 0 3-16,8-1-1 16,-2 0-16-16,0-2-3 15,0 3 11-15,0-2 0 0,-3 5 1 16,3-2-1 0,-2 5 3-16,-6-3 14 15,8 5-14-15,-4-4 5 16,-1 3-5-16,3-2 4 0,-3-2-5 0,0 1-4 15,3 0 0 1,-5 4 2-16,7 1 5 0,-3 4-5 16,1 0 20-16,-1-3-8 15,1 2-6 1,-1-3-3-16,3 0-2 16,0-2 6-16,2 2-7 15,-4 0 0-15,1 2 2 0,-1 6 0 16,-3 0-1-16,-2 7 11 15,0-5-12-15,3-2 6 16,-4-6-2-16,8-2-4 0,0-2 0 16,0-1 0-16,2 1-2 15,-2 1 11 1,0-1-7-16,-3 3 7 0,3 3-10 16,-2 8 5-16,-2 4 0 15,0 0-4 1,6 0-2-16,-2-4-2 15,2-4-1-15,-2-1 3 16,0-1 1-16,-3 0-3 16,1 0 8-16,0 2-8 0,-2 2 4 15,-2 0-5 1,1-1 2-16,-1-4 3 16,0 0-2-16,2-4-1 0,-3 0-4 15,0-5 11-15,-2 6-13 16,0-4 9-16,-5 4-2 0,5-4 0 15,-4 2-10 1,1-2 10-16,5-2-10 16,-5 2 8-16,4 0-14 0,-7-2 17 15,9 5-1 1,-3-4-10-16,2 0 20 0,0 1-10 16,2-6 2-16,1 4-1 15,-1-2-1-15,0-2 2 16,3 0 2-16,-1-2 5 15,-3-2-13-15,6 2 10 16,-5 0-6-16,0 0 2 16,0 1 0-16,1-4 0 0,-1 3 1 15,0-1-5 1,0-1 9-16,3 0-9 16,0 0 10-16,2 2-10 15,-3-2 8-15,3 2-6 16,0 0 2-16,-1 0-1 15,1 4-2-15,2-6 6 16,0 4-12-16,0 1 14 16,0-10-10-16,0 3-4 0,-5-6 0 15,5-2-1-15,-2-2-4 16,2 1-20-16,0-4-28 0,0-2 27 16,0-3-57-1,0 0-65-15,0 0-16 16,0 0-195-16</inkml:trace>
  <inkml:trace contextRef="#ctx0" brushRef="#br0" timeOffset="67920.32">22038 8279 41 0,'0'0'525'0,"0"0"-442"0,0 0-5 16,0 0-33-16,0 0 14 15,0 0-16-15,0 0-1 0,8-10 3 16,-8 10 5 0,0 0 12-16,0 0-21 0,0 0 27 15,0 0-52-15,0 0 23 16,0 0-33 0,0 0 18-16,0 0-2 0,0 0-8 0,0 0 3 15,0 0-16 1,-10 0 20-16,-6 0-19 15,-1 0 12 1,0 0-6-16,-3 0-15 0,3 16 9 0,0 9-2 16,5 3 0-16,-2 6 1 0,7 0-5 31,5 0 10-31,2-2-7 0,0-4 10 16,11 0-18-1,11-7 12-15,5-2-7 16,4-7 3-16,7-8 0 15,0-4-3-15,0 0-5 0,2-26 0 16,-4-14-18-16,-7-6 9 16,-9-6-22-16,-14 0 14 15,-6 9-22-15,-4 11 9 0,-29 14 39 16,-14 15 16 0,-9 3 36-16,-5 16-27 0,9 18-12 0,9 6-13 31,21-2-98-31,13-6-357 0</inkml:trace>
  <inkml:trace contextRef="#ctx0" brushRef="#br0" timeOffset="74579.98">20041 10124 163 0,'0'0'597'0,"0"0"-495"0,0 0 37 0,0 0-39 15,0 0-47 1,0 0-21-16,0 0-11 15,0-16-3-15,2 16 8 16,-2-8-6-16,5 1 26 0,1-2-36 0,1-7 27 16,2 2-32-1,2-3 14-15,5-8-17 16,-1-1 3-16,1-3-5 0,-3 4 6 16,2-1-8-1,-1 2 10-15,-5 1-12 16,1 0 4-16,-2-1-10 0,-1 5-47 15,-1 1-16 1,-4 5-24-16,3 8-51 0,-5 1-133 0,0 4-244 31</inkml:trace>
  <inkml:trace contextRef="#ctx0" brushRef="#br0" timeOffset="75040.25">20056 9689 726 0,'0'0'118'0,"0"0"89"0,133-10-42 0,-69 5-47 0,5-1-56 16,-9-5-38-16,-4 7-23 0,-12-2-1 16,-8 4 0-16,-12 0-29 15,-5 2-12-15,-4 0-53 0,-9 0-54 32,-2 0-152-32,-4 0-194 15</inkml:trace>
  <inkml:trace contextRef="#ctx0" brushRef="#br0" timeOffset="75420.02">20424 9721 294 0,'0'0'451'0,"0"0"-287"15,0 0 10-15,0 0-41 0,-64 121-76 16,43-83-28-16,0-5-13 0,4 3-9 31,5-7-3-31,7-6 8 16,5 2-18-16,0-7 6 0,0 0-10 16,0-4-43-16,11-2-82 15,2-4-134 1,1-3-434-16</inkml:trace>
  <inkml:trace contextRef="#ctx0" brushRef="#br0" timeOffset="76053.71">20125 10391 485 0,'0'0'128'0,"0"0"-5"0,0 0 18 0,141-70 28 0,-79 37-64 0,5-2 14 16,0-7-54-1,2 2-8-15,-10 0-29 16,-11 5-27-16,-5 7-1 16,-10 9-22-16,-4-2 2 0,-5 11-45 15,-4-4-36 1,-5 9-100-16,2-6-180 15</inkml:trace>
  <inkml:trace contextRef="#ctx0" brushRef="#br0" timeOffset="76900.13">20563 10238 295 0,'0'0'161'0,"0"0"-6"16,0 0-74-16,0 0-9 15,0 0 10-15,0 0-23 16,48 0-10-16,-41 0 15 15,-4 0-27-15,5 0 12 16,-3 5-37-16,-1 5 9 0,-2 4-20 16,-2 1 21-16,0 6-11 15,0-3-4-15,0 6-7 16,0 0 2-16,-6 0-4 16,-7-2 6-16,5-2 12 0,2-2-7 15,4-8 20-15,2 1-24 16,0-4 7-1,0-1-10-15,0-4 6 16,2 2 1-16,18-4 3 16,2 0 27-16,2 0-23 15,3 0 11-15,0-6-25 16,-2-2-4-16,-6 3-26 16,0-1-21-16,-9 1-49 0,-2 5-81 15,-8 0-222-15</inkml:trace>
  <inkml:trace contextRef="#ctx0" brushRef="#br0" timeOffset="77638.39">20578 10299 751 0,'0'0'99'0,"0"0"-59"0,0 0-40 16,0 0-141-16,0 0-475 0</inkml:trace>
  <inkml:trace contextRef="#ctx0" brushRef="#br0" timeOffset="113584.83">21964 10291 144 0,'0'0'297'0,"0"0"-284"0,0 0 115 0,0 0-10 31,0 0-30-31,0 0-13 16,0 0 18-16,0 0-27 0,0 2 6 0,0-2-21 16,0 0 2-1,0 0-25-15,0 0-2 16,0 0 17-16,0 0-24 15,0 0 26-15,0 0-21 16,0-17 11-16,0-8-35 0,0-9 12 16,6-8-12-16,10-5 0 15,-3-3 0 1,1 4-7-16,-1 4-7 16,-3 9-2-16,-4 8 11 15,-4 6-12-15,-2 12 12 0,0 1-1 0,0 6 0 31,-16 0 6-31,-5 16-6 0,-11 8 4 16,-4 6-14-16,-2 1-78 16,5-4-163-16,8-6-509 15</inkml:trace>
  <inkml:trace contextRef="#ctx0" brushRef="#br0" timeOffset="117480.05">19971 11544 355 0,'0'0'304'0,"0"0"-255"0,0 0 0 0,0 0 11 16,0 0-17-16,0 0-40 15,-2 0 4-15,2 0 17 16,0 0 5-16,0 0 29 0,0 0-15 16,0 0 1-1,0 0-34-15,0 0 15 0,0 0-21 0,0 0-3 16,0 0 7-1,0 0-8-15,0 2 4 16,0-2 16-16,0 4 19 0,0-4-1 0,0 0 29 31,2 0-14-31,12-20 14 0,11-13-32 16,2-8 5 0,-1-7-29-16,1 4-7 0,-5-1-4 0,-6 5-14 31,-5 14 6-31,-7 8-21 15,1 8 25-15,-3 4-25 16,-2 6 11-16,0 0-54 0,0 0-73 16,-13 6-278-1</inkml:trace>
  <inkml:trace contextRef="#ctx0" brushRef="#br0" timeOffset="118033.08">19979 11168 734 0,'0'0'162'0,"0"0"-78"0,0 0 48 0,0 0 1 0,0 0-52 0,156 4-46 0,-100-1-3 0,-6-2-19 16,-5 2-9-1,-11 0-4 1,-10 2-10-16,-4-1-8 15,-4-4-25-15,-3 0 20 0,-5 4-17 0,-2-4 10 16,-4 0-36 0,-2 0 0-16,0 2-5 15,0 0-6-15,0 0 41 16,-2-2-33-16,-8 0 2 16,4 8 59-16,-3 2 8 0,-5 10 93 15,-3 10 57-15,3 7-68 0,-3 8-12 0,-2-2-22 31,9 3-46-15,-2-4 13-16,3-6-13 0,5-8-2 16,4-2-3-16,0-11 2 15,0-1-49 1,0-1-38-16,0-5-90 0,0-6-78 16,0-2-335-1</inkml:trace>
  <inkml:trace contextRef="#ctx0" brushRef="#br0" timeOffset="142150.03">21922 11637 672 0,'0'0'13'0,"0"0"-7"0,89-109-4 0,-68 75-1 16,-11 2 2-16,-10 4 44 15,0 8 46-15,0-2 84 0,-16 8-74 16,-9 4 22-1,-1 7-56-15,0 3-31 0,-1 0-5 16,2 0-12-16,0 11-6 16,-4 7-8-16,0 7 3 0,-4 0-5 31,8-1-10-31,10-6-8 0,4-3-24 16,11 0-49-16,0-3-84 15,11 0-181-15</inkml:trace>
  <inkml:trace contextRef="#ctx0" brushRef="#br0" timeOffset="142900.1">21732 11423 262 0,'0'0'407'0,"0"0"-295"0,0 0 20 0,0 0-25 16,0 0-83 0,0 0-11-16,-43 53-12 0,39-35 18 15,-2 2-1 1,6 5 34-16,0-2-24 0,0 2-17 15,0 2-6 1,0-4 0-16,0-2-8 0,8-5 5 16,4 0-4-16,5-2-19 0,6-6 4 0,-3-6-9 31,8-2 22-31,-1 0 1 16,2 0 6-16,0-14-3 15,2-10 0-15,-2-2-10 16,-2-8-41-16,-4-2 20 15,-10-1-34-15,-5 0 19 16,-4 7 46-16,-4 7 46 16,0 10 89-16,-12 7-16 0,-15 6-8 15,-4 0-74-15,2 0-29 16,5 0-8 0,8 13-33-16,7-2-68 0,7-1-149 0,2-2-659 15</inkml:trace>
  <inkml:trace contextRef="#ctx0" brushRef="#br0" timeOffset="149021.69">19385 12400 685 0,'0'0'74'0,"0"0"17"0,0 0 69 0,0 0-85 0,0 0-23 15,0 0-16 1,0 0 19-16,0 0-4 16,0 0-8-16,0 0-3 15,0 0-28-15,0 0 12 16,0 0-20-16,12 0 14 0,5 0-18 16,6 0 9-1,2 0-9-15,-1 0 0 0,-2 0-2 16,-4 0-6-16,-2 3 6 0,-7 10-2 15,-5 4-1 1,-4-4-3-16,0 3-1 0,0-1 14 16,0-3-10-16,-6-3 5 15,2 0-10-15,1-1 10 16,3-2-23-16,0 0 17 16,0-2-36-16,20 4 40 15,2 0-3 1,5 2 2-16,-7 4-2 0,-9 8 5 15,-4 0-6 1,-7 2 6-16,0 1 27 0,-9 0-1 16,-18 1 6-1,-6 0-25-15,-5-3 8 0,0-2-15 16,4-4-8-16,10-5-11 16,11-5-29-16,8-7-42 15,5 0-234-15,5-3-545 16</inkml:trace>
  <inkml:trace contextRef="#ctx0" brushRef="#br0" timeOffset="149510.56">19936 12562 749 0,'0'0'166'0,"0"0"-85"0,0 0 19 0,0 0 16 0,0 0-77 15,-46 117-9-15,39-88-19 0,0-4 30 16,0-2-25-16,1-6-7 15,4 1-9 1,-5 0-2-16,3-4-15 16,-1 0-24-16,-2 1-17 0,5-9-82 15,2-3-5-15,0-3-29 16,0 0 10-16,0-8-93 16</inkml:trace>
  <inkml:trace contextRef="#ctx0" brushRef="#br0" timeOffset="149760.03">19825 12543 721 0,'0'0'94'16,"0"0"85"-16,0 0-32 0,156-32-27 15,-114 28-53 1,-9 4-48-16,-1 0-8 0,-8 0-5 16,3 0-10-16,-4 0 4 15,0 0-13-15,0 0-74 16,-9 0-147-16,1 0-522 16</inkml:trace>
  <inkml:trace contextRef="#ctx0" brushRef="#br0" timeOffset="150062.06">20177 12534 726 0,'0'0'114'0,"0"0"57"0,0 0-54 16,-71 105-23-16,57-72-68 15,3 3-10-15,9-7 4 16,2-1-17-16,0-4 3 16,0-4-6-16,0-6-5 15,0-1-40-15,6-6-63 0,1-4-124 0,2-3-368 16</inkml:trace>
  <inkml:trace contextRef="#ctx0" brushRef="#br0" timeOffset="150656.13">19969 13086 471 0,'0'0'326'0,"0"0"-207"0,0 0 16 16,0 0-54-16,0 0-9 0,0 0-37 15,31-42 12 1,1 14-8-16,17-6-12 16,9-7 1-16,13 0-24 15,5-1 15-15,0 3-15 0,-10 5-8 0,-12 7-22 32,-12 2-9-32,-11 13-29 15,-8 0-34-15,-9 11-52 0,-6-2-196 16</inkml:trace>
  <inkml:trace contextRef="#ctx0" brushRef="#br0" timeOffset="151257.29">20322 12932 252 0,'0'0'323'0,"0"0"-250"16,0 0 12-16,0 0 53 16,0 0-73-16,0 0-11 15,35 0-3-15,-26 0-18 0,-5 0 2 16,2 0-31-1,-6 4 35-15,0 6-3 0,0 3 14 16,0 4-38-16,0-3 14 0,0 6-20 16,-8-2 2-1,-3 1-7-15,1 0 1 0,-4-1-2 16,3-2 9-16,7-4-18 16,4 0 24-16,0-6-32 0,0 0 17 31,4-3-10-31,18-3 1 15,2 0 9-15,9 0-4 16,-1-3 13-16,-3-5-24 0,-5 7 2 16,-8 1 0-16,-7 0 11 15,-9 0-76-15,2 0-63 0,-2 3-151 16,0 8-334-16</inkml:trace>
  <inkml:trace contextRef="#ctx0" brushRef="#br0" timeOffset="152033.76">20299 12997 463 0,'0'0'229'0,"0"0"-25"16,0 0-47-16,0 0-21 16,0 0-74-16,0 0-26 0,14-17-34 15,1 9 14-15,1 2-5 16,2-1-11-16,-2 6 0 0,-1-1-8 0,-7 2 3 31,2 0-47-31,-3-4-92 16,-7 4-314-16</inkml:trace>
  <inkml:trace contextRef="#ctx0" brushRef="#br0" timeOffset="153969.79">20761 13156 321 0,'0'0'149'0,"0"0"-6"15,0 0-41-15,0 0-26 16,0 0-26-16,0 0-12 0,8 33-19 0,-8-24 40 31,0 0-47-31,0 0 37 0,0 0-32 16,0-1 17-1,0 2 8-15,0 0 17 16,0-1-35-16,0 1-8 16,0 5-11-16,0-5-1 0,0 4-8 15,2-3 8 1,-2 10-13-16,0-3 13 0,3-2-4 0,-3 2 0 16,0-2 3-1,3 4-8 1,-1-2 12-16,0-6-17 0,-2 6 26 15,0-6-29-15,0 5 26 0,0-4-23 16,0 1 10 0,0 0 0-16,-7 1-3 0,0-2-1 15,3-1 1-15,-1 2-15 16,-1 2 16-16,4 2-9 0,0-2 5 0,-1-1-22 31,-2 1 26-31,3-1-6 0,-4 4 8 31,1-1 0-31,-1 2 6 16,1-2-16-16,1-2 14 0,-1 0-9 16,-2 2-17-16,1-3 17 15,-1-2-8-15,1 3-21 16,-2-1 11-16,4-2 13 16,0 1 5-16,-3 3 10 15,1-3-5-15,-4 2 4 16,8-2-2-16,-4-2-2 15,1 2-1-15,1-4-2 16,0-1 1-16,4 3 1 0,-6 3 2 16,2-3 13-16,-2 4-11 15,-5 2 26 1,7 2-20-16,-6-2-9 0,3-2-13 0,1 0 13 31,2-6 0-31,-4-2 5 16,4 6-11-16,-5-2 14 15,3 1-8-15,-1 4 1 0,0 2 27 16,-2-6-15-16,3 1 3 0,1 4-5 16,1-7-3-1,1 6-2-15,-3-3 3 16,-1 2 1-16,5-2-1 16,-2 3-11-16,-1 0 7 0,1-1-5 15,-1 5 9 1,0-2 8-16,3 2-2 0,2-2-12 15,0 2-2 1,0-1 1-16,0 4 8 0,0 1-7 16,0 0 1-16,0 2 0 15,0 4-5-15,0-3 1 16,0-1 0-16,0 4-10 0,0-5 20 0,0-3-10 31,0 0 12-31,0 2-24 16,0-1 20-16,0 6-14 0,0 0 6 15,0 3 0 1,0 4-1-16,0-3 5 0,-2 2-9 16,-2-4 11-1,-1-2-10-15,3 1 10 0,0-4-9 16,2 0 3 0,0-1-2-16,0 2-1 15,0-2 3-15,-7 1-9 16,4-4 19-16,-1 4-15 0,0-2 12 15,2 3-14 1,-3-2 6-16,3 6-9 0,-2-3 9 0,-4 5 1 16,2-4 0-16,-3 1 0 0,-1-2-6 31,-2 1 15-31,1-8-16 16,5 0 14-16,0-4-11 0,2-1 5 15,0 2-2-15,-1-1 1 16,-1 4 0-1,-1 2-4-15,0 2 10 0,-2 1-9 16,1-6 13-16,-1 6-13 16,-3-4 5-1,4 0-4-15,1-5-2 0,0 4-4 16,0 0-8-16,5-4 8 16,-4 3 5-16,1 4 6 15,-1 0 11-15,6 2-14 0,-5-5-3 16,0 4-9-1,1 2 10-15,-3-1-17 16,-1 0-34-16,0 8-5 0,0 1-91 0,-3 8-37 31,-3-8-272-31</inkml:trace>
  <inkml:trace contextRef="#ctx0" brushRef="#br0" timeOffset="192030.08">21460 12947 899 0,'0'0'132'0,"0"0"-61"15,0 0 34-15,0 0-70 16,0 0-25-16,0 0 17 0,0 0 2 16,105-11 27-16,-74 11-5 15,2 0 14 1,6 0-34-16,-8 0-7 0,0 0-24 0,-7 0-3 31,-6 0-44-31,-11 0-88 16,-5 0-231-16</inkml:trace>
  <inkml:trace contextRef="#ctx0" brushRef="#br0" timeOffset="192569.91">22032 13184 684 0,'0'0'47'0,"0"0"39"0,0 0 34 16,0 0 1-16,43-108-9 0,-23 68-54 15,2-5 6-15,1 6-35 16,-1-5-2-16,-4 5-23 16,0 3 7-16,-7 9-11 15,-7 4 1-15,-4 6-2 0,0 10-1 0,0 7-5 32,-9 0 14-32,-9 0-9 0,-6 19 8 15,0 0-12-15,-7 2-9 0,-7-2-84 31,-1 2-212-31</inkml:trace>
  <inkml:trace contextRef="#ctx0" brushRef="#br0" timeOffset="196249.88">19453 13796 186 0,'0'0'203'0,"0"0"-103"15,0 0-18-15,0 0-19 0,0 0-20 0,0 0 19 31,0 0 0-31,0 0 0 0,0 0-18 0,0 0-16 16,0-2 45 0,0 2-31-16,0 0 6 0,0 0-18 15,0 0 13 1,0 0-10-16,0 0-18 0,0 0 7 16,0 0-19-1,0 0 7-15,0 0-6 0,0 0-1 0,0 0 5 31,0 0 10-31,0 0-13 16,0 0 8-16,0 0 0 0,-2 0-6 16,0 0 6-16,-3 0-11 15,0 0 6-15,3 0 1 16,0 0-4-16,0 0 0 16,2-3 13-16,0 2-14 0,0 0-1 15,0-5 0 1,8 3 1-16,11 1-8 0,3 0 12 15,4 2-10 1,-1 0 11-16,-3 0-15 16,1 14 6-16,-6 6-1 15,-5-2-3-15,-6 6 4 0,-6-4-1 16,0 8 2-16,0-1-10 16,-6 4 21-1,-17 5-22-15,1 0 14 0,-7-1-8 16,0 2 4-16,5-2-1 15,-3-3-1-15,7-2 1 0,1-7-5 16,7-2 12-16,5 0-10 16,3-6 11-1,4-3-13-15,0-1 6 0,0-5 0 16,13 1-7 0,11-6 7-16,1 4 4 0,4-5-3 15,-7 0 14 1,7 0-9-16,-7 0-12 15,-1 0-7-15,-4 0 2 16,-1 0-35-16,-3 0-38 0,-4 0-58 16,-2 0-84-16,-5 0-48 15,-2 2-312-15</inkml:trace>
  <inkml:trace contextRef="#ctx0" brushRef="#br0" timeOffset="196754.48">19892 14034 214 0,'0'0'318'0,"0"0"-232"0,0 0 49 16,0 0 6-16,0 0-54 16,0 0-15-16,2-4-47 15,-2 4 9-15,0 13-32 16,0 9 62 0,0 6-13-16,0 6-9 0,0 3-14 15,0 0-12-15,0 1 7 16,-9-2-22-16,-5 0 11 15,4-6-2-15,1-2-14 16,4-10 10-16,3-6-12 16,2-3 1-16,0-3-43 0,0-6-33 15,0 0-96-15,0 0-143 16,0-18-128-16</inkml:trace>
  <inkml:trace contextRef="#ctx0" brushRef="#br0" timeOffset="197204.8">19800 14044 552 0,'0'0'86'0,"0"0"56"0,0 0 0 0,0 0-11 0,0 0-40 15,125 0-11-15,-87 0 9 16,3 0-62 0,1 0 31-16,4 0-44 15,-1 0 0-15,-5 0-14 0,-3 0-20 16,-5 0-33-1,-8 0-59-15,-10 0-100 16,-12 0-249-16</inkml:trace>
  <inkml:trace contextRef="#ctx0" brushRef="#br0" timeOffset="197701.73">20123 14065 467 0,'0'0'87'0,"0"0"37"0,0 0 40 15,0 0-53-15,0 0-10 16,0 0-56-1,-6-4 6-15,1 4-17 16,5 0 20-16,-2 0-35 0,-2 4 21 16,-5 20-28-1,0 8 18-15,0 8 1 0,-4 2 6 16,5 7-17 0,2-10-15-16,4 2 5 0,2-5-5 15,0-8-10-15,0-9-1 16,13-8-10-16,12-7-26 15,4-4-8 1,4 0-51-16,0-7-115 0,-4-11-446 0</inkml:trace>
  <inkml:trace contextRef="#ctx0" brushRef="#br0" timeOffset="-214043.2">21434 14107 535 0,'0'0'70'0,"0"0"-4"0,0 0 37 15,0 0 31-15,0 0-59 0,0 0-28 0,0 0-18 31,-29 14-14-31,18 2 6 0,-3 6-12 16,1-4 54-16,1 4-28 16,1 0 1-16,3 4-28 15,1 6-4-15,2-3-1 16,1 9 6-16,4-2 6 0,0-3-15 16,0-2 7-1,6-1-3-15,17-10-1 0,6 0-1 0,4-12 10 31,10-2-8-31,3-6-1 16,-1-6-3-16,-1-21-5 16,-4-11 0-16,-6-7-19 0,-12-5 9 15,-11 1-43-15,-11 5-3 16,-4 6 5-16,-32 14 20 16,-8 14 1-16,-8 10 35 15,-1 9 47-15,0 24 13 16,8 7 19-16,16 4-70 15,20-4-9-15,7-2-71 16,2-5-212-16</inkml:trace>
  <inkml:trace contextRef="#ctx0" brushRef="#br0" timeOffset="-204730.28">20008 6966 165 0,'0'0'44'0,"0"0"-39"0,0 0 6 16,0 0 83-16,0 0 63 0,0 0-26 15,0 0 5 1,0-5-44-16,0 4-28 0,0 1-25 16,0-1-33-1,0-4-1-15,0 5 0 0,0 0 10 16,0 0-13-16,0 0 29 15,0 0-18-15,0 0 29 16,0 0-11-16,0 0-15 16,0 0-6-16,0 0-9 15,0 0-2-15,0 0 15 16,0 0-18-16,0 0 11 16,0 0 3-16,0-1-7 0,0-2 8 0,0 1 0 31,4 0 12-31,16-4 23 15,0 0-30-15,7 2 32 0,6-4-48 16,-2 8 18-16,3 0-16 0,-5 0-1 31,-5 0-1-31,-3 4-10 0,-8 4-20 16,-5 4-36 0,-8-4-49-16,0 4-153 15,-4-6-314-15</inkml:trace>
  <inkml:trace contextRef="#ctx0" brushRef="#br0" timeOffset="-203775.96">20602 6705 313 0,'0'0'196'0,"0"0"-107"0,0 0-28 15,0 0 30-15,0 0-63 16,0 0 17-16,0-14-20 0,0 12 39 16,0 2-17-1,0 0 29-15,0 0-48 16,0 2 11-16,0 18 19 16,0 4-12-16,0 8-28 15,-8 3-12-15,-2 1 1 0,-5 2 5 0,-5-4-19 16,2 2 15-1,-2-10-16 1,7 1 5-16,4-10-11 0,2-7-30 0,7-6-66 16,0-4-155-16,0 0-148 15</inkml:trace>
  <inkml:trace contextRef="#ctx0" brushRef="#br0" timeOffset="-203116.63">20547 6579 297 0,'0'0'313'0,"0"0"-249"0,0 0 7 15,0 0 1-15,0 0-37 0,0 0 23 16,8 0 21-16,0 0 15 0,7 0-31 31,1 0 27-31,8 2-57 0,0-2 7 16,5 0-30-16,0 0-9 15,3 0-2-15,-6 0-3 16,-1 0-1-16,-6 0-26 0,6-2 5 16,-2 2-79-1,-7 0 19-15,-3 0-66 16,-11 0-77-16,-2 0-339 16</inkml:trace>
  <inkml:trace contextRef="#ctx0" brushRef="#br0" timeOffset="-202546.4">20761 6655 411 0,'0'0'183'0,"0"0"-86"0,0 0 7 0,0 0-42 15,0 0-13-15,0 0 26 16,-5 36-11-16,-8-11-3 0,-3 4-1 16,-4 5 4-16,5 0-44 15,-6 5 16-15,11-3-31 16,1-2 1-16,-3-2-2 0,6 0-7 16,-1-8 3-16,5-4-28 15,2-1 16 1,0-7-41-16,0-5-20 0,15-1-46 15,14-6-106 1,2 0-253-16</inkml:trace>
  <inkml:trace contextRef="#ctx0" brushRef="#br0" timeOffset="-201770.53">20534 7274 54 0,'0'0'190'0,"0"0"-94"15,0 0 47-15,0 0-43 0,0 0-51 0,0 0-2 31,0 3 25-31,0-3 1 16,0 0 17-16,0 0 26 0,0 0-51 16,10 0 16-16,9-10-66 15,16-8 14-15,7-6-15 0,12-4 8 16,10-5-20-16,7 0 12 16,6-4 0-1,-4 2-14-15,-4 2 4 16,-7 4 3-16,-10 4-14 0,-13 6-28 15,-4 0 4 1,-14 11-75-16,-9 4-45 16,-10 4-67-16,-2 0-74 15</inkml:trace>
  <inkml:trace contextRef="#ctx0" brushRef="#br0" timeOffset="-201250.78">20839 7241 161 0,'0'0'409'0,"0"0"-374"0,0 0 66 0,0 0 19 15,0 0-47 1,0 0 48-16,111-8-82 15,-99 8 4-15,-2 0-39 16,-8 8 1-16,-2 12-5 16,0 0-4-16,0 10 1 15,-6-3-14-15,-8 0 15 16,1-1-13-16,0-4 11 0,4-4 7 0,0-4-6 16,9-7 0-1,0 0 3-15,0-5-3 0,20-2 7 16,6 0-3-16,5 0 3 15,6 0 24 1,-2 0-26-16,1-2 3 0,-9 0-2 16,-3 2-6-16,-8 0-3 15,-10 0-36 1,-6 0-138-16,0 0-247 0</inkml:trace>
  <inkml:trace contextRef="#ctx0" brushRef="#br0" timeOffset="-186186.65">21955 7197 872 0,'0'0'119'0,"0"0"2"0,0 0 11 0,0 0-46 31,0 0-49-31,0 0-10 0,0 0 12 0,29 0 7 31,-18 0 12-31,7 0-21 16,5 6 32-16,2-2-55 0,2-2 13 16,0-2-21-1,-2 0-12-15,-8 4-29 0,-3 0-43 16,-10 0-63-16,-1 2-73 15,-3-4-312-15</inkml:trace>
  <inkml:trace contextRef="#ctx0" brushRef="#br0" timeOffset="-185603.5">22505 7516 844 0,'0'0'166'0,"0"0"-52"0,0 0 19 0,0 0-50 16,0 0-61-16,0 0-15 0,-2-64-7 15,11 31 0 1,2 0 26-16,3-4-3 0,-4-1 37 16,7-2-25-16,-7-6 10 15,1-2-44-15,-7 2-1 16,2 1-2-16,-6 9-30 15,0 8 10-15,0 15-3 16,0 8 22-16,0 5 6 16,0 0 2-16,0 0-3 15,-12 14 14-15,-3 4-11 0,-8 6-10 16,-6 0-7-16,0 1-62 0,0-6-62 0,10-3-315 31</inkml:trace>
  <inkml:trace contextRef="#ctx0" brushRef="#br0" timeOffset="-178246.7">23601 10044 652 0,'0'0'112'0,"0"0"-93"0,0 0 6 0,0 0 53 15,0 0-26-15,0 0-31 16,0 0-13-16,-2-16 5 16,6 16 44-16,-2 0-16 15,-2 0 1-15,4 0-26 16,0 0 16-16,2 0-16 15,3 0 26-15,1 0-12 16,5 0-16-16,-2 0 11 16,5 0-25-16,0 4 30 15,1-2-29-15,2 1 11 0,4-2-5 16,1-1-10-16,-2 2 3 0,7 1 0 16,1-2-1-1,-3-1 7 1,-3 0-14-16,-1 5 16 0,0-5-13 15,-3 1 17-15,4-1-19 16,-3 0 7-16,4 0 0 0,-5 0-1 16,5 0 1-16,2 0-7 15,2 1 14 1,5-1-12-16,1 3 16 16,-3-3-22-16,1 3 7 0,-4 0 3 15,-1 1-5 1,1-4 3-16,6 0 2 15,6 0 2-15,4 0-5 0,-2 0 14 16,-3 0-20-16,0-4 19 16,-2 1-9-16,0 0 0 15,2 3-10-15,-3 0 3 16,-2 0 7-16,1 0-2 16,-2 0-9-16,-1 0-5 15,-2 3-14-15,6 0 22 0,-3-1 4 16,1 4 1-16,-1-2-24 0,-5 0 2 31,-2 2 25-31,-2-4 3 16,0 2-3-16,-3-2 4 15,8 1-6-15,-1-3 5 16,2 0 43-16,7 0-46 16,-2 0-3-16,2 0 2 15,2 0 2-15,6 0 7 0,0 0 1 16,-1 0-17-16,-3 3 19 15,-6 0-14-15,-2-1 9 16,-6 1-10-16,-5-1 4 0,4 0 0 16,5-2-4-1,-1 0 9-15,4 6 17 16,-2-3-17-16,-4-2-4 0,3 5 1 16,-1-4 15-16,5 0-16 15,-1 1-1 1,15-3 4-16,2 1-2 0,1-1 9 0,-2 0-2 31,-1 0-11-31,-3 0 10 0,-3 6-15 16,-6-4 7-16,8 1 0 0,1 0 1 0,2 1 6 31,2-1 39-31,-1-2-39 16,-2 1-5-16,0 2 2 15,-4 0-8-15,4 0 0 16,-3 0-4-16,-7 0-2 15,-7 1 8-15,-4 1 1 16,-10-3 0-16,0 0-5 0,-1 0 12 16,-1 1-11-1,8-1 16-15,6-2-18 0,7 2 15 16,9-3-13 0,1 0 5-16,4 0-6 0,0 0 0 15,-6 0 0 1,3 0-3-16,-7 0 18 0,-6 0-19 0,-1 0 17 15,-1 0-7 1,0 0 1-16,1 0 0 16,3 0-1-16,4 0 5 15,3 0-10-15,-3 0 13 0,1 0-14 16,-1 5 16-16,-4-2-20 16,2-1 19-16,-2 2-14 15,0-3 10 1,-3-1-3-16,-2 3 11 15,8-3-12-15,-3 0 19 0,6 0-19 16,-1 0 3-16,3 0 5 16,-1 0-12-16,2 0 6 15,4 0 3-15,-2 0-6 16,0 0 4-16,1 0-10 16,-6 0 18-16,2 0-21 15,-3 0 18-15,-1 0-13 16,1 0 9-16,-3 0-5 0,2 0 0 0,1 0 0 31,-4 0-1-31,3 0 3 16,3 0-7-16,-3 0 20 0,1 0-24 15,6 0 14 1,0 0-10-16,-7 0 5 16,0 0-2-16,1 0-2 15,-1 0 7-15,3 0-10 0,1 0 14 0,2 0-15 31,0 0 19-31,1 0-21 0,0 0 13 16,-2 0-6-16,0 0-1 0,-2 0 4 16,1 0-2-1,-5 0 12-15,-2 0-25 16,-3 0 8-16,5 0-4 0,-6 0 11 16,7 0-2-16,0 0-19 15,1 0 11 1,-1 0 7-16,-1 0 3 0,-6 0-6 15,1 0 13 1,-1 0-10-16,-1 0 13 0,1 0-14 0,-1 0 8 16,4 0-7-1,2 0 3 1,2 0-1-16,-1 0-5 0,1 0 12 0,-5 0-8 16,5 0 10-1,-5 0-4-15,-2 0 0 16,1 0 2-16,-5 0-4 0,4 0-2 15,-1 0 0-15,3 0-2 16,4 0-3-16,-3 0 10 0,-5 1-15 31,7 2 22-31,-4-1-18 16,0 1 8-16,-3 0-3 0,1-3 1 16,-3 3 0-16,2-3-4 15,3 4 9-15,-3-1-17 0,0 1 1 16,-10-2 10-1,-3-1-9-15,-9 2 9 0,-2-3-7 16,-2 0 1-16,-3 0-4 16,1 0-20-16,-5 0-38 15,0 0-121 1,0 0-645-16</inkml:trace>
  <inkml:trace contextRef="#ctx0" brushRef="#br0" timeOffset="-175126.5">27777 7854 199 0,'0'0'121'0,"0"0"-74"15,0 0 44 1,0 0-22 0,0 0 8-16,0 0-49 0,0 0 48 15,-40 99-4-15,33-85-4 16,0-5-42-16,5 1-10 15,2 1 8-15,0-1-12 16,0 2 29-16,-2 0-29 16,2 2 0-16,0 2-4 0,-2-2-14 15,-3 2 11-15,3 0-5 0,-2-1 0 16,-4 4 4 0,4-1-8-16,0 2 14 15,-5 0-23-15,9 3 28 16,-4-2-24-1,2 4 10-15,0-1-2 0,-4 3-35 16,0 1 24-16,-5 5 9 16,-3 0-2-16,3-2 0 0,3 1 8 15,3-2-10-15,2-2-39 16,1 2 19-16,2-1-18 16,0-2 21-16,-6 3 11 15,3 5 6 1,-5 2 1-16,-8 4 7 0,5-1-9 0,-2 2-10 31,1-2 17-31,4 1-28 0,-1 1 21 16,4-3-11-16,-2-3 8 15,-4 4 8-15,3-4 6 16,0-4-10-16,-2 1 14 16,5-4-8-16,-3-2 4 15,0 1-6-15,2-3-1 0,-3-2 3 16,0 4-2-16,-2-2 6 15,2 3-6 1,-5-2 9-16,10 6-7 0,-1-1 13 16,5-5-23-16,0 1 11 15,0-2-5-15,0-1-5 16,0-2 10-16,0 1-7 16,0 8 14-16,0-5-3 15,-2 0-1-15,0 1 1 16,2-1 3-16,0-2-13 15,0-1 6-15,0-2 0 0,0 5 0 16,0-1 1 0,0 1-5-16,0 1 9 0,0 1-13 15,0-2 20 1,0 0-8-16,-4-2 0 0,0 4 23 0,1-1-8 31,3-2-4-31,0 5 9 16,0 3-24-16,0 1 9 15,0-1-4-15,-2-3 12 16,0-3-3-16,-3 3-2 0,3-2-12 16,-5 0 1-16,5-1-1 15,0-2 5-15,0-3-9 16,-3 0 14-16,5 3-3 0,-6-1 0 31,3 3-9-31,-2 1 13 0,1 3-11 16,0-2 18-16,-3 4-10 15,-1-3-8-15,0 0 8 16,0-2 1-16,1 0 4 0,3-4 4 16,-4 2-14-16,0-1 10 15,1-2-12-15,1 1 3 0,2-3-4 16,-2 2 4 0,0 2-12-16,4-1 18 15,-3-1 6-15,3 4-15 16,2-1 17-16,-2-2-10 15,0-2-7-15,2-1-1 16,0-4 0-16,0-1 0 16,0 2 10-16,0-2-12 15,0 4 6-15,0 0 4 0,-4 2-5 0,1 3 12 16,3-1-15-16,0-2 6 0,0-3-6 31,0 1 7-31,-3-1-14 16,1-1 16-16,-2 0-11 15,-3 6 10-15,3-5-6 0,0 2 4 32,-1 1-10-32,5-4 4 15,0 0 0-15,0-1-3 0,-2 2 9 16,-3-2-5-16,1 4-1 16,-3-1 5-16,3 6 3 0,-5-1-13 15,9-2 5 1,-5 4 0-16,5-1 0 0,-2 1 5 15,0 4-5-15,-1-5 3 0,1-3 7 16,2-2 4 0,-2-1-24-1,-2-3 18-15,-1 4-14 16,1-2 6-16,0-4 0 16,-4 5-3-16,0 1 11 0,-1 4-14 15,-3 0 15-15,2-1-13 16,7-2 12-16,-1-4-9 0,2 2 1 15,2 2-1 1,0 0-6-16,0 2 12 16,0 1-14-16,0 4 18 15,0-3-14-15,0-2 15 16,-2 2-20-16,-4-4 15 16,2-2-9-16,4-3 5 15,0-4-1-15,0 2 0 16,0 1 7-16,-2-2-15 15,0 3 19-15,-2-1-20 0,-3 1 12 16,3-1-6-16,2-6-6 16,-6 2-8-16,4-4-10 15,-3-4-64-15,-3-4-146 16</inkml:trace>
  <inkml:trace contextRef="#ctx0" brushRef="#br0" timeOffset="-173503.12">27530 8109 57 0,'0'0'150'0,"0"0"-50"15,0 0 26-15,0 0-8 0,0 0-40 16,0 0-1-16,17 0-3 0,-14-2-6 0,3 0 9 0,1-2 9 31,-3 0-53-15,-2 2 2-16,5-2-16 15,-5-1 26-15,6-5-29 0,0 5 13 16,5-5-26-16,1-6 14 16,1 2 5-16,5-4-8 0,-1-2 4 31,-2 2-18-31,1 1 14 15,-1 0-4-15,0-2-18 16,-2 0 18-16,1-6-15 16,-1 7 6-16,-3 1-1 0,-6 4 0 15,-4 5-2-15,-2 6-7 16,0 2 17-16,0 0-16 16,0 0 16-16,0 0-17 15,0 12 9-15,0 6-3 16,0 6 2-16,0 5 2 15,0-1-6-15,-4 6 16 0,-3-5-19 16,2 2 22-16,1-7-24 16,4-2 10-16,0-7-34 15,0 0-56-15,-2-7-41 0,-5 2-157 16,-1-7-440 0</inkml:trace>
  <inkml:trace contextRef="#ctx0" brushRef="#br0" timeOffset="-171732.67">31803 10026 252 0,'0'0'212'0,"0"0"-42"0,0 0-58 16,0 0-34-16,0 0-35 0,0 0 5 0,0 0-30 31,0 0-8-31,0 0-6 16,0 0 14-16,0 0-5 0,0 0 33 15,0 0-14-15,0 0-6 0,0 0-22 16,0 0 8 0,0 0-1-16,0 0-5 0,0 0 13 15,0 0-15-15,0 0 22 0,7 0-1 31,4 0 5-31,2 8-12 16,5-2-10-16,2 3 14 0,3-4-22 16,-4 5 13-16,1 0-4 15,-4-2-16 1,-5 0 7-16,0-2-3 0,-4 2-8 0,-2-4-7 0,-5 5 10 31,0 2-20-15,0 4 26-16,-8 2 3 0,-15 5-7 0,-12 7 5 15,-2-3-13-15,1-2-24 0,7-4 15 32,7-7 16-32,9 4-1 0,4 3 6 15,5 0-31 1,-6 3 23-16,4-2-67 16,1-7-72-16,3-8-201 15</inkml:trace>
  <inkml:trace contextRef="#ctx0" brushRef="#br0" timeOffset="-169744.56">32552 10435 616 0,'0'0'58'0,"0"0"45"0,0 0-27 0,0 0-36 0,0 0-33 16,0 0 70-1,-3 0 1-15,3 0 9 0,0 0-21 16,0 0-8-16,0 0-27 16,0 0-18-16,0-4-4 0,16-8-5 15,2 0 10-15,2-2-7 16,0 0 5 0,0 0-11-16,0 0 12 0,0 1-12 15,0 0 0 1,1-1-1-16,-4-3 1 15,5 5-6-15,3-1-6 16,-1-3 10-16,-2 3-34 0,-3 2 0 16,-4 3-27-1,-9 2-4-15,2 2-22 0,-8 0-66 16,0 4-8 0,0 0-88-16</inkml:trace>
  <inkml:trace contextRef="#ctx0" brushRef="#br0" timeOffset="-169374.95">32697 10176 692 0,'0'0'97'0,"0"0"-54"0,0 0 20 0,0 0 36 0,0 0-4 15,0 0 6 1,31 127-35-16,-16-92-9 15,1 1-37-15,-1-7 12 0,-1-1-22 0,3-2-16 16,-1-9 6 0,-3-2-22-16,-4-1-44 0,3-10 9 31,-8-4-124-31,-2 0-381 0</inkml:trace>
  <inkml:trace contextRef="#ctx0" brushRef="#br0" timeOffset="-164698.72">27625 7181 131 0,'0'0'587'0,"0"0"-508"0,0 0 3 0,0 0 21 0,0 0-41 0,0 0-54 15,0 0 10 1,0-13-17-16,0 13 47 16,0 0-26-16,0 0 48 15,0 0-41-15,0 0 22 0,0 0-28 16,0 0-9-1,0 0 3-15,0 0-17 16,0 0 5-16,0 0-3 16,0 14-4-16,5 8 4 15,1 7-6-15,4-1 8 16,-6 2-4-16,7-6 0 16,-3-3-5-16,2 2-17 15,-3-7-48-15,-1-5-19 16,0 4-90-16,-3-9-101 0,-3 0-415 15</inkml:trace>
  <inkml:trace contextRef="#ctx0" brushRef="#br0" timeOffset="-164218.9">27617 7560 313 0,'0'0'141'0,"0"0"-29"0,0 0 4 0,0 0-12 16,0 0 0-16,0 0 2 0,102-99-5 15,-71 67-37-15,0-2-6 16,-2 6-24-16,0 2-28 0,-6 4-6 16,-4 4-6-1,-3 2-1-15,-3 5-43 16,-3 6 16-16,-2 1-24 16,1 4 7-16,-7 0-92 15,-2 0-128-15</inkml:trace>
  <inkml:trace contextRef="#ctx0" brushRef="#br0" timeOffset="-154666.46">27498 8838 367 0,'0'0'82'0,"0"0"-8"0,0 0 5 15,0 0-55-15,0 0-5 0,0 0 12 0,0 0 36 0,0 0 5 32,0 0 2-17,0 0-50-15,0 0 35 0,0 0-27 16,0 0-7-1,0 0-9-15,0 0 4 16,-2 0 14-16,0 0 1 0,-2 0 15 16,2 0-24-16,-4 0 12 0,4-1-37 15,-4 1 6 1,6 0-5-16,-2-2 1 0,-1 2 3 16,1 0-2-16,-2-3 8 15,2 3-8 1,2 0 21-16,0 0-17 15,0 0 22-15,0-1-30 16,0 1 8-16,0 0-8 16,0 0-7-16,0 0 4 0,13 0 3 15,18 0 11-15,4 0-11 16,8 0 19 0,1 0-16-16,2 0 4 15,-7 0-7-15,1 7 0 0,-6 2 0 16,-5-3-5-1,-9 0 1-15,-5-2-22 0,-3-4 22 16,-8 2-61-16,-4-2-49 16,0 0-312-16</inkml:trace>
  <inkml:trace contextRef="#ctx0" brushRef="#br0" timeOffset="-153766.83">27102 8570 319 0,'0'0'277'0,"0"0"-237"0,0 0 61 0,0 0-17 0,0 0-52 31,0 0 24-31,0-14 36 0,0 7-5 15,0 1-31-15,0-7-7 16,0-3-45-16,0-1 16 16,13-10-17-16,-2-1 26 15,0-1-2-15,3 2-16 16,-3 1-3-16,0 6-1 16,-4 8 6-16,-5 6-6 15,-2 2-4-15,0 4 4 16,0 0-10-16,0 0 3 15,0 0-4-15,-5 0-7 16,-8 11-5-16,0 6 15 16,-1 3-42-16,-3 4-27 0,-6 2-238 15,-3-4-374-15</inkml:trace>
  <inkml:trace contextRef="#ctx0" brushRef="#br0" timeOffset="-149354.55">27166 11534 275 0,'0'0'130'0,"0"0"-58"15,0 0 23-15,0 0-74 0,0 0 2 16,0 0-14-1,0 0 29-15,-24 0 26 16,21 0-3-16,3 0-5 16,0 0-14-16,0 0 13 0,0 0-24 15,0 0 21-15,0 0-25 16,0 0 18-16,0 0-4 16,0 0-19-16,0 0-2 15,0 0-11-15,0 0 7 16,0 0-13-16,0 0 17 15,7 0-17-15,11 3 56 16,9 4-38-16,4-1 5 16,2 0-22-16,3 0 4 0,-5-2-8 15,-2 2-6-15,-4-6 0 16,0 0-33-16,-2 0-6 16,-2 0-81-16,-11 0-178 15</inkml:trace>
  <inkml:trace contextRef="#ctx0" brushRef="#br0" timeOffset="-148186.72">27737 11694 700 0,'0'0'126'0,"0"0"30"0,0 0-52 15,0 0-28-15,0 0-21 0,0 0 16 16,0 0-49-1,0 0 12-15,0 0-32 16,4 0 8-16,5 0-7 16,2 0 9-16,5 0 8 15,-3 0-15-15,7 0 7 16,5 0-2-16,0 0-17 16,1 0 18-16,-2 0-22 0,1 0-15 15,-5 0-23 1,-5 0-29-16,-1 0-86 15,-5 0-161-15,-9 0-444 0</inkml:trace>
  <inkml:trace contextRef="#ctx0" brushRef="#br0" timeOffset="-147573.56">28238 11885 446 0,'0'0'160'0,"0"0"-65"0,0 0 31 16,0 0-34-16,0 0 29 15,13-120-80-15,-3 83 14 16,0-1-7-16,1 4-18 15,-5 4-10-15,-4 14-5 0,-2 7 0 16,0 9 12-16,0 0 14 16,0 0-26-16,0 0 5 15,0 0-11-15,0 0-18 0,-6 0 6 32,-7 9-3-32,-5 7-10 15,-1 4-19-15,1 1 4 16,0-1-21-16,2-3-31 0,3-3-172 15,-1-1-99 1</inkml:trace>
  <inkml:trace contextRef="#ctx0" brushRef="#br1" timeOffset="-130916.77">27391 10231 143 0,'0'0'446'0,"0"0"-367"0,0 0-5 16,0 0 19-16,0 0-44 0,0 0-27 16,0 0-14-16,0 0-4 15,10-19 36 1,-10 19 24-16,0 0-6 0,0 0-27 0,0 0 23 16,0 0-18-1,0 0 14 1,0 0-23-16,0-1 6 0,0-3-25 15,0 0-7 1,0 1-2-16,0 3 3 16,-8 0-3-16,6 0 2 0,0 0 3 15,-3 0 5-15,1 0-13 16,0 0 4-16,2 4-3 16,0 7-2-16,2-4-7 15,0 2 12-15,0 0-2 16,0-2-10-16,4 3 24 15,7-5-10-15,3 0 0 0,-1-1 4 0,3-4-6 32,1 0 0-32,1 0 8 15,-3-4-6-15,-5-9 6 0,1 2-5 0,-7-3-6 32,-4 3 14-32,0 4-22 0,0-4 11 15,-4 7-5-15,-12-2 5 16,-6-2-18-16,-1 8 2 15,1 0-6 1,-3 0 10-16,12 0 20 0,-2 0-15 16,3 11 14-16,6 0-7 0,-1 6 1 15,3-4 9 1,4 0-1-16,0 1-3 16,0-4-10-16,0-2 12 0,13-5-11 15,7-3 9-15,2 0 8 0,1 0-13 31,-1-7 6-31,-3-11-5 0,-5-5 0 16,-5 1-4-16,-9 0-17 0,0 3 14 16,0 4-27-1,-11 2 30-15,-16 8-24 16,1 5 21-16,-4 0-7 16,4 0 11-16,4 0-1 15,6 16 4-15,7 2 11 16,5 3-11-16,4 1 5 15,0-3-5-15,0 0 7 16,0-3-9-16,7-6 0 16,8-7 0-16,3-3 0 15,4 0-5-15,-2-1 13 16,0-18-18-16,-9-3 15 16,-4 3-11-16,-7 1 7 0,0 3-1 0,0 8 1 15,-7 2 14 1,-6 5-15-16,-1 0-17 15,3 0-19-15,1 11-154 16,5 6-119-16,5 1-297 16</inkml:trace>
  <inkml:trace contextRef="#ctx0" brushRef="#br1" timeOffset="-121946.54">28594 10126 386 0,'0'0'86'0,"0"0"-79"0,0 0 17 0,0 0-2 0,0 0-20 16,0 0 36-16,0 0 31 16,3-2 35-16,-3 2-7 0,0 0-33 31,0 0-6-31,0 0-13 16,0-2 7-16,0 2-25 0,0-4 8 15,0 4-11-15,0 0-6 0,0 0 18 31,0 0-19-31,0 0 1 0,0 0-12 16,0 0 10-16,0 0-12 0,0-1 19 0,0 1-16 31,0 0 11-31,-3 0-11 16,1 0-1-16,0 0 5 16,0 0-8-16,-1 0 3 15,1 0-2-15,-2 0-8 16,2 0 8-16,-2 0-7 15,1 11 3-15,-1 1 0 16,1 2-1-16,-1 8 5 16,1 2-8-16,1 7 8 0,-4 3 2 15,6 0 1 1,-2-4-11-16,-3-4 11 16,5-6-12-16,0-2 5 15,0-8-6-15,0-4-11 0,0-3-58 16,-2-3-80-16,-7 0-274 15</inkml:trace>
  <inkml:trace contextRef="#ctx0" brushRef="#br1" timeOffset="-121087.87">28352 10600 146 0,'0'0'433'0,"0"0"-322"0,0 0 4 0,0 0-3 15,0 0-22-15,0 0-51 16,-10 63 21-1,4-44-24-15,0-1 27 16,1 2-48-16,-1 0 20 0,-2-4-22 0,0 4 2 16,1-3-15-1,-1 0-2-15,0 1 0 0,2-3-34 16,1-4 2 0,5-5-86-16,0-2-74 0,0-4-94 15,0 0-151 1</inkml:trace>
  <inkml:trace contextRef="#ctx0" brushRef="#br1" timeOffset="-120646.64">28296 10578 590 0,'0'0'52'0,"0"0"80"16,0 0 37-16,0 0-84 0,0 0-18 0,0 0-40 31,82 14 47-31,-66-14-48 16,-3 0-16-16,-1 0-10 15,1 0-1-15,-5 0-3 16,2 0-39-16,3 0-10 16,-5-5-70-16,0 4-32 0,-8-2-48 15,0 3-167 1</inkml:trace>
  <inkml:trace contextRef="#ctx0" brushRef="#br1" timeOffset="-120325.45">28467 10612 208 0,'0'0'124'0,"0"0"-54"15,0 0 44-15,0 0-39 0,0 0-6 31,0 0 8-31,-21 30 13 0,13-21-27 16,2 6 18-16,-3 9-29 0,-2-2-9 0,2 2-7 31,2 2-20-31,-1-1-8 16,3-5-3-16,0 1-1 16,-2-5-4-16,7-6 0 15,0-4-56-15,0-2-85 16,5-4-8-16,9 0 42 15,-1 0-244-15</inkml:trace>
  <inkml:trace contextRef="#ctx0" brushRef="#br1" timeOffset="-119556.58">28407 10993 232 0,'0'0'97'0,"0"0"33"0,0 0 23 0,0 0-40 16,0 0-31-1,0 0 58-15,97-71-29 0,-74 49-32 16,6 0-4-16,3-2-23 0,-1 0-29 31,0 0-23-31,0 5 0 0,-4 0-12 16,-4 4 7 0,-3 6-26-16,-7 1 9 15,-2 2-32-15,-4-2 13 16,-3 8-26-16,-1-6-58 15,-3 6-71-15,0 0-240 16</inkml:trace>
  <inkml:trace contextRef="#ctx0" brushRef="#br1" timeOffset="-118826.65">28699 10870 463 0,'0'0'87'0,"0"0"-73"0,0 0 36 0,0 0-29 16,0 0-17-16,0 0 7 16,0 0 38-16,3 0 11 0,1 0 15 0,-2 0-14 31,4 0-16-31,2 0 38 15,1 0-50-15,3 0-12 16,2 0 1-16,-3 0-15 16,10 0-5-16,-11 11 9 0,4-3-1 15,-9 2-7 1,1 3 8-16,-2 0 8 0,-4 5-5 16,0-3-14-1,0 3-9-15,0 0 0 0,-8 0-7 0,-2-2 15 16,-1-3-6-1,1-3 3-15,7 0 8 16,-1-4-5-16,-1-2 5 0,3 0-4 16,2-4 0-1,0 0 3-15,0 0-8 0,0 0 4 16,0 0-5 0,4 0 12-16,12 0-2 15,-1-4 0-15,3-3-8 16,1 4-37-16,-4 1-131 15,-9 0-160-15</inkml:trace>
  <inkml:trace contextRef="#ctx0" brushRef="#br1" timeOffset="-107873.03">28637 9742 536 0,'0'0'26'0,"0"0"23"0,0 0 28 0,0 0-12 16,0 0 26-16,0 0 8 0,0 0-5 15,0-29 9-15,0 23-40 16,2 6-11 0,-2-4-22-16,2-2 2 15,0 0-24-15,1-3-7 0,1 1-2 16,-2-1 8-1,0-3-8-15,4 2 9 0,-6-1-16 16,0 3 2-16,4-1 6 16,-2 1-46-16,0 0-32 0,3 0-67 15,-3-1-192-15,0 2-214 0</inkml:trace>
  <inkml:trace contextRef="#ctx0" brushRef="#br1" timeOffset="-107466.78">28739 9374 600 0,'0'0'232'0,"0"0"-142"0,0 0 52 0,0 0-58 15,0 0-29-15,0 0-22 16,14-56 19-16,-10 45-24 15,1-2 4 1,1-1-27-16,-4 0-10 16,5 2-1-16,-5 1-14 0,1 2-19 15,-3 3 2-15,0 0 2 16,0 6-24-16,0-2 10 16,0 0-115-16,0-3-108 15,0 2-382-15</inkml:trace>
  <inkml:trace contextRef="#ctx0" brushRef="#br1" timeOffset="-106516.67">28414 8881 625 0,'0'0'210'0,"0"0"-67"0,0 0-36 15,0 0-60-15,0 0 6 16,0 0-2-16,26 0-16 16,-16 0 8-16,-1 0-11 0,-1 0-10 15,-4 0-6-15,4 0-8 0,-2 0-15 16,1 0 14-16,-1 0-14 31,4 0-13-31,-4 0-8 0,3 0-37 16,-2 0-62-16,2 0-103 0,-7 0-236 15</inkml:trace>
  <inkml:trace contextRef="#ctx0" brushRef="#br1" timeOffset="-106236.45">28689 8926 426 0,'0'0'174'0,"0"0"-62"15,0 0-35-15,0 0-9 16,0 0-68-16,0 0-51 16,81 6-129-16,-74-6-226 0</inkml:trace>
  <inkml:trace contextRef="#ctx0" brushRef="#br1" timeOffset="-105342.78">28689 8926 523 0,'97'-8'47'0,"-97"5"-13"0,0 1-32 15,0 2-2-15,0-1-4 16,0 1 4-16,-7 0 59 16,-4 0 8-16,5 0 11 15,-1 0-27-15,3 0-2 16,-1 0-21-16,5 0 13 15,0 1-21-15,0 4 0 0,0-4 3 0,2 1-2 32,12-2 33-32,1 0-32 15,3 0 28-15,0-3-48 0,-3-10 13 0,-2 1-13 16,-7 0-3 0,-4 2 1-16,-2 2-8 15,0 0-4-15,-5 6-25 16,-15 2 27-16,-5 0-18 0,-4 0 20 15,5 15-16 1,2-4 12-16,4 5 6 16,7-2-7-16,7 1 8 0,4-2 2 15,0-1 1 1,0 1 4-16,8-6 13 16,10-1-14-16,0-6 32 0,4 0-28 0,-2 0 12 31,-2-6 21-31,0-10-21 0,-7 0 0 15,-2 0-13 1,-7 2-1-16,-2 2 10 0,0 2-26 16,0 1 11-16,-7 4-7 15,-3 5-11-15,-4 0 0 16,-1 0-7-16,5 8 11 16,-1 6 8-16,3 2 16 15,5 0-5-15,3-4 4 16,0-2 16-16,0-6-15 0,7-2 12 0,8-2-1 31,3 0 8-31,3 0 3 16,-2-14-16-16,-7-1 18 15,3-2-31-15,-11-1 3 16,2 0-4-16,-6 2-5 0,0 4-17 16,0 7 6-1,-6 5 15-15,-2 0 1 0,-5 0-7 16,-3 13 14-16,3 4-8 15,1-3 8-15,5 1-7 16,5-7 0-16,2-1 0 0,0-7-2 16,0 0 3-16,0 0-6 15,0 0-3-15,0 0 1 0,0 0-62 32,0 0-149-32,0 0-448 15</inkml:trace>
  <inkml:trace contextRef="#ctx0" brushRef="#br1" timeOffset="-99306.6">29668 10178 464 0,'0'0'127'0,"0"0"-77"16,0 0-36-16,0 0 3 16,0 0-13-16,0 0 14 15,0 0 19-15,8-16 41 0,-8 16-19 16,2 0-28 0,-2-2-5-16,0 2-13 15,0 0 7-15,0 0-14 16,0 0 10-16,0 0-10 15,0 0 6-15,0 0 2 0,0 0-18 16,0 0 9-16,0 0 1 0,0 0 29 16,0 0-16-1,0 0 17-15,0 0-34 0,0 0 32 16,0 0-1 0,0 0 16-1,0 0-37-15,0 0 12 0,0 0-6 0,0 0-9 16,0 2-9-1,0 4 7-15,0 4 9 16,0 2-12-16,0 2 21 0,0 4-11 16,0 4 11-1,0 1-12-15,0 1-3 16,0 2-9-16,0-2 1 16,0 0 3-16,0-4 4 15,0 2-18-15,0-5 10 0,0 2-7 16,0 0-39-16,-10-7-3 15,6-5-66 1,-3-5-302-16</inkml:trace>
  <inkml:trace contextRef="#ctx0" brushRef="#br1" timeOffset="-98508.46">29543 10790 240 0,'0'0'356'0,"0"0"-341"0,0 0 0 0,0 0-5 16,0 0 47-16,0 0 9 0,0-10 49 15,0 8 31 1,0 2-73-16,0 0 3 0,0 0-17 0,0 0-7 31,0 0-14-31,0 2-20 16,0 12-1-16,0 4 3 0,0 0 4 16,0-4-23-1,0 8 3-15,0-6 6 0,0 2-16 16,-2-1 6-16,-6-2-8 15,1-1-17 1,-2-2-25-16,0 1 8 16,9-8-56-16,-2-3-50 15,2-2-146-15,0 0 117 0,0-6-267 16</inkml:trace>
  <inkml:trace contextRef="#ctx0" brushRef="#br1" timeOffset="-98044.42">29483 10753 559 0,'0'0'68'0,"0"0"67"0,0 0-32 0,0 0-50 0,0 0-41 16,0 0 33-1,-2 0 30-15,10 0-14 0,2 0 29 0,-1 3-42 16,7-3 0 0,-3 0-27-16,7 0 18 15,-2 0-30-15,-7 0 1 16,0 0-10-16,-2 0-2 16,3 4-18-16,-2 0-15 0,-1-2-8 0,3 0-64 31,-6 0-38-31,-4-2-164 0,0 0-74 0</inkml:trace>
  <inkml:trace contextRef="#ctx0" brushRef="#br1" timeOffset="-97792.6">29655 10796 452 0,'0'0'187'15,"0"0"-110"1,0 0-29-16,0 0 48 0,0 0-24 16,0 0 26-1,-33 72-15-15,29-50-4 0,4 2-47 16,-3-4-24 0,3 4-1-16,0-10-2 0,0 3-8 15,0-3 11 1,0 0-16-16,0 0-3 0,0 2-2 0,0-2-71 31,0-4-45-31,0-10-199 0</inkml:trace>
  <inkml:trace contextRef="#ctx0" brushRef="#br1" timeOffset="-93786.81">29678 10237 141 0,'0'0'344'0,"0"0"-270"0,0 0-31 16,0 0 36-16,0 0 5 15,0 0 34-15,0 0-7 16,0 0-11-16,0 0-44 16,0 0 8-16,0 0-46 15,0 0 5-15,0 0-10 16,0 0-3-16,0 0 16 16,0 0-15-16,0 0 37 15,0 0-40-15,0 0 21 16,-6 0-26-16,0 0 8 0,2 0-11 15,-3 0-2-15,1 3 1 16,1 8-2-16,-2 0-5 0,7 2 14 0,0-4-15 31,0 0 12-31,0-1-9 16,0-2 5-16,0-2-3 0,7-4 2 16,4 0-12-16,0 0 12 15,7 0 4 1,-3-6 1-16,1-5 5 15,-5 1-16-15,-4 1 4 16,-4 1 3-16,-3 2-5 0,0-2 3 16,0 2 2-1,-12 6-3-15,-5 0-1 0,1 0 5 16,1 0-11-16,-2 0 15 16,7 10-11-16,2 0 8 15,4-1-2-15,4 3-2 16,0-1 3-16,0-1-6 15,0 0 12-15,7 0 3 0,8-5-7 16,2-1 2 0,2-4 4-16,-1 0 1 15,2 0-9-15,-6-7 3 16,-4-13-3-16,-3 3 2 16,-7-2-6-16,0-3-11 15,0 3 15-15,-11 3-31 16,-4 1 23-16,-5 5-3 0,3 5 8 15,2 5 3 1,5 0-2-16,-2 2 2 0,5 15 1 0,3 2 22 16,2-1-15-1,2-1-7-15,0-7 5 16,0 1-5-16,6-6-1 16,5-1 0-16,12-4-6 15,-1 0 12-15,1-7-7 0,-2-10 8 0,-2-3-5 31,-9-2 6-31,-3 0-16 16,-7 1 4-16,0 1 3 0,-4 4-2 16,-14 2 3-1,-4 13-2-15,1 1 12 16,0 0-19-16,0 19 20 16,1 7 4-16,11-3 0 15,5-1 7-15,2-3-18 0,2-5-7 16,0-3 3-16,0-7-14 15,6-4 9-15,9 0-26 16,6 0 25-16,-3-12-85 16,-1-5-152-16,-5 2-543 0</inkml:trace>
  <inkml:trace contextRef="#ctx0" brushRef="#br1" timeOffset="-88386.88">30738 10172 253 0,'0'0'190'0,"0"0"-39"0,0 0-66 0,0 0-20 31,0 0-48-31,0 0 0 16,0 0 14-16,0-10 28 0,0 8-42 15,0 2 15-15,0 0 20 16,0 0-6-16,0 0-4 0,0 0-14 31,0 0 43-31,0 0-38 16,0 0 16-16,0-4-37 0,0 4 10 16,0 0-19-16,0 0-1 15,0 0-2-15,0 0 4 16,0 0 2-16,0 0-6 15,0 0 22-15,0-2-19 16,0 1 27-16,0 1-25 16,0 0 7-16,0 0-5 15,0 0-5-15,0 0 1 16,0 0 7-16,0 0-13 16,0 0 16-16,0 0-15 15,0 1 3-15,0 21-1 0,0 6 15 16,0 5-9-16,0-1-2 0,0-2 2 15,-2 0-8 1,-3-8 5 0,1-5-6-16,4-10-22 0,-2-1 10 15,2-6-47-15,0 0-62 0,0-6-221 0</inkml:trace>
  <inkml:trace contextRef="#ctx0" brushRef="#br1" timeOffset="-86856.56">30497 9400 432 0,'0'0'146'0,"0"0"-19"0,0 0 1 15,0 0-1-15,0 0-45 16,0 0-18-1,12-10-23-15,-8 8 9 16,3-4-15-16,1 2-23 0,0-4-10 0,7 2 10 31,-2 2-16-31,-2 2 14 16,0 0-12-16,-4 2 6 0,0 0-4 16,-5 0 0-16,3 0 0 15,-3 8 3-15,-2 4 1 16,0-1 20-16,0-4-16 15,0-1-10-15,0 0 11 16,0 1-13-16,0-6 4 0,0 6-4 16,0-6-7-16,6 3 2 15,3 2 3 1,5 5 6-16,1-1-9 0,-3 2 9 16,-1-1-7-16,-3 0-22 15,-8 3 13-15,0-4 5 16,0 3 11-16,-8-2 11 15,-13 3-4 1,0 2-5-16,-6 0 0 0,0 0-4 0,4-4-28 16,10-6-20-1,5-2-47-15,8-4-49 16,0 0-107-16</inkml:trace>
  <inkml:trace contextRef="#ctx0" brushRef="#br1" timeOffset="-86423.45">30881 9428 319 0,'0'0'300'0,"0"0"-207"0,0 0 85 16,0 0-100-16,0 0-1 15,0 0 4 1,13 33-9-16,-11-15-24 16,-2 0-30-16,0 2 10 15,0-5-19-15,0 2-11 16,0-3 2-16,-9-3-8 0,7-4-41 15,-2-1-31-15,2-2-59 16,2-4-164-16,0 0-234 16</inkml:trace>
  <inkml:trace contextRef="#ctx0" brushRef="#br1" timeOffset="-86150.95">30881 9431 587 0,'0'0'92'15,"0"0"90"-15,0 0-32 16,0 0-74-16,125 6-75 15,-99-6-1-15,-4 0-29 16,-2 0-60-16,-7 0-91 0,-3 0-40 16</inkml:trace>
  <inkml:trace contextRef="#ctx0" brushRef="#br1" timeOffset="-85956.61">31106 9437 253 0,'0'0'295'0,"0"0"-138"16,0 0 7-16,0 0-62 0,0 0-5 0,0 0-31 31,0 24 27-31,-3-9-28 16,-7 3-44-16,0 3 16 15,1-4-33-15,1 2-7 16,0-7 4-16,0-1-2 16,1-4-21-16,5-3-10 0,2-2-7 0,0-2-105 15,0 0-98 1,13 0-87-16</inkml:trace>
  <inkml:trace contextRef="#ctx0" brushRef="#br1" timeOffset="-85635.07">31079 9653 106 0,'0'0'627'0,"0"0"-519"0,0 0 81 0,0 0-59 15,0 0-62 1,0 0-65-16,27-28 17 0,2 10-10 16,6-7 30-1,7 4-32-15,1-3 22 0,-8 2-25 16,-1 4-10-16,-9 0 5 15,-5 7-17 1,-5 4 3-16,-2-1-48 0,-8 5-5 0,-3 3-71 16,-2 0-75-16,0 0-50 15,0 3-264 1</inkml:trace>
  <inkml:trace contextRef="#ctx0" brushRef="#br1" timeOffset="-85230.68">31303 9588 116 0,'0'0'329'15,"0"0"-183"1,0 0 1-16,0 0-6 0,0 0-39 16,0 0-65-16,-6 9 8 0,6-5-7 15,6 0 31 1,8 4-11-16,-5-2-38 16,0 6-5-16,-9 0-2 15,0 0-18-15,0 2 10 16,0-1 5-16,0 0-10 15,-7-1 2-15,1 2-5 16,1-4 6-16,3-4-7 16,2 2 8-16,0-8-13 15,7 2-8-15,11-2 11 0,3 0 2 0,2 0-13 16,4 0-71 0,-5 0-89-16,-6 0-129 15</inkml:trace>
  <inkml:trace contextRef="#ctx0" brushRef="#br1" timeOffset="-82724.84">30767 10751 272 0,'0'0'95'0,"0"0"50"16,0 0 7-16,0 0-10 0,0 0 17 16,0 0-56-1,0 0-19-15,0-5-33 16,0 5-2-16,0 0-24 16,0-2 11-16,0 2-12 15,0 0-3-15,0 0 11 0,0 0-23 16,0 0 22-1,0 0-27-15,0 0-5 0,0 0 4 16,0 0-6-16,0 0-15 16,0 7 1-16,0 6 16 0,0 3-20 0,0-2 9 0,0 4-45 31,0 0-16-31,-4-4-126 16,-7 2-218-16</inkml:trace>
  <inkml:trace contextRef="#ctx0" brushRef="#br1" timeOffset="-82446.6">30629 11021 633 0,'0'0'23'0,"0"0"67"0,0 0 31 0,0 0-53 0,0 0-32 16,0 0 11-1,0 55-28-15,5-47-13 0,-1 3-12 0,-2-5-42 31,2 7-114-31,-4-6-83 0</inkml:trace>
  <inkml:trace contextRef="#ctx0" brushRef="#br1" timeOffset="-82154.28">30665 11273 301 0,'0'0'289'0,"0"0"-175"16,0 0-19-16,0 0 45 15,0 0-63-15,0 0-45 16,0 50-27-16,0-40-5 0,0 0 0 15,0 0-36-15,0-4-88 16,0 4-105-16,-2 0-363 0</inkml:trace>
  <inkml:trace contextRef="#ctx0" brushRef="#br1" timeOffset="-81906.69">30609 11526 580 0,'0'0'69'31,"0"0"7"-31,0 0 56 16,0 0-93-16,0 0-36 15,0 0 11-15,-4 68-8 16,4-61-6-16,0 2-11 16,0 1-116-16,-10-4-408 0</inkml:trace>
  <inkml:trace contextRef="#ctx0" brushRef="#br1" timeOffset="-80996.38">28802 11707 743 0,'0'0'46'0,"0"0"13"0,0 0 55 16,0 0-32-16,0 0-58 15,0 0-24-15,42 0 9 16,-26 1-8-16,0 2 51 0,-1 0-35 0,-1-3-17 16,1 7-11-16,-2-3-29 15,1-1-153 1,-4 0-154-16</inkml:trace>
  <inkml:trace contextRef="#ctx0" brushRef="#br1" timeOffset="-80726.55">29358 11812 603 0,'0'0'123'0,"0"0"-27"0,0 0 53 16,0 0-19 0,0 0-99-16,114 9-14 15,-93-5-17-15,-6-1 0 0,1-3-6 16,-3 6 5 0,7-6-12-16,-2 0-73 0,2 0-101 15,0 0-188-15</inkml:trace>
  <inkml:trace contextRef="#ctx0" brushRef="#br1" timeOffset="-80496.48">29931 11853 693 0,'0'0'118'15,"0"0"4"-15,0 0-5 16,0 0-69-16,0 0-44 16,0 0-4-16,69 12-8 15,-58-12-69-15,1 0-21 0,-1 4-40 16,0-4-54-16</inkml:trace>
  <inkml:trace contextRef="#ctx0" brushRef="#br1" timeOffset="-80324.21">30187 11903 617 0,'0'0'186'15,"0"0"24"1,0 0-65-16,0 0-57 16,0 0-80-16,0 0-8 0,100 13-13 0,-88-13-63 31,-1 0-109-31,-2 0-169 0</inkml:trace>
  <inkml:trace contextRef="#ctx0" brushRef="#br1" timeOffset="-79276.54">30497 11893 589 0,'0'0'61'16,"0"0"-7"-16,0 0 7 0,0 0-25 0,0 0-20 16,0 0 39-16,0-28 23 31,0 28 14-31,0 0-68 0,0 0-1 0,0 0-15 16,0 0-8-1,0 0 3-15,-2 0 16 16,-5 0-18-16,5 0 2 15,0 0-6-15,2 0 11 16,-2 0-9-16,2 0 2 16,0 0 33-16,0 0-16 15,0 0-2-15,0 0-15 16,4-1 22-16,5-12-15 16,-5 5-5-16,1-1-3 0,-5 3 9 15,0 0-20-15,0 5 22 0,0-1-22 16,-9 2 11-1,0 0-1-15,1 0-12 16,0 6 8-16,6 6 1 16,0-2-7-16,2 0 6 15,0-2 10-15,0-4-3 16,0 3 7-16,9-5-3 0,2-2-3 16,7 0 8-16,0 0-4 0,6-12-6 31,-3-3-2-31,0-8 10 15,-2 6-18-15,-6-5-12 0,-4 2-16 0,-7 2-44 32,-2 7 13-32,0 8 26 15,-7 3 37-15,-15 0 3 16,-2 2 4-16,-1 17 49 16,2 1-22-16,8 0 11 15,9-3-24-15,1 2 23 0,5-4-33 0,0-5 6 16,0 0 3-1,9-7-12-15,6-3 15 16,3 0-17-16,3 0 18 0,7-19-8 16,-8 0-22-16,5-10 7 15,-12 5 0-15,-3 0-45 16,-8 6 31-16,-2 4 11 0,0 10 7 31,-5 4-2-31,-15 0 7 16,-5 1-10-16,5 17 10 0,0 7-5 15,4 3 19 1,10-6-11-16,6-3-6 16,0 0-1-16,0-8 2 15,0-6 8-15,11-5-13 16,5 0 11-16,-1 0-1 0,5-16-8 0,-6-3-2 16,-7 0-29-16,-5 5 11 15,-2 2 8-15,0 10-4 16,0 2 16-16,-9 0-36 15,2 6 4 1,0 12-56-16,7-1-207 16</inkml:trace>
  <inkml:trace contextRef="#ctx0" brushRef="#br1" timeOffset="-75574.56">31825 10118 423 0,'0'0'146'0,"0"0"-131"0,0 0 29 15,0 0 33-15,0 0-46 0,0 0 47 16,0-4-26-1,0 4 8-15,0 0-30 0,0 0-7 16,0 0-15-16,0 0 3 16,0 0 23-1,0 0 0-15,0-2 3 16,0-2-9-16,0 4 8 0,0-4-6 16,0 4 12-16,0-3-25 15,0 2-1 1,0 1-16-16,2 0 11 0,-2 0-22 15,0-1 23-15,0-2-17 0,3 3 11 16,-3-3-3 0,0 3-2-16,2-3 12 0,-2 1-13 15,0 1-2 1,0 1 0-16,0 0 4 0,0 0-4 16,2-3 5-16,-2 3-6 15,0 0 6 1,0 0-9-16,0 0 6 15,5 0-11-15,-5 0 11 0,2 15 13 16,-2 8 20-16,0 5-14 16,0 4 8-16,0 3-21 15,0-8 2 1,0-2 0-16,0-7-12 0,0-4 4 16,0-4-3-16,-2-4-7 15,-3-2-38-15,-2 0-60 16,-2-4-307-16</inkml:trace>
  <inkml:trace contextRef="#ctx0" brushRef="#br1" timeOffset="-73812.39">31704 10746 66 0,'0'0'0'0,"0"0"1"16,0 0 75-16,0 0-44 0,0 0 7 16,0 0 31-16,-15 5-20 15,15-3-3-15,-2 1 53 16,0-3 15-16,0 0-39 15,2 0 1-15,-2 0-15 0,2 0-15 32,-2 0-46-32,-4 0 21 0,6 0-19 15,0 0 45-15,0 0 27 16,0 0 10-16,0 0 11 16,0 0-28-16,0 0-21 15,0 0-40-15,0-3 14 16,0-4-14-16,10 4 0 0,3-2-3 15,3 3-4 1,-5 2 0-16,7 0-2 0,-5 0 2 16,1 0 3-16,-6 8-2 15,-1 4 11-15,-7 8-24 16,0 0 9-16,0 2-4 16,-11 3-9-16,-9 0 16 15,-3-3-5-15,6 0 5 16,1-6-1-16,5-1 2 15,7-5-14-15,2-5-8 16,2 4 16-16,0-4-13 0,0-1 11 16,4-2-6-1,15-2 13-15,2 0 5 0,1 0-4 16,-5 0 7 0,-3 0-4-16,-7 0-8 0,-1 0-38 0,-6 0-51 31,3 0-91-31,-3 0-61 15,0-6-192-15</inkml:trace>
  <inkml:trace contextRef="#ctx0" brushRef="#br1" timeOffset="-73510.19">31932 10899 450 0,'0'0'302'0,"0"0"-230"0,0 0 61 16,0 0-39-16,0 0 24 0,0 0-71 0,13 73-19 15,-8-48-11-15,0 2-12 16,-3-8-10-16,-2-1-8 15,0-3-1 1,0-7-46-16,0-1-3 16,2-5-42-16,5-2-103 0,-5 0-60 15,2-2-110 1</inkml:trace>
  <inkml:trace contextRef="#ctx0" brushRef="#br1" timeOffset="-73058.88">31970 10884 708 0,'0'0'185'16,"0"0"-36"-16,0 0-64 16,0 0-23-16,0 0-1 15,0 0 15-15,73 0-51 0,-55 0-8 0,1 0-16 16,-2 0-2 0,1 0-13-16,-5 0-12 15,1 0-16-15,-5 0-18 16,-5 0-47-16,2 0-68 15,-6 0 4-15,0 0 92 16,0 0 77-16,0 0 2 0,-2 9 37 16,-6 1 44-1,-1 4 6-15,-3 1 12 0,1 10-29 0,5 0 43 32,-4 4-50-32,10-3-14 0,0 4-29 15,0-6-18 1,0-1-2-16,19-11-28 0,-1-3-14 15,3-9-99-15,6 0-214 16</inkml:trace>
  <inkml:trace contextRef="#ctx0" brushRef="#br1" timeOffset="-69866.68">31812 10294 237 0,'0'0'315'0,"0"0"-284"0,0 0 29 15,0 0-4-15,0 0-52 16,0 0 12-16,0 0 38 16,22-23 90-16,-17 23-26 0,-3 0-35 15,-2 0-63-15,0 0 18 0,0-2-33 31,0 0-3-31,2 0-1 16,-2 2-1-16,0-4 11 16,0 4-10-16,0 0 58 15,0 0-23-15,0 0 20 16,0 0-44-16,0 0 7 0,0 0-19 16,0 0-5-16,0 0-4 15,2 1-19-15,5 8 24 16,7-4 8-16,-6 3-1 15,5-4 5-15,1-1-13 0,-1-3 13 16,-1 0-14-16,-1 0 6 0,-5-3-16 31,4-10 3-31,-6-5-32 16,-4 8 45-16,0 1-6 16,0 2 0-16,-14 7-4 0,-7 0 10 15,-4 0-12-15,2 0 11 0,3 0 0 31,7 9-1-31,4 5-6 0,7-3 16 16,2 0-1-16,0-3-5 16,0-1 18-16,0-5-20 15,2-2 16-15,9 0-4 16,2 0 4-16,3-9 1 16,1-6-7-16,-3-1-7 15,-3-6 8-15,-3 6-21 16,-6 0 10-16,-2-1 0 15,0 11-18-15,0 5-2 16,-19 1 16-16,1 0-4 0,1 15 4 16,1 7 8-16,7 0 7 15,3-2-6-15,1-5 11 16,5-3-16-16,0-5 19 0,0-4-19 0,0-3 0 31,13 0 8-31,1 0-8 16,-1-16 22-16,-4-5-11 15,3 1-10-15,-10 3 1 16,-2 4 4-16,0 8-5 16,0 5 3-16,-4 0 8 15,-13 1-7-15,-1 20-10 0,3 1 12 16,6-4-4 0,5-4 3-16,4-7-12 0,0-1 4 0,0-1 1 31,0-5-12-31,11 0 13 0,4 0-9 15,3-6 19-15,-5-14-20 16,-1 0 16 0,-10-5-12-16,-2 3-14 0,0 9 18 15,0 4-13-15,-14 9 9 0,-3 0 4 16,-1 22 2-16,0 4 10 0,9 2-6 31,5-3 5-31,4-5 0 16,0-8-14-16,0-2 8 15,0-10-6-15,0 0-3 16,2 0-5-16,5 0 8 16,-3-10-12-16,3-10-32 0,-5 0-219 15,-2 6-651-15</inkml:trace>
  <inkml:trace contextRef="#ctx0" brushRef="#br1" timeOffset="-64706.68">26362 10044 301 0,'0'0'241'0,"0"0"-187"0,0 0-19 16,0 0 24-16,0 0-31 0,0 0 9 31,0 0-6-31,0-16 22 0,0 16 7 15,0 0 28-15,0 0-34 16,0-2-15-16,0 2-15 0,0-2-6 16,0 2 25-1,0 0-14-15,0 0 16 0,0 0-25 16,0-2 24 0,0 2-28-16,0-2 9 0,0 2-10 15,0 0-8 1,0 0 1-16,0 0-3 0,0 0 6 15,0 0-3-15,0 6-4 16,0 19 5-16,0 12 7 0,0 6 2 16,0-2-6-16,0-1-1 0,4-5-7 0,-4-7-8 31,0-4 4-31,0-4-9 16,0-5-58-1,0-2-23-15,0-13-163 16,0 0-771-16</inkml:trace>
  <inkml:trace contextRef="#ctx0" brushRef="#br1" timeOffset="-62752.53">25996 9607 161 0,'0'0'158'0,"0"0"-71"0,0 0 70 0,0 0-102 16,0 0 9-16,0 0-26 0,-4 0 23 15,4 0 14 1,0 0 34-16,0 0-25 0,0 0-33 16,0-2 3-1,0 0-18-15,0 2 20 0,0 0-27 16,0 0 26 0,0 0-47-16,0 0 31 15,0 0-38-15,11 0 21 16,5 0-19-16,1 0-3 15,2 0 0-15,-1 0-19 0,-1 0 10 16,-1 0-51-16,-1 0 4 16,1 6-73-16,2-2-12 15,-2-4-216 1</inkml:trace>
  <inkml:trace contextRef="#ctx0" brushRef="#br1" timeOffset="-62356.61">26406 9438 410 0,'0'0'195'0,"0"0"-97"0,0 0 53 0,0 0 10 16,0 0-82-16,0 0-28 15,-6 103 13-15,1-81-36 0,-1-4-21 16,-1 0-6 0,5-8 2-16,-3 0-6 15,3-4-31-15,0-2-35 0,2-2-56 16,0-2-161 0,-3 0-143-16</inkml:trace>
  <inkml:trace contextRef="#ctx0" brushRef="#br1" timeOffset="-62082.79">26387 9446 602 0,'0'0'129'15,"0"0"-74"-15,0 0 82 0,0 0-30 0,0 0-68 32,0 0-34-32,122 8-10 15,-107-8-47-15,-3 0-61 0,-5 0-79 16,-3 0-208-16</inkml:trace>
  <inkml:trace contextRef="#ctx0" brushRef="#br1" timeOffset="-61788.45">26611 9443 156 0,'0'0'237'0,"0"0"-18"0,0 0-101 0,0 0 45 31,0 0-28-31,0 0-45 16,-64 82-40-16,53-66-7 16,2-2-40-16,2 0-2 15,3-2-1-15,-1 0-8 0,5 0-2 16,0-2-50-16,0 1 31 0,0-5-69 31,9 1-109-31,5-5-87 0</inkml:trace>
  <inkml:trace contextRef="#ctx0" brushRef="#br1" timeOffset="-61413.37">26591 9663 544 0,'0'0'53'15,"0"0"19"-15,0 0 69 16,0 0-38-16,0 0-35 16,0 0 27-16,37-8-17 0,-18-6 8 15,6-1-54-15,4-2 27 16,2 1-54-16,-2-1 6 0,-2 4-11 31,-3 3-6-31,-4 0 4 0,0 2-39 16,-5 2 11-1,-3 6-60-15,-8 0-5 16,1 0-52-16,-5 0-29 0,0 0 44 16,0 0-231-1</inkml:trace>
  <inkml:trace contextRef="#ctx0" brushRef="#br1" timeOffset="-61044.52">26767 9619 276 0,'0'0'251'0,"0"0"-144"0,0 0-45 16,0 0 26-16,0 0-3 15,0 0-1-15,12 13-46 16,-8-6 4-16,3 3-39 15,-3 4 9-15,-4 2-3 16,0 2-1-16,0 4-8 0,0-4 5 16,0-2-9-1,5-4 21-15,3-2-31 0,6-4 25 16,9-2-14 0,0-4 3-16,9 0 0 15,-1 0-7-15,-4 0 16 16,-5 0-15-16,-11 0 15 0,1 0-18 15,-10 0-5-15,-2 0-46 16,0 0-149-16,0 0-110 0</inkml:trace>
  <inkml:trace contextRef="#ctx0" brushRef="#br1" timeOffset="-59286.18">26313 10676 806 0,'0'0'48'0,"0"0"15"0,0 0 48 0,0 0-101 15,0 0-7 1,0 0-3-16,0 0 0 15,0 80-35-15,-3-68-31 16,3 0-17-16,-2-5-77 16,-4 2-259-16</inkml:trace>
  <inkml:trace contextRef="#ctx0" brushRef="#br1" timeOffset="-58974.24">26213 11012 579 0,'0'0'173'0,"0"0"-82"16,0 0 12-16,0 0-50 31,0 0-38-31,0 0-15 16,-3 35-3-16,3-29-60 0,0 2-147 15,0 2-247-15</inkml:trace>
  <inkml:trace contextRef="#ctx0" brushRef="#br1" timeOffset="-58691.42">26175 11226 501 0,'0'0'155'16,"0"0"-78"-1,0 0 78-15,0 0-35 16,0 0-60-16,0 0-45 16,9 52 15-16,-7-47-23 15,0 4-14-15,-2 0-40 16,0 4-69-16,0-2-108 15,0 3-224-15</inkml:trace>
  <inkml:trace contextRef="#ctx0" brushRef="#br1" timeOffset="-58211.47">26195 11466 385 0,'0'0'372'0,"0"0"-258"0,0 0 81 0,0 0-76 0,0 0-56 15,123 8-44 1,-99-8-18-16,-4 0-2 0,0 0-25 0,-4 0-13 16,-6 0-85-16,2 0-61 31,-5 0-123-31</inkml:trace>
  <inkml:trace contextRef="#ctx0" brushRef="#br1" timeOffset="-57958.75">26630 11482 619 0,'0'0'107'0,"0"0"43"15,0 0 25-15,0 0-123 0,0 0-27 16,0 0-25-16,110 15-2 16,-98-11-69-1,1-4-107-15,-4 0-96 16</inkml:trace>
  <inkml:trace contextRef="#ctx0" brushRef="#br1" timeOffset="-56411.41">26188 11470 69 0,'0'0'359'0,"0"0"-251"0,0 0-55 16,0 0-7-16,0 0-6 15,0 0 6-15,-33 4-25 0,33-4 12 32,0 0 43-32,0 0 3 0,0 0-2 15,0 0-36 1,0 0 33-16,0 0-37 0,0 0 7 16,2 0-40-1,-2 0 0-15,0 0-1 16,0 0-3-16,0 0 13 0,0 0-10 15,0 0 3-15,-5 0-2 16,1 0-7-16,2 0 14 16,2 0-18-16,0 0 7 15,0 6 0-15,0 4 11 0,11-3-7 32,5 2 8-32,-3-7-12 0,3 2 1 15,-3-4 17-15,1 0-21 16,1 0 6-16,-3-6-6 15,0-6 1-15,-3 0-14 0,-5 2 5 16,2 4-7-16,-6 4 15 16,0 2-11-16,0 0 14 15,-10 0-17-15,-3 0-13 16,-1 8 8-16,1 6 5 16,5 1 17-16,0-2-2 15,8-5-4 1,0 3 12-16,0-7-9 0,0-4 9 0,16 0 14 15,-1 0 4-15,8-7 17 16,-3-9-29 0,-2-1-11-16,-4 0-2 0,-8 3-20 0,-6-1 11 0,0 6-33 31,0-1 22-15,-20 1-28-16,0 9 33 15,0 0 12-15,-1 0 4 16,2 5 20-16,3 9-1 15,3 2-18-15,9-2 16 16,-1-4-22-16,5 2 15 0,0-3 12 0,0-4 1 31,0-5-14-31,2 0-9 0,11 0 0 0,4 0 9 16,0-15-4-16,-9-4 6 16,4 3-9-1,-10 0-4-15,-2 2-18 0,0 4-2 16,-14 4-11-1,-3 6 11-15,-8 0 13 16,3 0 9-16,-2 10 8 16,6 2 8-16,5 4 44 15,3-2-53-15,10 0 4 16,0-3-4-16,0-3-7 0,5-2 1 0,9-3-1 16,5-3 24-1,1 0-24 1,1-3 18-16,-2-7-11 0,-5-7-9 0,-3-1 2 31,-7 4-8-31,-4 4-21 0,0-2-24 16,-6 8 15-16,-11 2-2 15,-8 2 30-15,2 0 10 16,-1 14 15-16,4 0 20 16,4 0 47-16,7 0-55 15,7-4-4-15,2-2-20 16,0-2-2-16,0-5-2 15,20-1-2-15,7 0-2 0,2 0-37 16,-5-15-152-16,-5 3-527 0</inkml:trace>
  <inkml:trace contextRef="#ctx0" brushRef="#br1" timeOffset="-47683.58">26295 11390 97 0,'0'0'3'0,"0"0"-6"0,0 0 8 0,0 0 5 15,0 0 32 1,0 0 55-16,-14 32 10 0,14-32 38 16,0 0-75-1,-2 1-54-15,0-1-16 16,0 5 5-16,-2-1-10 0,4-4 14 16,-3 2-5-16,3-2 6 0,0 0 48 15,0 0 6 1,0 0-32-16,0 0-24 0,0 0-4 15,0 0 26 1,0 0-28-16,0 0 1 16,0 0 7-16,0 0-10 0,0 0 9 15,0 0 48-15,0 0 24 0,0 0-16 32,0 0-14-32,0 0-44 0,0 0 7 0,0 0-3 31,0-2-18-31,0 0 13 0,0 0-10 15,0-3 4 1,5 5 0-16,3-5-5 0,4-1 10 16,1-6 0-16,3 2-1 15,-5-2-6-15,5 2 9 16,-5 1-11-16,-5 9 4 16,1-2 0-16,-5 2 0 0,3-1 1 15,-3 1-7 1,7-5 17-16,-2 1-8 15,-1 0 0-15,4-2 10 16,-4-2-7-16,3 4-10 0,-3 2 4 16,2-2 0-16,-4 0-2 0,2 1 6 31,1-3-9-31,-1 1 11 0,2-3-12 16,-2 0 12-16,1 2-10 15,-1-2 7-15,4 2-3 0,-2 0 0 16,-1-2 3-1,-1 2-10-15,1 0 17 0,-2 2-21 16,2 0 23 0,-3-1-13-16,0 0 7 0,1-1-12 0,-1 3 3 0,1-4 3 31,0 1 0-31,-3 4 4 16,0-4-12-16,4 4 23 15,-4-2-22-15,5-2 13 16,-5-2-11-1,10 2 5-15,-6-2 0 0,3 0 0 16,-5-2 2-16,8 2-9 16,-6 2 16-16,-1 0-7 15,-1 2 2-15,-2 0 24 16,-2 0-22-16,2-2 10 16,8 0-16-16,-6-2 0 15,1-3-3-15,3 2 6 0,2 1-8 16,-4-3 16-16,-1 6-21 0,5-4 20 31,-2 3-17-31,-4 2 8 16,3 1-1-16,-5-6 0 0,4 8 3 15,-1-6-11-15,0 0 18 16,-1 3-18-16,-4 0 18 16,7-1-14-16,-3 3 11 0,0-2-13 15,1-2 6 1,2 2 0-16,-3-6-8 15,5 5 20-15,0-5-15 16,-3-1 11-16,-1 4-13 16,4-1 13-16,-7 3-14 15,3 1 6-15,-5 0 0 0,2 3 1 16,-2-2 2-16,2 2 0 16,2-2 12-1,-2-3-22-15,4 0 19 0,0 3-18 16,-4-4 16-16,3-1-17 15,-1 2 7 1,-2 0-1-16,5 1-4 0,-2-1 10 0,-3 2-6 0,2-3 9 31,1 3-16-31,-1-4 16 16,0 4-15-16,1-2 11 16,2 0-4-16,-3-2 0 15,3 5-3-15,-1-3-1 16,-1-1 8-16,2 3-14 0,-3-2 24 15,-1 2-26-15,3-2 16 16,-2 2-8-16,1-2-3 16,-1 0-1-16,1 0 2 15,0-2 4-15,-1 0-7 16,-2 2 12-16,4 2-12 0,-1-2 15 16,-1-1-8-1,6-2 2-15,-6 1-4 0,2 0 4 16,1 0-11-16,-5-1 10 31,6 2-13-31,-4-1 1 0,-2 2 26 0,2-2-24 0,-1 4 16 31,1-2-9-31,0 0 4 16,0 0-8-16,2 0 6 16,-4 2-1-16,2-2-19 15,1-2 34-15,-3 0-19 0,6-3 10 16,-2 5-6-16,-2-1-2 15,0-1 5-15,1-1-2 16,-3 4 2-16,2-2-5 16,-2 4 10-16,-2-2-6 15,0 5 9-15,0-1-15 16,5-5 12-16,0-1-10 16,1 1 2-16,1-4-3 15,-1 1-2-15,1-2-6 0,-2 3 3 16,-1-2 20-16,3 4-19 15,-3-2 16 1,-2 1-11-16,0 4 5 0,-2-3 0 16,3 4-1-1,-1-2 4-15,2-2-12 16,1-2-5-16,-5 2-13 0,9-1-27 0,-5 0 41 31,3 1 1-31,-1-2 11 0,2 4 1 16,-4-2 0-16,0-2-9 0,3-3 18 15,-5 0-24 1,8 1-17-16,-4 0 9 0,0 2-24 16,-3-3 38-16,-1 4 5 15,4-1 4 1,-4 2-3-16,6-4 6 0,-4 2-11 16,5-4 16-16,2-1-10 15,-2-1 11-15,2 3-15 16,0-1 6-16,-2 2-1 15,-4 1-19 1,-1 3 11-16,-2 4 5 0,0-2 8 16,-2 0-10-16,2-2 20 15,1-2-23-15,-1 2 18 16,7-3-18-16,-4-4 6 16,3 2 1-16,-1 5 2 0,2-3-27 15,-2 3 18-15,-3-2 0 16,3 1 8-16,-3 0-35 15,3 0 28-15,0 1-31 0,-5-3 8 16,2 1 23 0,1-2-10-16,-1 4 8 0,0-2 10 15,4 0-10 1,0 0 18-16,-3 0-16 16,6-1 3-16,-6 0 0 0,6 1-10 15,-5 0-5-15,3-4-2 16,-4 2-82-16,1 3 67 15,-3 2 37 1,1 0 17-16,-2-7 16 0,2 1-7 16,1 3-25-16,2-6-2 15,4 2-26-15,0-5-104 0,-2 4 74 0,0-2 28 32,0 1 20-17,-5 2 0-15,0 3 9 16,-1 0 0-16,0-1 0 0,-1 2-1 15,4-2-23-15,-2 3-104 16</inkml:trace>
  <inkml:trace contextRef="#ctx0" brushRef="#br1" timeOffset="-47076.5">27951 9276 25 0,'0'0'57'0,"0"0"-42"0,0 0 12 0,0 0-20 16,0 0 3-16,0 0-9 16,65-54 21-16,-57 48 47 15,1-3-8-15,-3 6 24 16,2-2 10-16,-6-2 3 0,7 1-81 15,-3 0-14-15,4-2-2 16,-2-1-2-16,3 3-5 16,-5 0-5-16,2 4 5 0,-6 2 12 31,-2 0-19-31,0 0 22 0,0 0-9 16,0 0 2-16,4 0 2 15,-1-3-4-15,-1 3-15 0,-2 0-88 16,0 0-90-16,0 0 20 15</inkml:trace>
  <inkml:trace contextRef="#ctx0" brushRef="#br1" timeOffset="-40436.75">27725 9825 236 0,'0'0'179'0,"0"0"-95"0,0 0-29 0,0 0-52 0,0 0-2 15,0 0 7 1,-2 4-4-16,0-4 25 0,2 0 32 16,-2 3 32-16,0-3-24 15,2 1 18-15,0-1-64 16,0 0-23-16,0 0-6 16,0 0 0-16,0 0 5 15,0 0 1-15,0 3 4 16,-5-3 9-16,3 0 41 15,-4 4-46-15,0-2 17 16,2-1 2-16,4-1 17 16,0 0 6-16,0 0-24 15,0 0-8-15,0-7-6 0,0-4-14 16,7-4 10-16,2 2-14 0,-2-3 13 16,-1 3-11-16,-2 1 5 15,-1-1-1 1,4 1 0-16,-3 0 0 15,1 0-7-15,-1 0 14 16,3-1-14-16,2 0 18 16,-2 1-19-16,-1 2 8 15,-2 0-6-15,-1-1-3 0,1 4 9 16,-4 1-11 0,4-2 22-16,-1-4-20 15,-1 4 18-15,5-2-18 0,2-4 14 16,-1 2-14-1,4-2-4-15,-6 3-3 0,5-2 13 16,-1 5 3-16,-4-2-9 0,3 2 21 0,0-2-22 16,-4 0 21-16,6-1-13 0,-7 0 4 31,5 0-2-15,-4 1 0-16,6 1 3 15,-3-4-16-15,1 6 27 16,1-5-28-16,0 3 29 0,2 0-28 0,-1-4 19 31,-3 3-12-31,4 0 7 0,-3-2-1 16,-3 6 0-16,1 0 6 15,-1 1-18-15,0 0 25 16,-2 2-19-16,2-3 10 16,1 3-8-16,-1-1-2 0,2-2 6 15,-4 0-1-15,9 0 10 16,-4-2-19-16,2 3 21 15,-2-1-24 1,-2-1 29-16,2 1-23 16,-2-2 10-16,-1 4-6 0,1-2-1 15,2-2 4-15,2 3-4 16,0-4 16-16,0-1-18 0,-2 2 12 16,6 4-12-16,-3-4 14 31,1-3-5-31,1 2-3 0,-1 1 0 15,1-2 3-15,-1 1 1 16,-3 2-8-16,-2 1 16 16,3-1-19-16,-5 2 16 0,3 0 1 0,0-3-9 15,0 4 1-15,-3-1 1 0,8-4-3 32,-3 3 0-32,2-2 6 15,-3 4-13 1,1-2 18-16,-3 2-21 0,2 3 13 15,-6-3-6 1,5 1 4-16,-3 1-1 0,2-1 0 0,-4 0 3 16,0 2-16-16,-2-1 26 15,3-1-20 1,1 2 15 0,2-4-11-16,-2 1 7 0,3 0-8 15,2-1 1-15,0 0 3 16,0-2-5-16,-4 5 13 0,4-1-17 0,-6 1 23 31,-1 1-26-31,0 1 23 16,-2 0-21-16,1-2 10 15,1 2 0-15,3-3 0 16,0 3 4-16,1 0-8 16,-1 0 11-16,0 0-8 0,2 0 7 15,0 0-12-15,-1 0 18 16,-2 0-20-1,4 0 8-15,-1 0 0 0,1 0-3 16,-2 0 11-16,-1 0-10 16,1 0 16-16,0 0-24 0,-2 0 19 15,1 0-10-15,-1 0 1 0,3 0 0 32,0 0-7-32,0 3 14 15,0-3-18-15,-2 0 24 16,0 2-20-16,1-1 18 15,-3 1-14-15,1 2 13 0,4-3-9 16,-4 2 7-16,1 1-4 0,1-2-4 16,0 2 8-16,0-1-15 31,1-2 21-31,-5 1-23 0,6 0 17 16,-2-2-12-16,-1 2 8 0,5-2-2 15,-4 2-2 1,1-2 2-16,-3 5-4 0,4-1 13 15,-6-1-21 1,3 2 25-16,-1-2-24 0,3 4 15 16,-2-3-9-16,-2 2 3 15,-3-1 0-15,4 2-3 0,1 0 15 16,-3 2-16 0,4 0 20-1,-2-1-24-15,3-1 15 16,-3 0-14-16,-1 2 7 0,6-3 0 15,-4 1-3 1,1 0 7-16,-2 0-10 0,2 0 13 0,-1 2-11 16,1 2 16-16,4-3-19 15,-3 0 9 1,1 0-4-16,0 0 2 0,-3-1 0 16,-1-2-5-1,1 3 12-15,-3-2-14 16,3 2 21-16,-5 0-26 0,1-2 20 15,1 3-14-15,-2-4 6 16,5 5-4-16,-3-2 1 0,3 2 6 16,-2 1-11-1,5-4 20-15,-1 3-24 16,-1-2 26-16,-2 0-27 16,-2 0 20-16,3-2-12 15,-3 3 5-15,-2-2 0 16,4 1-3-16,-4 2 6 15,0-2-16-15,2 4 32 16,0-2-32-16,1-1 19 16,-1-1-12-16,-2 2 6 15,6-1-1-15,-2 1 0 16,-2 1 2-16,3-1-9 0,-3-2 20 16,6 0-18-1,-4 2 16-15,3-2-16 0,-3-2 7 16,2 2-2-1,-2-1-2-15,-1-1 3 0,3 0-6 16,-3 0 15-16,2 5-19 16,-3-1 27-16,1 1-31 15,1 0 24-15,-2-1-17 16,3 2 7-16,-4-2 0 0,4 2 0 16,-3 0 3-16,-2 0-14 15,5 1 22 1,-3-2-18-16,3-1 18 0,0 2-15 15,-3 0 10-15,3 0-6 16,-3 0 0 0,2 2 3-16,0-3-7 0,-2 2 13 0,0 1-22 31,-2-2 26-31,3-1-20 0,-5 2 13 16,6-2-11-16,-4-1 5 0,6-2 0 15,-6 0-2-15,0-1 5 0,2 0-10 31,-1 0 16-31,-1 2-16 16,0-1 17-16,0-1-17 16,5 2 9-16,-4 1-2 15,-1-2 0-15,0 4 0 16,2-4-3-16,-2 1 6 0,1 0-8 16,1-1 21-16,0-2-28 0,1 4 23 15,0-2-20 1,1 2 9-16,-1-2 0 15,-1 2 1-15,0 1 9 16,1-4-14-16,-3 3 13 16,3-2-16-16,-1 2 20 15,-1 0-18-15,5-2 5 0,-4 2 0 0,1-2 0 32,-1 0 2-32,-1 2-9 15,2 1 15-15,-5-1-16 0,6 1 21 16,-2-3-17-1,-2 1 7-15,3-2-3 16,-3 4 0-16,-2 1 1 0,4-2 3 16,-1 0 4-1,2 3 5-15,-3 0-9 0,2 1-3 16,0-1 16-16,1-3-27 0,-3 3 12 0,4-5-2 31,-2 2 0-31,0-3 2 16,0 4-4-16,-2-3 13 15,5 0-10-15,-3 1 10 0,0-2-9 0,0 0 5 16,-2 4-10-16,0 1 6 16,2-2 7-16,-2 6-4 15,1-2-6 1,3-2 3 0,-4-1 1-16,0-3-6 15,3 1 18-15,0 1-28 0,-1 1 19 0,1-4-7 31,-3 5 0-31,4-4 0 0,-1 2-10 16,-3 0 20-16,3 0-9 16,-5 2 11-16,6 0-18 15,-3 1 14-15,-1-1-13 16,2 0 5-16,-2 0 0 0,3 2-3 16,-1-1 6-16,-2 2-9 15,1-1 15-15,1 0-15 16,1 2 15-16,-3 0-10 15,2-3 1 1,-2 2 0-16,1-3-3 0,1-3 8 16,-2 0-12-16,0 5 16 0,-2-4-21 31,8 4 24-31,-4 1-19 0,0-4 18 16,1 5-16-16,-1-2 5 0,2 0 0 15,0-1 5-15,-2-2-5 16,2 1 3-16,-3 1 8 15,5-2-18 1,-2 3 14-16,-2-3-11 0,0 3 9 16,0-5-9-16,1 5 4 15,1-3 0-15,2 3-1 16,-4-4 8 0,-2 0-16-16,7 1 21 0,-5 2-15 15,3 1 13 1,0-1-16-16,-3 2 6 0,5-1 0 15,-3-1-1-15,-1-5 8 16,0 2 5-16,-3-1-8 16,0-1-7-16,5 2 16 15,-3 0-18-15,3 0 10 16,-1 0-2-16,2 4-1 0,0-2 7 0,-1 2-11 31,-3-1 14-31,6-2-21 16,-4-2 24-16,-4-2-14 15,3 3 5-15,-1 0-6 16,-2 2 0-16,5-4 0 0,-2 1-1 16,1 1 2-1,3-1 4-15,-3 1 0 0,4 1 0 0,-4-1 4 16,3 0-16 0,-2 2 8-16,2-2-1 0,-5-2 0 0,5 4 2 31,-2-4-5-31,-3 0 8 15,3 0-6-15,0 1 9 0,-1 0-7 16,1 1 6 0,-3 1-7-16,8-1 0 0,-6-3 1 0,3 1-7 31,-2 0 12-31,-2-2-12 0,1 2 16 16,-2-1-14-1,3-1 11-15,-3 1-14 0,2-1 6 16,0 2 1-16,0 0 0 15,1-4 2-15,-1 4-12 16,0 1 20-16,0-4-17 0,-2 1 20 16,1 0-22-1,1-2 22-15,-1 3-23 16,0-4 10-16,-3 6 0 16,0-2-2-16,5 1 6 15,-3 1-4-15,0-2 11 16,3 1-11-16,-2-2 5 0,2 3-2 0,-5-6 0 31,2 5-3-31,0-2 0 0,1-2 0 16,0 3-7-16,-1-1 16 15,-2-1-17-15,3 2 21 16,-1-1-16-16,0 2 11 0,1-4-14 16,-5 0 6-1,9 0 0-15,-4-1-2 16,1 0 7-16,-2 1-12 15,1-2 19-15,1 2-22 16,2-3 21-16,-2 1-19 0,1-2 10 16,-1 5-2-1,-2-1 0-15,2-2 2 0,-2 2-11 0,0-4 20 32,-2 2-19-32,9-2 21 0,-3 0-16 15,0 0 12-15,1 0-9 16,0 0 0-16,-2 0 1 15,-3 0-7 1,1 0 13-16,-1 0-13 0,0 0 19 16,3 0-25-16,2 0 23 0,-2 0-18 15,1 0 7 1,-1-4 0-16,3 0-1 16,-6 4 3-16,-2-4-12 15,0 4 20-15,0-5-19 16,9 3 23-16,-3 1-22 15,0-5 18-15,-1-2-14 0,7 0 4 16,-4-1 0-16,-1 2-4 16,1-2 9-1,-2 2-13-15,1-3 24 0,-1 0-26 16,0 3 21-16,1-3-17 16,-3 4 6-16,-2 0 0 15,4-2-2-15,-4 5 6 16,5-8-13-16,-1 1 21 15,8-6-19-15,0 0 21 0,2-5-27 16,-1 2 13 0,-1 2-3-16,1 3-10 0,-5 5 9 15,-3-1-2-15,-3 2 12 16,0-1-10-16,-6 1 18 0,6-1-26 31,0-3 26-31,1 2-23 16,-1-5 10-16,4 0-1 15,-1 1 0-15,-1-1 1 0,-1 4-12 16,5-1 22-16,-4 0-21 16,-1 2 29-16,0-1-31 15,0 4 25-15,-1-5-13 16,-2-1 0-16,5-1-2 0,1-1-2 16,-2-3 8-1,1 0-8-15,0 1 20 16,0 3-29-16,-5 1 24 15,1 4-20-15,-3-1 13 16,2-1-4-16,0-1 1 0,2-1 1 0,2-1-3 16,1-4 10-16,-3 0-15 31,4 2 20-31,-3 0-24 0,-3 6 16 16,0 2-7-16,-2 0 1 15,6-3 0-15,-4 4 0 16,0-1 10-16,1 0-14 15,-3 0 21-15,0 0-26 16,0-1 20-16,0-1-16 16,5-2 8-16,0-1-3 0,-2 3 0 15,1-1 7 1,-2 0-15-16,3 1 17 16,-2-3-12-16,0 3 19 0,-1 1-27 15,2-4 14-15,1 1-4 0,-3 1 1 0,4-2 0 0,-2-3-6 47,0 6 15-47,1-1-16 0,-1-4 22 16,2 5-28-16,-2 0 26 15,-1 2-23-15,-1-1 11 16,2-4-1-16,-2 3 0 16,4-3 3-16,-1 5-10 15,-1-5 17-15,1-1-20 16,2 4 21-16,-2-4-20 15,-1 2 14-15,-2-2-5 16,4 5 0-16,-4 1 0 0,1-4-1 16,1 3 4-1,-4-1-12-15,7 1 24 0,-4 1-22 16,2-1 18-16,-1-5-19 16,1 5 8-16,1 2 0 0,-3-4-2 15,0 3 5 1,-1 0-11-16,3 2 18 15,-3-2-18-15,0 0 21 0,1 1-22 16,0-2 12-16,3-3-4 16,-1 1 1-1,-1 0 0-15,0 1-7 16,2 2 15-16,-3-2-11 16,1-1 16-16,-2 2-26 0,4-1 24 15,-4 0-19-15,3-3 8 16,-3 5 0-16,0-7-3 15,3 7 5-15,0-5-7 0,2 1 10 16,-3 1-10-16,3-1 15 16,-2 0-21-1,-2 2 14-15,-1 0-3 16,2 0 0-16,1-4 0 0,0 1-6 16,0 1 14-1,-5 1-16-15,7 3 23 0,-5-2-25 0,1-1 21 31,0 5-22-31,-1-3 10 16,4-2 1-16,-1-2-1 0,-3-2 4 16,8 1-12-16,-5 0 18 15,-1 2-18-15,-2 2 18 16,-2 4-14-16,2 0 11 16,0 0-6-16,-2-3 0 15,2 2-4-15,1 0-4 0,1-4 16 16,-2-1-18-1,6-1 25-15,-1 0-25 16,-1 1 13-16,2-1-6 16,-4 0 1-16,1 3 2 15,-1 0-5-15,1-4 12 0,5-3-17 16,-4-2 21 0,6-2-19-16,-3 4 18 0,-2 0-14 15,-1 4 7-15,0 2-3 16,-4 2 0-16,0-4-1 15,3 3-7-15,-5 1 16 16,8-6-18-16,-4 7 30 0,0-4-32 16,1 0 20-1,3 2-14-15,-4 0 6 0,0-1-2 16,1 3-2-16,-5 2 8 0,5-5-10 31,2 3 17-31,0-4-22 0,-1-1 28 16,4-2-26-1,-5 5 9-15,3-1-2 0,0 2 2 16,-6-1 0-16,1 4-4 16,3-2 18-16,-1 2-22 15,-3-2 20 1,6-1-17-16,-4 1 19 0,3-5-27 0,-3 5 13 16,8-2 0-1,-5-1-1-15,-3 4 4 16,4 0-12-16,-4 2 20 15,-1-4-20-15,1 8 20 16,2-6-20-16,-2 5 10 16,-2-4-1-16,1 3 0 0,3-4 1 15,0 1-9 1,0 5 16-16,-1-6-19 16,-1 3 27-16,6 0-29 0,-1-2 23 0,0-1-17 15,3 1 7-15,-1 0 0 16,-2-1-2-1,-2 3 11-15,-5 2-22 0,1 1 27 0,-3-2-25 32,6 2 21-32,0-4-19 15,0-3 9-15,1 2 0 16,3-1 0-16,-1 2 4 0,-9 1-12 16,0 4 18-16,2 0-22 15,-4 0 26-15,0-2-28 16,2 2 20-1,4 0-14-15,-2-4 8 0,0 0 0 16,5 2 0-16,0-2 6 16,0-1-15-1,-4 4 26-15,3 1-31 0,-6-2 25 16,3 2-22-16,-3 0 11 16,3-3 0-1,-1 3 0-15,1-1 1 0,3 0-13 16,-1-2 24-16,2 3-19 0,-2 0 21 15,-1 0-24 1,-1 0 13-16,-1 0-6 16,6 0-8-16,0 0 11 0,3 0-3 0,1 0 11 15,-1 0 1 1,-1 0 1 0,-6 0-13-16,-1 0 12 0,1 0-18 15,4 0 10-15,-2 0-1 16,3 0 0-16,3 0 2 15,-1 0-7-15,-4 0 18 16,-2 0-18-16,-2 0 22 0,-1 3-33 16,4 2 25-1,3 1-14-15,5-2 5 16,-3 0 0-16,1 0-3 0,1-2 7 16,-5 0-16-1,1 0 12-15,-7-2-4 0,-2 0-71 16,-2 4-60-1,0 1-148-15</inkml:trace>
  <inkml:trace contextRef="#ctx0" brushRef="#br1" timeOffset="-36756.53">26302 11408 152 0,'0'0'109'0,"0"0"7"0,0 0-19 15,0 0-59-15,0 0 25 0,0 0 2 16,0 0-9-1,49-8 45-15,-49 8-15 0,0 0 5 16,0 0-60-16,0 0 18 16,0 0-36-16,0 0 23 0,0 0-7 15,0 0 27 1,0 0-22-16,0 0-31 16,0 0 9-16,0 0-4 15,0 0-15-15,0 0 22 16,0 0-8-16,0 0-5 15,0 0 13-15,0 0 5 16,0 0-18-16,0 0 17 0,0-6-15 16,0 2-1-16,-7-4 12 15,-2-1-20-15,3 1 10 16,-5 0-10-16,-1 1 2 0,4-4 3 16,-1 1 0-1,1 0 6-15,4 3-18 16,0-5 18-16,-1-3-16 15,1 5 20-15,0 0-17 16,-4-2 9-16,0 0-2 16,-1 2 0-16,1 0 2 0,-4 1-13 15,1-2 22 1,4-1-19-16,-2 2 19 16,0 0-17-16,3-2 11 15,-1 0-10-15,0-2 2 16,0 2 1-16,1-2 0 0,2 0 4 15,-5-1-15-15,-3 3 20 16,1-1-14-16,-5-1 8 16,6 5-7-16,-1-2 6 15,-1 1 0-15,6 0 0 16,1-3-3-16,-1 1-7 16,0 2 20-16,2 1-18 15,-4-1 20-15,1-1-16 16,-2-3 13-16,0 0-17 0,-2-6 8 15,0 2 0-15,-5-4-5 16,8 4 10-16,-6-2-10 16,3 1 19-16,2 2-22 0,0 3 16 15,4 1-15 1,1-2 7 0,0 0-1-16,-1 3-1 0,-3 1 2 15,2-5-5-15,0-1 17 16,-3-3-26-16,3-4 30 15,-4-2-29-15,4 2 21 16,1 3-16-16,1 4 8 0,2 4 0 0,0 0-4 31,-3 3 14-31,5 0-16 16,-3-1 20-16,3-8-22 16,0 2 10-16,0-2-4 15,0-3-2-15,0-4 4 0,0-1-5 16,0 4 12-1,-4 1-15-15,-2 0 19 0,-3 2-20 0,5 0 18 16,-4 1-16-16,6 0 16 0,0 2-17 31,-2-3 8-31,-1-4 0 16,1 0-4-16,-3 3 11 16,0-4-20-16,-2 3 28 15,3 2-25-15,-3 1 17 0,2-2-12 0,-2 4 8 31,3 0-4-31,1-1 1 16,3 2 0-16,2-2-4 0,0-2 9 16,0 0-12-16,0-2 18 15,0 0-18-15,0 1 12 16,0 3-6 0,-4 0 1-16,-6 0-1 15,10 2-2-15,-4 2 6 0,4-2-6 0,0 1 21 16,-2-2-34-1,2-3 27-15,0 2-20 0,-4-2 9 16,1 0 0-16,-3 0-2 16,-2-1 7-1,2 7-15-15,2-3 22 0,-3 3-20 16,1 0 21 0,-4 2-22-16,-3-1 17 0,-1-3-11 0,1-1 3 15,5-1 0 1,1-3-4-16,2 7 12 15,3-4-20-15,-5 2 29 16,7 0-29-16,0 5 20 16,-6 0-13-16,1-3 5 15,-4-2 0-15,-2 0 0 16,2-2 4-16,-4-1-14 0,4 2 24 16,0 1-26-16,0 4 30 15,9 1-28-15,-5 3 18 16,1-1-9-1,2 1 1-15,-2-2 0 0,-1-5-7 0,-1 4 16 16,-2-2-18-16,4-1 29 31,-2 2-27-31,-1 2 17 0,5 1-16 0,-2 0 6 16,-6-4 0-16,4 0 2 16,-3-1 2-1,2-1 3-15,0 4 3 16,3 3-18-16,-1 0 22 0,-1 4-21 15,6 0 11 1,-2 0-4-16,0 0 0 0,-3-1 0 16,-2 3-6-16,2-7 13 15,-5 1-14-15,-2-2 25 16,1-2-33-16,0 3 21 0,2 4-12 0,0 2 4 31,5-2-5-31,-7 1 6 16,7-2 2-1,-4-2-2-15,0 0 4 0,-3 0-6 16,1 0 15-16,-1 2-24 16,5 2 13-16,-6 0-2 15,1 2-1-15,3 0 2 0,1-4-8 16,0 4 16 0,3-2-16-16,-5-2 24 0,0 2-24 15,-2-2 10-15,0 0-4 16,0 2 0-16,4-3 1 15,-4 4 0-15,0-1 1 16,-1 0-7-16,1-2 19 0,1 3-27 16,-4 0 30-16,3 3-22 15,-3-3 8 1,5 3-1-16,1-3 0 16,-2-1 1-16,1 0-13 0,1-2 24 0,-1 2-21 0,0 0 20 31,0 0-22-16,-2 1 19-15,6 3-16 16,-4-1 2-16,1 1-15 0,1 0 16 0,-2 0-3 31,0 0 0-31,-2 0 16 0,7 0-16 16,-4 0 11 0,2 0-10-16,-1 0 7 0,1 0-8 0,0 0-13 31,-2 5 11-31,-1 4 3 0,1-1 14 15,-2-3-16 1,2 4 20-16,1-1-18 0,-2 0 15 16,0-1-13-16,0 4 5 15,1-5 0-15,-4 1-4 16,3-2 8-16,-2-1-10 16,2 0 13-16,2 0-11 15,1 0 11-15,-1 0-14 16,3 2 7-16,-3 2 0 15,-2-3-1-15,0 1 5 16,5-1-14-16,0-4 20 0,-2 8-17 16,4-5 18-16,-2 0-19 15,0 4 14-15,-3 0-10 16,1 2 4-16,-6 2 0 16,5 0-5-16,-3 1 10 15,2-6-19-15,0 0 28 0,3 0-22 16,-1-1 13-1,-1 2-10-15,2-2 0 0,-1 3 5 16,-3-1 0 0,0 5 2-16,-2-1-10 0,0 0 18 15,2 3-19-15,0-4 23 16,2 1-22-16,1-1 21 16,-3-2-18-1,2 3 5-15,-4 1-2 0,6-2-1 0,-3-2 6 31,0 1-8-31,4-3 16 0,0 0-19 16,2 4 14-16,-3-2-10 16,1-1 4-16,0 2 0 15,-4 2-6-15,0-1 14 16,3 6-18-16,-1-1 24 16,-4-1-11-16,4-2 3 15,-3 3-1-15,3-4-1 16,-1-1-4-16,0 0 0 0,-2-1 3 15,3 0-10 1,-3 2 16-16,-1-2-20 0,2 0 25 16,3 0-20-16,1-2 16 15,-1 0-16-15,0 1 14 0,-1 0-8 16,-1 1 0-16,1 3 1 16,-8 0-9-1,5 1 16-15,-3 3-11 16,-5-2 16-16,2-2-15 15,1-1 6-15,1-2 30 16,6 0-34-16,1-1-5 0,-3 6 4 16,0 0 2-16,-2-2-4 0,0 5 16 31,0-4-24-31,1-1 20 16,4 2-15-16,4-5 6 0,-3 2-3 15,3 0 2 1,-4 0 2-16,-2 2-8 0,0 0 4 15,-3 2-8-15,-1 3 21 16,1-7-23-16,5-2 17 16,4-7-8-16,-3-1-22 15,5-2-37-15,0 0-89 0,0 0-500 16</inkml:trace>
  <inkml:trace contextRef="#ctx0" brushRef="#br1" timeOffset="-18442.78">25366 6261 802 0,'0'0'167'0,"0"0"-80"0,0 0 16 15,0 0-47-15,0 0-1 16,0 0-52-16,0 0 20 15,22-25-2-15,-15 21 14 16,-4 4-20-16,-1 0-2 0,-2-2-6 16,0 2-2-16,0 0 6 15,2 0-8-15,-2 0 37 0,0 0-34 16,0 0 38 0,0-2-27-16,0-6 24 15,0 4-32-15,-12-3-8 16,-9-2-2-16,-11 9 14 15,-6 0-15-15,-4 0 9 16,-2 11-9-16,1 10 12 0,7 0-20 16,7 2 4-1,10-2 0-15,11-4 3 0,8 5-15 16,0-5 11 0,12-2-24-16,21-1 24 0,5-2 4 0,6 1-14 15,-1-2 17-15,-5 2-4 16,-3-2 2-1,-10 4 2-15,-5-1-5 0,-9 1 12 16,-4 4-15-16,-3 1 18 16,-4 2-6-1,-9 2-1-15,-26 8 16 0,-17 4-19 16,-4 0 2-16,4-4-2 0,9-5-2 31,16-12 0-31,16-4-62 0,11-11-24 16,9 0-157-1,22-13-73-15</inkml:trace>
  <inkml:trace contextRef="#ctx0" brushRef="#br1" timeOffset="-18166.57">25529 6507 638 0,'0'0'124'0,"0"0"9"0,0 0 43 0,0 0-94 16,0 0-24-1,0 0-44-15,-2 112-13 0,8-96-1 16,14-4 7 0,5 0-1-16,1-4 1 15,3-2-4-15,2-6 4 16,-2 2-14-16,7-2-12 15,-5 0-56-15,-4 0 6 0,-2-8-72 16,-9-8-36-16,-6 0 15 16,-7 0-185-16</inkml:trace>
  <inkml:trace contextRef="#ctx0" brushRef="#br1" timeOffset="-17960.45">25551 6491 971 0,'0'0'257'0,"0"0"-234"16,0 0 49-1,0 0 0-15,0 0 5 16,123-37-74-16,-104 37 1 16,-5-1-4-16,-7 1-21 15,-5-3-55-15,-2-5-72 0,0-3-135 0</inkml:trace>
  <inkml:trace contextRef="#ctx0" brushRef="#br1" timeOffset="-17814.22">25705 6350 719 0,'0'0'609'16,"0"0"-586"-16,0 0 48 15,0 0-32-15,0 0-5 16,0 0-34-16,125-18-3 0,-90 14-43 15,-6 0-79-15,-11 4-119 0</inkml:trace>
  <inkml:trace contextRef="#ctx0" brushRef="#br1" timeOffset="-17466.59">25957 6579 1203 0,'0'0'75'16,"0"0"-54"0,0 0 36-16,0 0-52 15,0 0-5-15,129-98-14 16,-116 96 6-16,-2 2-36 16,-2 0 12-16,-5 13-9 15,8 8 14-15,-1 1 25 16,4-2 0-16,8-4-11 15,3-3 26-15,6-8-18 16,1-3 10-16,5-2 15 16,2 0-1-16,0-12 37 0,-4-16-6 15,-5-4-24-15,-9-2-3 16,-6-3-13-16,-9-1-14 0,-5 6 4 0,-2 8-29 31,0 6-41-15,0 10-37-16,0 8-244 0</inkml:trace>
  <inkml:trace contextRef="#ctx0" brushRef="#br1" timeOffset="-17146.92">26596 6536 697 0,'0'0'37'0,"0"0"-7"16,0 0 9-16,0 0 53 15,0 0 6-15,0 0-15 0,152 59-35 16,-108-65 35 0,-6-14-52-16,-7-2-26 15,-9-2 11-15,-11-5 12 16,-11 10-12-16,0-2-10 15,0 6 23-15,-21 5-28 16,-14 6-2-16,2 4-15 0,0 0 5 16,4 0-60-1,9 0-121-15,8 4-229 0</inkml:trace>
  <inkml:trace contextRef="#ctx0" brushRef="#br1" timeOffset="-16896.93">27015 6167 862 0,'0'0'132'16,"0"0"-90"-16,134-48-11 0,-92 33-31 15,-11 1-322 1</inkml:trace>
  <inkml:trace contextRef="#ctx0" brushRef="#br1" timeOffset="-16586.51">27365 6324 744 0,'0'0'254'16,"0"0"-141"0,0 0 4-16,0 0-80 0,0 107 5 15,2-84-41-15,-2-2-1 16,0-2 0 0,0-6-13-16,0-1-9 15,0-8-54-15,0-4-56 16,0 0-264-16</inkml:trace>
  <inkml:trace contextRef="#ctx0" brushRef="#br1" timeOffset="-16411.22">27420 6240 1144 0,'0'0'90'0,"0"0"16"16,0 0-104-1,0 0-2-15,0 0-88 16,0 0-49-16,54-2-286 16</inkml:trace>
  <inkml:trace contextRef="#ctx0" brushRef="#br1" timeOffset="-16183.3">27723 6410 1043 0,'0'0'100'0,"0"0"-24"0,0 0-25 16,0 0-1-1,0 0-45-15,0 0-5 0,2 93-3 16,-2-83-52-16,0-4-2 15,0 3-115-15,0-2-226 0</inkml:trace>
  <inkml:trace contextRef="#ctx0" brushRef="#br1" timeOffset="-15886.44">27627 6595 322 0,'0'0'389'16,"0"0"-267"-16,0 0 95 16,121 2-124-16,-81-2-3 15,0-13-39-15,-6-6-21 16,-7-4 0-16,-10-6-28 16,-6 0 11-16,-8-2-2 15,-3 3-22-15,0 6 11 16,-18 5-6-16,-7 9-11 15,-2 4 9-15,0 4 7 0,3 0-25 16,4 4 23-16,7 10-65 0,6-2-54 16,7 1-88-16,0-3 12 15,7-2-47 1,15-1-150-16</inkml:trace>
  <inkml:trace contextRef="#ctx0" brushRef="#br1" timeOffset="-15644.76">27881 6459 149 0,'0'0'91'16,"0"0"-27"-16,0 0 97 15,0 0-34-15,0 0 3 16,0 0-7-16,74 6-53 0,-74 4 22 16,0 7-21-16,0 2-32 15,0-2-36-15,0 3 37 16,3-1-37-16,9-2 20 16,7-2 7-16,3-5-5 15,2 0-18-15,7-6-4 16,5 1 9-16,0 1-9 0,0-6-6 15,-5 0-3 1,-4 0 6-16,-4 0-69 0,-4-6-31 0,-9-7-72 31,-4 1-98-31,-6-5-219 0</inkml:trace>
  <inkml:trace contextRef="#ctx0" brushRef="#br1" timeOffset="-15446.67">28013 6492 1096 0,'0'0'16'0,"0"0"39"0,0 0 33 16,0 0-81-1,113 2-7-15,-86-2-3 0,-11 0-33 0,-9 0-168 0,-7-13-395 31</inkml:trace>
  <inkml:trace contextRef="#ctx0" brushRef="#br1" timeOffset="-15296.49">28013 6492 1019 0,'123'-95'150'0,"-123"95"-71"16,19 0-65-16,8 0 21 15,0 0-35-15,0 0-14 16,-10 0-144-16,-9 0-535 16</inkml:trace>
  <inkml:trace contextRef="#ctx0" brushRef="#br1" timeOffset="1656.43">25469 7068 631 0,'0'0'69'0,"0"0"-48"15,0 0-8-15,0 0 128 0,0 0-56 16,0 0-44-16,0 0-35 16,0 0 25-16,-34 0 26 15,34 0-6-15,0 0 23 0,0 0-38 16,0 0 17-16,0 0-46 0,0 0 15 16,0 0-16-1,0 0-6 1,0 0 2-16,5 0-1 15,15 0 24-15,11 0-14 16,11-7 43-16,16 2-48 0,7 2 12 16,8-1-12-16,10 4-3 15,8-2 0-15,5 2-3 0,11 0 0 16,8 0 1 0,6 0-11-16,-1 0 21 15,-10 0-20-15,-15 12 26 16,-10-3-21-16,1 5 5 15,4-5-1-15,-1-3 0 0,2-4 2 0,1-2-6 32,-5 0 10-32,-2 0-3 0,-2 0 12 15,-4 0-21 1,-12-5 16-16,-9 2-20 16,-16-2 7-16,-13 5-15 0,-11 0-37 15,-12 0-71-15,-6 0-234 16</inkml:trace>
  <inkml:trace contextRef="#ctx0" brushRef="#br0" timeOffset="54433.24">23577 16208 575 0,'0'0'44'0,"0"0"-23"0,0 0 45 16,0 0 26-16,0 0-53 15,0 0-18-15,-27-14-19 16,27 14 13-16,0-2 23 0,0 2 2 0,0 0 8 31,0 0-31-31,0 0 35 0,0 0-28 0,0 0 26 16,0 0-45-1,0 0 9-15,0 0-4 16,0 0-2-16,0 0-2 16,0 0-1-16,7 0 5 15,6 0-9-15,5 0 4 16,3 0 3-1,8 0-4-15,4 0-4 0,2 0 2 16,1 0 4-16,2 2-5 0,-3 4 10 16,6 2-11-1,-1-4 10-15,4 2 0 0,3-1-9 16,-3-5 5-16,1 0-11 16,2 0 5-1,-5 0-1-15,7 0 0 16,-2 0 1-16,-3 0 11 0,4 0-10 15,0 0 5 1,6 0 0-16,2 0-6 0,2 0 0 0,0 0-2 16,-6 0 0-16,0 0 2 15,-3 0-5 1,-4 0 15-16,2 0 1 0,1 0-7 16,4 3 0-1,6-3 1-15,6 0-5 16,10 0 16-16,6 4-15 15,0-3-1-15,3 4 5 16,-3-1 6-16,0 0-3 0,-6 2 22 16,1 2-27-1,-8-4 13-15,-9 5-15 0,-2-9 1 0,-5 5-2 32,2-5 0-32,1 0-4 0,2 0 9 0,2 0-2 15,4 0 6 1,1-5-7-16,1 5 6 15,1-4 1-15,-1-1-5 16,-2 1 7-16,1 0-11 0,-1-2 8 16,0 2-14-1,3 0 16-15,-3 0-17 16,-4 2 17-16,5 2-15 0,-1-3 5 0,3 3-2 31,-3-1-3-31,-2 1 10 0,3-4-11 0,4 1 14 31,6 3-15-31,8-5 20 0,10 1-17 16,-2 2 4 0,-7 0-3-16,-1 0-5 0,-8-2 8 15,-2-4-3-15,1 8 7 16,1-4-7-16,-4 2 10 16,-1-2-13-16,-4 4 11 15,-1-5-10-15,-3 5 6 0,4-4-1 16,-1 1 0-1,1 2 1-15,-4-4-7 0,-2 5 12 16,-3 0-12-16,1 0 21 0,-4 0-25 16,2 0 21-16,-2 0-9 15,6 0 4-15,5 0-5 16,4-4-1-16,4 0 4 16,7 0-17-1,2 4 21-15,3 0-16 16,-3 0 11-16,0 0-6 15,0 0 0-15,-6 0 2 0,-1 0 1 16,-1 0 0-16,-1 0-5 0,0 0 19 31,-2 0-20-31,1 0 15 16,-12 0-7-16,-12 0 5 16,-12 0-10-16,-16 0 3 15,-5 0 0-15,-2 0 1 16,2 0 5-16,14 0 6 0,7 0-5 15,8 0 11-15,7 0-15 16,5 0 13-16,-4 0-15 16,2 0 0-16,-8 0-1 15,-1 0 7-15,-1 0-8 0,-2 0 4 16,9 0 29-16,-2 0-30 16,-2 0 11-1,-6 0-13-15,6 4-5 0,-5-4 2 16,2 0 1-1,8 4 0-15,-1-4 4 0,-5 4-8 0,-2-4 15 32,-5 0-18-32,-8 0 16 15,-8 0-16-15,0 0 8 0,-8 0-13 16,-6 0-2-16,-3 0-11 16,-4 0-12-16,0 0-38 15,0 0 6-15,0 0-74 16,-16 0-241-16</inkml:trace>
  <inkml:trace contextRef="#ctx0" brushRef="#br0" timeOffset="56203.65">27197 13840 703 0,'0'0'30'0,"0"0"-20"0,0 0 44 16,0 0 15-16,0 0 13 0,0 0-24 15,-15-7 17 1,15 7-26-16,0 0-1 16,0 0-22-16,0 0-23 15,-2 0-6-15,-1 0 15 0,-1 13 12 16,-3 5-21-16,1 1 33 16,-3 2-25-16,7 2 22 15,-1 0-24 1,-1 4-2-16,1 3-7 15,1 2 5-15,-4 0-8 16,1 4 15-16,1 0-18 0,-3 2 19 16,2-3-15-16,3 7 2 15,0-9 0-15,-2 8-2 16,4 0 5-16,-2 0-8 16,-1 0 17-16,1 1-24 0,2 2 25 15,-2 1-20-15,2 3 18 16,0 1-15-1,0 1 4-15,0 6-3 0,0-7-4 16,0 1 14-16,0 1-11 0,0-5 19 31,0 0-25-31,0-4 18 0,0 4-15 16,0-2 8 0,0 1-1-16,0-4 0 0,0 8 2 15,-4-6-11-15,-2 6 19 16,2-3-18-16,4 1 21 15,-2-6-21-15,2 1 8 16,0-2 0-16,-4 1 0 16,4-3 2-16,0-2-12 15,0-1 20-15,0 2-18 16,0-1 22-16,10 4-26 0,4 0 16 16,-3 5-5-1,-1-6 1-15,-6 4 0 16,-4 0-1-16,0-2 2 0,0-7-4 15,0-2 11-15,0 0-15 0,0 0 18 32,0 2-19-32,0 3 10 15,0 7-3-15,0-8 1 0,0 8 0 16,0-2-5 0,0-8 14-16,0 6-14 0,0-3 17 15,0-8-20-15,0 7 12 16,4 0-4-16,3 1 0 0,2-5 0 15,0 4 0 1,0-3 5-16,-1 0-9 16,1-3 13-16,1 6-7 0,0-4 5 15,-1 4-9-15,-1-6 5 16,-2 6-3-16,-4-4 0 16,0 3 0-1,0 1 4-15,1-4 0 0,-1 0 8 0,-2 2 2 0,0-6-16 31,0-2 10-31,2 0-11 0,2 2 5 16,-2-2-2-16,2 2 0 16,-4 2 9-1,0 6-4-15,0-4 0 16,0 3 24-16,0 1-23 0,0-4 9 16,2 4-15-1,4-6 0-15,-2-4 0 0,1-2-5 16,-3-7 0-16,2-8-41 15,4 3-4 1,-2-6-104-16,3-6-261 0</inkml:trace>
  <inkml:trace contextRef="#ctx0" brushRef="#br0" timeOffset="57427.14">31542 16056 507 0,'0'0'0'0,"0"0"-19"0,0 0 19 15,0 0 62-15,0 0-62 16,0 0-61-16,-25-2-6 15,25 2 67-15,0 0 8 16,0 0 7-16,0 0-14 16,0 0 76-16,0 0-8 15,0 0-28-15,0 0 34 16,0 0-42-16,0-2 4 16,0-2-9-16,0-1-28 0,0 5-80 15,0 0-34-15,-4 0-160 16,0 0 93-16</inkml:trace>
  <inkml:trace contextRef="#ctx0" brushRef="#br0" timeOffset="58033.7">31378 16168 484 0,'0'0'137'0,"0"0"-45"0,0 0 10 0,0 0 18 16,0 0-48-16,0 0-24 0,0 0-1 15,0 0-15 1,0 0 19-16,0 0-43 0,0 0-1 0,0 0 2 31,0 5-16-31,0-1 14 0,6 5-7 16,7-5 0-16,5 2 0 0,5-2 6 15,4 0-6-15,2 0 4 16,2-4 3-16,2 2-11 0,3-2 13 31,3 0-14-31,7 0 5 16,-2 0-2-16,12 0 2 16,-1 0 16-16,8 0 10 15,1 0-2-15,-1 0 8 16,1 0-32-16,-1 0 13 15,-10-2-6-15,-2-2-10 0,-8 4 3 16,-8 0 0-16,-10 0 15 16,-10 0-15-16,-8 0-17 15,-7 0 13-15,2 0-8 16,3 0-38-16,-1 4 23 16,5 0 9-16,0 2 5 0,-2-6-19 15,0 5-62-15,-7-5-184 16</inkml:trace>
  <inkml:trace contextRef="#ctx0" brushRef="#br0" timeOffset="58563.4">32219 16036 669 0,'0'0'41'0,"0"0"29"0,0 0 24 0,0 0 4 16,0 0-46-16,0 0-26 0,129 48-25 15,-106-45 7-15,-5 2-1 16,-7 5-1-16,-2-6-1 16,-9 4-4-16,0 2 0 0,0 3 4 31,-11 6 18-31,-16 2-10 0,-6 2 50 16,-3 3-53-16,1-2 8 15,1 2-16-15,5-8-4 16,9 0-33-16,5-6-50 15,10-3-103-15,5-9-223 0</inkml:trace>
  <inkml:trace contextRef="#ctx0" brushRef="#br0" timeOffset="60035.95">27149 13910 544 0,'0'0'33'0,"0"0"-18"0,0 0 17 15,0 0 89-15,0 0-36 16,0 0-53-16,-29 6-28 0,29-6-3 16,0 0 2-16,0 6-6 15,0-1 6-15,0 2 31 0,0 3 28 16,-2-4-2-1,2 1-20-15,-3-6-26 16,3-1-13-16,0 4 10 16,0-4-10-16,0 0 4 15,0 0 30-15,0 0 4 16,0-4 23-16,7-20-47 16,10-4 0-16,6-6-6 15,-3-2-5-15,2-3-4 0,-4 4 8 16,3 7-18-16,-6 2 13 15,-5 12-12 1,2 4 4-16,-3 2 3 0,-3 8-3 16,-1 0-2-16,0 14 0 0,-5 22 7 15,0 6 6-15,0 4-5 16,0 0-2-16,-8-2-61 16,2-14-56-1,2-2-189-15,1-10-376 16</inkml:trace>
  <inkml:trace contextRef="#ctx0" brushRef="#br0" timeOffset="63019.16">26961 14716 497 0,'0'0'33'0,"0"0"-27"31,0 0 36-31,0 0 12 0,0 0 3 16,0 0-15-16,0 0-9 16,-7 0 26-16,5 0-12 15,0 0 28-15,-4 0-1 16,4 0-8-16,-1 0-4 16,1 0-4-16,2 0-6 15,0 0-24-15,0 0-2 16,0 0-21-16,5 0 12 15,24 0-15-15,4 0 29 0,9 0-16 16,3 2-5 0,-3 7-10-16,-4-9-6 0,-7 6-11 0,-7-5-34 31,-3-1 12-31,-10 2-58 0,-11-2-95 16,0 0-425-16</inkml:trace>
  <inkml:trace contextRef="#ctx0" brushRef="#br0" timeOffset="63637.48">26472 14740 478 0,'0'0'274'0,"0"0"-216"0,0 0 39 15,0 0 54-15,0 0-106 0,0 0 11 16,50-106-44-16,-43 82 7 15,0 3-19-15,-3 2 3 0,-4-4 1 0,0 10-4 32,0 3 4-32,0 8 0 15,0 2-8-15,-13 0-26 16,-11 17-3-16,-5 6-31 16,-2 1-106-16,-1 0-140 15</inkml:trace>
  <inkml:trace contextRef="#ctx0" brushRef="#br0" timeOffset="65938.97">27297 17776 457 0,'0'0'258'0,"0"0"-247"0,0 0 40 16,0 0 31-16,0 0-82 0,0 0 0 16,0 0 40-16,-2 0 36 0,2 0 1 15,0 0-21-15,0 0-9 32,0 0-43-32,0 0 41 0,0 0-19 15,0 0 6-15,0 0-4 0,0 0-8 0,0 0 2 16,-2 8-16-1,-2 2 23 1,2-2-27-16,-1-2 6 16,3 6-7-16,-4 2 4 0,4 4 0 15,0 4-3 1,0 5 15-16,0 5-6 0,0 0 10 16,0 2-17-16,0-2-4 15,0 4 9-15,0 1-13 16,0-4 4-1,0-1-21-15,0 4 17 0,0 1 8 16,0-7-8-16,0 2 11 16,0 3-3-16,0-4 5 15,0 1-15-15,4-3 12 16,-4-2-11-16,0-6 5 16,0-2-11-16,0-5 5 15,0 0-25-15,0-3-2 16,-6-8-28-16,4-3-2 0,2 0-111 0,0-10-337 31</inkml:trace>
  <inkml:trace contextRef="#ctx0" brushRef="#br0" timeOffset="66783.43">27110 17968 207 0,'0'0'192'0,"0"0"-42"0,0 0-74 16,0 0 3-16,0 0-21 16,0 0 38-16,21 5 34 15,-10-5-36-15,-2 0 25 16,11 0-43-16,0-5-9 15,3 4-10-15,0-7 12 0,6 0-40 16,0 2-13 0,5-2-14-16,-5 0-2 15,-3 6-7-15,-5-7-25 0,-8 9-6 0,-1-4-44 16,-4 4-1 0,-6 0-146-1,-2 0-203-15</inkml:trace>
  <inkml:trace contextRef="#ctx0" brushRef="#br0" timeOffset="67583.25">26094 18049 846 0,'0'0'148'0,"0"0"-118"0,0 0 83 0,0 0 18 0,0 0-80 16,0 0-13 0,110 0-27-16,-79 0 13 15,-4 0-23-15,0 0-1 0,-6 0-20 16,0 0-22-1,-1 0-30-15,-3 0-91 0,-3 0-93 16,-1 5-223-16</inkml:trace>
  <inkml:trace contextRef="#ctx0" brushRef="#br0" timeOffset="68095.14">26779 18242 405 0,'0'0'355'0,"0"0"-321"0,0 0 92 15,0 0-23 1,0 0-34-16,4-113 33 15,3 73-46-15,-3 5 21 16,3-7-49-16,4 7 29 16,2 5-37-16,4 1 1 0,-9 12-16 0,-4 4-2 31,-1 13-1-31,-3 0 5 16,0 0-14-16,-5 0 18 15,-15 13-22-15,-2 0 0 0,4 6 2 16,5-5-20-16,4-2-8 15,4 2-2-15,1 0-29 16,4-2-58-16,0-6-157 16</inkml:trace>
  <inkml:trace contextRef="#ctx0" brushRef="#br1" timeOffset="102317.11">27073 14748 54 0,'0'0'170'0,"0"0"-132"16,0 0 84-16,0 0-16 0,0 0-12 16,0 0-37-16,-13 0 9 15,13 0-42 1,0 0-13-16,0 0-9 15,0 0-1-15,0 0 19 16,0 0-19-16,0 0 34 16,0 0-12-16,0 0 31 15,0 0-33-15,0 0 5 16,0-5-19-16,0 2-2 16,0-3-5-16,0 2 7 0,0 1-6 15,0-2 0 1,0 5 58-16,0-1-18 15,0 1 21-15,-2 0-18 0,-6 0-20 0,8 0-24 16,0 0 6 0,0 0-14-16,0 0 20 15,0 0-14-15,0 0 8 16,14 6 15-16,3-6-10 16,4 3 18-16,1-3-14 15,0 0-1-15,-2 0-7 0,1-9-1 16,-8-10-7-1,-5 7 1-15,-2-4-7 0,-6 4-22 16,0 4 14 0,0 4-12-16,0 4 7 0,-19 0 16 15,-3 0-3-15,-5 10 6 16,1 7 1-16,6 0-6 16,3 1 16-1,7-3 7-15,10 1-12 0,0-7 7 0,0 5-7 16,0-3 2-1,18-8 2-15,4 0-2 16,2-3 14-16,-1 0-20 0,-1-11 12 0,-4-4-10 31,-2-3-4-31,-8-3 1 16,-1 1-32-16,-7 1-6 16,0 2-44-16,0 11 13 15,-11 2-41-15,-7 4 100 0,-4 0 10 16,-5 10 51-16,9 12-2 0,1 2 6 31,9-5-37-31,6-3-1 16,2-1-2-16,0-2 1 0,0-7 16 0,5-6-28 15,8 0 15-15,0 0-14 16,-1 0 20 0,-1-11-18-16,-5-3 4 15,-1 5-11-15,-3 0-10 0,-2 2-7 16,0 2-22-1,0 4-12-15,0-2-58 16,0 1-252-16</inkml:trace>
  <inkml:trace contextRef="#ctx0" brushRef="#br1" timeOffset="107163.58">27139 14727 196 0,'0'0'121'0,"0"0"-90"0,0 0 11 16,0 0 1-16,0 0 19 0,0 0 15 31,0 0-28-31,3 0 15 0,-3 0 27 16,0 0 4-16,0 0-46 0,0 0 32 16,0 0-41-16,0 0-21 15,0 0-19 1,0 0 2-16,0 0 1 15,0 0 0-15,0 0 13 0,2 0-11 16,0 0 36 0,1 0-1-16,-1 0 15 15,-2 0-43-15,2 0 1 16,5 0-6-16,-3 0-6 0,0 0-1 16,3 0 6-16,0 0 0 15,2 0 0-15,-3 0 5 16,3 0-9-16,-1 0 9 15,-2 0-9 1,0 0-2-16,-1 0 8 0,-3 0-6 16,2 0 3-16,-2 0 1 15,2 0-4-15,-2 0 6 16,4 0-5-16,-2 0 6 0,3 0-13 16,5 0 4-1,-6 0 0-15,5 0-2 0,-5 0 14 16,-3 0-11-16,2 0 5 0,-3 0 12 31,2 0-14-31,-1 0 5 0,3 3-8 16,0 0-1-16,4 0 1 15,-1 0 3 1,-5-2-3-16,2 2 10 0,-1-3-14 16,-5 5 11-16,5-1-5 15,-3-4 2-15,3 6-6 16,-1-3 1-16,2 2 0 15,1 1-3-15,2-1 8 16,2 2-7-16,-4-2 14 0,1-4-21 0,0 3 18 31,-2-1-16-31,1-2 8 16,-3 3-1-16,0 1 0 16,4 3-1-16,-2 1-7 15,-1-4 16-15,5 0-14 16,-2-1 20-16,-4-1-22 15,0 3 14-15,3-2-11 0,-1 0 6 0,-1 0-1 32,0 2 0-32,-5 0 5 0,6 2-16 0,-1 0 24 15,1-2-24 1,3-4 21-16,-6 8-17 16,8-4 7-16,-5-1 0 15,1 6-2-15,5-9 5 0,-4 6-11 0,-1-4 19 31,7 0-19-31,-8 0 22 16,0 1-18-16,3-4 12 0,-1 6-9 16,-2-3 1-1,3 2 0-15,-3-1-6 0,2 3 14 16,-2-2-13-16,-4 2 18 16,7-3-9-16,-7 0-1 0,4 1 3 15,0 0-6 1,0 2 0-16,3 0-3 0,-1 2 8 15,2 1-11 1,1-4 12-16,-5 1-10 16,-1 2 16-16,2-6-18 15,-3 5 6-15,1-3 0 16,-1 0-4-16,0-1 4 0,1 1-3 16,1 4 9-1,2-2-13-15,-2 2 21 0,-4 6-24 16,5-7 22-1,-3 1-18-15,-2-1 6 0,3-1-2 0,-5 2-1 16,5 3 6 0,-3-5 1-16,0-2-3 15,0 4 0-15,0-4 8 16,5 4-10-16,-1 4 5 16,0-6-7-16,-2 6 3 0,0-8 0 0,-2 2-3 31,-2-4 8-31,0 6-8 15,5-3 15-15,-1 1-19 0,0-1 9 0,2 1-2 32,0 0 0-32,1 2 0 0,-1-1-1 15,1 4 3 1,-2-5-12-16,-3 2 22 0,4-1-18 16,-3-3 13-16,-1 1-9 15,2-2 6-15,0 4-6 16,1-5 2-16,-3 6 0 15,1-6-3-15,-1 8 8 16,0-8-10-16,3 6 15 16,-3-6-17-16,2 5 14 0,-2-4-10 15,0 4 3-15,3-7 0 0,-5 2-2 32,2-1 7-32,1 5-10 15,-3-3 13-15,4 4-14 0,-1 0 18 16,1-5-18-1,0 2 10-15,-2 2-5 16,0-4 1-16,1 1 0 0,1 4-1 16,1-5 10-16,-3 1-13 15,3 4 17-15,-1-3-23 16,0 0 20-16,3 0-16 16,-3 2 7-16,1-2-1 15,-2 6 1-15,1-9 3 0,-4 8 2 16,6-5 0-1,-3 2-10-15,-3 0 16 0,2-4-18 0,0 6 8 16,0-3-4 0,0-2 0-1,0 5 2-15,0-2-1 0,2 2 6 16,-2-3-12-16,0-2 22 0,0 5-24 16,-2-6 15-1,7 2-11-15,-3 2 5 16,-2 1 0-16,0-3-1 15,0 5 3 1,0-1-9-16,-2-2 15 0,0 2-12 16,3 2 14-16,0-6-19 15,-1 2 12-15,0-2-3 16,5 2 0-16,-1 1-1 16,-2 1-7-16,-1 1 16 15,4-1-17-15,-3 4 23 16,3-2-21-16,-3 2 13 15,0 0-9-15,-1 2 3 16,-1-5 0-16,3-2-4 0,-1 4 8 16,1-5-11-16,-1 6 15 0,0-6-18 15,1 2 22 1,-1 3-18-16,1 0 10 16,-1-3-8-16,1 4 4 15,-1-1 0-15,3-5-3 16,-1 7 12-16,-1 1-18 0,2-3 22 0,-1 0-21 31,1 1 13-31,-1 4-7 16,2-8 2-16,-4 2-2 0,0 2 1 15,1-5 1-15,-1 0-6 16,2 4 13-16,2 0-9 16,3 5 9-16,-1 1-12 15,2-1 5-15,-1 0-1 16,-2 0-1-16,0 0 2 0,0-4 0 15,-3 2 5-15,3-2-10 16,-2 0 16-16,0-2-16 0,-1 2 10 31,-1-4-10-31,1 6 5 16,2-2 0-16,-6 1 0 16,6-4 2-16,-1 3-5 15,-3 0 7-15,4-2-8 0,-4 2 13 0,-2 0-14 16,7-1 6-1,-1 0-1-15,2 1 0 16,-1 0 2-16,-1 3 2 16,2-8-4-16,1 0 7 15,-1 5 4-15,2-4-18 0,-3 2 14 16,6 2-9 0,-3-2 3-16,1 2-1 15,-4 0 0-15,0 4 3 16,2-6-9-16,0 2 14 15,0-4-4-15,2 3-3 0,3 0 12 16,-1 1-8-16,1 0-1 16,-1 2-3-16,2-2 5 15,-5 4 1-15,2-10-3 0,-3 6 16 0,0-4-14 32,-1-2-3-32,3 7 4 0,-2-8-8 15,0 1 1 1,4 2 0-16,3 0 1 0,-1 2 4 15,0-3-7 1,-1-4 9-16,-3 3-10 16,5-2 14-16,-7 2-6 15,7 1-5-15,-5-4 19 16,2 4-13-16,-1-5-5 0,1 1 3 16,-1 4 2-1,-1-5-2-15,1 1 5 16,-1 0-12-16,1-1 10 0,1-4-6 0,1 3-1 15,-1-3 3 1,1 5 3-16,1-5-1 16,-1 0-4-16,4 0 4 0,-4 0-6 15,-3 0 8 1,5 0-10-16,-5 0 5 16,3 0-2-16,-1 0 0 0,1 0 0 15,-3 0-6 1,6-5 17-16,-4 2-11 15,-4 3 15-15,2-4-26 0,-4 4 18 16,1-5-14-16,3 4 5 0,-2 1 2 31,0-4-1-31,0 0 8 16,-5-1-17-16,6 0 22 0,-5 1-23 16,1 4 23-16,2-4-20 15,-2-1 10-15,1 1-2 16,5-1 0-16,-1-4 0 0,5 0-5 15,-3 4 13 1,-1-3-13-16,-3 4 16 16,-5 3-18-16,-1-4 16 15,4 1-15-15,2 1 7 16,0-6-1-16,5 3 0 16,-3-6 2-16,3 2-8 15,-1-3 13-15,-1 0-14 0,1 3 18 16,-1-4-16-16,-1 7 7 0,-2-8-2 15,1 7 0 1,1-2 1 0,0-1-7-16,0 0 12 0,-2-1-11 15,5-2 19-15,-3 3-23 16,-1 0 16-16,-1-3-13 0,5 6 6 0,-5-3 0 31,5 0-3-31,-1 1 9 16,1-2-16-16,-1 1 20 0,3-2-15 15,-1 1 15-15,2-2-16 0,-4-4 6 0,5 4 0 32,-5-4 0-17,-3 0 2-15,1 5-10 0,-3-1 17 16,0 1-13 0,1-8 13-16,1 7-16 0,1-8 15 15,0 4-16-15,-1 3 9 16,1-6-1-16,-4-2 0 0,6 2-1 0,1-3-6 31,-5 2 12-31,0 0-14 16,-1 0 16-16,-2 4-16 15,-1-4 8-15,-1 4-1 16,2-1 0-16,0 1-2 16,1 0 1-16,-1 1 3 0,2-4-13 15,1 1 26 1,0-2-25-16,-2 0 18 0,0 0-10 15,2 4 4-15,-4 1 0 16,2-6-4-16,-1 4 8 16,-1-2-8-16,5 3 12 0,-4 0-16 15,1-4 18-15,7 4-18 0,-3 0 10 32,1-5-2-32,-1 1 0 15,1 4 0-15,-6-4-5 16,7 4 11-16,-3 1-11 15,-1-6 19-15,0 5-24 0,0 0 19 16,-2 0-18-16,0-1 8 16,3 2 1-16,-2-6-5 15,4 2-7 1,-1-1 7-16,-2-4-2 0,-1 2 0 16,-2 3 4-1,1-1-3-15,3 3 5 0,-4-4 1 16,3 6 0-16,1-4 0 15,-4 5-9-15,1 0 19 16,0 2-16-16,0 0 18 16,2-3-12-16,0-2 8 15,3 2-13-15,-3 4 5 16,2-5 0-16,0-4-1 16,1 4 4-16,-3 0-10 0,0-4 15 15,1 8-13-15,-6-2 15 16,7 0-20-16,1-2 14 15,-1-1-4 1,3-1 0-16,1 2-3 0,-1 0 0 16,-1 4 6-16,-1 0-9 15,-5 2 18-15,0 2 2 0,0 0-12 16,2-2 7 0,4-1-7-16,1-6-2 15,5 2 0-15,0 5 3 16,2-3-11-16,-3 3 19 15,-3 1-18-15,2 4 15 0,-9-3-5 16,7 2 2-16,0-2-5 0,-3-3 0 31,5 6-1-31,-1-5-3 0,-5 4 8 16,1-2-11-16,-3 3 19 0,-2 4-7 16,5-3 3-1,-4-4-7-15,4 6-1 16,-3-9 3-16,5 4-3 15,-5-4 4-15,2 8-6 16,-4 1 10-16,0-1-14 0,2 1 13 16,-2 4-14-1,2-1 6-15,2 1 1 16,1-3 0-16,-1 3 0 16,3 0-8-16,-5-4 16 0,-5 4-17 0,4 0 22 15,-4 0-22-15,5 0 18 31,3 0-15-31,-1 4 6 0,1 4-1 16,-3 2-1-16,6-1 4 16,-5-6-10-16,3 3 17 15,1-6-18-15,-3 0 0 0,-7 0 6 16,6 0-30-16,-10 0-3 16,-2 4-70-16,-2 3-101 0,-35 3-208 31</inkml:trace>
  <inkml:trace contextRef="#ctx0" brushRef="#br1" timeOffset="110727.49">27191 14748 57 0,'0'0'350'0,"0"0"-331"0,0 0 11 0,0 0 105 0,0 0-41 15,0 0-60 1,-4 0 22-16,4 0-1 0,0 0-18 15,0 0-16-15,0 0-11 16,0 0-7-16,0 0 11 16,0 0 12-1,-5 0 46-15,5 0-7 16,0 0-17-16,0 0 8 16,0 0-30-16,-2 0-18 15,2 0 5-15,-5 0-26 16,-2 0 6-16,-1 4 5 0,-8 6-10 15,1 0 12 1,-1-2-2-16,0 1 5 0,-2-4-5 16,3 2 4-16,1-1-4 15,-1 2 10-15,1 6-17 0,3-2 5 16,-2 2 2-16,-5-1-6 16,0 0-13-1,-1 5 19-15,-4-2 2 16,0-2 2-16,2 2 9 15,0-7-14-15,3-1 7 0,5 2-6 16,-3 3 2-16,3-5-2 16,0 7 1-16,-1-2 1 0,-1-3-2 15,6 2 8 1,-4 0-12-16,-1-2 12 16,-1 2-12-16,6 0 8 15,-3 1-2-15,2 4 6 16,1-4 10-16,-3 1-13 0,1 3 7 15,3-7-13 1,0 4 12-16,0 3-7 16,1-3-2-16,1-6 4 0,-4 6-4 0,6 4 0 31,-1-6 1-31,-3 4 0 0,6 0 8 0,-3-2-5 31,0 7 2-31,1-2-1 16,-1-5 2-16,-1 2-4 0,-1 0-1 15,-2 0-2 1,2-1 1-16,-1-4-3 0,-1 7 7 16,2 0-7-16,-2 0 11 15,-2 0-14-15,-1 0 11 16,0-4-8-16,-1 9 2 0,1-7 0 16,3-1-4-16,1 1 9 15,2-1-12 1,0-1 14-16,-3-2-13 0,3 2 12 15,-4-2-12-15,1 2 9 16,1-1-3 0,-1 6 0-16,2-1-1 0,-4-1-3 15,7 2 8-15,-1 2-2 16,1-2 6-16,2 4-14 16,-1-2 14-1,1-3-9-15,-1 0 1 0,1 0 0 16,-4-1 12-16,-1 1-12 15,1 1 5-15,-4 2-2 0,4-1-5 16,-1 5 10-16,1-6-15 16,-4 3 7-16,4 0-1 15,-3 1 0-15,-5-6 2 0,8 10-4 32,-7-8 0-32,1 3-5 15,-3 4 2-15,4-8 3 16,-1 4-15-16,2 0 17 15,1-3 1-15,-1 3-2 0,2 0 2 16,1 0 0-16,1 0 6 16,-2-4-3-16,4 4-6 15,-2 2 9-15,-3-2-9 16,-1-5 3-16,2 2-3 16,-1-1-5-16,-3-2 8 0,4 2-4 0,-5 0 14 15,5-4-17 1,0 0 18-1,-1 3-20-15,3-4 14 16,-2-3-10-16,4 2 4 0,-3 3 0 16,3-6 1-1,0 4 0-15,-5 0-1 0,-1-1 2 16,2 7-1 0,-3-5 3-16,1 3-4 0,0 2 1 0,-3-1 0 15,3 4 0 1,-1-4 3-16,1-4-8 15,0 2 10-15,1-6 6 16,-2 4-5-16,-2-2-9 0,-3-2 5 16,-2-2-2-1,0 6 0-15,1-2 1 0,-4 2-7 0,2 0 9 0,-4 1-4 32,3 0 2-17,3-1 17-15,-2-4-14 16,4-2-5-16,-1 1 2 15,-2-4-2-15,3-1 1 0,-1 5-11 0,-1-4 10 16,-4 8 1 0,4 1-9-1,-3-1 19-15,1 0-15 0,4 0 11 16,4-4-10-16,0 1 4 0,0-6 0 16,2 2-1-16,-2-2 5 0,0 0-10 31,-3 0 10-31,3-4-10 0,0 3-13 15,-5 2 14-15,1-4-5 16,-1 4 9-16,-7-5-7 0,2 8 7 16,0-4-4-1,-1 2 10-15,2-2-7 16,2 0 11-16,0-4-13 16,7 0 9-1,0 0-10-15,0 0 3 0,-2-12 1 16,-3 2-1-16,3 0-21 0,-2 2 22 15,-4 0 0-15,9 4-4 16,-4 2 10-16,-1 2-7 16,1 0 5-16,3 0-1 15,-5 0-1 1,9-4 2-16,-3 4-6 16,0-4 14-16,-1 0-14 0,-2-2 10 0,-1-3-10 31,-3 2 8-31,3-3-9 15,-1-4 6-15,-3 1-2 0,5 4 0 16,-5-4 3-16,5 3 22 16,-1 2-23-16,3 3 21 15,0 0-23-15,6-2 3 16,-2-4-3-16,-1-5-1 16,-3-1-3-16,-3-8-4 0,-3 0 2 15,-4-2 4 1,5-1 0-16,-1 6 4 0,1-4-5 15,1 8 7 1,-1-4 2-16,5 0-6 0,-3 0 0 16,3 4 5-16,-2-4-1 15,-1-2-4-15,-1-6 5 16,-5-3-5-16,3-3 25 16,-2 0-25-16,5 5-3 0,4 0 3 15,-1 5 0 1,1 4-1-16,0 4-2 0,7 0 5 15,-1 0-9 1,0-4 14-16,2 4-14 16,-6-9 6-16,4-5 1 0,-5 1-7 15,1-4 3 1,-2 3 1-16,-1 0 3 0,0 6-2 16,0 4 5-1,-2 0-6-15,6-4 5 16,-5 2-5-16,-1 2 3 0,3-8 0 15,-4 1 1-15,-1-1 1 16,-1-2-4-16,-5-3 7 16,2-5-13-16,3 3 18 0,5 3-20 15,4 5 13 1,5 8-7-16,0-2 4 16,-1 6 0-16,1 1 3 0,-5-4-1 0,3-1 1 31,-7 1 4-31,4-5-14 15,-6-6 8-15,-5-1-7 16,-2-4 5-16,-4 0 1 16,-3 2-2-16,2 6 2 0,3-4-3 15,0 9 8-15,6-2-9 16,-2 2 14-16,0 2-11 16,3-2 1-16,-5 0 0 15,1 5-4-15,-2-4 3 16,-2 1 0-16,1 2 1 15,-5 5-6-15,5 1 13 16,-2 2-8-16,3-1 4 0,2-1-5 16,-2-1 3-1,-1 0-1-15,0-2 0 0,-5 2 1 16,1-2-4 0,-6 11 8-16,3-6 1 15,0 7-3-15,3-6 5 0,-1 6-1 16,-2-3-10-16,4 1 3 15,-6-2 0 1,0-5-3-16,-3-1 8 0,-3-2 14 16,1 0-12-16,5 0 16 15,6 8-15-15,3 5 14 16,4 3-14-16,0 0-1 16,-1 0-7-16,-6 11 3 15,5-2-12-15,-3 2 21 16,2-5-17-16,-2 0 17 0,-2-2-17 15,1-1 17-15,-2 6-10 16,1-7-2-16,0 6 1 16,1 4-2-16,1 1 8 15,4 6-15-15,-2 4 19 16,-1-2-17-16,11 1 16 0,0-4-16 0,1 0 6 31,0-4-2-31,-3 2 0 16,-6 3 1-16,3-4-6 0,-1 1 14 15,1-3-20-15,5-3 14 0,5 3-2 0,4-7-50 32,2 1-47-17,0 3-248-15</inkml:trace>
  <inkml:trace contextRef="#ctx0" brushRef="#br1" timeOffset="169731.01">4264 15187 201 0,'0'0'190'0,"0"0"-106"0,0 0 13 16,0 0 43 0,0 0-35-16,0 0-57 0,0 0-22 15,0 0 9-15,0-10-5 16,0 10 7-16,0 0 7 16,0-1-10-16,0 1 17 0,0 0-17 0,0 0 1 31,0 0-26-31,0-3 13 15,0 2-12-15,0-3 15 16,0 1-10-16,0 1-4 16,0-2 9-16,0 4-15 15,-9 0 6-15,-8 0-2 16,-2 0-18-16,-1 0-1 0,1 10 8 16,-2 7 2-1,1 2-3-15,9 2 0 16,2-1 6-16,5 2-17 15,-1 3 24-15,5 6-13 0,0 1 4 16,0 2-2-16,0 3-13 16,9 0 7-16,16 3-8 15,-3 4 14-15,5 1-4 16,-3-1 10-16,-1 4-10 0,-6-2 5 16,-13 2-6-16,2-2-3 15,-6 4 8-15,0 2 1 16,-8-3 0-16,-13 1 4 15,-2-10 5 1,-2 0-18-16,1-15 8 0,2-6-54 16,-3-17-79-16,1-2-135 0</inkml:trace>
  <inkml:trace contextRef="#ctx0" brushRef="#br1" timeOffset="169929.56">4097 15712 251 0,'0'0'711'0,"0"0"-707"0,0 0 42 0,0 0 12 15,141-21-58 1,-102 3-100-16,-9 0-305 0</inkml:trace>
  <inkml:trace contextRef="#ctx0" brushRef="#br1" timeOffset="170473.71">4616 15837 945 0,'0'0'287'0,"0"0"-240"0,0 0 22 0,0 0-17 0,-102-116-40 16,90 76-3-16,10-4-8 0,2 4 11 31,0 0-24-31,25 4 6 0,4 3-21 0,4 13-47 16,0 10-72-16,-4 10-241 15</inkml:trace>
  <inkml:trace contextRef="#ctx0" brushRef="#br1" timeOffset="170823.32">4821 15727 862 0,'0'0'231'16,"0"0"-206"-16,0 0 92 16,120-112-22-16,-75 68-78 0,-1 7-17 15,-13 5-19-15,-6 7-7 0,-11-2-26 31,-10 10-99-31,-4 2-80 0,-2 1-183 16</inkml:trace>
  <inkml:trace contextRef="#ctx0" brushRef="#br1" timeOffset="170993.58">4917 15436 1077 0,'0'0'72'0,"0"0"48"0,0 0-59 0,65 121-23 16,-32-95-16-16,-2-3-15 31,-2 4-7-31,0 1-7 0,-7-4-13 16,-2 3-35-16,-2-8-35 15,-9-5-428-15,-9-5-59 0</inkml:trace>
  <inkml:trace contextRef="#ctx0" brushRef="#br1" timeOffset="171245.19">5439 15440 999 0,'0'0'77'0,"0"0"-4"15,0 0-6-15,71 131-56 16,-71-91 6-16,0 8-31 16,-7-8 14-1,-18 0-22-15,-4-8-69 0,-2-10-100 0,2-9-488 16</inkml:trace>
  <inkml:trace contextRef="#ctx0" brushRef="#br1" timeOffset="171633.95">5900 15668 1206 0,'0'0'17'0,"0"0"9"0,0 0 13 15,119 0-39-15,-80-7-16 16,-6 5-103 0,-16-2-99-16,-7-4-307 0</inkml:trace>
  <inkml:trace contextRef="#ctx0" brushRef="#br1" timeOffset="171823.43">5915 15512 1142 0,'0'0'185'15,"0"0"-171"-15,0 0-14 0,0 0 5 16,0 0-5-1,120-18-34-15,-80 4-136 0,-7 2-249 16</inkml:trace>
  <inkml:trace contextRef="#ctx0" brushRef="#br1" timeOffset="172246.33">6561 15370 277 0,'0'0'496'15,"0"0"-412"-15,0 0 70 16,0 0-4-16,0 0-89 0,0 0-21 15,-118-18-21 1,109 34 0-16,5 2 8 16,4-2-20-16,0 5-11 0,6-8 16 0,21 1-13 31,2 2 6-31,7-2 4 16,-3 4-7-16,11 0-1 0,-7 0-2 15,-2 5-44 1,-8-6 44-16,-14 2-2 15,-9-6-3-15,-4 8 6 0,-4-3 9 16,-23-1 2-16,-8-2 5 16,-5-7-16-16,-3 2-3 15,3-6-15-15,2 1-62 16,5 0-151-16,8-5-237 16</inkml:trace>
  <inkml:trace contextRef="#ctx0" brushRef="#br1" timeOffset="172508.79">6746 15494 1035 0,'0'0'41'0,"0"0"47"16,0 0-40-16,0 0-9 15,0 0-33-15,0 0-6 16,60 85 0-16,-33-66 4 16,2 1-7-16,0-5 8 0,0 7-10 15,2-9-2 1,5-4-19-16,-1-3-81 0,1-4-20 16,-5-2-173-1</inkml:trace>
  <inkml:trace contextRef="#ctx0" brushRef="#br1" timeOffset="172745.58">6885 15484 1062 0,'0'0'121'0,"0"0"-118"15,0 0-3 1,0 0 0-16,0 0-8 16,0 0-44-16,66-7-50 0,-61-16-105 15,-5 5-216-15</inkml:trace>
  <inkml:trace contextRef="#ctx0" brushRef="#br1" timeOffset="172860.41">6937 15326 1193 0,'0'0'98'16,"0"0"-84"-16,0 0 26 0,0 0-40 16,0 0-49-1,0 0-76-15,48-14-172 0</inkml:trace>
  <inkml:trace contextRef="#ctx0" brushRef="#br1" timeOffset="173211.76">7209 15477 1254 0,'0'0'25'16,"0"0"-6"-16,0 0 18 16,0 0-15-16,5-103-19 15,11 85-6-15,-3 10 0 0,5 6-12 16,-1 2 1-1,6 0-27-15,2 22 26 0,1 0-1 0,8 6 7 0,-5-2-23 32,2-6 27-32,-2-1 3 15,-10-8 0-15,4-5 4 16,-9-6 4-16,-8 0 18 0,1-16 5 0,-5-14 14 31,0-6-41-31,-2 1 7 0,0 0-9 16,0 7-16-16,-2 6-21 0,-7 0-38 31,0 8-61-31,2 10-251 0</inkml:trace>
  <inkml:trace contextRef="#ctx0" brushRef="#br1" timeOffset="173723.37">8471 15304 1031 0,'0'0'98'0,"0"0"-74"0,0 0 64 0,-63 104-49 15,36-68-34-15,0 3-10 16,1-1-17-16,-3-11 14 15,5-1-32-15,-3-3 25 0,0-15 10 16,5-7-17-16,-3-1-50 16,3 0-63-1,2-19-283-15</inkml:trace>
  <inkml:trace contextRef="#ctx0" brushRef="#br1" timeOffset="173911.29">8125 15348 1304 0,'0'0'84'0,"0"0"-27"16,0 0 43-16,69 118-42 15,-38-86-34-15,5-9-24 0,-1-4-19 16,-3 2-79 0,-1-11 89-16,-11 2-80 15,-11-2-51-15,-9-5-242 16</inkml:trace>
  <inkml:trace contextRef="#ctx0" brushRef="#br1" timeOffset="178823.53">9250 15248 298 0,'0'0'170'0,"0"0"-130"16,0 0 4-16,0 0 4 15,0 0-22-15,0 0 18 16,0 0 20-16,0 0 17 16,-6-5-45-16,6 5 21 15,0 0-14-15,0 0 10 0,0-3-26 0,-3-1 10 32,3 4-5-32,-4-2-16 15,4-2-8-15,0 4 1 0,0 0 47 16,-2 0-37-16,2 0 14 15,-2 0-21 1,2 0 6-16,0 0-17 0,0 0 0 0,0 13 4 16,-2 12-3-1,-3 9 16-15,-2 5-15 16,0 4 9-16,-1 2-11 16,-1-6 7-16,2 1-8 0,-2-1-1 15,3-6-19 1,-1-2-16-16,5-13-53 15,2-14-172-15,0-4-352 16</inkml:trace>
  <inkml:trace contextRef="#ctx0" brushRef="#br1" timeOffset="179393.46">9027 15418 586 0,'0'0'140'0,"0"0"-38"0,0 0-8 0,0 0-49 15,0 0-33-15,0 0 23 16,32 5 57-16,1-5 37 0,12 1-72 16,-1 4 5-1,6-5-48-15,-4 7-6 0,-3-3-8 0,-3-4-10 32,-7 0-33-32,-6 0-47 15,-12 0-145-15,-5 0-186 16</inkml:trace>
  <inkml:trace contextRef="#ctx0" brushRef="#br1" timeOffset="180163.55">10054 15204 579 0,'0'0'246'0,"0"0"-188"0,0 0 58 15,0 0-43 1,0 0-27-16,0 0-24 16,-15 0 16-16,7 0-12 0,-9 0 4 0,5 0-3 15,-5 0-9 1,-2 14 5-16,-1 2-9 16,-5 2 16-16,0 6-28 15,6 2 0-15,3 2 3 16,7 2-6-16,9 0 2 0,0 3-1 15,0-2 0 1,11-5 4-16,11 1-4 0,16-7 7 0,3-4-3 31,5-7-3-31,6 0 7 16,4-9-8-16,-6 0-41 16,-3 0-4-16,-7 0 12 15,-11-13-69-15,-10 3-75 16,-15-1-137-16</inkml:trace>
  <inkml:trace contextRef="#ctx0" brushRef="#br1" timeOffset="186415.77">14328 15348 298 0,'0'0'100'0,"0"0"-65"0,0 0 43 16,0 0-58-16,0 0-14 0,0 0 6 16,0 0 9-16,-17-15 64 0,15 12-18 15,-4-1-4 1,6 2-26-16,0 2-19 16,-2 0 7-16,2 0-15 0,-2 0 14 15,2-4-1 1,0 4 20-16,0 0-14 0,-2 0 27 15,2 0-33 1,0 0 17-16,0 0-22 16,0 0-9-16,-2 14-4 0,-1 8-4 15,3 8 18-15,-4 7-12 16,2-2 11 0,-2 7-7-16,-6 1 11 15,6 1-22-15,-3 2 5 0,-1-2-5 16,-4 6 1-16,3-2-7 15,1 2 12-15,-1 2-9 0,2 2 12 16,0-8-16-16,1 3 13 16,1-1-12-1,-1 2 5-15,6-1 1 0,-3-4-3 16,1 4 7 0,-1-4-15-16,1 4 22 15,2 1-15-15,0 6 11 0,0-2-12 16,0 0 5-16,0 0-9 15,0-2 2 1,-6-2 7-16,6-1-1 0,-5-3 2 16,1 2-1-16,2-4 12 15,0 2-19-15,0 2 16 16,2 7-16-16,0-2 7 16,0 0 0-16,0 1-2 15,0 0 4-15,0-2-3 0,0-2 5 0,0 4-7 31,0-2 11-31,0-2-11 16,-10-2 4-16,1 7-1 0,-1-5 0 16,-2 2 2-16,1 6-10 15,2-8 20-15,0-5-24 16,2-9 0 0,1-2 0-16,-1-10-36 0,5-10-38 0,-3-7-89 15,3-7-242 1</inkml:trace>
  <inkml:trace contextRef="#ctx0" brushRef="#br1" timeOffset="188193.45">10960 16749 367 0,'0'0'66'0,"0"0"-29"0,0 0 7 16,0 0 24-16,0 0 26 0,0 0-25 0,-23 0-33 31,23 0 40-31,0 0-6 0,0 0 20 0,0 0-50 31,0 0-19-31,0 0-14 0,2 0-6 0,16 0 20 16,7-3 2-1,1 0-5-15,5 3 6 0,0 0 1 32,6 0-18-32,0 0-6 0,3-3-1 0,5-1 10 15,4-5-10-15,2 4 8 0,10 1-18 31,1-1 20-31,2 1-16 16,5-1 14-16,-4 0-16 16,1 5 8-16,2 0-2 0,-1 0-4 15,4 5 6-15,2 4-3 16,10 1 6 0,-1 3-9-16,1-3 19 0,5 2-10 15,2-2 36-15,5-2-3 0,15-4-35 16,-4-4-1-1,8 0 0 1,3 0 4-16,-4 0-8 0,0-4 18 16,3 0-22-16,-6 4 9 15,-10 0-2-15,-6 0-1 16,-7 0-5-16,0 4 5 16,-10 10 2-16,-8 0-3 0,-2-2 8 15,-2-2-4 1,2-2 1-16,0-5-4 0,-1 2 3 15,-1-5-3-15,1 0 3 16,11 0-2 0,-6 0 1-16,3 0 0 0,-5 0-1 0,2 0 8 0,11 0-12 31,2 0 14-15,8 0-13-16,-1 0 8 0,-4 0-8 15,-4 0 3-15,-2 0 1 16,3-5-3-16,3-2 10 0,4-3-14 15,5-2 14-15,-3-3-6 0,-8 6 4 0,-4 1 7 32,-17 4-11-32,-1 4 12 15,-13 0-13 1,-3 0 0-16,5 0 12 16,-6 8-8-16,2-4 16 15,0-2-17-15,4 2 14 16,-2-4-8-16,4 0 13 0,0 0-4 0,2 0-18 31,-1 0 15-31,-8 0-10 16,0 0 3-16,6 0-2 0,-2 0-11 15,1 0 5-15,-2 0-6 16,-4 0-51-16,2 0 56 16,-1 0-13-16,-7 0-12 15,-9 0-51-15,-10 0 61 16,-11 0-10-16,-5 0-102 15,-5 3-134-15,0-3-327 16</inkml:trace>
  <inkml:trace contextRef="#ctx0" brushRef="#br1" timeOffset="190483.62">14480 13964 72 0,'0'0'109'0,"0"0"20"16,0 0 38-16,0 0-44 0,0 0-49 16,0 0-4-16,-7-7-16 15,7 7-13-15,-2 5-6 16,2 5 5-16,-2 8 1 16,0 0-21-16,-1 7 15 15,-4 3-32-15,3 0 24 16,-1 4-17-16,-1 6 0 15,2-6 4-15,-1 4 10 16,5-2 6-16,-2 2-20 0,2-1 27 16,-3 1-34-16,1 1 5 15,-3 4-8-15,1-3 19 16,2 2-17-16,0 0 1 16,2 2-3-16,0-2 0 15,0 4-1-15,0-1 3 16,0 1-6-16,0 8 10 15,-7-7-12-15,3 8 16 0,-6-12-17 16,8 7 14 0,0-6-12-16,2-7 5 0,0 1-4 15,0-2-16-15,0 2-56 16,0-5 10 0,0 1-23-16,-4-3 29 15,0 4 43-15,-7-1 17 0,5-1 3 16,2 5 22-1,-2-5-21-15,4 5-3 16,-5 1 11-16,7 1-3 0,0-1-13 0,0-1 10 16,0-1-6-1,0-3 4-15,4-2 23 0,1 6-17 16,3-3-10 0,-3 0 0-16,-2 3 9 15,1-4-14-15,-4 0 11 16,0 3-10-16,0-3 11 0,0 0-10 0,0-2 6 31,0 6-1-31,-4-7-2 0,-2 4 6 16,2-3-12-16,-2 2 17 15,6 0-18-15,-2-6 18 16,-1 7-17-16,-1-3 10 16,4 2-6-16,0-2 4 15,0 8 0-15,0 2 14 16,0 2-12-16,0 0 1 0,0 2-2 15,0-4 6 1,0 1-7-16,0-1 14 0,0-4-12 0,0 4-4 31,0-4 23-31,0 3-10 16,0-2-4-16,0-3-1 16,0 2-9-16,0-4 14 15,0-2-12-15,0-2 1 16,-2 3-4-16,-2-4 1 0,-6 8 1 15,10-3-1 1,-7 4 13-16,3 0-5 0,0 0-7 16,0-5 3-16,-2-4 6 15,6 3-6-15,0-4 7 16,0-2 2-16,0 7-11 0,0-4 2 0,0 3 0 31,-2-1-1-31,-2 5 3 16,-1-3 6-16,1 2-10 15,0 1 6-15,-3-2-7 0,2 0 0 0,1-6 0 32,-3 4 0-32,3-6-2 15,0 2-4-15,-1 1 12 0,3-1-6 16,-1-2 3-16,-1-2-6 16,2 0 5-16,-1 0-2 15,1 4 0-15,2-2 3 16,-2 2-11-16,2 3 17 0,0-3-20 15,0 7 22 1,0-1-18-16,0 0 7 0,0-1 0 0,0-7-3 31,0-2 6-31,0-5-9 16,0 6 13-16,0-2-14 16,2 6 17-16,0 1-18 0,1 3 19 15,-3-6-14-15,2 0 6 16,-2-4 0-1,0 1-3-15,2-4 6 0,-2 0-12 16,0-2 12-16,0-6-9 0,0 4 12 0,0-1-14 31,0-3 7-31,0 7-3 16,0-4 1-16,0 4 0 0,0-2-3 16,0 3 9-1,0-1-1-15,0 2 1 16,0-2 2-16,0-9-4 0,0 2-6 15,0-5 2 1,0-5-16-16,0 0-32 0,0 8-76 16,0-6-201-16</inkml:trace>
  <inkml:trace contextRef="#ctx0" brushRef="#br1" timeOffset="191993.57">17013 16754 200 0,'0'0'359'0,"0"0"-322"0,0 0-21 16,0 0-1-16,0 0-8 15,0 0-5-15,0 18 11 16,0-18 14-16,0 0 48 0,0 4 37 15,0 0 3 1,0 0-49-16,0 2-16 0,0-3-16 16,0 2-21-1,0-1-13-15,3-4-8 0,1 0-14 16,-2 0-26 0,0 0 42-16,-2 0 6 0,0 0 8 15,3 2 15-15,5 2 11 0,6 0-10 16,1 0 23-16,14 0-4 31,0-2-42-31,7 2 12 0,4 0-6 16,5-4-1-16,1 4-5 0,5-4 12 15,3 0-6-15,2 0 7 16,-7 0 6-16,-4 0-10 0,-1 0-5 31,-9 0 2-31,3 0 3 0,1 0-8 16,-2 0 4-16,5 0-4 15,5 0-2-15,0 0 1 16,2 0-1-16,1 0 15 16,0 0-11-1,0 0 0-15,-6 0 18 0,-4 0-22 16,2 0 4-16,-8 0 16 0,6 0-18 16,-5 0-2-16,2 0 0 15,2 0 5-15,-1 0-8 16,7 0 8-16,1 8-8 15,0-2 13 1,0 2-16-16,1-4 6 16,-5-2-1-16,2 2 0 0,3-4 2 0,0 0-5 31,2 0 8-31,-5 4-11 0,6-4 20 16,-1 0-23-1,-1 4 17-15,4-4-11 0,0 5 4 16,3-3 0-1,-2 4-1-15,5-1 1 0,0 3-12 16,-4-2 22-16,-3-2-20 16,2 4 20-16,-3-6-18 0,-2 2 13 15,0 1-5-15,-2-3 0 0,-1 3 1 32,-3-1-4-32,0 2 10 15,-1-2-13-15,-2 0 21 16,-5 0-15-16,-7-4 2 0,-5 0-4 0,-7 0 0 31,-5 0-4-31,-1 0-2 0,-5 0-31 0,-2 0-17 16,-2 0-63-16,0 0-130 15,0 0-354 1</inkml:trace>
  <inkml:trace contextRef="#ctx0" brushRef="#br1" timeOffset="192595.29">19969 16802 719 0,'0'0'235'0,"0"0"-160"0,0 0-48 15,0 0 33-15,0 0 37 0,0 0-73 16,58 0 4-16,-35 2-11 15,-3 2-4-15,2 0-8 0,3 0-5 16,-5 0 0 0,-7 2-2-16,-4 5 1 15,-6 0-2-15,-3 7 3 16,-3 3 7-16,-19 6 7 0,-7-1-4 16,2-2-10-1,-2 2 5-15,4-4-10 0,6 0 5 16,3-12-15-16,5-2-26 0,1-8-98 31,2 0-245-31</inkml:trace>
  <inkml:trace contextRef="#ctx0" brushRef="#br1" timeOffset="193757.42">14353 14171 398 0,'0'0'0'0,"0"0"-233"0</inkml:trace>
  <inkml:trace contextRef="#ctx0" brushRef="#br1" timeOffset="193875.4">14353 14171 209 0,'62'12'233'16,"-62"-12"-173"-1,2 0-40-15,0 0-20 0,5 0-63 16,0 0-192-16</inkml:trace>
  <inkml:trace contextRef="#ctx0" brushRef="#br1" timeOffset="194707.16">14484 14185 105 0,'0'0'524'0,"0"0"-478"16,0 0-36-16,0 0-10 16,0 0-23-16,0 0-66 15,-17 0-86-15,17 0 100 0,0 0 75 16,0 0 120-1,0 0-5-15,0 0-19 0,0-2 8 16,0-4-49-16,0 6 23 16,0-6-16-16,0 0-11 15,0-6-17-15,0 4-18 16,0-4 15-16,0-2-13 16,0 0 12-16,0-4-28 0,0-4 1 15,0 5 6-15,-3-3-15 16,-1 3 7-16,4 0-1 15,0 1 3 1,0 2 4-16,0-6 27 0,0-2-32 16,0-4 30-16,0-4-28 15,4 0 5-15,5-4-9 16,2 0 0-16,-2 7-2 16,0 0 2-16,-2 0 0 15,-3 2 9-15,8-1 6 16,-8-2-7-16,7-3 8 15,-5-3-15-15,-1-4 6 16,-2-6-7-16,3-1-5 0,-2 0-10 16,1 1 6-1,1 0 8-15,-1 9 1 16,-3 1-11-16,-2-2 23 0,0-1-18 16,0 0 11-16,7-1-10 15,-3-2 5 1,5 3-3-16,3-5 0 0,-1 4 1 15,2 1-8 1,1 2 18-16,-6 4-18 0,-1-4 14 16,-5 3-8-16,-2-2-17 0,0-2 1 15,0-2 11 1,0 2-13-16,0 3 15 0,0 2 14 0,4 1-11 31,4-5 14-31,-4 5 7 16,2-3-13-16,-1-4 19 15,1-1-14-15,-1-1 3 16,-2-3 3-16,-1 1-9 0,0-1-12 16,-2 6 12-16,0 4-4 15,0 7 6 1,0 7 3-16,0-4-7 0,0 5 11 16,4-6-15-16,1 3 7 15,-3 7-17-15,0 2 14 16,-2 7-20-16,0 4 2 15,0 0-40-15,0 0-125 16,0 0-341-16</inkml:trace>
  <inkml:trace contextRef="#ctx0" brushRef="#br1" timeOffset="195228.27">14591 12041 391 0,'0'0'207'0,"0"0"-92"0,0 0 16 0,0 0 9 0,0 0-65 16,0 0-16 0,51-56-3-16,-31 33-30 15,3 0-10-15,-4 0-10 16,-3 10-9-16,-3 3 13 16,-1 6-20-16,-8 4 8 0,1 0-7 15,-1 4 9 1,-2 25 22-16,0 7 1 0,4 3-8 15,-2 1 27-15,2-2-36 16,3-7 4-16,7-9-10 16,4-14-12-16,-2-8-112 15,-5 0-353-15</inkml:trace>
  <inkml:trace contextRef="#ctx0" brushRef="#br1" timeOffset="202767.63">14255 16793 177 0,'0'0'403'0,"0"0"-264"0,0 0 8 15,0 0-77 1,0 0-45-16,0 0-21 15,0 0-8-15,0-9 3 16,2 9-21-16,0 0-6 16,0 0-74-16,-2 0-67 15,2 0-11-15,-2 0 37 16,0 0 143-16,0 0 183 16,0 0-11-16,0 0 9 0,0 0-69 0,0 0-73 15,0 0-24 1,0 0-15-16,0 0 19 15,0 0-14-15,0 0 20 16,0 0 5-16,0 0 5 0,0 0-30 16,0 0 3-16,0 0-16 15,0 0 20-15,0 0-13 0,0 0 6 32,0 0-9-32,-2 0 11 15,0 0-3-15,2 0 0 0,0 0-2 16,0 0 13-16,0 0-12 15,0 0 15 1,0 0-17-16,0-12 23 0,9-6-16 16,5-5 14-16,1-4-22 15,1-8-8-15,-1 8-29 16,1 0-89-16,1 5-5 16,-9 12-145-16,-2 6-153 15</inkml:trace>
  <inkml:trace contextRef="#ctx0" brushRef="#br1" timeOffset="203285.45">14529 16321 599 0,'0'0'244'0,"0"0"-144"0,0 0-49 0,0 0 9 16,0 0-35-16,0 0-8 16,13-63-16-16,-7 53 1 15,-3 6 11-15,0-4-22 16,1 3 9-16,0 4-9 16,3-6-40-16,1 2-46 15,2-3-55-15,-4 2-121 0</inkml:trace>
  <inkml:trace contextRef="#ctx0" brushRef="#br1" timeOffset="203663.54">14720 16018 525 0,'0'0'247'0,"0"0"-79"16,0 0-52-16,0 0-53 15,0 0-1-15,0 0-52 16,52-78 2-16,-46 69-12 16,3 1-13-16,-2-2-34 0,0 10-42 15,-1-4-33-15,-6 0-126 16,0 1-98-16</inkml:trace>
  <inkml:trace contextRef="#ctx0" brushRef="#br1" timeOffset="204116.31">15092 15735 371 0,'0'0'437'0,"0"0"-251"16,0 0-85-16,0 0-30 15,0 0-69-15,0 0-2 16,42-31-20-16,-34 28-20 0,-2 3-18 0,-1 0-43 31,-1 0-22-31,0 0-93 0,-4 0-211 16</inkml:trace>
  <inkml:trace contextRef="#ctx0" brushRef="#br1" timeOffset="204463.59">15371 15597 26 0,'0'0'682'0,"0"0"-580"16,0 0 36 0,0 0-30-16,0 0-58 0,0 0-13 15,54-23-34 1,-44 23 14-16,4 0-11 15,1 0-12-15,6-3-34 16,-4 3-66-16,-1 0-108 16,-5 0-216-16</inkml:trace>
  <inkml:trace contextRef="#ctx0" brushRef="#br1" timeOffset="204783.54">15751 15618 444 0,'0'0'97'0,"0"0"18"16,0 0-40-1,0 0 54-15,0 0-17 16,0 0-28-16,83 59 23 16,-71-49-40-16,-1-2-37 0,-3-2-25 15,6 2-10 1,-3-5-4-16,-2 1-36 0,3 7-65 16,-6-3-46-1,3 0-134-15,-5 5-360 0</inkml:trace>
  <inkml:trace contextRef="#ctx0" brushRef="#br1" timeOffset="205067.75">16106 15949 3 0,'0'0'551'0,"0"0"-355"16,0 0-84-16,0 0-38 15,0 0-62-15,0 0-2 16,56 69 9-16,-52-57-4 0,1-5 29 16,-3 4-27-16,2-1-11 0,4 8-1 15,-6-2-10-15,0 2-61 16,0 1-136-16,-2-2-281 15</inkml:trace>
  <inkml:trace contextRef="#ctx0" brushRef="#br1" timeOffset="205304.78">16271 16352 429 0,'0'0'228'15,"0"0"-84"-15,0 0-49 16,0 0-92-16,0 0 99 0,0 0-77 16,47 110-3-1,-41-95-18-15,1-7-8 0,-3 2 2 16,2 1-31-16,2 4-65 15,-1-1-109-15,-1-1-147 16</inkml:trace>
  <inkml:trace contextRef="#ctx0" brushRef="#br1" timeOffset="205565.86">16489 16874 316 0,'0'0'346'0,"0"0"-162"15,0 0-42-15,0 0-79 16,0 0-35 0,0 0-25-16,47 80 14 0,-42-70 20 0,1 2-35 15,2-2-2 1,-2-2-51-16,-2 2 1 15,5-2-124-15,-3 3-197 16</inkml:trace>
  <inkml:trace contextRef="#ctx0" brushRef="#br1" timeOffset="205819.15">16699 17254 156 0,'0'0'479'0,"0"0"-281"16,0 0-7-16,0 0-126 15,0 0 89-15,0 0-109 16,47 75-25 0,-38-71-18-16,1 2 10 0,0 3-24 15,1-6 11-15,-3 1-4 16,2-3-29-16,3 4-20 0,-2-5-138 15,-2 4-278-15</inkml:trace>
  <inkml:trace contextRef="#ctx0" brushRef="#br1" timeOffset="206783.45">17153 17656 326 0,'0'0'204'0,"0"0"-204"0,0 0-32 0,0 0-8 0,0 0-33 15,0 0 53 1,-20 14 20 0,18-14 32-16,2 0 94 0,-2 0-2 15,2 0-25-15,0 0-40 0,0 0-29 0,0 0-24 31,0 0 53-31,4 4 55 0,8 3-37 16,1 2-12-16,1 1 13 16,-1 0-31-1,3 3-32-15,-3-5-8 16,5 5 2-16,-3-3-18 16,3 4-6-16,2-6 9 15,0 0-71-15,-3-2-97 0,1-6-243 16</inkml:trace>
  <inkml:trace contextRef="#ctx0" brushRef="#br1" timeOffset="207075.58">17619 17829 713 0,'0'0'145'0,"0"0"-62"0,0 0-17 15,0 0-37-15,0 0-5 0,0 0-18 32,45 23 8-17,-36-19-13-15,-1 1-1 0,3-2-21 0,1 3-63 16,3-2-52-16,-1 5-6 15,-3-4 7 1,-3 4-181-16</inkml:trace>
  <inkml:trace contextRef="#ctx0" brushRef="#br1" timeOffset="207343.25">17980 18035 727 0,'0'0'172'0,"0"0"-34"0,0 0-72 16,0 0 31-16,0 0-65 15,0 0-2 1,73 0-23-16,-59 0 4 15,-1-8-11-15,3-7-9 0,2 7-18 0,-2-9-73 16,1-2-111 0,-1 6-287-16</inkml:trace>
  <inkml:trace contextRef="#ctx0" brushRef="#br1" timeOffset="207567.42">18365 17740 841 0,'0'0'260'0,"0"0"-113"16,0 0-96-16,0 0-29 15,0 0-22-15,0 0-3 16,87-106-22-16,-64 84-3 15,4-3-34-15,-6 8-151 16,0-5-387-16</inkml:trace>
  <inkml:trace contextRef="#ctx0" brushRef="#br1" timeOffset="207767.75">18766 17413 704 0,'0'0'253'15,"0"0"-144"-15,0 0 20 16,0 0-64-16,0 0-30 0,0 0-32 0,74-78-3 16,-61 68-17-16,3-4 17 15,2-2-31-15,2-2-64 16,-3 0-89 0,6 0-217-16</inkml:trace>
  <inkml:trace contextRef="#ctx0" brushRef="#br1" timeOffset="207946.95">19169 17058 625 0,'0'0'258'0,"0"0"-152"15,0 0-50 1,0 0-35-16,0 0-21 15,0 0-9-15,99-116-40 16,-84 98-183-16,1 0-263 16</inkml:trace>
  <inkml:trace contextRef="#ctx0" brushRef="#br1" timeOffset="208173.45">19444 16692 509 0,'0'0'540'16,"0"0"-473"-16,0 0-2 15,0 0-65-15,0 0-23 0,0 0-66 0,20-91 12 32,-11 75-5-32,2 2-46 15,0-3-70-15</inkml:trace>
  <inkml:trace contextRef="#ctx0" brushRef="#br1" timeOffset="208316.06">19599 16401 561 0,'0'0'288'0,"0"0"-278"0,0 0 19 16,0 0 59-1,0 0-76-15,0 0-7 16,90-108-5-16,-74 99-57 0,-6 1-165 0,-3-1-436 31</inkml:trace>
  <inkml:trace contextRef="#ctx0" brushRef="#br1" timeOffset="208473.26">19852 16112 941 0,'0'0'88'15,"0"0"53"-15,0 0-58 16,0 0-80-16,0 0-3 0,0 0-97 0,94-100-70 16,-82 87-146-1,-1 4-296 1</inkml:trace>
  <inkml:trace contextRef="#ctx0" brushRef="#br1" timeOffset="208733.58">20108 15949 316 0,'0'0'514'16,"0"0"-385"-16,0 0-18 0,0 0-62 16,0 0-31-1,0 0-18-15,100-36-29 0,-84 36-7 16,6 0-34-16,-4 0 26 0,-5 0 11 31,1 0 2-31,-4 0-39 0,4 0 70 16,-1 0 9-16,3 0 26 15,2 0 20 1,2 0 15-16,-1-4-24 0,6-3-46 16,-2 1-61-16,-10 2-162 15,-2 4-262-15</inkml:trace>
  <inkml:trace contextRef="#ctx0" brushRef="#br1" timeOffset="209931.31">14199 17115 898 0,'0'0'107'0,"0"0"-52"0,0 0 34 0,0 0 4 16,0 0-75-16,0 0-10 15,-75 103 0-15,61-86-2 16,-1 2 17-16,-1-2 8 0,0 1-27 16,5-1 1-16,-2 2-10 0,-3-1-63 31,5 0-104-31,-5-4-203 15</inkml:trace>
  <inkml:trace contextRef="#ctx0" brushRef="#br1" timeOffset="210163.58">13796 17616 211 0,'0'0'341'32,"0"0"-202"-32,0 0-12 15,0 0-59-15,0 0-34 16,0 0-5-16,-89 80-25 0,76-72-4 0,-1-2-43 16,1 2 1-1,-1 0-24 1,5-8-209-16</inkml:trace>
  <inkml:trace contextRef="#ctx0" brushRef="#br1" timeOffset="210380.91">13544 17883 691 0,'0'0'197'0,"0"0"-123"16,0 0 20-16,0 0 11 0,0 0-70 15,0 0-6 1,-93 68-20-16,88-60-3 0,-4-2-5 16,0-3-1-1,-4 6-47-15,-5 1-97 0,-5-6 6 16,4 9-547-16</inkml:trace>
  <inkml:trace contextRef="#ctx0" brushRef="#br1" timeOffset="210563.61">13114 18119 888 0,'0'0'0'16,"0"0"11"-16,0 0 91 0,0 0-57 16,0 0-20-16,-125 3 11 15,107-27-36 1,3-3-38-16,-3 1-15 0,3-7-69 0,-8 8-231 0</inkml:trace>
  <inkml:trace contextRef="#ctx0" brushRef="#br1" timeOffset="210745.67">12715 17808 483 0,'0'0'470'16,"0"0"-393"-16,0 0-11 15,0 0-19 1,0 0-12-16,0 0-35 0,-89-116-23 16,71 84 19-1,0-4-88-15,5 4-6 0,4-2-217 16</inkml:trace>
  <inkml:trace contextRef="#ctx0" brushRef="#br1" timeOffset="210913.4">12470 17321 837 0,'0'0'216'16,"0"0"-169"-1,0 0 24-15,0 0-45 16,-49-130-23-16,40 95-3 16,3 3-31-16,-3-8-52 0,-3 0-71 15,-3 0-267 1</inkml:trace>
  <inkml:trace contextRef="#ctx0" brushRef="#br1" timeOffset="211079.62">12138 16722 202 0,'0'0'758'0,"0"0"-708"15,0 0-42-15,0 0-16 16,-65-117-7-16,52 83 1 15,-1-10-156-15,2 2-8 0,-2 2-250 0</inkml:trace>
  <inkml:trace contextRef="#ctx0" brushRef="#br1" timeOffset="211226.62">11915 16267 971 0,'0'0'75'15,"0"0"-35"-15,0 0-40 16,0 0-53-16,0 0-32 16,0 0 6-16,-24-99 35 0,24 73-270 15</inkml:trace>
  <inkml:trace contextRef="#ctx0" brushRef="#br1" timeOffset="211393.43">11797 15993 828 0,'0'0'4'0,"0"0"-4"0,0 0-13 31,0 0 1-31,0 0 3 16,0 0-22-16,-44-39-57 0,34 31-95 16,-3-2-232-1</inkml:trace>
  <inkml:trace contextRef="#ctx0" brushRef="#br1" timeOffset="211583.9">11597 15859 657 0,'0'0'168'0,"0"0"-135"16,0 0-31-16,0 0-2 16,0 0-29-16,0 0-56 15,-49-16-11-15,40 12 56 0,-3 4 2 16,-3 0 20-16,-1-4-31 15,1-2-133 1,-1-2-141-16</inkml:trace>
  <inkml:trace contextRef="#ctx0" brushRef="#br1" timeOffset="211693.69">11365 15781 488 0,'0'0'148'16,"0"0"-79"-1,0 0 24-15,0 0-66 16,0 0-27-16,0 0 0 0,-85-6-102 15,76-8-48-15,1 7-331 16</inkml:trace>
  <inkml:trace contextRef="#ctx0" brushRef="#br1" timeOffset="211853.63">11160 15677 688 0,'0'0'125'15,"0"0"-102"-15,0 0 7 0,0 0-30 16,0 0-20-16,0 0-119 16,-22 0-251-1</inkml:trace>
  <inkml:trace contextRef="#ctx0" brushRef="#br1" timeOffset="211957.09">11160 15677 739 0,'-107'18'60'0,"107"-18"-60"16,0 0-49-16,0 4-136 16,0 1-144-16</inkml:trace>
  <inkml:trace contextRef="#ctx0" brushRef="#br2" timeOffset="-211123.36">8834 15302 707 0,'0'0'22'0,"0"0"38"0,0 0 14 16,0 0-13-16,-7 108-11 16,7-85 26-16,7-2-44 15,-5 8 16-15,2-4 31 0,1 5-42 16,-5 3-18-16,2-7-9 16,-2 0 18-16,0 6-26 15,0-2 13-15,0 1-15 0,0 2 0 31,0-3-1-31,0 6 1 0,0-3-3 0,0-6 8 16,0-4-4-16,0-8 6 0,0 3-13 31,0-7 9-31,0-4-6 16,0 3 0-16,0-6 3 16,0 5-2-16,0-4-5 15,14 4 7-15,5-5 6 0,10-4 11 16,2 0-13-16,3 0 10 15,-1 0-11 1,-4 0-3-16,0 0 0 16,4 0 0-16,2 3 4 0,0-3-4 15,1 0 20-15,-3 0-19 16,5 0 19-16,-3 0-16 16,4 0 6-16,1 0-10 15,4 0 1-15,-1 0-1 16,5 0 2-16,-1 0-4 15,2 0 7-15,0 0-9 16,1 0 9-16,-6 0-8 16,-2 0 5-16,-1 0-4 15,-4 0-7-15,1 0-5 16,-3 0 10-16,4-3 2 0,-8-1-12 16,-3-1 18-16,1 1-9 15,-4 4 5 1,0 0 0-16,-3 0 0 0,-2 0-2 15,4 0 0 1,1 0 4-16,0 0-6 0,2 0 9 16,-8 0-9-16,2 0 12 0,-6 0-13 15,-1 0 7 1,-2 0-4-16,2-1 2 0,-1-12 0 16,1 4-1-16,-3-3 9 15,0 1-9-15,-2 3 10 0,2-6-17 31,0 1 16-31,1-6-14 16,-4-2 6-16,-1-2 0 0,-1-4 0 16,0-4-2-16,-4-1-3 15,-2 1 10 1,0-2-13-16,0 1 17 16,0-9-13-16,0 6 5 0,0-7-2 15,0-3 0 1,0 2-2-16,0 2 3 0,0 1-3 0,-5-4-4 15,-6 12 13 1,-2-4-15-16,1 6 10 16,-1-1-5-16,-1 7 4 0,1-2 0 15,0 0-1 1,4-2 5-16,-2 3-10 0,0-2 12 16,-1 0-12-1,2-5 14-15,1 5-17 0,1-3 9 16,0 3-15-1,-3 7 9-15,1 4 5 0,0 11 1 0,-3-5-1 16,-3 2-8 0,1 3 18-16,-4-4-15 0,-1 9 13 15,-6-3-9 1,-5 2 2-16,-8 1 0 16,-3 0-2-16,-7 5 6 15,-6 16-8-15,-1-3 9 16,0-2-5-16,2-6 6 0,-4-4-4 15,0-6-2-15,3 0 31 16,-5 1-31-16,0 12 0 16,-2 13-2-16,-8 2 7 15,-3 6-14-15,4-2 17 16,2-6-14-16,7-7 12 0,11-2-10 16,11-4 4-1,13-7 0-15,12-3-3 0,8-3 7 16,5 0-8-1,0 3-25-15,0 0-24 16,0-1 7-16,12 4-37 0,-4-2 9 16,-3-4 25-1,4 0-17-15,-4 0-90 0,-1 0-209 0</inkml:trace>
  <inkml:trace contextRef="#ctx0" brushRef="#br2" timeOffset="-205919.1">13852 16441 425 0,'0'0'24'0,"0"0"-11"0,0 0 1 0,0 0 22 16,0 0 11-1,0 0 15-15,0 0 9 16,0 18-8-16,0-18 25 15,0 0 16-15,0 0-33 16,0 0-20-16,0 0 4 0,0 0-13 16,0 0 4-16,0 0-9 15,0 0-2 1,0 0-17-16,0 0 10 0,0-4-25 16,-3-4 3-16,1 2-6 15,0 2 0-15,2-4 0 16,-3 2 8-16,3-2-13 0,0-2 11 15,0-7-6 1,0 3 11-16,0-4-18 0,0-4 10 16,0 9-3-1,0-6 0-15,0 1-4 0,0 5 1 16,0 9 6 0,0-5-6-16,0 1 9 0,0 2-9 15,0-4 8 1,5 2-9-16,-3-6 5 0,1 2-1 0,-1-2 0 0,-2 5 3 31,6-4-11-31,-4 3 18 0,1-2-16 16,-1-1 14-1,-2-2-13-15,2 3 10 16,-2 2-6-16,0-3 1 16,0 0 0-16,0 3-4 0,0-3 8 15,0 0-14 1,0 1 17-16,0-2-13 0,0 3 9 15,0 4-6-15,0-2 2 16,2 0 1-16,-2 0-1 16,2-1-3-1,-2-3-2-15,3 0 10 0,0-5-12 0,-3 5 14 32,4-4-12-32,-2 1-1 0,-2 5 6 15,0-8-2-15,0 5 3 0,0-2-3 16,0 2 11-16,0 0-15 15,0-1 17 1,0 4-15-16,0-3 10 16,0 1-9-16,0 4 4 0,0-5 0 15,0 2 0 1,2 2 2-16,0-1-9 0,-2 4 15 16,2-7-11-1,-2 6 11-15,0-7-12 0,0 3 7 16,0 3-4-1,3-5 1-15,-3 5-1 0,0-4-2 16,4 0 4-16,-4 3-6 16,0-1 10-16,0 0-8 15,0 2 3-15,0 0-1 16,0-5-9-16,0 7 6 16,0-4 4-16,0-1-2 15,0 2 0-15,0-1-1 16,0 1-6-16,0-9 18 15,0 11-14-15,0-2 7 0,0 3-2 0,0 7 0 16,0-5-6-16,0-1 6 31,0 0-17-31,0-4 16 16,0 1-2-16,2 3-2 0,-2-1 10 0,0 3-4 16,0 2 0-1,0-6-1-15,0 8-13 16,0-4-63-16,0 0 7 0,0 2-24 0,0 2-115 31,-2 0-54-31,-7 0-293 0</inkml:trace>
  <inkml:trace contextRef="#ctx0" brushRef="#br2" timeOffset="-205243.3">13789 15334 294 0,'0'0'137'0,"0"0"-32"0,0 0-50 0,0 0-26 16,0 0 81-1,0 0 18-15,0 0-8 16,0 0-59-16,0 0-4 15,0 0 9-15,5 0-1 0,5 0-29 16,6-10-17-16,4-10 25 16,2 0-41-16,-1-2 5 0,-4 8-4 15,-3 2-6-15,-3 2 2 0,-3 2-8 32,0-1 6-32,-2 5-22 15,-1 3 19-15,-3-4-17 0,-2 5 20 16,0 0-16-16,0 0 14 0,0 13-1 31,0 9 5-31,0 2 0 16,0 2 0-16,0-8 0 0,0 4 3 15,0-9-5-15,2 0 2 0,-2-1-9 16,0-4-71 0,0-4-51-16,0-4-198 15</inkml:trace>
  <inkml:trace contextRef="#ctx0" brushRef="#br2" timeOffset="-204219.92">13361 15716 525 0,'0'0'103'0,"0"0"-67"16,0 0-31-16,0 0-5 15,0 0 1-15,0 0 62 0,0-12 83 0,0 12 15 16,0 0-81 0,0 0-35-16,-11 0-25 0,4 0-10 15,-4 0 0 1,1 0-6-16,-4 0 15 15,-1 5-16-15,-4 4 1 16,-1 8 6-16,5 2-9 0,-3 2 8 16,2-3-9-16,7 0 0 15,2-4 1-15,7 9-6 0,0-10 11 16,0 1-5 0,0 3 6-16,0-7-9 15,14 1 4-15,6 7 10 16,2-3-9-16,3-7 11 15,4 1 1 1,-2-4-12-16,-3-5-6 0,0 0 7 16,3 0-2-16,-6 0-2 15,-2-10 0-15,-5 1-35 16,1 2 1-16,-3-4-28 16,-4-2-62-16,-3-3-169 0,-5 1-441 15</inkml:trace>
  <inkml:trace contextRef="#ctx0" brushRef="#br2" timeOffset="-188663.44">14438 15272 240 0,'0'0'0'0</inkml:trace>
  <inkml:trace contextRef="#ctx0" brushRef="#br2" timeOffset="-188213.4">14438 15272 552 0,'-29'-29'13'16,"26"29"-12"-16,1 0-1 15,0 0 4-15,2-3-4 16,-2 3-1-16,-1 0 1 16,-2 0 4-16,5 0 45 15,0 0 40-15,0 0-34 16,0 0 7-16,0 0-12 16,0 0-9-16,0 0-4 15,-2-4-18-15,2 4-10 0,0 0-4 16,0 0-10-1,0 0-7-15,0 0-2 16,0 0 14-16,0 0 1 0,2 7 11 16,8-4-5-16,-3-3-10 15,-1 0 3-15,-4 0-10 0,2 0-11 16,-4 0 12 0,0-3-11-16,0-6-5 15,0 1-47-15,0 0 7 16,-2 2 54-16,-11 6 11 0,-1 0 40 15,4 0-20 1,3 0 26-16,1 6-41 16,6-2-5-16,0-4-5 15,0 4-3-15,0-4-14 0,0 0-14 16,0 0 34 0,0 0 2-16,0 0-7 0,0 0 2 15,0 0-9-15,0 0-153 16</inkml:trace>
  <inkml:trace contextRef="#ctx0" brushRef="#br2" timeOffset="-183351.92">15558 14233 122 0,'0'0'5'0,"0"0"1"0,0 0 21 16,0 0 6-16,0 0 0 16,0 0 19-16,0-2 38 15,0 2 79-15,0 0-78 0,2 0-26 0,0-4-13 16,-2 4-32 0,2 0 10-16,-2 0-17 15,0 0 36-15,0 0 4 16,0 0-7-16,0 0 17 0,0 0-18 0,0 0 7 31,0 0-28-31,0 0 3 0,0 0-24 16,0 0 7-16,0 0-10 15,0 0-2 1,3 0-11-16,2 0-2 16,-1 0 12-16,0 0 6 0,1-2-6 15,-3-2 10-15,4-1 0 0,-3-2-6 0,-1 1-2 31,-2 4-5-15,0 0-7-16,0 2 9 0,0 0-16 0,0 0-6 16,0 0-26-16,0 0 50 0,0 9 4 31,0-3-3-31,0-4 2 16,0-2 1-16,0 0-2 15,0 0 3-15,0 0-8 0,0 0 16 16,0 0-4-16,3 0-6 15,3-7-1-15,-1 1-11 16,-5 4-86-16,0 2-33 16,0 0 39-16,0 0 18 15,-2 8 42 1,-7 4 27-16,6-6 8 0,3 0-9 0,0-6-206 16</inkml:trace>
  <inkml:trace contextRef="#ctx0" brushRef="#br2" timeOffset="-178912.29">17679 16623 168 0,'0'0'136'0,"0"0"-109"0,0 0 31 16,0 0 9-1,0 0-16-15,0 0-11 0,0 0-10 16,0 0 21 0,0 0 46-16,0 0-3 0,0 0-23 15,0 0-52-15,0 0-10 0,0 0-7 16,0 0-4 0,0 0 4-16,0 0 17 15,0 0 43-15,0 0-15 16,0 0-2-16,0 0-19 15,0 0 15-15,0 0-38 0,0 0 9 16,0 0-7-16,0 0-5 16,0 0 7-16,0 0 6 0,0 0-11 31,0 0 0-31,0 0-4 16,0 0-5-16,2 0 4 0,0 0 5 15,-2 0-6-15,0 0 4 16,5 0-5-16,-5 0 3 15,0 0-3-15,0 0 5 16,0 0 0-16,0 0 13 16,0 0-10-16,0 0-6 15,0 0-2-15,0 0 4 16,0 6-11-16,0 7 6 0,0-9 3 16,0 1 3-16,0-5-10 15,0 0 7 1,7 0 2-16,2 0 0 0,0-9 1 15,1-8 6-15,-2-3-6 16,-4 4-2-16,-2 6-16 0,-2 2-3 16,0 4-14-16,0 4 25 15,-2 0-5 1,-10 0 13-16,4 12 4 0,3-4 8 16,3-2 5-1,2-1-14-15,0-5-1 16,0 0-10-16,0 0 6 0,0 0 4 0,0 0-4 0,0 0-65 31,0 0-98-15,0 0-155-16</inkml:trace>
  <inkml:trace contextRef="#ctx0" brushRef="#br2" timeOffset="-175787.35">20291 14024 238 0,'0'0'250'0,"0"0"-175"0,0 0-36 16,0 0-8-16,0 0 14 0,0 0-18 0,0 0 21 31,-5 6-16-31,5-6 45 16,0 0 11-16,0 0-12 16,0 0-21-16,0 0-28 15,0 0 16-15,0 0-19 16,0 0 26-16,0 0-29 0,0 0 20 15,0 0-32-15,-2 0-1 16,2 3-8-16,0-3 3 16,0 1-8-16,0 2 7 15,0 3-13-15,0-5 10 16,0 2-4-16,0-3 10 16,2 0-3-16,7 0 1 15,-3 0 11-15,3 0-14 0,-1-3-3 0,-4-2-7 31,-4-1-35-31,0 3 25 0,0 3 12 16,0 0 8-16,-2 0 17 0,-5 0 5 31,-2 0 2-31,6 4-12 0,3-4-12 16,0 0 2-16,0 0-10 16,0 0-10-16,0 0 18 15,7 0 0-15,0-1-5 16,-4-2 5-16,-3 3-15 15,0 0-62-15,0 0-198 16,0 0-298-16</inkml:trace>
  <inkml:trace contextRef="#ctx0" brushRef="#br2" timeOffset="-172459.43">13016 16231 22 0,'0'0'183'0,"0"0"-91"0,0 0-11 0,0 0 12 0,0 0-17 31,0 0-43-31,0 0-27 0,0 9-5 15,0-9 8-15,0 0-3 16,0 0 42-16,0 0 25 0,0 0 37 16,0 0-23-1,0 0-43-15,0 0-44 0,0 0-5 16,0 0 4-16,0 0 1 16,0 0 24-1,0 0 26-15,0 0 18 16,0 0-6-16,0 0 4 0,0 0-48 15,0 4 0-15,0-4-18 16,0 0-1-16,0 0 0 16,0 0 1-16,0 0-2 15,0 0 5-15,0 0-15 16,0 0 22-16,0 0-20 16,0 0 20-16,0 0-12 0,0 0 5 15,0 0 4 1,0 0-7-16,0 0 3 0,0 0 4 0,0 0-3 31,0 0-1-31,0 0-2 16,0 0 19-16,0 0-19 15,0 0 1-15,0 0 3 16,0 0-1-16,0 0-4 16,0 0-16-16,0 0-10 0,0 0-153 15,0 0-319-15</inkml:trace>
  <inkml:trace contextRef="#ctx0" brushRef="#br2" timeOffset="-169283.31">11737 14209 516 0,'0'0'123'0,"0"0"-24"0,0 0-24 0,0 0-30 15,0 0-14-15,0 0 7 16,0 2-20-16,0 1 41 16,0-3-24-1,0 0 3-15,0 0-24 0,0 0-12 16,0 0 5-16,0 0 1 16,0 0-16-16,0 0 19 15,0 0-22-15,0 0 22 16,0 0-22-16,0 0 12 15,0 0-1-15,0 0 0 16,0 0 3-16,0 0-10 0,0 0 14 16,0 0-13-1,0 0 12-15,0 0-9 16,0 0 5-16,0 0-4 16,0 0 2-16,0 0-2 0,0 0-1 15,0 0 0-15,0 0-9 16,0 0 2-1,0 0-4-15,0 0 0 16,0 0-15-16,0 2-135 16,0-2-104-16,0 9-204 0</inkml:trace>
  <inkml:trace contextRef="#ctx0" brushRef="#br2" timeOffset="-162318.3">11479 13749 195 0,'0'0'77'16,"0"0"-17"-16,0 0 43 0,0 0-53 15,0 0 21 1,0 0-14-16,0 0 4 0,0 0-41 15,0 0 1-15,0 0-21 16,0 0 13-16,0 0-12 16,0-2 38-16,0 2 27 15,0-1-25-15,0 1 13 0,0-5-1 16,0 5-21 0,0 0-28-16,0 0 3 0,2-1 4 15,0 0-18 1,5-4 14-16,-3 3-13 15,-2-3 6-15,0 5 0 0,-2 0 3 16,0-1 0 0,6 1 18-16,-6 0-15 15,2 0 13-15,2 0-18 16,2 0 16-16,5 0-9 0,1 0 1 16,-1 0 23-16,0 0-30 15,0 1 16 1,0 4-18-16,-2 2 28 0,3-5-25 15,-6 3 9-15,3 2-12 0,-3-2 15 0,2 5-15 32,2-2 1-32,1-1-5 0,3 0 12 15,-1 0-6-15,1 2 2 16,1-3 0 0,3 2 4-16,-3 2-1 15,4 1-2-15,-4 2 4 0,1-3-9 16,-1-2 1-16,-6 3-3 15,2-3 9 1,-2 5-13-16,-5-7 16 16,10 2-13-16,-5 1 4 0,3-2-1 15,-2 0 0-15,-1 2 0 16,3-1-3-16,-2 2 7 16,-1-1-9-16,1-2 10 0,-4-1-10 31,3 1 14-31,-5-2-16 0,3 1 8 0,-2 2-1 15,-1-2 0-15,1 0 1 16,1 5-7 0,-2-3 13-16,5 2-10 15,-2-2 13-15,0 1-13 16,1 0 9-16,-1 1-8 16,3-1 2-16,-4 0 0 0,0 1-2 15,-1-3 7 1,4 6-8-16,-2-3 9 0,2 3-8 15,-3-5 13 1,1 5-16-16,0 1 5 0,2-2 0 0,-1 2-1 0,0 0 2 31,0-1-5-31,-1-4 10 16,-3 1-10-16,0 0 15 0,-1 0-20 16,4 1 18-1,-5-2-16-15,2 3 7 0,-4-3 0 16,0 5 0-1,3-5 7-15,1 5-15 16,-2-4 17-16,0-2-17 16,3 1 19-16,-3 3-17 0,3-1 11 15,-3 6-8-15,0 0 3 0,-2 2 0 16,5-2-8 0,-3 0 11-16,-2-1-15 15,2 1 24-15,-2-4-20 16,4-1 14-16,1 3-9 15,-3-8 3-15,0 3-1 0,1 0-3 16,-3 0 8 0,4 3-9-16,-2-3 12 15,-2 5-10-15,3-1 8 16,-3 1-10-16,0-2 6 0,0-1-1 16,0 1 0-1,2-4 0-15,-2 1-3 0,0 2 12 16,2-2-17-1,-2 2 21-15,2 3-21 0,-2-7 8 0,0 2 0 0,4-1-2 16,-1 5 2 0,-1-3-4-1,5 3-1-15,-5-1-1 16,1-2 12-16,-3 5-12 16,2 0 13-16,-2 0-16 15,2 2 9-15,-2-8 0 16,6 3 0-16,-4 0-2 15,3-1 1-15,-3 3 2 16,2-8-2-16,2 5 7 16,-6-2-12-16,6 5 10 15,-4-1-8-15,0 3 3 0,0-4 1 16,-2 0 0 0,3 1 0-16,-3-4-3 0,4 4 7 15,-2 2-6-15,0-3 7 16,0-2-6-16,2 6 1 15,-2-3-1-15,2-6 1 16,0 6-1-16,1-2-1 16,-3-2 4-16,0 4-10 15,2 0 23-15,-2 2-27 0,-2-2 19 16,6 3-10 0,-4 2 3-16,0-1 0 0,-2-2-3 15,2-2 9-15,0 5-12 16,1-9 12-16,1 1-10 0,0-1 12 0,6 0-15 31,-4 3 7-31,1-6 0 16,-1 7 0-16,1 0-3 15,-2 1-1-15,-1 1 8 16,1 2-11-16,-3-8 17 16,2 2-15-16,0 2 10 15,1-5-10-15,-1 3 3 16,3-3 2-16,-2 1-1 15,3-2 4-15,-3 2-8 0,1-3 9 0,2 4-8 16,-6-3 8 0,4 6-8-16,-1-4 4 0,-1 1 0 15,-2 0 0 1,2 1 1-16,4-2-5 16,-4 0 10-16,3 2-9 0,-3-2 15 0,2 2-19 31,6-1 11-31,-3 0-8 15,-1-1 3-15,2-2-2 16,-4-2 3-16,1 3-3 16,-1-2-2-16,-1 3 10 0,-2-6-12 0,-1 4 17 31,2 2-13-31,1-1 6 16,3 0 0-16,-1-1-3 0,2 2 3 15,2-2-5-15,-2 3 12 16,5 1-12-16,-4-7 11 15,-3 4-17 1,0 0 13-16,2 0-5 0,-2-2 0 16,-1-1-1-16,-2 3-1 15,4 1 4-15,-2-2-6 16,1 0 11-16,1-2-8 0,2 2 6 16,1 0-4-16,-1 2 0 15,2-2-1-15,-3 2 0 16,2-2 0-1,-2 6-4-15,-2-4 11 16,1-2-13-16,1-1 18 16,1 4-14-16,-2-7 5 0,1 6 2 0,-2-2-4 15,4-4-1 1,-2 5 4-16,-1-5 0 16,4 1-3-16,-5 1 6 15,1-2-7-15,2-4 1 16,1 8 4-16,-3-4-5 15,4-2 2-15,-3 6-2 16,4-3 0-16,1-2-8 16,-4 1 16-16,2-3-12 15,-5 4 14-15,5-1-20 16,-3-4 14-16,3 0-7 0,-6 0 3 0,8 0 0 31,-3 0 0-31,-2 0 1 16,5 0-5-16,-1 0 8 0,-3 0-3 0,2 0 6 15,-5 0-14 1,3 0 7-16,0 0 0 16,-4 0 2-16,5 0-1 15,3 0-1-15,-3 0 1 16,5 0-2-16,-1 0 7 16,-4-4-12-16,9-2 15 15,-4 2-15-15,-1 1 6 16,-2 3 0-16,-5 0-3 15,1 0 6-15,1-5-6 16,2 1 8-16,-3-2-10 0,7 2 16 16,-8-4-17-1,5 2 12-15,-1 2-7 16,-1-3 1-16,0 2 0 0,0 4-5 16,-4-4 12-16,2 1-12 0,-3 0 12 15,6-2-14 1,-1-2 14-16,-1-1-10 0,2 3 3 0,1-1 0 31,-5-1-7-31,0 2 15 16,-1 2-15-16,-3 4 15 15,2-4-16-15,2-2 16 16,-2 2-11-16,3-4 5 16,2-2-2-16,1-2 0 0,0 2 0 15,-2 1-9 1,1 2 20-16,0 1-18 0,-2 2 14 15,0 0-11-15,-1 0 8 16,1-1-6-16,1 0 2 0,1 1-5 0,1-7 3 31,0 8 4-31,-1-10-4 0,1 8 1 16,1-4-5 0,-3 0 10-16,4 4-11 15,-3-4 7-15,1 5-1 16,-1-1-1-16,0-3 4 15,0-2-12-15,0-1 20 16,-2 1-20-16,3-3 22 16,-6 7-22-16,3-6 16 0,-1 6-8 0,0 3 2 15,-2-10-4 1,3 11 3-16,-3-6 2 16,2 4-6-16,-2-6 11 15,1 6-11-15,-1-8 14 16,6 6-14-16,-1-4 6 0,-3 2-2 15,2-1-1-15,-1-1 2 16,-1-1-1-16,-1 1 2 16,4 2-5-1,-2-3 17-15,0 4-19 16,0-3 12-16,0-2-5 16,0 2-1-16,1-5 2 0,2 0-2 15,-1 1 7 1,1-1-17-16,-4 2 20 0,1 1-20 15,-3 2 19 1,2 1-15-16,-4-3 11 0,3 7-6 0,-1-9 1 16,3 0-1-16,0 1-3 15,2-5 8 1,0 0-7-16,1 0 9 16,1-3-12-16,-2 7 6 15,0-3-3-15,-7 3 3 16,5 4 0-16,-1-2-2 0,-4-2 6 15,4 2-13 1,-1 1 18-16,-3-2-14 16,6-1 13-16,-4 2-15 0,3 0 11 15,-3 2-5-15,4-4 1 0,-1 0 0 32,1 2-3-32,2-2 6 15,-3-4-7-15,4 0 12 0,-1 1-16 16,-2 0 15-16,-1 1-11 15,1 3 4-15,-4 1 0 0,-2-2-1 16,3 4 4 0,0-4-3-16,0 6 8 0,1-10-16 15,3 4 20 1,1-4-24-16,-1 0 12 0,1 6-1 16,-2-7 0-1,-1 7 1-15,3-3 0 0,-4-2 6 0,-1 6-12 31,1-5 16-31,2 0-20 0,-4 2 14 0,5 0-5 16,1-7 1-16,-1 7-3 16,2 5 2-1,-1-8-4-15,-4 7-3 16,3-4 16-16,-1 5-9 16,0-8 7-16,3-1-12 15,3-2 4-15,-1 4 1 16,2-2-6-16,-1 2 1 15,-1 0 3-15,3 0 6 16,-1 0-10-16,-3 1 18 16,6-4-16-16,-4 1 12 15,1 5-7-15,1-2 0 0,-3-1-1 16,1 5-2 0,-3-2 6-16,3 1-10 0,2-5 15 0,2 2-14 15,-4-6 18-15,8 4-24 31,-4-3 11-31,-2 2-10 0,0 1-11 16,-7 2 20-16,0 6 2 16,-4 1 0-16,-1 1-7 15,-2-2 17-15,6-1-16 16,-1 0 13-16,2-5-13 16,5 0 6-16,-3-1 0 0,0 4-1 15,-4 2 1 1,0 2-10-16,2 4 20 0,-2-4-17 0,4-2 20 31,3-2-21-31,-1-4 11 0,6-2-6 0,-1 2 3 16,-5-2 0-16,1 6-5 15,-7 3 12 1,-1 3-10-16,0 3 12 0,1-3 7 31,-3 2-5-31,8-9 3 0,-3 8-12 0,9-5 2 16,-3 1-4-1,2 1 7-15,-2 0-15 0,-1 2 18 16,-1 2-20 0,-1 0 20-16,-3 4-17 15,3 0 16-15,-1-1-9 16,2-2 0-16,3-3 1 0,0 2 1 0,-1-2 7 16,-3 0-18-16,-3 2 3 15,-2 2-36 1,-9 2-112-16,0 0-192 15</inkml:trace>
  <inkml:trace contextRef="#ctx0" brushRef="#br2" timeOffset="-160117.97">15930 13934 316 0,'0'0'88'0,"0"0"30"0,0 0-62 16,0 0-8-16,0 0 22 0,0 0-28 15,41 0 42 1,-26 0 38-16,1 6-34 0,-1-2-35 16,3 2-8-16,2 2 5 15,-2 0-33-15,2-2 6 16,-2 5-23-16,2-4 23 16,-1 5-21-16,4-6 32 0,-5 2-14 15,-1-2 8 1,2 2-15-16,-6 5-5 0,3-8-5 15,-3 9 6-15,1-2-10 16,-2 3 9 0,5-3-13-16,-5 1 12 15,5 1-11-15,-2 1 4 16,-1 1-1-16,-8 2-1 0,3-4 4 0,-5 4-8 31,5-2 19-31,-2 0-24 16,6 1 22-16,-4 4-16 0,2-3 10 15,0 0-8-15,-2 4 3 16,0 0-1-16,0 5-5 16,-2-4 12-16,1 4-11 0,2-5 12 15,-4 0-10-15,3-3 9 16,1 2-5-16,2-1-1 16,-3 0 0-16,3-6-3 15,-6 3 11-15,3 2-12 16,5-7 12-16,-3 5-12 15,2-2 16-15,1 3-15 16,-4 0 6 0,-1-6-6-16,-2 4 3 0,0 0 0 15,-3 2-5-15,0 1 12 16,-1 0-9-16,3-2 10 16,2 5-11-16,-2-4 9 15,3-4-1-15,2 2-1 16,0 2 6-16,2 2-10 15,-1 2 5-15,1 0-10 0,3 0 15 16,-5 1-11-16,5-2 6 16,-5 1 0-16,4 0 5 15,-1 0-8-15,-1 0-2 0,0 2 0 0,-2 2-8 32,3-3 17-32,-3-4-10 15,0 2 2-15,-2-4 15 16,2 2-13-16,-4-5 7 15,1-3-10-15,-2 6 0 16,-2-1-1-16,4 5 3 16,-3-2-7-16,3 0 10 15,-2 2-8-15,0 2 11 0,-1-5 2 16,-1 5-10-16,0-3 13 16,0 0-12-1,2-3 5-15,0-4-6 0,-1 1 5 0,1 0-5 31,0 3 7-31,4 1-7 0,1-4 8 16,0 4-6-16,0 0-2 16,0 3 0-16,0-2 0 15,-1 6 3-15,-6-6-12 16,0 4 18-16,1-6-13 16,-3 5 13-16,2-4-14 0,3-4 12 0,-2 0-8 31,1 2 1-31,1-2-1 15,-1-4-3-15,4 7 6 16,1-4-8-16,-3 1 12 16,6 0-7-16,-3 3 9 15,-2 1-11-15,2 0 3 16,-6 4 0-16,1-4 0 16,-4 4 2-16,0-4 4 15,3-1-2-15,-3-2-2 0,3-1 8 16,2 1-5-16,-5 0-4 15,2-1 9-15,-2 0-9 16,-2-2-1-16,2 6 0 0,1-4 3 16,1-1-1-1,1 0-1-15,4 1 10 0,-1-1-6 0,3-4-6 16,5 4 2 0,-3 0-1-1,-1-2 0-15,3-4 1 0,-1 7-6 0,-3-5 13 31,3 0-8-31,-6 0 4 16,5 0-8-16,-3 0 0 0,1-4 1 0,0 12 1 16,2-7 2-1,3 4-1-15,-3 2 4 16,3-2-11-16,-2 0 12 16,-2-6-12-16,-3 6 10 15,5-5-5-15,-3 4-2 16,3-3 3-16,-1 6 2 15,2 2 0-15,-1-4-6 16,-4-4 11-16,0-2-14 0,-1 0-14 16,-3-8-13-16,-2 0-45 15,3 0-1-15,-7 0-145 0,0 0-668 16</inkml:trace>
  <inkml:trace contextRef="#ctx0" brushRef="#br2" timeOffset="-157543.46">17567 16504 360 0,'0'0'75'0,"0"0"35"0,0 0-46 16,0 0-17-16,0 0-20 0,0 0 6 0,0 0 2 16,37 0 54-1,-33 0-10-15,0 0 18 16,-1 0-30-1,1 2 17-15,0 4-16 0,3-1-34 16,-2 3-20-16,4-4-13 16,-1 6-1-16,4-1 10 15,-3-1-17-15,1 7 14 16,4-7-7-16,-1 0 8 16,0 3-3-16,3-4 0 15,-3-1-1-15,8-2-4 16,-3 0 6-16,-1-4-12 15,6 0 12-15,-1 0-6 16,-2 0 8-16,4 0-13 0,-5 4 7 16,0-4-2-16,-1 0 0 15,1 0 3-15,0 0-7 16,-1 0 10-16,2 0-9 0,0 0 10 16,-2-4-14-1,2-4 14-15,-4-2-10 16,3 7 3-16,-3-6 0 0,-1 5-1 0,4 2 5 31,-3-6-1-31,-1 4-3 16,5-6 18-16,-3 3-14 15,2-4 14-15,1-3-15 16,2-3 4-16,2 4-7 16,1-5 1-16,-2 4-6 0,-2-2 13 0,2 6-13 15,-3-2 12 1,-3 1-12-16,-3 2 12 15,1-3-9-15,4 2 2 16,-6-3 0-16,5 4 0 16,-3-8 8-16,1 3-11 15,3 1 8-15,0-6-10 16,-1 5 11-16,1 2-13 16,2-6 1-16,-4 0-4 15,3 1 1-15,-4 2 7 0,-3-7-1 16,-2 13 6-16,-1-4-1 15,-4 3 2 1,1 2 12-16,-1-7-16 0,4-2 6 16,3-1-6-16,1-4 0 15,3 0-2-15,5-4-8 0,1-2 1 16,-1 3-4 0,-2 6 4-16,-3 1 9 15,1 5-7-15,-7 3 16 0,1 2-8 16,-6-1 16-1,3 0-13-15,1-3-3 0,1-4 11 0,1-4-24 16,5-4-1-16,3 2 8 31,-3 0-23-31,6 0 6 16,-6 0 5-16,-1 4 15 0,-5 0-1 0,3 0 6 16,-6 0-5-16,1-8 4 15,5 2 2-15,-3-2 6 16,0-1-20-16,0 4 1 15,-2 2-21 1,0 7 11-16,-2 0 11 16,-3 2 8-16,-2 2 3 15,7-4 32-15,0-1-17 16,3-4-13-16,0-4-1 16,7-2-4-16,0 0 0 15,1-4-20-15,1 1 0 0,-6 0-14 16,-3 2 19-1,-4 4 2-15,-3 4 13 0,1-5 4 16,-2-3 28-16,6 2-15 16,-1-2-8-16,4-3-9 15,1 2 4-15,-1 0-10 16,5-2 16-16,2-1-20 16,-3 1-8-16,2 6 3 15,-4 1-4-15,1 6 12 16,-1-1 7-16,-1 3-25 15,1-3 9-15,-1 0 13 16,3 1-3-16,-1-6 11 0,1 3-10 0,2-2 10 0,-4-1-6 0,1 4 3 47,-3 0 1-47,-1 3-3 0,-2 5 0 0,1-3-8 16,-1 1 16-1,1-3-16-15,-1 5 8 16,2 1-4-16,3-5-22 0,-3 4 26 15,1-2-1 1,0 2 2-16,3-2 1 0,2-3 0 0,2 0 12 31,0-3 8-31,5 0-2 16,-4-1-13-16,0 1-11 16,-8 5 5-16,3 3-1 15,-8 1 0-15,-1 1 3 0,0 3-9 16,-2 0 13-16,-1 1 0 15,-2-4-4-15,7-2 7 16,2-4-6-16,5-1-8 0,0-2 3 16,-1 5-51-16,-1-3 21 15,-4 4-41 1,-1 1 60-16,-5 8 12 16,2 0 7-16,0-6 49 15,1 2 34-15,3-5-78 16,9-2-11-16,-1-1-2 15,1-1-2-15,6 2-2 0,0 1-10 16,-1 0 8-16,-2-1 14 16,-6 2-9-1,3 1 5-15,0-2-3 0,-6 3 2 16,5-2-1-16,0-1 7 16,2-2-3-16,2-5-7 15,3 10 4-15,-3-4-3 16,0 4 7-16,-8 0-6 0,5 2 0 15,-5-2 0-15,-1 3 2 16,3 1 9-16,-1-6 1 16,6 5-9-1,-1-4 2-15,2 2 6 16,0-6-17-16,1 2 12 0,-6 7-7 0,-5 0 2 16,-1 2 16-1,-1 3 11 1,4-5-20-16,4-3 4 15,0 4-10-15,2-2 1 16,-9 0 3-16,0 4-8 0,-4 0 2 16,-5 2-2-16,-2 0-3 15,7 0-19-15,-3 0 23 16,5 0 1-16,0 0-7 16,2 0 17-16,2 0-20 15,-1 0 8-15,-6-4-10 16,-1 4-33-16,-5 0-55 0,0 0-61 15,0 0-194 1,-9 0-229-16</inkml:trace>
  <inkml:trace contextRef="#ctx0" brushRef="#br2" timeOffset="-149143.28">14351 13968 282 0,'0'0'344'0,"0"0"-301"0,0 0 13 0,0 0 24 16,0 0-32-16,0 0-39 0,0 0 19 0,-3 0 27 31,3 0 46-15,0 0-40-16,0 0 35 15,0 0-46-15,0 0-21 16,0 0-11-16,0 0-7 15,0 0 4-15,0 0-5 16,0 0 20-16,0 0-16 16,0 0 16-16,0 0-22 15,0 0 14-15,0 0-14 0,0 0-7 16,13 0-1-16,18 0 0 16,23 3 29-16,6-3-15 0,9 0 12 15,-2 0-21 1,1 0 6-16,-6 1-9 15,-4 4-4-15,-10-2-17 0,-8 1-15 16,-15 6-37 0,-21 0-88-16,-4 2-330 15</inkml:trace>
  <inkml:trace contextRef="#ctx0" brushRef="#br2" timeOffset="-148528.14">15570 13896 791 0,'0'0'158'0,"0"0"15"0,0 0-81 0,158 12-41 16,-114-12-32-16,3 0-16 15,-9 0-3-15,-7 0-15 16,-4 0 4-16,-8 0-81 16,-3 0-208-16</inkml:trace>
  <inkml:trace contextRef="#ctx0" brushRef="#br2" timeOffset="-147363.46">13717 13734 454 0,'0'0'143'0,"0"0"-136"15,0 0 79-15,0 0-26 16,0 0 25-16,0 0-16 16,6-37 67-16,-6 37-34 15,0 0 12-15,0 0-51 0,0 0-24 0,0 0-26 16,0 11-9-16,-6 7-3 0,-9 8 4 31,-3 5-3-31,1-2 6 16,-2-2-9-16,4-6 5 15,4-1-6-15,0-4 2 0,4 2-9 16,3-2 2 0,2-5-25-16,2 2 19 0,0-3-30 15,0 0 16-15,17-4 4 16,6-2 23 0,6 1 0-16,0-5-5 0,4 0 4 15,-6 0-14 1,-3 0 15-16,-4-6-34 15,-2-5-3-15,-3 1-8 16,-3-2 8-16,-3 2-1 16,-5-3 7-16,3 0-6 0,-3-5-24 15,0 5-45-15,2 2 4 16,-6 5 29-16,0 4 68 16,0-2 5-16,0 4 65 15,0 0-22-15,0 0-7 16,0 17 66-16,0 10 48 15,0 10-87-15,0 6 18 16,0-3-29-16,0 1 5 16,0-5-52-16,0-9-5 0,0-4-1 0,0-5-7 31,0-6-94-31,0-10-146 0,0-2-434 16</inkml:trace>
  <inkml:trace contextRef="#ctx0" brushRef="#br2" timeOffset="-146301.23">15861 13890 646 0,'0'0'95'16,"0"0"-23"-16,0 0-19 0,0 0 22 15,0 0-42-15,0 0-26 16,0 0 32-16,52 10-24 0,-44-10-1 16,-1-4-9-16,-5-6-10 15,-2 4 10 1,0 3-6-16,0-2 2 16,0 5 28-16,-4 0 0 15,-7 0-23-15,1 11 22 16,6 2 31-16,2-3-27 0,2-6-29 15,0 0-6-15,0-4-3 16,0 0 5-16,12 0 2 0,-4-14 2 16,-1-3-3-16,-3 4-1 15,-4 11 0-15,0 2 1 0,0 0 0 32,-15 10 5-32,-6 8-10 15,6 8 1-15,1-14-17 16,8 0-118-16,-1-8-301 15</inkml:trace>
  <inkml:trace contextRef="#ctx0" brushRef="#br2" timeOffset="-145113.19">11748 13868 662 0,'0'0'60'0,"0"0"-51"0,0 0 21 31,0 0 50-31,0 0-41 0,0 0 62 16,40 0-67-16,-31-4-8 15,-5-8-21 1,1 0 2-16,-5-2-7 0,0 4-14 16,0 0-41-16,0 10-14 15,-5 0 48-15,-5 0 20 16,-4 18 1-16,-1 2 31 16,8-4 58-16,0-6-43 15,7-3-7-15,0-7-39 16,0 0-19-16,11 0 9 0,7-13 8 15,-4-5 2 1,-6 8-38-16,-8 4-27 0,0 6 27 16,0 0 10-16,-8 3 18 15,-6 16-61-15,-1-1-71 16,10-2-269-16</inkml:trace>
  <inkml:trace contextRef="#ctx0" brushRef="#br2" timeOffset="-143583.24">20863 13930 187 0,'0'0'109'0,"0"0"-109"16,0 0 49-16,0 0 193 16,0 0-104-16,0 0 4 0,0 0-4 15,5 0-60 1,-5 0 5-16,0 0-48 15,2 0-7-15,-2 0-25 16,0 0 15-16,2 0 8 16,-2 0 18-16,0 0-12 0,0 0-2 15,0 0 5-15,0 0-28 16,0 0 13-16,5 0-18 16,1 0-4-16,12 0 9 15,0 0-6-15,0-3-1 16,-1-2-1-16,-1-9 0 15,-5 0-19-15,-5 0 12 16,-6 0-12-16,0 2 14 16,-4 4 1-16,-17 3-4 0,-2 5 17 0,0 0-8 0,6 0 3 0,1 0 3 31,14 5-6-31,2 5-5 16,0-2-17-16,0-8-106 15,0 0-302 1</inkml:trace>
  <inkml:trace contextRef="#ctx0" brushRef="#br2" timeOffset="-137353.38">4375 16722 494 0,'0'0'122'0,"0"0"-97"0,0 0 32 16,0 0-6-16,0 0-38 16,0 0 34-16,0 0 21 15,0-13 34-15,0 9-52 16,0 4-21-16,0-1 13 15,0 1-16-15,-2 0 10 0,2-5-29 16,-6 5 32-16,4 0-22 0,2 0 35 31,-5 0-34-31,-2 0 12 0,0 0-14 16,5 0 3-16,-4 0 0 16,-3 0-18-16,4 0 1 15,-2 0 8-15,1 0-20 16,-1 0 19-16,3 0-18 0,-1 14 3 15,-4 9 2 1,5-1 2-16,4 4 2 16,0 6-3-16,0 8 8 15,0 0-18-15,0 0 14 16,22 0-3-16,-2 4-1 16,0-6-1-16,1 2 4 15,-4 0 0-15,-3-1-2 16,-6 1 4-16,-5-3-5 0,-3 2 6 15,0 1-8 1,0-4 13-16,-9 0-12 0,-7-4 4 16,-4-2-4-16,-2-8-3 15,-3-7-10-15,-4-6-13 16,0-9-98-16,0 0-121 16,2-9-365-16</inkml:trace>
  <inkml:trace contextRef="#ctx0" brushRef="#br2" timeOffset="-137173.25">4284 17179 951 0,'0'0'35'0,"0"0"74"0,0 0 9 0,0 0-82 15,0 0-30-15,0 0-6 0,139 44 11 16,-118-44-22-16,0-5-17 15,-3-4-100-15,-7 1-253 16</inkml:trace>
  <inkml:trace contextRef="#ctx0" brushRef="#br2" timeOffset="-136836.1">4641 17195 889 0,'0'0'33'0,"0"0"-10"0,0 0 38 16,-25-107-61-16,25 81-17 0,13 4-131 31,7 8-47-31,-4 8-174 0</inkml:trace>
  <inkml:trace contextRef="#ctx0" brushRef="#br2" timeOffset="-136453.34">4879 17179 1076 0,'0'0'57'15,"0"0"-16"1,0 0 58-16,0 0-72 16,103-123-22-16,-74 97 7 0,-8 4-24 0,0 4 8 15,-7 4-10 1,-6 2-29-16,-3-2-72 0,-5 4-126 16,0 1-468-1</inkml:trace>
  <inkml:trace contextRef="#ctx0" brushRef="#br2" timeOffset="-136283.39">4966 16910 719 0,'0'0'431'16,"0"0"-403"-16,0 0-15 16,0 0 52-16,0 0-37 15,74 113-18-15,-55-88-8 16,-1 1-1-16,-3-2 3 15,-1 7-8-15,-5-5-13 16,0-4-13-16,-2-4-85 0,-3-4-105 16,-1-6-288-16</inkml:trace>
  <inkml:trace contextRef="#ctx0" brushRef="#br2" timeOffset="-136073.62">5338 16986 726 0,'0'0'244'16,"0"0"-197"-16,0 0 69 16,35 102-41-16,-30-75-74 0,4-9-2 15,-7 0-28-15,-2-1-22 16,0-6-58-16,0-3-185 15</inkml:trace>
  <inkml:trace contextRef="#ctx0" brushRef="#br2" timeOffset="-135653.27">5659 17138 1131 0,'0'0'94'16,"0"0"-73"-16,0 0 50 15,0 0-11-15,0 0-48 16,0 0-8-16,107 9-4 0,-91-9-11 15,-3 0-44 1,-2 0-45-16,-9-9-188 0,-2 0-509 0</inkml:trace>
  <inkml:trace contextRef="#ctx0" brushRef="#br2" timeOffset="-135487.61">5659 17138 1328 0,'67'-112'10'0,"-67"112"12"16,6 0 10-16,15 0-23 15,1 0-9-15,4-3-9 0,-1-8-30 16,-5 3-77 0,-5 2-226-16</inkml:trace>
  <inkml:trace contextRef="#ctx0" brushRef="#br2" timeOffset="-134922.13">6245 16862 432 0,'0'0'238'15,"0"0"-164"-15,0 0 115 0,0 0-41 16,0 0-101 0,0 0-8-16,-85 78-22 0,85-68 2 15,11 4-14-15,11-5 21 16,3-1-10-16,2 1-2 0,0-1 7 0,0 2-17 31,-6-1 3-31,2 0 1 0,-5 3-12 0,-5-2 11 16,-2 4-14-1,-4 3 3-15,-7 1 0 0,0 3-9 32,-9 3 13-32,-20-1 0 0,-5-1 6 15,1-4-12-15,4-5-9 16,10-4 2-16,5-5-55 0,7-4-65 15,7 0-216-15</inkml:trace>
  <inkml:trace contextRef="#ctx0" brushRef="#br2" timeOffset="-134617.27">6434 17034 723 0,'0'0'140'0,"0"0"-63"16,0 0 24-16,0 0-61 0,0 0-2 15,0 0 16 1,13 50 0-16,1-36-46 16,3 3 23-16,-1-3-29 15,2-1-4-15,-2 0 2 16,2-3-2-16,-3-2-21 15,6-4-9-15,-4-4-9 0,3 0-4 16,-3 0 5-16,2 0-40 16,-9-12-98-16,4-2 13 15,-11 0-47-15,-3-3-156 16</inkml:trace>
  <inkml:trace contextRef="#ctx0" brushRef="#br2" timeOffset="-134405.33">6470 17030 975 0,'0'0'0'0,"0"0"9"16,0 0-19-1,0 0 10-15,0 0-137 0,0 0-236 16</inkml:trace>
  <inkml:trace contextRef="#ctx0" brushRef="#br2" timeOffset="-134255.57">6470 17030 1126 0,'56'-138'90'0,"-56"138"-90"16,6 0-6-16,17 0 6 16,-1 0-1-16,2 0-59 0,-4 0-119 15,1 0-255 1</inkml:trace>
  <inkml:trace contextRef="#ctx0" brushRef="#br2" timeOffset="-133905.49">6840 17008 1126 0,'0'0'106'15,"0"0"-59"-15,0 0 45 16,0 0-88-16,0 0-4 16,0 0 1-16,4-35-3 15,6 26 0-15,0 5-6 0,5 2-2 0,4 2-25 16,1 0 9-1,-3 0-15 1,2 10 3-16,-2 3-25 0,1 4 57 16,-3-3-3-16,-1-3 7 15,-1-4-1-15,-1-7 5 16,-4 0-2-16,-1 0 2 0,5-7 66 0,-6-16-43 31,1-1-9-31,-7-2-16 16,4 0-1-16,-4 4-11 15,0 7-30-15,0 2 11 16,4 5-24-16,0 2-92 16,4 2-97-16,3 4-17 0</inkml:trace>
  <inkml:trace contextRef="#ctx0" brushRef="#br2" timeOffset="-133355.44">7539 17155 852 0,'0'0'60'0,"0"0"157"0,0 0-88 0,0 0-59 16,152-121-26 0,-108 91-15-16,-8 6-29 15,-7 8-1-15,-7 2-8 0,-9 6-61 16,-5 2-7-16,-6-1-137 0,-2 2-280 0</inkml:trace>
  <inkml:trace contextRef="#ctx0" brushRef="#br2" timeOffset="-133143.34">7679 16887 984 0,'0'0'347'0,"0"0"-322"15,0 0 53 1,0 0-6-16,74 125-56 15,-45-97-14-15,0 2-4 0,-7-3-22 0,-6-4-36 16,-7-1 25 0,-9 1-79-16,0-9-324 15</inkml:trace>
  <inkml:trace contextRef="#ctx0" brushRef="#br2" timeOffset="-129663.45">8415 16870 613 0,'0'0'133'0,"0"0"-3"0,0 0 16 0,0 0-80 16,0 0-50-16,0 0 13 16,0 0-28-16,0-18 20 15,0 18 0-15,0 0 33 16,0 0-32-16,0 0 13 15,0 0-14-15,0 0-8 16,0 0 8-16,0 0-13 16,0 0 15-16,0 0-21 15,0 14-4-15,0 12 12 0,2 6-12 0,2 2 4 16,-1 6-2-16,-3 0 0 31,0 1-11-31,0-5 11 0,0-9-21 16,-3-1 19-16,1-11-47 0,0-7-31 15,-2-8-130 1,-3 0-140-16</inkml:trace>
  <inkml:trace contextRef="#ctx0" brushRef="#br2" timeOffset="-129393.31">8319 17030 591 0,'0'0'271'16,"0"0"-254"-16,0 0 152 0,0 0-20 0,141 0-89 31,-104 0-17-31,-3 0-38 15,-3 0-5-15,-4 0-18 16,-5 0-64-16,-2 0-232 0,-2 0-479 16</inkml:trace>
  <inkml:trace contextRef="#ctx0" brushRef="#br2" timeOffset="-128363.1">9154 16692 718 0,'0'0'171'0,"0"0"-133"0,0 0 60 16,0 0-24-16,-39 128-66 15,22-88 7-15,-4 0-15 16,5-9 13-16,-4-4 5 15,4-5 20-15,3-8-19 16,2-4-19-16,11-2 3 16,0-8-3-16,0 5-1 15,4-2-74-15,18 0 68 0,3 0 5 16,6-3 2-16,1 4 0 0,-1 0 0 0,-2 2-1 31,-7 2 3-31,-2-4-9 16,-4 0 7-16,-5 2-2 15,-5-6-24-15,2 0-15 16,-4 0-43-16,-4 0 20 16,6-6 19-16,-4-12-13 0,1 3 32 15,1-4 15 1,-4 9 1-16,4-3 10 16,-2 8 2-16,2 2-2 0,-2 3 0 15,-2 0 37-15,0 0 31 16,0 3-12-1,0 19 62-15,0 10-29 0,0 5-41 16,0 7 3-16,0-4-29 16,-2-4-6-16,-8-6-16 0,3-6 1 15,3-6-1 1,0-2-38-16,4-10-83 16,0-6-232-16</inkml:trace>
  <inkml:trace contextRef="#ctx0" brushRef="#br2" timeOffset="-113423.36">2871 16958 582 0,'0'0'100'0,"0"0"-86"0,0 0 41 0,0 0 1 16,0 0-38-16,0 0 24 15,0 0-23-15,0 0 19 16,-4 50 31-16,4-38-3 16,0-6-33-16,0 2-14 15,0 2 0-15,4-6 10 16,6 0-5-16,-2 0-4 16,3-4 12-16,-2 0-26 15,5 0 18-15,1 0-22 0,3 0 12 16,5-26-4-1,-4-6-1-15,2-6 2 0,-3-4-11 16,-5 3-13-16,-7 2-35 16,-4 11 22-16,-2 3-37 15,0 14 40-15,-8 9 4 16,-15 0 6-16,-6 18-6 16,8 14 14-16,-6 4 5 15,8 4 0-15,6 4-8 16,9-8 15-16,4-9-14 0,0-10 6 15,0-7 0 1,13-6-8-16,10-4 5 0,4 0 4 16,6-22 22-16,-2 4 6 15,0 8-3-15,-9 6-6 0,-6 4-19 16,-5 0 39 0,-7 23-24-1,1-2 23-15,-3 3-17 0,1-2-21 16,1 0-21-16,2-4-77 0,5-5-8 15,-3-8-161 1,-6-5-110-16</inkml:trace>
  <inkml:trace contextRef="#ctx0" brushRef="#br2" timeOffset="-113073.12">3444 16593 764 0,'0'0'288'0,"0"0"-222"0,85 111 66 0,-54-61-78 16,-2 8-4 0,-5 0-42-16,-10 12-5 0,-10 2-3 15,-4-4-15-15,0-6-28 16,-18-9-105-16,-11-13-175 15</inkml:trace>
  <inkml:trace contextRef="#ctx0" brushRef="#br2" timeOffset="-109143.35">2842 18137 530 0,'0'0'70'0,"0"0"-52"0,0 0 42 16,0 0-45-16,0 0 10 15,0 0 2-15,0 0-8 0,-2 6 14 32,2-6 21-32,0 5 5 15,0-2-20-15,0 1 22 16,0 3-19-16,0-4 20 0,0 1-13 15,0 4 1 1,0-2-18-16,0-6-17 0,0 0 5 0,0 0-13 16,0 0 44-16,0-10-16 0,0-20 27 31,0-24-41-31,7-8 8 16,6-10-18-16,-4 0-4 15,-2 1-7-15,0 9-19 0,-7 4-2 16,0 16-10-1,0 16 30-15,0 8-63 16,0 14 25-16,0 4-18 16,0 0-94-16,0 10-234 0,0 2-281 15</inkml:trace>
  <inkml:trace contextRef="#ctx0" brushRef="#br2" timeOffset="-108763.14">2929 17925 420 0,'0'0'191'0,"0"0"-167"0,0 0-18 0,0 0 29 16,0 0-22-16,0 0-12 16,112-14 20-16,-95 14 13 15,4 0 55-15,-3 0-48 16,-3 7-32-16,-4 4-8 16,-4 1 0-16,-5 6 3 0,-2 0 6 0,0 10 79 31,-11 6-13-31,-16 2-39 15,-7-5-26-15,1 0 16 16,0-13-27-16,6-11 1 0,5-7-1 16,13 0-62-16,7-11-159 15,2-3-264-15</inkml:trace>
  <inkml:trace contextRef="#ctx0" brushRef="#br2" timeOffset="-108233.06">3436 17634 593 0,'0'0'125'0,"0"0"-78"0,0 0 87 15,91 134-23-15,-80-90-53 16,0 8-33-16,-9 2 25 16,-2 5-1-16,0 9-24 15,-11-2-16-15,0-8-9 16,-3-4-2-16,3-15-54 16,5-20-93-16,1-11-268 0</inkml:trace>
  <inkml:trace contextRef="#ctx0" brushRef="#br2" timeOffset="-107123.21">4456 17692 522 0,'0'0'215'0,"0"0"-121"16,0 0-29-16,0 0-28 0,0 0-37 16,0 0 15-16,-18 0 38 15,9 0 4-15,3 0-8 16,0 0-18-16,2 0-3 15,0 0-20-15,2 0 2 16,2 0-6-16,0 0-8 16,0 0-27-16,0 0 5 0,0 0-22 15,0 0 28 1,0 0 18-16,0 0 4 0,0 0 3 16,0 0-4-1,0 0 23-15,0 0-17 16,0 0 22-16,0 0-18 15,0 0 17-15,0 0-14 0,0 0-6 0,0 0-2 0,0 0-3 0,0 0 19 32,0 0 0-17,0 0 16-15,0 0-23 16,-5 0 11-16,-3 0-15 16,-6 0-9-16,-1 0-2 15,-2 4 1-15,2 10 3 0,-3 7 4 16,3 2-7-16,-1 3 8 0,14 0-18 31,2-2 10-31,0-2-2 16,0 5-7-16,20-1 7 15,0 2 0-15,0-2 2 0,0 6 0 0,-2-6 0 32,-4 6-2-32,-4 4 6 0,-7-2-8 0,-1 6 4 0,-2 5-1 31,0-4 0-31,-11 7-1 15,-12-4-3-15,-6-7-1 0,2-9 4 16,-2-10-17 0,0-9-15-16,12-9-54 15,9 0-28-15,2-19-245 16</inkml:trace>
  <inkml:trace contextRef="#ctx0" brushRef="#br2" timeOffset="-106945.78">4360 18079 994 0,'0'0'191'0,"0"0"-191"0,0 0 0 0,0 0 16 16,0 0-16-16,134 22-23 0,-103-38-73 15,-7-2-220-15,-4-4-294 16</inkml:trace>
  <inkml:trace contextRef="#ctx0" brushRef="#br2" timeOffset="-106627.12">4861 18133 612 0,'0'0'211'15,"0"0"-154"-15,0 0 104 16,0 0-60-16,-89-110-53 0,83 78 6 0,-4 3-20 15,10 4-21 1,0 2-12-16,0 6-1 16,0 7-5-16,16-3-68 15,-1 9-84-15,6 4-184 16,-1 0-163-16</inkml:trace>
  <inkml:trace contextRef="#ctx0" brushRef="#br2" timeOffset="-106383.35">5082 17951 641 0,'0'0'22'0,"0"0"73"16,0 0-44 0,0 0-39-16,118-81-12 0,-107 72-90 15,-9-4-126 1</inkml:trace>
  <inkml:trace contextRef="#ctx0" brushRef="#br2" timeOffset="-106193.1">5124 17790 715 0,'0'0'240'16,"0"0"-233"-16,0 0 97 15,0 0-58-15,0 0-4 16,62 121 8-16,-44-91-32 0,-3-3-15 16,-1 9-3-1,-5-9 0-15,-5 7-113 16,-2-10 93-16,-2-9-181 15,0-15-305-15</inkml:trace>
  <inkml:trace contextRef="#ctx0" brushRef="#br2" timeOffset="-105913.15">5452 17802 745 0,'0'0'196'16,"0"0"-83"-16,0 0 17 0,16 116-81 0,-10-83-36 31,-6-3-19-31,0-2 9 16,0 8-6-16,-6-2-29 15,-8-7-32-15,-1-4-81 16,-1-15-164-16</inkml:trace>
  <inkml:trace contextRef="#ctx0" brushRef="#br2" timeOffset="-105529.82">5761 18049 742 0,'0'0'388'16,"0"0"-387"-16,0 0 125 15,0 0-102-15,0 0-23 16,131 0 1-16,-106-4-4 0,-9 2-55 15,-9-6-85 1,-7 4-212-16</inkml:trace>
  <inkml:trace contextRef="#ctx0" brushRef="#br2" timeOffset="-105363.36">5828 17897 1391 0,'0'0'24'0,"0"0"-15"0,0 0-3 16,0 0-4 0,0 0-2-1,0 0-44-15,110-23-28 16,-88 23-124-16,2 0-248 16</inkml:trace>
  <inkml:trace contextRef="#ctx0" brushRef="#br2" timeOffset="-104963.15">6494 17870 669 0,'0'0'96'16,"0"0"-48"-16,0 0 37 15,0 0-21-15,0 0 18 16,0 0 21 0,-22 0-16-16,5 0-30 15,-6 9-19-15,-2 13-15 16,5 6-22-16,5 2 30 15,6 2-23-15,7-2 10 0,2 3-15 16,0-4 4 0,7-6-7-16,10 0 0 0,1-9-5 15,2-6-6 1,0-8-17-16,2 0-35 0,3 0-6 16,0-14-92-1,1-1-169-15,-6-3-222 0</inkml:trace>
  <inkml:trace contextRef="#ctx0" brushRef="#br2" timeOffset="-104703.31">6675 18063 585 0,'0'0'58'16,"0"0"-23"-16,0 0 28 15,0 0-60-15,0 0 37 16,0 0 3-16,131 66 31 0,-93-72 0 0,-3-16-34 31,-1-8-20-31,-5-6 69 0,-5 0-48 16,-7-4-12-16,-11 8-15 0,-6 2-8 15,0 7-11-15,-4 10 5 32,-19 8-1-32,-6 5-22 0,-4 0-15 15,-1 11-14-15,1 10-162 0,6 2-89 16</inkml:trace>
  <inkml:trace contextRef="#ctx0" brushRef="#br2" timeOffset="-104317.2">7043 17812 449 0,'0'0'250'16,"0"0"-231"-16,0 0 151 16,0 0-34-16,0 0-56 0,0 0-30 15,-27-14-2-15,25 24-13 0,2 6-19 32,0-2-7-32,0-4-8 15,10 6 3-15,11-1 5 16,0-2-13-16,4 1 9 15,2-2-6-15,-4-1 1 0,-1 1 0 16,2 2 0 0,-8-1 0-16,-5 6-8 0,-5-2 3 15,-6 0 5-15,-2 1 6 16,-20 4 17-16,-7-4-23 16,0 4-6-16,3-8-13 15,3-4-41-15,10-6-36 16,9 0-102-16,4 0-146 0</inkml:trace>
  <inkml:trace contextRef="#ctx0" brushRef="#br2" timeOffset="-103912.83">7555 18169 891 0,'0'0'337'0,"0"0"-282"0,0 0 10 0,84-138 6 16,-44 94-26-16,5 4-8 0,-5 7-37 15,-6 11-10 1,-12 4 8-16,-7 8-34 15,-5 7-23-15,-6 3-53 16,-4 0-116-16,0 0-357 0</inkml:trace>
  <inkml:trace contextRef="#ctx0" brushRef="#br2" timeOffset="-103683.2">7691 17842 1065 0,'0'0'54'0,"0"0"49"0,0 0-22 15,53 117-28 1,-28-72-13-16,-5-10-40 0,2 5-6 16,-4-8 6-16,-2-6-2 15,-3-8-25 1,-7 0-30-16,0-4-104 0,-6 1-257 15</inkml:trace>
  <inkml:trace contextRef="#ctx0" brushRef="#br2" timeOffset="-102851.34">8555 17867 367 0,'0'0'439'0,"0"0"-383"0,0 0-11 15,0 0 55-15,0 0-25 0,0 0-4 16,0 21 12-1,5 2 1-15,1 7-36 16,-1 6-22-16,-5 4-16 0,0 6-10 16,0-3-1-16,-5 6-21 15,-6-9 13-15,-5-4-22 16,1-5-31-16,1-17-101 16,4-14-223-16</inkml:trace>
  <inkml:trace contextRef="#ctx0" brushRef="#br2" timeOffset="-102631.24">8393 18049 87 0,'0'0'1123'0,"0"0"-1109"0,0 0 51 16,0 0 18-1,125-10-21-15,-92 6-51 16,5 4-11-16,-7-4-22 0,0-2-14 0,-2-2-72 31,-8 0-128-31,-2 4-627 16</inkml:trace>
  <inkml:trace contextRef="#ctx0" brushRef="#br2" timeOffset="-101893.13">9108 17750 271 0,'0'0'322'0,"0"0"-267"0,0 0 178 0,0 0-49 31,0 0-146-31,0 0-37 15,-25 129 3-15,7-111-5 16,3-1 2-16,1 2 0 16,10-11 3-16,-1 2 21 15,5-6-11-15,0 0-12 16,0-4-4-16,3 0 2 16,15 0 0-16,-1 0 0 15,8 0 9-15,-3 0-3 16,-1 0-1-16,-4 0-1 15,1 0-2-15,0 0-2 16,0-4-7-16,-1 0 3 0,-1 0-21 16,-5 2 0-16,1-2-19 15,-10 4 35-15,4-4 0 16,-6 4 5-16,0 0 8 0,0 0 0 16,0 0 52-1,0 0-15-15,0 14-13 16,0 8-18-16,0 9 24 0,0-4-26 15,-2 7-8 1,-2-1 2-16,4-2-3 0,-4-5 1 16,0-12 0-16,0 0 16 0,4-10-15 31,0-4 2-31,0 0 0 16,0 0 8-16,0 0-7 0,0-6 12 0,0-13-16 15,0-6-1 1,0-1-1-1,0-10 4-15,0 0-5 0,0-4 10 16,10 3-15-16,-2 8 7 16,-1 7-17-16,-5 8-91 15,-2 5-122-15,0 9-181 0</inkml:trace>
  <inkml:trace contextRef="#ctx0" brushRef="#br2" timeOffset="-44583.06">19729 6894 374 0,'0'0'157'0,"0"0"-82"0,0 0 0 0,0 0 19 16,0 0-28-16,0 0 18 15,0 0-14-15,0 0-14 16,0-18 8-16,0 18-17 16,0 0 7-16,0 0-34 0,0-3 13 15,0 3-16 1,0 0 5-16,-2-4-13 15,2 4-6-15,0 0 5 16,-3-2-6-16,1 2 17 0,2 0-19 16,-4 0 6-16,1 0 1 0,-3 0-14 31,-3 0 10-31,0 0-3 0,-4 0 0 16,-3 9 2-16,-4 1-10 15,0 0 17 1,1-3-9-16,-2 3 10 15,7-1-14-15,-1 3 12 16,-3 2-9-16,5-1 1 0,-5 4-5 0,5-1 4 0,-1 1 1 31,3 2-2-31,-2-2 6 16,4 0-6-16,-2-1 8 16,0 4-12-16,-1 0 10 15,-1 2-8-15,-1 0 4 16,1 5 0-16,5-3-4 15,-2 2 12-15,1 7-18 16,7-2 20-16,2-1-18 0,0 2 12 0,0 2-8 16,0 1 3-1,0 1-1 1,0 2 0-16,0-5 4 0,0-1-9 16,0-1 15-1,0 1-15-15,0-2 16 0,0 1-16 0,0-4 11 16,0 1-7-1,7-4 3-15,5 1 0 16,-2 0-3-16,3-3 7 0,3-2-8 16,-3-4 11-1,-1-3-13-15,-3-2 6 0,-3 1-11 16,1-3-14 0,0-2-18-16,2 2-27 0,-3-2-35 15,1 2 69 1,0-4-54-16,-5-2-189 0</inkml:trace>
  <inkml:trace contextRef="#ctx0" brushRef="#br2" timeOffset="-43603.4">18315 7032 212 0,'0'0'421'0,"0"0"-344"0,0 0 5 16,0 0 23-16,0 0 30 15,0 0-49-15,0 36 5 16,0-5-15-16,0 1-35 15,-5 1 1-15,-4 3-36 16,0-1 0-16,-2-1 5 16,2-2-14-16,0-2 3 15,2-6-21-15,1-4-18 0,1-2-47 16,0-6-41 0,-1-6-74-16,4-6-87 0</inkml:trace>
  <inkml:trace contextRef="#ctx0" brushRef="#br2" timeOffset="-43283.15">18188 7068 714 0,'0'0'280'16,"0"0"-134"-16,0 0-13 16,0 0-60-16,142-18-66 0,-99 12-7 0,-6-2-11 31,-1 4-4-31,-7-2-11 15,-7 2-40-15,-11 2-42 16,-4 0-138-16,-7 0-154 0</inkml:trace>
  <inkml:trace contextRef="#ctx0" brushRef="#br2" timeOffset="-42865.07">18554 6974 74 0,'0'0'587'0,"0"0"-465"16,0 0 41-16,0 0-23 16,0 0-82-16,0 0 30 15,-39 86 2-15,28-46-40 0,4 1-5 0,-2-1-36 31,4-4-4-31,-1 4 6 0,4-5-22 0,0-2 5 16,-5-3-6 0,5-4-34-1,-3-6-11-15,3-4-31 0,2-8-69 16,0-8-203 0</inkml:trace>
  <inkml:trace contextRef="#ctx0" brushRef="#br2" timeOffset="-42383.21">18365 7670 258 0,'0'0'95'0,"0"0"24"0,0 0-6 0,0 0-35 16,0 0-13-16,0 0 78 0,-2 8 23 15,2-8-34 1,6-4-48-16,17-14-36 0,8-8-1 0,12-4-31 16,14-4 24-1,11-4-25-15,3-2 5 16,-4 4-19-16,-9 3-2 15,-11 0-19-15,-12 14-17 16,-11 3-5-16,-10 6-43 16,-12 5-4-16,-2 4-70 15,0 1-277-15</inkml:trace>
  <inkml:trace contextRef="#ctx0" brushRef="#br2" timeOffset="-41943.14">18739 7546 566 0,'0'0'74'0,"0"0"-20"32,0 0-6-32,0 0 52 15,0 0-8-15,0 0-54 0,14 33-30 16,-7-16 19 0,-7 3-2-16,0 0 12 0,0 1-10 15,-5 4 51-15,-8-4-54 16,4-2-5-16,5-3-7 15,4 0 5-15,0-4 1 16,0-2-14-16,20-4 3 16,1-4-2-16,8-2 8 15,3 0-10-15,2 0-3 0,-1 0 6 16,-7-2 4-16,1-2-10 0,-11 4-1 31,-9 0-12-31,-7 0-33 0,0 0-33 0,0 4-154 31,-3 0-475-31</inkml:trace>
  <inkml:trace contextRef="#ctx0" brushRef="#br2" timeOffset="-40773.15">19674 8644 505 0,'0'0'102'0,"0"0"10"0,0 0 21 16,0 0 14-1,0 0-68-15,0 0-4 0,-75 9-16 16,58 2-31-16,-3 6 5 0,5 1-20 31,-1 1 21-31,0 4-25 0,-2 5 25 16,1 2-17-16,1 6 15 15,-2 4-15-15,5 3-10 16,0 2-7-16,3 2 4 16,4 0-8-16,6 0 8 15,0 0-4-15,0 2 10 16,4 0-15-16,5-2 8 16,-2 0-6-16,6-8-32 15,-6 1 35-15,-2-1-2 0,-3-3-4 16,-2-1 5-1,0 2-12-15,0 3 9 16,2-6-13-16,9-6-1 0,7-6-60 16,4-14-102-16,-2-8-279 15</inkml:trace>
  <inkml:trace contextRef="#ctx0" brushRef="#br2" timeOffset="-40035.22">18227 9358 232 0,'0'0'797'0,"0"0"-699"0,0 0-21 0,0 0-5 16,5-118-58-16,15 70-11 16,4 2-3-16,-6 0-13 15,0 6 11 1,-3 8-1-16,-4 11-6 0,-3 11 2 15,-8 10 4-15,0 0-74 16,0 10-51-16,-10 11-82 16</inkml:trace>
  <inkml:trace contextRef="#ctx0" brushRef="#br2" timeOffset="-39749.7">18156 9003 594 0,'0'0'319'0,"0"0"-145"16,0 0-27-16,154 4-66 16,-105-1-69-16,0-1-12 15,-5-2-9-15,-1 1-49 16,-12-1-99-16,-5 3-202 16</inkml:trace>
  <inkml:trace contextRef="#ctx0" brushRef="#br2" timeOffset="-39503.13">18425 9071 681 0,'0'0'144'0,"0"0"-46"16,-50 107-1-16,36-72-41 0,3 2-37 0,2-5-19 31,4-7 8-31,5-4-17 0,0-9-18 16,0-6-53-16,0-6-172 15,2 0-66-15</inkml:trace>
  <inkml:trace contextRef="#ctx0" brushRef="#br2" timeOffset="-39171.25">18379 9493 722 0,'0'0'117'0,"0"0"30"0,0 0-35 0,0 0-5 0,0 0-35 31,158-121-5-31,-106 87 1 16,-6 0-14-16,1 2-2 16,-9 6-52-16,-9 2 9 15,0 9-9-15,-8 7-5 16,0 1-31-16,-5 5-7 15,-5 2-13-15,0 0-72 0,-7 0-240 16</inkml:trace>
  <inkml:trace contextRef="#ctx0" brushRef="#br2" timeOffset="-38673.29">18677 9490 641 0,'0'0'64'0,"0"0"47"0,0 0 2 0,145-14-19 0,-122 14-90 16,-10 18-1-16,-13 7-2 15,0 7-1-15,0 4 17 16,-20 1 4-16,0-4 3 16,1 1-10-16,4-4 42 0,7-8-6 15,8-5-22-15,0-8-28 16,4-7 0-16,23-2 5 16,8 0 9-1,5 0 6-15,2-9-14 0,1-6-12 0,-5 10-40 16,-5 0-44-16,-10 5-30 15,-13 0-168-15,-10 0-129 0</inkml:trace>
  <inkml:trace contextRef="#ctx0" brushRef="#br2" timeOffset="-37623.38">19693 10178 733 0,'0'0'65'0,"0"0"36"0,0 0 31 16,0 0-39-16,0 0-70 0,0 0 13 16,-2-7 1-16,0 7 8 15,-1 0-10 1,-5 0-15-16,-1 0 2 15,-7 4-16-15,-3 9 19 16,-2 3-24-16,-1 5 25 0,-1-2-17 16,2 6 14-16,-4 0-7 15,5 10-7-15,0-3 5 0,0 6-14 16,2 2 11-16,-2 4-9 16,6 1 4-16,1 2-1 15,5 2-10-15,4-1 4 16,4-4-10-1,0 2 1-15,0-2 8 16,12 1 1-16,5 4-19 0,6-3 7 16,2-3 6-16,-1-6-131 15,1-4 103-15,-10-16-221 16,-8-2-493-16</inkml:trace>
  <inkml:trace contextRef="#ctx0" brushRef="#br2" timeOffset="-36691.35">18245 10851 614 0,'0'0'150'0,"0"0"10"0,0 0-48 0,0 0-52 16,0 0-55 0,0 0 10-16,0 0-7 0,0 0 8 15,0 0 19-15,0 0 34 16,0 0-28-16,0 0-7 16,0 0-16-16,0 0-14 15,0 0-8-15,0 0 15 0,0 0-18 16,0 0 18-1,0 0-15-15,0 0 11 16,0 0-5-16,0 0 10 16,0-7 1-16,0-13-2 0,0-8-7 0,9-6 1 31,2-6 0-31,5-4-10 16,-1-1-36-16,-6 2 3 0,-2 4-42 15,-7 9-79-15,0 8-62 16,0 18-44-16,-9 4 111 15,-8 0-47-15</inkml:trace>
  <inkml:trace contextRef="#ctx0" brushRef="#br2" timeOffset="-36393.25">18236 10507 955 0,'0'0'131'0,"0"0"34"0,0 0-75 15,127 6-61-15,-82-6-29 16,1 0-1-16,-3 0-28 16,-3 0-45-16,-11-6-126 0,-14 2-276 15</inkml:trace>
  <inkml:trace contextRef="#ctx0" brushRef="#br2" timeOffset="-36143.44">18562 10542 790 0,'0'0'95'16,"0"0"4"-16,0 0 9 15,-85 130-98-15,72-99 2 0,1 2-7 0,4-5 6 0,3-5-11 31,5-10-7-31,0-3-33 0,0-6-100 16,0-4-83 0,5 0-201-16</inkml:trace>
  <inkml:trace contextRef="#ctx0" brushRef="#br2" timeOffset="-35743">18510 10918 322 0,'0'0'392'16,"0"0"-240"-16,0 0-32 0,0 0 0 15,0 0-68 1,0 0-19-16,100-78 13 15,-42 34-18-15,7-1 20 0,1 0-9 0,-3 2-24 32,-7 8-8-32,-9 3-14 0,-5 5-22 15,-4 5-23-15,-9 6-99 16,-11 4-183-16,-9 6-457 0</inkml:trace>
  <inkml:trace contextRef="#ctx0" brushRef="#br2" timeOffset="-35363.42">18860 10794 691 0,'0'0'15'16,"0"0"68"-16,0 0 60 15,0 0-115-15,0 0-26 16,114-1 2-16,-104 18 8 16,-2 5-10-16,-8 2 60 15,0 4-38-15,0 5-3 16,-2-1-13-16,-8 1 16 15,4-4-1-15,6-8-11 16,0-5-3-16,0-11-4 16,16-5-3-16,13 0 33 15,4 0 1-15,0-5-33 0,3-6-6 16,-7 6-12 0,-6 1-64-16,-13 4-136 0,-10 0-354 15</inkml:trace>
  <inkml:trace contextRef="#ctx0" brushRef="#br2" timeOffset="-34603.49">19225 11472 294 0,'0'0'389'0,"0"0"-386"0,0 0 22 16,0 0 73-16,0 0 2 0,0 0-22 15,-127 129 17-15,110-93-32 0,-3 8 6 31,-1 3-50-31,4 1-15 16,1 1-4-16,5-5 3 0,3 1-6 16,4-8 9-1,4 3-12-15,0-3 6 0,8-3-11 0,16 6-116 32,5-6 114-32,2-2-170 0,-4-4-100 0</inkml:trace>
  <inkml:trace contextRef="#ctx0" brushRef="#br2" timeOffset="-33883.11">17914 12016 642 0,'0'0'386'0,"0"0"-242"16,0 0-91-16,0 0-14 15,23-117-13-15,-11 71 14 16,-1-2-38-16,-7 5 6 15,4 6-6-15,-8 10-4 16,0 12 0-16,0 3-19 0,0 5-29 0,0 3-86 16,2 4 3-1,4 0-88-15,1 4-111 16</inkml:trace>
  <inkml:trace contextRef="#ctx0" brushRef="#br2" timeOffset="-33441.48">17991 11620 776 0,'0'0'81'16,"0"0"82"-1,131-14-77-15,-86 2-41 0,-9 5-26 16,-12-2-17 0,-8 3-4-16,-7 6-20 0,-5 0-1 0,-4 0-34 31,0 0 33-31,0 0 16 0,0 22 8 0,0 4 51 31,-8 4-25-31,-4 7-12 16,3-2-1-16,-2 1 11 0,-2 0-14 0,4-4 8 31,-3-1-17-31,2-1 11 0,5-2-11 16,1-2-2-16,4-3-2 15,0-6-64-15,0-3-26 16,0-12-223-16,0-2-309 0</inkml:trace>
  <inkml:trace contextRef="#ctx0" brushRef="#br2" timeOffset="-33029.83">18161 12168 690 0,'0'0'104'0,"0"0"18"0,0 0-19 0,0 0-68 16,0 0 17-16,98-106 36 15,-47 60-29-15,4-4-10 16,7 5-15-16,-3-4-34 15,-8 5 0-15,-5 5-59 16,-5 7-30-16,-10 6-72 0,-13 9-175 16</inkml:trace>
  <inkml:trace contextRef="#ctx0" brushRef="#br2" timeOffset="-32643.25">18475 11997 599 0,'0'0'244'0,"0"0"-207"16,0 0 70-16,0 0-41 15,0 0-55 1,122 0-11-16,-107 15-6 16,-7 4-24-16,-8 6 7 0,0 1 11 15,0 4 8 1,-10-2 8-16,4 0 26 0,1-6-1 16,5-6 28-16,0-8-33 15,13-6-4-15,10-2 37 0,4 0-18 16,-2-2-6-1,1-6-26-15,-2 2-2 0,1 0-5 16,-3 2-22 0,1 0-52-16,-8 4-107 0,-3 0-313 15</inkml:trace>
  <inkml:trace contextRef="#ctx0" brushRef="#br2" timeOffset="-31825.29">19050 13153 757 0,'0'0'43'0,"0"0"24"0,0 0 69 15,0 0-67-15,0 0 2 0,-126 124 21 16,103-73-1-1,-4 8-47-15,0-1 9 0,9-4-53 0,2-4 12 32,2-2-12-32,4-4 0 0,3-1-5 15,3-1-20-15,4-2 2 0,0-9-39 32,15 5 12-32,18-5-84 0,6-15-111 15,1-5-287-15</inkml:trace>
  <inkml:trace contextRef="#ctx0" brushRef="#br2" timeOffset="-31201.29">17833 13633 501 0,'0'0'603'0,"0"0"-500"0,0 0-45 0,0 0-19 16,-7-142-2-16,7 88-37 15,0 4 18-15,0 0-13 16,0 7-8-16,0 11 3 16,5 13-8-16,-5 6-16 15,2 8-50-15,-2 5-56 16,0 0-198-16,0 0-203 15</inkml:trace>
  <inkml:trace contextRef="#ctx0" brushRef="#br2" timeOffset="-30799.46">17719 13160 36 0,'0'0'783'16,"0"0"-779"-16,0 0 21 16,0 0-2-16,143 4-23 0,-105-18-40 15,-5 0-48-15,-11 2-23 16,-1 6-32-1,-15 6 71-15,-1 0 54 16,-5 0-3-16,0 0 21 0,0 9 165 16,0 8-74-16,-5 5-11 0,1 6-33 31,-6 11 7-31,4 5 8 0,-3 6 29 0,5 0-27 16,-2 0-25-1,3-6-22-15,3-7 7 16,0-8-24-16,0-7-12 15,0-8 4 1,0-8-68-16,9-6-162 0,4 0-150 16</inkml:trace>
  <inkml:trace contextRef="#ctx0" brushRef="#br2" timeOffset="-30383.24">17993 13749 735 0,'0'0'300'0,"0"0"-246"0,0 0 80 0,112-146-30 0,-56 82-39 16,-1-3-6-1,-8 3-58-15,-5-1-1 16,-3 13-7-16,-6 9-19 0,-8 20-31 16,-4 5-4-16,-5 5-103 0,-5 12-263 0</inkml:trace>
  <inkml:trace contextRef="#ctx0" brushRef="#br2" timeOffset="-29990.33">18321 13577 711 0,'0'0'88'0,"0"0"80"0,0 0-73 16,0 0-94 0,0 0-1-16,118 20 0 15,-118 6 0-15,0 4 0 16,-2 8 3-16,-18 3 17 16,5-5-11-16,1 2 10 0,5-5 2 15,7-12 52 1,2-11-26-16,0-10-43 15,15 0 0-15,16-4-3 16,5-23 40-16,4-6-36 16,2 5-5-16,-4 3-9 15,-5 8-39-15,-6 7-67 16,-8 10-79-16,-9 0-115 0,-3 0-218 16</inkml:trace>
  <inkml:trace contextRef="#ctx0" brushRef="#br2" timeOffset="1544.81">7909 15029 259 0,'0'0'55'0,"0"0"-21"16,0 0 29-16,0 0-11 16,0 0-28-16,0 0 11 0,0 0-2 15,0 0-4 1,0 0 4-16,0 0-19 0,0 0 38 15,0 0-21-15,0 0 7 16,0 2-6-16,0-2 20 16,0 0-14-16,0 0-22 0,0 0 33 15,0 0 1-15,0 0 6 16,0 0-25-16,0 0 17 16,0-6-45-1,2-4 4-15,19-1-5 0,-2 4-2 16,0 3 0-1,-4 4-6-15,-4 0 4 0,0 15 4 16,-4 2-5-16,-5 7 12 16,-2 10-13-16,0 6 13 15,-5 5 1-15,-19 13-9 0,-3 0 7 16,-4 1-4 0,0 2-3-16,9-11-2 15,4-10 3-15,9-10 2 0,5-7 4 16,4-9-16-16,0-10-2 0,6-3 4 31,7-1 5-31,8 0 1 16,5 0 33-16,1 0-23 0,0-1 22 15,-1 1-21 1,-6 0-15-16,-1 0 6 16,-6 0-4-16,-5 0-32 15,-2 0-48-15,-6 9-39 0,0 10-140 16,-8-1-145-1</inkml:trace>
  <inkml:trace contextRef="#ctx0" brushRef="#br2" timeOffset="11321.81">17644 6992 169 0,'0'0'162'0,"0"0"-116"0,0 0 38 15,0 0 9 1,0 0-57-16,0 0-13 15,0 0 10-15,0 0 39 0,-5 0-6 16,5 0 28-16,0 0-21 16,0 0 4-16,0 0-27 0,0 0 5 15,0 0 7 1,0 0-35-16,3-6-20 16,3 0-2-16,3-2 4 15,2-3-8-15,2 9 16 16,3-7-16-16,2 5 20 15,4-2-21-15,-5 0 8 16,8 2-8-16,-9 4-3 16,2 0-1-16,-5 0 6 0,-4 0-8 15,5 8 12 1,-8 4-12-16,-1 4 12 0,-3-2-6 16,-2 6 1-1,0 2 1-15,0 5 0 0,-18 2 1 16,3 3-6-16,-10 0 10 15,0 3-7-15,0-3 6 16,8 0-11-16,1 1 10 0,-1-2-9 16,3 0 4-1,-1 2 0-15,4-5-4 0,4-6 9 0,2 2-11 0,1-8 13 32,0 0-12-32,4-3 10 15,0-6-9 1,0 1 4-16,0 0-1 0,0-3 0 0,0 1-7 31,20-6 7-31,4 0 2 16,3 0 22-16,2 0-17 0,0 0-4 15,-9-6 2-15,-3 6-8 16,-3 0-7-16,-5 0-9 16,0 0-1-16,0 0-17 15,-2 0 2-15,-3 0-29 16,0 0 19-16,-4 0-120 15,0 0-164-15</inkml:trace>
  <inkml:trace contextRef="#ctx0" brushRef="#br2" timeOffset="12458.37">17515 6829 39 0,'0'0'597'0,"0"0"-499"0,0 0-29 0,0 0 40 0,0 0-42 31,0 0-17-31,0-18-30 0,0 18-2 16,0 0 2-16,0 14 41 15,0 4 15-15,8 8-41 16,5 8 8-16,3 1-22 16,3 1 24-16,2 6-28 15,4 1 14-15,0-2-16 16,1 3-11-16,1 6-3 16,1 3 0-16,1-1-2 0,2 0 11 0,-1-2-17 31,-4-6 12-31,-3-1-10 0,-3-3-18 0,-9-5-8 31,-7-1-28-31,-4-3-67 16,0-9-248-16</inkml:trace>
  <inkml:trace contextRef="#ctx0" brushRef="#br2" timeOffset="13416.57">18635 7743 315 0,'0'0'313'0,"0"0"-244"0,0 0 66 16,0 0 52-16,0 0-105 15,0 0 28-15,141 79-65 16,-104-54 20-16,1 0-31 0,0 2 14 16,-3 1-26-1,0-2-22-15,-4-4-8 0,-5-3 8 16,-4 0-4-16,-6-7-33 16,-5-5 3-16,-5 2-62 0,-6-9-136 31,0 0-627-31</inkml:trace>
  <inkml:trace contextRef="#ctx0" brushRef="#br2" timeOffset="15034.25">18435 6641 355 0,'0'0'189'0,"0"0"-136"0,0 0 22 32,0 0 10-32,0 0 7 15,0 0-1-15,0-57 41 0,4 32-67 16,3-3 0-16,6-5-43 16,-2 2 29-16,-4-4-19 0,8 1 14 15,3-4-31-15,5-8 10 16,6 4-25-16,4-2 6 31,1 0-6-31,-5 6 5 0,-10 2-10 0,-12 10 17 16,-7 2-19-1,0 10 16-15,0-3-18 16,-4 10-3-16,-10-1-7 16,-1 1-31-16,-1 7-65 15,-1 0-189-15,-4 0-379 0</inkml:trace>
  <inkml:trace contextRef="#ctx0" brushRef="#br2" timeOffset="16100.52">18375 6486 492 0,'0'0'117'0,"0"0"-36"0,0 0 18 0,0 0-25 0,0 0 17 16,0 0-43-1,0 0-28-15,0 0 10 0,0 17 32 16,0-1 29-16,0 7-63 0,0 2 11 31,0-1-39-31,4-2 13 0,3 0-10 16,-1-2 4-16,-4 0 2 15,0-2 0-15,4-2-7 16,-4-2 5-16,0-3-11 16,-2-6 13-16,2-2-18 0,2-3 23 0,1 0-26 31,1 0 18-31,1-13-6 16,2-3 5-16,-7-2-3 15,3 2-4-15,-1 3 9 16,-2-2-8-16,3 3 15 0,4 1-19 0,0-2 6 31,8-1-2-31,6-1 2 0,6 0 0 16,2 1-1-16,-2 2 4 15,-2 2-14-15,-9 6 13 0,-5 1-13 16,-5 3 11 0,-5 0-11-16,1 0 5 15,-4 0 3-15,0 0 2 16,3 0 0-16,-1 0-3 0,0 0-1 15,-2 0-8 1,7 0 9-16,-5 0-5 16,0 0 6-16,-2 0-1 0,0 0 6 15,-11 0-6 1,-18 0 2-16,-6-3 1 0,-8-5-4 16,3-2 15-1,2-3-13-15,7 4 7 16,7-4 14-16,5 4-16 0,6 0 5 0,9 3-8 0,2 0 0 31,2 6-23-31,0 0-155 16,13 0-277-16</inkml:trace>
  <inkml:trace contextRef="#ctx0" brushRef="#br2" timeOffset="35459.13">6200 15209 181 0,'0'0'84'0,"0"0"-34"0,0 0 24 0,0 0-13 15,0 0-53 1,0 0-8-16,0 0 1 15,0 0-2-15,0 0 1 0,0 0 0 0,0 0 4 16,0 0 76 0,0 0-19-16,0 0 21 15,0 0 25-15,0 0-25 16,0 0-32-16,0 0-49 16,0 0-1-16,0 0-7 15,0 0-37-15,0 0-27 16,0 0 32-16,0 0 10 15,0 0 23-15,2 0 4 0,-2 0 4 16,2 0 33-16,-2 0 15 0,0 0-5 31,0 0-30-31,0 0-10 16,0 0-5-16,0 0-34 0,6 0-61 16,-4 0 39-16,4 0 37 15,-4-1 19-15,-2 1 2 16,0 0 6-16,0-3 36 15,0 2 2-15,0 1-16 16,2-5-30-16,1 5 0 0,-3-3-2 16,4 3 6-1,-4-3 7-15,0 3 38 0,0 0 12 16,0 0-17-16,0 0 3 16,0 0-22-16,0 0-7 15,0 0-9 1,0 0-1-16,0 0 2 0,0 0-3 15,0 0 22-15,0 0-18 16,0 0 15-16,0 0-9 16,0 0-2-16,0 0-4 15,0 0-4-15,0 0-3 0,0 0 2 0,0 0 2 0,0 0-6 32,0 0 27-17,0 0-27-15,0 0 5 0,0 0-5 16,0 0-2-1,0 0 4-15,0 0-1 16,0 0-5-16,0 0 8 16,0 0-10-16,0 0 11 15,0 0-13-15,0 0 6 16,0 0 0-16,0 0-4 0,0 0-2 16,0 0 4-16,0 0 0 15,0 0 1-15,0 0-22 16,0 0-4-16,0 0-74 15,0 0-152-15,0-2-409 16</inkml:trace>
  <inkml:trace contextRef="#ctx0" brushRef="#br2" timeOffset="36316.46">6332 15097 79 0,'0'0'158'0,"0"0"-157"0,0 0 18 16,0 0-19-16,0 0-56 15,0 0-91 1</inkml:trace>
  <inkml:trace contextRef="#ctx0" brushRef="#br2" timeOffset="36363.39">6332 15097 20 0,'2'-6'0'0</inkml:trace>
  <inkml:trace contextRef="#ctx0" brushRef="#br2" timeOffset="37013.66">6229 15069 133 0,'0'0'328'0,"0"0"-245"0,0 0 2 0,0 0 40 15,0 0-3-15,0 0-11 0,-19-17-24 16,19 17-41 0,0 0 22-16,0 0-27 15,0 0 9-15,0 0-31 0,0 0 11 16,0 0-28 0,0 0-2-16,0 9 0 0,0 7 0 0,2 0-1 15,8 2 11 1,-1-2-16-16,-1-2 13 15,-4 0-8-15,0 3 1 16,0 2-7-16,1-1-8 16,3-1-19-16,4 0 13 15,-1-2-22-15,1-5-32 16,-1-2-41-16,-5-8-160 16,-4 0-243-16</inkml:trace>
  <inkml:trace contextRef="#ctx0" brushRef="#br2" timeOffset="37876.54">6176 15687 327 0,'0'0'83'0,"0"0"4"0,0 0 28 16,0 0-51-16,0 0-20 0,0 0-11 15,-7 18 36 1,7-18-14-16,0 0 16 0,0 0 27 15,0 0-31-15,0 0 18 16,0 0-48-16,0 0 5 0,0 0-28 0,0 0 21 31,0 0-26-31,0 0-4 16,0 0-5 0,0-10 0-16,4-8-1 0,12-12 3 15,-1 4 5-15,3-2-4 16,1-8 3-16,-2 2 1 15,1-5-14-15,-3 3 15 0,4-4-10 16,-2 2 2-16,1 1-1 16,2-3-3-1,-2 9 8-15,0-5-10 16,1-3 13-16,-3 11-14 16,3-8 7-16,-6 9-12 0,-3 0-7 15,0 5-2-15,-6 2-1 16,-2 5 5-1,1 7 13-15,-3-3 8 0,0 7 0 16,0 0-2-16,0 4 0 0,0 0-2 0,0 0-22 31,0 0-45-31,0 0-98 16,0 4-204-16</inkml:trace>
  <inkml:trace contextRef="#ctx0" brushRef="#br3" timeOffset="56166.67">14448 15108 257 0,'0'0'88'0,"0"0"-80"0,0 0 29 15,0 0 19-15,0 0 19 16,0 0 3-16,0 0 8 15,0 0-56-15,0 0-22 16,0 0-5-16,0 0-6 16,0 0-4-16,0 0 6 0,0 0 1 0,0 0 0 15,0 0 30-15,0 0 32 16,0 0 5-16,0 0-53 0,0 0-9 0,0 0-3 31,0 0-4-15,0 0-6-16,0 0 8 15,0 0 0-15,0 0 4 16,0 0 47-16,0 0-8 0,0 0-3 16,0 0-40-16,0 0 1 15,0 0-1-15,0 0 0 0,0 0 0 0,0 0 0 32,0 0 8-17,0 0-7-15,0 0 46 0,0 0-27 16,0-3 9-16,0 3-15 15,0 0-11-15,0 0-3 0,0-3 0 16,0-2-2 0,0-1 4-1,0-2-10-15,7-2 16 0,-5 2-14 16,1 1 13-16,-1 1-11 16,0-3 6-16,3-1-4 0,-1 2-1 15,0-5 3 1,1 5 0-16,-3-3 1 0,-2 7-1 0,2 0 5 31,-2 4-8-31,2-4 7 0,-2 0-7 16,0-1 3-16,5-1-3 15,-2-5 2-15,-1 1 1 16,2 0-3-16,-2-7 7 16,3 4-5-16,-1 1 4 15,0-2-6-15,2 3 6 16,-2 2-4-16,-2 1 1 15,2-2-4-15,-2 3-2 16,3-3 12-16,-3 1-6 0,2 1 4 16,-2-2-5-16,4 2 1 15,-2-4-1 1,0 1-4-16,1 6 5 0,-3-4-2 16,2 5 7-16,-2-5-14 0,3 3 18 31,-3 0-10-31,5 0 5 0,-3-3-8 15,1-1 2-15,-1 2 0 16,3-2 4-16,-2 0-2 16,1-2 0-16,-1 4 5 0,1-7-15 15,-4 5 18 1,3-3-14-16,-1 3 10 16,1-5-4-16,0 7 0 15,-3-1 16-15,0-1 18 16,0 2-19-16,2-2 1 15,1-2-8-15,-1 0-11 16,-2-2 12-16,8 2-14 16,-6 0 11-16,0 8-6 15,-2 0 14-15,-2 4 2 0,3-4-11 0,-3 4 1 0,0-4-8 32,2-5 11-32,0 3-13 15,5-6 9-15,-2-2-9 0,-3 1 4 16,7-5 0-1,-1 4 5-15,0-3-4 16,0 4 23-16,-1 0-10 16,-3 1 19-16,0 1-31 0,2 10 16 15,-6-6-13 1,4 2-7-16,-2-1 2 0,2-2 0 16,-1 0-4-1,1-2 9-15,2-3-13 0,-3 2 16 16,8-3-13-1,-9 2 13-15,9-1-12 16,-4-2 4-16,0-1 0 0,4 0 0 0,-7 0 2 31,5-1-7-31,-2 8 11 0,0-9-7 16,-1 6 7-16,1-5-2 16,-3 6 0-16,6-7-7 0,-4-1 3 0,3 6 0 31,-1-4-2-31,0 1 4 0,-2 2-8 0,1 0 12 31,-1-2-9-31,0 4 9 16,4-4-11-16,-5 0 6 0,1 3-1 15,1-6 0-15,-2 1-2 16,-1 2-5-16,-2-2 14 16,5 3-16-1,-3 0 18-15,3 1-18 0,0-7 13 0,-3 7-8 16,1-4 4-1,1-1 0-15,-2 2-3 0,1 3 8 16,2-1-9 0,-2 0 10-16,-1 5-9 15,2-6 11-15,-1 2-14 16,4 2 6-16,-4-4 0 16,1 2-3-16,1-2 6 0,-1 0-9 15,4-4 12-15,-2-4-13 0,1 4 20 16,-1-4-26-1,2 8 16 1,-6 0-6-16,1-1 2 0,-1 3 1 16,-2-3-3-16,8 3 7 0,-4-3-12 15,1 2 14-15,-1-6-13 16,1 3 3-16,-2 3 3 16,4-2-10-1,-3 5 11-15,1 1 0 16,0-3 4-16,-3 1-12 15,3 1 16-15,-1 4-16 0,-1-8 20 16,4 2-22 0,0 0 11-16,-1-2-2 15,1 2-6-15,1 2 0 16,-4 2 6-16,1 0 2 16,-1 2-1-16,-2-4 6 15,6 0-12-15,-1-4 14 0,1 0-11 16,0-4 3-16,1 2-8 15,0 2-1-15,0-2 1 16,-4 9 4-16,-1-3 8 0,-1 2 2 16,2-1-2-1,-3-4 3-15,1 6-4 0,6-6-3 16,-7 1 0-16,10 0-1 16,-6 2-4-16,3-2 10 15,1 2-14-15,-3 0 18 16,-1-2-14-1,2 2 12-15,-2-2-9 16,1 3 2-16,3-4 0 0,-4 3-3 16,1 3 5-16,1 1-7 15,-4-1 10-15,3-1-9 16,-3 0 12-16,-1 2-15 16,0-3 9-16,4 4-4 0,-7-3 1 15,4 2-9 1,-2-2 9-16,1 6-3 0,2-2-1 0,0-3 10 31,-1 2-10-31,3-1 14 0,0-2-14 16,2 0 5-1,-2-1-1-15,-2 2 0 0,2 5 1 16,0-5-5-16,-1 1 2 16,2 0-4-16,-6-4 13 0,7 7-15 31,-3-6 17-31,2 1-14 0,1 3 6 15,-3-4 0-15,2 3-3 16,1-3 7-16,0 4-8 0,-2-2 9 16,2-1-9-1,0 5 9-15,-4-3-10 16,2 2 4-16,-3 0 1 16,3-2 4-16,1-2-1 0,0 0 7 15,1-2-7 1,1 4 7-16,-1-2 0 0,1 0-19 15,-2 0 18 1,-1 0-17-16,3 6 8 16,-6 0 0-16,1-2-2 15,-1 3 5-15,-2 2-9 0,2-1 16 16,0-2-20-16,3 3 19 16,2-4-16-16,-2 1 7 15,6-2 0-15,-3 2 0 16,-1 0 2-16,-2-3-7 0,-3 7 14 15,1 0-7 1,0 0 5-16,-1 0-14 16,1 0 3-16,5 0 3 15,-2 0-3-15,1 0 4 0,-3 0-5 16,2 0 6-16,-1 5-4 16,1-3 6-16,-4 0-6 0,3 2 8 0,-1 2-12 31,0 0 7-31,-4-1-5 15,5 0 4-15,-5-2 1 16,-2 6-6-16,7-3 13 16,-2 2-12-16,2-4 18 15,0 6-17-15,-3 0 8 16,8-2-3-16,-3 2-1 0,-2 0 0 16,-2 1-2-1,1-3 9-15,-1 1-11 0,-3-1 9 0,2 0-9 0,0 0 12 31,-2 1-13-31,1-2 6 16,-1-1-1-16,0 1 0 16,6 2 2-16,-6 1-6 15,-2 4 9-15,3 0-13 0,-3 2 21 16,0-1-23-16,-2-2 18 16,4 0-14-16,-4-4 6 15,5 6 0 1,-2-3-3-16,-1 0 7 15,0 2-11-15,2-2 15 16,-1 2-13-16,-1 0 16 0,-2-2-19 16,0 2 8-1,0 4 0-15,0-5 0 16,0 4 0-16,0-5-5 16,0 2 10-16,0-1-13 0,0-2 20 15,0 3-21-15,0-2 16 16,0 2-12-16,2-2 5 0,-2 0 0 15,4 2 0-15,-4-2 4 16,0 2-14 0,0 5 21-16,4-3-19 15,-4-1 16-15,3 4-14 0,-3-2 9 16,2 0-3 0,-2-1 0-16,7-2 0 15,-5 2-3-15,1-2 6 0,-1 0-7 16,0 0 13-16,-2-2-14 15,0 4 8 1,0 0-5-16,4 1 2 0,-2-2 0 16,1-3-3-1,-1 2 6-15,2-4-10 0,-4 4 15 16,7 0-15-16,-4 1 17 0,3 0-17 16,-4 1 8-1,0 3-1-15,3-5 0 0,-5-3 2 16,4 3-8-1,-2-3 12-15,1 3-13 0,-1 0 18 0,3 2-16 16,-5 0 9 0,0 0-8-1,4 3 4-15,-2 0 0 0,-2-1 0 0,2 4 1 32,3-4-7-32,-1 2 13 0,0-4-13 0,0 1 14 15,0 0-12 1,-2-3 4-16,-2 2 0 15,2 2-1-15,-2-2 2 0,2 4-5 16,-2-3 12-16,2 1-16 16,3-3 19-1,-3 2-21-15,2 1 16 16,4-3-10-16,-6 8 4 0,4-3 0 16,-6 4-2-1,7-3 4-15,-3 6-7 16,-2-7 12-16,6 0-15 15,-4-1 19-15,2-2-17 0,1 1 9 16,-5-2-3 0,7 4 0-16,-2-2 0 0,0 3-2 15,-5-3 10-15,4 4-6 16,1 0 5-16,-5-3-14 16,8 2 1-16,-6-5 4 15,2 0 2-15,-1 0 0 16,4 2-1-16,-2-2 4 15,-1 6-9-15,1 0 16 16,-1-2-18-16,-1 0 18 0,0-2-16 16,-1 0 13-16,0 0-5 15,3-1-2-15,-3 3 0 16,1-3-4-16,0 0 10 16,-1 0-12-16,5-1 16 15,-5 1-17-15,0 0 14 0,4-6-14 31,-6 1 7-31,4 2 0 0,-1-5-2 16,-3 8 6-16,4 1-9 0,-1 0 10 16,-2 0-11-1,-1 1 17-15,2 2-14 0,1-4 7 16,-1-3-3 0,-2-1-1-16,2 1 1 0,1-5-5 15,-3 4 10 1,3-3-9-16,-1 2 13 15,-1 3-19-15,-1-3 17 0,-2 1-14 16,4 1 6-16,-4-3 0 16,2 2 6-16,-2 4-5 15,2-8 8-15,1 5-5 16,1 7-6-16,-1-7 13 0,1 0-11 0,-2 6 0 31,1-4 0-31,1 0-2 16,0-2 2-16,1 3-1 15,-1-7 2-15,1 7-5 16,2-13 13-16,-3 12-11 16,2-4 5-16,-1 0-1 15,1 4-1-15,-3 0-1 16,4-2 2-16,-3-2 1 0,0 2 2 0,1 0 0 16,1-4-3-1,-4-2 5-15,4 1 3 16,-2-3-9-16,-2 1 4 15,0-1-5-15,3 6 0 16,-1-3-6-16,0 4 14 0,1 0 3 16,-2 1-7-16,1-6 2 0,0 1 1 31,-1 0-3-31,-1-3-3 16,0 2-2-16,-2 2 0 15,2-2 1-15,0-2-6 0,2 2 14 16,2-2-12-1,-2 0 12-15,-2 0-5 0,0 4 2 16,1-2-2-16,1-1 0 16,-2 2-3-16,0 1 0 0,2-2 7 0,-1 3-10 31,-3-3 11-31,2 5-11 16,1-3 9-16,-1 3-9 15,0-7 3-15,0 5 0 16,-2-3 0-16,7-2 4 15,-7 4-8-15,0-1 8 16,2-2 0-16,-2-3 0 16,2 6-8-16,0-6 8 15,3 0-6-15,-3 2 2 0,-2 2 0 0,0-3-2 16,0-3 11-16,0 2-15 31,0-4 14-31,0 2-10 0,0-2 5 16,0 1-6-16,0 3-6 15,0 0 0-15,0-4 5 0,0 2-8 16,0-2 1-16,0 3-20 16,0-3 26-16,0 0-28 15,0 0 24-15,0 0-4 16,0 0 10 0,0 0-34-16,0 0-50 0,0 0-66 15,-2 0-154 1,-5 0-323-16</inkml:trace>
  <inkml:trace contextRef="#ctx0" brushRef="#br3" timeOffset="60226.71">17016 15341 384 0,'0'0'78'0,"0"0"-17"0,0 0 3 16,0 0-18-16,0 0-2 15,0 0-3-15,0 0 25 16,44 59 59-16,-40-45-45 16,-2-1-23-16,5 0-35 15,0-3 22-15,0 2-19 16,-3 3 20-16,-2-8-30 16,5 7-6-16,-3 0 8 0,3 3-12 0,-4 1 9 15,3 0-4 1,-2 0 14-1,3 1-13-15,-3 0-3 0,4-2-3 0,-4 4-8 16,2-7 5-16,-1 0-4 31,1 8 2-31,2-4 0 0,0 0-3 16,3 3 10-16,-1 2-13 16,-2-1 14-16,-3 2-11 15,5-3 6-15,0 2-3 16,-1 3 0-16,1-4 4 0,-3 0-15 0,-2 1 23 31,-3-2-17-31,3-1 15 0,-3 3-8 0,2-1 2 16,-2-1-8-1,0 2 2-15,-2-1 2 16,3 4 0-16,-1-2 3 16,0-2-9-16,3 5 13 15,2-6-10-15,-3 2 8 0,2-6-8 31,-3 5 3-31,3-4 0 0,-4 6 0 16,8-4 1-16,-4 5-5 0,-1 0 10 16,3 2-8-1,0-4 6-15,-4 4-4 0,5 3 1 16,-3-7 6-16,-2 4-6 0,4-4 2 31,1 2-6-31,-5-2 9 0,4-4-11 0,0 3 13 0,-6 0-12 31,0 0 10-15,-2-4-6-16,0 1 0 0,2 3 0 16,3 0 9-16,-5 0-8 15,2 4 7-15,0-5-2 16,-2 0-5-16,7-3 5 16,-5 2-11-16,3-2 11 15,-3 4-7-15,0-2 1 16,0 0 0-16,1-2-1 0,1 2 5 15,-2 1-7 1,5-3 9-16,-3 3-9 16,1-1 8-16,-1 7-8 15,3-5 4-15,-1 3-2 0,1 0-1 16,2 0 2-16,-2 2-4 16,2-10 11-16,-1 6-16 15,0-9 17-15,-6 4-16 16,4 0 10-16,-4 1-3 0,7-2 1 15,-9 1 0 1,10 3-1-16,-6-3 3 16,2-1-4-16,-1-2 4 0,-1-2-4 15,-2 1 8 1,3 3-5-16,-2-3 0 16,-1 0 2-16,4 2 4 0,-4 2-7 15,1-4 0-15,-1 4 8 0,0-4 2 16,2 4-7-1,1-2 20-15,0 2-22 16,1 0 12 0,-1 0-9-16,-1-4-4 0,0 1 0 15,1 0 5-15,-1-1-10 16,-1 1 10-16,1 2-8 16,-1 1 10-16,-1 0-10 15,0 0 4-15,2 0-1 0,0 3 0 16,-4-3 1-16,5-4 4 0,-1 4-5 31,4-4 15-31,-4 0-14 16,5 2 10-16,-3-2-8 15,-2-4-4-15,6 1 1 0,-4 0 0 16,-1 5 0-16,1-1 1 16,-2-2-3-16,6 5 7 0,-6 1-10 15,3-2 13-15,-5 5-11 16,2-5 3-1,2-1 0-15,-2 0-3 0,-2 2 6 0,0-5-7 32,5 1 9-32,-5 3-8 15,4-7 12-15,-3 2-14 0,-1-6 8 16,3 1-6-16,-1 8 1 16,1-5 2-1,-3-6-2-15,0 8 4 0,4-6-7 0,-3 1 10 0,4-2-5 31,-3 5 3-31,1-6-5 16,-1 0 2-16,0 3 0 16,1-4-1-16,-3 1 1 0,5-4-2 0,-3 0 4 31,5 0-8-31,0 0 12 16,3 0-12-16,-4 0 5 15,5-14-3-15,-5 0 2 16,2-2 2-16,-1-2-2 15,5 4 4-15,-3-1-8 16,-1 2 14-16,-2-3-14 16,5 1 13-16,0 2-9 15,-1-14 4-15,3 1-2 16,1-2 0-16,-3-2 1 0,3-2-6 16,-1 3 10-16,1 0-13 0,-1 8 22 15,-1-2-21 1,-5 4 12-16,1 2-6 15,2-1 2-15,-1-4-1 16,5-4 0-16,-5 2 4 16,5-7-9-16,-3 5 10 0,0 2-11 15,-1-2 14-15,0 4-14 16,2 0 7 0,-3-1-1-16,0 2 0 15,1-3 3-15,-1 2 12 0,-3-5-12 16,8 6 19-1,-5-3-12-15,3-2-12 0,-1 3 6 16,1 6-8-16,-1-1 3 0,-5-1-1 16,2 3 1-1,1-2 2-15,-3 0-4 16,6 4 8-16,-3-4-10 16,-2 0 10-16,5 0-6 0,-4-3 8 0,3 2-4 31,1 5 1-31,-3-6-2 15,1 2-2-15,-4 0 5 16,-1 0-1-16,7 0 1 0,-3 0-10 0,2 4 4 31,-2 0-3-31,-2-2 4 0,2 2 0 16,-4 0-1-16,4-4 3 16,0-5-7-16,5 1 13 15,-3-4-12-15,3 5 14 16,-1-4-20-16,-1 0 10 15,-3 2-2-15,-1 4 1 0,2-2-4 16,-5-2 1-16,1 6 8 16,2-5-5-1,-4 4 13-15,3-4-20 0,-2-2 8 16,2 2 0 0,2-4 0-16,2-5-5 15,1 3 3-15,-1 2-9 16,-4 0 8-16,4 2 6 15,-2-6-3-15,1 2 8 0,3-3-16 16,-3 0 11-16,1-1-7 16,-3 6 2-16,0-4-14 15,1 2 14-15,0 10 4 0,-2-8-13 0,0 3 27 32,-3 5-28-32,1-8 21 15,0 2-18-15,0-2-3 16,-1 3-17-16,-1 6 19 15,-3-1-6-15,2 3 16 16,-2 4-2-16,3-3-5 16,0 4 14-16,-3-2-6 15,4-6 2-15,1 0-3 16,2 0 0-16,2-8-1 16,-2-1-4-16,7 4-1 15,-3-4 2-15,-1 2-6 0,-4 4 6 16,-1 5 8-16,-1-1-3 15,1-6 3-15,0 4 7 16,0 2 4-16,1-1-10 0,1-4 4 16,1 0-2-16,-2-4-11 15,1 2 6 1,3 2-4-16,-4 0-6 0,1-5-2 16,0 8 4-1,-2 3 1-15,-1-3 4 0,-4 5 2 16,3-3 2-1,-1-2 4-15,1 0-10 0,0-2 3 16,1 0-2 0,1 3-4-16,3-5 4 0,2 2 1 15,-1 2-5-15,-5 0 1 16,2-6 10-16,-6 7-12 16,5-10 12-16,-1 1-10 0,-2 2 2 0,1 6-10 31,0-3-4-31,-3 10 17 15,-2-1 9-15,7-3-9 16,-3-1 22-16,2-6-17 0,4-2-5 0,1-3 7 31,2-6-7-31,1-7 0 16,1 0-7-16,-1 1 1 16,-1 4 6-16,-5 1-4 15,2 9 8-15,1 2 15 0,-1-2-15 0,0 2 21 16,-4 2-17-1,3 0 6-15,1 2-6 0,-4 1-6 16,3 0-4-16,-3-4 6 0,4 2-5 31,1-6 8-31,2 2-12 16,-2-3 9-16,2-3-4 16,1 8 0-16,-3 1 0 0,0 4-4 15,-2-5 4-15,-2 5-6 16,-1 0 13-16,1-3-10 0,1 4 12 15,0-3 2 1,3-6-9-16,0-2 4 16,2-6-6-16,3-4-5 15,-3 4 1-15,0-11 8 16,3 5-14-16,-3 8 12 0,-4 2-10 0,1 8 7 31,-4 6-1-31,-2 4 3 16,-1-2-1-16,5 0 8 0,-2-2-7 15,0-2-1-15,5-1 5 16,1 2-16 0,-4-10 14-16,5 10-6 0,1-5-4 0,-1 3 7 31,-4-2-4-31,5 5 3 16,-4 0-5-16,0-1 12 15,3 1-14-15,-2 0 11 0,0-2-6 0,-2 2-3 16,0 2 2-16,0 4 4 0,-7 4-1 0,-2 2-6 31,0 4-57-15,-18 2-65-16,-24 27-784 15</inkml:trace>
  <inkml:trace contextRef="#ctx0" brushRef="#br3" timeOffset="62336.8">17752 17883 201 0,'0'0'225'0,"0"0"-129"0,0 0-73 16,0 0-23-16,0 0-50 16,0 0 39-16,0 0 11 15,-21 44 1 1,13-38 63-16,6-2-28 0,-6 6-12 16,5-2-21-16,-3-4 9 0,6 2-7 15,-2-6-7 1,2 0 4-16,0 0 21 0,0 0 52 15,0 0 8 1,0 0-2-16,0 0-26 0,0 0-18 0,-2 0-29 16,-1 0 7-1,1 0-4 1,2 0-14-16,0 0 6 0,-3 0 19 16,1-3-9-1,0-4-9-15,-3-1 6 0,1-2-9 16,-2 2 31-16,6 2-30 15,-2-3 0-15,2 6 6 16,0-2 15-16,0 4 28 0,0-3-23 31,0 4-1-31,0-4-19 0,0 4 11 16,0 0-16-16,0 0 16 16,0 0-18-16,0 0 17 15,0 0-13-15,0 4 14 16,0 6-10-16,2-3-5 15,4 4 4-15,-2 1-5 0,5-2 3 16,-4 4-2-16,2-2-6 16,2 2 7-16,-3 0-6 15,-2 4 1 1,4-6-2-16,-2 2 1 0,-1-7-10 16,1 4 11-16,-2 1-2 15,8-6-6-15,-5 7 16 16,1-7-11-16,-4 1 3 15,6 1 0-15,-3-4-1 0,1-2-8 16,2-2 5 0,-2 4 2-16,-1 0-8 15,2 0 20-15,2 2-15 0,-2-1 8 16,-3 2-6 0,-1 0 1-16,2-4 2 0,-5-3 0 15,-2 4 0 1,2-4-7-16,5 0 15 0,-3 0-2 0,-2 0-4 0,7 0 9 31,-1 4-10-31,0 0 8 16,1-4-9-16,0 4 0 15,2-2-2-15,-7-2 8 16,3 0-2-16,5 0 0 0,-6 0 15 16,3 0-6-1,-5 0 5-15,6 0-17 16,-2 0 0-16,1 0 4 15,2 0-1-15,-2 0-4 0,2 0 4 16,-2 0-4 0,-2 0 11-16,-2-2-12 0,-3-2 5 15,0 0 5-15,4 0 5 0,-1 4-3 16,2-4-2-16,0 2-5 31,-3-6 16-31,5 4-19 0,-5 1 18 16,0 3-17-16,6-5 9 15,-2-1-11-15,3-2 5 16,-1 1-2-16,-2 0 0 0,-5 3-6 16,1-1 11-16,0 3-9 0,-2-1 7 31,4-5 2-31,2 0-7 16,-1-2 12-16,1-2-12 15,4 3 0-15,-5-2-1 16,-3-1 1-16,2 8 0 15,-3-2 7-15,2-6-15 0,1 2 16 16,-1-2-12-16,1-2 3 16,-2 0 0-16,1 2-3 15,0 6 8-15,-3 2-11 0,-2 0 13 16,0 4-14 0,0 0 15-16,0 0-16 0,0 0 11 15,0 0-6-15,0 0 0 0,0 4 3 0,-5 6-4 31,-6 2 8-15,-2 6-13-16,-5-4 22 0,5 7-22 0,-5 2 13 31,7-4-8-31,-3 2 1 0,1-7-2 16,-1 8 2-16,3-4-4 16,1 1 5-16,-6-2 0 15,5 5-3-15,-3-4 10 0,-1-3-7 16,6 1 6-1,-3-7-6-15,2 4 2 16,1-4 0-16,1 4-4 16,2-7 9-16,-3 1-12 0,-2 4 13 15,2 1-12 1,-2-2 7-16,-5 3-7 16,5 4 7-16,-2-11-4 0,2 8 2 15,4-10 1-15,7-4-3 16,0 0 8-16,0 0-13 15,-2 0 11-15,-4 0-10 16,-2-4 1-16,-3-10 5 16,-2 0-1-16,4-1 2 15,-4 8-2-15,2-3 8 0,-3-2-5 16,5 1 6-16,-2-1-14 0,0-2 7 31,0 1-2-31,7-5-24 0,-2-5-3 16,6 5-10-1,0-8 0-15,0 12 18 16,0 2-14-16,0 2-25 16,6 0-105-16,-2-2-201 15</inkml:trace>
  <inkml:trace contextRef="#ctx0" brushRef="#br3" timeOffset="62886.71">18194 17951 572 0,'0'0'216'0,"0"0"-105"0,0 0-61 0,0 0-40 16,0 0-10-1,0 0 0 1,67-77-37-16,-54 59 11 0,3-4 21 15,-1 0 5-15,1 0 15 16,-3 0 30-16,-3 4-10 0,-4 4-28 16,3 1 7-1,-3-2-13-15,4-3-2 0,-2-2-62 0,1 2-135 0,1 0-426 32</inkml:trace>
  <inkml:trace contextRef="#ctx0" brushRef="#br3" timeOffset="64106.75">14409 15408 150 0,'0'0'0'0,"0"0"-6"0,0 0-1 16,0 0-37-16,0 0-37 15,0 0 80-15,-17 75 1 16,13-64 21-16,0-5 19 0,4 2-23 16,-4 0-17-1</inkml:trace>
  <inkml:trace contextRef="#ctx0" brushRef="#br4" timeOffset="76779.14">14406 15262 22 0,'0'0'80'0,"0"0"17"0,0 0 26 16,0 0 26-16,0 0-17 0,0 0-43 0,0 0-40 15,0 0 24 1,0 0-11-16,0 0-3 16,3 0-38-16,-3 0-1 15,6 0-17-15,-2 0 12 0,3-4-7 16,-2-2 16-1,-3 6 9-15,-2 0 6 16,0-3 19-16,0 3-13 16,0-1 2-16,0-1-32 15,5-1 11-15,-1-6-25 0,0 1 0 16,-2 8-1 0,5-4-6-16,-7 4 3 15,2 0 3-15,-2-4-4 0,3 4 10 16,-1 0-10-16,0-6 11 15,3 3-11 1,-3 2 11-16,0-3-12 0,2 4 5 16,-1 0 0-16,-1 0 0 15,-2 0 3-15,2 0-11 16,2 0 13-16,1-5-7 0,2 2 2 16,-1-2 0-16,1 0 2 15,3 5-2 1,-4-9 0-16,0 8 1 0,-1-3-4 15,1 1 6 1,-1 2-6-16,-2-2 10 16,5 1-9-16,-1-2 4 15,-1 4-4-15,1-5-2 16,-2-2 4-16,1 6-4 0,-1-4 10 0,-1 1-9 16,0 0 13-16,4-2-15 31,-2 2 8-31,1 0-3 0,-1-2 0 0,1 2-1 15,-2 0-1-15,-1 1-2 16,3-2 0 0,-3 5 7-16,3-4-13 0,-1 0 17 15,4-2-14 1,-2 0 6-16,1 0-1 16,-2 1-5-16,-2 4 4 0,-3 1 2 0,2-4 1 15,1 1-5 1,-1 3 8-1,2-3-6-15,0 0 3 16,0-2-1-16,-2 1 2 0,1 0-2 16,1 4 1-16,-4-2 0 15,-2 2-7-15,0 0 15 16,0 0-10-16,0 0 7 16,2 0-7-16,2-4 4 15,0 2-2-15,2-2 0 0,3 2 1 0,-2-2-5 31,0-2 10-31,-1 3-10 0,3 0 11 16,-5 3-12-16,3-1 8 16,-2-3-3-16,6-3 0 0,-2 1-1 31,0 0-1-31,0-4 4 0,-1 3-8 16,1 1 14-16,1-1-13 15,-4 6 10-15,-2-4-10 16,1 1 3-16,-1 4 2 0,0 0 0 15,2-4 0 1,0 0-5-16,3-2 11 16,-3 2-11-16,0 4 16 15,2-9-18-15,-1 9 12 0,-1-3-7 16,1-1 2 0,-2 2 0-16,1-2-5 0,-1 4 10 15,1-4-9 1,-2-2 12-16,1 6-13 0,0-4 12 15,4 1-11-15,-1 2 5 0,1-7-1 0,1 8 0 32,-2-5 4-32,-1 2-11 0,-1 3 18 15,-3 0-20 1,2-3 20-16,3 3-16 16,-3-3 5-16,5-7 0 15,0 7-3-15,-4 2 3 16,5 1-1-16,-7-4 3 15,-4 4-9-15,8 0 14 0,-6 0-12 16,5 0 12-16,-1-6-10 0,1 6 5 31,4-4-2-31,-2-3 0 0,0 6 2 16,-2 1-7 0,2-5 12-16,-5 5-12 0,-2-3 16 0,7-2-20 31,-2 5 14-31,0-1-5 0,1 1 0 15,1-3 1-15,-2 2-6 16,2-3 9-16,-3 4-11 16,3 0 14-16,1 0-9 0,-2 0 6 15,-1 0 3-15,-1 0-7 16,2 0 5 0,0 0 0-16,-1-5-5 0,-3 5 0 15,4 0 5 1,-2 0-9-16,-4 0 15 0,7 0-20 0,-3 0 15 31,4 0-8-31,-4 0 2 0,1 0-3 16,1 0 2-16,0 0 2 15,-2 0-6-15,-1 0 11 16,1 0-6-16,1 0 2 16,0 0-4-16,-3 0 1 15,1 0 1-15,-1 0 6 16,3 0-6-16,-3 0 0 0,0 0 11 15,1 0-9 1,0 5 2-16,-1-5-8 0,3 0 7 16,-3 0-4-16,3 0 1 15,-2 4 0-15,-1-3-3 0,0 2 6 32,3-2-7-32,-3 4 12 15,6-2-9-15,-6-3 6 0,-2 5-10 16,7-5 6-16,-5 0-1 15,3 0 0-15,2 1 0 16,-5 3-5-16,1 0 10 16,-3-4-9-16,2 0 14 15,1 0-19-15,0 0 18 0,4 3-11 16,-3-3 2 0,3 0 0-16,-7 0-1 15,7 0 1-15,-4 6-3 16,3-6 6-16,-1 4 0 15,0-4 0-15,2 0-6 16,-3 0 6-16,3 0-5 0,-4 0 2 16,2 1 0-16,-1 2-1 0,1 1 7 15,-1 2-11 1,2-6 11-16,-2 0-12 16,1 0 12-16,-1 3-12 0,4-3 11 15,-2 3-5 1,-1-3 0-16,-1 3 1 15,4 0-3-15,-4-1 6 16,-1 0-4-16,-1-2 2 16,0 6-4-16,3-6 6 15,-2 0-7-15,-1 1 3 16,1 2 0-16,1-1 0 16,1 0 7-16,0 2-11 0,-1 2 8 0,3-6-8 31,0 6 11-31,2-1-13 0,-2 1 8 15,4-1-2-15,-1 1 0 16,-4-2 3-16,3 4-6 16,-1-4 6-16,-2 2-6 15,-1 1 6-15,3-7-5 16,-4 6 4-16,1-2-4 0,-1 1 1 16,0-1 1-16,6 0-2 15,-3 0 13-15,-1-2-14 16,4 4 12-16,-1 1-14 15,0-3 6-15,1-3-2 16,-2 6 1-16,-1 2 0 0,3-3 0 0,-1 0 3 31,-1 0-9-31,0-2 12 16,-1 1-5-16,1 1 6 16,2-6-9-16,-3 3 2 15,-1 1 0-15,2-4-2 0,1 4 5 0,2 0-6 31,1 2 9-31,-6-2 2 0,6 2-3 16,-3-2-7 0,0 0 12-16,1 1-11 15,-2 1 1-15,3-1 0 16,1 1-5-16,-1-2 15 0,1-4-9 16,1 6 1-1,1-2 3-15,-5 0-3 0,5 5 6 16,-3-8-8-16,-2-1 1 15,3 5-2-15,-3-2 3 0,0 1-7 16,0-4 11 0,-2 4-14-16,2-4 18 0,0 2-17 15,0 1 13 1,3-2-6-16,-3 2 0 0,3 1-2 16,-6-3-2-1,5 4 8-15,-1-1-8 0,-1-4 10 16,-3 0-11-16,4 0 13 15,-3 1-13-15,-3 3 5 16,3-4 0-16,1 5 0 16,-2-2 0-16,3-3-5 0,-1 5 11 15,-2-1-9-15,-1-3 10 16,2 2-13 0,-2 3 10-16,-1-6-7 15,1 4 3-15,4 0 0 16,-2-4-2-16,2 4 7 15,-3 0-6-15,0-2 5 0,-2 5-8 16,-1-7 11 0,-1 3-14-16,3-1 8 0,-2-2-2 0,-3 1 1 31,4-1 0-31,-1 3-6 0,-3 3 13 16,2-6-14-16,5 4 18 15,-4-4-18-15,2 0 10 16,-5 4-5-16,6-2 2 0,-3 0 0 15,4 4-4 1,-4-6 9-16,1 4-11 16,1 0 12-16,-3-2-12 15,3-1 13-15,-2-1-11 16,-1 3 4-16,2-3 0 0,-1 0-1 16,1 3 1-16,-3-3-6 15,4 5 14-15,-3-5-13 16,3 0 15-16,-5 0-13 15,6 4 6-15,-2-4-6 16,0 0 2-16,1 0 1 0,-3 0-2 0,0 0 6 31,1 2-9-31,-2-2 10 0,3 2-6 16,1-2 12 0,-3 0-17-16,-2 2 10 15,2-2-4-15,-4 0 0 0,6 0 3 16,-6 0-8-1,6 0 14-15,-4 0-10 16,1 0 10-16,1 0-13 16,-2 0 8-16,0 0-7 15,0 2 3-15,0-2 0 0,1 0-1 16,2 0 8 0,-1 0-13-16,-2 2 12 0,1-2-7 15,3 4 7-15,-4-4-3 16,-2 0-3-16,2 0-1 15,5 0-1-15,-7 0 4 16,5 0-3-16,-5 0 9 16,2 0-13-16,0 0 14 15,-2 0-8-15,3 0 4 16,-1 0-1-16,0 0 1 0,0 0-5 0,-2 0 0 16,2 0 4-1,-2 0-8-15,0 0 9 16,2 0-4-16,3 4 3 15,-3-4-8-15,0 4 2 16,0-4 2-16,6 0 0 16,-4 2 2-16,-2-2-9 15,2 4 14-15,1-1-10 16,-3-3 11-16,0 1-9 16,-2-1 3-16,7 3-4 15,-2-3 3-15,-3 4-1 16,4-2 0-16,1 1 0 0,-3 1-4 15,2-4 10-15,-2 2-12 0,-4 2 12 0,6 0-8 32,-4-4 3-32,1 4-1 15,-1-4 0-15,4 0 2 16,-1 6-7-16,2-2 14 16,2 5-17-16,-1-8 19 15,-3 5-17 1,2 0 13-16,2-2-8 15,-1 0 1-15,-1 0 0 0,0-2-1 16,2 2 6-16,-3 0-5 16,3 1 5-16,-4-4-7 15,6 4 8-15,2 2-4 16,-1-2-2-16,-2 4 0 16,1-1-1-16,1 0 3 15,3 3-7-15,-1-5 11 0,-3-1-10 16,3 1 14-1,-1-2-18-15,0 0 14 0,1 2-8 16,1-2 2-16,-4 5 0 16,2-6-1-16,-4 2 5 0,5 0-9 0,-3-1 12 31,-3 1-14-31,4-1 16 16,1-3-15-16,1 8 7 0,-1-5-1 15,5 0 0-15,-3 2 0 16,6-3-6-1,-1 2 12-15,-1-1-10 0,6-4 17 0,-4 5-23 32,0 0 21-32,0-1-15 15,-3-4 4-15,-3 4-2 0,1-3-2 16,-3 3 8 0,3-4-5-16,-3 5 3 0,-2-5-3 15,5 0 9-15,-3 0-15 16,7 0 9-16,-5 0-2 0,1 0 0 15,3 0 3 1,-4 0-11-16,3 0 17 16,1 0-11-16,2 0 8 0,-1-5 9 15,-3 1-13-15,2-1 0 16,-4-4-2-16,1 4 5 16,3 1-5-1,-3-1 7-15,-3 2-12 0,1-2 17 0,-3 1-20 0,5 3 17 31,-5-3-3-15,7-1-5-16,-3 1-1 0,1 3 0 16,1-3 4-16,0-1-8 15,-2 1 11-15,-1-3-11 16,-6 3 13-16,3 2-8 0,-1-3 3 16,-4 5-7-1,5-4 3-15,-7 0 0 16,4 4-1-16,-2-1 5 15,1-2-8-15,1-1 11 16,4 2-12-16,-1-2 14 16,0-2-12-16,2 2 5 15,-2 3-2-15,0-5 0 16,1 2 2-16,1-1-5 16,-7 3 8-16,8 0 7 0,-3 0-8 15,-1-2 11-15,5 0-15 16,1-2 15-16,-1 2-14 15,3 0-1-15,-5-3 0 16,3 1 6-16,-3 2-13 16,-2-1 15-16,-2 1-11 15,4-6 11-15,-4 10 2 16,1-4-8-16,0 0-1 16,1-2-2-16,3 3 2 0,-3-1-7 15,1 0 15 1,-2-1-10-16,-1 1 11 15,3-2-15-15,-4 2 11 0,3 0-11 16,1 0 7-16,-3 0-2 16,1-1 0-16,2 3 2 0,-1-2-7 15,-2-3 13 1,2 3-9-16,-2 2 8 16,0-2-8-16,-1 0 6 15,0 4-5-15,0 0 0 16,3-6 3-16,-1 4-9 15,-2 0 12-15,3-2-10 16,-1 4 12-16,3-4-14 16,-3-1 14-16,0 2-12 15,1-1 4-15,-3 2 0 0,0-2-2 16,-4 0 6-16,5 4-9 16,-3 0 12-16,1-4-14 0,0 2 15 15,4 0-15 1,-2-4 10-1,7 6-3-15,-5 0 0 0,-1-4 2 16,0-2-8-16,-4 6 13 16,1-3-15-16,3 3 18 0,-2-1-17 15,1-1 14-15,2-1-11 16,-2 3 4-16,2 0-1 16,-2 0-2-1,0 0 6-15,-2 0-11 16,1 0 19-16,-1 0-20 0,0 0 17 15,2 0-13-15,-1 0 8 16,2 0-3-16,3-3 0 16,-2-1 2-16,-2 4-10 15,0-2 18-15,-3 2-16 0,3 0 14 16,-1 0-15 0,-2 0 15-16,1 0-13 15,-1-2 5-15,0 2 0 0,2 0-2 16,1 0 4-1,-3 0-7-15,3-2 10 16,2 2-9-16,-2 0 10 0,3 0-9 0,-8 0 3 16,7 0 0-1,-5 0-2-15,1 0 2 16,0 0-8-16,0 0 16 16,-3 0-13-16,5 0 13 15,0 0-10-15,0 0 3 16,-3 0-2-16,-1 0-3 15,1 0 1-15,0 0 1 16,0 0 4-16,-2 0-5 16,1 0 11-16,-3 0-14 0,4 0 15 15,0 0-18-15,-2 0 9 16,0 0 0 0,3 0 0-16,-1 0 1 0,2 0-7 15,0 0 19 1,-4 0-22-16,3 0 22 0,-3 0-23 15,1 0 14-15,0 0-8 16,-1 0 2-16,-2 0-5 16,7 0 6-16,-3 0 2 15,-1 2-10-15,-2 0 16 0,3 0-14 16,-1-2 14-16,-3 4-9 16,2-4 2-1,-2 0 0-15,3 3 0 16,-1-3 0-16,1 0-5 15,2 0 10-15,-3 0-7 0,0 3 7 16,1-1-9-16,1-2 9 16,2 1-5-1,-4-1 0-15,0 3-2 0,1-3 2 16,-1 0 0-16,2 0-3 16,0 0 10-16,-2 6-14 0,2-6 17 15,-3 4-19 1,3-4 9-16,-2 0 0 15,4 6 0-15,0-6 1 0,-1 2-9 16,2 0 17-16,-2-2-20 16,2 4 19-16,1-4-18 15,2 0 13 1,1 0-7-16,-2 0-2 0,-4 0-23 0,-5 0-19 31,-2 0-92-31,-4 0-129 0</inkml:trace>
  <inkml:trace contextRef="#ctx0" brushRef="#br4" timeOffset="79726.46">14424 15268 507 0,'0'0'120'0,"0"0"-58"0,0 0-57 0,0 0 5 16,0 0-7-1,0 0 0-15,0 0-6 0,-7 0 8 16,5 0 43 0,0 0 59-16,-2 0 14 15,-3 0-57-15,2 0-17 16,-2 0-19-16,1 0 3 0,4 4 7 16,-3 0-36-1,1-4-2-15,-3 8 9 0,0-5-14 16,-1 1 12-16,1 3-8 0,1-3 4 31,-4-2 6-31,6 2 6 16,-3-2-9-16,-1 4-6 0,-2-6 10 15,-1 8-20-15,0-2 23 16,-3 1-21-16,-1 4 13 0,-1-3-10 16,3 0 2-1,-1-2-1-15,4 3 2 16,-4-5-2-16,1-1-3 15,0 1 11-15,-1 2-11 16,-1 2 0-16,-3 6 3 16,-1-5-12-16,2 0 5 0,1-1 1 15,-1 2 10-15,5-10-4 16,1 8 8-16,-2-6-10 16,4 2 16-16,-2 1-18 15,2-1 18-15,0-1-12 16,0 1 2-16,-2 0 0 15,-1-2-3-15,-3 2 8 16,1-4-1-16,-1 4-4 16,-1-2 5-16,1 2 2 15,-3 0-10-15,1 4 3 16,-2-3 0-16,2-3-2 0,-1-1 2 16,-3 4 3-16,6-4 4 15,-3 3-6-15,-1-4 4 0,0 4-10 0,2-4 10 31,1 0-6-31,5 0 1 0,2 0 0 16,-2 0 0-16,0 0 4 0,-1 0-9 31,4 0 12-31,-3 0-12 0,1 0 14 16,2 0-14 0,-3 0 7-16,1 0-4 0,-3 0 1 15,3 0 1 1,-4 0-6-16,3 0 12 0,2 0-12 15,0 0-3-15,-2-4 9 16,0 0-8-16,-3 1 8 16,3-1 0-16,2 2 0 15,0-3-5 1,-2 5 10-16,5-8-8 0,-4 8 7 0,0-4-7 31,-4 0 10-31,-4 2-9 0,4-2 4 16,-1 0-1-16,-3-2 2 15,12 5 0-15,-7-2-6 16,1-9 10-16,-1 8-14 16,-5-6 16-16,-4 0-9 15,0 2 0-15,-7-4-3 0,4 2 1 16,0 4 2 0,6 0-1-16,-2 4 4 0,11-2-8 15,0-2 15-15,3 6-13 16,-1-4 6-16,-1 1-5 15,-3-6 2-15,-5-1 0 0,-1 2 0 16,-5-5-2 0,4 3-5-16,-4-3 14 15,5 3-15-15,3 2 16 0,-1-3-12 16,5 6 8 0,0-5-2-16,-2 4-2 15,0-2-6-15,-3-5 3 16,-2 0 6-16,0 3-15 15,5 2 17-15,-3-2-13 0,1 1 14 16,1-3-16 0,-1 2 11-16,1 2-2 0,1-2-4 0,-5-3 3 0,7 3-4 31,-5-3 12-31,3 1-11 16,2-2 15-16,-5 4-17 15,3 0 15-15,1-1-8 16,2 3 9-16,1 2-5 15,-1-3 0-15,2-1 2 16,1 6-11-16,3 0 15 0,-3 0-20 0,2-5 20 0,-3 5-11 31,1 0 1-31,-2-7 0 0,0 7 0 16,-2-4 4-16,2 4-9 31,0-5 12-31,-2 7-13 0,5-2 19 16,-3-3-22-1,1 6 13-15,0-4-7 0,-1 1 3 16,0-6 0-16,0 2-3 16,-2-1 6-16,-1 4-9 15,4-3 13-15,-1 2-9 16,3-2 6-16,-4 4-5 16,4-4 1-16,-1 0-2 15,-1 5 0-15,5-6 0 0,-4 1 0 16,3-2 4-1,-1 3-8-15,-1 2 20 16,-1 0-20-16,-2 2 12 16,0-3-11-16,3 6 8 0,-3-4-3 15,4 0 0-15,-2-1 0 16,3 1-2-16,-5-4 6 0,3 7-4 31,-4-4 10-31,4 4-16 16,-3-2 8-16,5 3-4 0,-4-3-4 15,4 3 6-15,-5 0 0 16,5 0 8-16,-2 0-16 16,-4 0 19-16,4 0-20 15,-3 0 15-15,-1 0-12 16,2 0 4-16,-3 0-1 16,-1 0 2-16,-1-3 1 15,-2 0-3-15,-1 3 9 16,0-5-11-16,-1 5 12 0,1 0-10 15,0 0 4 1,8 0-2-16,-8 0 0 0,7 0 1 16,-3 0-4-16,2 0 8 15,-1 0-8-15,-1 0 12 0,1 0-14 16,-5 5 10-16,5 1-8 16,-2-3 4-16,-3 6-1 15,-1-4 1-15,1 3 0 16,-1-3-3-16,1 3 10 0,1 6-14 0,-4-9 15 31,3 2-13-31,-1 3 7 16,-3-6-2-1,0 6 0-15,-4-4 2 0,-1 2 11 0,4 4-13 0,0 2 4 32,-4 3 5-32,3 6-18 0,-10 0 14 15,1 2-7 1,-2-2 2-16,6-6-4 15,4-1 1-15,6-4 6 16,3 0-11-16,-5 6 7 16,-2 0-28-16,6-4-115 0,1 0-214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3498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6.xml"/><Relationship Id="rId5" Type="http://schemas.openxmlformats.org/officeDocument/2006/relationships/image" Target="../media/image70.png"/><Relationship Id="rId4" Type="http://schemas.openxmlformats.org/officeDocument/2006/relationships/customXml" Target="../ink/ink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8.xml"/><Relationship Id="rId5" Type="http://schemas.openxmlformats.org/officeDocument/2006/relationships/image" Target="../media/image90.png"/><Relationship Id="rId4" Type="http://schemas.openxmlformats.org/officeDocument/2006/relationships/customXml" Target="../ink/ink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customXml" Target="../ink/ink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customXml" Target="../ink/ink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930BA021-566F-39D8-B8CF-71D5D8C2F564}"/>
                  </a:ext>
                </a:extLst>
              </p14:cNvPr>
              <p14:cNvContentPartPr/>
              <p14:nvPr/>
            </p14:nvContentPartPr>
            <p14:xfrm>
              <a:off x="2730960" y="1463040"/>
              <a:ext cx="8969400" cy="462780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930BA021-566F-39D8-B8CF-71D5D8C2F56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21600" y="1453680"/>
                <a:ext cx="8988120" cy="46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3962A8B9-FAC4-0BD0-86D5-DC66641F9C6E}"/>
                  </a:ext>
                </a:extLst>
              </p14:cNvPr>
              <p14:cNvContentPartPr/>
              <p14:nvPr/>
            </p14:nvContentPartPr>
            <p14:xfrm>
              <a:off x="2877840" y="3793320"/>
              <a:ext cx="8044560" cy="196344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3962A8B9-FAC4-0BD0-86D5-DC66641F9C6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68480" y="3783960"/>
                <a:ext cx="8063280" cy="19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AC4C9FDB-5A7A-7B5A-1B58-7BF5A259B6F5}"/>
                  </a:ext>
                </a:extLst>
              </p14:cNvPr>
              <p14:cNvContentPartPr/>
              <p14:nvPr/>
            </p14:nvContentPartPr>
            <p14:xfrm>
              <a:off x="6257520" y="1481040"/>
              <a:ext cx="2526480" cy="122724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AC4C9FDB-5A7A-7B5A-1B58-7BF5A259B6F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48160" y="1471680"/>
                <a:ext cx="2545200" cy="124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851ACF44-A885-905C-F443-E0CF76D80941}"/>
                  </a:ext>
                </a:extLst>
              </p14:cNvPr>
              <p14:cNvContentPartPr/>
              <p14:nvPr/>
            </p14:nvContentPartPr>
            <p14:xfrm>
              <a:off x="6276240" y="1450080"/>
              <a:ext cx="2451600" cy="1305720"/>
            </p14:xfrm>
          </p:contentPart>
        </mc:Choice>
        <mc:Fallback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851ACF44-A885-905C-F443-E0CF76D8094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266880" y="1440720"/>
                <a:ext cx="2470320" cy="1324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549DBE7A-36F1-A313-0D24-F373C7B0A1C5}"/>
                  </a:ext>
                </a:extLst>
              </p14:cNvPr>
              <p14:cNvContentPartPr/>
              <p14:nvPr/>
            </p14:nvContentPartPr>
            <p14:xfrm>
              <a:off x="944640" y="1272240"/>
              <a:ext cx="10685880" cy="529308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549DBE7A-36F1-A313-0D24-F373C7B0A1C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5280" y="1262880"/>
                <a:ext cx="10704600" cy="531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8784F966-8D73-A42E-4DF0-E808E6D364A6}"/>
                  </a:ext>
                </a:extLst>
              </p14:cNvPr>
              <p14:cNvContentPartPr/>
              <p14:nvPr/>
            </p14:nvContentPartPr>
            <p14:xfrm>
              <a:off x="1346400" y="2903400"/>
              <a:ext cx="836280" cy="126828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8784F966-8D73-A42E-4DF0-E808E6D364A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37040" y="2894040"/>
                <a:ext cx="855000" cy="1287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F3A19AA9-7ADF-A82D-1C06-8DA4A2B2D268}"/>
                  </a:ext>
                </a:extLst>
              </p14:cNvPr>
              <p14:cNvContentPartPr/>
              <p14:nvPr/>
            </p14:nvContentPartPr>
            <p14:xfrm>
              <a:off x="689400" y="114120"/>
              <a:ext cx="10875600" cy="599940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F3A19AA9-7ADF-A82D-1C06-8DA4A2B2D26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0040" y="104760"/>
                <a:ext cx="10894320" cy="601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DD3D5413-0835-1E6E-82DE-366A9F6CD03A}"/>
                  </a:ext>
                </a:extLst>
              </p14:cNvPr>
              <p14:cNvContentPartPr/>
              <p14:nvPr/>
            </p14:nvContentPartPr>
            <p14:xfrm>
              <a:off x="4501080" y="339120"/>
              <a:ext cx="7506720" cy="573300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DD3D5413-0835-1E6E-82DE-366A9F6CD0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91720" y="329760"/>
                <a:ext cx="7525440" cy="5751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26F506E6-A661-C078-AA6C-6E02B7CD2F9A}"/>
                  </a:ext>
                </a:extLst>
              </p14:cNvPr>
              <p14:cNvContentPartPr/>
              <p14:nvPr/>
            </p14:nvContentPartPr>
            <p14:xfrm>
              <a:off x="1418760" y="603720"/>
              <a:ext cx="9365040" cy="601776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26F506E6-A661-C078-AA6C-6E02B7CD2F9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09400" y="594360"/>
                <a:ext cx="9383760" cy="6036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666C57D5-EA81-098C-0C7E-A480314EA88B}"/>
                  </a:ext>
                </a:extLst>
              </p14:cNvPr>
              <p14:cNvContentPartPr/>
              <p14:nvPr/>
            </p14:nvContentPartPr>
            <p14:xfrm>
              <a:off x="1022400" y="1092960"/>
              <a:ext cx="10815480" cy="568512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666C57D5-EA81-098C-0C7E-A480314EA88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13040" y="1083600"/>
                <a:ext cx="10834200" cy="5703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16</Words>
  <Application>Microsoft Office PowerPoint</Application>
  <PresentationFormat>Widescreen</PresentationFormat>
  <Paragraphs>16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Matemática Pré-Vestibular</dc:title>
  <dc:subject>PptxGenJS Presentation</dc:subject>
  <dc:creator>Created by Marp</dc:creator>
  <cp:lastModifiedBy>Éderson Passos Silva</cp:lastModifiedBy>
  <cp:revision>4</cp:revision>
  <dcterms:created xsi:type="dcterms:W3CDTF">2026-09-22T01:59:25Z</dcterms:created>
  <dcterms:modified xsi:type="dcterms:W3CDTF">2026-10-06T23:30:15Z</dcterms:modified>
</cp:coreProperties>
</file>