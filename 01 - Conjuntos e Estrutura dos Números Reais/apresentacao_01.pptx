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2:12:52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16445 6953 11 0,'0'0'208'0,"0"0"-201"0,0 0-7 0,0 0 1 0,0 0 38 0,-47 0 30 0,36 0-19 0,2 0-17 0,3 0-10 0,-2 0 12 0,0 0-34 0,-3-11 11 15,-1 3-7-15,-1 0-1 16,2-1-3-16,0 1 45 16,-2 2-1-16,3 1-13 15,1-3 22-15,-1 4-48 16,-2-4-6-16,3-1-46 16,1 6 38-16,1 0 8 0,0 1 7 15,2 2 25-15,1 0 1 16,2 0-12-16,0 0-15 15,-3-2 0-15,3 2 4 16,0 0-20-16,0 0 10 16,2 0-6-16,0 0 0 15,0 0-3-15,0 0-10 16,0-3 3-16,6 1 15 16,10-6 0-16,6 2-2 15,1-2 6-15,-4-1-4 16,4 3 3-16,-3-1-2 0,-1-1 14 15,4-1-8 1,-3-2-6-16,9 1 1 0,-4-1-5 16,-1 6 10-16,1-2-9 15,-3 7 7-15,-1 0-4 16,2-2 1-16,2 0 2 16,-3 0-2-16,1-3-1 15,-1 1 11-15,0-2-9 16,1-5-1-16,1 1 7 15,-4 2-5-15,0 2 2 16,-5 2 4-16,-1 4-8 16,-3-3 1-16,9 1-2 15,-2-4 2-15,4-3-1 16,-1-1 4-16,1-2-7 0,-5 6 8 16,4 0-7-16,-8 2 1 15,5 1-3-15,1 3-2 16,4 0 5-16,4 0 3 15,2 0 2-15,0 0-10 16,-4 0 12-16,1-5-9 16,-2 4 5-16,-6-6-2 15,1 5 2-15,-6 0-6 16,7 2 3-16,-1-2 0 16,10-4-3-16,3 0 9 15,-3 0-3-15,-2-1 5 16,-3 1 0-16,1-1-6 15,-6 5 7-15,2 0-5 0,-1 0 0 16,4 0 3 0,3-4-7-16,-3 0 0 0,3 2 8 15,-6-4-13-15,-8 4 11 16,0 3-7-16,-6-2 1 16,2 3 0-16,-1 0-2 15,4 0 5-15,-1 0-7 16,4 0 11-16,3 0-12 15,-3 0 13-15,6 0-12 16,3 0 5-16,1 0-1 16,0 0 0-16,-4-3 1 15,2-6-1-15,-1 5 2 16,0 0-8-16,-6 0 17 16,2 0-16-16,-5 4 10 0,8-2-10 15,-2 2 4-15,8 0 1 16,-2 0-2-16,2 0 4 15,-5 0-8-15,0 0 14 16,-6 0-12-16,-3 0 9 16,-5 0-10-16,6 0 7 15,1 0-4-15,6 4 4 16,8 2-2-16,4-2 0 16,9 0 1-16,-3-4-5 15,-4 0 9-15,-4 0-1 16,-8 0-2-16,-4 0 11 15,-3 0-8-15,0 0 16 16,2 0-2-16,4 0-5 0,2 0-14 16,3 0 9-16,-7 0-7 15,-2 0 2-15,2 0-4 16,-4 0 0-16,-3 0 14 16,0 0 6-16,-6 0-9 15,0 0-10-15,-3 0 3 16,0 4-7-16,1 1 9 15,2-2 1-15,-2 0-2 16,1-2-10-16,1-1 9 16,-5 0-4-16,-2 0 1 0,0 0 5 15,0 0 7 1,0 0-8-16,0 0 7 0,0 0-12 16,0 0-6-16,0 0-40 15,-9-16-18-15,-22-5-30 16,-25 2-160-16</inkml:trace>
  <inkml:trace contextRef="#ctx0" brushRef="#br0" timeOffset="12138.16">1828 11622 37 0,'0'0'120'0,"0"0"108"0,0 0-106 15,0 0-85-15,0 0 91 16,0 0-126-16,0 0-4 15,12 26 9-15,-12-26 3 16,0 0-5-16,0 0 61 16,0 0-23-16,0 0-15 15,2 0-2-15,-2 0 6 16,0 0-21-16,0 0-11 16,0 0 10-16,0 0-10 15,0 0 41-15,0 0-24 16,-8 0 19-16,0 0-16 0,4 0 11 15,2 0-17-15,-3 0-13 16,5 0-2-16,0 0-12 16,0 0 1-16,0 0-12 15,9 2 18-15,3 10 3 16,-1 0-4-16,-1 1 4 16,0-4 3-16,1-5-5 15,0-4-20-15,-2 0-12 16,4 0-12-16,3-10 25 15,-3-6 20-15,2 4 3 16,-3 6 1-16,-3 4-5 16,2 2-4-16,0 0 6 15,-2 0 3-15,5 0 0 0,-8 0 4 16,5 0 2-16,1 0-12 16,-4-4 12-16,1 4-13 15,0 0 7-15,0 0-1 16,2 0 1-16,0 0 4 15,1 0-4-15,-2 0 5 16,2 0-6-16,-3 0 4 16,2 0-4-16,-3-4 1 15,4 1 0-15,-3 0 3 16,-1 0-3-16,2 0 0 16,3 0 5-16,3-2-11 0,-1 3 19 15,5 0-21-15,-2 2 16 16,-4 0-15-16,-2 0 7 15,-5 0-3-15,5-2 1 16,-6 2 2-16,-4-4-4 16,5 2 11-16,-3-2-16 15,-1 2 18-15,-3 0-9 16,5 2 0-16,-5 0 2 16,0 0-2-16,2 0-7 15,2 0 3-15,3 0 8 16,1 0-4-16,4-5 9 15,-1 5-11-15,-1-4 8 16,4 0-12-16,-5 1 5 16,3 0 1-16,-8 3 0 0,-2 0 2 15,0 0-11-15,-2 0 18 16,0 0-8-16,5 0 0 16,-3 0-2-16,-2 0 2 15,0 0 0-15,0 0 8 16,0 0 25-16,0 0 31 15,0 0-62-15,0 0-3 16,-17 19-34-16,-12 6-307 16</inkml:trace>
  <inkml:trace contextRef="#ctx0" brushRef="#br0" timeOffset="18398.46">2486 11256 6 0,'0'0'130'0,"0"0"-70"0,0 0 15 0,0 0-7 16,0 0-9-16,0 0-27 15,0 0 2-15,0 0 7 16,0 6-32-16,0-3-1 15,0 5-5-15,0-6-5 16,2-2 4-16,-2 0 0 0,0 0 21 16,0 0 20-1,0 0 7-15,0 0-18 0,0 0 0 16,0 0-29-16,0 0-3 16,3 0-6-16,1 0 6 15,2 3 1-15,4-2-1 16,-4 3 0-16,-1-2-7 15,-5 5 5-15,8-3 2 16,-3 1 2-16,2 0 8 16,0-2-20-16,-1 2 16 15,1-1-12-15,1-3 2 16,4-1 2-16,-3 4-1 16,1 2 6-16,4 1-5 0,-3 0 4 15,1 3 6 1,1-4-4-16,-7-1-8 0,8-1 4 15,-3-4-3-15,0 0 0 16,3 0 3 0,-1 0-3-16,1 0 9 0,-4 1-9 15,-1-1 13-15,3 0-20 16,-4 0 14-16,-1 0-8 16,-1 0 3-16,0 0 0 15,-2 0-1-15,0 0 2 16,3 4-4-16,-3-4 11 15,2 3-8-15,0-3 1 0,0 0-6 16,-1 0 6-16,-3 0 0 16,2 0-2-16,-2 2 3 15,6-1-5-15,-2 3 8 16,1 3-3-16,3-5 9 16,-2 0-17-16,0-2 10 15,-1 0-6-15,4 0 2 16,-2 0-4-16,0 0 4 15,0 0 1-15,0 0-1 16,0 3 4-16,2 0-3 16,-3 0 2-16,4 2 0 15,-6-5-2-15,1 0-2 16,-1 0-1-16,2 0-2 16,-4 0 2-16,-2 0 6 0,1 0 4 15,-1 0-1 1,2 0-12-16,2 0 13 0,2 0-7 15,1-5 5-15,-1-4 2 16,2-2-1-16,-4-3-6 16,1 4 0-16,-5 7 6 15,4 0-7-15,-4 3 1 16,1 0-8-16,-1 0 6 16,3 0 2-16,-3 0 2 15,3-3 4-15,-1-4-6 16,-2 1 0-16,0-2 21 15,-2 4-8-15,0 4 5 16,0 0 18-16,0 0 16 0,0 0-9 16,0-2-24-1,0 2-7-15,0-4-11 0,0 3-2 16,0-2 12-16,0 0-16 16,0 3 9-16,0 0-4 15,0 0 0-15,0 0 4 16,0 0-1-16,0 0-2 15,0 0 5-15,0 0-6 16,0-3 0-16,-15 3-93 16,-26 0-591-16</inkml:trace>
  <inkml:trace contextRef="#ctx0" brushRef="#br0" timeOffset="20697.11">3515 10393 17 0,'0'0'239'0,"0"0"-239"0,0 0-18 0,0 0-11 16,0 0 2 0,0 0 27-16,0 0 48 0,0 0 38 15,0 0-23-15,-4 0-56 16,0 0 9-16,-1 0-8 16,1 0 24-16,2 0-12 15,-1 0 25-15,1 2-8 16,-1 0-8-16,1-2 14 15,0 0-27-15,-4 0 4 16,1 0-18-16,-1 0 15 16,0 0-13-16,0 2-1 15,2 4 1-15,-3-2-1 16,-1 2 1-16,4-2-3 16,0 1 7-16,-2 0-5 15,6-2 7-15,-2 0-7 0,-3-3 2 16,3 4-5-16,0 4-1 15,0 0-2-15,0 5 1 16,-4 0-3-16,6-1 10 16,-2 1-5-16,0-6 6 15,0 1-6-15,2 0 0 16,-2-4 0-16,2-2 0 16,0 0-4-16,0 8 2 15,0 0 4-15,0 4-6 16,0 5 4-16,-2-3-4 15,-1 4-18-15,3-4 4 16,0 4 15-16,-2-4 3 0,2-2-8 16,0-3 16-16,0-2-12 15,0-1 10-15,0-6-12 16,0 4 6-16,0-4 0 16,0 4-11-16,0 4 11 15,0 8 0-15,0 5 3 16,0-3-5-16,0 1 9 15,0-5-3-15,0-4 6 16,0-2-20-16,0 2 12 16,0 3-2-16,0-2 0 15,0-1 1-15,0 1-6 16,0-1 13-16,0 2-16 16,5 1 19-16,-3 2-21 15,0 5 16-15,0-2-6 0,-2-3 0 16,2-1 0-16,0-4 0 15,-2 3 5-15,0-5 14 16,6-2-18-16,-4 1-1 16,0-2 6-16,0 3-11 15,-2 4 9-15,2 1-4 16,-2 0 0-16,0-3 0 16,5 2-3-16,-5-5 10 15,2-2-13-15,-2-2 16 16,0 0-17-16,4 3 11 15,-2-6-7-15,2 4 3 0,0 3 0 16,-4 0-1 0,4 5 2-16,-2 3 8 0,0-1-2 15,3-5 5-15,-3-1-9 16,0-4-6-16,0-2 0 16,0 0 3-16,0 0 0 15,0 2 2-15,-2 2-6 16,0 3 11-16,0-4-7 15,0 4 10-15,0-4-10 16,0-5 3-16,0-2-2 16,0 0-1-16,0 0-1 15,0 0 1-15,0 0 0 0,0 0 3 16,0 0 3 0,0 0 19-16,0 3-16 15,0-1 17-15,0 4-15 0,0-4-10 16,0 0 0-16,0-2 0 15,0 0-2-15,0 0 6 16,0 1-3-16,0 2 5 16,0-2-11-16,0-1 8 15,0 0-8-15,0 0 4 16,0 0-3-16,0 0 3 16,0 0 1-16,0 0-1 15,0 0 2-15,0 0-1 16,0 5 4-16,0-5 1 15,0 0 15-15,0 0 12 16,0 0-16-16,0 0-11 0,0 0-6 16,0 0-4-16,0 0 1 15,0 0-8-15,0 0 6 16,0 0-10-16,0 0 9 16,0 0 12-16,0 0-5 15,0 0 12-15,0 0-12 16,0 0 7-16,0 0-3 15,0 0-10-15,0 0-9 16,0 0-11-16,0 0-49 16,0 0 56-16,0 0 9 15,0 0 15-15,0 0-10 0,-4 0 4 16,-9 0-2 0,-9-9-171-16</inkml:trace>
  <inkml:trace contextRef="#ctx0" brushRef="#br0" timeOffset="22745.27">6597 10407 123 0,'0'0'159'0,"0"0"-126"0,0 0-33 0,0 0 0 16,0 0 0 0,0 0 18-16,0 18 34 0,0-4 6 15,0 0-6-15,0 2-19 16,2-2-9-16,-2-2-18 15,2-1-6-15,-2 1 3 16,0-2-8-16,4-1 5 16,2 4 0-16,-4-1 0 15,2 1 5-15,0 4-8 0,1-3 10 16,1-2-14 0,-2 3 7-16,2 1 0 0,-2-2 0 15,0 1-1-15,1 6 0 16,-3 0 2-16,0 3-1 15,0 0 5-15,-2-5 9 16,4-5-14-16,4 1 8 16,-6-5-5-16,2 1 2 15,1 1-3-15,-3-5 3 16,2 1 25-16,-2-2-27 16,0 5 3-16,1-2 4 15,-3 1-10-15,0 4 2 16,0 0 18-16,0 2-12 15,0-2 7-15,0 4 4 16,0 0-17-16,0 0 15 0,0 1-7 16,0-6 11-16,0 0-15 15,0-6 9-15,0 0-14 16,0-2 0-16,0 3 0 16,0 1-1-16,-7 3-3 15,3 5 0-15,-3 2-10 16,3 2 22-16,2-4-16 15,-6-5 14-15,8-2-14 16,-4-4 10-16,4 1-3 16,-4-2 1-16,-1 1 2 15,-1 4 1-15,2 2 2 0,-2-3 5 16,2 0-8-16,-2-1 4 16,-1-2 5-1,-1 0 2-15,-2 2-8 0,1 2 11 16,3 2-2-16,-3 1-10 15,0 1 18-15,2-5-18 16,5-3 34-16,0-4-18 16,2-2-5-16,0 5-16 15,0-5 0-15,-2 0 0 16,2 0 4-16,-3 1-1 16,-1 2-3-16,2 2 0 15,-3 0-22-15,0-4 13 16,-3-1-20-16,-10 0-65 15,-18-22-210-15</inkml:trace>
  <inkml:trace contextRef="#ctx0" brushRef="#br0" timeOffset="25078.61">4139 11654 61 0,'0'0'116'0,"0"0"-116"0,0 0-27 16,0 0 27-16,0 0 29 15,0 0 57-15,0 0 3 16,-15 0-21-16,10 0-52 16,5 0-16-16,0 0-12 15,0 0-18-15,0 0 7 16,0 0 23-16,0 0 6 15,0 0 35-15,0 0 23 0,0 0 9 16,0 0 6-16,0 0-48 16,0 0-27-16,0 0-1 15,0 0-6-15,0 0-29 16,0 0 11-16,0 0 13 16,0 0 8-16,0 0-12 15,0 0 14-15,0 0-3 16,0 0 2-16,0 0 2 15,0 0-2-15,13 0-2 16,1 0-4-16,-1 0 5 16,0 0-5-16,5 0 10 15,-5 0-6-15,1 0 4 16,-1 0-4-16,-1 0 4 16,5 0-5-16,-3 0 2 0,-1 0 0 15,1 0 2-15,-1 0-1 16,-4 0-1-1,-2 0 2-15,6 0-1 0,-2 0 0 16,1 0 8-16,0 0-3 16,5 0-3-16,2-4-3 15,1 0 2-15,1-5-3 16,-2 5 2-16,-3-3 7 16,-3 7-8-16,-6 0 0 15,2 0 0-15,-4 0 1 16,1 0 9-16,1 0-8 0,-1 0-2 15,1 0 1 1,6 0 7-16,1 0-2 0,-1-2-6 16,3 2 0-16,-1 0 0 15,-2 0 0-15,1 0 0 16,-1 0 0-16,-5 0 1 16,0 0-2-16,-3 0 7 15,-1 0 15-15,0 0-8 16,3 0 3-16,5 0-13 15,-4 0 2-15,6 0-4 16,1 0 0-16,-4 0-1 16,3 0 6-16,-1 0-8 15,-1 0 8-15,3 0-12 0,1 0 9 16,-3 0-6-16,1 0 6 16,-6-2-3-16,5 0 0 15,-1 0 0-15,-1 2-1 16,-3 0 7-16,0-2-10 15,-2 2 11-15,3 0-8 16,0 0 1-16,2 0-1 16,0-2 0-16,0 2 1 15,-1 0-3-15,-4-4 8 16,5 4-9-16,-2 0 11 16,2 0-14-16,2 0 12 15,-1 0-10-15,1 0 9 16,-1-2-4-16,-2 2 0 15,-1-7 0-15,-3 7-1 16,2 0 5-16,-2 0-3 16,3 0-1-16,-2 0-3 0,2 0-3 15,2 0 6-15,4 0 5 16,1 0-4-16,-3 0 1 16,3-1-2-16,-5-2 4 15,1 0 1-15,1 3 0 16,-3-1-5-16,4 1-3 15,-3 0 3-15,3 0 4 16,-5 0 2-16,1 0 0 16,2 0-12-16,-1 0 12 15,-2 0-4-15,0 0 0 16,2 0-4-16,2 0 0 16,-1 0 2-16,-1 0 1 0,-5 0 3 15,-2 0-8-15,4 0 8 16,-4 0-8-16,3 0 16 15,3 0-21-15,0 0 14 16,3 0-9-16,-1 0 8 16,-4 0-4-16,3 0 0 15,1 0 4-15,1 1-6 16,-2 2 6-16,2 1 2 16,-2 1-2-16,-2-3 5 15,-2-2-8-15,-2 0-1 16,-5 2 0-16,4-2 1 0,-4 0 1 15,0 0 1 1,0 0 15-16,0 0-18 0,0 4 27 16,0-4-26-16,0 0 6 15,0 0-7-15,0 0-7 16,0 0-50-16,-20 6-155 16</inkml:trace>
  <inkml:trace contextRef="#ctx0" brushRef="#br0" timeOffset="26741.82">4313 10361 160 0,'0'0'11'0,"0"0"-11"0,0 0-9 0,0 0-4 16,0 0 10-16,0 0 3 15,-13-14 25-15,13 14 19 16,0 0 35-16,0 0-26 0,0 0-48 15,0 0 0 1,0 0-5-16,-2 0 2 0,2 0 33 16,-3 0-20-1,3 0 8-15,0 0 16 0,0 0-18 16,0 0-4-16,0 0-14 16,0 0 4-16,0 0-2 15,0 0 0-15,0 0-2 16,0 0 37-16,0 0 8 15,0 0 2-15,-2 0 3 16,2 0-10-16,-3-2-12 16,-3-5-25-16,4-6 21 15,-3-9-27-15,1-10-6 16,2-1 3-16,-2 2 1 0,4 6 2 16,-3 7 2-16,3 10-2 15,0 6-14-15,0 2-43 16,0 0-104-16,0-4-73 15</inkml:trace>
  <inkml:trace contextRef="#ctx0" brushRef="#br0" timeOffset="27691.21">5177 10294 181 0,'0'0'38'0,"0"0"-23"0,0 0-15 0,0 0 36 0,0 0-4 16,0 0 70-16,-10 0 36 16,7 0-30-16,1 0-61 15,-3 0-19-15,1 0-24 16,2 0 0-16,-3-10-8 15,3-9-6-15,0-8 6 0,0-7 4 16,2-2-5-16,0-8 7 16,0-2-3-16,0 0 1 15,0-6-29-15,0 4-35 16,0 6-72-16,0 14-40 16</inkml:trace>
  <inkml:trace contextRef="#ctx0" brushRef="#br0" timeOffset="28972.8">5917 10325 116 0,'0'0'53'0,"0"0"10"0,0 0-42 0,0 0 22 15,0 0-10 1,0 0 6-16,0 13-22 0,0-10 13 16,0-1-6-16,0 0-12 15,0-2 9-15,0 0-14 16,0 0 24-16,0 0-2 16,0 0 30-16,0 0-24 15,0 0 24-15,0-16-23 16,-4-10-36-16,-1-8-1 15,1-1 1-15,4 5-4 16,-4 7 9-16,4 2-14 16,0 1 6-16,0-6-5 0,0-10-82 15,0 2-34-15,0-6-7 16,0 16 26-16,0 7 8 16,0 17 36-16,0 5 54 15,-12 26-74-15</inkml:trace>
  <inkml:trace contextRef="#ctx0" brushRef="#br0" timeOffset="32120.8">11479 8462 62 0,'0'0'88'0,"0"0"-15"0,0 0-25 0,0 0 28 15,0 0-27-15,0 0-1 16,0 0 6-16,48-5 7 16,-48 5 12-16,2 0 10 15,1 0-7-15,4 0-42 16,6 0-19-16,9 0-15 16,8 0 1-16,5 0 0 15,7 0 2-15,1 0-6 16,-5-6 9-16,-1 4 14 15,-6-3-3-15,-2 5 3 16,0 0-19-16,-2 0 10 16,4 0-9-16,9 0-1 15,-2-4-1-15,3-2-2 0,-4-2 2 16,-3-2 9-16,-3 1 1 16,2 2-1-16,-6 1 24 15,-2 2-32-15,4-4 6 16,-2 0 16-16,6 0-21 15,11-4-2-15,8-2 6 16,6 3-16-16,2 1 19 16,-5 3-18-16,-8-2 7 15,-3 3-5-15,-7 1 3 16,-8 1 0-16,-8-1 1 16,-2 1-6-16,-6 0 2 15,3 1 14-15,5 0-11 0,6-3 9 16,12 3-10-16,3-4 5 15,7 5 0-15,-7 2-7 16,0 0 1-16,-11 0 4 16,5 0 2-16,-5 0 6 15,-2 0 2-15,0 0-13 16,2-9 13-16,6-4-8 16,-2 2 1-16,5 4 0 15,-2 1 34-15,4 6-35 16,3 0 8-16,0 0-2 15,-3 0-2-15,-7 0-4 16,-4 0 0-16,-2 0-2 16,0 0 2-16,-2 0-3 0,2 0 6 15,5 0-6-15,-3 0 8 16,4 0-10-16,1 0 14 16,-3 0-10-16,5 0 5 15,0 4-8-15,-2-2-4 16,-3 0 8-16,-4 3-1 15,-2-4 6-15,-2 4-7 16,6-5 10-16,-7 0-10 16,5 0 8-16,-2 0 4 15,-1 0-5-15,4 0-5 16,-4 0 0-16,-1 0 3 16,-3 0-8-16,-6 0 10 15,-1 1-11-15,-1 0 13 16,-1-1-10-16,3 0 3 0,-3 0 0 15,1 0-7-15,-4 0-1 16,-3 0-10-16,-3 0 18 16,-4 0 15-16,0 0-12 15,0 0 1-15,0 0 3 16,0 0-14-16,0 0 0 16,0 0-51-16,2 0-11 15,4-1 6-15,-6-11-11 16,0-4-31-16,-16 4-83 15</inkml:trace>
  <inkml:trace contextRef="#ctx0" brushRef="#br0" timeOffset="37265.99">9810 8562 240 0,'0'0'32'0,"0"0"-23"0,0 0-7 0,0 0 31 15,0 0-13-15,0 0-3 16,0 0-17-16,0 0 17 16,2 0 7-16,0 0-7 15,1 0-17-15,-1 0 11 16,0 0-20-16,0 0 20 15,-2 0-11-15,0 0 8 16,0 0 12-16,0 0 5 16,0 0-10-16,0 0-15 15,0 0 0-15,0 0 2 16,2 0 2-16,0-6 0 0,5-6 1 16,0-2 7-16,-2 4-12 15,1 4 3-15,-4 4-3 16,0 2-6-16,1 0 1 15,-1 0 5-15,2 0 1 16,0 0 1-16,8 0 0 16,1 0 1-16,1 0-3 15,1 0 0-15,1 0 2 16,6 0-4-16,2 6 4 16,-1 8-4-16,0-2 4 15,-6-2-1-15,1 0 0 16,-5-6-2-16,3 0 2 15,-3 2-2-15,-1-4 1 16,-1 0-1-16,-7-2-1 16,5 0 2-16,-2 2-2 15,-1 1 7-15,1-3-8 16,-3 0 5-16,1 0-4 0,-3 0-3 16,5 0-2-16,-5 0 3 15,3 0 8-15,-1 0-8 16,-2 0 8-16,2 0-7 15,-4 0 7-15,0 0-8 16,5 0 3-16,-5 0 1 16,2 0 0-16,-2 0 5 15,2 0-4-15,1-3 5 16,1-5-7-16,1-8 6 16,-3 3-3-16,0 0 0 0,0 5-2 15,0 6 0 1,1 2 0-16,-1 0-2 0,2 0 4 15,-2-2-3-15,8-2 3 16,-6 0-4-16,-2 2 4 16,7 0-4-16,-7 2 1 15,2 0-2-15,0 0-5 16,-2 0 8-16,2 0-2 16,0 0 6-16,1 0-8 15,1 0 5-15,-2 0-2 16,4 0-4-16,-6 0-2 15,2 0 5-15,1 0 2 16,-3 0-2-16,-2 0 4 16,6 0 3-16,2 0-3 0,0-3 2 15,3-3-1-15,3 2-2 16,5-7 0-16,0 7 6 16,-2 0-6-16,-3 2 2 15,-5 2-6-15,-3 0 6 16,-4 0 3-16,-2 0 3 15,0 0-17-15,0 0 10 16,0 0-4-16,0 0-147 16</inkml:trace>
  <inkml:trace contextRef="#ctx0" brushRef="#br0" timeOffset="48839.02">21641 8631 329 0,'0'0'186'0,"0"0"-179"15,0 0-7-15,0 0 7 0,0 0 2 16,0 0 7-16,0 0-15 16,0 0 42-16,0 0 0 15,0 0-2-15,0 0-20 16,0 0 1-16,0 0-16 15,0 0-1-15,0 0 0 16,0 0 7-16,2 0 7 16,-2 0-14-16,5 0 18 15,-1 0-17-15,7-7 1 16,5-3 2-16,-3 2-7 16,1 2-2-16,1 2 3 0,1 4-7 15,-1-2-3 1,3 2 5-16,-1 0 2 0,6 0-7 15,-1 0 8-15,-1 0-2 16,-4 2-3-16,-1 6-9 16,-5 6-2-16,-2 0-3 15,-5 3 13-15,1 9-4 16,-5 3 0-16,0 5 0 16,0 4 9-16,-2-1 0 15,-12-3 1-15,-1-2 6 16,-1-2 12-16,-2-4 15 15,3-6-7-15,-1-4 12 16,3-6-24-16,2-6-7 16,-5-4-7-16,9 0 16 0,1 0-17 15,-1-11-14-15,4-1 13 16,3 1-2-16,0 3-1 16,0 0-2-16,12 4 3 15,1-1-5-15,9 4 6 16,-3 1-14-16,-4 0-19 15,-2 0 10-15,-4 0 21 16,0 6-1-16,0 16 10 16,0 4 8-16,-5 2-9 15,3 3 1-15,-5-3-2 16,-2-2 6-16,0-2 4 16,-2-2 12-16,-16 2 12 15,-2-2 11-15,0 1 0 0,0 0-24 16,0-2-10-1,0 2-9-15,0-1 2 0,-7-2 3 16,-4-2-7-16,-7-6 2 16,-4-2-2-16,0-8 1 15,-1-2-2-15,7 0-4 16,5 0-26-16,0 0-48 16,2 0-111-16,0 0-105 15</inkml:trace>
  <inkml:trace contextRef="#ctx0" brushRef="#br0" timeOffset="52187.17">22693 8691 116 0,'0'0'83'0,"0"0"-55"0,0 0 34 0,0 0-34 16,0 0-5-16,0 0-19 16,0-3 42-16,0 3-5 15,0 0-1-15,0 0-39 16,0 0 1-16,0 0-2 16,0 0 0-16,0 0 16 15,0 0 13-15,0 0-17 16,0 0-11-16,0 0 9 15,0 0-9-15,0 0 8 0,0 0 4 16,0 0 19-16,0 0-1 16,0 0 0-16,-3 0-13 15,1 0-1-15,-2 0 12 16,-1 0-17-16,5 0-5 16,-5 0-7-16,1 0-5 15,0 0-4-15,-1 0 9 16,1 0 1-16,2 0 14 15,0 0 18-15,-1 0-13 16,3 0-14-16,0 0-2 16,-3 0-8-16,3 0 0 15,-2 0-4-15,-2 0 8 16,2 0 1-16,-7-1 6 16,7 1 20-16,0 0 1 15,-2 0-16-15,0 0 20 16,2 0-32-16,0 0 0 15,2 0-17-15,-2 0-1 0,0 0 9 16,-3 0 9-16,-1 0 0 16,4 0 2-16,-2 0 14 15,-2 1-13-15,-2 2-3 16,5-1-3-16,-3-2-2 16,2 0-6-16,-1 0 1 15,2 0-1-15,1 0-10 16,-7 0 21-16,5 1 0 15,-2 1 9-15,-1 1 7 16,2 1-9-16,-2-3-7 0,5 2-6 16,0-2-16-16,2-1 3 15,-2 0 17-15,2 3-18 16,-2 1 18-16,0-2-6 16,-3 2 6-16,1-3 1 15,-1 2 1-15,0 1 0 16,1-1 1-16,-2 2-1 15,-5-4 2-15,6 5-4 16,-4-1-5-16,2 3 1 16,3 2 6-16,0-2-2 15,-2-1 2-15,4 2 0 16,0-7-1-16,2 2-10 16,0-2-14-16,0 0-36 0,0 2 30 15,0 0 20 1,0 2 11-16,0 0 3 0,0 2 1 15,-2 0-4-15,-4 0 3 16,6 0-9-16,-3-2 13 16,3 0-11-16,0 0 9 15,0-2-8-15,0 3 4 16,0 2-1-16,0-1 0 16,0 2 0-16,0-1-3 15,0-3 7-15,0-1-3 16,0 1 2-16,0 0 1 15,0 2 0-15,0 0 4 16,0 1 0-16,0-1-8 16,7-3 0-16,-5-1 0 0,0 1-7 15,2 0 13 1,2 1-6-16,-6 1 1 0,6 0 5 16,-1-1-6-16,-1 3 8 15,-2-4-7-15,0 1 1 16,0-2 21-16,-2 3-6 15,3-6 8-15,-3 5-19 16,5-1-1-16,-3 1-3 16,7 0-4-16,-3 2 1 15,1-2-4-15,0-1 5 16,-7-1-14-16,0-1 13 16,4-3 2-16,-4 0 0 15,2 0 3-15,3 0-6 16,1 0 3-16,1 1-1 15,2-1 3-15,2 5-2 0,-4-4 11 16,7 5 6-16,-4-3 10 16,-5-3-22-16,3 0-10 15,-2 0 4-15,0 0 0 16,3 0 0-16,-1 0 0 16,0 0-2-16,-2 0-4 15,3 0 0-15,-5-3 2 16,0 3-3-16,2 0 14 15,-4-1-12-15,0-4 5 16,2 5 0-16,1-3 13 16,1 0-13-16,1 2 0 15,2-2 4-15,0 2-4 0,-3 1 5 16,-1 0-10-16,4 0 9 16,-7 0-4-16,3 0 1 15,-1 0 0-15,-2 0-2 16,3 0 2-16,-3 0-1 15,-2 0 1-15,0 0 5 16,0 0-4-16,4 0 10 16,-4 0-8-16,2 0 6 15,6-3-3-15,-2 2-4 16,3-3 5-16,-3-1-6 16,2 5-4-16,-4 0 8 15,-2 0-15-15,-2 0 8 0,0 0-6 16,2 0-1-16,-2 0 7 15,7 0-11 1,-3 0 12-16,3 0-4 0,0 0 10 16,-3 0-12-16,-4 0 6 15,0-4-49-15,0-6-88 16,0 3-66-16</inkml:trace>
  <inkml:trace contextRef="#ctx0" brushRef="#br0" timeOffset="53684.98">22541 8931 139 0,'0'0'57'0,"0"0"2"0,0 0 39 16,0 0-5-16,0 0-45 16,0 0-37-16,-11 0-2 15,11 0 18-15,0 0-4 16,-3 0-11-16,3 0-11 15,0 0 0-15,0 0 11 16,0 0-4-16,-2 0 1 16,-5 0 2-16,5 0 6 0,-4 0-3 15,-1 0 18 1,3 0-14-16,1 0-16 0,1 0 7 16,0 0 14-16,-1 0 22 15,3 0-29-15,0 0-16 16,0 0 1-16,0 0-7 15,0 0 8-15,0 0-8 16,0 0 10-16,0 0-8 16,0 0 4-16,3 0-1 15,4 0 1-15,-3 0 1 16,7 0 4-16,2 0 0 0,7 0 39 16,12 0-18-1,-1 0 10-15,2 0-27 16,-2 0-4-16,-4 0-5 0,-6 0-2 15,-6 0-5 1,-6 0-14-16,0 0 10 0,-5 0 11 16,3 0-9-16,-1 0-2 15,-4 0-57-15,-2 0-104 16,0 0-281-16</inkml:trace>
  <inkml:trace contextRef="#ctx0" brushRef="#br0" timeOffset="57233.97">23332 9461 24 0,'0'0'212'0,"0"0"-172"0,0 0 12 0,0 0-41 16,0 0-5-16,0 0-6 15,2-7 21-15,-2 6 48 16,0 1 20-16,0 0 25 16,0 0-5-16,0 0-38 15,0-3-67-15,0-1 1 16,3 1-1-16,1-5-4 15,0-5 0-15,0-1 1 16,-1 0 3-16,3-4-1 16,-1 0 4-16,0-3 1 15,3-9 26-15,-1-7-23 16,-1-11-10-16,0-2 2 0,-6-6-3 16,2 9 3-16,-2 6-2 15,0 6 2-15,0 8 3 16,2 6 23-16,4 5-20 15,3 0 24-15,1-4-27 16,-2-2-3-16,3-2 0 16,1-6-6-16,-1 0 3 15,-3-2-2-15,4 3-3 16,-3 11 7-16,-3 6-4 16,-4 9-5-16,0 3 7 15,-2 0-12-15,3 0 11 0,1 0-1 16,-1 0 2-16,1 0-26 15,1-2-7-15,-3-7 28 16,4 5 10-16,-6 4-7 16,2 0 6-16,1 7-4 15,1 19 6-15,3 7 8 16,2 8-14-16,0-1-4 16,2-2-14-16,-2-4-4 15,-3-6 21-15,7-2-3 16,3-2 4-16,5 0 7 15,3-4-7-15,2 3 1 16,-1 1-1-16,-4 3 0 0,-8 4-1 16,-5-4-6-1,0 2 11-15,9-2-12 0,5 0 7 16,16 3-3-16,9-4 2 16,4-6-11-16,-2-8 13 15,-13-12-50-15,-16 0-199 16,-15-16-140-16</inkml:trace>
  <inkml:trace contextRef="#ctx0" brushRef="#br0" timeOffset="58015.05">23372 9180 151 0,'0'0'22'0,"0"0"-22"0,0 0-11 16,0 0 7-16,0 0 4 15,0 0 27-15,0 0 53 16,9 0 28-16,-9 0 4 15,0 0-7-15,0 0-14 16,0 0-35-16,0 0-19 0,0 0-26 16,0 0 9-1,0 0 2-15,0 0 22 0,8 0-22 16,11 0-1-16,10 0 19 16,10 0-34-16,6 0 12 15,2 0-17-15,-6-14-1 16,-6-1-17-16,-8 2-17 15,-10-1-52-15,-1 6-121 16,-14 8-97-16</inkml:trace>
  <inkml:trace contextRef="#ctx0" brushRef="#br0" timeOffset="69956.06">21679 11004 39 0,'0'0'360'0,"0"0"-320"0,0 0-38 0,0 0 18 16,0 0 17-16,0 0-17 15,0 0 14-15,0 0 46 16,0-17 9-16,0 6-2 16,0-3-47-16,0 1-17 15,0-11-23-15,0-1 1 16,0-7-1-16,0-4-1 16,0-3 1-16,0-3 0 15,-5 0 14-15,-1-1-11 16,1-8 7-16,0-2-7 0,-3-14-6 15,6-4 1-15,-3-10-1 16,5-1 0-16,0 8 1 16,0 13-2-16,0 25 8 15,2 14-8-15,1 18 6 16,-3 4-4-16,0 0 4 16,0 0 1-16,0 0-3 15,0 0 0-15,0 0-6 16,0 0-58-16,0 2-35 15,0 25-16-15,0 20 53 0,-21 20-12 16,-12 13 18 0,-9 2 56-16,-5-4 99 0,0-12 103 15,6-11-97 1,10-16-33-16,14-14-45 0,15-15-27 16,2-10-53-16,0 0-453 15</inkml:trace>
  <inkml:trace contextRef="#ctx0" brushRef="#br0" timeOffset="71936.98">22828 10207 188 0,'0'0'144'0,"0"0"-112"0,0 0 21 0,0 0-20 15,0 0-8-15,0 0 8 16,0 0 13-16,0 0 25 16,0 0-14-16,0 0-13 15,0 0-29-15,0 0 11 16,0 0-26-16,0 0 0 16,0 0 1-16,-4 0-1 15,-3 0 0-15,1 0-2 16,-4-4 2-16,-1 0 6 15,5-2-6-15,-1 6 0 16,2-3-4-16,-1 1-26 0,-3 2 8 16,5-1 6-16,-6 1 16 15,2 0 6-15,-1 0 22 16,0 0-1-16,0 0-22 16,2 0 1-16,1 0-3 15,-3 0-6-15,2 0 0 16,-2 0 3-16,3 1-7 15,1 1 14-15,-1 1-9 16,0 0 8-16,2 1-12 16,0 0 7-16,-5 3-2 15,5 0-14-15,-6 1-18 16,2 3 3-16,-1-1 17 16,7-3 12-16,-6-4 2 0,4 7 31 15,-2-6-19 1,3 1-12-16,-3 3 5 0,0-1-12 15,-4-4-5-15,3 6-3 16,3-5 11-16,-2-2 6 16,3 0 6-16,-1 4 6 15,-1-2-6-15,-2 4-5 16,7-3-3-16,-2 8-1 16,2-1-5-16,0-2 5 15,0-4-4-15,0 4 1 0,0 0 6 16,0 0-6-1,-2 0 13-15,-2-1-10 0,2-2 2 16,2-3 6 0,0 0-8-16,0 4 0 0,0 2-2 15,0 1 5-15,0 0-8 16,0 3 10-16,0-1-4 16,0-1-1-16,0 1 8 15,0-2-6-15,2-3-2 16,0-1 0-16,0-2 0 15,0-4 7-15,0 5-5 16,-2-1 0-16,7 3 4 16,0-3-12-16,0 4 13 15,1-4-14-15,1 6 7 16,3-5 0-16,-4 4 2 0,1-5 13 16,3 2-5-16,-1 2-4 15,3-2 4-15,-2 3-10 16,1 0 13-16,1 0-11 15,-1-4 10-15,1 2-6 16,-1-5 4-16,1 0-3 16,-1-3-6-16,2 3 6 15,-1-3-3-15,1 4-4 16,-1-1 1-16,-1-3 1 16,-1 0-2-16,-6 0 0 15,7 0-4-15,1 0 5 16,-3 0-1-16,0-3 3 15,0 2 1-15,-4 1-4 16,-1 0-3-16,-1 0 3 0,-3 0 0 16,3 0 8-16,2 0-5 15,1 0-1-15,1 0 1 16,1 0-4-16,-4 0 6 16,-2 0-10-16,-2 0 14 15,3 0-13-15,-1 0 4 16,1 0 0-16,2-6 8 15,1-1-3-15,1 0 15 16,-1 3-9-16,-4 2-11 16,-2-2 9-16,-2 4-11 15,0 0 2-15,0 0-17 16,0 0-33-16,-16 0-187 16</inkml:trace>
  <inkml:trace contextRef="#ctx0" brushRef="#br0" timeOffset="73002.28">22554 10435 148 0,'0'0'246'0,"0"0"-198"0,0 0-39 0,0 0 22 16,0 0-30-16,0 0 1 15,-7 0 0-15,7 0 21 16,0 0 28-16,0 0 19 16,0 0 3-16,0 0-52 0,0 0-15 15,0 0 2 1,0 0-8-16,0 0 0 0,0 0 0 15,0 0 4-15,0 0 0 16,0 0 8-16,0 0-6 16,0 0 21-16,0 0-22 15,0 0 3-15,0 0-8 16,7 0 1-16,7 0 1 16,1 0 3-16,1 0 1 15,1 0-3-15,1 0-3 16,1 0 2-16,-2 0-2 15,1 0 0-15,-3 0 1 16,4 0 2-16,-4 0 18 0,-1 4-21 16,-1-4 0-16,-3 0 0 15,-2 0 0-15,-4 0 2 16,-4 0 4-16,2 0-5 16,-2 0 0-16,0 0-2 15,7 0 2-15,-1 0-7 16,4 0-4-16,-4 0-158 15,-1 0-241-15</inkml:trace>
  <inkml:trace contextRef="#ctx0" brushRef="#br0" timeOffset="75433.92">22460 10925 101 0,'0'0'124'0,"0"0"-79"0,0 0 17 15,0 0 32-15,0 0-42 16,0 0-35-16,0 0 6 16,0 0-5-16,0 0-11 15,0 0 14-15,0 0 7 16,0-3 21-16,-2-2-19 15,2-4 13-15,0 7-24 16,0-4-7-16,0 0-10 16,0 1-2-16,10-3 0 0,3-3 0 15,0 1 11-15,-2 0-7 16,2-1-8-16,-4-2 14 16,-2-3-9-16,0-1 5 15,-1-6 18-15,1 3 16 16,0-4-19-16,0 4 12 15,-1-4-20-15,-1 5 10 16,1 2-18-16,-2-1-3 16,4 5 3-16,-6-1-2 15,7 6-3-15,-3 1-6 16,-2-4 4-16,4-1 4 16,-4 2 0-16,7-6 3 0,1-2 9 15,-4-2 4-15,1 2-12 16,0 0 1-16,-2 2-8 15,2 1 1-15,-3 4 0 16,1 5 0-16,-5 3-7 16,7-4 6-16,2-1 2 15,2-7-2-15,1-6 1 16,6 1 0-16,-7-6 2 16,0 2-1-16,-1 4 5 15,-10 3-4-15,5 7-3 16,-3 3 9-16,-2-1-3 15,6 0-5-15,-2-6 0 0,3-3 0 16,2-5 1-16,0-3-1 16,-4-1-10-16,-1 2 7 15,1 7 6-15,-5-2-5 16,3 2 5-16,2-3-5 16,-1 4 2-16,3 0-1 15,0 4 1-15,0-1 0 16,-3 6-1-16,1 0 3 15,0-4-7-15,0-1 11 16,-1 2-12-16,3-2 12 16,1 0-6-16,-4 0 0 15,5-3-1-15,-5 4 0 16,4-3 2-16,1-1-5 16,-3 0 8-16,4-2-4 0,-5-1 0 15,1-1-5-15,-4-2 4 16,8 4 2-16,-5 0 1 15,-3 7-1-15,0 8-1 16,-4 2-9-16,3 0-29 16,-3 0 23-16,0 8-10 15,0 16-119-15,-16 8-457 16</inkml:trace>
  <inkml:trace contextRef="#ctx0" brushRef="#br0" timeOffset="79080.77">23463 10750 86 0,'0'0'76'0,"0"0"74"0,0 0-10 0,0 0-3 0,0 0-48 16,0 0-28-16,0 0-32 16,-10 12-23-16,4-12-6 15,6 0 8-15,0 0 8 16,0 0-5-16,0 0 5 15,0 0-11-15,0 0-10 16,0-2-4-16,0-14 9 16,0-6 2-16,0-1-1 15,0-10 4-15,0-5-4 16,8-3 4-16,3-9 0 16,-1-4-5-16,4-14 2 0,4-6 19 15,0-5 2-15,-1 4 13 16,3 6-6-16,3 15-26 15,-4 10 19-15,2 12-16 16,-3 12-7-16,-5 9-2 16,-1 8-9-16,1 3-39 15,-7-4 40-15,8 3-10 16,-3-8-16-16,-5-1 27 16,3 2 9-16,-4-1-6 15,0 8 12-15,1 1-12 16,1 0 12-16,-3 0 1 15,3 1-7-15,-2 8 1 0,-3-3-2 16,4 0-6-16,-1-4-8 16,-1 0-3-16,0 0 18 15,4 7 0-15,0-4-1 16,1 4 2-16,3 4 8 16,-2 1-9-16,1 10 5 15,7 6-7-15,3 10 8 16,3 8-9-16,5 13 10 15,-5 3-14-15,1 0-2 16,-8-6 9-16,-5-12 10 16,-3-3-9-16,-5-12-2 15,0 3-31-15,-4-4-158 16,0-1 32-16,2-6 104 16,-2-1 48-16,0-3-48 15,0-9-152-15</inkml:trace>
  <inkml:trace contextRef="#ctx0" brushRef="#br0" timeOffset="79763.66">23461 10469 42 0,'0'0'90'0,"0"0"-87"0,0 0-3 0,0 0-5 15,0 0 5-15,0 0 7 16,18 0 31-16,-18 0 76 15,0 0-24-15,0 0-12 0,0 0 17 16,5 0-53-16,-3 0-18 16,7-6-20-16,4 2 21 15,5-6-3-15,13 0 3 16,9 0-6-16,11-4 30 16,12 2-3-16,3 4-19 15,1-2-6-15,5 10-19 16,-5 0 6-16,-7 0-8 15,-16 0-183-15,-13 0 56 16,-22 0 14-16</inkml:trace>
  <inkml:trace contextRef="#ctx0" brushRef="#br0" timeOffset="104510.61">4937 15129 108 0,'0'0'67'0,"0"0"28"0,0 0-24 0,0 0-10 16,0 0-21-16,0 0-30 16,0 0 6-16,0 0-8 15,0 0 1-15,-16 3-3 16,16-3 53-16,0 0-9 16,0 0 32-16,-2 0-4 15,0 0-38-15,0 0-27 16,0 0-11-16,-1 0-3 15,3 0 9-15,-2 0-8 16,2 0 0-16,0 0 0 16,0 0 0-16,0 0-3 15,0 0 3-15,0 0-13 16,0 0 1-16,0-3-20 0,0-3 13 16,0-4 19-16,0 2 0 15,7 0-4-15,-1 0 4 16,1 2 0-16,-3 2-2 15,1-2 2-15,-1-1 0 16,3 2-1-16,0-4 1 16,-1 0 0-16,3-1 0 15,-4 2-3-15,2 4 3 16,-3-5-5-16,2 5 5 16,3-5 0-16,-4-1 0 15,4 2 0-15,-2-1-3 16,-3-1 9-16,2 3-8 0,0-3 6 15,0 0-8 1,-4 2 1-16,5-6 3 16,-3-4 0-16,0 0-12 0,2-4 8 15,-2 8-44-15,0 7 42 16,-2 3-8-16,-2 4 10 16,0 0 4-16,0 0 14 15,0 4 24-15,0 0-14 16,0-1-7-16,0-3-10 15,0 0 12-15,0 0-18 16,0 0-2-16,0 0-2 16,0 0 3-16,0 0-1 15,0 6-17-15,0 2-1 16,0 5 0-16,0 0 18 0,0 1 1 16,0 2 1-16,-10 2 0 15,0 4 32-15,-1 2-20 16,3-6 23-16,-4-2-1 15,5-4 10-15,3-6-31 16,2-2-14-16,-5-2 6 16,7 2-2-16,-3 2-8 15,-1 6-4-15,2 4 6 16,-3-4-9-16,3 1-5 16,-2-7-5-16,4-6-39 15,0 3-18-15,0-3-20 16,0 6 84-16,-2 2 4 0,-2-4-25 15,-10-4-131-15</inkml:trace>
  <inkml:trace contextRef="#ctx0" brushRef="#br0" timeOffset="110919.76">5369 13445 80 0,'0'0'57'0,"0"0"-15"0,0 0 74 16,0 0-21-16,0 0-1 16,0 0-7-16,0 0-48 0,0 0-38 15,-11 30-1-15,11-24 7 16,0-2 51-16,0-2 102 16,4 0-160-16,1 8 0 15,-5 6 1-15,0 16 1 16,0 10 0-16,0 13-2 15,-9 4 3-15,-4 4-5 16,-3-13 4-16,1-8-4 16,3-10-4-16,3 5-78 15,3 2-107-15,-1-1-156 16</inkml:trace>
  <inkml:trace contextRef="#ctx0" brushRef="#br0" timeOffset="111303.5">5167 13471 403 0,'0'0'111'0,"0"0"-103"0,0 0-3 0,0 0 92 16,0 0-42-16,142-5-34 15,-95-2-14-15,1-1-1 16,0-6-12-16,-4-1 2 16,-6-2-57-16,-9 3-25 15,-5 4-20-15,-8 10-123 16</inkml:trace>
  <inkml:trace contextRef="#ctx0" brushRef="#br0" timeOffset="111903.26">5779 13964 363 0,'0'0'16'0,"0"0"-8"0,0 0 22 0,0 0-1 16,0 0 32-16,0 0 24 16,-26 0-7-16,14-24-73 15,3-10 21-15,3-4-24 16,1 0 21-16,5 2-12 15,0 8-2-15,0 2-9 0,7-2-2 16,8-2-30-16,5-5-76 16,1 7-27-16,-2 12-54 15,-7 16 124-15,5 37 48 16,-5 37 17-16,-3 22 78 16,1 10-14-16,2-1-12 15,-8-17-12-15,1-10-30 16,-5-18-7-16,0-16 11 15,0-14-14-15,2-14 9 16,7-16-9-16,2 0-83 0,-6-21-205 16</inkml:trace>
  <inkml:trace contextRef="#ctx0" brushRef="#br0" timeOffset="112219.88">5688 14002 755 0,'0'0'66'0,"0"0"-65"0,0 0 13 0,0 0-14 0,0 0-15 16,0 0-79-16,113 0 9 15,-90-5-58-15,-5 5-240 16</inkml:trace>
  <inkml:trace contextRef="#ctx0" brushRef="#br0" timeOffset="112851.79">6204 13664 141 0,'0'0'194'0,"0"0"-107"16,0 0 20-16,0 0-33 15,0 0-28-15,0 0 6 16,0 0-9-16,12-2-15 15,-10 2-19-15,-2 0 19 16,0 0-24-16,0 2 10 0,0 16-8 16,0 3 2-1,0 15 1-15,0 1-7 0,0 7 21 16,0 6-21-16,0 7 12 16,0 0-11-16,0-2-6 15,7-10 12-15,3-5-18 16,-2-11-5-16,-4-13-23 15,0-8-1-15,1-8 3 16,3 0-21-16,6-18 44 16,7-6 12-16,12 3 7 15,5 2-7-15,2 11 0 16,-7 5-1-16,-6 3-11 16,-7 0 12-16,-9 0 0 0,0 0-128 15,-11 0-128 1</inkml:trace>
  <inkml:trace contextRef="#ctx0" brushRef="#br0" timeOffset="113417.47">7606 13816 479 0,'0'0'146'0,"0"0"-104"0,0 0 16 0,0 0-46 16,0 0-11-16,0 0 2 15,73 90 0-15,-28-88-2 0,0-2 0 16,2 0 2 0,-3 0-2-16,-3-17 25 0,-4-10-21 15,-5-13 41-15,-11-10-43 16,-16-6 26-16,-5 0-14 16,-2-6-8-16,-34-1-7 15,-11 5-36-15,-11 6 4 16,0 12-4-16,5 17 1 15,6 20 31-15,8 3 1 16,0 50-33-16,8 30 22 16,4 18-11-16,18-7-26 0,7-18-90 15,2-20-171-15</inkml:trace>
  <inkml:trace contextRef="#ctx0" brushRef="#br0" timeOffset="113577.23">7606 13816 501 0</inkml:trace>
  <inkml:trace contextRef="#ctx0" brushRef="#br0" timeOffset="113689.96">7606 13816 501 0,'138'-102'38'0,"-87"97"-22"0,7 5 28 0,5 7 103 16,-1 33-143-16,-26 16-4 16,-7 10-17-16,-11 6-55 15,-9 2-25-15,-5-9-51 16,-2-21-75-16,-2-28 102 16</inkml:trace>
  <inkml:trace contextRef="#ctx0" brushRef="#br0" timeOffset="114134.06">8359 13734 437 0,'0'0'0'0,"0"0"-28"16,0 0 23-16,0 0 3 15,118 116 4-15,-85-102 7 0,8-6 10 16,-5 0-3-16,-7-8 19 15,2 0-28-15,-2-8-6 16,-4-14 26 0,-2-12 20-16,0-2 47 0,-5-3 32 15,-7 6-33-15,-7 1-45 16,-4 0-6-16,0-1-41 16,0 1-1-16,0 8-32 15,-4 8-21-15,4 14 6 16,0 2 3-16,0 0-34 15,0 6-145-15,0 3-215 16</inkml:trace>
  <inkml:trace contextRef="#ctx0" brushRef="#br0" timeOffset="114401.71">8994 13579 107 0,'0'0'173'0,"0"0"-115"16,47 105-52-16,-27-62 23 16,0 2-13-16,9-3-2 15,2-10-14-15,5-6 0 0,8-12-1 16,3-14-61-1,9 0-65-15,0 0 104 0,-3 0 6 16,-6 0-37-16</inkml:trace>
  <inkml:trace contextRef="#ctx0" brushRef="#br0" timeOffset="114633.88">9206 13682 417 0,'0'0'57'15,"0"0"-48"-15,0 0 5 16,0 0-12-16,0 0-2 15,0 0-47-15,106-38-203 16</inkml:trace>
  <inkml:trace contextRef="#ctx0" brushRef="#br0" timeOffset="114800.8">9090 13472 482 0,'0'0'367'0,"0"0"-367"16,0 0 0-16,0 0 35 16,0 0-35-16,131-120-130 15,-106 80-401-15</inkml:trace>
  <inkml:trace contextRef="#ctx0" brushRef="#br0" timeOffset="144558.32">3921 11859 3 0,'0'0'77'0,"0"0"-13"15,0 0 10-15,0 0 10 16,0 0-20-16,0 0-38 0,0 0-7 15,0 0-6-15,0 7 7 16,0-7-12-16,0 3 35 16,0 0 23-16,-5 1-51 15,1-2 20-15,0-2-1 16,-3 0-10-16,5 0-22 16,0 0 11-16,-1 0-12 15,1 0-2-15,-1 0 1 16,1 0 0-16,-4 0 0 15,4 0 0-15,-7 0 23 16,-3 0-15-16,6 0-1 16,-5 0-1-16,7-2-11 15,-4 2 5-15,2 0-2 0,-1 0-4 16,3 0 6-16,0 0 5 16,1 0 2-1,3 0-14-15,0 0 18 0,-3 0-23 16,-1-1 12-16,2-5-7 15,-2 3-2-15,4 3 9 16,0 0 4-16,-3 0 7 16,3 0 7-16,0 0-18 15,0 0-7-15,0 0-54 16,0-1 2-16,0 0 42 16,0-2 15-16,0 3 2 0,0 0 0 15,0 0 1 1,0 0 5-16,0 0-7 0,3-2 3 15,3-4-3-15,8 2 1 16,-8-2 0-16,11 0-3 16,-7-3 3-16,-1 9-3 15,-5-2-6-15,8 2 7 16,-6 0 2-16,3 0-4 16,3 0 7-16,1 0-6 15,-2 0 2-15,7 0-2 16,-5 0 3-16,1 0 0 15,-1 0-7-15,-2 0 14 16,2-1-16-16,0 1 18 16,6 0-13-16,-1 0 11 15,-1-4-11-15,1-2 4 0,-3 0 0 16,1 0 0-16,2 1 1 16,0 4-2-16,-3 1 2 15,1 0-12-15,-1 0 15 16,1 0-4-16,-3 0 0 15,-1 0 5-15,1 0-12 16,-4 0 15-16,4 0-15 16,0 0 14-16,1 0-14 15,6 1 9-15,-2 4-2 16,0 1 0-16,-1 0 7 16,0-2-7-16,-7-2 0 0,1-1-4 15,-3-1 8-15,-2 3-6 16,5-3 3-16,-3 3-2 15,6 3 2-15,2-1 3 16,0 1 5-16,-1-2-4 16,1-4-3-16,1 0-4 15,1 0 1-15,-2 0 1 16,-3 0 18-16,0 0-16 16,-5 0 2-16,5 0 0 15,1 0 25-15,-4 4-19 16,5 2-6-16,-1-4-3 15,-1-2 2-15,8 0-6 16,-6 0 6-16,5 0-3 16,-2 0 2-16,0 0-4 0,0 4 4 15,-3-3 2 1,-1-1 1-16,-3 0-4 0,0 0-2 16,0 0 4-16,0 0-6 15,-1 0 6-15,7 0-4 16,1 0 2-16,2 0 6 15,0 3 2-15,0 0 1 16,0 0-7-16,-2-2 0 16,-3-1-6-16,1 0 9 15,-5 0-6-15,3 0 3 16,-1 0 2-16,1 0-5 16,1 0 0-16,3 0 0 0,2 0 2 15,0 0-2 1,2 0 0-16,0-1-4 0,-2-2 15 15,-1 0-21-15,-4 0 16 16,1 2-6-16,-5 0 0 16,-1-2-1-16,2 3-3 15,8 0 2-15,-2 0-1 16,-1 0 6-16,1 0-3 16,-5 0 3-16,1-4-5 15,-5 0 3-15,-3 4-1 16,4-2 2-16,-4 2 3 15,3-2-7-15,-5 0 4 16,6 0 0-16,-1 0 9 16,-3 0-17-16,3-2 7 15,-2 1-1-15,4-3 0 0,5 3 0 16,-3 0-1-16,2 3 3 16,-5-1-6-16,0 1 8 15,-1-6-6-15,-1 6 6 16,0-4-6-16,-4 2 6 15,7 2-4-15,-1-4 2 16,7 2-2-16,1 0 4 16,3 2 0-16,-2-3-5 15,-1 2 10-15,4-3-15 16,-2 0 10-16,3-2-4 16,-1-2 0-16,-2 4 0 15,-2-2-2-15,-7 3 4 0,-5 3-6 16,4 0 8-16,1 0-10 15,0 0 12-15,5 0-11 16,-3-4 11 0,3 3-12-16,4-5 7 0,-3 2-1 15,-1-4 0-15,-5 6 1 16,-4-4-5-16,-1 6 12 16,-4 0-9-16,4-3 1 15,-2 3 0-15,0-3 0 16,-2 3 0-16,1 0-5 15,-1 0 5-15,0 0-1 16,0 0 3-16,4 0 2 16,0 0 1-16,-4 0-10 0,4-3 6 15,-1 3-6-15,1-1 4 16,4-2 1-16,-4-1 1 16,1 4 0-16,-3-2-2 15,-2 2 13-15,-2 0-12 16,0 0 23-16,0 0 17 15,0 0-16-15,0 0-5 16,0 0-19-16,0 0 0 16,0 0-2-16,0 0 8 15,0-1 4-15,0 1 10 16,0 0 23-16,0 0-22 16,0 0 3-16,0 0-12 0,0 0-3 15,0-3-3-15,0 2 0 16,0 1-10-16,0-3 4 15,0 3-5-15,0 0-13 16,0 0 18-16,0 0 0 16,0 0-6-16,0 0-9 15,0 0-98-15,-21-6-260 16</inkml:trace>
  <inkml:trace contextRef="#ctx0" brushRef="#br0" timeOffset="151518.26">5578 16900 230 0,'0'0'119'0,"0"0"-111"0,0 0 3 0,0 0-7 0,0 0 4 0,0 0 21 16,-58-58-1-1,56 50-4-15,0 4-14 0,0 4 13 16,2 0-1-16,0 0-15 15,0 0-7-15,0 0-4 16,0 0 4-16,0 0 4 16,0 0-4-16,0 0-6 15,0 0 6-15,0 0 0 16,0 0 0-16,9 0 6 16,7 0 16-16,3 7-18 15,-1-2-1-15,1 1 3 16,-7-2-12-16,7 0-1 15,-2-4 7-15,3 0-2 16,5 0-3-16,13 0 5 16,-3 0 0-16,3 0 1 0,-3-8-1 15,-6-6 2-15,0 2-2 16,-4 2 0-16,-2 6-2 16,-3 4 0-16,-1 0 0 15,6 0 4-15,-4 0-4 16,-4 4 8-16,3 0-4 15,3-4-2-15,-4 4 0 16,8-2 21-16,0-2-7 16,0 4 11-16,10-4-7 15,-1 0-7-15,-1 0-9 0,2 0-2 16,-6 0 4 0,0 0-6-16,-3-6 5 0,1-2-4 15,3 4 1 1,6-6 0-16,2 5-4 0,0 5 8 15,3 0 3-15,-1 0-4 16,-3 0 18-16,2 0-19 16,-3 0-2-16,-3 0 0 15,-6 5 0-15,5-5 11 16,-3 0-9-16,4 0 14 16,1 0-10-16,0 0 4 15,4 0-8-15,0 4 18 16,0 6-20-16,1-2 1 15,1-2 12-15,-3-6 1 16,4 0-11-16,-1 0 1 16,1-14-5-16,4 0 10 0,4 0-15 15,2 6 9-15,7 4-6 16,6 4 0-16,-7 0 3 16,-5 0 0-16,-7 0 2 15,-3-4-8 1,-9-2 13-16,4 2-14 0,-6 0 11 15,-4 4-7-15,-3 0 3 16,3 0 0-16,0 0-1 16,10 0 1-16,3-5-1 15,4-1 10-15,-1-1-11 16,-1 2 10-16,-3 5-13 16,-3 0 10-16,2 0-9 15,3 0 4-15,-4 0 0 0,1 0 0 16,-6-9 0-16,-3-4 0 15,-2 0 0-15,6-6 7 16,2 5-7-16,3 6 0 16,4 8-1-16,-3 0-1 15,3 0 1-15,-5 0 2 16,2 0 0-16,-3 0-1 16,0 0 1-16,-5 0 0 15,-6 0-1-15,2 0 1 16,4-4 2-16,7-1-3 15,3 1-1-15,15-1-3 16,-3 5 3-16,5 0-1 16,-2 0 4-16,-4-4-4 0,-7 0 9 15,-3-2-14 1,-2 2 10-16,-3 4-3 0,-2-4 0 16,-5 4 2-16,7 0-4 15,3 0 7-15,12 8-11 16,4 2 13-16,-4-1-11 15,0 0 8-15,-2-1-8 16,-2-2 4-16,-4 2 0 16,1 0 0-16,0-2 2 15,-4 6-5-15,-1-6 8 16,0 2-9-16,-6-3 11 16,8-1-3-16,-4-4-3 0,3 0-1 15,-3 1 1-15,3 2 2 16,-4 2-6-16,1 4 10 15,5 0-6-15,-5 0 1 16,-4 5-2-16,3 0 1 16,2 2 6-16,-3-2 12 15,-3-4 4-15,-3-2-14 16,3-5-2-16,-2 2-5 16,3-4 1-16,-2 4-6 15,-3-1 4-15,-7-4-1 16,-4 0 1-16,-3 0 1 15,-7 0-2-15,-1 0 0 16,0 0 7-16,-2 0-5 16,2 0-2-16,-1 0 9 0,4 0-11 15,7 0 4-15,-2 0 3 16,2 0-5-16,-1 0 0 16,-9 0-4-16,-3 0 10 15,-3 0-9-15,0 0 6 16,-3 0-3-16,0 0 8 15,0 0-8-15,0 8-14 16,0 2-27-16,-3 12-158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2:16:37.7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5801 6528 67 0,'0'0'53'0,"0"0"-53"0,0 0-2 0,0 0 2 15,0 0 62-15,0 0 80 16,0 0-36-16,-9 0-55 16,5 0-43-16,0 0 7 0,4 0-8 15,-2 0 43 1,2 0-12-16,0 0-11 0,0 0-27 16,0 0-15-16,0 0 13 15,0 0-6-15,0 0 5 16,2-3 6-16,9 1-6 15,2-2 5-15,3 4-2 16,4 0 2-16,5 0 8 16,3 0-10-16,8 4 0 15,2 4-4-15,-1-3 17 16,-1 1-20-16,3-3 16 16,-6-3-9-16,-4 2 0 15,-1-1-2-15,-8 2-3 16,-1 1 10-16,-6-4-10 0,7 0 11 15,-3 0-20-15,4 0 21 16,-3-8-8-16,-3-3 2 16,-4 3 0-16,-2-1-1 15,-4 9 0-15,1-2 0 16,-4 2 0-16,-2 0-3 16,2 0 6-16,1 0-19 15,-3 0-33-15,0-10-192 16</inkml:trace>
  <inkml:trace contextRef="#ctx0" brushRef="#br0" timeOffset="814.79">8221 5859 132 0,'0'0'7'0,"0"0"55"0,0 0 65 15,0 0-6-15,0 0-61 16,0 0 42-16,-40 0-15 16,40 0-11-16,-7 0-58 15,0 0-4-15,-3 0-14 16,-11 0-4-16,-10 0 2 0,-9 0 3 15,-9 0-1-15,5 0 6 16,-4 0 55-16,9 6-53 16,-3 14 9-1,1 8-17-15,8 4-2 0,8 8-11 16,10 0-4-16,15 1 17 16,0-3-8-16,24 8 4 15,25 0-5-15,13-2 6 16,3-12-4-16,7-7-4 15,-6-22-22-15,3-3 9 16,0-40 22-16,-9-20 1 16,-10-8 1-16,-23 3-209 0</inkml:trace>
  <inkml:trace contextRef="#ctx0" brushRef="#br0" timeOffset="1214.18">8611 6378 562 0,'0'0'9'0,"0"0"2"0,0 0 74 0,0 0-80 0,40-117-1 0,-27 96-4 15,-1 5-13-15,3 2-51 16,3 13 30-16,-1 1-8 15,6 8 31-15,0 19 11 16,14 9 26-16,1-2-13 0,7 2-12 16,-3-1 6-16,-7-3 3 15,1 1-20 1,-11 1-10-16,-11-3-88 16,-12-4-167-16</inkml:trace>
  <inkml:trace contextRef="#ctx0" brushRef="#br0" timeOffset="1413.41">8711 6397 883 0,'0'0'81'15,"0"0"-81"-15,0 0-31 16,0 0-51-16,0 0-78 15,0 0-61-15,83-8-76 16</inkml:trace>
  <inkml:trace contextRef="#ctx0" brushRef="#br0" timeOffset="1615.15">9250 6256 448 0,'0'0'14'0,"0"0"43"0,0 0-7 15,0 0-43 1,68 135-14-16,-57-99-1 0,1-2-43 16,7-9 15-16,-6 2-105 15,-6-5-72-15</inkml:trace>
  <inkml:trace contextRef="#ctx0" brushRef="#br0" timeOffset="1896.9">9315 6586 684 0,'0'0'50'15,"0"0"-40"-15,0 0 3 0,0 0-3 16,140-23-5-1,-104 7-10-15,-5-8 14 0,0-13-10 16,-8-10 7-16,-15-15-12 16,-8-6-58-16,-4 3-61 15,-36 13 34-15,-16 14 0 16,-8 20 66-16,-1 18 25 16,7 0 113-16,7 31-27 15,11 13-26-15,9 1-50 16,13-7-10-16,13-4-3 15,5-8-87-15,16-13-100 16</inkml:trace>
  <inkml:trace contextRef="#ctx0" brushRef="#br0" timeOffset="2280.11">9917 6288 340 0,'0'0'453'0,"0"0"-404"0,0 0-48 0,0 0 6 0,0 0-7 15,0 0 0-15,66 16-157 16,-66-16-165-16</inkml:trace>
  <inkml:trace contextRef="#ctx0" brushRef="#br0" timeOffset="2430.81">9785 6142 989 0,'0'0'59'15,"0"0"-59"-15,0 0-52 16,0 0-81-16,0 0-179 16,0 0-72-16</inkml:trace>
  <inkml:trace contextRef="#ctx0" brushRef="#br0" timeOffset="2597">9956 5925 772 0,'0'0'12'15,"0"0"45"-15,0 0-10 16,146-52-47-16,-113 40-143 16,-11 6-230-16</inkml:trace>
  <inkml:trace contextRef="#ctx0" brushRef="#br0" timeOffset="3212.21">9883 6156 146 0,'0'0'488'0,"0"0"-438"0,0 0-13 16,0 0-19-16,121 100-15 16,-94-92-3-16,-4-8 4 15,2 0-4-15,-5-4-1 16,-9-16-152-16,-11 0-262 16</inkml:trace>
  <inkml:trace contextRef="#ctx0" brushRef="#br0" timeOffset="3546.18">10532 6166 137 0,'0'0'496'0,"0"0"-477"0,0 0-19 15,0 134 0-15,0-80-3 16,0 2 1-16,0-1-13 15,0-5-41-15,0-10-78 16,0-16-159-16</inkml:trace>
  <inkml:trace contextRef="#ctx0" brushRef="#br0" timeOffset="3711.75">10484 5878 672 0,'0'0'345'0,"0"0"-345"15,0 0-67-15,0 0-200 16</inkml:trace>
  <inkml:trace contextRef="#ctx0" brushRef="#br0" timeOffset="4546.16">10941 6114 559 0,'0'0'120'16,"0"0"-113"-16,0 122 7 15,0-74 24-15,2 4-33 16,6 3 2-16,1-4-11 16,-3 1 11-16,0-10-8 15,-1-13 1-15,-2-19-33 16,-3-10-4-16,0-4-59 15,0-28 61-15,-12-16-53 0,-5-8 43 16,-6-2 21-16,3 1 22 16,1 7 4-16,9 6 32 15,6 6 48-15,4 10-7 16,0 0-14-16,18-2-7 16,11 0-41-16,4 10-8 15,-4 14-10-15,-5 6-82 16,-8 33 39-16,-14 24-16 15,-2 11 28-15,0 0-10 16,-11-12 38-16,-5-10-3 16,1-20-71-16,6-16 73 0,2-10 9 15,5 0 145-15,2-13-64 16,0-17-68-16,23-3-10 16,10 2 6-16,2 8 10 15,1 11 11-15,5 12 9 16,-2 0-30-16,-3 12-18 15,4 19-62-15,-9 5-43 16,-2 3-97-16,-2-4 54 16,-9-8 102-16,-1-7 52 15,-5-2 3-15,-1-10 3 16,-5-1 63-16,1-7-35 16,-2 0 5-16,2-15 40 15,-1-12 13-15,1-10-35 16,-1-3 4-16,4-1 2 0,0-3-10 15,6 3-24-15,0 5-25 16,0 4 23-16,-1 5-16 16,-1 10-14-16,-4 9 7 15,1 8-2-15,1 0-32 16,5 0 30-16,4 24-4 16,10 4 14-16,0 14-14 15,2 8 15-15,-4 6-8 16,-8 2 16-16,-4-4-16 15,-3-8-18-15,-3-12-143 16,-11-14-153-16</inkml:trace>
  <inkml:trace contextRef="#ctx0" brushRef="#br0" timeOffset="4695.07">11579 6309 690 0,'0'0'0'0,"0"0"-40"0,0 0-168 0</inkml:trace>
  <inkml:trace contextRef="#ctx0" brushRef="#br0" timeOffset="5062.78">12007 6042 428 0,'0'0'74'0,"0"0"-62"16,0 0 15-16,0 0 21 15,-131-13-20-15,110 26-12 16,7 5 47-16,8-3-53 15,6 2-9-15,0 1-1 16,6-5-11-16,19 8 1 0,0-4 9 16,6 6-1-1,2 2 4-15,3-6-5 0,4-3 14 16,2-1-4-16,0-10-4 16,-3 3 7-16,-6 0 62 15,-13 4-47-15,-6 7-11 16,-12 6 7-16,-2 6 29 15,0-6-11-15,-5-10 28 16,-6-8-52-16,0-7-15 16,7 0-4-16,-5-16-94 15,-9-15-320-15</inkml:trace>
  <inkml:trace contextRef="#ctx0" brushRef="#br0" timeOffset="7647.31">13600 6123 136 0,'0'0'49'0,"0"0"-25"0,0 0 86 0,0 0-44 16,0 0-27-16,0 0-18 0,0 0-8 15,127-94-10-15,-92 81 19 16,7-6 3-16,6 10-8 16,4-1-17-16,2 10-2 15,6 0 0-15,1 0 2 16,3 19-13-16,1 6 3 15,-1-4-44-15,-4-4 54 16,-8-10-5-16,-3-7 5 16,-9 0 0-16,-2-7 0 15,-11-14 3-15,-5-2-6 0,-9-5 1 16,-4 1 2-16,-2 2-20 16,-3 11 20-16,5 3-6 15,-5 1 6-15,1 10 0 16,2-4-5-16,2 0 2 15,4 4 6-15,3-2 2 16,1 2 3-16,-3-2-12 16,-3-1 5-16,-5 3-2 15,0 0-25-15,-2 0-11 16,-4 0 16-16,4 7 21 16,-2 1 5-16,-2 4 1 15,0-3 0-15,0 0-3 16,0 3 22-16,0 2-8 15,0 10-17-15,-10 5-10 0,-9 7 10 16,-1 2 22 0,3 0-8-16,1-7 3 0,3-11-8 15,8-7-5-15,1-11 1 16,4-2-5-16,0 0 40 16,0-10-39-16,17-12 6 15,12-11-1-15,5 6 10 16,-3-5-15-16,6 2-2 15,-2 3-47-15,-4 1 17 16,-7 6-25-16,-10 4 41 16,-6 5 14-16,-3 6 1 15,-5 1 18-15,0 1 58 0,0-6-1 16,-11-3-72 0,-12 0-6-16,-1-4 2 0,-5 4-8 15,-1 8-2-15,9 4 11 16,3 0 10-16,5 0-10 15,3 0-126-15</inkml:trace>
  <inkml:trace contextRef="#ctx0" brushRef="#br0" timeOffset="8358.49">15736 6418 436 0,'0'0'114'0,"0"0"-80"0,0 0 13 0,0 0-46 15,0 0-2-15,0 0 2 0,-4-142-1 16,4 70 0 0,0-9 4-16,0 8 7 0,0 8-11 15,0 14-20-15,0 22-50 16,0 15 52-16,0 14-12 16,0 0 30-16,0 22-1 15,0 18 1-15,0 9-7 16,0 3-100-16,0-10 47 15,0-15 60-15,0-4 2 16,7-19-2-16,11-4-10 16,8-31 10-16,3-21 13 15,7-5 0-15,0-4-8 0,-3 9-4 16,0 12 5 0,-1 17-12-16,-6 14-43 0,-6 9-174 15</inkml:trace>
  <inkml:trace contextRef="#ctx0" brushRef="#br0" timeOffset="8625.12">16059 6116 217 0,'0'0'190'16,"0"0"-149"-16,0 0-30 15,0 0 9-15,0 0-3 16,0 0 1-16,43-60 31 16,-26-3-37-16,-1 4 6 15,-3-2-12-15,5 5-12 16,-5 14-5-16,3 6-70 15,-5 18 58-15,-1 14 21 16,-6 4-9-16,7 12 11 0,-2 22 30 16,5 14-23-1,3 10 12-15,7 7-18 16,3-2 29-16,5 6-28 0,-6-5 54 16,-1-8-56-16,-1-2-47 15,-4-12 36-15,-9-15-105 16,-11-16-168-16</inkml:trace>
  <inkml:trace contextRef="#ctx0" brushRef="#br0" timeOffset="8841.18">16189 6042 646 0,'0'0'99'0,"0"0"-99"16,0 0-1-16,0 0-6 15,0 0-2-15,0 0-154 16,96-36-242-16</inkml:trace>
  <inkml:trace contextRef="#ctx0" brushRef="#br0" timeOffset="9040.73">16623 5849 148 0,'0'0'348'0,"0"0"-312"16,0 0 4-16,0 0 55 15,0 0-71-15,47 112 37 16,-33-76-58-16,-2-4-6 15,-3 3-55-15,-6-9-84 16,-3-6-231-16</inkml:trace>
  <inkml:trace contextRef="#ctx0" brushRef="#br0" timeOffset="9241.58">16570 6232 532 0,'0'0'51'15,"0"0"-28"-15,0 0 27 16,129-26 17-16,-78-13-59 16,1-9 51-16,-6-11-30 15,-10-4-18-15,-12 0-9 16,-22-2-4-16,-2 9-108 16,-29 6-96-16,-17 16-158 15</inkml:trace>
  <inkml:trace contextRef="#ctx0" brushRef="#br0" timeOffset="9293.03">16630 5763 261 0,'0'0'163'0,"-83"115"-163"16,56-57-15-16,16-10-229 0</inkml:trace>
  <inkml:trace contextRef="#ctx0" brushRef="#br0" timeOffset="9490.57">17042 5957 245 0,'0'0'198'0,"0"0"-154"16,31 127-39-16,-11-100-5 0,9-6-125 15,7-13 117 1,4-8 8-16,5 0-14 0,6-10 20 16,-2-10-19-16,-10 2-137 15</inkml:trace>
  <inkml:trace contextRef="#ctx0" brushRef="#br0" timeOffset="9690.34">17080 5875 155 0,'0'0'654'15,"0"0"-654"-15,0 0-72 0,0 0 72 16,0 0-3-16,0 0-5 16,84-33-97-16,-63 2-84 15</inkml:trace>
  <inkml:trace contextRef="#ctx0" brushRef="#br0" timeOffset="9825.35">17085 5613 874 0,'0'0'2'16,"0"0"-2"-16,0 0-140 15,0 0 54-15,0 0-193 16</inkml:trace>
  <inkml:trace contextRef="#ctx0" brushRef="#br0" timeOffset="9991.37">17619 5797 642 0,'0'0'42'15,"0"0"-42"-15,40 126-55 16,-26-92 47-16,1 2 1 16,-3-12-118-16,-12-16-164 15</inkml:trace>
  <inkml:trace contextRef="#ctx0" brushRef="#br0" timeOffset="10140.37">17499 5516 799 0,'0'0'420'0,"0"0"-420"15,0 0-43-15,0 0-68 16,0 0-112-16,0 0-80 15</inkml:trace>
  <inkml:trace contextRef="#ctx0" brushRef="#br0" timeOffset="10522.51">17692 5922 190 0,'0'0'0'15,"0"0"-1"-15,0 0 1 16,23 117 144-16,-17-102-77 16,-4-9 106-16,-2-6-71 15,0 0-61-15,0 0-16 16,0-4-2-16,0-24-12 16,0-11-11-16,0-5 0 15,0-2 40-15,0-4 1 16,0 8 7-16,0 2-48 15,10 8 0-15,1 8 0 0,9 4-8 16,9 11 0 0,7 6-11-16,1 3 17 0,-1 10 2 15,5 22-14-15,-4 12-4 16,-8 6-176-16,-4 8 189 16,-6 3 4-16,-5 7 1 15,-7-4-50-15,-7-8 50 16,0-11-35-16,0-8 32 15,0-24-35-15,-9-13-99 16</inkml:trace>
  <inkml:trace contextRef="#ctx0" brushRef="#br0" timeOffset="11123.79">17871 5784 238 0,'0'0'146'0,"0"0"-125"0,0 0 76 0,0 0 93 0,0 0-65 15,0 0-61-15,13-33-41 16,-4 33 12-16,0 0-27 16,3 0-5-16,3 0-3 15,3 2-10-15,-3 10-27 16,1 1-22-16,-3 1 57 0,-1 9 2 16,-6 9-5-16,-6 12 10 15,0 4 1-15,0-3-3 16,0-12-3-16,0-11 0 15,0-14-1-15,0-5-4 16,11-3-18-16,3 0 23 16,3-12 5-16,-3 3-2 15,-3 8-3-15,4 1 0 16,-3 0 0-16,7 11 14 16,2 4 5-16,3 0-19 15,7-9-13-15,-6-6-111 16,-8-2-305-16</inkml:trace>
  <inkml:trace contextRef="#ctx0" brushRef="#br0" timeOffset="11806.36">18325 5966 161 0,'0'0'0'0,"0"0"-20"0,0 0-40 0,0 0 60 15,0 0 55 1,0 0 102-16,-51 76-28 0,49-64-35 16,-1-6-37-16,3-6-26 15,0 0 6-15,0 0 30 16,0 0 28-16,0-26-48 15,0-11-23-15,5-8-18 16,7 2 13-16,0 7 30 16,0 4-2-16,1 4-47 15,5 0-2-15,0 2-12 0,6 8-55 16,3 4 24-16,-2 12-38 16,1 2 40-16,-1 17 9 15,-3 30 20-15,1 17 14 16,-6 8 1-16,1 5-1 15,5-13-44-15,-2-14 16 16,2-16 28-16,-3-12-191 16,-9-12-55-16</inkml:trace>
  <inkml:trace contextRef="#ctx0" brushRef="#br0" timeOffset="12005.82">18379 5973 841 0,'0'0'89'16,"0"0"-79"-16,0 0-6 16,0 0-4-16,0 0-54 15,0 0-92-15,96 5-303 16</inkml:trace>
  <inkml:trace contextRef="#ctx0" brushRef="#br0" timeOffset="17883.91">19582 6236 111 0,'0'0'260'0,"0"0"-200"0,0 0-48 16,0 0 14-16,0 0-18 15,0 0 6-15,0 0 16 0,0 0 8 16,0 0 13-16,0 0 15 16,0 4 0-16,0-4-32 15,0 4 8-15,0-4-26 16,0 0-4-16,-2 0-12 16,0 0 2-16,-2 0 8 15,-2 0-7-15,0 0 1 16,-1 0 3-16,-1 0-8 15,-6 0 10-15,3 0-15 16,-3-4 6-16,-1-4 0 0,-1 0 4 16,-1 0-4-1,-2 1 10-15,0-4-2 0,1-3-11 16,3-3 9-16,-1 4-12 16,7-5 6-16,-1-1-2 15,6 4-5-15,2-1 3 16,-3 2 3-16,5 2 0 15,-2 4-2-15,0 2 6 16,-2-1 0-16,4-3 0 16,0-2-6-16,0-3-3 15,0-9-17-15,0 3-15 16,2 0-18-16,9-2 34 16,-5 3-2-16,2 5 22 0,-2-4 3 15,-1 7-1-15,1 0 3 16,0-6 1-16,4 4 0 15,3-5-3-15,1-4-2 16,3 3 0-16,4-4 0 16,1 2 1-16,-2 2-6 15,0 2 0-15,-3 3 2 16,-1 5-33-16,-5-4 15 16,-1 2 19-16,-4 1 3 15,3 2-1-15,-5-3-7 16,-2 4-81-16,-2-2-110 15</inkml:trace>
  <inkml:trace contextRef="#ctx0" brushRef="#br0" timeOffset="18632.24">19914 6200 198 0,'0'0'189'0,"0"0"-127"0,0 0-15 0,0 0-31 0,0 0-1 15,0 0-13-15,3-4-1 16,-3 0 14-16,0 0 19 15,0 0 46-15,0-2 7 16,0-8-30-16,0-8-53 16,0-9 34-16,0-5-23 15,0-11 8-15,0-8 6 16,12-5-21-16,7 0 7 16,2-1-6-16,2 5-15 15,2 6 6-15,-3 11-28 0,-5 15-8 16,2 14-32-16,-6 10-22 15,0 0 50-15,5 10 35 16,0 9 5-16,-1 2 0 16,-1 2-21-16,-5 2 4 15,1 12 3-15,5 6 5 16,-3 2-24-16,15 5 33 16,0-5 20-16,4-10-20 15,5-4-20-15,2-6-118 16,-11-9-175-16</inkml:trace>
  <inkml:trace contextRef="#ctx0" brushRef="#br0" timeOffset="18950.24">19903 5961 691 0,'0'0'110'0,"0"0"-104"0,0 0-4 0,0 0 14 0,0 0-4 16,0 0-12-16,149-8-20 15,-100-16-121-15,-7-4-212 16</inkml:trace>
  <inkml:trace contextRef="#ctx0" brushRef="#br0" timeOffset="19383.04">20576 5518 445 0,'0'0'118'16,"0"0"-74"-16,0 0-23 16,0 0-8-16,138 109 17 15,-104-68 7-15,-11 25 52 16,-4 15-65-16,-13 17 5 16,-6 6-29-16,0-5 0 15,0-17-19-15,-2-27-89 16,-11-28-242-16</inkml:trace>
  <inkml:trace contextRef="#ctx0" brushRef="#br0" timeOffset="42096.98">21608 12119 317 0,'0'0'139'0,"0"0"-119"0,0 0-4 15,0 0 92-15,0 0-10 16,0 0-30-16,0 0-24 16,-72-73-13-16,61 48 24 15,2 5-38-15,0 0-17 16,2 15-1-16,3 1 1 15,-3 3-9-15,-4 1 9 16,-2-5 11-16,0 5-3 16,-8 0 20-16,-1 0-16 15,1 5-9-15,2 5-3 16,-4 6-11-16,1 8-31 16,-2 11 23-16,0 5 9 15,-3 4 10-15,-2 0 0 0,0 4 5 16,2 4-10-16,2 1 3 15,10 6-31-15,6 2 17 16,4-2 8-16,5 9 7 16,0-1-9-16,0-2 10 15,14-2 0-15,8-5 0 16,2 2 8-16,1-5-12 16,0-5 9-16,4 4-10 15,-2-6 10-15,2 8-5 16,2 2 10-16,4 4 18 15,3-1 21-15,2-5-38 0,0-2-2 16,9-8-6-16,-2 3 0 16,9-2 2-16,2-3-10 15,2-4 4-15,5 1 1 16,1-3 1-16,1-3-1 16,4 2 0-16,-4-9 3 15,-7-6 7-15,0-6-3 16,-2-4-14-16,0-2 8 15,0 1-4-15,7 6 3 16,-1-3 0-16,13 5 0 16,0-3 4-16,8 2-8 15,4 1 11-15,1 3-14 0,-3-2 14 16,-6-5-14 0,-4-5 9-16,-6-6-2 15,-7-4 0-15,7 0 9 0,-3 0 4 16,11-21 0-16,11-7-3 15,1-3-5-15,7-7-10 16,0 1 10-16,-2 7-13 16,2 0 13-16,4-2-5 15,-10-6 8-15,-1-4-7 16,-10-6 0-16,-10-10 2 16,-11-7-6-16,-12-1-11 15,-5 1-7-15,-5 4 15 16,-9 11 0-16,-2 1 6 15,-8 14 16-15,0 1-3 0,-1-2-11 16,-3-5 24-16,1-11-25 16,1-10-1-16,-1-14 3 15,4-3-6-15,-2 0 1 16,-3 2 2-16,-3 5 0 16,-6 8 5-16,-6 3-12 15,0 3-3-15,0 5-21 16,0 3-11-16,-2 6 8 15,-11 1 2-15,-1-3 28 16,-3 2 4-16,-1-10 4 16,-3-2 21-16,2 1-13 15,-4-5-4-15,-1 1-8 16,6 2-3-16,-2 3-13 16,2 8 11-16,-2 9 4 15,-2 5 1-15,-3 3 21 0,-4-1 5 16,-4-6 21-16,-1-5-30 15,-3-7-17-15,1-6-33 16,1 2-6-16,-2 5 6 16,8 13-21-16,0 9 54 15,-2 8 4-15,3-1 34 16,-6 2-1-16,-2-4-24 16,-1-4-13-16,-1-5-11 15,0 0-55-15,0 1 9 16,-2 6 11-16,4 9 46 0,-6 11 38 15,-1 2 40 1,-3 0-9-16,-5 0-23 0,-5 0-10 16,-2 0-30-16,0 0-7 15,1-7 2-15,1-4-2 16,2 4 1-16,5 3 0 16,-2-1 14-16,-1 5 3 15,-1-4-9-15,2 1-2 16,4-1-12-16,9 1 14 15,5 3-18-15,2 0 10 16,-5 0-8-16,0 0 8 16,-6 0 14-16,-7 0-3 15,0 0-10-15,-7 3 8 0,4-3-7 16,2 4-4 0,2-1 0-16,9 6 0 0,-5-1 1 15,5 4-7 1,3-1 5-16,-1 6 6 0,6 1-10 15,-3 2 14-15,3 3-10 16,2-3 6-16,0-1 5 16,-4 1-8-16,-1-6-2 15,-3-2 0-15,0-3-26 16,2 0 22-16,4 5 6 16,-1 3-2-16,3 1 7 15,0 5 5-15,2 8 4 16,2 2 3-16,0 6-5 15,-2-1-11-15,0 0-1 0,0-4-15 16,0 0 9-16,3 2-1 16,4-6 1-16,6 4 6 15,4 0-5-15,3-5 0 16,3-1 2-16,-4 0 2 16,2-5-26-16,-5 2-12 15,-3 0-19-15,-3 4 56 16,-1 5-5-16,-2-1 6 15,6 3 1-15,-1-1 19 16,1-3-19-16,4-5-18 16,-1 0-83-16,-1 0 54 15,8-7-80-15,4-2 106 16,0-15 17-16,0-3-190 16</inkml:trace>
  <inkml:trace contextRef="#ctx0" brushRef="#br0" timeOffset="43395.96">21386 9381 18 0,'0'0'107'0,"0"0"-14"0,0 0 59 0,0 0-72 16,0 0-40-16,0 0-34 16,23 65-1-16,-23-58-2 15,0-6 35-15,0 8 16 16,0-1 4-16,0 0-36 15,0 0-16-15,2-1 9 16,-2 2-12-16,0 5 32 16,0 1-8-16,0 4 14 0,0-1-30 15,0 6 7-15,0 2-15 16,0 0 7-16,0 3-7 16,0 2 1-16,0 6-6 15,6 4 4-15,0 1 3 16,-4 5-5-16,-2 3 2 15,0 0-2-15,0-4 0 16,0-2 0-16,0-10 0 16,0-6-1-16,0-9 1 15,0-6-6-15,0-5 15 16,0-5-20-16,0 1 17 16,0-4-6-16,-2 0 0 15,-10-3-6-15,6-15-29 0,-7-1 14 16,1-6 18-16,8-3 6 15,-1 1-4-15,5-4 6 16,0-9-6-16,0 0 1 16,0-6-13-16,0-2-57 15,2 3 34-15,9 6 28 16,5 10 8-16,1 3 2 16,6 10 15-16,6-1 15 15,4 0-24-15,3 7 0 16,7-5-8-16,-3 2-3 15,9 3-47-15,-3 8-78 16,-6 2 57-16,-3 2-28 0,-14 28 77 16,-4 12 22-16,-9 6 49 15,-2 4-14-15,-8 7-28 16,0-5-7-16,0 1-37 16,0-5 12-16,-21-5 25 15,-1 7 6-15,-1-2 25 16,-5-3 2-16,8-2-8 15,-1-7 2-15,4-13 2 16,10-11 18-16,2-12-6 16,5-2-12-16,0 0-2 15,0-14-11-15,0-8-16 16,5-2-19-16,17 5 12 16,5 6-50-16,9 6 9 0,-1 6 32 15,1 1-27-15,-2 0-2 16,2 20 7-16,-5 12 25 15,-2 8-24-15,-2 10 27 16,-8 0 10-16,-9-4 6 16,-10-8 34-16,0-13 52 15,-21-10 3-15,-26-6-39 16,-4-8-26-16,-11-1 3 16,4 0 24-16,6-8-15 15,13-3-11-15,10 0-28 16,4-3-6-16,12 2-18 15,-5-12-98-15,5 8-211 0</inkml:trace>
  <inkml:trace contextRef="#ctx0" brushRef="#br0" timeOffset="48608.49">22539 11718 294 0,'0'0'20'0,"0"0"-17"0,0 0 63 0,0 0-38 16,0 0 17-16,0 0 13 16,0 0-10-16,-7 10-17 15,2-10-6-15,1 0 5 16,-1 0-21-16,5 3-9 16,0-3 5-16,-2 0 3 15,2 0-7-15,-2 3 2 16,0 2-2-16,-2 4-2 15,-5 0 1-15,6 3 0 16,-4 0 0-16,1 0 1 16,2 0-6-16,-5 4 11 15,4 0-14-15,3 0-5 0,-3 0-3 16,1 2-1-16,4-4 17 16,-2-1 0-16,2-1 0 15,0 1-2-15,0 6 4 16,0-5-4-16,0 5 8 15,0 2-12-15,8-4-9 16,0 7 2-16,-6 1-8 16,4 0 18-16,-1 1 1 15,-1-3 4-15,3-3 0 16,0-6 0-16,-1 0 2 0,1-5-4 16,-1 4-3-16,6-5-2 15,-3 2 3 1,-3 0 0-16,3 4 2 0,-5 6 16 15,4-2 13 1,-4-2 5-16,2-1-16 0,-3-4-8 16,3 1-6-16,4-2-8 15,-2 1 5-15,3-1-1 16,1-1 0-16,-1 3-2 16,-3 1-1-16,4-1 6 15,-3-2-7-15,-1 0 14 16,2-1-17-16,1 1 15 15,-3 1-4-15,4 0 4 0,-1-2-6 16,0 0-1 0,3-5 11-16,1 5-22 0,1-3 20 15,3 2-14-15,2-3 9 16,-3 4-10-16,3-1 5 16,-2-3 0-16,-2 0 0 15,1-5 4-15,-2 6-8 16,-1-2 10-16,4 2-7 15,-4-2 2-15,1-2-2 16,-3 0 1-16,3-2 0 16,-1 0 8-16,1 0-7 15,-1 0 10-15,3 0-5 16,0 0 29-16,-2-2-35 16,-1-2 22-16,3-1-22 0,-3 2 2 15,1-3-1-15,1-3 18 16,2 0-1-16,-1 3-4 15,3-4-11-15,0 0 1 16,-1 4-8-16,0-3 12 16,-2 0-16-16,-1 5 7 15,-3-5 1-15,-7 5 0 16,-1-3 2-16,1 2 4 16,-2-7-4-16,3 4 11 15,1-7-10-15,1 0-3 16,-2-1 4-16,1-2-8 0,-3 1 2 15,0 2 0 1,0 0 1-16,-2 2 1 0,1-3 9 16,-1 2-3-16,-2-1 15 15,0 0-19-15,-2 5 21 16,3-7-23-16,-3 6 0 16,5-1 0-16,-3-3 2 15,2 3-2-15,-2-3 1 16,3-1 10-16,-1-3-4 15,-2-6-5-15,3-1 4 16,-3 1 10-16,0 3-16 16,3 4 0-16,-3 2-4 15,-2 2 8-15,0 0-9 0,0 2 10 16,0-1-4 0,0-6 7-16,0 1-11 0,0-6 6 15,0 1-4-15,0-2 1 16,0 6-1-16,-2 0 1 15,0 1 0-15,-3-1 2 16,3 3 0 0,-3 2-3-16,3 0 6 0,-4 1-3 15,1-1-2-15,-1-3 0 16,-2 1 0-16,4 0 1 16,-5 4-3-16,3 0 7 15,-4 2-15-15,6 0 14 16,-5-3-12-16,3 8 12 15,-6-7-8-15,4 0 1 0,-3 2 3 16,-3-2-3-16,-1 5-5 16,3 1 8-16,1 3-5 15,0 3 1-15,2 0 8 16,0 0-4-16,5 0 3 16,-5-1 0-16,0-6-3 15,-2-1-3-15,-4-2 1 16,-1 5 4-16,0 3-2 15,3 2 9-15,-2 0-11 16,5 0 5-16,-1 0 2 16,5 0-3-16,1 0-2 15,-2 0 0-15,-4 0-3 16,2 0 2-16,-4 0 1 16,0 0-4-16,-3 0 7 15,5 0-6-15,2 0 6 0,-1 0 2 16,6 0-3-16,2 0-2 15,0 0-4-15,-5 0 4 16,1 0-10-16,-6 0 19 16,-3 0-17-16,1 0 10 15,-3 0-4-15,3 0 2 16,-1 0 0-16,1 0-2 16,3 0 1-16,0 0 0 15,2 0 2-15,-2 0-2 16,0 0 6-16,-1 5-5 15,2 1 1-15,-1 0 6 16,-1-4-3-16,3 0-3 0,1-2-2 16,3 0 3-1,0 0-8-15,-1 0 3 0,-1 0-3 16,1 0 2-16,-2 0-1 16,0 0 6-16,-1 0-1 15,0 4 1-15,0-4 2 16,-2 2-6-16,7 0 6 15,-1-2-3-15,0 0 2 16,3 0-4-16,-2 0 4 16,-1 3-6-16,3-2 4 15,-2-1-14-15,0 5 13 16,-1-1-2-16,-2-1-6 0,5 2 4 16,-1 4-5-16,1-1 7 15,0 2 2-15,0-1-2 16,0 4 3-16,-2-3-6 15,-1 2 12-15,1-1-12 16,-1-4 12-16,2-1-5 16,1-2 4-16,0 4-10 15,0-4 7-15,2 1-4 16,0 0-3-16,0-3-48 16,0 7-60-16,-4-3-127 15,-5-5-260-15</inkml:trace>
  <inkml:trace contextRef="#ctx0" brushRef="#br0" timeOffset="50039.31">23515 12823 359 0,'0'0'45'0,"0"0"-42"0,0 0 23 0,0 0-15 15,0 0 12-15,0 0 19 0,0-2 14 16,0 2 1-16,0 0-18 16,0 0-39-16,0 0-1 15,0-2-20-15,0 1 6 16,0 1 11-16,0 0 8 16,0 0 12-16,0 0 33 15,0 0-4-15,0 0-2 16,0 0-26-16,0 0 2 15,0 0-18-15,0 0-1 16,0 0 0-16,0 0 0 16,0 0 0-16,0 0 2 15,0 0-2-15,0 0-1 16,0 0 1-16,0 0 0 16,0 0 10-16,0 0-7 0,0 0 10 15,0 0-12-15,0 0 13 16,0 0-11-16,0 0-3 15,0 0-1-15,0 0-6 16,0 0-1-16,0-4-5 16,0-4 10-16,0-2 6 15,2-5-6-15,2-2 9 16,1-8-7-16,3-5 1 16,1-4 0-16,1-6 1 15,-2-2 3-15,3-7-8 16,3-1 20-16,-1-1-32 0,3 8 19 15,-1 9-6 1,1 12 1-16,-1 12-26 0,-1 4 13 16,-3 6-7-16,-2 0 20 15,0 0 4-15,0 0 1 16,-1 0-3-16,2 0 0 16,-3 0-3-16,-1 0-1 15,-2 0 2-15,5 9 2 16,-2 4 0-16,4 5 2 15,-2 5 5-15,0 4 1 16,0 5-3-16,-2 1-3 16,-1-5 0-16,4-2-2 15,-4-8 4-15,3-2-11 16,-3 2 15-16,2 0-8 0,-2 6 0 16,-4 3 7-16,0 0-4 15,-2 4-6-15,0-6-5 16,0-8-9-16,0-9-10 15,0-1-28-15,-2-2-22 16,-14-5-108-16</inkml:trace>
  <inkml:trace contextRef="#ctx0" brushRef="#br0" timeOffset="50672.27">23546 12527 498 0,'0'0'81'0,"0"0"17"0,0 0-13 0,0 0-34 15,0 0-47-15,0 0 6 16,0-2 0-16,4 2 6 0,9 0 9 16,8 0-3-16,4 0 12 15,8 0-31 1,2 0 0-16,-3 0 4 0,-3 0-8 16,-3 0 1-16,-6 0 0 15,-2-4-1-15,-5 4 0 16,-1 0-3-16,-8-5-20 15,0 5-23-15,-4 0-154 16,0 0-275-16</inkml:trace>
  <inkml:trace contextRef="#ctx0" brushRef="#br0" timeOffset="72370.92">23546 10474 334 0,'0'0'90'0,"0"0"-65"0,0 0 45 0,0 0-12 16,0 0-15-1,0 0 4-15,0 0-17 0,0 0-9 16,0 0-19-16,0 0 20 15,0 0-7-15,0 0 5 16,2-6-19-16,-2-13 2 16,2-5 4-16,1-6-5 15,1-6-1-15,5-2 1 16,2-2 4-16,-2-1-3 16,2 1-3-16,-5 0 3 0,4 2-3 15,-2-6 0-15,1 3-2 16,5-8-2-16,-3 5 0 15,3 6 0-15,1 6-18 16,1 8 21-16,1 3-5 16,1 2 5-16,2 1-1 15,0-3 2-15,7 1 3 16,-4 2-1-16,-2 3-2 16,0 0-6-16,-3 5 6 15,-7 6-6-15,-1 4-5 16,-3 0-19-16,-2 4 30 15,-3 16 4-15,1-2 3 16,1-2-3-16,-4 2-3 0,8-5-2 16,1-2 4-16,1 1-11 15,0 6 16-15,-3 3-4 16,-3 4-1-16,-4 4-2 16,0 1 3-16,0 2-4 15,3 0 0-15,2 8 2 16,-5 4 5-16,2 8-6 15,2 2 10-15,0-3 5 16,3-9 1-16,0-8-9 16,2-13-5-16,-2-6-6 15,-5-7 6-15,2-6-7 16,-2 4 2-16,-2-6-15 16,0 0-28-16,0 0-25 0,0 0-76 15,0-6-176 1</inkml:trace>
  <inkml:trace contextRef="#ctx0" brushRef="#br0" timeOffset="72970.25">23615 10022 309 0,'0'0'0'0,"0"0"-5"0,0 0 5 0,0 0 40 0,0 0 5 15,0 0 15-15,2-8-25 16,7 8-11-16,-1-2-2 16,9 0 3-16,5-4 10 15,5 1-15-15,11-4-4 16,1 5-16-16,5 2 7 15,2-2-2-15,-9 4-3 16,-3 0-1-16,-8 0 4 0,-3 0 1 16,-10 6-6-1,-6-4-16-15,2 0-33 0,-5-2-27 16,3 0-50-16,-3 0-86 16</inkml:trace>
  <inkml:trace contextRef="#ctx0" brushRef="#br0" timeOffset="75801.53">25163 9645 42 0,'0'0'233'0,"0"0"-207"0,0 0 30 0,0 0-7 16,0 0-9-16,0 0-4 0,0 0 20 15,0 0 10 1,0 0 0-16,0 0-14 0,0 0-35 15,0 0 19-15,0 0-33 16,0 0 0-16,0 0 1 16,0 0-4-16,0 0 0 15,0 0 3-15,0 0 11 16,0 0-6-16,-2 2 0 16,-4-2-4-16,-6 0-4 15,5 0 5-15,-3 0-9 16,-2 0 4-16,5 0 0 15,-3 0-1-15,-1 0 2 16,-3 0-2-16,3 0 5 16,1 0-11-16,0-4 18 0,1 2-15 15,-3 2 8-15,4 0-3 16,-3-2 2-16,-1 2 7 16,3 0-3-16,-1-2-5 15,-6 2-2-15,5 0 9 16,-3 0-11-16,1 0 5 15,0 0 0-15,1 0 1 16,1 0-4-16,1 0 1 16,0 0 0-16,-1 0-1 15,3 0 11-15,-2 0-14 16,1 2 12-16,1 0-9 0,0 2 0 16,-2-2 0-16,5-2-1 15,-1 2 3 1,-4-2-4-16,2 0 2 0,-5 0-4 15,-3 0 8-15,0 0-1 16,0 0 1-16,3 0-4 16,5 0 0-16,-2 0 11 15,2 2 5-15,3 0-6 16,1 2-8-16,-4 1 1 16,2-4-1-16,-3 4 4 15,5-2-4-15,-2 0 1 16,-4 2 4-16,1-2-7 15,3 2 7-15,-4-1-2 16,4 2-2-16,1 0-6 16,-1 3 4-16,2-2-2 0,-3 0 2 15,0 0 0-15,2-3-1 16,1 4 0-16,0-2-1 16,-3 0 5-16,3 2-8 15,-1-2 10-15,0 6-13 16,1-2 13-16,2-2-10 15,-2 3 8-15,-1-2-7 16,5 2 3-16,-4-3-3 16,2 3 0-16,-3 0 5 15,0 1-4-15,3 0 4 16,-2 2-4-16,2-2 0 16,-1 0-1-16,3-2-4 0,-4-4 7 15,4 3-7-15,0-4 6 16,0 3-1-16,0 0 2 15,0 0-1-15,0-2 4 16,0-2-6-16,0 2 3 16,0 0-2-16,0 1-2 15,0 6 4-15,0-5-2 16,4 7 2-16,1-7 0 16,-1 3 6-16,5-5-14 15,-2 4 13-15,2 0-6 16,-1-2 1-16,-3-3 0 15,0 0-1-15,-1 1-1 16,3-1 0-16,-3 2 2 16,3 1 7-16,-1-2-6 15,2-1-2-15,-2 1-1 0,3-6-1 16,2 1-8-16,2 2 8 16,2-3-3-16,-1 0 6 15,-3 3 0-15,-1-3-1 16,-4 8 0-16,3-1 2 15,-3-2-2-15,-1 1 5 16,2-1-3-16,0-2-1 16,-1 0 0-16,3-3-4 15,0 0 9-15,0 6-8 16,0-2 4-16,-3 0-1 0,6 1 0 16,-1 1 1-1,-3 1 2-15,4-1-3 0,-3-3 0 16,-3 3-2-1,4-2 1-15,-4 3 2 0,1-1-3 16,1-6 6-16,4 5-6 16,-3 0 2-16,7-1 0 15,1 0 2-15,1 2 0 16,2-5-2-16,-2 4 4 16,-7-4-6-16,5-1 5 15,-6 3-6-15,1-3 2 16,1 2 1-16,-1-2 0 15,3 0 0-15,1 0-3 16,3 0 7-16,-1 0-8 16,-1 0 10-16,2 0-9 0,-2 0 8 15,-3 0-10-15,-2 0 6 16,-6 0-5-16,1 0 4 16,-6 0 0-16,7 0-1 15,-1 0 6-15,4 0 7 16,-2 0-11-16,13 0 8 15,-6 0-7-15,5 0 0 16,-5 0-2-16,-3-2-6 16,-1-2 5-16,-7 1 2 15,-2 3-6-15,3 0 14 16,0-2-14-16,4 1 15 16,1-4-16-16,2 0 14 0,-3 5-8 15,-3-2 0-15,-4 2-1 16,-2 0 0-16,3 0 1 15,-3 0 7-15,0 0-5 16,0 0-4-16,0 0-36 16,-13-4-224-16</inkml:trace>
  <inkml:trace contextRef="#ctx0" brushRef="#br0" timeOffset="77122.33">26188 9657 19 0,'0'0'192'0,"0"0"-178"0,0 0-11 0,0 0 37 0,0 0-40 15,0 0 6-15,-4 72 20 16,4-64 3-16,0 8 9 15,0 0-7-15,-3-2 34 16,1 3-3-16,-2-5 20 16,2 8-41-16,2-1-39 15,-2 2 2-15,2 3-2 16,-3-1 1-16,1 7-3 16,-3-3 13-16,1 1 13 15,2 0 11-15,-3 0 10 16,3 0-12-16,0 1-7 15,0 3-22-15,0 1-4 16,-1 11-1-16,1 5 4 16,0-3-1-16,0 2-7 0,-1-10 10 15,1-6 15-15,2-8-7 16,0-4-14-16,0-8-1 16,0-10-7-16,0-2-69 15,0-12-224-15,0-20-217 16</inkml:trace>
  <inkml:trace contextRef="#ctx0" brushRef="#br0" timeOffset="78215">26102 9760 316 0,'0'0'165'0,"0"0"-148"0,0 0 95 0,0 0-56 15,0 0-17-15,0 0-30 16,64-27 12-16,-40 20-20 16,-1 2 7-16,-3 2 8 15,-1-2 19-15,0 4-13 16,1-4-17-16,-1 5 15 16,0-2-1-16,1-2-18 15,-3 0 2-15,-1 4-3 16,-3 0 0-16,-4 0-3 0,1 0 3 15,0 0 10-15,1 8-1 16,-3 6-7-16,5 2 5 16,-1 2-6-16,0 0 7 15,-3 3-8-15,0-3-2 16,0 5 0-16,2-5 2 16,2 5 0-16,3 2 2 15,2-2-6-15,-3 1-3 16,-6 0 4-16,-7-4 6 15,-2 2-3-15,0-2 12 16,-4-2-2-16,-13 0 12 16,-4-2-13-16,-4 4-9 0,1-2-4 15,2-2 3-15,6-4-3 16,3-6 3-16,4-2-8 16,0-2 1-16,5 0-19 15,-1 1-12-15,3 1 14 16,-2-4-2-16,4 0 25 15,0 0-37-15,0 0-9 16,0 0-17-16,6 0 49 16,1 0 13-16,1 0 3 15,6 0 5-15,1 0 3 16,1 0-3-16,5 0-2 16,0 0 4-16,-2 10 3 0,8 8 23 15,-8-2-19-15,1 3-6 16,-1 1-8-16,-2 5 0 15,-1 1 2-15,1 0 8 16,1 2 46-16,-3 4-3 16,-3-8-44-16,-3 4 42 15,-5-8-34-15,-2 2-11 16,-2-8 6-16,0 5 7 16,-17-4-15-16,-12 3 13 15,-2 0 7-15,0-1 41 16,2-3-21-16,2-7-3 15,6-2-20-15,2-5-7 16,-6 0-11-16,-2-3 1 16,3-9-4-16,6 5-41 0,5-5-6 15,6 3 2 1,1-3-62-16,3 1-322 0</inkml:trace>
  <inkml:trace contextRef="#ctx0" brushRef="#br0" timeOffset="85259.37">25883 12997 380 0,'0'0'109'0,"0"0"-75"0,0 0 11 16,0 0-17-16,0 0-15 15,0 105-12-15,0-89 8 16,-5 0 20-16,3-2 39 16,-2 4 4-16,-1-4-11 15,1 0-45-15,0 0-5 16,0-6-9-16,4-6 0 16,0-2 4-16,0 0-2 15,0 0 11-15,0 0-13 16,0 0 8-16,0 0-10 15,0 0 0-15,0 0-7 16,0 0-13-16,0-18 1 16,0-14 2-16,-4-2 12 0,0-10-19 15,-2-6 22-15,3 0-6 16,-1 1 3-16,4 8-25 16,-2-1 10-16,2 2 9 15,-2 1 11-15,2 1-2 16,0 0 7-16,0 1-4 15,0 6 1-15,0 5 2 16,2 6 1-16,9 2-10 16,1 4 7-16,3 1-2 15,-2 0 0-15,0-2-4 16,0 0 2-16,-1 0 4 16,-1 6-2-16,-2-2 4 0,0 11-8 15,0 0-7-15,4 0 8 16,3 0-3-16,-1 9 6 15,1 2 0 1,-5 6 1-16,1-4-3 0,-6 2 4 16,1 1-9-16,-3-6 17 15,0-1-12-15,4 2 5 16,-6 1-3-16,0 2 0 16,-2 2 2-16,0 6 8 15,0 1-9-15,0 2 18 16,-14 1-17-16,-3 0 14 15,3-2-14-15,-1-4 4 16,5-8-4-16,6-3-1 0,-1-4-1 16,1-2-1-16,4-3-1 15,0 0-4-15,0 0 5 16,0 0-33-16,0-5 12 16,15-11 22-16,4 1 5 15,-1-4-5-15,3 5-1 16,4 6-9-16,4 2 1 15,4 6 5-15,1 0-1 16,7 0 4-16,-2 12-13 16,-5 9-217-16,-5 2 231 15,-9 1 22-15,-9 2 3 16,-5 10-14-16,-1-1 82 0,-5-2-63 16,0 2 10-1,0-5-2-15,0 0-7 0,0 0-21 16,-9 4 3-16,-18 2-3 15,-6 0 27-15,-7-1 6 16,-1-3-5-16,-1-9 31 16,5-5-56-16,1-1 5 15,-3-7-8-15,-5-5-3 16,2-1-7-16,4-4 1 16,7 0-3-16,13 0 2 15,7-19-31-15,4-1-52 16,5-3-309-16</inkml:trace>
  <inkml:trace contextRef="#ctx0" brushRef="#br0" timeOffset="88023.41">26781 12453 143 0,'0'0'46'0,"0"0"3"0,0 0 67 0,0 0-31 16,0 0-32-16,0 0-18 15,0 0-24-15,0 0 2 16,0 0 64-16,0 0 5 16,0 0-24-16,0 0-5 15,0 0-35-15,0 0-5 16,0 0-8-16,0 0 5 15,0 0 1-15,0-3 2 16,7-1-8-16,-3 1-4 0,3 3 5 16,1 0 3-1,2 0-5-15,1-3 5 0,-1 3-11 16,4 0 5-16,-5 0 3 16,7-1-3-16,-5 1-5 15,3-3 2-15,-4 3-3 16,11 0 3-16,-6 0 0 15,1 0 8-15,1 0-8 16,-6 0 0-16,3 0 2 16,-5 0-2-16,-3 0 3 15,6 0-2-15,-1 0-1 16,3 3 2-16,-1-2-1 16,9 2 6-16,0 2-4 15,0 0-1-15,1-5 1 0,-8 5-1 16,-1-1-4-16,-3 0-3 15,-3 5 5-15,2-1 1 16,1-1 5-16,3 0-5 16,1 0 2-16,3-4-4 15,-3 2 2-15,-1-1-2 16,-8 1-1-16,5-1 2 16,1-1 2-16,-1 3-1 15,2-1 15-15,-2 0-9 16,0 2-7-16,-2-3 2 15,0 3-4-15,0 2 4 0,2-2-1 16,1 2 1 0,-2-1-2-16,1 2 2 0,-1-4 7 15,-2 2 9 1,3 0-18-16,-3-4 3 0,2 0 0 16,-3 2-5-16,2-2 4 15,-2 4-4-15,-1 3 2 16,1-3 0-16,-3 5 2 15,3 1 2-15,-5-4-4 16,1-3 6-16,3 2-11 16,1-1 11-16,-1 2-11 15,1 3 8-15,0-3-3 0,-2 3 0 16,1-1-1 0,-2 0-1-16,3-1 4 0,0 3-1 15,0-5 1-15,-1 0-4 16,-1-2 1-16,1 1 1 15,-2 3 0-15,0-1 2 16,-2-5-3-16,-2 4 3 16,2-3 4-16,0 1-1 15,-2 2-7-15,0-1 4 16,4 0-4-16,-2-1 2 16,-2-1 0-16,3 3 5 15,-3-1-1-15,0 2 13 16,0-2-7-16,0 1 2 15,0 2-11-15,0-1 8 16,0-6-4-16,0 4-1 16,0-2-4-16,0-2 0 0,0 2 1 15,-3 1-1-15,-3 0 5 16,4-1 1-16,-2 0-7 16,-2-6 4-16,0 8 0 15,4-4-3-15,-7 2 0 16,0-1-1-16,-2 0 4 15,4 1-3-15,-4-2 0 16,2 6 10-16,2-4-7 16,1 2 10-16,-3-2-10 15,7-1-1-15,-1-3-2 16,-1-2 0-16,-3 0 2 16,3 3 2-16,-3 1-4 15,3-4 7-15,-3 5-8 0,-2-4 6 16,0-1-3-16,1 2 2 15,-2 0-4-15,1-2 0 16,1 0 3-16,0 2-7 16,2 0 9-16,-1 0-7 15,3 0 9-15,2 0-10 16,-2-2 6-16,1 4-6 16,-4-2 2-16,7 1 1 15,-6-2 0-15,-1 1 2 16,1 1-2-16,-6-2 9 15,3 5-9-15,-2-2 2 0,-3 0-3 16,6 1 1 0,-3-4-2-16,-1-1 2 0,-1 0 0 15,5 0-4 1,-4 0 8-16,1 0-10 0,3 0 10 16,2 0-8-16,0 0 8 15,4 0-3-15,-1 0-1 16,-3 3-2-16,-4-3-4 15,-3 1 12-15,-2 3-5 16,-1-2 3-16,1 0-8 16,-1-2 5-16,5 2-1 15,2-2 0-15,2 0-3 16,-4 0 1-16,0 0-8 16,-2 0 8-16,2 0 4 0,-1 0-5 15,1 0 8 1,5 0-4-16,-2 0-1 0,4 0-5 15,-2 0-3-15,-1 0 8 16,1 0-7-16,-4 0 14 16,1 0-15-16,-6 0 21 15,-1 0-19-15,1 0 6 16,-1 0 0-16,3 0 0 16,1 0-3-16,4 0 1 15,-1 0-5-15,3 0 3 16,-6 0-19-16,1 0 21 15,-1 0-7-15,4 0 7 0,-1 0 1 16,5 0 1 0,0 0 0-16,0 0 1 0,-2 0-6 15,4 4 11-15,-7-1-16 16,-2-1 5-16,-3 1 5 16,-1 0-2-16,4 3-1 15,2-2 3-15,0-4 0 16,9 0-36-16,-7 0-98 15,-2 0-277-15</inkml:trace>
  <inkml:trace contextRef="#ctx0" brushRef="#br0" timeOffset="89356.15">27980 13225 143 0,'0'0'109'0,"0"0"-51"0,0 0 61 0,0 0-61 15,0 0-18-15,0 0 12 16,-10 19-5-16,10-19-10 16,0 0 45-16,-2 0-26 15,2 0-14-15,-2 0-19 16,2 0-18-16,-2 0 0 16,2 0-1-16,0 0 6 15,-2 0-9-15,0-11 5 0,2-6-5 16,-2-5 0-16,2 0 3 15,0-6-3-15,0 0-1 16,0-4 2-16,0-5-3 16,0-4 3-16,4-3 18 15,4-4-6-15,4-1 6 16,3 2-14-16,1 0 8 16,0 5 1-16,4 6 3 15,-5 9-14-15,-3 4-3 16,-1 7 12-16,-7 4-7 15,2 4 12-15,-1 2-18 16,2-2 6-16,-3 4-6 0,5-4 0 16,-2 5-3-16,4 0 6 15,2 3 12 1,-1 0-9-16,1 0-3 0,-2 0 0 16,-4 2 6-16,2 10-8 15,-5 2 13-15,5-2-14 16,0-2 0-16,4 0-2 15,6-2 2-15,0-6-7 16,-1 8 1-16,-3-1 3 16,-7 2 6-16,3 7-7 15,-7-2 4-15,0 6-5 16,-4 3 5-16,0 4-1 16,0 5-2-16,0 6 5 0,0 3-6 15,0-5 6-15,0-8-9 16,0-4 6-16,7-6 0 15,0 4-8-15,0 0 9 16,-1 3-2-16,-2 2-1 16,-4-5-24-16,2 0-20 15,3-8-9-15,-3-6-41 16,1-6-11-16,1-2-43 16,1-2-48-16,-1 0-30 15</inkml:trace>
  <inkml:trace contextRef="#ctx0" brushRef="#br0" timeOffset="89823.49">28062 12918 487 0,'0'0'306'0,"0"0"-305"0,0 0 63 0,0 0-24 15,0 0-28-15,136-6-7 16,-102 6-3-16,-3 0-1 15,-4 0-2-15,-4 0-15 0,0 0 0 16,0 0-12-16,-4 0-64 16,-1 0-87-16,-5 0-74 15</inkml:trace>
  <inkml:trace contextRef="#ctx0" brushRef="#br0" timeOffset="132070.14">7519 12008 7 0,'0'0'67'0,"0"0"-58"0,0 0 24 0,0 0 22 16,0 0 35-16,0 0 28 0,0 0-45 16,-48-55-40-1,32 55-2-15,5-2-29 0,-3 2 9 16,5 0-11-16,-2 0 9 16,2 0-5-16,-2 0-1 15,-2 0 15-15,1 0-2 16,2 2-6-16,-4-2-10 15,5 2 2-15,-2-2 3 16,-1 0-5-16,4 0 0 16,-3 0 3-16,4 0 15 15,2 0-4-15,1 0 23 16,4 0-33-16,0 0 3 16,0 0-7-16,0 0 0 15,0 0-2-15,0 0 4 16,0 0-6-16,0 0 10 15,-4 3 3-15,-3 1-6 0,5-2 17 16,-2-1-18-16,2 0-4 16,-2-1 1-16,4 0-6 15,0 0 7-15,0 0-71 16,0 0 3-16,4 0 41 16,8 0 23-16,-1 0 8 15,7 0-7-15,-2 0 6 16,6 0-3-16,1 0 0 15,-1 0 3-15,2 0-9 16,-4 0 14-16,-1 0-17 16,-6 5 21-16,-1-1-21 0,2-3 9 15,-1 2 0 1,3-3-2-16,0 0 4 16,-3 0-8-16,0 0 17 0,3 0-12 15,0 0 6-15,0 0-10 16,-1 0 7-16,1 0-2 15,-1 0 0-15,3 0 0 16,3 0 0-16,-2-3 1 16,8-1-3-16,-9 3-5 15,-3-4 3-15,3 3-30 16,-5 0 24-16,-4-2-8 16,1 4 13-16,-6 0 2 15,-2 0 6-15,0 0-12 0,0 0 20 16,7 0-15-1,1 0 16-15,3-3-15 0,1-1 6 16,1 2-1-16,-2 0-2 16,0 2-2-16,-4 0-1 15,-5 0 2-15,4 0 1 16,-4 0 33-16,3 0-13 16,-1 0-19-16,1 0 18 15,0 0-18-15,0 0 2 16,-1 0-3-16,3 0 0 15,-5 2-1-15,1-2 8 16,-3 0-4-16,-2 0 2 16,0 0 18-16,0 0 28 0,0 0 26 15,0 0-17-15,0 0-23 16,0 0-6-16,0 0 8 16,0 0 10-16,0 2-22 15,0-2-17-15,0 0-5 16,0 0-10-16,0 0 4 15,0 0-3-15,0 0-3 16,0 0-14-16,0 0 0 16,0 0-29-16,0 7-52 15,-2 1-122-15,-16 11-196 16</inkml:trace>
  <inkml:trace contextRef="#ctx0" brushRef="#br0" timeOffset="142212.94">11334 14316 41 0,'0'0'84'0,"0"0"16"16,0 0 34-16,0 0-78 15,0 0-52-15,0 0 14 16,0 0-18-16,0 0-19 0,0 0-21 16,0 0 11-16,0 0 25 15,0 0 8-15,0 0 28 16,0 0 4-16,0 0-11 15,0 0-23-15,0 0 0 16,0 0 3-16,0 0-4 16,0 0-2-16,0 0 1 15,0 0 0-15,0 0 16 16,0 0 8-16,0 0-23 16,0 0 2-16,0 0-3 0,0 0 2 15,0 0-3 1,0 0 4-16,0 0 7 0,0 0-2 15,0 0 45-15,0 0-10 16,0 0-15-16,0 0-24 16,0 0-4-16,0 0-3 15,0 0 3-15,0 0 0 16,0 0 5-16,0 0-3 16,0 0 1-16,0 0 16 15,0 0 10-15,0-8-29 16,0-13-19-16,0-8 19 15,0-13 1-15,0 3 1 16,0-3 6-16,0-9-1 16,0-9-13-16,4-2 6 0,12-10-1 15,1 2-14-15,2-1-6 16,-4 6-21-16,5 0 11 16,-5 10 21-16,1-4-1 15,2-9 7-15,-2-5 8 16,4-4-2-16,2 2 2 15,-2 17 28-15,-2 18 15 16,-9 22-40-16,-3 12-7 16,-1 5 0-16,2 1-7 15,4 0 14-15,0 0-12 16,3 0 5-16,3 8-4 0,1 34 1 16,-3 13 4-1,-1 20-1-15,-3 3 0 0,-5 12-1 16,-4 10 1-16,2 0-1 15,-4-3 8-15,0-3-9 16,0 0 4-16,4-9 7 16,2-3-9-16,1-2-5 15,4-8-12-15,-2-2-141 16,-4-8-2-16,-1-12-1 16</inkml:trace>
  <inkml:trace contextRef="#ctx0" brushRef="#br0" timeOffset="142728.2">11479 13904 272 0,'0'0'156'0,"0"0"-156"0,0 0 4 0,0 0 31 0,0 0 27 16,0 0 5-16,0-32-21 15,0 32-21-15,0 0-22 16,4-2-2-16,17 2 2 16,2 0 2-16,6 0 2 15,5 0-7-15,1 0 0 0,2 0-3 16,-2 0-3-16,3 0-117 16,-11 0-106-16</inkml:trace>
  <inkml:trace contextRef="#ctx0" brushRef="#br0" timeOffset="143493.87">12532 13894 344 0,'0'0'52'0,"0"0"-46"0,0 0 38 0,0 0-14 0,0 0 3 16,0 0-25-16,0 2 18 15,0-2-22-15,0 0 13 16,0 0 36-16,0 4-11 15,0 4-16-15,16-2-20 16,13 2 30-16,9-3-33 16,2-5 5-16,8 0-5 0,2 0-6 15,-1 0-28-15,2 3-12 16,-6 7 31-16,-7 0-75 16,-9 6-2-16,-14-8-232 15</inkml:trace>
  <inkml:trace contextRef="#ctx0" brushRef="#br0" timeOffset="143960.25">12508 13586 393 0,'0'0'129'0,"0"0"-119"0,0 0 3 0,0 0-4 15,0 0-9-15,0 0 0 16,43-7 49-16,-4 7 15 15,15 0-31-15,9 0-32 16,3 0 1-16,5 0 0 16,0 0-4-16,-6 0-45 15,-9-8-282-15,-18-4 118 16</inkml:trace>
  <inkml:trace contextRef="#ctx0" brushRef="#br0" timeOffset="145895.28">14375 13319 113 0,'0'0'107'0,"0"0"-42"0,0 0-52 0,0 0-13 16,0 0 9-16,0 0 18 15,0 0 31-15,-2 0 21 16,-10 0 11-16,-5 0-24 0,1 2-24 16,-3 10-25-16,-2-4 0 15,5-2 9-15,-1-1 22 16,-1 0-27-16,-4-1 14 15,-1-1-29-15,-1 2-1 16,3-2-5-16,-2 2 5 16,-2 1-5-16,0-2 1 15,0 8 18-15,-1 0-16 16,-1 4 5-16,-1 2-4 16,-1-2-4-16,4 4 0 0,0-4 1 15,3 6-1 1,-3 5 0-16,3-4 0 0,4 5 5 15,3 1-12-15,1-3 14 16,8 4-13-16,-3-4 6 16,-1 0-4-16,8-2 3 15,-2 4-3-15,4 0 3 16,0-1 2-16,0 0-7 16,0-1 13-16,0-10-14 15,0 4 6-15,0-9 0 16,0-2 2-16,6 3-3 15,2-2-1-15,1 1 2 16,3 3-4-16,0 0 10 16,3-1-14-16,1 2 17 15,0-6-16-15,2 5 7 0,-1-4 0 16,1 1 0-16,5-1 0 16,-2-1-2-16,2 3 3 15,-3 1 4-15,0-3 2 16,0 0-10-16,-2-4 4 15,-3-6-1-15,-1 0-14 16,2 0 10-16,0 0 5 16,1 0 6-16,-1-6-6 15,3 0 9-15,0-7-12 16,-1 7 4-16,3-2-2 16,2-1-2-16,2-3 3 15,-1 2 0-15,2-2 2 0,-1 2-4 16,4-4 1-16,-6 0-45 15,-6 3 34-15,-5 0 5 16,-6 2-8-16,0 1 13 16,1-2 2-16,-2 3 2 15,4-6 16-15,-3-1-11 16,3-2-2-16,1 0 7 16,-4 2-16-16,3-7 7 15,-5 6-5-15,3 1 2 16,-4 0 0-16,1 0-7 15,0-2 14-15,1 2-15 0,-1-2 20 16,0 2-19 0,2 1 18-16,-2 1-7 15,-2 3-3-15,4-1 1 0,-3-4 0 16,1 0 4-16,-4 2 12 16,0-1-17-16,0-3 5 15,0 4 5-15,0-3-12 16,-7-2 4-16,1 4-4 15,0 0 6-15,-4 1-5 16,8 5 21-16,-7-4-2 16,3 1-5-16,-4-2-9 15,1 0-8-15,3 1 9 16,-5-2-12-16,-1 1 10 16,-3 0-4-16,1 2 1 0,4 4 1 15,-7 2 21-15,9 2 0 16,-3-2-3-16,-3 0-9 15,6 0-13-15,-3-2 5 16,-5-4-6-16,1-2 0 16,-6-2-13-16,-4 2-17 15,10 6 21-15,-1 6 9 16,1 0 6-16,-1 4 30 16,3 10-19-16,-1-1-9 15,8-6-1-15,-3-3-5 16,5 2 1-16,-1-4 0 15,-2-2-5-15,-2 8 11 16,1-2-17-16,-4 4 23 0,1 0-15 16,3 1 6-16,-2-2-1 15,4-3-2-15,1-2 3 16,3-4-1-16,-2 0 0 16,-1 0-4-16,5 0 5 15,-2 0-2-15,-1 6 5 16,-1-4-7-16,-1 7 1 15,1-3-2-15,-2-5 0 16,4 7-2-16,-1-6 0 16,1 2 8-16,0-2-7 15,2-2 10-15,-3 0-14 16,3 2 12-16,-4 2-11 0,4-2 6 16,0 2-3-16,0-1-11 15,-3-3-2-15,3 0 15 16,-2 0-20-16,-8 0-62 15,-7 0-606-15</inkml:trace>
  <inkml:trace contextRef="#ctx0" brushRef="#br0" timeOffset="147406.85">13887 14449 175 0,'0'0'0'0,"0"0"-12"0,0 0 12 0,0 0 119 15,0 0-7-15,0 0-35 16,0 0-32-16,-8 0-38 16,8 0-7-16,0 0 0 15,0 0 0-15,0 0 6 16,0 0 26-16,-3 0 33 15,3 4 6-15,-5 1-18 16,1 1-46-16,2-2 0 16,-1 0-6-16,1-4 6 15,0 0-4-15,2 0-2 16,0 0 0-16,0 0 19 16,0 0-20-16,0-6-5 15,0-5 2-15,0-1 2 0,0-4 1 16,7 3 0-16,1-10 0 15,4 1 6-15,-3-1-12 16,5-7 11-16,-4 11-7 16,3-12 2-16,1 6-6 15,-1 0 3-15,-1 2-17 16,-1 7 19-16,-1-8-9 16,-2 8 6-16,3-2 7 15,-1 0-3-15,0-5 11 16,3-3 27-16,-2-2-22 15,3 1-8-15,1-2-1 16,-1 2-6-16,1 4-2 16,-1 1 7-16,-3 3-8 0,-1 6 4 15,-2 1-1 1,-4 1-1-16,3 9-2 0,-5-4 1 16,2 1 1-16,3-5-3 15,-2-2 16-15,6-5-18 16,-1-6 5-16,2-4 0 15,-1-4-6-15,0-1 6 16,-2 3 2-16,-2 9-2 16,-3 2-2-16,0 5 2 15,3-4 9-15,0 2-5 16,2-2 21-16,0-5-22 16,-3-1 0-16,4 2-3 0,-8-2 1 15,6 2-3-15,-3 6 12 16,-3 2-12-16,4 1 8 15,2 2-6-15,-6 0 0 16,7-3-1-16,-1-6 1 16,0-4-4-16,7 3 2 15,-7-2 2-15,4 0 0 16,-3 3 0-16,-5 5 3 16,0-3-3-16,1 12 0 15,-3-4 0-15,1-1 0 16,-1 4-1-16,5-6 1 15,-3-1-6-15,0-1 12 16,5-5-3-16,-4 3 3 0,2 6-3 16,-3-4-2-16,5 4 9 15,-3 0-9-15,-1-3-1 16,0 5 0-16,-3-1 3 16,0 3-6-16,2-2 11 15,-4-2 1-15,5-5-7 16,-3 0 16-16,4 1-17 15,2-1 2-15,-6 8-2 16,-2 4 4-16,0 3-1 16,0 0 1-16,0 0 31 0,0 0-35 15,0 0 11 1,0 0-11-16,0 0 4 16,0 0-3-16,0 0-2 15,0 0 0-15,0 0-3 0,0 0-10 16,0 0-37-16,0 0-64 15,-33 10-578-15</inkml:trace>
  <inkml:trace contextRef="#ctx0" brushRef="#br0" timeOffset="151420.56">10598 9363 225 0,'0'0'249'0,"0"0"-221"0,0 0-27 16,0 0 0-16,0 0-1 15,0 0 0-15,0 0 0 0,-37 0 48 16,32 0 10-16,-1 0-30 15,1 1 6-15,0 2-34 16,-1-2 17-16,-1 3-16 16,-1-2 5-16,-4 5 18 15,-1-6-21-15,6 7 2 16,-2-4 2-16,2 1-11 16,1-1 12-16,2-1-16 15,-6-1 18-15,-1 0-10 16,5 1 9-16,-4-2 3 15,4-1 17-15,1 0-3 16,3 0-7-16,0 0-16 16,0 0-6-16,2 0 2 15,0 0 0-15,-2 0-2 0,-3 0 3 16,3 0 2-16,0 0 0 16,-1 0 7-16,3 0-1 15,0 0-14-15,0 0 6 16,0 0 0-16,0 0-21 15,0 0-1-15,0 0 10 16,14 0 7-16,1 0 4 16,1-1 2-16,7-2-7 15,-4 1 12-15,10 2-11 16,-4 0 9-16,2 0-8 16,-3 0 0-16,-4 2 4 15,0 9-1-15,-7-1-1 16,3-3-6-16,-1 1 16 0,-1 0-13 15,-1 3 14 1,3-8-15-16,-3 1 8 0,3 0-3 16,-3-1 1-16,1 3 0 15,1-1 0-15,-1 2 1 16,3-1 5-16,2-1 3 16,0 2-6-16,4-3 0 15,-1 2-6-15,1-2 6 16,-4 2-6-16,2-3 3 15,1 0-2-15,4-1-2 16,5-2 8-16,3 0-2 16,-2 0 4-16,-9 0-11 15,6 0 9-15,-8-2-8 0,6-4 2 16,-5 0 2-16,-2 6-1 16,0 0 3-16,-5-3-6 15,1 3 8-15,-1-1-6 16,8 0 9-16,-5-4-10 15,6 5 4-15,-2 0-1 16,-3 0 0-16,0 0 0 16,-5 0-3-16,1 0 11 15,3 0-16-15,-5-2 17 16,5 0-16-16,-5-2 13 16,-3 4-8-16,1 0 2 15,-3 0 0-15,2 0-1 0,-1 0 3 16,-1 0-6-16,-1 0 9 15,5-3-11-15,-4 2 13 16,-1-1-10-16,7-2 4 16,-8 0-1-16,0 4 0 15,3-3 2-15,1 2-6 16,0 1 8-16,1-3-6 16,1 0 12-16,1 1-12 15,-1-1 4-15,1 0-1 16,0-4-1-16,1 3 0 15,-2 1-1-15,0-1 6 16,-1 1-10-16,-2-1 13 0,-2 4-10 16,2 0 8-1,-3-1-10-15,1-2 5 0,-1-1-1 16,2 4 0-16,-4-3 0 16,0 3-4-16,1-3 9 15,-3 3 17-15,2 0-15 16,1-2-1-16,2 1-1 15,1-1-8-15,1-1 3 16,1 2 0-16,-4-4 0 16,1 1 2-16,-5 4-6 15,2 0 11-15,-4 0-1 16,2 0-5-16,3 0 12 16,0 0-13-16,1 0 9 15,-4 0-9-15,5 0 3 16,-3 0-6-16,-4 0 9 15,2 0-16-15,1 0-7 0,-3 21-79 16,0 15-221-16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2:19:40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3787 8392 19 0,'0'0'30'0,"0"0"4"0,0 0-13 0,0 0-19 15,0 0-2-15,0 0 1 16,0 0 4-16,0 0-1 15,-73-45 29-15,59 45 1 16,1 0 41-16,-1 0-75 16,1 0 1-16,-1 0 4 15,6 0 12-15,-3 0 15 16,1 0-9-16,2 0 31 16,-1-4-13-16,5 3-1 15,0-1-7-15,1 0-10 16,3 2-12-16,0 0-11 0,0 0-8 15,0 0-35-15,0 0 14 16,0 0 21-16,0 0 1 16,0 0 3-16,0 0 1 15,0 0 3-15,3 0-7 16,1 0 2-16,4 0 5 16,3 0-1-16,3 0 8 15,1 0-6-15,1-2 6 16,-1 2-3-16,2 0-2 15,-5 0-2-15,0 0 0 16,1 0-2-16,-6 0 2 16,4 0-12-16,-4 0 8 15,4 0 8-15,0 0-18 0,0 0 15 16,0 0-5-16,5 0 2 16,-3 2 2-16,5 2 0 15,-5 0 6-15,8-3-6 16,-8 2 6-16,0-3-7 15,-2 1 9-15,3-1-9 16,-5 3 4-16,6 0-2 16,-1 0 1-16,-1-1 0 15,3 2-2-15,3-2 0 16,0-1-2-16,-1 2-1 16,1-3-3-16,4 0 12 15,-1 0 3-15,0 0-9 0,-4 4 4 16,-3 0-4-16,6 2-6 15,-3 0 6-15,1 2 3 16,-1-2-3-16,-5-2 4 16,6-1-4-16,-9 0 2 15,4-1-2-15,-3 2-2 16,0 0 1-16,3 4 2 16,-1-2 5-16,-1-2 20 15,5 1-21-15,-1-3-5 16,-5-2 4-16,5 0-4 15,-3 0 1-15,3 0 2 16,-3 0-3-16,0 3 0 16,1 0-3-16,1 2 10 0,5-4-14 15,-4 2 13 1,4-3-12-16,-2 0 10 0,-1 0-6 16,-1 0 3-16,-3 0-1 15,3 0 3-15,-5 0 2 16,-2 0-5-16,0 0 2 15,2 0 5-15,0 0 1 16,9 0-8-16,-2 0 0 16,2-4 0-16,-4-4 29 15,-3 3-26-15,1-2 1 16,-6 5-1-16,1 2-3 16,-2 0 6-16,4 0-3 0,-2 0-1 15,-3 0-3 1,2 0 1-16,-4 0 0 0,-2 0-1 15,-2 0 2-15,5 0 5 16,-3-2 7-16,0 2 14 16,0-2-26-16,0 2 19 15,3-2-14-15,2-2 28 16,-1 0-10-16,1-2-8 16,-1 4-3-16,2 0-11 15,-2-1 1-15,-4 2 1 16,5 1-4-16,-3 0 4 15,1-2 1-15,-3 2-5 16,0 0 0-16,-2 0-1 16,0 0-7-16,0 0 4 15,5 0 7-15,-3 0-3 0,1 2 2 16,-1 6-2-16,4-6-20 16,-4-2-167-16,-2-4-315 15</inkml:trace>
  <inkml:trace contextRef="#ctx0" brushRef="#br0" timeOffset="2612.15">7267 6984 227 0,'0'0'104'0,"0"0"-59"0,0 0 37 0,0 0-21 16,0 0-1-16,0 0-8 16,-84-2-15-16,79 2-24 15,3 0 6-15,-2-2-19 16,-1 2-45-16,1-6-19 15,-3 6 21-15,0-2 43 16,-1 2 9-16,-4 0 47 16,-3-2-14-16,-1 2 2 15,1 0-39-15,-4 0-1 0,4 0 2 16,-3 0-12-16,1 0-17 16,-6 0 5-16,1 0-2 15,0 0 16-15,-3 0 4 16,-2 0 0-16,-2 8 16 15,3-4 1-15,-3 0-15 16,0 4 3-16,-1 1-7 16,4-3 3-16,2 3-1 15,-1 1 0-15,0 2-1 16,-6 4-1-16,4 0 4 16,-6 4 3-16,2 1-2 15,0 4-3-15,0 1 0 0,-1 2 0 16,6 1-5-1,-1-1-2-15,0-3-2 0,3-7 7 16,2 5-1 0,-1-6 3-16,4-2-2 0,2-3 4 15,5 1-8-15,-2 0 5 16,5 7 0-16,-5 8-2 16,1 2-1-16,0 2-23 15,-1-2 27-15,3-8-1 16,2 5-3-16,2-5-1 15,3-2 5-15,-2 0 0 16,6-2 0-16,-3 4-9 16,1 1 7-16,0 0-14 0,0-2 8 15,0-3 8 1,2-1-4-16,0 4 4 0,0-6-7 16,0 1 1-16,0 1 6 15,0-1 2-15,0-5 0 16,2 1-2-16,4 1 0 15,5-5-4-15,-2 7 4 16,3 1 5-16,-4 7-3 16,1-3-2-16,0 6-4 15,0-4 4-15,0-6 1 16,-3 2 0-16,6-6 8 16,-3-1-9-16,1-2 3 15,2-1 7-15,-3-2-16 16,3 4 12-16,-2-3-9 0,1 2 3 15,3 3-3-15,1 2 3 16,-1-1 5-16,3 2-4 16,-1-5 4-16,-5 2-5 15,7-4 6-15,-2-1-10 16,0 2 8-16,-1-2 2 16,3-6-6-16,-1-1 2 15,1 2-8-15,0 4 12 16,-2 0-9-16,-3 3 4 15,7 0-1-15,-4-2 0 16,-1 0 0-16,4 0 0 16,-4-2 11-16,1 1-14 15,-3-1 8-15,-3-1-10 0,7-2 12 16,-9-2 1-16,4 0-5 16,-3 0-1-16,1 0-1 15,2 0 0-15,1 0-2 16,3-6 2-16,-3-5 12 15,-2 2-13-15,3 2 0 16,-8 4 2-16,5-1 7 16,-7 0-7-16,2-2 5 15,0 0-7-15,7-5 0 16,-1-1 13-16,3-1-11 16,1-2 3-16,-1 5-1 15,-1-2-8-15,1 2 2 0,1 3 0 16,-3-4 1-16,3 1 1 15,-5 0-3-15,2-5 6 16,-1 2-1 0,1-5-2-16,-2-1 0 0,2 4 3 15,-2-1-7-15,-3 7 8 16,-2 2-4-16,1 2 0 16,-3-2 4-16,0 1-10 15,0-4 12-15,2 0 14 16,-4-5-14-16,4-3 20 15,1 4-11-15,-5-2 1 0,2 2-14 16,1-1 8 0,2-2-4-16,-3-1 0 0,1-3-5 15,3 0 2-15,-1-4-4 16,2-4 6-16,0 4-7 16,-2 4 8-16,-1 3-5 15,-3 6-1-15,-1-2 0 16,0-3-2-16,1 0 12 15,1-1-11-15,0-1 7 16,-2 4-12-16,1 1 12 16,-1-1-10-16,0-1 4 15,0 4 0-15,-2 1 0 16,0-2 2-16,0 4-5 16,0-1 15-16,0 1-17 15,0-2 11-15,0 2-7 16,0-2 1-16,0-2 0 0,0 2-3 15,0-4 3-15,0 1-3 16,0 0 9-16,0 3-9 16,0 2 13-16,0-1-5 15,0 0-4-15,-4-3 2 16,-3 0-3-16,3-3-1 16,-3-2-1-16,5 2 3 15,-5 0-5-15,3 1 8 16,-1 4-3-16,-1-1 5 15,1 0-8-15,1-3 3 16,2-1-2-16,-3 4 1 16,3 2-1-16,-3 4 1 15,3 4 0-15,-2 2 11 16,4-4-10-16,-5 2 18 16,3-2-17-16,-2 0-2 0,-1-4 0 15,0 5-4-15,-1-4 1 16,-3 1 3-16,3 2 0 15,-4 1 0-15,2-2-6 16,3 1 13-16,3-2-13 16,-2 2 6-16,-2-2-2 15,-2-2 0-15,6 4 2 16,-5 0-3-16,1-2 9 16,-2 5-21-16,0-4 14 15,-1 1-7-15,3 0 6 0,-2 2-3 16,2-2 0-1,-1 2 5-15,1-2-2 0,-1 0 5 16,0-2-9-16,2 2 11 16,1 4-6-16,0 0 2 15,0 0 1-15,1 0-2 16,1 0 0-16,0 0-4 16,-3 0 4-16,0 0 0 15,3 0 6-15,0 0 2 16,0 0-3-16,2 0 6 15,0 0-10-15,-2 0 12 16,0 0-11-16,-1 0 7 16,1 0-9-16,2 0-6 0,-2 1-1 15,2 2 3 1,0-1-18-16,0 0-214 0,0 0-135 16</inkml:trace>
  <inkml:trace contextRef="#ctx0" brushRef="#br0" timeOffset="49740.91">8107 8262 67 0,'0'0'75'0,"0"0"-75"0,0 0-4 0,0 0 4 16,0 0-3-16,0 0 5 16,0 0-2-16,0 0 12 15,0 0 26-15,0 0 32 16,0 0-11-16,-11 27-30 15,9-27-10-15,-2 3 6 16,2 1-17-16,0 0 8 0,-2 2-16 16,2-2-7-16,2-2 4 15,0-2-10-15,0 0-4 16,0 1 17-16,0 2 0 16,0-1 5-16,0 2-5 15,0-4 1-15,0 2-3 16,0-1 2-16,0-1-7 15,6 3 7-15,0-3 2 16,-2 0 2-16,7 0-1 16,-1 1-3-16,-2-1 0 15,1 3 12-15,-2-3-12 16,6 0 0-16,-6 0 5 0,2 0 2 16,-5 0 7-16,1-4-1 15,-3 1-1-15,3 2-2 16,-1-1 0-16,-2 2-9 15,2-3 3-15,1 2-4 16,-1 1-6-16,1-2 2 16,2 2 8-16,1-4-3 15,-1-2-1-15,3 0 0 16,-2-2 6-16,1 1-7 16,-1 1 2-16,2 2-2 15,-6 4-2-15,7-1 1 16,-4 1 1-16,0 0-2 15,-3 0 6-15,1 0-2 16,1 0-1-16,1-2 0 0,0 2-5 16,0-4 9-16,-1 2-4 15,5-4 0-15,-2-1-6 16,2-1 6-16,-2 2 0 16,0 2 4-16,-2 0 1 15,-1 2-10-15,1-1 14 16,-3 1-10-16,-1 0 4 15,2 2-5-15,-3 0 4 16,0 0-3-16,0 0 4 16,-2 0-4-16,0 0 2 15,0 0 4-15,0 0 7 16,0 0 13-16,0 0 22 16,0 0-16-16,0 0-20 0,0 0-11 15,0-3 3-15,2 3-7 16,0 0-6-16,1 0 5 15,-3 0 1-15,0 0-3 16,0 0 13-16,0 0-6 16,0 0 0-16,0 0 0 15,0 0 1-15,0 0 9 16,0 0-20-16,0 0-2 16,0 5-57-16,0 9-37 15</inkml:trace>
  <inkml:trace contextRef="#ctx0" brushRef="#br0" timeOffset="51738.04">8500 7213 82 0,'0'0'53'0,"0"0"2"0,0 0-14 0,0 0-15 0,0 0 10 16,0 0-16-16,0 0 40 16,0 0 4-16,0 0-20 15,0 0-34-15,0 0-10 16,0 0 0-16,6 0 0 15,-2 0 0-15,6-4 1 16,-4-5 9-16,7 0-10 16,-1-1 16-16,1-3-7 0,3-2-5 15,4-2-4 1,-4-2 1-16,3-4 5 0,1 3-5 16,1 6 3-16,-6 3-4 15,-1 4-1-15,-3 1 0 16,5 6-1-16,-1 0 2 15,-2 0 0-15,-1-2-2 16,3-2 2-16,-6-4 0 16,6 2 2-16,-6 1-4 15,5 5 2-15,-1 0-6 16,1 0 2-16,5 0 4 16,-3 0-2-16,2 3-13 0,-2-3-16 15,-10 2-18-15,3 0 35 16,-4 0-9-16,-1 4 23 15,-1 4 6-15,1 1 18 16,0 1-16-16,0-3-3 16,3-3-10-16,-7-3 10 15,5-3-9-15,-5 0 7 16,0 1-3-16,0 1 9 16,0 0 48-16,0 2-26 15,0 4-5-15,0-2-26 0,0 4-6 16,0-3-2-1,0-6-7-15,0-1 11 16,0 6 2-16,0 1 1 16,0 6 0-16,0 11-1 15,0-4 2-15,0-1 0 0,0-9 3 16,0-10 0-16,0 0 2 16,0 0 0-16,0 0 9 15,0 0-9-15,0-10 3 16,0-3-8-16,0 4-6 15,0 1 6-15,0-1 0 16,0 1 0-16,0-2-9 16,5 2 3-16,-1-3-11 15,0 0 11-15,3 4-15 16,-3 3 15-16,3-5 0 16,0 8 6-16,-1-1-6 0,-1 2 1 15,1 0 2-15,2 0-14 16,-2 2 14-16,5 3 0 15,-3-3-39-15,-2-2 2 16,0 3 29-16,-4-3 11 16,-2 0-20-16,0 0 11 15,0 0 9-15,0 0 34 16,0 0 11-16,0 0 6 16,0 0-42-16,0 0-9 15,0 0-1-15,0 0 1 16,0-5-1-16,0 0 2 0,0 0-3 15,0-1 4 1,0 2 1-16,0 4-3 16,0-2 1-16,0 2 6 0,0-4-4 15,0-6-3-15,0 3 0 16,0-1-1-16,0-3-13 16,0-1-68-16</inkml:trace>
  <inkml:trace contextRef="#ctx0" brushRef="#br0" timeOffset="52769.86">8672 6966 126 0,'0'0'87'0,"0"0"-43"0,0 0-23 0,0 0 2 15,0 0-3-15,0 0-14 16,0 0 19-16,0-5 25 15,0 5-4-15,0 0-4 16,0 0-36-16,0 0-6 16,0 0 5-16,0 0-10 15,0 0 10-15,0-2-4 16,0-9 0-16,0-3 38 16,0 0-17-16,0-3 5 0,0-8-24 15,0 3 5-15,0 0-8 16,0 1 7-16,0 8-13 15,0-2 8-15,0 2-4 16,0-6-19-16,0 0-20 16,0-6-18-16,4 2 28 15,-4 6 11-15,4 3-4 16,-4 10 22-16,5-2-13 16,-3 2 11-16,-2-2-3 15,0 2-36-15,0-4-61 16,0 0-128-16</inkml:trace>
  <inkml:trace contextRef="#ctx0" brushRef="#br0" timeOffset="53236.74">8555 6873 256 0,'0'0'211'0,"0"0"-211"0,0 0-3 0,0 0-2 15,0 0-5-15,0 0 5 16,30 0 10-16,-20 0 9 15,6 0 11-15,-1-6-17 0,4-2 15 16,0 3-20-16,2-6-2 16,-1 6 1-16,-5-1-4 15,5-4 2-15,-9-6-26 16,3-2-67-16,-7-3-226 16</inkml:trace>
  <inkml:trace contextRef="#ctx0" brushRef="#br0" timeOffset="54152.3">9021 6938 107 0,'0'0'47'0,"0"0"-47"0,0 0-15 0,0 0 11 0,0 0 4 16,0 0 58-16,0 4 49 15,0 0-72-15,0 0 3 16,0 0-2-16,0 8-13 16,0-6-22-16,0 0 23 15,0-4 1-15,0-2-10 16,0 0-2-16,0 0 9 15,0 0 0-15,0-14-17 16,0 2-2-16,0-8 4 0,-2-1-7 16,2 2 1-16,0-8-2 15,0 2 0-15,0-6 1 16,0 2 0-16,0 3-6 16,0-1-17-16,0 11-15 15,0 5 24-15,0-2 8 16,0 2 3-16,0-8-4 15,2 5-1-15,2-8-3 16,1 8-21-16,-3 4 32 16,-2 10-17-16,0 0 17 15,0 0 36-15,0 16-31 16,-5 8 2-16,-7 3-7 16,-2-2 1-16,3 1 28 15,-3 4-29-15,3-4-19 0,3-6-32 16,-4-6-90-16</inkml:trace>
  <inkml:trace contextRef="#ctx0" brushRef="#br0" timeOffset="55334.99">9353 7185 125 0,'0'0'94'0,"0"0"-51"0,0 0 7 0,0 0-8 15,0 0-26-15,0 0-5 16,-12-79-11-16,12 64 0 16,0 2 2-16,0 3 4 15,0 8-6-15,8-3 0 16,-2 3 11-16,3-7-9 16,0-5 18-16,0-4-3 15,4 0-1-15,0-4-16 16,1 5 2-16,-5 6 3 15,2 3 5-15,-2 8 14 0,2 0-13 16,7-2 20 0,-1 0-20-16,6-10-6 0,-3-8-2 15,7-2 2 1,-7-1-3-16,0 8-2 0,-7 9-3 16,3 4 1-16,-3 2-1 15,-1 0 6-15,5 0 11 16,-3 8-11-16,-1 5 5 15,-5-9-8-15,0 2 0 16,1 1-2-16,-1-1 5 16,-1 2-6-16,4 0 6 15,-2 4 4-15,-2 0 6 16,0 0-4-16,-1-4-9 16,-1 0 0-16,-1 1-1 0,0-2 0 15,1 7 1-15,-3 9 0 16,-2 4-7-16,0 7 13 15,0 1-12-15,0-6 12 16,0-7-13-16,-4-8 7 16,-3-7-1-16,-2-7-12 15,-2 0-122-15,-2 0-283 16</inkml:trace>
  <inkml:trace contextRef="#ctx0" brushRef="#br0" timeOffset="56050.51">9634 6757 185 0,'0'0'0'0,"0"0"-35"0,0 0 23 0,0 0 11 16,0 0 1-16,0 0 2 16,0 43 4-16,0-43 42 15,0 0 21-15,0 0 21 16,0 0-26-16,0 0 3 15,0 0-6-15,0 0-18 16,0 0-19-16,0 0-13 16,0 0-4-16,0 0-3 15,0-12 6-15,0-15-7 16,0-6-3-16,0 0-6 16,0 7-20-16,2 10 2 0,0 10-18 15,-2 4 17-15,0 2 19 16,2 0-7-16,-2-4-47 15,2 4-31-15,-2 0 15 16,0 0-83-16</inkml:trace>
  <inkml:trace contextRef="#ctx0" brushRef="#br0" timeOffset="56248.01">9634 6757 478 0</inkml:trace>
  <inkml:trace contextRef="#ctx0" brushRef="#br0" timeOffset="56350.5">9634 6757 478 0,'-74'21'113'0,"74"-21"-113"0,0 0-7 0,2 0-6 15,7 0 13-15,0 0 0 16,5 0 1-16,-1 0-3 16,0 0-7-16,7 0-7 15,-1 0-73-15,-2 0-15 16,1 0-96-16</inkml:trace>
  <inkml:trace contextRef="#ctx0" brushRef="#br0" timeOffset="56950.88">9805 6838 112 0,'0'0'97'0,"0"0"-18"0,0 0-46 0,0 0-29 16,0 0-6-16,0 0 2 0,0 0-4 16,0 0 4-16,0-2 7 15,0-12 60-15,0-5-3 16,0-5 8-16,0-6-53 15,0-3 5-15,0-2-6 16,0 7-1-16,9 3-11 16,-6 6-5-16,1 9-1 15,-2 2-9-15,-2 8-2 16,2 0-8-16,-2 0 19 16,0 12 3-16,0 4 1 15,0 0-4-15,0-4-7 16,0 0-26-16,0-4-11 15,0 0 27-15,-2-4 17 16,-7-2 6-16,-2 2-4 0,2 2-2 16,-4 5-10-16,1-2-187 15</inkml:trace>
  <inkml:trace contextRef="#ctx0" brushRef="#br0" timeOffset="58215.3">10180 7301 271 0,'0'0'110'0,"0"0"-108"0,0 0-1 0,0 0 6 16,0 0-12-16,0 0 10 15,0-4 11-15,0 4 34 16,0-5-3-16,0-2-24 16,0-4-20-16,2-5 4 15,5-6-1-15,-1-1 0 16,3-5-6-16,0 7 0 16,0 6 1-16,-3 2 5 0,1 4 0 15,-3-5-2 1,4 1 6-16,-2-1-7 0,1 2 10 15,-1 2-6-15,4-1-13 16,3 0 12-16,1 3 1 16,3-2-2-16,3 0 17 15,0 0-1-15,2-2-20 16,-4-6 7-16,2 5-7 16,-6 2 1-16,-3 3-2 15,-5 8 1-15,-4 0-4 16,8 0 8-16,3 6-6 15,3 6 2-15,1 0-2 0,3-2-41 16,-4-6 20 0,0 0-16-16,-3-2 29 0,3 3 0 15,-8 1 5-15,6-5 8 16,-5 5-4-16,-1-2 4 16,-3 0-1-16,-3-2-6 15,0 2 8-15,-2 4-6 16,0 9 4-16,0 8 4 15,0 7-7-15,0 0-7 16,-6-10 7-16,-1-7 2 16,5-15-2-16,-4 0-38 15,-6-3-235-15</inkml:trace>
  <inkml:trace contextRef="#ctx0" brushRef="#br0" timeOffset="58916.11">10583 7163 226 0,'0'0'17'0,"0"0"-15"16,0 0 68-16,0 0-31 15,0 0-19-15,0 0-4 16,75-19-9-16,-68 19 0 16,-3 0-7-16,-1 0-15 0,-3 5-11 15,0-1 26 1,0 6-6-16,0-2 2 0,-7-2-73 15,0-1 73 1,3-2 4-16,2-3 75 0,2 0-38 16,0 0 2-16,0 0-19 15,0 0 0-15,0 0-14 16,0 0-6-16,0 7 0 16,0 4 19-16,0 3 16 15,9 5 5-15,5-2-30 16,1 4 11-16,3-10-9 15,-7-4-5-15,5 2 5 0,-8-9-12 16,-3 0 7 0,-1-4-3-16,-2-16 56 0,0 0-42 15,0-4 11-15,-2 0-29 16,0 3-8-16,0 4-31 16,0 5-37-16,0 3 22 15,0 8 26-15,0 1 12 16,0 0-31-16,0 11-19 15,0 4-214-15</inkml:trace>
  <inkml:trace contextRef="#ctx0" brushRef="#br0" timeOffset="59598.2">10345 6691 63 0,'0'0'116'0,"0"0"-7"0,0 0-36 0,0 0-53 0,0 0-9 15,0 0 21 1,0 11 15-16,0-11 7 0,0 1 14 16,0 1-39-16,0 0-24 15,0 4-5-15,0-2 0 16,0 7-3-16,0-10 7 16,-3 5 8-16,3-6-9 15,0 0 10-15,0 0 19 16,0 0 7-16,0-6-17 15,0-7 5-15,0-6-18 0,0 1 5 16,0 6-14-16,0 4 0 16,0-4-2-16,0-4-48 15,3-12-28-15,1-6-82 16,4 0-149-16</inkml:trace>
  <inkml:trace contextRef="#ctx0" brushRef="#br0" timeOffset="59897.93">10318 6703 503 0,'0'0'117'0,"0"0"-117"0,0 0-6 0,0 0-71 0,0 0-30 16,0 0-146-16</inkml:trace>
  <inkml:trace contextRef="#ctx0" brushRef="#br0" timeOffset="60430.89">10700 6782 332 0,'0'0'0'0,"0"0"0"16,0 0 61-16,0 0-21 16,0 0 11-16,0 0-41 15,0-21 23-15,0 7 4 16,0-4-7-16,-2 5-2 15,2-6-26-15,0 3-4 0,0 1 4 16,0-4-13-16,0 3-20 16,0 7 21-16,0 2-12 15,0 7 14-15,0 0 8 16,-2 0 15-16,-2 0-6 16,-3 8-9-16,-1 10-15 15,-2-4 15-15,1-2-3 16,3-1 3-16,-3-5 0 15,2 1-61-15,-2 1-20 16,7-5-56-16,0-3 57 16</inkml:trace>
  <inkml:trace contextRef="#ctx0" brushRef="#br0" timeOffset="72055.7">10583 8172 107 0,'0'0'178'0,"0"0"-159"0,0 0-19 0,0 0 0 0,0 0 5 16,0 0 0-16,0 0 59 15,0 0 2-15,0 0-5 16,0 0-18-16,0 0-23 16,0 0-17-16,0 0-2 15,0 0-2-15,0 0 2 16,0 0-7-16,0 0 11 15,0 0-5-15,0 0 0 16,0 0 0-16,2 0-3 16,3 0-2-16,-1 0-1 15,0 0 3-15,7 0 3 16,-6 0 0-16,2-3-3 16,-5 2 6-16,2-2-6 0,1 3-4 15,-3-4 5-15,2 4-1 16,4 0 3-16,0-4 0 15,-1 0 3-15,1 2-1 16,2 0 2-16,1 0-4 16,-3 2 0-16,4 0-3 15,-3 0 3-15,4-6 0 16,-2 4 2-16,-2-5 0 16,2 1-2-16,-2 2 0 15,0 4 0-15,2-3 0 16,-2 3-6-16,4 0 10 15,3 0-4-15,2-4 0 0,2-4 2 16,1-2-6 0,-2 1 8-16,-3 2-4 0,-3 2 0 15,-1 5 0-15,-6 0-4 16,3 0 3-16,-5 0 1 16,8 0-2-16,-1 0-2 15,-1 0 8-15,4 0-8 16,-1 0 11-16,3 0-13 15,-3 0 11-15,3 0-10 16,0 0 3-16,2 0 2 16,-5 0-1-16,-5 0 2 15,8 0-6-15,-7 0 10 16,5 0-12-16,-3 9 7 0,2-6 0 16,1 2 0-1,-1-1 0-15,1 0-2 0,-4-4-1 16,1 0 3-16,1 0 0 15,-4 0 0-15,5 0 10 16,-1 0-16-16,1 2 8 16,-1-2-2-16,1 0 0 15,1 0 0-15,-3 2 0 16,1 0 1-16,0-2-2 16,-3 2 2-16,2-2 3 15,-4 6-2-15,-3-3-4 16,-1-2 1-16,1-1 1 0,-2 3 0 15,2-3 1 1,1 0 6-16,-1 4-7 0,1-1 4 16,0 0 5-16,-1 1-2 15,0 1-7-15,-2-1 0 16,5-2 0-16,-5 0 9 16,0 0-3-16,3-2 0 15,0 0-10-15,-1 2 10 16,0-2-6-16,1 4 5 15,1-4-10-15,0 2 5 16,-2 0-1-16,0-2 0 16,-4 0 1-16,4 0 0 15,-1 0 0-15,-3 0 5 16,0 0-3-16,2 0-4 16,-2 0 12-16,0 0-11 0,0 0 1 15,0 0 0-15,0 0 1 16,0 0 2-16,0 0 13 15,0 0 1-15,0 0 0 16,2 0-12-16,0 0 24 16,-2 0-29-16,2 0 3 15,0 0-3-15,-2 0 1 16,0 0 3-16,0 4-4 16,0-1 5-16,3-3 0 15,-3 1-8-15,0 2 3 16,0-1-5-16,0-2 3 15,0 2 2-15,0-2-4 0,-5 0-93 16</inkml:trace>
  <inkml:trace contextRef="#ctx0" brushRef="#br0" timeOffset="74486.07">8186 8242 62 0,'0'0'12'0,"0"0"16"0,0 0 11 15,0 0 27-15,0 0-45 16,0 0-4-16,-5 36-16 15,5-36-1-15,0 0 6 16,0 0-1-16,0 0 108 16,-2 1-40-16,-5-1-27 15,2 0-19-15,-1 0-5 0,6 0-15 16,-2 0-10 0,0 0 3-16,-1 0-3 15,1-1 3-15,2-17 0 16,-2-9 9-16,0-5-6 0,-1-4 4 15,-1-3-4-15,4-1 0 16,-5-1 2-16,5-3 8 16,0 1-6-16,0-5 1 15,0-2 12-15,0-4-10 16,0-5-6-16,0-8 11 16,0-2-12-16,0 10-2 15,0 2-1-15,0 14 13 16,5 4-16-16,2 1 3 15,-5 4-3-15,0 4-5 0,0 0 5 16,1 2-3-16,1-4 12 16,2-8-14-16,1-3 16 15,0 2-15-15,2 4 13 16,-3 11-6-16,-1 10 0 16,-5 9-5-16,4 7 5 15,-4 0 0-15,0 0 6 16,0 0-3-16,0 0 5 15,0 11-3-15,0 3-3 16,0-1 12-16,0-6 2 16,0-2-5-16,0-5-11 15,3 0-2-15,-3 0-13 16,2 0-1-16,-2 0-73 16,-5 0-171-16</inkml:trace>
  <inkml:trace contextRef="#ctx0" brushRef="#br0" timeOffset="84709.35">13629 3920 73 0,'0'0'182'0,"0"0"-182"0,0 0-28 16,0 0-53-16,0 0 53 16,0 0 8-16,0 0 8 15,0 0 12-15,0 0 110 16,0 0 58-16,-3 0-87 15,3 0-15-15,0 0-35 0,0 0 0 16,0 0-5-16,0-4-22 16,0 4-4-16,0-2 4 15,-2-2 7-15,-3 4-10 16,1 0 11-16,2 0-3 16,-2 0 6-16,-1 0-4 15,3 0 8-15,2 0 2 16,-2 0-21-16,2 0 16 15,0 0-9-15,-2 0-7 16,-1 0 2-16,1 0-4 16,-1 0 2-16,1 0 0 15,0 0 24-15,0 0 1 16,0-6 11-16,-5-4-29 16,3-6 3-16,-6-6-6 15,4-5 2-15,-3-4-6 0,-1-10 2 16,4 0-2-16,0-8 0 15,4-5 9-15,2 0-4 16,0-4-6-16,0 0 11 16,0 0-20-16,0 10 13 15,2 12-5-15,2 13 4 16,-4 18 0-16,0 5 9 16,0 0 14-16,0 0-2 15,0 0-23-15,0 0 0 0,-9 1-14 16,-15 23 14-16,-3 5-7 15,-4 7 7-15,2 5 2 16,3 1-2-16,1 3-1 16,3-2-63-16,1-14-112 15,2-10-424-15</inkml:trace>
  <inkml:trace contextRef="#ctx0" brushRef="#br0" timeOffset="85558.86">14232 3360 548 0,'0'0'14'0,"0"0"-6"0,0 0-13 15,0 0 10-15,0 0 0 0,0 0 39 16,-8-66 16-16,8 66-5 16,0 0-7-16,0 0-11 15,0 0-31-15,0 10-6 16,0 20-2-16,0 18 2 16,0 16 5-16,0 11-3 15,0 0-2-15,0 5-15 16,0-10-10-16,0-14-19 15,0-14 16-15,0-20-118 16,0-21-11-16,0-1-161 0</inkml:trace>
  <inkml:trace contextRef="#ctx0" brushRef="#br0" timeOffset="85892.93">13947 3802 359 0,'0'0'406'0,"0"0"-390"0,0 0-16 0,0 0 8 16,123 71-7-16,-85-60-1 16,4-1-30-16,3-10-34 15,3 0-94-15,-3-10-128 16</inkml:trace>
  <inkml:trace contextRef="#ctx0" brushRef="#br0" timeOffset="87141.01">14887 3423 148 0,'0'0'228'0,"0"0"-162"0,0 0-37 0,0 0 3 15,0 0 40-15,0 0-21 16,-11 0-13-16,11 0 9 0,-4 0-31 16,0 0-15-16,-1 0 6 15,0 0-14-15,1 0 0 16,-1 0 7-16,1 0 2 16,0 0 25-16,-1 0 13 15,1 0 3-15,2 0-10 16,-3-5-24-16,3-4 6 15,2-4-14-15,0-1-1 16,0-1 2-16,0-4-4 16,0 3-6-16,7-3 5 15,6 7 2-15,2-5-1 0,3 6 1 16,-2-3 2 0,-1 1-6-16,-2 1 16 0,1 6-22 15,-7 2 9 1,-1 4 0-16,4 0-26 0,-2 16 27 15,3 7-2-15,3-2-8 16,-3 5 4-16,-2-2-25 16,-2 2 6-16,-7 6-8 15,0 7 34-15,0 5-6 16,-5 6 6-16,-10 0 0 16,-6 4 8-16,-2 10-16 15,-2 0 16-15,-8 7-20 16,-10 1 12-16,-15-1-32 0,-5-4 12 15,-4-10 20-15,7-13 19 16,10-16 21-16,13-14 29 16,13-10-13-16,8-4-37 15,12 0-18-15,4-10-2 16,0-12-7-16,0-7 3 16,15 3-4-16,14 9 1 15,0 4-1-15,2 13-43 16,6 0 17-16,7 16 35 15,12 10-4-15,11 1 4 16,-1-1-15-16,-3-7-14 16,-14-3 25-16,-9-3-43 0,-7-5 44 15,-10-4-2-15,-8-4-3 16,-3 0 0-16,1-25-11 16,0-19 11-16,0-18-11 15,2-10-70-15,-3 0-320 16</inkml:trace>
  <inkml:trace contextRef="#ctx0" brushRef="#br0" timeOffset="87757.92">15676 3984 397 0,'0'0'158'0,"0"0"-158"0,0 0 0 16,0 0 4-16,0 0 26 0,0 0-1 16,131 0-29-16,-97 0 41 15,-10 0-25-15,1 0-16 16,-10 0-19-16,-5 0-51 16,-8 0-81-16,-2 0-191 15</inkml:trace>
  <inkml:trace contextRef="#ctx0" brushRef="#br0" timeOffset="87974.03">15547 3802 697 0,'0'0'120'16,"0"0"-120"-16,0 0-2 16,0 0 2-16,0 0 0 15,145 0-5-15,-94 0-48 16,0 0-147-16,-2 0-233 16</inkml:trace>
  <inkml:trace contextRef="#ctx0" brushRef="#br0" timeOffset="88889.87">16314 3437 64 0,'0'0'584'0,"0"0"-489"0,0 0-61 0,0 0 11 16,0 0-42-16,0 0 15 16,0-35-17-16,4 25 17 15,2 0-11-15,5-3-6 16,3-2-1-16,-1 3 2 15,1 7-7-15,-3 2-4 16,3 3 7-16,-1 0-27 16,2 11 18-16,1 18-21 15,-1 14-6-15,-8 9-23 0,-7 6-22 16,0-3 10 0,-13-2 72-16,-7-3-2 0,-2-8 6 15,3-12 16-15,2-8 76 16,5-13-30-16,6-9-19 15,2 0-17-15,4-4-29 16,0-16-22-16,0-6-34 16,20 1 50-16,4 7-1 15,5 5-81-15,0 8-32 16,-2 5 11-16,-1 2-18 16,-3 22 81-16,0 7-19 15,-6 5 65-15,-9 4 9 16,0 0 40-16,-8 2 31 0,0-2 64 15,-12 6-55 1,-15-1 18-16,-8-2-38 0,-9-5-10 16,-6-7 32-16,2-9-10 15,-2-6-25-15,8-7-20 16,6 1 4-16,8-4-40 16,7-3 0-16,5-3-45 15,8 0-85-15,-3-12-483 16</inkml:trace>
  <inkml:trace contextRef="#ctx0" brushRef="#br0" timeOffset="91820.41">13341 2783 64 0,'0'0'182'0,"0"0"-107"0,0 0-22 0,0 0 25 0,0 0-39 16,0 0 19-16,-19 8-11 16,15-8-10-16,4 0 1 15,-2 0 13-15,0 0 38 16,-2 0-20-16,2 0-14 16,-3-18-30-16,1-11-13 0,0-14-12 15,4-12 4 1,-2-4-8-16,2-5 9 0,0 4-11 15,-3-7-9-15,3-2-22 16,0 6-73-16,0 2-96 16,0 20 81-1,0 14-353-15</inkml:trace>
  <inkml:trace contextRef="#ctx0" brushRef="#br0" timeOffset="92303.82">13719 2845 237 0,'0'0'291'0,"0"0"-275"0,0 0 13 0,0-134 60 0,0 92-17 0,0 4 3 16,4-9-61-16,2-5-2 16,1-6-5-16,-3 3-14 15,-2-1-5-15,0 13-20 16,-2 11-67-16,0 11-103 15,0 16-64-15,0 5 51 16</inkml:trace>
  <inkml:trace contextRef="#ctx0" brushRef="#br0" timeOffset="92969.88">13511 2113 23 0,'0'0'324'0,"0"0"-232"16,0 0 45-16,0 0-21 16,0 0-94-16,0 0-22 15,42-18-1-15,-7 42 1 16,10 8 13-16,6 0-10 15,-2 2-2-15,-2 2-1 0,-2 0 6 16,-5 2-12 0,-5 4 13-16,-2-9-10 0,2 1 6 15,-4-6-6 1,2-4 2-16,-4-2-3 0,-3-8-53 16,-10-8-22-16,-5-4 28 15,-7-2 24-15,-4 2 23 16,0 1 4-16,0 1 41 15,0-1 97-15,0-3-61 16,0 2-51-16,0-2-26 16,0 0 0-16,0 0-11 15,0 0-32-15,0 0-10 16,6-9 53-16,-4-18 32 16,2-5 36-16,-2-8-32 15,0-8 4-15,3-6-31 0,-1 1-6 16,8 3 8-1,-1 6-3-15,2 6 9 0,3-6-11 16,6 0-10-16,0 0 4 16,-2 6-18-16,-2 20-24 15,-13 18-90-15,-5 18-153 16</inkml:trace>
  <inkml:trace contextRef="#ctx0" brushRef="#br0" timeOffset="93919.68">14887 2566 108 0,'0'0'99'0,"0"0"-61"16,0 0-8-16,0 0 66 0,0 0 21 0,0 0 17 16,0-6-38-1,0-8-5-15,0-4-47 0,0-12-9 16,0-8-16 0,2-8 7-16,6-8 2 0,-4 1-10 15,2 3-16-15,-1 9-2 16,1 8-24-16,4 7-89 15,-6 13-70-15,0 8-119 16</inkml:trace>
  <inkml:trace contextRef="#ctx0" brushRef="#br0" timeOffset="94368.85">15061 2691 451 0,'0'0'101'0,"0"0"-87"0,0 0 25 0,11-118-4 0,-4 71 28 16,2-1-20-16,0 2-31 15,5 6 10-15,-6 0-13 16,1 8-3-16,-3 6-6 16,-4 2-107-16,6 10-170 15</inkml:trace>
  <inkml:trace contextRef="#ctx0" brushRef="#br0" timeOffset="94973.78">15050 2188 95 0,'0'0'310'16,"0"0"-212"-16,0 0-33 15,0 0-53-15,0 0-8 16,0 0-8-16,24 58 9 15,-12-42-5-15,-1 1 0 16,3 4 0-16,-4-1 8 16,5 10-7-16,4-4 18 15,1 4-15-15,5-6-4 16,-1-6 1-16,2-3-3 16,-3-7-12-16,-6 1 12 15,-1-5-11-15,-3 2 13 16,-1-2 0-16,-3 3 3 0,-3-1-6 15,-2 0 6-15,2-3-7 16,-4 1 11-16,0-1-13 16,-2-3 10-16,0 0-4 15,2 0 33-15,-2-4 37 16,5-14-12-16,3-12-42 16,2-7 9-16,1-9-5 15,1-15-6-15,2-6-10 16,-1-10 8-16,3-1-11 15,0 8 4-15,4 16-5 16,-7 19 3-16,-6 21-6 16,-2 14-4-16,-5 0 5 0,2 0-22 15,4 7-34-15,3-5-161 16,-3 1-265-16</inkml:trace>
  <inkml:trace contextRef="#ctx0" brushRef="#br0" timeOffset="97200.74">16424 2731 353 0,'0'0'77'0,"0"0"-8"0,0 0-21 0,0-129-23 15,0 73 29-15,0 2-3 16,10 2-12-16,-6 6-24 15,3 2-4-15,2 1-11 16,-3 10-32-16,10 7-89 16,-7 13-171-16</inkml:trace>
  <inkml:trace contextRef="#ctx0" brushRef="#br0" timeOffset="97581.64">16594 2794 179 0,'0'0'250'16,"11"-131"-158"-16,-7 76 28 15,1 10-72-15,2 1-34 16,0 1-14-16,3-1-68 0,4 6-60 16,-3 7-172-16</inkml:trace>
  <inkml:trace contextRef="#ctx0" brushRef="#br0" timeOffset="98215.04">16518 2239 251 0,'0'0'198'0,"0"0"-193"16,0 0-8-16,0 0 6 15,0 0-6-15,0 0 14 16,56 68 5-16,-40-51-7 15,3-1 34-15,6 4-4 16,0 4-29-16,0 2-6 16,-4 4-1-16,0-1-3 0,-1-4-7 15,-5 0-2-15,-1-7-19 16,-1-3 22-16,-2-4 6 16,0 3-1-16,2-4-5 15,-1-2 2-15,-3-2 4 16,4-3 10-16,-6-3 4 15,0 0-9-15,-3 0 39 16,2 0 22-16,-3-16 19 16,3-2-33-16,4-10-18 15,-2-6-7-15,3-10-18 16,3-12-9-16,-5-12-4 16,-1-2 2-16,0-1-50 15,-4 10-6-15,0 14 3 0,3 13 47 16,-5 15 7-16,2 8 2 15,1 5 20-15,-2 2-21 16,5 2-71 0,1 0-75-16,0-4 75 0,2 4-70 15,-4 2-48-15</inkml:trace>
  <inkml:trace contextRef="#ctx0" brushRef="#br0" timeOffset="105242.8">13484 4877 70 0,'0'0'46'0,"0"0"-42"0,0 0 22 16,0 0 11-16,0 0 20 16,0 0-45-16,0 0 43 15,0 0-31-15,0 0 50 16,0 0-18-16,-2 0-14 16,0 0-30-16,-1 0 3 15,3 0-13-15,-2 0 3 0,2 0 7 16,-5 0-12-1,5 0-1-15,0-4 1 0,0 2 1 16,-2-2 20-16,-2 1 12 16,-1-2-32-16,1-1-1 15,0-2 0-15,-1 1 0 16,3 0 0-16,-1-4 3 16,3 0-6-16,0-1-1 15,0-1 2-15,0 3 2 16,0-3 0-16,0 3-4 15,0-7 7-15,0-7-8 16,0 0 10-16,0-3-2 16,0 2 0-16,0 5-2 15,3 4 2-15,1 4 26 0,3 2-27 16,-3 0 2-16,1 5-8 16,-1 1 8-16,-4 3-12 15,2 1 9-15,-2 0-2 16,7-2-4-16,0-4 3 15,4-3 4-15,5 2 4 16,1-3-6-16,-1 4 3 16,-1 1-8-16,-1 5 3 15,-1 0-7-15,-1 0 15 16,-3 0-9-16,-1 5 3 16,-1 2 0-16,0-2-3 15,4-1 8-15,-3-1-10 16,-1 4 0-16,3 1 5 0,-6 6-34 15,0 1 27-15,0 6 2 16,-4 1 0-16,3-2 9 16,-3 4-4-16,0-4 0 15,0-2 2-15,0-2-6 16,2 2 8-16,-2-2-11 16,0 6 8-16,0-1-1 15,0 0 0-15,0 2 0 16,-7 3-3-16,-1-2 3 15,-4-2-4-15,3 1 9 16,1-2 8-16,-4 1-3 16,1-4-4-16,3-2-6 0,-4-4 0 15,-1 2 0-15,-2-5 6 16,1 4-3-16,-3-5 1 16,5 1 2-16,-6-1 20 15,0-2 5-15,-2-3-28 16,3-3 38-16,3 0-40 15,1 0 30-15,4 0-27 16,2-6-1-16,0-2-4 16,1 2 2-16,1 4 4 15,5 2-4-15,-2 0 23 16,2 0-17-16,0-2-7 16,0-4-1-16,0 4-15 15,0-4 13-15,0 2 3 16,0-4-5-16,2-3 1 15,16-2-7-15,-2 5-45 0,-3 2 41 16,3 0 12-16,-5 6-6 16,2-3-5-16,-2 2 14 15,-4-4-3-15,-3 5 3 16,0 0-1-16,-1 0 7 16,2 0 1-16,3 6 2 15,5 7-2-15,1 1-6 16,1 2-1-16,-1-4 0 15,1 4 7-15,-1-4-11 16,-3-1 8-16,7 2-7 0,-3-3 7 16,2 1-7-1,-2-3 6-15,-1-1-3 0,-4-1 0 16,-1 0-2-16,-3-2 0 16,0-2 1-16,0-2-3 15,-1 4 8-15,-1-1 8 16,0-2 9-16,0 1-9 15,4 2-11-15,-2-1 1 16,3-3-2-16,0 0-2 16,0 0-3-16,0 0-5 15,0 0 4-15,2-13-45 16,0-3 36-16,0-3-93 16,-2 0-298-16</inkml:trace>
  <inkml:trace contextRef="#ctx0" brushRef="#br0" timeOffset="106475.29">14112 4860 20 0,'0'0'19'0,"0"0"-14"0,0 0 17 0,0 0-3 16,0 0 27-16,0 0 16 16,0 0 90-16,0-7-80 0,0 7-11 15,-4 0-7 1,-1 0-51-16,5 0-3 15,0 0-8-15,0 0-10 16,0 0 12-16,0 0 2 0,0 0 0 16,0 0 4-16,0 0 12 15,0 0 10-15,0 0-8 16,0 0-9-16,0 0 15 16,0 0-15-16,0 0 43 15,-2 0 6-15,-2 0-2 16,2 0-21-16,-1 0 4 15,3 0-30-15,0 0-5 0,0 0 0 16,0 0-3 0,0 0-4-16,0 0 14 0,0 0-4 15,-3 0 5 1,3 0 31-16,0 0-24 0,0 0 4 16,0 0-19-16,0 0 0 15,0 0-22-15,0 0-1 16,0 0 6-16,0 0-2 15,0 0 7-15,0 0 0 16,8 0 7-16,3 0-2 16,-1 0 9-16,9 0-6 15,-6 0 8-15,3 0-10 16,-3 0 14-16,3 0-13 16,1 0 8-16,1 0-3 15,0 0 8-15,6 0-6 0,5 0 0 16,4 0 2-1,8 0 0-15,-7 0-3 0,3 0-1 16,-12 0-2-16,-10 0-29 16,-1 0 2-16,-10 0-40 15,-4 0-61-15,0 6-174 16</inkml:trace>
  <inkml:trace contextRef="#ctx0" brushRef="#br0" timeOffset="107527.26">14847 5107 30 0,'0'0'25'0,"0"0"30"0,0 0-26 0,0 0-8 16,0 0 0-16,0 0-1 16,0 21 101-16,0-18-36 15,0 1-10-15,0-3-22 16,0 4-16-16,0-3-18 16,0 2 11-16,-2 0-24 15,-2 4 12-15,-5-1-13 16,7-4 2-16,-3 0-3 15,3-2 29-15,2-1 11 16,0 0-9-16,0 0-5 16,0 0-30-16,0 0 14 0,0-14-6 15,0-4-10-15,0-8 6 16,0-5-4-16,0-8 14 16,0-1-7-16,0-2-4 15,0-4 4-15,4 6-9 16,1-5 12-16,-1 1-15 15,3 3 9-15,-3 1-8 16,1 5-3-16,-1 9 6 16,3 6-2-16,0 3 6 15,-1 2-11-15,-1 3 16 16,1 3-18-16,-6 9 19 16,0 0-17-16,0 0 16 15,0 21-16-15,-4 17-26 16,-16 8-251-16,-4 2-228 0</inkml:trace>
  <inkml:trace contextRef="#ctx0" brushRef="#br0" timeOffset="108323.83">15422 5039 283 0,'0'0'122'0,"0"0"-89"0,0 0 10 15,0 0 23-15,0 0 16 16,0 0 14-16,16-3-75 16,-3 3-14-16,3 0-3 15,8 0 6-15,10 0-10 16,3 0-5-16,6 0-5 0,-1 0-102 15,-4 0 78 1,-11 0 31-16,-9 0-23 0,-7 0-48 16,-9 9-7-16,-2-3-206 15</inkml:trace>
  <inkml:trace contextRef="#ctx0" brushRef="#br0" timeOffset="108622.44">15425 4873 165 0,'0'0'400'0,"0"0"-369"16,0 0-9-16,0 0 7 15,0 0-26-15,147 28-6 16,-109-26-5-16,-3-2-7 16,0 0-5-16,-8 0-55 15,-8 0-233-15</inkml:trace>
  <inkml:trace contextRef="#ctx0" brushRef="#br0" timeOffset="110987.9">16364 5235 116 0,'0'0'115'0,"0"0"-76"0,0 0-19 0,0 0 49 15,0 0-2-15,0 0-1 16,-6 7 12-16,2-6 2 15,1-1-56-15,1 0-19 16,2 0 1-16,-2 0-2 16,2 0 6-16,0 0-6 0,0 0 1 15,0 0-1-15,0 0-2 16,0 0 4-16,0 0 1 16,0-4 1-16,-2-13 0 15,2-7 3-15,-4-11-1 16,4-9 10-16,0-10-19 15,0-2 33-15,0-5-22 16,0 10-1-16,0 7-11 16,0 0 0-16,6 11 0 15,-4 10-5-15,0 0-1 16,3 7-10-16,-1 9 9 16,-2 3-1-16,0 4 8 15,-2 0 0-15,0 0 3 0,0 0-3 16,0 0-2-1,0 0 2-15,0 0 1 0,0 14 37 16,-15 11-34-16,-10 1-4 16,5-2-3-16,-9-2 3 15,12-8-7-15,1-6 5 16,5 3 2-16,0-5-31 16,-1 5-248-16</inkml:trace>
  <inkml:trace contextRef="#ctx0" brushRef="#br0" timeOffset="115467.13">18488 3888 195 0,'0'0'56'0,"0"0"-29"0,0 0-27 0,0 0 56 0,0 0 16 16,0 0-7-16,0 0-9 16,-5-6-11-16,5 2-26 15,0 2-3-15,0 2-12 16,0 0-1-16,0 0 7 15,0 0 23-15,-2 0-22 16,2 0-2-16,0 0-7 16,0-3 19-16,-4-3 6 0,2-1-25 15,2 3-4 1,0-2-2-16,0 2 2 0,0 4-19 16,0 0 6-16,0 0 5 15,0 0 6-15,0 0 7 16,0 0-3-16,0 0 7 15,0 0-4-15,0 0 10 16,0 0-9-16,0 0 6 16,0 0-10-16,0 0-5 15,0 0 2-15,0 0 3 16,0 0-6-16,0 0 12 16,0 0 10-16,0 0-6 0,0 0-10 15,0 0 8 1,0 0-9-16,0 0 1 0,0 0-8 15,0 0 7-15,0 0-8 16,-2 4 7-16,2 0 2 16,0 1 9-16,-3-4-6 15,3-1 2-15,0 0-4 16,0 0-2-16,0 0 1 16,0 0-3-16,0 3 0 15,0 5 3-15,0-1 3 16,0 3 0-16,0-10-1 15,0 0 1-15,0 0-4 16,0 0 2-16,0 0 3 16,0 0 4-16,0-22 14 15,0-10-6-15,0-6-15 16,3-2 3-16,-1 1 3 16,0 1-10-16,7-2 9 15,-5-3-12-15,5-7-9 0,2-5-28 16,-2-5 0-16,3 3-24 15,-4 6 7-15,-1 19 14 16,-5 10 46-16,0 12 6 16,-2 10 61-16,0 0 15 15,0 0-27-15,0-2-51 16,0-3-4-16,0 4 0 16,0-4-12-16,0 5-5 15,0 0 17-15,0 0-5 0,0 23 12 16,-6 12 1-1,-15 15-7-15,-5 7-2 0,-7 1-20 16,-6-6-60-16,2-14 79 16,6-9-56-16,10-16-159 15,10-13 102-15,9 0 23 16</inkml:trace>
  <inkml:trace contextRef="#ctx0" brushRef="#br0" timeOffset="117381.55">18341 2809 114 0,'0'0'17'0,"0"0"-16"0,0 0 42 15,0 0-33-15,0 0-6 16,0 0-4-16,0 2 23 15,0-2 46-15,0 0-9 16,0 0 10-16,0 0-25 16,0 0 1-16,0 0-24 15,0 0 5-15,0 0-27 16,0 0 0-16,0 0 0 16,0 0-1-16,0 0-4 15,0 0 10-15,0 0-6 16,0 0 9-16,0 0 5 15,0 0 4-15,0 0 17 0,0 0-23 16,0-6-9-16,0-10 34 16,5-6 1-16,1-6-14 15,1-4-15-15,-1 0 8 16,6-6-12-16,-1 5 12 16,-5 6-14-16,4 2 2 15,-6 7-4-15,0 8 2 16,-1 5-1-16,1-4 4 15,2 1-10-15,-1 0 2 16,4 0 3-16,-2 4-18 16,4 4 15-16,-4 0-18 0,-1 0 6 15,1 0 7 1,4 8 8-16,0 9 1 0,2 4 3 16,-2 5-5-16,7-2 1 15,-1 2-3-15,0-3-20 16,-1-4 19-1,-1-1 3-15,3 3-4 0,-1-5-1 16,2 0 7-16,-4-4-2 16,5-6-12-16,-2-3 12 15,2-3-3-15,-4 0 0 16,-1 0 3-16,1-15 1 16,3-13 1-16,4-9 0 15,-3 0 4-15,-2-10-3 16,-7-1-4-16,-2-2-9 0,-2 4 4 15,-5 8 3-15,-2 4 8 16,0 2 27-16,0 0 17 16,2-2-25-16,5 1-19 15,2 4-4-15,2 2-24 16,-2 13 20-16,2 8-38 16,-2 6-53-16,-3 0-102 15,0 2 23-15</inkml:trace>
  <inkml:trace contextRef="#ctx0" brushRef="#br0" timeOffset="117916.2">18486 2849 342 0,'0'0'42'0,"0"0"-40"16,0 0 69-16,0 0 21 15,0 0-50-15,0 0-5 0,4-100 28 16,8 62 24-16,-2-4-57 16,1 10-10-16,5 5-17 15,-5 12-10-15,-3 8-45 16,0 3-119-16,-8 4-159 15</inkml:trace>
  <inkml:trace contextRef="#ctx0" brushRef="#br0" timeOffset="118781.5">19083 3603 290 0,'0'0'197'0,"0"0"-174"0,0 0 93 0,0 0 24 16,131-21-84-16,-82 8-9 16,2-1-13-16,-3 8-27 15,-11 6-5-15,-5 0 2 16,-8 0-8-16,-2 16-105 0,-15 7-163 15</inkml:trace>
  <inkml:trace contextRef="#ctx0" brushRef="#br0" timeOffset="120231.3">20027 3465 240 0,'0'0'160'0,"0"0"-78"0,0 0 26 0,0 0-35 16,0 0-32-16,0 0-33 15,0 0 22-15,0 0-17 16,0 0-13-16,0-6 2 16,0-8 3-16,0-8-5 15,5-3-1-15,6 1-1 16,0-4 1-16,1 5-10 0,1 1 5 15,-2 12 4-15,0 10-21 16,0 0-14-16,5 0 20 16,-1 3 17-16,10 10 0 15,-2 3 6-15,0 2-6 16,-4 1-16-16,-4 10 10 16,-6 3-8-16,-9 8 14 15,0 10 0-15,0 4 0 16,-18 10-4-16,-4 2 10 15,-4-4-5-15,-6-5-1 16,-6-8-13-16,-6-12 8 0,-8-5-1 16,-2-11 12-1,6-10 4-15,10-4 52 0,11-7-8 16,14 0 33-16,10-7-39 16,3-27-42-16,0-12-6 15,21 0-13-15,8 6-23 16,4 18-16-16,3 22 2 15,-1 0 10-15,1 26 37 16,4 14-1-16,-4-4 8 16,-1 0-1-16,-1-14-3 15,-3-10-64-15,-6-7 60 16,-3-5-49-16,-7-21-48 16,-3-7-237-16</inkml:trace>
  <inkml:trace contextRef="#ctx0" brushRef="#br0" timeOffset="121245.67">19869 2759 49 0,'0'0'7'0,"0"0"-7"0,0 0-23 0,0 0 23 16,0 0 4-16,0 0 3 15,2 6 66-15,-2-2 38 16,0 0-67-16,0 0-26 16,0 0 62-16,5-4-15 15,-5 0-33-15,5 0-32 16,-3 0 22-16,0 0 14 15,5-12 35-15,-3-11 17 16,3-6-22-16,-1-9-7 16,2 1-35-16,0 5-1 15,-1 9-4-15,-7 5-16 16,4 6-3-16,-2 1-12 16,0-1-37-16,6-3-130 0,-4-2-175 15</inkml:trace>
  <inkml:trace contextRef="#ctx0" brushRef="#br0" timeOffset="121580.44">19975 2891 264 0,'0'0'231'0,"0"0"-160"0,0 0-16 0,0 0-48 0,15-122 4 0,-5 72-9 15,2 4-2-15,-1 5 0 16,-2 11-1-16,0 10 1 16,0 1-33-16,-5 2-106 0,0 5-268 15</inkml:trace>
  <inkml:trace contextRef="#ctx0" brushRef="#br0" timeOffset="122144.21">19975 2519 306 0,'0'0'88'16,"0"0"-84"-16,0 0-2 16,0 0 40-16,0 0 27 15,0 0-18-15,57 19-23 16,-48-5 29-16,0 3-16 16,2 2-11-16,3 1-22 15,-1-1-8-15,3 0-5 16,-1-1 5-16,-1 9-1 15,1-5 9-15,-1 0-16 16,3 2-1-16,-3-4 5 16,-1-4-9-16,-2-2-12 0,-6-4-15 15,3-4 31 1,-5 1 8-16,-1-6 2 16,0 4-3-16,2-5 4 0,1 0 2 15,2 0-4-15,-1 0 26 16,5-6 10-16,-2-13-9 15,3-6-7-15,-2-12-7 16,-1-7-13-16,3-6 9 16,-1-6-2-16,3-3-5 15,-1-1 42-15,3 2-24 16,-1 0 15-16,3 4-17 16,1 8-16-16,0 0-2 15,-4 8-21-15,5 4-58 0,-7 7-115 16,-8 17-270-1</inkml:trace>
  <inkml:trace contextRef="#ctx0" brushRef="#br0" timeOffset="123077.15">20883 3716 349 0,'0'0'279'0,"0"0"-253"0,0 0 25 0,0 0 28 0,0 0-46 15,0 0-19-15,79-13-14 16,-58 13 1-16,0-1 2 15,1 1-6-15,3 0-2 16,-2 0 3-16,2 0-38 16,-2 0-46-16,-6 0-86 0,-5 7-106 15</inkml:trace>
  <inkml:trace contextRef="#ctx0" brushRef="#br0" timeOffset="123377.78">20858 3579 505 0,'0'0'93'16,"0"0"-3"-16,119 9-42 16,-66-9-48-16,-4 0-3 15,-6 0-192-15</inkml:trace>
  <inkml:trace contextRef="#ctx0" brushRef="#br0" timeOffset="144292.54">1851 7381 117 0,'0'0'135'0,"0"0"-130"0,0 0 1 0,0 0 28 16,0 0 50-16,0 0 26 15,0 0-38-15,-4 1 4 16,4-1-10-16,-3 0-30 16,3 0-35-16,-4 0-2 15,2 0-13-15,0 0-2 16,0 0 13-16,-1 0 3 16,0 0 17-16,-1 0 15 0,-5 0 2 15,7 0-31-15,-4 0-6 16,0 0 6-16,4 0-2 15,-2 0 4-15,-2 0-10 16,-1 0 7-16,1 0-5 16,-6 0 6-16,1 4 2 15,2 5-5-15,0 1 6 16,2-2-11-16,3-2 15 16,2-1-10-16,0-4 0 15,-3 3-3-15,1 2 0 16,-8 2 3-16,6 1 0 15,-3 5 3-15,0-2-8 16,-2 2 9-16,2-3-6 0,0-3 4 16,0 0-4-1,0 1 2-15,3-4 0 16,-2 5 0-16,2 0 0 0,2 3-1 16,-3 0 1-16,1 8-3 15,-4 1 7-15,4-2-12 16,1-2 9-16,-1-4-2 15,2 2-5-15,-2 0 5 16,0 2-3-16,1 7 4 16,-1-4-2-16,-1 6 2 15,3-4 0-15,-3 0 6 16,2-3-13-16,1-5 6 0,0 1 1 16,2-3 2-1,-3-3 0-15,5 4-4 16,-2 4 4-16,2 4-4 0,0 4 7 15,0-2-10-15,-2-2 5 16,2-2 0-16,-3-2-3 16,3 2 3-16,0-3 1 15,0-3 3-15,0 3-6 16,0 2 2-16,0 2-4 16,0 1 3-16,0 0 1 15,0-4-5-15,5 0 5 16,2 2 0-16,-3-3 2 15,-2-1-12-15,2 2 20 0,-1-2-14 16,-1-3 11 0,-2 6-11-16,4-3 10 15,-1-4-12-15,1 2 2 16,1-4-5-16,-1 0-2 0,3 0 4 16,-3 0 4-16,-2 2 6 15,0-4-4-15,1 2 6 16,-3-3 11-16,0-2-15 15,0 1 6-15,3-2-7 16,-1 0-7-16,2 4 7 16,0 2 0-16,1 4-3 15,1 0 6-15,-2-2-5 16,4 0 9-16,-4 2-14 16,0-2 7-16,3 1-1 0,-1-4-2 15,0 0 3-15,-2-4-1 16,-2 4 8-16,0-4-12 15,-2 1 10-15,0-2-5 16,5 1 0-16,-5 2 0 16,2-1-1-16,-2 2 4 15,2-1 8-15,0-5-6 16,-2-2-5-16,0 0 6 16,0 0-13-16,0 5 6 15,2-1 1-15,0 5 0 16,1-6 0-16,0 3-6 15,1-3-19-15,-4-3-188 16</inkml:trace>
  <inkml:trace contextRef="#ctx0" brushRef="#br0" timeOffset="145564.57">1608 8704 218 0,'0'0'16'0,"0"0"-14"0,0 0 1 0,0 0 0 0,0 0-3 16,0 0-6-16,2 14 3 15,0-14 6-15,4 8-2 16,-2-3 14-16,-2 2 54 16,2-1 8-16,-4-1-21 15,5 3-22-15,-5-2-15 16,2-2 2-16,-2 3 9 16,0-2-17-16,0-2-12 0,0 2 13 15,0-1-11 1,0 0-5-16,0-2 14 0,0-2-1 15,0 0-3-15,0 0 3 16,0 0 29-16,0 0-1 16,0 0-3-16,0 0-3 15,0 0-12-15,0 0-21 16,0-2-9-16,0-11-42 16,0-2-47-16,-7 1 68 15,3-1 30-15,0 3 18 16,-4 3-4-16,2-1 11 15,1-1-10-15,1 8-8 16,4-2-3-16,0 5-4 0,0 0 3 16,0 0-3-16,0 0-12 15,0 0-20-15,0 11 11 16,9 5 19-16,3 1 2 16,-2 6 9-16,3-7 2 15,-1-2-10-15,-5-4-2 16,3-4-2-16,0-2 3 15,-4-2 0-15,-3-2 0 16,-1 0-5-16,0 0 10 16,-2 0-5-16,2 0 14 15,-2 0 8-15,0 0-5 16,0 0 28-16,0 0 5 0,2-2-18 16,0-15-25-1,5-2-4-15,5-9 15 0,-4-6-15 16,1-1-1-1,3 1-1-15,-4 4-2 0,3 2 1 16,3 4 0-16,-8 8-2 16,1 4 8-16,-3 4-8 15,-2 6 8-15,-2 2-8 16,0 0 4-16,0 0 11 16,0 0-9-16,0 0 7 15,0 0 16-15,0 0-25 16,0 0-2-16,0 0-9 15,0 0 8-15,0-6-15 16,0 0 15-16,0-1-5 16,0 1 4-16,0 3 4 0,0 3 5 15,0 0 15-15,0 0-4 16,0 0 2-16,0 0-12 16,0 0-8-16,0 0-4 15,0 0 1-15,0 0-24 16,0 4 19-16,0-1-6 15,0-1 13-15,-2 3 0 16,-2 7-35-16,-7 9-71 16,-7 10-421-16</inkml:trace>
  <inkml:trace contextRef="#ctx0" brushRef="#br0" timeOffset="146141.22">1635 8788 315 0,'0'0'498'0,"0"0"-450"0,0 0-5 0,0 0-35 0,0 0 2 15,0 0-7-15,-11-103 36 16,11 85 33-16,0 8-35 16,0 7-18-16,0 3-17 15,0 0-4-15,0 0-17 16,0 0-35-16,0 0-46 16,0 0-11-16,0 0-84 15,0 0 71-15,0 0-18 16,0 0 141-16,0 0 1 15,0 0 196-15,0 0-1 16,0 0-49-16,0 0-34 16,0 0-59-16,-2 0-53 15,0 0-3-15,0 0-19 0,-2 0 6 16,2 0-1-16,0 0 15 16,2-8-5-16,0-3 6 15,0-2-8-15,0 1 7 16,0 6-5-16,0 2 0 15,8 4-16-15,0 0 5 16,3 0 10-16,1 4 2 16,-4 6-27-16,-1 0-4 15,-5 1 6-15,-2 0 15 16,0 10 16-16,0-1 0 0,-13 0 6 16,-5-2-6-1,5-8 8-15,1-7-6 0,8-3 2 16,2 0 49-16,2 0-24 15,0 0-7-15,0-3-19 16,0-7 1-16,16 2-4 16,-1 2 3-16,3 3-3 15,-3 3 0-15,-3 0-1 16,1 0-3-16,-7 0 4 16,-1 13-53-16,-3 3-68 15,-2 2-58-15,0-8-22 16,0-6-131-16</inkml:trace>
  <inkml:trace contextRef="#ctx0" brushRef="#br0" timeOffset="152618.32">6251 8969 89 0,'0'0'88'0,"0"0"-19"0,0 0-46 0,0 0 6 15,0 0-14-15,0 0 39 16,0 0-27-16,0 7-8 16,-2-4-17-16,-2 1 1 15,-2 1 12-15,-2-1-10 16,-1-3 13-16,5 3-3 16,-2-2-5-16,4 0-7 15,-4-2 0-15,2 2-3 0,-3 1 4 16,-1 3-5-16,-1 0 1 15,-5 4 0-15,3-3 2 16,-2 1-2-16,0 0 5 16,4-2-14-16,-5 5 18 15,3-4-17-15,-1 1 8 16,4 6 0-16,-1-4 10 16,3 7-8-16,-2-1 6 15,2 4-8-15,-3-2-4 16,1-2-5-16,0-6 9 15,-1 4 0-15,1-2 5 16,4-2-3-16,-1-1 5 16,2-1 13-16,3 1-2 15,0-1-18-15,0 0 8 16,0 0-19-16,0 2 17 0,0 0-12 16,0 2-2-16,0-2 8 15,0 7-5-15,5 1 17 16,0-3-13-16,-3 3 3 15,2-5-4-15,0-5-9 16,1-7 11-16,-1 3-11 16,4 1 2-16,0 2 8 15,3 5 2-15,5 9 1 16,-1 5 1-16,6 1 15 16,-3-7-9-16,-3 3-4 15,1-8-4-15,-3 4-1 16,0-2-6-16,1 2 6 0,-1-1 8 15,-1-2-8-15,-2 0 0 16,-1-6 0-16,1 0-3 16,0 1 6-16,1-4-6 15,1 3 3-15,3 8 0 16,3 0 8-16,4 8-1 16,-2 1-14-16,1-5 14 15,-6-3-8-15,-1-4 6 16,-4-3-10-16,-1-5 0 15,-2-6 5-15,0 3 5 16,-3-4 1-16,3 2 12 16,-1-1 1-16,4-1-16 0,1 2 1 15,2-2 1-15,3 0-3 16,2 0-2-16,-1 0-1 16,3-5 1-16,0-3 0 15,-2-1 2-15,-3 5 2 16,1 1 4-16,-5-1-16 15,3 2 16-15,1-3-7 16,1-2-1-16,-1-8-6 16,-1 0 3-16,-1-7 3 15,-6 4-11-15,2-3 21 16,-4 12-10-16,-1-2 9 16,-2 5 37-16,2-2-22 0,3 0-9 15,2-6-10-15,4-4-5 16,3-3-2-16,0-2 2 15,-3 1 1-15,0 0 0 16,-4 0 1-16,-1 0 2 16,-2 1 8-16,-2 2 1 15,-2-3 13-15,5-2-26 16,-7-1 3-16,4-1-6 16,-4 1 14-16,0-6-10 15,0 2 6-15,0-4-9 16,0 5 5-16,0 3-3 15,0 6 7-15,0 1-7 16,0-2 0-16,0-2 4 0,0-2-7 16,0-4 10-1,0-1-5-15,0-2 2 0,0 0-4 16,0 3 0 0,2 6-2-16,-2 3 1 0,0-2 1 15,0 5-3-15,0-1 13 16,0-2-12-16,0 2 11 15,-6 2-8-15,-3 1 5 16,-1 4-8-16,0 2 4 16,-1 3-2-16,5 0 12 15,-2 1 2-15,0 0 11 16,-1-2-22-16,-3 0-2 16,-1-5 5-16,2-1-12 15,0-1 2-15,0 1 2 16,4 2 0-16,-4 1 2 0,4 8-2 15,-6-4 11-15,-3 0-6 16,-1-3 7-16,1-2-12 16,1-2 4-16,-1-1-4 15,5 3-1-15,-3 5 3 16,7 0 5-16,1 5 4 16,0 0 6-16,3 0-12 15,-2 0 4-15,3 0-2 16,-2 0-5-16,1 0 0 15,-1 0-1-15,-2 0 1 16,-3 0-1-16,-5 0-4 16,1 0 10-16,-1 6-9 0,1 5 16 15,2-5-13-15,2 0 2 16,0-2 4-16,3-2-5 16,-4-1-5-16,-1 1 4 15,1-2 2-15,-2 3-5 16,1-2 13-16,2 2-7 15,2-2 2-15,3 2 5 16,-3-3-4-16,7 0-10 16,0 0 4-16,-2 0-4 15,0 0 5-15,0 0 1 16,0 0-1-16,-3 4 8 16,-2 2-20-16,2 2 12 15,-3 2-1-15,1-2 0 0,-2 0 2 16,0-2-1-16,3-2 1 15,-1 2-2-15,3-2 2 16,2-1 3-16,2-3-2 16,0 0-4-16,0 0 2 15,0 0-4-15,-3 1 4 16,0 0 0-16,-1 8 0 16,-5 3 2-16,3 0-8 15,0-2 14-15,-2 0-14 16,4-2 12-16,-1-2-11 15,1-2 5-15,2 2-1 16,-2-2 1-16,-6 2 0 0,4 2 0 16,-1 0 6-1,1 2-7-15,-2-4 1 0,6 0 0 16,2-2-9-16,0 0-61 16,0 6-91-16,0 0-89 15</inkml:trace>
  <inkml:trace contextRef="#ctx0" brushRef="#br0" timeOffset="165041.95">13250 9663 16 0,'0'0'81'0,"0"0"-26"0,0 0-12 0,0 0 72 16,0 0-65-16,0 0-37 15,0 0-5-15,0 0 0 16,0 0-7-16,0 0 3 15,0 0 7-15,0 0 6 16,0 0 56-16,0 0-31 16,0 0-17-16,0 0-25 15,0 0-5-15,0-1-9 16,0-6 8-16,0 3 7 16,0 2-1-16,0 2 11 0,0 0 10 15,0 0 27-15,0 0-23 16,0 0-20-16,0 0-5 15,0 0-2-15,0 0-3 16,0 0 0-16,0 0 5 16,0 0-3-16,0 0 1 15,0 0 4-15,0 0-6 16,0 0 8-16,0 0-4 16,0 0 9-16,2 0-15 15,0 0 6-15,5 0 0 16,0 0-1-16,-1 0 4 15,1 0-6-15,-3 0 10 16,6 0-10-16,-4 0 7 16,-2 0-2-16,5 0-2 15,1 0 4-15,-2 0-10 0,1 0 5 16,-3 0 1-16,2 0 4 16,-2 0-2-16,-1 0-1 15,-1 0-1-15,-2 0 5 16,0 0 5-16,8 0-10 15,-4 0 0-15,1 0 0 16,1 0 0-16,0 0 0 16,-6 0 8-16,2-2-10 15,-1 2 4-15,-1 0-3 16,0 0 1-16,0 0 0 16,0 0 8-16,-2 0-4 15,9 0 4-15,-2 0-5 0,0 0-6 16,1 0 6-16,-1 0 3 15,-5 0-2-15,8 0-8 16,-6 0 4-16,2 0 0 16,-1 0-4-16,-5 0 5 15,6 0-2-15,-1 0 2 16,0 0 6-16,1 0-7 16,1 0 0-16,1 0 0 15,2 0 2-15,-1 0-4 16,-1 0 4-16,0 0-7 15,-2 0 11-15,-4 0-8 16,7 0 5-16,-5 0 0 16,1 0 0-16,2 0-3 0,0 0 5 15,1 0-2-15,3 0-2 16,1-4 10-16,-2 2-19 16,-3-2 17-16,7-1-16 15,-8 5 12-15,3-1-5 16,-7 1 0-16,3 0 2 15,0 0-3-15,-1 0 2 16,3 0 0-16,1 0 7 16,2 0-16-16,1 0 16 15,-5-5-6-15,0 4-2 0,2 1 0 16,-6 0-2 0,-2 0 5-16,0 0 10 0,0 0 2 15,2 0 1 1,0 0-13-16,1 0-6 0,3-1 11 15,0-4-13-15,2 4 5 16,-4-2 0-16,-2 3-2 16,1 0 1-16,-3 0 0 15,0 0 1-15,2 0-2 16,2 0 6-16,5-6-8 16,-4 6 4-16,6-4-4 15,-7 2 3-15,0 2 2 16,-4 0-1-16,3 0 0 15,-3 0 0-15,4 0 4 16,1 0-11-16,2 0 14 0,-1 0-14 16,3 0-1-16,-3 0 7 15,0 0-3-15,0 0 3 16,-4 0-5-16,0 0 12 16,-2 0-13-16,5 0 19 15,-1 0-11-15,6 0-1 16,-4 0 0-16,3 0-1 15,-3 0-7-15,4 2 8 16,-2 2 0-16,-1 0-5 16,-3-2 12-16,3 1-6 15,-2-3 0-15,4 0-2 16,-1 0-13-16,1 0-3 16,3 0 11-16,-6 0 1 15,0 0 0-15,1 0 10 0,0 0-15 16,-2 0 20-16,1 0-12 15,-2 0 2-15,3 0-7 16,0 0 6-16,2 0 1 16,-2 0 0-16,3 0 0 15,0 0-2-15,3 0 8 16,1 0-11-16,1 0 10 16,1 0-10-16,-5 0 4 15,2 0-4-15,-2 0 3 16,-2 0 2-16,2 0-7 15,-4 0 12-15,-2 0-11 16,3 1 8-16,1-1-11 16,-2 0 9-16,0 5-1 0,1-4-4 15,1 3 5-15,7-2 0 16,-3-1 3 0,3 6-8-16,-5-5 12 15,5 0-9-15,-3 0 4 0,3 0 0 16,-1-2-1-16,-1 2-1 15,-1-2 0-15,-4 0 3 16,0 0-9-16,2 0 6 16,-2 2-2-16,0 0 4 15,0 0 2-15,4 0-2 16,-1-2-2-16,-2 0 3 16,1 5 1-16,1-5 5 15,1 0-2-15,5 0-10 0,-1 0 13 16,-1 0-14-16,14 0 12 15,-11 0-11-15,3 3 3 16,-3 0 0-16,-6-2-5 16,3 1 12-16,-3-2-14 15,3 0 16-15,1 0-9 16,3 0 4-16,3 3-8 16,-6-3 9-16,-3 0-5 15,1 0 1-15,1 0 1 16,-3 0-2-16,3 0 6 15,-5 0-6-15,2 0 10 16,-3 0-15-16,0 0 9 0,1 0-5 16,-1 0 1-16,3-3 0 15,3 1 0-15,-1 1 1 16,1-4-4-16,3 4 11 16,-2-4-14-16,-4 5 13 15,0-2-12-15,-4 0 7 16,4-2-4-16,-3 2 2 15,-2 0-1-15,1 2-3 16,-1 0 8-16,2 0-7 16,3 0 11-16,1 0-13 15,3 0 10-15,6 0-9 16,1-2 6-16,6 2-2 16,1 0 0-16,2 0 3 15,-6 0-9-15,-6 0 17 0,-2 0-18 16,-9 0 11-16,2 0-8 15,-5 0 6-15,1 0-2 16,-1 0 0-16,2 0 0 16,2 0-5-16,-2-2 11 15,-2 0 0-15,0 2 7 16,-1 0-15-16,3 0 9 16,-2 0-7-16,4 0 1 15,-2 0-1-15,-5-2-1 16,6 2 1-16,-4 0-4 15,-2 0 13-15,1 0-14 16,1 0 11-16,-1 0-6 16,0 0 0-16,3 0 1 0,-3 0-4 15,3 0 11-15,0 0-15 16,3 0 17-16,4 0-20 16,-3 0 20-16,-4 0-11 15,1 0 2-15,-2 2-2 16,2 0 1-16,-1 2 0 15,1-2-2-15,3-2 2 16,-3 0-2-16,-3 0 2 16,4 0-7-16,3 0 13 15,-1 0-6-15,7 0 0 0,-3 0-1 16,-5 0 1 0,-3 0 0-16,4 0 0 0,-3 0 0 15,-1 0 2 1,1 0 4-16,0 0-12 0,0 0 0 15,-5 0 6-15,3 0-8 16,0 0 8-16,-2 0 0 16,-3 0-1-16,0 0-4 15,0 0 10-15,-2 0-10 16,4 0 11-16,1 0-11 16,1 0 11-16,4 0-12 15,-4 0 7-15,3 0-1 16,-3 0 0-16,2 0 4 15,-4 0-7-15,-2 0 8 16,3 0-2-16,-3 0 1 16,2 0-8-16,0 0 4 15,2 0 0-15,2 0-1 0,1 0 5 16,3 0-8-16,-1 0 8 16,1 0-12-16,0 0 16 15,-3 0-16-15,-3 0 8 16,3 0-1-16,-2 0-2 15,-2 0 4-15,-3 0-5 16,0 0 8-16,-2 0 4 16,0 0 1-16,0 0-4 15,0 0 4-15,0 0-1 16,0 0-8-16,4 0 0 16,-1 0-2-16,-3 0 1 15,0 0 0-15,0 0 2 0,0 0 4 16,2 0-5-16,-2 0 3 15,0 0 7-15,0 0-2 16,0 0-6-16,0 0 2 16,0 0-6-16,0 0 8 15,0 0-12-15,0 0 11 16,0 0-13-16,0 0 8 16,2 0-1-16,-2 0-5 15,0 0 6-15,2 0 2 16,3 0 2-16,-3 0-8 15,3 0 8-15,-1 0-11 16,-2 0 0-16,3 0-1 16,-3 0 1-16,0 0 7 0,-2 0 0 15,0 0 7-15,0 0-14 16,4 0 14-16,1 0-14 16,2 0 14-16,-3 0-14 15,1 0 9-15,3 0-2 16,0 0 0-16,-4 0-5 15,2 0 3-15,-1 0 2 16,-3 0-7-16,2 0 7 16,-2 0 0-16,-2 0 0 15,10 0-5-15,-6-2 4 0,-2 2 0 16,5 0-1 0,-3-2 4-16,-2 2-5 0,3 0 9 15,0 0-12-15,1 0 15 16,1 0-10-16,-3 0 1 15,5 0 0-15,-2-2-7 16,0-2 7-16,-5-1-4 16,7 5 8-16,-3-1-8 15,-1 1 8-15,0 0-6 16,3 0 6-16,3 0-8 16,-1 0 5-16,0 0-2 15,1 0 1-15,1 0-4 16,-3 0 2-16,-3 0 4 15,4 0-3-15,-6 0 7 16,5 0-12-16,-5 0 8 16,5 0-6-16,-2 0 3 15,0 0 1-15,-1 0-2 0,-4 0 1 16,-2 0-1-16,0 0 4 16,4 0-5-16,1 0 5 15,2 0-4-15,0 0 1 16,-1 0 0-16,3 0-2 15,0 0 3-15,2 0 0 16,-4 0 5-16,7 0-10 16,-6 0 16-16,1 0-15 15,-3 0 6-15,2-2-2 16,-2 2 3-16,1 0-2 16,-1 0-1-16,2 0 3 15,-2 0-10-15,1 0 15 0,-1-3-14 16,1 3 6-1,-2-1 0-15,-3 0-4 0,4 1 4 16,-6 0 0-16,3 0-2 16,-3 0 0-16,0 0 4 15,0 0 0-15,0 0 6 16,0 0-8-16,0 0 0 16,2-5-4-16,-2 5 4 15,2 0 1-15,-2 0-1 16,2 0-1-16,-2 0-3 15,0 0 8-15,0 0 0 16,0 0 0-16,0 0-4 16,0 0 1-16,0 0-2 0,4 0 1 15,-4 0 0 1,0 0 4-16,0 0 5 0,0 0 13 16,0 0-20-16,3 0-1 15,-1-1-1-15,1-4-3 16,-1-3-23-16,-2-4-45 15,0 4-72-15,-18 2-384 16</inkml:trace>
  <inkml:trace contextRef="#ctx0" brushRef="#br0" timeOffset="166924.74">12736 8476 108 0,'0'0'35'0,"0"0"-35"0,0 0-46 16</inkml:trace>
  <inkml:trace contextRef="#ctx0" brushRef="#br0" timeOffset="167272.32">12736 8476 0 0,'0'0'123'15,"0"0"-45"-15,0 2-61 16,0 0-12-16,0 0-7 16,0-2 2-16,0 0 0 15,0 0 5-15,0 0 0 0,0 2 0 16,0 0 34-1,0-2 57-15,0 0-9 0,0 0-43 16,0 0-16-16,0 0 20 16,0 0-1-16,0-14-45 15,0-7 43-15,0-6 9 16,0-1-22-16,0-5-10 16,0-1-11-16,0 5 7 15,0-3 6-15,0 2 17 16,2 1-19-16,0 1-2 15,4 8-17-15,1-5-6 16,-1-2 4-16,6-6-1 16,1-7 0-16,3-3-17 0,-3 4 2 15,-2 12 15 1,-4 10-8-16,-2 17 8 0,-5 0 0 16,0 0 1-16,0 0-1 15,0 0-15-15,0 0-150 16,0 0-96-16</inkml:trace>
  <inkml:trace contextRef="#ctx0" brushRef="#br0" timeOffset="167790.09">12606 8512 82 0,'0'0'91'0,"0"0"-91"0,0 0-61 15,0 0-51-15</inkml:trace>
  <inkml:trace contextRef="#ctx0" brushRef="#br0" timeOffset="169055.66">12606 8512 66 0,'0'-8'160'0,"0"8"-37"16,0 0-52-16,0 0-58 16,0 0-11-16,0 0-2 15,0-4-2-15,0-3-5 16,0-2 7-16,2 3 10 15,-2 4 3-15,0 2 45 16,0 0 0-16,2 0 1 16,-2 0-59-16,7 0-8 0,0-2-2 15,1 0-7-15,1 2 4 16,1 0-15-16,0 0 19 16,4 0 8-16,-5 0 1 15,2 6 1-15,1 0 2 16,-4 0-2-16,-1 1 7 15,-1-4-16-15,2 3 19 16,-2 2-22-16,1 2 25 16,-5 4-23-16,-2-2 18 15,2 0-11-15,-2-2 5 16,0 0-2-16,0-1 34 16,0 0-23-16,0 1-12 0,2 2 14 15,4 1-21-15,0-2 8 16,-2 0-2-16,0-4-3 15,-1-3 4-15,-1-4 3 16,-2 0 10-16,0 0 24 16,2 0-36-16,0 0 7 15,-2 0-5-15,2 0-6 16,3 0-14-16,-1-4 17 16,10-6-2-16,-6-3 10 15,4-2 2-15,-1 2-3 16,2-6-1-16,3-1 1 15,-5 2 3-15,1 2-9 16,-4 0-2-16,1 4 0 16,-3 1 1-16,0 4 0 15,-2 1-1-15,-2 4-5 0,0 2 12 16,-2 0 2-16,0 0-7 16,0-2 10-16,0 2-11 15,0-2 0-15,0 0 7 16,0 0 4-16,0 0 11 15,-2 0-8-15,-4 2-3 16,0-2-5-16,0 2 18 16,-3 0-19-16,7 0-2 15,-2 0 4-15,-4-2 14 16,4 2-20-16,2 0 6 16,-3 0-3-16,3 0 0 15,-2 0 22-15,-5 0-22 0,0 0 2 16,-6 0 0-16,-4-2-7 15,4 2 1-15,-1-2 0 16,1 2 9-16,-1 0 3 16,5 0-1-16,-1 0-5 15,2 0 11-15,1 0-16 16,3 0 2-16,0 0 1 16,6 0-8-16,0 0 4 15,0 0-24-15,0 0 9 16,0 0 6-16,0 0-2 15,10 0 17-15,1 0-12 0,-1 0 0 16,7 0 6 0,-2 0-4-16,3 0-7 0,2 0 9 15,-2 0-4-15,-5 0 4 16,-4 0-22-16,-5 0 23 16,-4 0 1-16,0 2 0 15,0 0 18-15,-4 2 38 16,-18 0-51-16,2 2 0 15,0 0-5-15,4-2 1 16,5-1 34-16,4-3-29 16,5 0 1-16,2 0-7 15,0 0-11-15,0 0-22 16,0 0 1-16,11 0 28 16,5-4 8-16,-1 1-8 0,3 1-4 15,-2 2-2-15,0 0 15 16,-8 0-11-16,-3 0 1 15,-5 0 5-15,0 0 2 16,0 0 3-16,0-2 10 16,0 2-1-16,0 0 38 15,0 0-31-15,0 0 14 16,0 0-35-16,0 0 0 16,0 0-4-16,0-2-1 15,0 2 1-15,0 0-16 16,0 0 16-16,0 0-3 15,0 0 3-15,0-2-87 16,0 0-127-16,0-2-365 0</inkml:trace>
  <inkml:trace contextRef="#ctx0" brushRef="#br0" timeOffset="176531.83">9420 9785 67 0,'0'0'77'0,"0"0"-66"0,0 0 28 0,0 0 7 15,0 0 18-15,0 0 26 16,0 0-14-16,2-4 24 15,-2 4-42-15,0 0-20 16,0 0-20-16,0 0-17 16,0 0-1-16,0 0-3 0,0 0-1 15,0 0 4 1,0 0-6-16,0 0 13 0,0 0-9 16,0 0 2-16,0 0-1 15,0 0-11-15,4 0 2 16,3 0 6-16,2 0-1 15,0 0 0-15,2 0 5 16,1 0-9-16,-2 0 18 16,3 0-14-16,3 0 11 15,5 2-6-15,-4 4 0 16,3-3 2-16,0-3-5 16,-2 0 1-16,-2 0-3 0,-1 0 10 15,-2 0-4 1,-1 0 0-16,3 0 4 0,1 0-5 15,1 0 10-15,4 0 3 16,-3 0-13-16,2 0 0 16,-2-3 4-16,-3-3 8 15,5 1-11-15,1 2 25 16,-4-1-25-16,3 2 6 16,-1 2-7-16,-2-4-3 15,-1 1 2-15,-1-3 2 16,3 3-6-16,-5 1 13 15,-4 2-16-15,0 0 11 16,0 0-3-16,2 0 0 0,5 2 4 16,1 7 3-16,1 0-5 15,3 5-2-15,-2-6 0 16,2-1 3-16,-1-6-3 16,-3 4 4-16,-1-5-3 15,-1 0 1-15,1 0-1 16,4 0 11-16,-4 0 0 15,1 0-10-15,-5-5-2 16,1 4 9-16,-1-2-15 16,-1 3 14-16,-1 0-16 15,0 0 8-15,3-1-2 16,3-3-2-16,-1-3 4 0,3 5-2 16,0-2 7-1,-5 3-7-15,-2-2 8 0,2 3-9 16,3 0 6-16,-1 0 3 15,-1 0-6-15,1-4 0 16,-1 4 0-16,-3-2 6 16,-2-2-10-16,2 1 9 15,-4 3-5-15,2-2 5 16,4 2-1-16,3 0-1 16,2 0-2-16,-1 0 5 15,3 0-4-15,-1 0-4 16,-4 0 5-16,1 0-3 15,-1 0 6-15,-3 0-8 16,1 0 3-16,-3 0-2 16,0 0 1-16,1 0-2 0,-2 0-1 15,2-3 3-15,0 2-3 16,0-2 10-16,1 3-10 16,-4 0 13-16,3 0-16 15,1 0 6-15,7 0-1 16,2 0 1-16,8 0 2 15,-5 0-2-15,-6 0 3 16,0 0-8-16,-3 0 13 16,-1 0-8-16,-3 0 1 15,0 0-1-15,-6 0-5 16,1 0 5-16,1 0 7 16,1 0-1-16,4 0-8 0,1 0 8 15,1 0-11 1,3 0 14-16,-5 0-8 0,1-8 1 15,-2 8 1-15,0 0-3 16,-2 0 0-16,2 0-4 16,5 0 8-16,2 0-5 15,4 0 4-15,-2 0-6 16,-5 0 6-16,-1 0-7 16,-3 0 4-16,-1 0-3 15,-4 0 1-15,1 0 3 16,-1 0-7-16,3 0 12 15,-2 0-6-15,4 0 3 16,-3 0-5-16,-3 0 7 0,4 0-7 16,-4 0 2-1,-3 0 0-15,6 0-5 0,-3 0 12 16,0 0-14-16,2 0 14 16,-1 0-11-16,3 0 7 15,2 0-4-15,0 0 2 16,0 0 0-16,3 0-1 15,-5 0 0-15,-3 0-3 16,-4 0 9-16,6 0-14 16,-4 0 13-16,-2 0-9 15,5 0 8-15,-1 0-5 16,4 0 2-16,-6 2-1 16,7-2 0-16,-5 4 0 15,1-4-4-15,-2 2 8 0,-3-2-11 16,5 3 10-16,-5-2-4 15,6 2 2-15,2-3 2 16,-3 2-3-16,-3-2 0 16,0 0-5-16,-2 0 10 15,0 0-13-15,1 3 15 16,6 0-14-16,-4-2 13 16,10 1-8-16,-1-2 2 15,1 4-4-15,1-4 4 16,-1 3 0-16,1-2 0 15,-5 1 0-15,-1 0-4 16,-2 0 6-16,-4 2-5 16,1-1 6-16,-5 1-3 0,6-3 0 15,-4 2 4-15,0-3-7 16,0 0 6-16,-2 0-6 16,0 0 6-16,3 0-10 15,-3 0 14-15,0 0-9 16,0 0 2-16,0 0 0 15,0 1 2-15,5-1 1 16,-3 0-6-16,0 0 6 16,0 0-6-16,1 0 7 15,-3 0-8-15,0 0 8 16,0 0-5-16,0 0 1 16,0 5 0-16,2-5-3 0,0 0 12 15,0 0-17 1,0 0 14-16,-2 0-6 0,2 0 2 15,-2 0 4 1,0 0 19-16,0 0-4 0,0 0-2 16,0 0-12-16,0 0 10 15,0 0-3-15,0 0-7 16,0 0-6-16,0 0 10 16,0 0-10-16,0 0-1 15,0 0 0-15,0 0-1 16,0 0-1-16,0 0-40 15,0-17-144-15</inkml:trace>
  <inkml:trace contextRef="#ctx0" brushRef="#br0" timeOffset="189438.09">21714 3673 158 0,'0'0'88'0,"0"0"-83"0,0 0 39 16,0 0 32-16,0 0-58 15,0 0 0-15,0 0 4 16,-29 6 44-16,27-3-17 16,-2-3-4-16,4 0 32 15,0 0-14-15,0 0-8 16,0 0-22-16,0 0-7 16,0 0-13-16,0 0-2 15,0 0-2-15,0 0 4 16,0 0 2-16,0 0-7 15,0 0-8-15,0 0 10 16,8 0-16-16,15 0 15 16,8 0-12-16,5 2 6 0,9 2-2 15,1-1-1 1,1 4 1-16,4 2-1 0,-2-3 0 16,-3-2-4-16,0-1 4 15,-9-3 4-15,-6 0 2 16,-2 0-12-16,-10-3-1 15,-6-7-24-15,-5-2-53 16,-8 1-90-16,0-2-196 16</inkml:trace>
  <inkml:trace contextRef="#ctx0" brushRef="#br0" timeOffset="190420.1">22708 4064 122 0,'0'0'294'0,"0"0"-294"0,0 0 0 0,0 0 12 0,0 0-10 16,0 0 40-16,-11 20-19 15,11-20 64-15,0 0 14 16,0 0-24-16,0 0-9 15,0 0-18-15,-2 0-24 16,2 0-2-16,-2-20-1 16,2-6-15-16,0-5-10 15,0-9 7-15,0-3-5 16,0-5 6-16,0 0-4 16,0-1-2-16,0 2-5 15,8-1 5-15,-1-2-7 0,2-2-32 16,2-1-18-16,-2-7 38 15,5 4-3-15,-1-5 19 16,0 3 2-16,-2 10 0 16,4 12 0-16,-3 14-4 15,-10 14 3 1,-2 8 4-16,0 0 18 0,0 0-6 16,0 4-14-16,0 14-1 15,-8 12 1-15,-11 7 0 16,3 4-9-16,-1 6 8 15,1-2 1-15,-1-2-44 16,-2-7-191-16</inkml:trace>
  <inkml:trace contextRef="#ctx0" brushRef="#br0" timeOffset="191970.23">22543 2182 391 0,'0'0'74'0,"0"0"-74"0,0 0-10 0,0 0 10 15,0 0 4-15,0 0 48 16,0 0-8-16,0 0-7 16,0 0-29-16,0-2 13 0,0 2-3 15,0 0-11-15,0 0 1 16,0 0 29-16,0 0 22 16,0 0-16-16,0 0 1 15,0 0-13-15,0 0 2 16,0-3-20-16,0 3-13 15,4 0 0-15,5 0 0 16,9 0 6-16,13 0 15 16,9 0 12-16,10 3-24 15,3 5 4-15,2 3-8 0,-1 2-8 16,-5-1 8 0,-7 3-7-16,1-2 2 15,-9-3-11-15,-8-2 10 16,-6-2-2-16,-11-5-4 0,0 1 6 15,-4-2-8-15,-3 0-13 16,-2 0 21-16,0 0 1 16,0 0 0-16,0 0-1 15,0 0 2-15,0 3 0 16,0-3-1-16,0 4 12 16,0-1-10-16,0 2-3 15,-2 3 1-15,-15 2-1 16,0 10-7-16,-10 8-10 15,-8 6 10-15,-3 6-8 16,-7 0 7-16,-1 2 9 0,-6-1 0 16,3-3 4-16,0-1-4 15,4 0-1-15,8-11 1 16,5-4 2 0,6-10 5-16,8-3 15 0,4-3-17 15,6-5 4-15,-1 3-6 16,2-1-6-16,0 2 5 15,3-1-2-15,-3 0 0 16,5 0 3-16,-2-2-7 16,1-2 8-16,3 2-11 15,0 0 11-15,0 2-8 16,0 2-3-16,0 0 6 16,0 4-7-16,0-4 8 15,0 2-3-15,9-2 6 0,4 0-3 16,12 0 4-16,2-1-1 15,2-4 1-15,0-1-1 16,2 0 2-16,0 0-5 16,3 0 1-16,1 0-1 15,9-1 3-15,-1-8-2 16,4 3 21-16,-4 4-20 16,-2 2 14-16,1 0-15 15,-1 2 9-15,-1 8-8 16,-4-2-4-16,-7-3-1 15,-7 2 3-15,-1-3-4 16,-4-2-3-16,-6 2-39 0,-2-4 46 16,-5 0-2-16,-4 2 2 15,0-2-10-15,-10 0-227 16</inkml:trace>
  <inkml:trace contextRef="#ctx0" brushRef="#br0" timeOffset="192702.6">22861 2827 67 0,'0'0'125'0,"0"0"14"0,0 0-28 16,0 0-8-16,0 0-23 15,0 0-27-15,0 0-41 16,65-62 53-16,-43 30-23 16,5-2 6-16,5-2-22 15,3-6 9-15,0 3-5 16,11-2-1-16,0-4 10 15,1 7-15-15,-7 6 4 16,-5 10-25-16,-14 12-3 0,-17 10-42 16,-4 6-144-16,-6 18-256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2:28:22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12626 10096 31 0,'0'0'111'0,"0"0"-104"0,0 0-6 15,0 0-1-15,0 0 0 16,0 0 0-16,0 0 1 16,0 0 11-16,2 18 33 15,-2-18 19-15,0 0-64 16,0 0-23-16,0 0 1 16,0 3 22-16,0-3 9 15,0 0 13-15,0 1 37 16,0 3-45-16,0 0-14 15,0 2 0-15,0 0 0 16,0-1-3-16,0 5-13 0,0-7 16 16,0 8 11-1,0-2 12-15,0 2-14 0,-2 1 3 16,-2 0-9-16,4-1 19 16,-2-2 11-16,-1-3-2 15,3 0-12-15,-2-5 11 16,2 2-11-16,0-3-18 15,0 0 4-15,0 0-3 16,0 0-4-16,0 0 7 16,0 0 28-16,0 0-15 15,-5 0 32-15,5-16-26 0,-2-11-10 16,-3-9 1 0,-1-8-8-16,6-2 39 0,0-4 1 15,0 8-36-15,0 2-2 16,0 7-3-16,0 7-3 15,-2 7-6-15,2 8 2 16,0 8 1-16,0 0-1 16,0 3 2-16,0 0-9 15,0 0 13-15,0 0-10 16,0 0-29-16,0 0 11 16,-2 0-65-16,2 0-24 15,-3-4-96-15,1 3-111 16</inkml:trace>
  <inkml:trace contextRef="#ctx0" brushRef="#br0" timeOffset="567.76">12474 9825 101 0,'0'0'143'0,"0"0"-66"0,0 0-75 0,0 0 6 16,0 0 58-16,0 0-1 0,-13 26-13 16,13-26-38-16,0 0-14 15,0 0 2-15,0 0-2 16,0 0 8-16,0 0 11 15,5 0-8-15,1 0 3 16,3-8-14-16,5 1 0 16,-1-5 2-16,1-5 3 15,1 3-7-15,-1 2 5 16,-4 2-6-16,-1 10-20 16,5 0 8-16,-8 0 14 15,1 4 2-15,-1 4-1 16,-1 2 0-16,-3 4-1 15,5 4 1-15,-4 7 0 0,1 1 8 16,-2 4-12-16,0-4 8 16,0-8-4-16,0-5 0 15,1-6-1-15,-3-3-5 16,2-2 12-16,-2-2 3 16,0 2-2-16,0-2-1 15,0 0-6-15,0 0 0 16,0 0-15-16,0 0-12 15,0 0-23-15,0 0 50 16,0 0 0-16,0 0 0 16,0 0-2-16,0-6-314 15</inkml:trace>
  <inkml:trace contextRef="#ctx0" brushRef="#br0" timeOffset="3114.79">13680 8474 30 0,'0'0'233'0,"0"0"-156"0,0 0-66 0,0 0-11 16,0 0-3-16,0 0 3 15,0 0 65-15,-7 0 34 16,3 0-29-16,4 0-2 16,-2 0-49-16,0 0 1 15,-1 0-17-15,3 0-1 16,-2 0 1-16,2 0 15 16,0 0 16-16,0 0-23 0,0 0-3 15,0 0 0-15,0 0-8 16,0 0-8-16,0 0 4 15,0 0-7-15,0 0 9 16,0 0-5-16,0 0-3 16,0 0 10-16,0 0 0 15,13 0-6-15,2 0 16 16,4 0-20-16,1 0 15 16,1 0-9-16,4 0 5 15,4 0-1-15,-2 0 0 16,2 0-3-16,-2 0-1 15,-2 0 4-15,-2 0 4 0,9 6-2 16,-8-6-4-16,3 0 4 16,-4 0-3-16,1 0 1 15,-4 0 0-15,0 0-1 16,5 0 2-16,0 0-2 16,1 0 4-16,0 2-2 15,1 0 1-15,-2-2 0 16,0 0-2-16,-4 0 0 15,4 0-1-15,0 0 3 16,2 0-3-16,-5 0 8 16,2 0-11-16,3 4 9 15,0-4-9-15,-1 0 4 16,-3 0-5-16,6 0 5 16,0 0-1-16,2 0 1 0,0 2 0 15,1 1 4-15,1-2 3 16,5-1-13-16,-1 5 6 15,1-3-1-15,0 4-1 16,-2 1 2-16,-3-3 0 16,-4 2 2-16,-6-4-6 15,-4-2 8-15,2 0-7 16,-4 0 6-16,1 0-6 16,3 0 5-16,-6 0-2 15,7 0 0-15,-7 0 1 16,4 0-3-16,3 0 4 15,3 0-1-15,1 0 6 16,-2 0-14-16,-1 0 13 0,-6 0-12 16,-1 0 6-16,-5 0 0 15,-1 0-1-15,-6 0 7 16,-4 0-12-16,0 0-13 16,0 0-40-16,0 0-110 15</inkml:trace>
  <inkml:trace contextRef="#ctx0" brushRef="#br0" timeOffset="3802.31">15150 8343 144 0,'0'0'164'0,"0"0"-95"0,0 0 38 15,0 0-52-15,0 0-12 0,0 0-25 16,-14-3-7 0,14 3-11-16,0 0 8 0,0 0 13 15,0 0-12-15,0 0 11 16,0 0-5-16,14 7-6 16,9 2-4-16,1 1 10 15,3-4-12-15,-1-2-5 16,1 0 2-16,-4-2 0 15,-4-1-2-15,0 4 4 16,-11-1-9-16,8 4 18 16,-7-1-18-16,-1 2 14 15,0 3-7-15,-4 0 1 16,-2 4-1-16,-2 0 6 0,0 5-5 16,0 0-2-16,0 2 2 15,0 2 4-15,0 4-5 16,-6-3 6-16,-2-2-6 15,4-7 2-15,-2-4 4 16,4-8 15-16,-3-5 2 16,3 0-6-16,0 0 23 15,-2 0-16-15,-4 0-10 16,-7 0-9-16,3 0 0 16,-3 0-3-16,1 0 15 15,1 0 3-15,3 0-2 16,2 0 9-16,4 0-26 15,-3 2 6-15,1 2-2 16,-1-4-10-16,-2 0 2 0,0 0-102 16,5-11-241-16</inkml:trace>
  <inkml:trace contextRef="#ctx0" brushRef="#br0" timeOffset="5566.94">14208 8036 277 0,'0'0'104'0,"0"0"-94"16,0 0 73-16,0 0-67 0,0 0-8 16,0 0-7-16,-5 5 21 15,5-5 30-15,0 0-4 16,0 0-14-16,0-5-33 16,0-18 18-16,0-9 12 15,0-8 24-15,0-10-25 16,5 0-23-16,6-1-7 15,2 8 5-15,-2 2-15 16,1 11-2-16,-4 15-27 16,1 15-51-16,5 0-10 0,-3 31 91 15,1 3 9 1,-2 8 0-16,-3-2-20 0,-1 1 20 16,0 1 2-16,-4-2 27 15,2 1-4-15,0-2 14 16,1-5-36-16,5-4-3 15,2-8 3-15,-3 3-7 16,-1-11-27-16,0-1-50 16,-6-9 24-16,-2 2-116 15,0-4-14-15</inkml:trace>
  <inkml:trace contextRef="#ctx0" brushRef="#br0" timeOffset="5812.25">14168 7968 626 0,'0'0'63'0,"0"0"-63"0,0 0 0 0,0 0 11 0,0 0-11 16,0 0-9-16,127 11-55 16,-98-11 30-16,-9 0-76 15,-3-7-274-15</inkml:trace>
  <inkml:trace contextRef="#ctx0" brushRef="#br0" timeOffset="6230.32">14519 7806 60 0,'0'0'125'0,"0"0"-125"16,0 0 0-16,0 0 5 0,0 0 14 16,0 0 16-16,16 79 78 15,-11-54-39-15,1 9-30 16,6-6-12-16,-1 1-29 16,7-6-3-16,-1-6 0 15,4-7 0-15,1-4-9 16,0-4 9-16,0-2 1 15,1 0 0-15,-4-16 28 16,2-14-19-16,-7-2 19 16,1-8-10-16,-7-2 12 15,-5 6-26-15,2 1-5 0,-3 6 0 16,0 0-19-16,-2 9-37 16,0 2-250-16</inkml:trace>
  <inkml:trace contextRef="#ctx0" brushRef="#br0" timeOffset="6777.75">15001 8013 400 0,'0'0'114'0,"0"0"-103"0,0 0-11 0,0 0 6 15,0 0 8-15,0 0 23 16,31-128 16-16,-20 86-28 15,3 5-11-15,-3 1-5 16,0 10-18-16,-2 8-73 16,-5 12 9-16,-1 6 2 15,-1 4 71-15,-2 28 28 0,0 2 73 16,8 4-35 0,2-6-10-16,-4-7-42 0,9-11 2 15,-3-9-22-15,1-5 12 16,3 0-12-16,4-19 12 15,4-12 3-15,1-5-9 16,-4 2 0-16,0 7-1 16,-3 8 0-16,-9 11-15 15,-3 4 2-15,0 4 7 16,-4 0-13-16,0 6 18 16,9 18-18-16,-7 8 9 15,10 2-51-15,-5 2 25 16,1-3 34-16,4-7-4 0,-5-5-19 15,7-9-113 1</inkml:trace>
  <inkml:trace contextRef="#ctx0" brushRef="#br0" timeOffset="7029.6">15531 7720 218 0,'0'0'155'0,"0"0"-123"0,0 0-28 16,0 0 39-16,0 0-14 16,0 0-1-16,31 143-1 0,-13-103 8 15,3-5-16-15,5 2-19 16,3-7 0-16,2-9-6 16,-2-4-13-16,-4-11-51 15,-5-6 56-15,-3-6 8 16,-3-29 7-16,-1-10-15 15,-6-8-117-15,0 7-122 16</inkml:trace>
  <inkml:trace contextRef="#ctx0" brushRef="#br0" timeOffset="7233.12">15632 7749 510 0,'0'0'115'0,"0"0"-100"15,0 0 1-15,0 0-2 16,0 0-14-16,0 0-43 16,113-6-90-16,-113-5-226 15</inkml:trace>
  <inkml:trace contextRef="#ctx0" brushRef="#br0" timeOffset="7394.65">15562 7457 730 0,'0'0'94'15,"0"0"-94"-15,0 0-145 16,0 0-289-16</inkml:trace>
  <inkml:trace contextRef="#ctx0" brushRef="#br0" timeOffset="7594.61">16062 7726 129 0,'0'0'0'16,"0"0"-35"-16</inkml:trace>
  <inkml:trace contextRef="#ctx0" brushRef="#br0" timeOffset="7811.58">16300 7806 264 0,'0'0'81'16,"41"101"-45"-16,-22-59-36 16,-5-12-3-16,-3-15 2 15,-1-12 1-15,-2-3 90 16,5-16-19-16,0-18-3 0,3-14-31 16,-1-8-28-16,-5 3-9 15,-2-3-4-15,-3 6-17 16,-3 12-30-16,2 11 30 15,-2 15-25-15,-2 12-44 16,0 0-21-16,0 4-47 16,0 9 50-16</inkml:trace>
  <inkml:trace contextRef="#ctx0" brushRef="#br0" timeOffset="8094.94">16679 7886 245 0,'0'0'486'0,"0"0"-384"15,0 0-99-15,0 0-2 16,0 0 23-16,0 0 5 15,24-87-22-15,-19 56 3 16,-3-1-12-16,5 0 2 16,-3-2-14-16,1-3-28 15,-1 0 14-15,-2-3-108 16,0 9-153-16</inkml:trace>
  <inkml:trace contextRef="#ctx0" brushRef="#br0" timeOffset="8327.09">16771 7395 236 0,'0'0'263'15,"0"0"-215"1,0 0-44-16,139 108-4 16,-89-92 0-16,-4 0-39 15,-3 1-190-15,-14-3 216 0,-14-6-147 16</inkml:trace>
  <inkml:trace contextRef="#ctx0" brushRef="#br0" timeOffset="8510.62">16844 7516 708 0,'0'0'64'0,"0"0"-64"15,0 0-7-15,0 0-79 16,0 0-84-16,131-69-321 15</inkml:trace>
  <inkml:trace contextRef="#ctx0" brushRef="#br0" timeOffset="8977.37">17267 8055 712 0,'0'0'186'0,"0"0"-186"15,0 0 0-15,15-124 6 16,-3 75 2-16,1 5-8 16,8 9-4-16,-4 6 3 0,5 8 2 15,-7 6-10-15,2 11-15 16,-5 4-7-16,0 0-13 15,3 0 1-15,4 16 30 16,-4 10 13-16,3 8 17 16,-5 9-17-16,3 3-3 15,-7-1-11-15,-1-1-19 16,-6-1-75-16,-2-11 15 16,0-14-10-16,0-13-184 15</inkml:trace>
  <inkml:trace contextRef="#ctx0" brushRef="#br0" timeOffset="9193.34">17303 7850 505 0,'0'0'145'15,"0"0"-138"-15,0 0 47 16,0 0-1-16,0 0-32 16,135-47-21-16,-101 22-62 0,-7 4-124 15</inkml:trace>
  <inkml:trace contextRef="#ctx0" brushRef="#br0" timeOffset="9592.77">17810 8007 199 0,'0'0'531'0,"0"0"-511"15,0 0-20-15,-8-113 0 16,6 73 0-16,2 8-9 15,0 10 21-15,0 6-26 0,4 8-21 16,10 8-89 0,1 0 1-16,5 27 2 0,-2 2-15 15,0 3-7-15,4-2 143 16,-2-6 151-16,2-1 0 16,5-10-108-16,-4-4 31 15,0-7-38-15,-6-2 8 16,2-4-8-16,-5-22 50 15,1-10-38-15,-8-3-27 16,-4-5-42-16,-3 2-14 16,0 2-9-16,0 9 18 15,0 6 21-15,0 8-4 16,2 8-37-16,9 3-28 16,-3 6-194-16</inkml:trace>
  <inkml:trace contextRef="#ctx0" brushRef="#br0" timeOffset="9758.16">18354 7822 590 0,'0'0'0'16,"0"0"3"-16,0 0-3 16,0 0 4-16,0 0-4 15,0 0-82-15,71 77-75 16,-71-59-116-16</inkml:trace>
  <inkml:trace contextRef="#ctx0" brushRef="#br0" timeOffset="10026.54">18446 7976 590 0,'0'0'113'0,"0"0"-97"15,0 0 83-15,137-73-99 16,-91 44-58-16,-5 5 58 15,-5-4 9-15,-9 5-4 16,-9-8 3-16,-16-1-16 16,-2 0 7-16,-6-4-54 0,-25 4-122 15,-3 3 77-15,1 10 100 16,-1 10 22-16,2 9 76 16,7 0-40-1,4 9-58-15,7 14-5 0,8 4 4 16,6-4-60-16,0-6-234 15</inkml:trace>
  <inkml:trace contextRef="#ctx0" brushRef="#br0" timeOffset="10274.95">19059 7808 66 0,'0'0'142'0,"0"0"-62"16,0 0-39-16,0 0 46 16,42-130-12-16,-42 102-12 15,-18 6-31-15,-4 5-19 16,-5 13-1-16,-4 4-5 16,2 0 47-16,8 19 51 15,4-1-40-15,5-2 3 16,12-4-68-16,0-8-67 15,0-4-536-15</inkml:trace>
  <inkml:trace contextRef="#ctx0" brushRef="#br0" timeOffset="19100.75">11633 8628 117 0,'0'0'159'0,"0"0"-113"0,0 0-43 0,0 0 30 0,0 0 47 15,0 0-23-15,0 0 3 16,0 0-10-16,0 0 23 15,0 0-48-15,0 0 0 16,0 0-17-16,0 0 9 16,0 0 10-16,0 0 11 15,0 0-15-15,0 0-1 16,0 0-11-16,-5 0-9 16,-4 0-1-16,2 0 13 15,-1 0-28-15,1 3 18 16,-3 1-8-16,2-1 4 0,6 0 0 15,-1-3 2-15,-1 2-2 16,-3-2-3-16,0 0 3 16,-1 0-2-16,-1 0 13 15,-1 0-12-15,0 0 2 16,-1 1-2-16,-3-1-3 16,1 0 4-16,-1 0 14 15,1 0-11-15,2 0 0 16,0 0 9-16,-2 0-20 15,6 0 12-15,-3 0-8 16,0 0 6-16,1 0-2 16,-7 2 20-16,3 5-5 15,-3 0 10-15,-3 5-21 16,-2-3 7-16,1-2-3 0,5-1-3 16,-1 0-1-16,1-2 5 15,1 3-1-15,1 0-7 16,-1 1-2-16,1 1 9 15,4-3-12-15,-7 0 14 16,7-4-20-16,-1 2 8 16,-4-2-1-16,-1 1-18 15,-4 2 21-15,-1 1-1 16,3 1 3-16,-2-1 0 16,4 3 5-16,1-3-6 15,-3-2 6-15,8-2-13 0,-4 0 6 16,0 0 0-1,-3 0 0-15,0 0 2 0,-2 0-2 16,2 2 0-16,-3-2-3 16,3-2 12-16,-4 0-18 15,-2 0 7-15,-1 0-1 16,-2 0 0-16,4 0 3 16,1 0-1-16,-1 0 8 15,4 0-11-15,-1 0 13 16,-5 0-10-16,6 0 10 15,-1 0-13-15,-2 0 8 16,-2 0-7-16,3 0 3 16,-2 0-4-16,5 0 1 15,-2 0 3-15,5 0 3 16,0 0 6-16,-1-2-18 0,3 2 18 16,-1 0-13-16,1 0 4 15,-2 0-1-15,-3 0-1 16,1 0 4-16,-5-2-7 15,2-2 10-15,-4 4-7 16,6-4 11-16,1 0-11 16,1 2 8-16,5 0-10 15,1 2 4-15,-2 0 0 16,1 0-4-16,1 0 8 16,-1 0-6-16,-3 0 8 15,6-2-2-15,-5 2-1 16,2-2-1-16,-4 0-2 0,-1-3-3 15,-1 4 3 1,2-4 0-16,-1 5-4 0,5-1 8 16,-3-1-3-16,4-1 5 15,-1 1-12-15,-3-3 9 16,6 1-9-16,-3 0 6 16,-4-4-1-16,-3-2-7 15,1 2 12-15,-1-2-11 16,3 6 14-16,1 1-11 15,-1 2 11-15,5-1-14 16,-4 0 17-16,-1 0-15 16,-1-2 5-16,-1 4 0 15,1 0-1-15,1-3 2 0,-3-1-2 16,3 0 8 0,0-4-14-16,-1 2 14 0,6 0-13 15,-4 1 6-15,1 1-1 16,7 4-2-16,-3-3 6 15,3 3-9-15,-1-4 14 16,-2 1-12-16,-1 3 12 16,-3-4-11-16,-7 4 3 15,1 0 0-15,-2 0-2 16,-1 0 2-16,5 0-4 16,1 0 10-16,1 0-12 15,1 0 18-15,1 0-17 16,5 0 11-16,1 0-12 15,3 0 6-15,-3 0 0 0,3 0 0 16,-3 0 1-16,1 0-4 16,0 0 3-16,-3 0-13 15,-2 0-4-15,0 0-19 16,-2 4-48-16,0 3-76 16,0 0-132-16</inkml:trace>
  <inkml:trace contextRef="#ctx0" brushRef="#br0" timeOffset="20250.36">9676 8843 100 0,'0'0'184'0,"0"0"-70"0,0 0-61 0,0 0 23 0,0 0-46 16,0 0 2-16,0 0-19 16,2-5 18-16,-2 5-7 0,0 0-4 15,0 0-9-15,0 0 22 16,0 0 15-16,0-3-14 15,0-3-21-15,-9-2-7 16,-7 0-10-16,3-4 18 16,0-1-24-16,-1 0 19 15,2 1-9-15,-2 0 0 16,1-2 3-16,-1 3-6 16,5 3 7-16,3 5-3 15,-1 1 0-15,3 0 14 0,1 2-5 16,1-3 0-1,2 2-10-15,-3-2-1 0,-1-1-2 16,-2-3-8-16,-1-1 5 16,1-1 3-16,-2 4 3 15,4 5 1-15,2 0 25 16,0 0-5-16,2 0 12 16,0 0-33-16,0-3-4 15,-3-1-2-15,1-2-7 16,-4 5 11-16,6-6-4 15,-2 3 2-15,-1 4 4 16,3-2-1-16,0 2 2 16,0-3-2-16,0 0-3 15,0-4 1-15,0-2-3 16,0 0 12-16,0 0-11 0,0 4 18 16,0 5-23-16,0 0 10 15,0 0 0-15,0 0-8 16,5 0 1-16,12 0 1 15,3 0 12-15,1 0-8 16,-2 0 5-16,-3 0-5 16,-1 0 6-16,-1 0-7 15,-3 0 3-15,0 0-3 16,5 0 3-16,-3 0 6 16,3 0-6-16,-3 0 7 15,1 0-11-15,-1 0 14 16,-2 0-16-16,-2 0 13 0,0 0-9 15,2 0 4-15,-2 0 0 16,0 0 10-16,2 0-9 16,-4 0 7-1,2 0-6-15,-5 0-2 0,0 0 3 16,-1 0-10-16,-1 0 0 16,0 0 4-16,-2 0-2 15,5 2-19-15,-5 5-75 16,0-1-274-16</inkml:trace>
  <inkml:trace contextRef="#ctx0" brushRef="#br0" timeOffset="21414.95">10180 8410 58 0,'0'0'88'0,"0"0"-53"0,0 0-8 0,0 0-27 16,0 0-39-16,0 0 39 0,-47 14-5 15,42-14 17 1,3 0 70-16,2 0 46 0,-2 2-79 15,-2 0-7 1,4 0 3-16,-2-2-16 0,-2 2-21 16,0-2-8-16,4 0-3 15,-4 2-4-15,0-2-30 16,1 0 8-16,-1 0 29 16,2 2 46-16,-2 0 1 15,-2 4-21-15,2-1-26 16,0 0 8-16,-1-2-16 15,5 3 2-15,-2 3-5 16,0-3 16-16,2 0-5 16,-2 0 2-16,0-2 8 15,0-4 13-15,2 0-2 16,0 0 11-16,0 0-7 16,0-4-21-16,0-12 3 0,0-2 43 15,0-4-29-15,0-2 10 16,0 0-31-16,0-5 2 15,0 1-2-15,0 2 0 16,0 2-7-16,0 8-35 16,0 9 22-16,0 7-69 15,0 0 11-15,0 13 66 16,0 10 12-16,0-3 13 16,6 0 8-16,-2-5 15 15,-4-2-34-15,7-7 32 0,-7-4-25 16,2-2-1-1,-2 0-2-15,6 0-6 0,2 0 8 16,3-12-3-16,-1-6 22 16,2-4-22-16,1-1 13 15,-1 5-18-15,-3 9 4 16,-1 3-2-16,-1 3-4 16,2 3-5-16,2 0 7 15,5 12-4-15,1 22 4 16,6 13 0-16,0 9-56 15,-4 4-79-15,1-6-171 16,-2-8 95-16</inkml:trace>
  <inkml:trace contextRef="#ctx0" brushRef="#br0" timeOffset="21649.55">10422 8404 246 0,'0'0'93'0,"0"0"-93"0,0 0 7 0,0 0-15 0,0 0-4 16,0 0-11-16,118 108 14 0,-84-98-46 15,1-6-55-15</inkml:trace>
  <inkml:trace contextRef="#ctx0" brushRef="#br0" timeOffset="21931.57">10432 8407 315 0,'0'0'533'15,"0"0"-519"-15,0 0-14 16,0 0-11-16,0 0 11 15,0 0 0-15,93 0-69 16,-71 0 9-16,-4-1-56 16,-14-5-133-16</inkml:trace>
  <inkml:trace contextRef="#ctx0" brushRef="#br0" timeOffset="22083.26">10393 8126 741 0,'0'0'125'16,"0"0"-125"-16,0 0-48 15,0 0-168-15,0 0-287 16</inkml:trace>
  <inkml:trace contextRef="#ctx0" brushRef="#br0" timeOffset="22274.03">10848 8189 86 0,'0'0'0'0</inkml:trace>
  <inkml:trace contextRef="#ctx0" brushRef="#br0" timeOffset="22766.4">10972 8333 179 0,'29'35'157'16,"3"-4"-157"-16,1-8 24 15,-2-5-16-15,-4-8 23 16,-2-6 26-16,-5-4 18 0,-5 0-17 15,-1-20-34-15,-5-8 22 16,-7-6 10-16,-2-2-37 16,0-3-19-16,0 5 8 15,0 6-17-15,0 6 14 16,0 8-13-16,0 6 12 16,0 2-13-16,0 2 9 15,0-3-13-15,0 5-29 16,6-2 10-16,1 4 3 15,3 0-37-15,0 6 46 16,1 13 20-16,3 12 22 16,3 1-20-16,4 0-4 15,1-4-44-15,3-1-70 16,-4-7 23-16,0-9 93 16,1-5 8-16,0-6 36 0,-2 0 66 15,3-2-95-15,0-20 72 16,-2-9-45-16,-3-2 9 15,-9-3-37-15,-5 2 23 16,-4-3-12-16,0 9-20 16,0 0 4-16,-4 8-9 15,-3 8 32-15,-1 10-11 16,-2 2 42-16,-5 8-42 16,-7 18-21-16,-1 6-52 15,-1 0 5-15,6-12-28 16,9-4-81-16,7-7-91 15</inkml:trace>
  <inkml:trace contextRef="#ctx0" brushRef="#br0" timeOffset="23214.34">11695 8260 431 0,'0'0'0'0,"0"0"-41"0,0 0 40 0,0 0-7 0,0 0 8 0,0 0 24 15,-16 59 62-15,16-59-1 16,-2 0-28-16,-1-3-8 16,-1-20-43-16,2-1-12 0,0-3 16 15,2-2 2-15,0 9-9 16,0 6 3-16,0 3-6 15,11 0-12-15,7 3 12 16,3 0 2-16,4 8-2 16,-4 0-6-16,-1 0 0 15,-7 12-83-15,-7 9 89 16,-6-2 14-16,5 1 8 16,-1 6 28-16,3-5-20 0,2-6 28 15,2-7-46 1,1-3-9-16,-2-4 7 0,1-1-13 15,1 0 15 1,-3 0-16-16,-1 0 4 0,4 0 0 16,3 3 4-16,3 1 7 15,7-4-6-15,-1 0-5 16,-2 0-33-16,-3-17-146 16</inkml:trace>
  <inkml:trace contextRef="#ctx0" brushRef="#br0" timeOffset="26729.85">22036 6328 417 0,'0'0'181'0,"0"0"-165"0,0 0 4 0,0 0 56 16,0 0-52-16,0 0 6 16,0 0-11-16,-14 6 20 15,14-6-28-15,0 0 4 16,6 2 3-16,19 6 14 0,10 1-3 15,10 1 11 1,2-3-21-16,9-3-13 0,4 0-3 16,-4 0-3-16,-4-1-24 15,-4-3 21-15,-17 0-12 16,-4 0-55-16,-19 0-103 16,-3-7-310-16</inkml:trace>
  <inkml:trace contextRef="#ctx0" brushRef="#br0" timeOffset="27593.73">23241 5973 136 0,'0'0'98'0,"0"0"-93"0,0 0 0 16,0 0 105-16,0 0 12 0,0 0 20 16,-27 0-27-16,9 0-32 15,-5 0-27-15,2 8-11 16,-4 4-16-16,5-2-26 15,4 3-6-15,0-1-2 16,1 3-1-16,-1 2-5 16,-1 5 10-16,5 0 0 15,-3 4 1-15,11-3-6 16,-1-9 13-16,5 7-3 16,0-9-4-16,5 2-3 15,18-4-4-15,4-4 7 16,7-4 0-16,2 2-16 0,-3 0 12 15,1 0-7-15,-5 5-53 16,-2-1 64-16,2 7-3 16,2 1 3-16,-3 3 0 15,-6-2-1-15,-3-1-12 16,-11-4-37-16,-5 0 3 16,-3 6 43-16,0 6 1 15,-3 8 2-15,-15 11 2 16,1-3 48-16,-6-2-14 15,6-6-11-15,-1-8-2 16,-5-8-21-16,2-6 6 16,-4-10-2-16,-2 0-1 15,5 0-4-15,2-17 0 16,0-10-11-16,-1 1-130 0,2 2-168 16</inkml:trace>
  <inkml:trace contextRef="#ctx0" brushRef="#br0" timeOffset="27894.05">23214 5905 489 0,'0'0'194'0,"0"0"-148"0,129-4 7 0,-77 4-42 16,-6-8-11-16,-3 0-74 15,-10 1-345-15</inkml:trace>
  <inkml:trace contextRef="#ctx0" brushRef="#br0" timeOffset="29044.36">25143 6291 634 0,'0'0'176'0,"0"0"-171"0,0 0 8 0,0 0 18 16,0 0-29-16,0 0 15 16,16 0-15-16,-3-3 24 15,5-1-4-15,5 4-3 16,6 0-1-16,2 0-16 16,7 0-1-16,6 7 3 15,-1-1-8-15,3 1 1 16,-1-2-23-16,-5 0-25 15,-5-5-154-15,-6 0 149 16,-8 0-106-16</inkml:trace>
  <inkml:trace contextRef="#ctx0" brushRef="#br0" timeOffset="29924.7">26048 6643 25 0,'0'0'49'0,"0"0"25"0,0 0 8 0,0 0 5 0,0 0 12 16,0 0-39-16,0 35 21 16,0-35-31-16,0 1 22 15,0 4-20-15,0-4-11 16,0-1-5-16,0 0-4 0,0 0-6 15,0 0-7-15,0-6 22 16,0-14-34-16,-4-4 0 16,4-10-4-16,0-8 12 15,0 2-13-15,0-7 4 16,0 2-6-16,0-4-16 16,0-2-24-16,0 0-17 15,0 11 35-15,8 4 10 16,-3 8 4-16,1-2 11 15,4-1-6-15,-2-5 3 16,3-5-6-16,3 4-70 16,-3 10 17-16,-7 12 35 15,-2 13-11-15,-2 2 35 16,0 0 71-16,0 8 13 16,0 12-68-16,-2 6 0 0,-13 2-16 15,-5 4 4-15,-5 1-11 16,0 1 14-16,-1-1 1 15,2-2 10-15,8-13-7 16,7-10-11-16,3-8-63 16,6 0-518-16</inkml:trace>
  <inkml:trace contextRef="#ctx0" brushRef="#br0" timeOffset="59667.17">23909 6328 106 0,'0'0'187'0,"0"0"-158"0,0 0-4 0,0 0 20 16,0 0 18-16,0 0-39 16,0 0-14-16,0 0-3 15,-20-8 16-15,20 8 10 16,0 0 15-16,0 0-24 15,0 0 9-15,0 0-30 16,0 0-2-16,0 0-2 16,0 0-10-16,0-4 8 15,0 2 6-15,0 2-2 0,0 0 4 16,0 0 17 0,0 0-15-16,0 0 10 0,0-5-8 15,7 0 4-15,6-5 15 16,1-4-26-16,-2 2 3 15,5 3-2-15,-7-6 4 16,3 9-6-16,3-4 10 16,0-1 0-16,4 3 13 15,-2-5-12-15,1 1-12 16,0 1 1-16,-4 2-1 16,-1 1 2-16,-1 6 1 15,-2-2-6-15,5 2 6 16,2-4-1-16,-3 0-2 15,10-7 7-15,-1 6 3 0,1-5-9 16,2 0-1-16,-3-2 7 16,-2 0-7-16,1 0 3 15,-8 2 2-15,-1-1-5 16,-3 5 1-16,-7 7-1 16,2-1-1-16,2 2-1 15,-4 0 2-15,0-4-5 16,-1 4-12-16,-1 0-22 15,2 0-39-15,0 0-23 16,-4 0-36-16,0 0-158 16</inkml:trace>
  <inkml:trace contextRef="#ctx0" brushRef="#br0" timeOffset="60283.52">23911 6309 12 0,'0'0'0'0,"0"0"-3"0</inkml:trace>
  <inkml:trace contextRef="#ctx0" brushRef="#br0" timeOffset="61132.32">23911 6309 20 0,'16'-33'88'16,"-16"33"78"-16,0 0-11 16,0 0-90-16,0 0-32 15,0 0-5-15,0 0-1 16,0 0-19-16,0 0-5 15,0 0 8-15,0 0-3 16,0 0 6-16,0 0 10 16,0 0 4-16,0 0-3 0,0 0-23 15,0 0-2 1,0 0 1-16,0 0-1 0,0 0 7 16,0 0-7-16,0 0-10 15,0 0 7-15,0 0 3 16,4 0-9-16,0 6 18 15,1 0-20-15,-1 0 26 16,1 3-25-16,0-3 20 16,-1 5-15-16,2 1 11 15,3-3-1-15,-4-3-4 16,4 3 8-16,0-2-18 16,2-3 11-16,-2 1-4 0,0 0 4 15,-3-4 1 1,2 6-3-16,-4-3-2 0,0 1 1 15,1 1 2-15,-1-2 13 16,-2 2-14-16,4 1 17 16,0-2-12-16,-2 2 3 15,3-1-4-15,-1 1 9 16,5-1-10-16,1 3 0 16,-4-1-3-16,1-2 0 15,-2-2-1-15,-2 6 3 16,3-4 6-16,-6-3 0 15,3 4-4-15,-1-1 1 16,1-2-5-16,-3 0 1 16,9 0 0-16,-4 0 14 15,5 1-13-15,-2 3 0 0,1-5 1 16,1 5 6 0,-1-4-7-16,-5 0 0 0,1-2-2 15,-2 0 1-15,1 2-2 16,1 0 5-16,1 0-8 15,2 9 9-15,-1-6-3 16,6 5-1-16,-1 0 6 16,1-4 1-16,-1 3-8 15,-1-4-1-15,1-1 1 16,-8-2-6-16,1 0 9 16,-1 4-5-16,1 1 4 15,2-3 2-15,0 1-3 0,5 1 12 16,1 1-3-1,1-4-3-15,-3 4-5 0,0-8-1 16,-4 4-2-16,-2-2 2 16,-3 1 5-16,0-4-5 15,-4 5-2-15,3-5 2 16,-3 0-4-16,0 0 3 16,0 0-1-16,0 0-3 15,0 0-25-15,0 0-25 16,-3 0-149-16</inkml:trace>
  <inkml:trace contextRef="#ctx0" brushRef="#br0" timeOffset="71807.41">21920 7954 402 0,'0'0'77'0,"0"0"-73"0,0 0 9 0,129 0 14 16,-78-1-20-16,11-5 2 15,-1 3-6-15,-6 3 34 16,3 0 24-16,-9 0-33 15,-3 0-13-15,-3 0-14 16,-3 0-1-16,-7-1-50 16,-4-11-166-16</inkml:trace>
  <inkml:trace contextRef="#ctx0" brushRef="#br0" timeOffset="72621.5">23116 8185 492 0,'0'0'107'0,"0"0"-88"0,0 0-15 16,0 0 9-16,0 0-13 0,-14-134 49 15,14 88-4-15,0-2 28 16,0-5-43-16,5 2-26 15,4-8-4-15,-5-3-22 16,3 4-93-16,-3 6-8 16,-2 13 37-16,-2 19 3 15,0 17 81-15,0 3 2 16,-6 37 96-16,-10 15-72 16,-4 5-24-16,-2 3 0 15,-3-4-525-15</inkml:trace>
  <inkml:trace contextRef="#ctx0" brushRef="#br0" timeOffset="73038.19">23457 8013 390 0,'0'0'67'0,"0"0"-59"0,125 18-8 0,-65-18-16 15,-5-6 16-15,-8-20 8 16,-11-6 29-16,-12-7 23 16,-13-4-39-16,-11 1-4 15,0 5-17-15,-27 7-10 16,-23 10-18-16,-8 14-17 16,-9 6 45-16,-3 3 28 15,6 22 37-15,15 7 38 16,11 1-47-16,14-6-15 15,10-11-41-15,12-3-24 0,2-9-257 16</inkml:trace>
  <inkml:trace contextRef="#ctx0" brushRef="#br0" timeOffset="73389.41">23931 8011 449 0,'0'0'53'16,"0"0"-44"-16,0 0-12 15,150 14 6-15,-102-38-3 16,-3-16 0-16,-7-11 0 15,-9 1 19-15,-11-7-6 16,-14 8 2-16,-4 2-15 16,-2 14-40-16,-27 9 1 15,-6 14 8-15,-6 10 31 16,-1 4 34-16,2 24 6 16,5 4-15-16,10 2-7 0,9-4-10 15,14-8-8 1,2-6-215-16</inkml:trace>
  <inkml:trace contextRef="#ctx0" brushRef="#br0" timeOffset="73754.99">24386 7968 602 0,'0'0'109'16,"0"0"-109"-1,0 0-1-15,116 40-30 16,-72-47-15-16,-6-23 33 0,-1-10-14 15,-8-5 6-15,-12-3-62 16,-9-2-6-16,-8 6 38 16,0 7 51-16,-11 14 28 15,-20 9 32-15,-12 12 24 16,-1 2-39-16,-2 0-24 16,3 20-12-16,12 10-1 15,13 6-8-15,5-6-25 16,13-6-222-16</inkml:trace>
  <inkml:trace contextRef="#ctx0" brushRef="#br0" timeOffset="74520.52">25134 7814 587 0,'0'0'106'0,"0"0"-96"0,0 0-10 15,0 0-2-15,0 0-3 0,-6 104 3 16,6-91 2-16,6-3 3 16,15-1 31-1,8-1-18-15,6-1-1 0,3-5-11 16,2-2-1-16,-9 0-6 15,-7-9-30-15,-12-14 33 16,-12-13 16-16,-2-9-16 16,-30-6-12-16,-6-3-29 15,-4 4-16-15,3 12 54 16,0 19-2-16,3 15-47 16,3 4 52-16,6 22 21 15,8 8 8-15,9 6-29 0,10-5-1 16,0 2-171-1,0-5-241-15</inkml:trace>
  <inkml:trace contextRef="#ctx0" brushRef="#br0" timeOffset="74853.89">25384 7994 364 0,'0'0'80'16,"0"0"-41"-16,0 0-19 15,107 103-7 1,-65-87-13-16,8-7 8 0,-2-9 10 16,-1 0 25-16,-5 0 1 15,-4-17-7-15,-11-13 19 16,-9-13-5-16,-16-4 3 15,-2-3-7-15,0 1-7 16,-11 13-19-16,-11 8-21 16,-5 14-1-16,-2 6-15 15,2 8 10-15,2 0-8 16,4 3-4-16,7 12-38 16,3 1-111-16,7 3-114 15</inkml:trace>
  <inkml:trace contextRef="#ctx0" brushRef="#br0" timeOffset="75169.5">26044 8095 476 0,'0'0'72'16,"0"0"-64"-16,0 0 19 16,129-19-25-16,-100-21 19 0,-10-8-15 15,-3-2-1-15,-11 5 24 16,-5 5 24-16,0 9-8 16,-23 12 5-16,-6 13-45 15,-6 6 22-15,-3 0 16 16,2 21-4-16,10 4-19 15,9 2-20-15,15-4-8 16,2-17-182-16</inkml:trace>
  <inkml:trace contextRef="#ctx0" brushRef="#br0" timeOffset="77503.59">28728 7694 741 0,'0'0'145'0,"0"0"-128"0,0 0 3 16,0 0 16-16,119 5-23 16,-73 7-5-16,1 3-8 15,-1-3-30-15,-3 3-103 0,-5-11-161 16</inkml:trace>
  <inkml:trace contextRef="#ctx0" brushRef="#br0" timeOffset="78271.63">29421 7810 62 0,'0'0'536'0,"0"0"-505"0,0 0-22 0,0 0 1 16,0 0 18-16,0 0-8 16,0 18 43-16,0-14 4 0,0 2-27 15,0-1-1 1,0-1-34-16,0-2 9 0,0-2-12 16,0 0 10-16,0 0-10 15,-2-2 46-15,-3-17-29 16,-1-6-2-1,2-17-16-15,-3-9 3 0,7-10-1 16,-3-9 1 0,-1-2-8-16,-3 4-9 0,1 10-58 15,6 12-41-15,0 16 20 16,0 16 44-16,-2 11 41 16,2 3 7-16,0 19 19 15,0 12-19-15,0 12-88 0,-5 0-83 16,-2-1 116-1,0-1 51-15,-1-1-242 0</inkml:trace>
  <inkml:trace contextRef="#ctx0" brushRef="#br0" timeOffset="78686.32">29506 7822 538 0,'0'0'108'0,"0"0"-60"0,0 0-7 0,0 0-41 0,0 0-103 0,120 60 103 15,-93-60 17-15,2-15 25 16,2-2-12-16,-4-3 22 16,-3-2 33-16,-6-4-77 15,-7-2 3-15,-9-8-9 16,-2-6 3-16,0-6-5 16,-15-1-91-16,-8 13-6 15,-4 15 20-15,-4 12 72 16,-4 9 10-16,-7 3 44 0,-1 23 14 15,5 4-44 1,5-2 29-16,14 2-19 0,11 1-29 16,8-4-18-1,0-2-172-15</inkml:trace>
  <inkml:trace contextRef="#ctx0" brushRef="#br0" timeOffset="90891.67">27850 7386 281 0,'0'0'58'0,"0"0"2"0,0 0 53 0,0 0-45 0,0 0-13 15,0 0-51-15,0 0-4 16,0-25-3-16,0 25 1 15,0 0 2-15,0 0-25 16,0 0 2-16,0 0 23 16,0 0 13-16,0 0 17 15,0 0 20-15,0 0-11 16,0 0-15-16,0 0-24 16,0 0-1-16,0 0-11 15,0 0-43-15,-2 6 16 0,0 1 30 16,2-2 5-16,-5 1 8 15,3-5 11-15,-2 6 36 16,0-3 2-16,-4 2-24 16,2-4-26-16,-1 0-3 15,3 2 5-15,0-4-6 16,-4 0 4-16,2 4-4 16,-1 0 1-16,1 2-5 15,-3 4 5-15,2 2-3 16,0 2 3-16,-1 0 0 15,1 0-9-15,-3-1 21 16,2 1 3-16,-1-2 3 16,3 3-7-16,0-2-9 0,-2-3 20 15,4-2-17 1,-1-4 1-16,1 1-6 0,0 0 2 16,-6 4-2-16,1 0 9 15,-1 1-21-15,-2 0 18 16,5 2-9-16,-1 0 6 15,-2-1 0-15,1 6 4 16,1-5-5-16,-1 1-2 16,2-3 10-16,0 1-19 15,-1-1 12-15,-1 3-3 16,-3-3 0-16,-1 3 0 16,-1-5-1-16,1 2 2 0,0-8 9 15,0 7-7-15,0-5 6 16,1 3-9-16,-1 1-3 15,-1 2-9-15,5 3 12 16,-4-1-2-16,-1-1 2 16,4-1 3-16,-4 2 1 15,9-4 1-15,1 1-1 16,0-5-2-16,-3 6 1 16,5-2-3-16,-5-2 0 15,-2 1-4-15,1-1-5 16,5-1 9-16,-1-4-5 15,2 2 10-15,2-3 4 16,0 0-8-16,0 1 8 16,0-1-4-16,0 4-10 0,0 3 7 15,0 3-2-15,13 1 0 16,3 2 2-16,-1-1-4 16,1 1 9-16,-5-5-13 15,0 3 10-15,-7-3-6 16,10 0 2-16,-3-2-1 15,3 3 0-15,1-7 1 16,1 4-1-16,-5-3-13 16,2-3 13-16,-4 0-15 15,-2 1 9-15,1 1 11 16,-1 1-4-16,-2 1 2 16,4-2 1-16,-1 2-3 15,1-4 1-15,0 0-4 0,2 0 10 16,-2 0-7-16,1 2 0 15,-4 2-2-15,0-2-3 16,1 7 4-16,3-5 0 16,-2 3 1-16,1-4 0 15,5-3 0-15,-1 0 5 16,3 0 2-16,-3 0-9 16,0 0 6-16,-4 0-8 15,0 0-1-15,-1 0 5 16,0 4 0-16,-2 1 2 15,1 3 12-15,-3-4-7 16,3 4 2-16,-5-8-3 16,7 4-9-16,2 0 4 0,-2-1-1 15,3 1 0 1,-4 5 2-16,1-1 0 0,-2 0 0 16,0 0-2-16,-1 1 1 15,3-3-1-15,-3 3 1 16,2 0 0-16,-2-6-1 15,-4 5-4-15,5-4 3 16,-3 1 0-16,1-4-3 16,0-1 2-16,-1 3-3 15,-2-1 7-15,5 2-6 16,-1 2 1-16,-1-1 3 16,0 1 1-16,1-3-1 0,-4 1 0 15,1-3 4 1,1 2-6-16,0-3 8 0,3 1-6 15,2-1 3-15,4 0 1 16,-1 0-4-16,-1 0 0 16,-5 2-1-16,-4-2-1 15,5 3 2-15,-7-3 0 16,0 0-3-16,2 1 6 16,-2-1-6-16,0 3 4 15,3-3-1-15,-1 2 0 16,-2-2-3-16,0 0-173 15</inkml:trace>
  <inkml:trace contextRef="#ctx0" brushRef="#br0" timeOffset="114919.53">25988 1776 112 0,'0'0'419'0,"0"0"-394"0,0 0-16 0,0 0 31 16,0 0 0-16,0 0-28 16,0 0-10-16,0 0 1 15,0 25 11-15,-4 11 28 16,-17 5-25-16,-4 10-9 15,-1 1-7-15,-3 8 2 16,7 0 2-16,-1-4-5 16,3-7-2-16,7-13-4 15,9-4 3-15,4-10-7 16,0-6 7-16,0-1-11 16,15-9 12-16,7-6-14 15,7 0 13-15,0 0-5 16,3-6 7-16,-5-1 0 15,-1-9 1-15,-4 4 2 0,1-1 1 16,-5 1 3 0,-1 7-4-16,-3-1 3 0,-5-1-3 15,-1 0 34-15,4-3 9 16,-3-2-19-16,-3-2-17 16,-2-1-5-16,1 4-1 15,-3-6-3-15,-2 2-10 16,3 0-31-16,-3 1 11 15,0 2 21-15,0 6 9 16,0 1 0-16,0 4 6 16,0 1 25-16,0 0-5 15,0 0-1-15,0 0-21 16,0 10-6-16,0 17 2 16,-5 10-5-16,0 7 2 0,1 13 6 15,-2 0-6 1,-3 2 7-16,-1-7 11 0,6-14-13 15,0-7-2-15,2-10-2 16,-1-7-30-16,3-10-200 16</inkml:trace>
  <inkml:trace contextRef="#ctx0" brushRef="#br0" timeOffset="115969.35">25366 2859 92 0,'0'0'499'0,"0"0"-471"0,0 0-23 0,0 0 13 0,0 0-18 15,0 0 1-15,0 0-1 16,0 0 9-16,0 0 30 0,0 0 15 15,0 0 0-15,0 0-20 16,0 0-32-16,0 0-4 16,0 0-12-16,18 0 14 15,15 0 15-15,8 6 8 16,9 0-8-16,6-1 4 16,9-2-15-16,-1 1-2 15,6-2 1-15,3 2 0 16,3-2-2-1,4-2 0-15,1 7-1 0,-4-2-4 16,-6 5 4-16,1 0 0 16,-7 6 0-16,-7-6 2 15,2-3 3-15,-9-7-10 16,-6 0-3-16,-10 0-70 0,-12 0-188 16</inkml:trace>
  <inkml:trace contextRef="#ctx0" brushRef="#br0" timeOffset="119549.43">25277 3613 464 0,'0'0'0'0,"0"0"7"0,0 0-7 16,0 0 7-16,0 0 6 16,0 0 53-16,0 0 29 15,44-2 2-15,-15 2-15 16,3 0-34-16,3 0-3 16,6 0-31-16,1 0-11 15,2 0 7-15,-1-4-3 16,-6-7-1-16,-7 6-6 15,-6 2-36-15,-9 3-62 0,-5 0-132 16,-8 8-312-16</inkml:trace>
  <inkml:trace contextRef="#ctx0" brushRef="#br0" timeOffset="120597.95">25990 3485 31 0,'0'0'120'0,"0"0"-15"0,0 0 83 0,0 0-81 0,0 0-32 16,0 0-53-16,0-22 20 15,-2 13-31-15,0 1-5 16,2 1 2-16,0-3 28 15,0-5 5-15,0-1-14 16,0-4-3-16,0 1-11 16,0 1-2-16,6 0-9 15,5 2-1-15,-1 3 1 16,0 3 4-16,3 4 1 0,1 1-7 16,7-5 0-16,-4 6 1 15,3-3-6-15,-5 6 2 16,4 1-4-16,-6 0-15 15,0 0 21-15,-6 6-31 16,2 10 29-16,-5 2 0 16,-2 1-9-16,-2 5 3 15,0 2 6-15,0 5 5 16,0 3-4-16,0 0 0 16,-2 0 1-16,-11-2 1 15,4 2 6-15,-9-2-3 16,0 3-6-16,1 5 6 0,-4-3-5 15,0-2 7-15,0-7-10 16,3-6 5-16,-1-4 0 16,-2-10-16-16,1-1-16 15,0-7-18-15,0 0-29 16,5 0-27-16,3 0 106 16,6 0 40-16,1-1 33 15,3 1 10-15,2 0-17 16,0 0-33-16,0 0-27 15,0 0 0-15,0 0 5 16,20 0 16-16,2 0-13 16,9 16-14-16,9 7 4 15,-1-4-4-15,5 1-90 0,-9-2 70 16,3-8 19-16,-9 0-31 16,-4-8 32-1,-5-2-8-15,-3 0 17 0,4-12-18 16,-7-10 9-16,-3-6 0 15,-3-2-11-15,-4 7 3 16,1 4 6-16,-2 4 0 16,-3 10-1-16,0 0-9 15,0 5 9-15,2 0-55 16,2 0-111-16,1 0-219 16</inkml:trace>
  <inkml:trace contextRef="#ctx0" brushRef="#br0" timeOffset="121598.51">27012 3171 385 0,'0'0'117'0,"0"0"-39"0,0 0 28 16,0 0-28-16,0 0-26 0,0 0 15 16,5-8-10-16,-1 1 1 15,6 5-32-15,1-2-8 16,1 2-14-16,5 0-4 15,9 2-1-15,1 0-8 16,2 0-10-16,5 0-45 16,-3 0 14-16,-4 2-93 15,-10 2-18-15,-1-2 158 16,-14 0-129-16,-2 2-120 16</inkml:trace>
  <inkml:trace contextRef="#ctx0" brushRef="#br0" timeOffset="122064.39">26877 2977 729 0,'0'0'45'0,"0"0"-22"0,0 0 48 15,0 0-24-15,123-1-32 0,-79-4 13 16,5 5-24-16,0 0-8 15,0 0 0-15,-1 0-44 16,4 0-55-16,-7 11-62 16,-12-1-80-16</inkml:trace>
  <inkml:trace contextRef="#ctx0" brushRef="#br0" timeOffset="131389.06">5111 1145 682 0,'0'0'19'0,"0"0"-16"0,0 0 6 0,0 0 3 16,0 0 14-16,0 0 3 16,0 0 1-16,0 6 6 15,0-6 14-15,0 4-47 0,0-4 7 16,0 0-10-16,0 3-2 16,0 6 2-16,0-1-2 15,0 4-2-15,0 2 3 16,0 0-2-16,0 0 6 15,0 1-6-15,0 2 11 16,0 1-16-16,0 4 2 16,0 9-2-16,0-4-9 15,0 3 14-15,0-2 2 16,0-1 2-16,0-5-11 16,0 8 10-16,0 1-1 15,-5 6-46-15,-1 1-44 0,-2-4-18 16,2-10-86-1,0-13 30-15</inkml:trace>
  <inkml:trace contextRef="#ctx0" brushRef="#br0" timeOffset="131822.82">4959 1409 405 0,'0'0'188'0,"0"0"-181"16,0 0-4-16,0 0 7 16,0 0 29-16,0 0-10 0,71-54 27 15,-50 54-56-15,1 0 8 16,3 0-8-16,3 0-2 15,13 0 2-15,3 0 2 16,5 0-2-16,5-9 5 16,-1-5-12-16,-2-1-37 15,-7-1-75-15,-3 3-90 16</inkml:trace>
  <inkml:trace contextRef="#ctx0" brushRef="#br0" timeOffset="132305.31">6058 1444 755 0,'0'0'251'0,"0"0"-233"0,0 0-18 0,0 0-5 0,0 0-98 16,0 0-119-16,-16 5-423 0</inkml:trace>
  <inkml:trace contextRef="#ctx0" brushRef="#br0" timeOffset="132904.91">7475 1046 22 0,'0'0'467'0,"0"0"-380"0,0 0-71 15,0 0 23-15,0 0-28 16,0 0 58-16,-14-5-29 15,3 5 41-15,5 0-19 16,-4 0-3-16,6 0-20 16,-3 0-29-16,3 4-10 15,-2 12-13-15,-2 6 2 16,0 8-5-16,-1 3 7 16,-2 4 13-16,1 3-12 15,0 6-2-15,1-2-1 16,-1-4-29-16,4-7-75 15,2-14-10-15,-1-4-48 0,-1-9-182 16</inkml:trace>
  <inkml:trace contextRef="#ctx0" brushRef="#br0" timeOffset="133204.13">7047 1338 698 0,'0'0'121'16,"0"0"-109"-16,0 0 32 15,0 0 6-15,0 0-26 16,0 0-19-16,91-21-10 15,-49 21 10-15,14 0-10 16,7-2 5-16,3 2-99 16,3 0 76-16,-9-2-84 15,5 2-9-15,-11 0-33 16,-11-4-306-16</inkml:trace>
  <inkml:trace contextRef="#ctx0" brushRef="#br0" timeOffset="133954.31">5196 2424 536 0,'0'0'178'0,"0"0"-158"0,0 0-13 0,0 0 27 15,0 0 15-15,0 0 17 16,42-34-43-16,-24 30 2 15,9 0-17-15,1 4 7 16,10 0-15-16,7 0-1 16,4 0-21-16,4 0-19 15,9 0-33-15,4 0-118 0,-2 0 9 16</inkml:trace>
  <inkml:trace contextRef="#ctx0" brushRef="#br0" timeOffset="134272.28">6394 2426 928 0,'0'0'48'0,"0"0"-48"16,0 0-91-16,0 0-384 15</inkml:trace>
  <inkml:trace contextRef="#ctx0" brushRef="#br0" timeOffset="134786.22">7196 2288 643 0,'0'0'7'0,"0"0"5"0,0 0-11 0,0 0 56 15,0 0 0-15,0 0-20 16,142-2-2-16,-96 2-33 16,-2 0-2-16,3 0-3 0,6 0-8 15,-4 0-64 1,-9-4 3-16,-9-2 1 0,-6 0 8 15,-19 0-167-15</inkml:trace>
  <inkml:trace contextRef="#ctx0" brushRef="#br0" timeOffset="135185.34">8386 2442 479 0,'0'0'110'0,"0"0"-93"0,0 0-17 0,118 4-7 16,-80-4-94-16,0 0-84 16,2-8-128-16</inkml:trace>
  <inkml:trace contextRef="#ctx0" brushRef="#br0" timeOffset="135420.68">8450 2312 636 0,'0'0'27'16,"0"0"-27"-16,0 0-16 15,0 0-47-15,114 38-76 16,-89-48-176-16</inkml:trace>
  <inkml:trace contextRef="#ctx0" brushRef="#br0" timeOffset="136037.24">8600 1596 271 0,'0'0'13'0,"0"0"9"0,0 0 55 16,0 0 50-16,0 0-40 16,0 0-6-16,6-20 0 15,-6 20-19-15,3 0-41 16,-1 0 7-16,13 0-27 16,10 0 21-16,9 0-15 15,7 0 22-15,5 0-23 16,7 0-6-16,-4 0-8 0,-6 0-119 15,-10 0 42 1,-14 0-145-16</inkml:trace>
  <inkml:trace contextRef="#ctx0" brushRef="#br0" timeOffset="136284.67">8709 1427 599 0,'0'0'80'0,"0"0"-56"16,0 0 28-16,0 0-52 0,0 0-26 15,142 0-121-15,-113 0-266 16</inkml:trace>
  <inkml:trace contextRef="#ctx0" brushRef="#br0" timeOffset="136851.6">10026 1477 664 0,'0'0'119'0,"0"0"-68"0,11-112 20 0,-9 72-43 0,-2 6-28 0,0 2-5 16,0 0 5-16,0 4-10 16,0-4 21-16,0 4-24 0,0-3-18 15,0 1-57-15,0 9-123 16,0 6-176-16</inkml:trace>
  <inkml:trace contextRef="#ctx0" brushRef="#br0" timeOffset="137068.15">9830 1296 366 0,'0'0'284'0,"0"0"-204"15,116 0-35-15,-77 5-43 16,2 11-2-16,-1-1-54 16,4-2-91-16,6-9 36 15</inkml:trace>
  <inkml:trace contextRef="#ctx0" brushRef="#br0" timeOffset="137734.93">9713 2394 387 0,'0'0'70'0,"0"0"-57"0,0 0-11 15,128 0-4-15,-79 8-37 16,4-2-26-16,1 2 7 16,-1-4 46-16,-8-4-90 0,-9 0-92 15</inkml:trace>
  <inkml:trace contextRef="#ctx0" brushRef="#br0" timeOffset="138183.82">9930 2669 405 0,'0'0'166'0,"0"0"-89"16,0 0-37-16,0 0 25 16,0 0 16-16,11-145-24 15,12 75 26-15,-2-15-38 0,2 8-4 16,-5 9-24-16,-5 15-17 15,-4 21-17-15,-3 10-23 16,4 12-53-16,-8 8-100 16,-2 2-143-16</inkml:trace>
  <inkml:trace contextRef="#ctx0" brushRef="#br0" timeOffset="139099.26">5325 3236 577 0,'0'0'45'0,"0"0"19"0,0 0 10 0,0 0-44 16,0 0-25-16,145-4-7 0,-101 4 9 16,5 0-12-1,12 8 5-15,-1 4-44 0,-3 2-136 16,-3 4-280-16</inkml:trace>
  <inkml:trace contextRef="#ctx0" brushRef="#br0" timeOffset="139432.56">6954 3263 768 0,'0'0'93'16,"0"0"-93"-16,0 0-168 16,0 0-364-16</inkml:trace>
  <inkml:trace contextRef="#ctx0" brushRef="#br0" timeOffset="139966.01">7679 3304 215 0,'0'0'360'0,"0"0"-344"0,0 0 42 0,0 0 26 0,0 0-6 16,0 0-40-16,-40-62-17 15,36 24 26-15,2 5-23 16,2 0-24-16,0-3-1 16,0 4-36-16,0 0-88 15,4 1-31-15,-2 6-11 16,-2 9-73-16</inkml:trace>
  <inkml:trace contextRef="#ctx0" brushRef="#br0" timeOffset="140180.85">7455 3088 437 0,'0'0'403'0,"0"0"-401"15,0 0-2-15,0 0-5 16,0 0 5-16,0 0 2 15,155 6-2-15,-109-4 4 16,-2-2-11-16,0 0 7 0,3 0-79 16,-16 0-249-16</inkml:trace>
  <inkml:trace contextRef="#ctx0" brushRef="#br0" timeOffset="140863.96">5583 3942 374 0,'0'0'114'0,"0"0"-114"0,0-106-199 0</inkml:trace>
  <inkml:trace contextRef="#ctx0" brushRef="#br0" timeOffset="140930.34">5620 3698 83 0,'0'0'60'16,"0"0"-28"-16,0 0-32 15</inkml:trace>
  <inkml:trace contextRef="#ctx0" brushRef="#br0" timeOffset="141265.09">5520 3967 621 0,'0'0'104'0,"0"0"-104"16,0 0-6-16,0 0 3 15,141 3-58-15,-90 1-84 16,3-2-56-16,-5-2-72 15</inkml:trace>
  <inkml:trace contextRef="#ctx0" brushRef="#br0" timeOffset="142362.6">5724 4131 138 0,'0'0'5'0,"0"0"-5"0,0 0 0 0,0 0-1 15,0 0 2-15,0 0 25 16,-12 20 120-16,5-20-39 15,1 2-30-15,-1 2 15 16,-4 2-29-16,2-1-57 16,-2 2 13-16,5 0-17 15,-4 0-2-15,4-1 13 16,1-5 42-16,-1-1 5 16,6 0-26-16,0 0 16 15,0 0-28-15,0 0-12 16,0-11-5-16,0-13-6 15,0-14 1-15,0-12-1 0,0-7-1 16,0 0 4-16,0 8-4 16,6 6 8-16,-1 4-12 15,-1 4-13-15,0 6 10 16,2 7-26-16,-4 12-18 16,4 10-38-16,-1 0-100 15,-3 11-69-15</inkml:trace>
  <inkml:trace contextRef="#ctx0" brushRef="#br0" timeOffset="142796.4">7087 4059 832 0,'0'0'130'0,"0"0"-130"0,0 0-45 16,0 0-108-16,0 0-142 16</inkml:trace>
  <inkml:trace contextRef="#ctx0" brushRef="#br0" timeOffset="143179.48">7673 3856 620 0,'0'0'197'16,"0"0"-162"-16,0 0 6 16,0 0-11-16,0 0-5 15,0 0 4-15,109-60 6 16,-58 46-28-16,1-1 6 15,-5 8-26-15,1 3 8 16,-6 4-16-16,-3 0-65 16,-8 0-98-16,-12 0-122 0</inkml:trace>
  <inkml:trace contextRef="#ctx0" brushRef="#br0" timeOffset="143679.6">8780 3984 720 0,'0'0'53'0,"0"0"-46"0,0 0-7 16,0 0 0-16,0 0 4 15,121 19-11-15,-86-18-76 16,-2 4-113-16,-8-1-112 16</inkml:trace>
  <inkml:trace contextRef="#ctx0" brushRef="#br0" timeOffset="143895.41">8785 3779 24 0,'0'0'661'15,"0"0"-639"-15,0 0-21 16,0 0-1-16,116-26-149 15,-96 15-308-15</inkml:trace>
  <inkml:trace contextRef="#ctx0" brushRef="#br0" timeOffset="144344.76">8676 3332 598 0,'0'0'72'0,"0"0"-38"0,0 0 35 0,0 0-2 16,0 0-40 0,0 0-14-16,93 0-9 0,-66 0-4 15,-3 0-9-15,5 0-55 16,-9 14-127-16,-9-1-165 16</inkml:trace>
  <inkml:trace contextRef="#ctx0" brushRef="#br0" timeOffset="144527.64">8660 3108 751 0,'0'0'286'15,"0"0"-286"-15,0 0 2 16,0 0-5-1,0 0-30-15,136 15-149 0,-100-15-188 16</inkml:trace>
  <inkml:trace contextRef="#ctx0" brushRef="#br0" timeOffset="144926.97">9632 3171 609 0,'0'0'198'0,"0"0"-177"15,0 0 14-15,0 0-35 16,140-2-44-16,-102 4-177 16</inkml:trace>
  <inkml:trace contextRef="#ctx0" brushRef="#br0" timeOffset="145376.89">9630 4014 697 0,'0'0'55'0,"0"0"17"0,153-66-47 0,-86 44-25 0,0 6-204 15,-9 10-138-15</inkml:trace>
  <inkml:trace contextRef="#ctx0" brushRef="#br0" timeOffset="166576.21">24960 2336 20 0,'0'0'90'0,"0"0"-78"0,0 0-7 16,0 0 19-16,0 0-24 15,0 0-34-15,0 0 34 16,0 100 12-16,0-92 15 0,0-2 61 15,0 1 7 1,0-7-95-16,0 1-38 16,0-1-8-16,0 0 46 15,0 0 38-15,0 0 53 0,0 0-33 16,0 0-32-16,0 0 4 16,0 0-27-16,3 0 0 15,-3 0 4-15,0 0-6 16,0 0 3-16,0 0 22 15,0 0 37-15,0 0 10 16,0 0-25-16,0 0-39 16,0 0 8-16,0 0-10 15,0-8 3-15,0-2-6 16,0-6 1-16,0-4 5 16,0-14 0-16,0 0-9 0,0-2 1 15,0-4 21-15,0 1 2 16,0-6 11-16,5-1-33 15,1 4-6-15,0 3-22 16,-1 13-17-16,-1 10-4 16,4 5-26-16,-2 6-8 15,3 3-64-15,-3 2-85 16</inkml:trace>
  <inkml:trace contextRef="#ctx0" brushRef="#br0" timeOffset="167124.67">24806 2198 344 0,'0'0'73'0,"0"0"-47"0,0 0 0 0,0 0 16 0,0 0 10 16,0 0 7-16,41 0 1 16,-21 0 15-16,4 0-22 15,3 0-19-15,2 0-25 16,2 0-3-16,3 0 4 0,-1 4-3 15,0 3 8 1,-1 5-11-16,-1-1 1 0,-9-4 2 16,3 2-14-1,-10-8 7-15,-3-1-28 0,-8 0-25 16,-4 0-35-16,0 0-61 16,0-3-240-16</inkml:trace>
  <inkml:trace contextRef="#ctx0" brushRef="#br0" timeOffset="169806.06">25333 2827 157 0,'0'0'17'0,"0"0"-10"0,0 0 58 0,0 0-31 0,0 0 31 16,0 0-21-16,0 2 15 15,0-2-24-15,0 0 18 16,0 0-34-16,0 0 3 15,0 0-12-15,0 0-5 16,0 0 3-16,0 0 2 16,0 0 1-16,0 0-8 15,0 0 22-15,0 0-25 16,0 0 1-16,0-2-11 16,0 0 12-16,0 2-2 0,0 0 6 15,0 0 15 1,0 0-15-16,0 0 13 0,0 0-10 15,9 0-11-15,1 0 2 16,0 0-1-16,1 0 1 16,0 0-3-16,3 0 2 15,-4 0 2-15,6 0 2 16,-5 2 2-16,4 6-5 16,-1-2-5-16,-3-3-1 15,5-3 4-15,-5 0-12 16,0 0 12-16,5 0-3 15,-3-9 4-15,1 6-3 0,-6 0-3 16,8 3 7-16,-3 0 0 16,3 0-13-16,-1 0 13 15,-4 0-1-15,-1 0-1 16,3 0-1-16,-1-2 6 16,-2 0-7-16,-3-2 7 15,-1 2-5-15,2 2 2 16,0 0 0-16,3 0 0 15,1 0 8-15,3 0 26 16,1 0-31-16,-1 0 2 16,-2 0-5-16,-1 0-4 15,3-4-22-15,-3 0 20 16,1 0 6-16,-1-2 0 16,-2 1 1-16,1 0-1 15,-4 2 0-15,2 0 4 0,-2-1 0 16,1 4 12-16,2 0-2 15,1 0-4-15,-1 0-3 16,2 8-4-16,-3-2-2 16,-3 0 0-16,8-6 3 15,-3 0-2-15,-2 0 10 16,-1 0-10-16,-2 0-2 16,4 0 15-16,1 0 12 15,3 0 6-15,-3 1 7 16,5 4-30-16,-1 3 0 15,3-2-9-15,2-2 14 16,-4 0-12-16,-1-4-1 0,-3 0 1 16,-4 0-3-16,1 0 0 15,-2 0 0-15,0 3 11 16,4 0-7-16,-3 3 40 16,4-1-36-16,-3 2 2 15,1-3-5-15,0-2-4 16,-1 2-1-16,-3 0-1 15,-2 0-1-15,2-2 2 16,-2-2 0-16,0 0 3 16,1 0-10-16,-3 3 11 15,6-3-4-15,2 3 7 16,-1 0-6-16,-5-2-1 16,5 4 1-16,0-4-1 0,0 1 6 15,-3-2-12-15,3 0 10 16,-2 0-8-16,2 0 4 15,4 4-6-15,-3 0 8 16,7-2-2-16,-5 2 1 16,3-2 1-16,-1-2-4 15,-6 5-4-15,3-4 6 16,-2-1-2-16,-2 0 1 16,-3 0 2-16,3 0 15 15,-1 0-8-15,1 4-6 16,2-4 4-16,0 0-2 15,0 0-8-15,0 0 8 0,-4 0-9 16,1 0 10 0,-4 0-8-16,0 0 3 0,1 0-2 15,-3 0 0-15,0 0-1 16,2 0-6-16,-2 0 9 16,0 0 5-16,0 0-3 15,0 0 3-15,0 0-3 16,0 0 1-16,0 0-3 15,0 0-4-15,0 0-5 16,0 0-24-16,0 0 11 16,-7 0-74-16,-24 0-243 15</inkml:trace>
  <inkml:trace contextRef="#ctx0" brushRef="#br0" timeOffset="175569.11">27839 2929 433 0,'0'0'121'0,"0"0"-111"0,0 0 1 16,0 0 56-16,0 0-35 15,0 0-7-15,0 0 57 16,11 0-28-16,-7 4 8 16,0 2-29-16,-2 0-1 15,0-2-32-15,0 0-6 16,-2-4-6-16,2 0 3 15,0 0 2-15,0 0 7 16,3 0 12-16,1 0 2 16,4 3-3-16,5 7-5 15,5 0 9-15,7 2-6 16,7-2-2-16,5-5-5 16,3-5 4-16,-1 0-12 0,-1 0-16 15,-5 0 15-15,-8 0-14 16,0 0 20-16,-4 4 1 15,-10 9 1-15,-3-7-1 16,-4 0-3-16,-6-6 1 16,0 0-81-16,0 0-85 15,0 0-85-15</inkml:trace>
  <inkml:trace contextRef="#ctx0" brushRef="#br0" timeOffset="177034.46">28623 2610 133 0,'0'0'6'0,"0"0"163"0,0 0 47 0,0 0-104 15,0 0-32-15,0 0-31 16,0-9-7-16,0 7-41 15,0-2 18-15,0-3-14 0,0-3 25 16,2-2 9-16,1 3-13 16,-3-2 7-16,5 7-10 15,-3 0-19-15,2 0-4 16,0 4-6-16,1 0-3 16,-1-2 7-16,0 2-1 15,4 0-8-15,-4 0-7 16,7 0 9-16,5 6 5 15,6 14 8-15,0 4-8 16,3 2 8-16,-5-2-8 16,-2-4 8-16,-7 1-7 15,-6-3 9-15,1 4-6 0,-4 0 8 16,-2 2 2-16,0 5 8 16,0 0-10-1,0 3-2-15,0-2-2 0,-8-2 12 16,-8 4-14-16,-7 0 19 15,-1-1 3-15,-5-4-2 16,-2 1-22-16,0-2 1 16,2 1-1-16,2-5 0 15,7-2 23-15,5-6-9 16,1-9 21-16,3-5-31 16,9 0-4-16,-3 0-3 15,1 0 3-15,-1-1-2 16,5-5 6-16,0-2 1 15,0 4-2-15,0-2-6 16,9-2-11-16,6 0 5 0,4 5-1 16,0 3 3-16,1 0-6 15,3 0 12-15,0 11-8 16,0 7 8-16,-2 2-7 16,-1-4-13-16,-7-6 20 15,-4-3-7-15,-2-6 4 16,-5 2 1-16,5-2 3 15,-1-1 11-15,10 6 2 16,-5-2 3-16,0-2-11 16,1-2-10-16,1 0 1 15,-5-6-18-15,2-14 22 16,-4-9-1-16,-1 2-2 16,-1 2-21-16,-2 6 10 0,0 5-35 15,4 7 15-15,-2 4-20 16,0 3-10-16,-4 0-30 15,0 0-81-15,0 1-130 16</inkml:trace>
  <inkml:trace contextRef="#ctx0" brushRef="#br0" timeOffset="180380.63">24956 1038 262 0,'0'0'156'0,"0"0"-143"0,0 0 24 0,0 0 32 0,0 0 15 16,0 0-8 0,0 0-22-16,49 0-17 0,-38 0 18 15,3 0 7-15,1 0-40 16,1 0-16-16,1 0-6 15,6 0 0-15,6 0 0 16,9 0 5-16,7 0-3 16,5 0 34-16,4 0-34 15,-2 0 13-15,-6 0-14 16,-3 0-1-16,-8 0-3 16,-8 0 1-16,-5-4 2 15,-6 3 0-15,-1-8-8 16,-3 5-4-16,-4-2 3 15,1 5 8-15,-7 1-3 16,-2 0 0-16,0 0 4 0,0 0 10 16,-11 10-7-16,-4 9-3 15,-1 9 1-15,-2 9-8 16,-2 5 14-16,-2 5-14 16,-1 6-1-16,-6 3 7 15,-2 4-22-15,-4 1 23 16,-3-5 8-16,-4-2 8 15,9-8-8-15,-2-12 20 16,10-8 12-16,8-16-25 16,11-2-4-16,4-8-10 15,2 0 18-15,0 0-15 0,0 0-2 16,0-2-4-16,0-2 5 16,6 2-12-1,3 0 17-15,5-4-12 0,7-2 8 16,14-1-3-16,5-4 0 15,6-5-1-15,8-1 0 16,-3 2-2-16,-2 1 0 16,-4 2 4-16,-8 0-4 15,-1 1 3-15,-5-2-2 16,-2 7 2-16,-6-2-4 16,-13-2 1-16,-3-2-65 15,-7 2-94-15,0 1-141 16,-22 11-228-16</inkml:trace>
  <inkml:trace contextRef="#ctx0" brushRef="#br0" timeOffset="181012.96">25197 1502 545 0,'0'0'206'0,"0"0"-206"0,0 0-8 0,0 0-1 16,0 0 8-16,0 0-20 15,0 4 21-15,0-4 13 16,8 0 17-16,-2 0 42 16,4 0 6-16,3-10-42 15,3-12-6-15,5-13 14 16,2-15-4-16,0-6-25 0,2 2-11 16,-5 6-8-1,-5 16-13-15,-4 12-18 0,-1 16-54 16,-6 4-111-16,-4 12-273 15</inkml:trace>
  <inkml:trace contextRef="#ctx0" brushRef="#br0" timeOffset="182396.22">24729 3836 353 0,'0'0'273'0,"0"0"-258"0,0 0 12 0,0 0 33 16,0 0-33-16,0 0-8 16,0 0 13-16,0 0 12 15,0 0-13-15,0 0-7 16,13 0 12-16,7 0-27 0,7 0 17 15,2-7-24 1,2-2 9-16,5-1-11 16,1 2 7-16,-3 4-5 0,7-1-1 15,-6 5-2 1,-2 0 6-16,-1 0-12 0,-8 0 5 16,-6 3-14-16,-7-1-21 15,-6-2 22-15,-5 0 15 16,0 4 4-16,0-2 35 15,0 1-12-15,-16 10-27 16,3-4 0-16,-1 12-1 16,1-4-11-16,0 10 7 15,-3 3 4-15,-3 0 1 16,0 12-1-16,-4 3 5 16,-1-4-4-16,-5 0 1 0,7-5 13 15,-7-6-14-15,0-4 21 16,4-6-19-16,-1-2 0 15,1-4-2-15,5-3 11 16,7-3 12-16,2 4-20 16,-1-3 16-16,10-1-18 15,-2-4 7-15,4-2-2 16,0-2-12-16,0 0-5 16,0 0 5-16,0 0 5 15,0 0 1-15,13 0-2 16,5 0 6-16,6 0-9 15,8 0 8-15,15-8-3 16,10-4 5-16,8 3 12 0,2 1-7 16,-5-1-5-16,-9 3-5 15,-12 0 0-15,-10 2-4 16,-11 2 4-16,-11 2-1 16,0-2-19-16,-5 2 4 15,-2 0-43-15,5 0-12 16,-2 0 23-16,-1 0-96 15,-4 0-242-15</inkml:trace>
  <inkml:trace contextRef="#ctx0" brushRef="#br0" timeOffset="183095.44">24847 4217 501 0,'0'0'67'0,"0"0"-53"0,0 0-14 0,0 0 11 0,0 0 9 15,0 0-15-15,0 0 2 16,-14 4-7-16,8-4 0 15,4 0 24-15,2 0 48 16,0 0-12-16,0 0-23 16,0 2-3-16,0-2-17 15,0 2 7-15,0-2-18 16,0 0-8-16,0 0 2 16,0 0-1-16,0 0 1 15,0 0 4-15,0 0 8 16,0-10 4-16,0-13 16 15,0-6-5-15,18-11 8 0,1-9-18 16,2 3-4-16,1 2-13 16,0 8-2-16,-4 8 0 15,0 2-41-15,-3 3-27 16,-8-2-107-16,-7-7-188 16</inkml:trace>
  <inkml:trace contextRef="#ctx0" brushRef="#br0" timeOffset="185093.21">28211 1608 126 0,'0'0'12'0,"0"0"-7"0,0 0 38 0,141 6 69 15,-99-6-52 1,0-4 8-16,-7-8-36 16,-10 2-21-16,-11 2 42 0,-10 2 16 15,-4 2 6-15,0 0-16 16,0 4-31-16,0 0-12 16,5 0-3-16,-3 0-7 15,0 0-2-15,0 10-4 16,-2-3 2-16,0 2 3 15,0-1 5-15,0 0 0 16,-6 3 40-16,-1 4-25 16,-7 11-14-16,6 10-10 0,-13 12-2 15,-2 9-8 1,-11 6-4-16,-11-2 13 0,-3-1 0 16,-2-1 26-16,-1-7-9 15,4-3 13-15,5-6 10 16,10-15 12-1,9-9-34-15,7-8-2 0,7-5 0 16,5-2-12-16,-2 0-4 16,2 6-3-16,-2 2-1 15,-3 6-5-15,0 2 3 16,-5 12-19-16,6-7 25 16,-1 2 9-16,4-10-6 0,0-12 13 15,5-5-12 1,0 0 10-16,0 0-8 15,0 0-12-15,0 0 13 0,23-6-7 16,8-1 1-16,9-4 5 16,3-14-6-16,5-2 1 15,2-11-2-15,4-4 2 16,-4 1 2-16,4 0 1 16,0 2-2-16,-6 5-2 15,-1 13 0-15,-5 4-3 16,-6 11-1-16,-7 2 2 15,-5 2-6-15,-3 2 4 16,-6-2-32-16,-3 0 21 16,-4-2-19-16,-1-2-20 15,-5 0-32-15,-2 6 23 0,0 0 44 16,0 4-44-16,-17 16-359 16</inkml:trace>
  <inkml:trace contextRef="#ctx0" brushRef="#br0" timeOffset="185792.21">27917 2442 495 0,'0'0'0'16,"0"0"-40"-16,0 0 40 0,0 0 15 0,0 0 7 16,0 0 47-16,0 0 4 15,0 6 16-15,0-6-45 16,0 0 21-16,0 0-44 0,3 0-2 15,5 0-14-15,1-6 18 16,9-10 11-16,2-8-1 16,4-12 5-16,6-10 6 15,3-7-15-15,-2-8-29 16,0-1 4-16,0 1-4 16,-4 3-8-16,-2 8-18 15,-2 12 13-15,-2 6 8 16,2 12 0-16,-7 6-10 15,1 3-60-15,-8-4-46 16,-4-7-149-16,-5-10-105 16</inkml:trace>
  <inkml:trace contextRef="#ctx0" brushRef="#br0" timeOffset="189439.26">23225 9387 310 0,'0'0'199'0,"0"0"-199"0,0 0-6 0,0 0 6 0,0 0 19 15,0 0 28-15,0 0 26 16,-9 19-49-16,9-19 23 16,0 0-23-16,0 0 5 15,0 0-14-15,0 0-15 16,0 0-4-16,0 0 4 16,0 0 29-16,0 4-18 0,4 0 8 15,21 4 31-15,11 7-21 16,8-6-27-16,10 3-1 15,1-2-1-15,6-2-2 16,-6 3-8-16,-6-4 0 16,-6 2-56-16,-22-5-108 15,-15-4-309-15</inkml:trace>
  <inkml:trace contextRef="#ctx0" brushRef="#br0" timeOffset="190222.51">24064 8897 348 0,'0'0'167'0,"0"0"-155"0,0 0-8 0,0 0 33 0,0 0 1 0,0 0-9 15,3-44 26-15,0 29-8 16,-3 1 1-16,4-9-7 15,-2 3-2-15,5 0-20 16,3 2 9-16,9 0-28 16,1 1 0-16,6 2 11 0,1 4-8 15,4 5-3-15,-2 5 4 16,4 1-9-16,-1 1 5 16,-3 27-1-16,-5 12-5 15,-5 9-14-15,-9 7-18 16,-10 4 31-16,0 5-2 15,-10 0-16-15,-19 0-8 16,-9-3-11-16,-5-6 40 16,-3-4 4-16,-2-16 5 15,6-9-3-15,11-15 18 16,9-11-13-16,11-1 16 16,11-18-7-16,0-15-2 15,2-2-23-15,20 9 9 0,9 16-3 16,5 10-5-16,2 15 2 15,2 18 6-15,0 7 26 16,-6-2-3-16,1-10-18 16,-11-6 1-16,-3-12-3 15,1-10-6-15,-7 0-7 16,-3-27-3-16,-6-14-146 16,-3-4-203-16</inkml:trace>
  <inkml:trace contextRef="#ctx0" brushRef="#br0" timeOffset="190888.08">23301 9963 360 0,'0'0'64'0,"0"0"9"0,0 0 7 0,0 0 17 15,0 0-25-15,0 0 1 16,17-17-65-16,23 9 68 16,28 0 3-16,23 2-31 15,18-2-48-15,7 4-3 0,0-2-12 16,-1 4-23 0,-3 2 14-16,-2 0-16 15,-8 0 11-15,-7 8-83 16,-12 2-19-16,-10 0-211 0</inkml:trace>
  <inkml:trace contextRef="#ctx0" brushRef="#br0" timeOffset="191821.41">23942 10172 632 0,'0'0'69'0,"0"0"-69"0,0 0 6 0,-49 104-5 15,38-71 7-15,2-8-8 16,-2 0 17-16,5-5 17 16,-4-4 6-16,8-4-29 15,0-4 19-15,2-2-27 16,0-2-6-16,0 2 1 15,4-2-3-15,14 0 9 16,0-4-8-16,-2 0 3 0,6 0-2 16,-2 0 3-16,2 0 2 15,3 0-2-15,0 0 4 16,-2 4-10-16,0 8 5 16,4 4-5-16,-2 2-10 15,-8 6 10-15,-1-4 0 16,-5-3-4-16,-4-5 7 15,-5-3 2-15,0-2-9 16,-2-2 18-16,0-2-16 16,0 1 12-16,5 2-9 15,-3-2 10-15,0-3-10 0,-2-1 5 16,2 0-4 0,-2 6 0-16,0 2 8 0,0 5 9 15,2 8-10-15,-2-4 0 16,0 5-1-16,0-9 10 15,0-5 13-15,3-4-17 16,-1-4-8-16,4 0 1 16,2 0-1-16,-4-4 1 15,0-13 32-15,1-9-11 16,-1-4 6-16,0-10-26 16,6-14 20-16,-2-12-5 15,5-5-5-15,-1-5-12 16,-1 8-1-16,0 10-3 15,-2 17-49-15,-4 17-7 16,1 17-38-16,-2 7 18 0,1 1-5 16,2 20 65-16,-5 4 19 15,-2-3-362-15</inkml:trace>
  <inkml:trace contextRef="#ctx0" brushRef="#br0" timeOffset="192470.33">25340 9900 617 0,'0'0'32'0,"0"0"-27"0,0 0-10 0,0 0 4 16,0 0 1-16,0 0 63 0,-27-20 61 15,18 20-46-15,9 0-2 16,-2 0-39-1,2 0-4-15,0 0-33 0,9-4-3 16,22 0 1-16,11 0 2 16,7-1-6-16,-3 1-37 15,-5 4-14-15,-10 0-20 16,-7 0-69-16,-8 4-95 16,-14 5-243-16</inkml:trace>
  <inkml:trace contextRef="#ctx0" brushRef="#br0" timeOffset="192720.36">25232 9567 857 0,'0'0'99'0,"0"0"-44"0,134 52-33 15,-73-52-22-15,-4 0-79 16,-8-1-72-16,-18-10-267 16</inkml:trace>
  <inkml:trace contextRef="#ctx0" brushRef="#br0" timeOffset="196301.42">23459 10528 62 0,'0'0'13'0,"0"0"-10"0,0 0 55 0,0 0 57 0,0 0-24 16,0 0-16-16,0 0-62 16,-6 9 15-16,6-3-9 15,-6-2-17-15,6 2 14 16,-2 0 6-16,-2-2 20 15,2 4-19-15,-3-1-2 16,3 5-15-16,0-2 7 16,-2 3-11-16,2 0-2 15,2 1 0-15,-4 2 2 16,0-3 1-16,4 0 1 16,-2-3 33-16,0 1-33 0,0-1 8 15,2-1-6-15,0 3 10 16,0-2-1-16,0-3-10 15,0-2-3-15,0-5 7 16,0 0 3-16,-2 0 9 16,2 0 39-16,0 0-33 15,-3-12-5-15,3-12-18 16,0-8-4-16,0-3-1 16,0-5 1-16,0 1-4 15,0-4 7-15,0 1-3 16,0 8 0-16,7 3 0 15,-3 12-37-15,0 7-29 16,0 12-79-16,0 0-11 0,-4 0 18 16</inkml:trace>
  <inkml:trace contextRef="#ctx0" brushRef="#br0" timeOffset="196833.49">23325 10583 141 0,'0'0'9'0,"0"0"-4"0,0 0 44 16,0 0 34-16,0 0 27 15,0 0-29-15,0 0 7 0,0 0-29 16,0 0-5-16,12 0-45 16,3 0 62-16,9-5 11 15,8-2-52-15,7 5-18 16,17 2-5-16,4 0-6 15,-2 5 11-15,-2 7-15 16,-9-2 3-16,-4-5-7 16,-6 3-44-16,-8-5-47 15,-8-2-12-15,-15-1-41 16</inkml:trace>
  <inkml:trace contextRef="#ctx0" brushRef="#br0" timeOffset="-208567.19">27278 10132 667 0,'0'0'173'0,"0"0"-172"0,0 0 26 16,0 0 21-16,0 0 1 16,0 0 0-16,0 0-33 15,0 0 18-15,0 14-33 16,0-14 8-16,0-3-9 15,0 3-12-15,0 0-42 16,0 0-22-16,0-5-53 16,0-5-220-16</inkml:trace>
  <inkml:trace contextRef="#ctx0" brushRef="#br0" timeOffset="-194546.06">4295 11222 112 0,'0'0'159'0,"0"0"-99"0,0 0 37 0,0 0-26 0,0 0 15 16,0 0-44-16,0 0 5 15,0 7-25-15,0-7-2 16,0 0 8-16,0 0 9 16,0 0-8-16,0 0-22 15,0 0-7-15,0 0 0 16,5 0-14-16,-1 2-8 16,5-2 22-16,2 4 0 0,3-4 0 15,-4 2-1-15,7 0 4 16,-5 4-8-16,5-4 10 15,-2 0-2-15,3-2 0 16,3 0-6-16,0 2 1 16,-1 0-1-16,0 1-1 15,0 6 3-15,0 1 2 16,7-2-1-16,-5 1 0 16,3-5-3-16,-5 1-2 15,-1-3 3-15,2-2-7 16,-3 0-4-16,1 0 1 15,2 0 8-15,-1 0 5 16,4 0-6-16,-1 3 2 0,-1 6 3 16,1-1 0-16,-6-3 0 15,3-4-24-15,-2 3 0 16,0-1 20-16,2-2 0 16,-5 4 4-16,10 0 3 15,-5 1 7-15,0 0 0 16,0 0 6-16,-7-3-16 15,1-2 0-15,-3-1-1 16,3 7 1-16,-1-4-1 16,0 1 2-16,3-4-1 15,1 7 3-15,-1-5 1 16,9 0-3-16,0 4 0 0,0 0-1 16,2 4 0-16,0-3 7 15,-4 4-4-15,-6-5-5 16,-3-2 6-16,-3 2-2 15,-2-3-2-15,0 2 1 16,2-1-1-16,3 0 5 16,-1 2-9-16,7 0 9 15,5-4-10-15,-4-2 10 16,6 0-2-16,-2 0 1 16,-3 0 1-16,2 0-4 15,1 0 1-15,-5 0-4 16,-5 0 4-16,6 0-4 15,3 0 4-15,-1 2 3 16,-2 5-1-16,-2-6 2 16,1 2-6-16,-3-3 0 0,4 0 1 15,-4 0-2-15,3 0 5 16,-1 0 4-16,0 0 1 16,4 0-5-16,-3 0 0 15,2 0-4-15,-4-4 1 16,-1 1-1-16,-1-3-3 15,-1 2 0-15,8-2 3 16,-7 0 0-16,-1 0 2 16,1 1 6-16,-7-1-4 15,4 3-3-15,1-1 3 0,-4-2-4 16,4 6 0-16,-1-2 0 16,3 0-1-1,-1 0 2-15,4-3-8 0,0 4 14 16,1-2-3-16,3-2 3 15,-1-1-9-15,-2-2 5 16,0 2 0-16,-2-1-3 16,0 2 0-16,-1 2-1 15,1 3-3-15,3 0 3 16,0 0 1-16,2 0 6 16,-1 0-4-16,-4 0-4 15,2 0 2-15,-2-3-9 16,0-5-2-16,-4-1 9 15,1 3 1-15,-7 3 2 0,6 0-7 16,-1-1 12-16,5 3-8 16,-3-2 3-16,10 1-1 15,0 2 0-15,-3 0-6 16,-2 0 2-16,-4 0 5 16,-3 0-1-16,5 0 1 15,-3 0 0-15,3 0 6 16,-1 0-4-16,2 5-2 15,-3-4 4-15,1 3-5 16,1 2 6-16,0 0-6 16,-2 3 3-16,4 1-6 15,-5-5-3-15,1 6 4 16,-3-5 2-16,0-3-4 0,1 2 2 16,1 1 4-16,4-2-4 15,1 1 5-15,6 0-5 16,-4-1 4-16,-3-2-4 15,-6 4 4-15,3-2-2 16,-3-1 0-16,-2 1 0 16,4-4 2-16,-2 2-2 15,3-2-3-15,0 0 3 16,4 3 9-16,3-3-6 16,-1 2-6-16,-3 2 3 15,4-2 0-15,-5 4 6 16,-3 0 5-16,1-2 22 15,-3 5-14-15,2-5-10 16,2-1-8-16,-1-3 8 16,-1 0-9-16,-7 0-54 0,-8-14-141 15,0-2-455-15</inkml:trace>
  <inkml:trace contextRef="#ctx0" brushRef="#br0" timeOffset="-192997.39">7172 10196 54 0,'0'0'234'0,"0"0"-152"0,0 0-8 0,0 0 38 15,0 0-50-15,-118-9 30 16,102 9-19-16,2 0-11 0,-1 1-47 16,-1 11-6-16,-2 6-9 15,-1 2 1-15,-2 4-5 16,2 5 4-16,-6 1-21 15,0 0 17-15,3 1 4 16,-3-1 13-16,4-10 11 16,2 1 11-16,4-3-23 15,-3 0-3-15,5 5-3 16,-3-6-12-16,3 5 4 16,-1 5-6-16,1 2 1 15,-3 6 7-15,1-1-9 16,5 3 9-16,0 0 10 15,5 0 5-15,3-4-5 0,0 3-2 16,2-2-16 0,0-2 11-16,0-1-6 15,4-2-4-15,11-3-3 16,1 0 7-16,5 4-1 0,-2-1 2 16,4 0 4-16,2 0-6 15,-3 5-1-15,0-4 4 16,0-6-15-16,-1 2 13 15,-2-2-3-15,8-4 6 16,0-1-8-16,0-8 8 16,2-7-10-16,0-4-6 15,-2 0 10-15,-1 0 6 0,8 4 0 16,-3 0 0 0,4 4-2-16,-1 1 2 0,-7 1-2 15,2-5-1-15,-10 4 6 16,-3-7-3-16,4-2 0 15,-4 0 3-15,6 0 0 16,3 0 9-16,1-4 10 16,1-10-17-16,0-3-5 15,-1 1 4-15,-3-4-8 16,2-3-6-16,-6-4-2 16,-1 1-3-16,-3 0 7 15,4 2 8-15,-2 2 6 16,-1-2 26-16,4-1-20 0,-5 4 1 15,2-3-8 1,-4-4-9-16,-5 1 4 0,0-5 0 16,-2 0-16-16,1 1 2 15,-1 3-15-15,0 3 10 16,2 5 18-16,-6 2 1 16,-2 4 14-16,0-2-7 15,4-1 14-15,-4-6-20 16,5-1 0-16,-5 0-1 15,0 1 0-15,0-4-3 16,0 1 12-16,0-2-19 16,0 6 20-16,-5-5-10 0,1 4 1 15,-8-2 21 1,2-3-20-16,-3 3-2 0,-1-8-15 16,-5 5 0-16,6 6 11 15,-7-4 4-15,5 14 25 16,-5-4-25-16,-5 6 23 15,1 0-23-15,-3 2 0 16,-2-1-7-16,2 2-4 16,-2 2 1-16,7 2 10 15,0-1 2-15,2 0 3 16,4 4 14-16,-1-2-17 16,-4 0 4-16,-1-3-4 15,2 4 4-15,0-3-5 16,0 4-1-16,0 0 28 15,-5 0-7-15,1 10-19 0,-3 5 1 16,3 2-6-16,4-7 5 16,3 0-2-16,5-4 2 15,1 0 1-15,1-3 9 16,4 6-3-16,-3 3-18 16,5 7 2-16,-3 2-44 15,-2 8-201-15</inkml:trace>
  <inkml:trace contextRef="#ctx0" brushRef="#br0" timeOffset="-189483.72">1138 10940 242 0,'0'0'130'0,"0"0"0"16,0 0-75-16,0 0 36 16,0 0 6-16,0 0-45 0,0 0-18 15,0 13-24-15,2-20-5 16,7 1-5-16,-2 5-2 16,-5 1 1-16,-2 0 2 15,0 0 11-15,0 0 26 16,0 0 30-16,0 0-18 15,0 0-24-15,0 0-9 16,0 0-7-16,0 0-3 16,0 0 0-16,0 10-14 15,3 13 11-15,1 4-11 16,0 8 12-16,1-8-9 16,-1-6 4-16,-4-6 0 15,2-11-2-15,-2-4 4 16,0 0 7-16,0 0 14 15,0 0 7-15,-13 0-30 0,-3-14 0 16,1-16 0-16,-8-19-23 16,-1-10 8-16,4-12-16 15,-2-3-21-15,6 0-4 16,7 6 49-16,5 6-16 16,4 4 23-16,0-1-2 15,0 5-7-15,0 0 4 16,13 4 5-16,1 6 0 15,6 7-6-15,-1 11-45 16,2 11-50-16,3 15 35 0,0 0-32 16,1 28 40-1,-5 20 48-15,-7 14 10 0,-5 9 11 16,-8 0-10-16,0-1 31 16,-6 1-9-16,-15 1 53 15,-6-6-28-15,2-10 1 16,5-18-2-16,11-20-5 15,7-14-13-15,2-4-25 16,0-18-8-16,0-10-21 16,7 0 12-16,13 11-16 15,5 14 28-15,2 3-35 16,4 20 28-16,4 15 2 16,-4 0-8-16,1-1-4 15,-6-8 14-15,0-6 1 16,-5-7-7-16,-1-12 6 0,-3-1-66 15,-7 0 69-15,-4 0 1 16,-1-4 4-16,-5-6 12 16,2 2-14-16,-2 1-4 15,4-1 9-15,0-1-3 16,2 1-4-16,-2-3-4 16,5-2 1-16,-5-3 3 15,0-2 9-15,-4-1 11 16,0-6 39-16,0-3-40 15,3-6-9-15,-3-4-5 16,7-8-6-16,-1-2 11 16,3-7-20-16,0-5-24 0,2 6-7 15,-2 12-4-15,-2 10 33 16,-1 16 6-16,6 2 10 16,-1-2-10-16,3-2 6 15,3 1-7-15,-3 14-8 16,-1 3-23-16,-3 16-55 15,2 26 93-15,3 8 37 16,4 10 12-16,-2-1-49 16,3-3 0-16,-4-6 7 15,-1-5 5-15,1-8 38 16,-5-3-42-16,2-8 35 16,-1-5-16-16,-1-2-20 15,3-5-14-15,-6 0-21 16,-1-9-123-16,-7-5-183 15</inkml:trace>
  <inkml:trace contextRef="#ctx0" brushRef="#br0" timeOffset="-189283.22">1610 10830 402 0,'0'0'473'0,"0"0"-473"16,0 0 15-16,0 0-15 0,0 0 3 16,0 0-3-16,147-52-7 15,-107 20-84-15,-11-2-182 16</inkml:trace>
  <inkml:trace contextRef="#ctx0" brushRef="#br0" timeOffset="-188745.99">2044 10407 659 0,'0'0'98'0,"0"0"-60"16,0 0-14-16,-17-104-6 15,17 62-9-15,20 2 4 16,4 1-13-16,3 3 2 15,2 8-3-15,-4 11 1 16,2 15-15-16,-8 2-64 16,-5 2-18-16,-7 21-45 0,-5 7 74 15,-2 9 68-15,0 12 28 16,0 10 64-16,-5 5-49 16,-1-5-3-16,0-4-32 15,2-11 16-15,4-13-15 16,0-15-6-16,0-8-3 15,23-5-7-15,8-5 4 16,12 0 6-16,10 0 37 16,3-4-30-16,2-6-10 15,-7 1 10-15,-15 5-24 16,-11-1-1-16,-19 5-53 16,-6 0 12-16,0 0 6 15,0-1 15-15,-20-4-273 0</inkml:trace>
  <inkml:trace contextRef="#ctx0" brushRef="#br0" timeOffset="-188568.32">2138 10612 572 0,'0'0'132'0,"0"0"-124"0,0 0-8 0,0 0 14 16,0 0-14-16,0 0-13 0,145-61-169 16</inkml:trace>
  <inkml:trace contextRef="#ctx0" brushRef="#br0" timeOffset="-188252.16">2607 10528 785 0,'0'0'1'16,"0"0"22"-16,0 0 51 15,0 0-19-15,0-133-40 16,0 79-2-16,0 4-12 16,0 2-2-16,4 5-4 15,7 15-26-15,-3 9 15 16,2 9-20-16,-4 10-19 0,5 0-2 15,3 13 50-15,3 13 13 16,2 7-6-16,3 6 0 16,0 8 2-16,3 7 13 15,-1 10-11-15,-3 0 5 16,-4-4-5-16,-5-11-8 16,-6-15-9-16,-2-11-9 15,-4-13-59-15,0-10-123 16</inkml:trace>
  <inkml:trace contextRef="#ctx0" brushRef="#br0" timeOffset="-188050.32">2640 10479 883 0,'0'0'82'0,"0"0"-82"15,0 0 0-15,0 0-37 16,0 0-8-16,0 0 6 15,36 0 20-15,-16-10 10 16,4-4-42-16,3-6-23 16,6 6-31-16,0 6-76 15,4 4-191-15</inkml:trace>
  <inkml:trace contextRef="#ctx0" brushRef="#br0" timeOffset="-187752.34">3074 10345 686 0,'0'0'11'15,"0"0"-11"-15,0 0-11 16,113-4 9-16,-70-26 4 16,-3-6 0-16,-11-5 23 15,0-5 38-15,-15 1 4 16,-3-5 6-16,-11 1-22 15,0 9-42-15,-11 10 7 16,-16 6-16-16,-14 14 12 16,-9 10-6-16,-8 6-2 0,-7 26 6 15,9 14-5-15,5 6 10 16,13 0-14-16,16-12 2 16,15-9-3-16,7-18-100 15,0-10-238-15</inkml:trace>
  <inkml:trace contextRef="#ctx0" brushRef="#br0" timeOffset="-187266.99">2385 9980 862 0,'0'0'92'0,"0"0"-22"0,0 0 3 0,0 0-18 0,0 0-47 0,0 0 43 16,112-80-33-16,-50 45-16 15,5 10-2-15,0 6-103 16,-13 5-97-16,-12 8-297 16</inkml:trace>
  <inkml:trace contextRef="#ctx0" brushRef="#br0" timeOffset="-185686.25">1768 11637 237 0,'0'0'293'0,"0"0"-212"0,0 0 28 16,0 0-20-16,0 0-22 15,0 0-37-15,0-11-14 16,0 3 7-16,12-4 24 16,7-1-1-16,4-4-44 15,6 1 8-15,4-1-8 16,5-4-2-16,1 5 4 0,-2 0-5 15,-1 2 1-15,-5 4-14 16,-6 6-48 0,-10 4-37-16,-8 0-75 0,-7 2-231 15</inkml:trace>
  <inkml:trace contextRef="#ctx0" brushRef="#br0" timeOffset="-185486.51">1809 11456 879 0,'0'0'72'16,"0"0"-72"-16,0 0 0 16,0 0 11-16,0 0 4 15,0 0-15-15,152-103-19 16,-111 79-118-16,-11 4-415 15</inkml:trace>
  <inkml:trace contextRef="#ctx0" brushRef="#br0" timeOffset="-184970.43">997 12796 657 0,'0'0'53'0,"0"0"-45"0,0 0 32 16,68 122-18-16,-33-90-12 15,3-6-6-15,0-5-4 16,3-8-3-16,-8-9-77 15,-4-4-82-15,-18-4-370 0</inkml:trace>
  <inkml:trace contextRef="#ctx0" brushRef="#br0" timeOffset="-184653.04">1346 13150 231 0,'0'0'193'0,"0"0"-88"16,115-56-49-1,-75 14-37-15,-11-8 1 0,-9-6 30 16,-8-8 36-16,-12-12-11 16,0-9-47-16,-5-5-3 15,-19 6-7-15,-8 15 8 16,-8 18 4-16,-11 15-27 15,-3 19 11-15,-6 11-14 16,2 6 36-16,8 9-32 16,2 14-4-16,13 8 0 15,10 9-12-15,10 4-29 16,12 3-17-16,3 0-64 16,0-3-227-16</inkml:trace>
  <inkml:trace contextRef="#ctx0" brushRef="#br0" timeOffset="-184454.87">1514 12377 101 0,'0'0'78'15,"0"0"-78"-15,108 106-56 16,-70-77 9-16,-12-7-18 16</inkml:trace>
  <inkml:trace contextRef="#ctx0" brushRef="#br0" timeOffset="-184255.22">1548 11979 1072 0,'0'0'34'15,"0"0"-34"-15,0 0-5 16,0 0-44-16,0 0-106 16,0 0 26-16,49 6-60 15,-40-25-238-15</inkml:trace>
  <inkml:trace contextRef="#ctx0" brushRef="#br0" timeOffset="-183904.35">1831 11908 298 0,'0'0'40'0,"0"0"-39"16,0 0-2-16,159 107-9 15,-107-85-18-15,0-3-35 0,-8-13 45 16,-10-6 18 0,-14 0 14-16,-4-31 14 0,-12-7 47 15,-4-12 73-15,0 0-77 16,0-6-24-16,0-3-43 15,-8 3 45-15,2 1-40 16,0 12-1-16,1 12-5 16,1 10 22-16,4 21-18 15,0 0-7-15,0 11-29 16,0 7-147-16</inkml:trace>
  <inkml:trace contextRef="#ctx0" brushRef="#br0" timeOffset="-183721.34">2611 11784 487 0,'0'0'58'16,"0"0"-58"-16,51 131-46 15,-42-107-178-15</inkml:trace>
  <inkml:trace contextRef="#ctx0" brushRef="#br0" timeOffset="-183571.57">2488 11373 1077 0,'0'0'0'16,"0"0"-22"-16,0 0-51 16,0 0-226-16</inkml:trace>
  <inkml:trace contextRef="#ctx0" brushRef="#br0" timeOffset="-183154.34">2914 11237 296 0,'0'0'40'0,"0"0"48"15,0 0-87-15,0 0-1 16,-76 127 7-16,76-108 19 16,0-1 48-16,16-7-57 15,13-5 10-15,9-5-1 0,4 3-12 16,5 1-9-16,-1 1-8 16,-3 11 4-16,-5 6-1 15,-9 6 6-15,-12 7 29 16,-15-3 72-16,-2 1-37 15,-11-3-1-15,-20-1-45 16,-11-7-4-16,-1-1-19 16,-1-9 25-16,4-13-26 15,4 0-30-15,19-27-92 16,5-4-228-16</inkml:trace>
  <inkml:trace contextRef="#ctx0" brushRef="#br0" timeOffset="-182956.13">3148 11626 846 0,'0'0'21'0,"-25"-140"-16"15,23 46-5-15,2-2 0 16,0 12-11-16,14 15 6 15,10 23-3-15,2 24-38 16,1 22-73-16,4 0-126 16</inkml:trace>
  <inkml:trace contextRef="#ctx0" brushRef="#br0" timeOffset="-182722.76">3253 11336 1081 0,'0'0'35'0,"0"0"-35"0,0 0-22 16,0 0-113-16,0 0-24 15,0 0-143-15</inkml:trace>
  <inkml:trace contextRef="#ctx0" brushRef="#br0" timeOffset="-182472.48">3517 11241 818 0,'0'0'0'16,"0"0"0"-16,0 0 0 15,0 0 0-15,0 0 0 16,127-150 49-16,-113 83 4 0,-7 5 6 16,-7 6-40-16,0 16-13 15,0 18-6-15,-15 10-26 16,-6 12 2-16,-4 0 24 16,1 12 28-16,4 18-3 15,-4 4-25-15,-3 7-31 16,-4-1-62-16,-1-3-278 15</inkml:trace>
  <inkml:trace contextRef="#ctx0" brushRef="#br0" timeOffset="-182206.37">2823 10876 509 0,'0'0'229'16,"0"0"-223"-16,0 0 84 15,0 0-8-15,148-83-29 16,-74 26-32-16,4-3-17 15,0 2-4-15,-5 8-32 16,-17 11-130-16,-20 22-637 16</inkml:trace>
  <inkml:trace contextRef="#ctx0" brushRef="#br0" timeOffset="-181157.06">2078 13375 396 0,'0'0'107'0,"0"0"-80"0,0 0 35 0,0 0-7 0,0 0-52 16,0 0-3-16,0 0 13 15,7 0 20-15,-2 0 20 0,-3 0-27 16,2 0-25-1,5 0 1-15,5-3 39 0,5-8 0 16,6-3 6-16,12 1-35 16,4 0-2-16,1 1-10 15,5-4-20-15,-5 0-59 16,-13-3-82-16,-14 5-88 16</inkml:trace>
  <inkml:trace contextRef="#ctx0" brushRef="#br0" timeOffset="-180907.35">2129 13116 625 0,'0'0'36'0,"0"0"44"16,0 0 21-16,0 0-101 15,0 0-74-15,116-114-88 16,-93 103-201-16</inkml:trace>
  <inkml:trace contextRef="#ctx0" brushRef="#br0" timeOffset="-179973.06">1581 15154 594 0,'0'0'28'0,"0"0"-28"0,0 0 3 0,0 0 1 16,0 0 63-16,0 0 77 16,-48 19-94-16,29-38 1 0,2-8-38 15,-3-3-11 1,-1-6-1-16,0-9 1 0,-6-12 0 15,-2-9 1-15,-2-11 10 16,-5 1-13-16,3-2 0 16,4 12-1-16,6 10 1 15,5 9-4-15,9 0 2 16,3-9-13-16,4-13-17 16,2-5 4-16,0 4-36 15,0 7 16-15,15 14-63 16,3 12-10-16,2 13 27 15,-2 10-17-15,-5 14-218 16</inkml:trace>
  <inkml:trace contextRef="#ctx0" brushRef="#br0" timeOffset="-179741.91">1358 14580 685 0,'0'0'177'15,"0"0"-177"-15,0 0-12 16,0 0 11-16,0 0 2 16,0 0 3-16,108-50-4 0,-82 19-26 15,-4 4-167 1,-6-5-435-16</inkml:trace>
  <inkml:trace contextRef="#ctx0" brushRef="#br0" timeOffset="-178990.64">1834 14477 578 0,'0'0'76'15,"0"0"-76"-15,0 0 1 16,0 0-6-16,33 107 0 0,-29-98-5 16,-2-5 10-1,-2 3 0-15,0-1 5 0,0-6-5 16,0 0 0-16,0 0 15 16,-18 0-11-16,-11-8 3 15,-2-15 19-15,-7-9-26 16,7-7 11-16,4 3 1 15,8-9 23-15,11 0-35 16,8 2 2-16,0 6-2 16,0-1-9-16,12 1-7 15,8 9-28-15,4 0-25 16,-3 18-60-16,3 10 76 0,-2 22 53 16,-2 26 31-1,5 10 31-15,-10 0-60 16,1-6 0-16,-7-11 13 15,-3-13 34-15,-1-14 22 0,-3-12-19 16,1-2-22-16,6-2-21 16,4-21-7-16,7 0-1 15,7 1 33-15,6 4-33 16,1 4-1-16,1 5-3 16,-8 5-90-16,-2 4 23 15,-12 0 2-15,3 0 31 16,-8 10 37-16,-3 2 65 15,1 0 18-15,-4-6-28 16,-2-6-54-16,0 0 9 16,0 0 20-16,0-6 23 0,0-15-41 15,0-14-11-15,-11-9 1 16,1-1-2-16,-2-12 0 16,1-1 1-16,7-1-8 15,2 5 13-15,2 8-14 16,0 19-8-16,0 10-3 15,6 13-34-15,7 4-35 16,7 4 45-16,5 22 40 16,4 5 3-16,4-4 7 15,3 6 0-15,-3-3-5 16,-6 2-1-16,0-2 7 16,-10 2 11-16,-5-2-7 0,-3 0-12 15,-3-6-6 1,-6-4-37-16,0-8-224 0</inkml:trace>
  <inkml:trace contextRef="#ctx0" brushRef="#br0" timeOffset="-178792.1">2177 14119 853 0,'0'0'100'0,"0"0"-100"0,0 0-27 16,0 0 21-16,0 0 4 16,86-111-20-16,-54 75-66 15,-8-6-93-15,0 2-310 0</inkml:trace>
  <inkml:trace contextRef="#ctx0" brushRef="#br0" timeOffset="-178376.47">2620 13641 562 0,'0'0'59'16,"0"0"-59"-16,0 0 0 15,0 0 13-15,0 0 49 16,0 0 19-16,-105 68-81 0,91-37-8 16,4 1 7-16,10 2-2 15,0 4 2-15,4 1-2 16,16 0 0-16,4-3 3 16,5 0-1-16,2 4 3 15,6 0-4-15,-6 0-2 16,-2-5 4-16,-10-7 0 15,-5-2 4-15,-7-4-4 16,-5 0 1-16,-2 6 21 16,0 2-4-16,0 12 1 0,0-3-8 15,-4-6 29-15,1-9-25 16,3-8-15-16,0-7-39 16,0-5-54-16,0-4-81 15,3-13-249-15</inkml:trace>
  <inkml:trace contextRef="#ctx0" brushRef="#br0" timeOffset="-178058.75">2856 14105 898 0,'0'0'41'0,"0"0"-33"16,0-159 82-1,0 83-42-15,0 0-37 0,0 0-10 16,0 2-2-16,0 5-33 16,11 15-34-16,3 20 3 15,1 18-21-15,5 16-35 16,0 0-45-16,2 10 66 16,7 23 42-16,0 5 46 15,5 3 12-15,-5 2 51 16,-2-3-9-16,-5-4 0 15,-7-2 26-15,-2-4-58 16,-3-4 0-16,-6-2-7 16,-4-6-6-16,0-2-15 15,0-8-97-15</inkml:trace>
  <inkml:trace contextRef="#ctx0" brushRef="#br0" timeOffset="-177909.41">2914 13780 528 0,'0'0'446'0,"0"0"-433"16,0 0-8-16,0 0-5 16,0 0-17-16,0 0 7 15,65-77-18-15,-23 50-14 16,-3-5-68-16,0 7-150 16</inkml:trace>
  <inkml:trace contextRef="#ctx0" brushRef="#br0" timeOffset="-177642.88">3257 13603 699 0,'0'0'4'0,"0"0"-3"15,0 0-2-15,0 0 2 16,0 0 13-16,104-128-10 16,-97 78 0-16,-7 6-4 15,0 6 0-15,0 14-15 16,-11 14 15-16,-4 10 38 15,-5 0 75-15,6 0-45 16,1 0-16-16,-3 7-8 16,7-2-44-16,-6-4-3 0,-1-1-30 15,-1 0-28 1,-8 0-16-16,5-3-94 0,-5-5-139 16</inkml:trace>
  <inkml:trace contextRef="#ctx0" brushRef="#br0" timeOffset="-177442.64">2758 13178 685 0,'0'0'192'0,"0"0"-190"16,0 0 36-1,0 0 55-15,0 0-46 0,167-100-38 16,-109 62-9-16,-10 0-101 16,-13 2-148-16</inkml:trace>
  <inkml:trace contextRef="#ctx0" brushRef="#br0" timeOffset="-171549.19">8547 11416 23 0,'0'0'214'0,"0"0"-180"0,0 0 7 0,0 0 50 16,0 0-18-16,0 0-6 15,0 0-14-15,0 0-16 0,-5 0 1 16,5 0-32-16,-3-2-6 16,-1-4-1-16,0-5-29 15,-1 4 23-15,1 0 7 16,0 2 3-16,2 5 1 16,-4 0 6-16,6 0 12 15,0 0 16-15,0 0-9 16,0 0-21-16,0 0-8 15,0 0 0-15,0 0-4 16,0 0 10-16,0 0 3 16,0 0 5-16,0 0 15 15,0 0-23-15,0 0-5 0,0 0-1 16,0 0 1 0,6 5 0-16,0 2 0 0,3 0 1 15,-5 2 1-15,8-3-1 16,-4 0-1-16,3-1 5 15,8 4-6-15,-2-4 4 16,-3 2-9-16,5-4 9 16,-3 0-12-1,-1-2 16-15,-1-1-16 0,-3 2 15 16,5-2-10-16,-3 3 3 16,-1-1 0-16,3-2-4 15,-2 0 4-15,3 0-3 16,-3 0 6-16,-1 0-2 15,-2 0 2-15,-1 0-5 16,1 0 2-16,-4 0-4 0,5 0 4 16,-1 0 0-16,2 0-3 15,-1 0 7-15,1 0-5 16,-3-5 7-16,1 2-5 16,0-3 2-16,-1 4-3 15,-5 0-3-15,2 2 3 16,2-3 0-16,-2 0-6 15,1-1 2-15,1-3 8 16,-1 3-3-16,-2-1 4 16,0-1-8-16,-1 6 6 15,-4-2-2-15,0 2 2 16,0 0 1-16,0-3-1 0,0 1-2 16,0 1-2-1,4-5 10-15,-2 2-16 0,0-4 12 16,1-5-9-16,-3 3 4 15,0-6-2-15,6 6 1 16,-1-4 2-16,0 7-4 16,-3-2 8-16,0 9-9 15,-2 0 8-15,0 0-4 16,0 0 1-16,0 0 22 16,0 0-3-16,0 0-12 15,0 0-2-15,0 0-2 16,0 0 3-16,0 0-3 15,0 0 11-15,0 0-10 0,0 0 13 16,0 0-15-16,0 0-3 16,0 0 2-16,0 0-2 15,0 0 0-15,0 0 6 16,0 0-11-16,0 0 11 16,0 0-6-16,0 0 3 15,0 0 2-15,0 0-1 16,0-2-1-16,0 2 0 15,0 0-1-15,0 0 1 16,0 0-2-16,0 0 3 16,0 0 2-16,0 0-9 15,0 0 3-15,0 0-8 0,0 0 8 16,0 0-12 0,0-1 11-16,0 1 2 0,0 0-2 15,0 0 3-15,0 0-2 16,4 0 1-16,-4 0-2 15,0 0-3-15,0 0-12 16,0 0 10-16,0 0-44 16,0 0-26-16,0-4-64 15,0 4-91-15</inkml:trace>
  <inkml:trace contextRef="#ctx0" brushRef="#br0" timeOffset="-168317.31">11367 10156 331 0,'0'0'141'0,"0"0"-139"0,0 0-4 15,0 0 4-15,0 0 20 16,0 0 5-16,-33-19 67 16,33 19-11-16,-5 0-22 15,1 0-36-15,0 0-17 16,-4 0-8-16,6 0 11 15,-4 0-19-15,-1 0 25 16,1 0-29-16,-4 0 24 16,1 0-12-16,1 3 14 15,-2 3-9-15,2 2-10 0,-1-2 12 16,-5 2-14-16,-1 0 12 16,-1 3-5-16,-1-5 4 15,-2 1-4-15,0-3 0 16,5-1-3-16,-1 2 3 15,3 4 0-15,1-1 0 16,3 1 5-16,-4 4-9 16,1 1 15-16,-5 3-16 15,-1 4 8-15,-1 2-3 16,-2 2 1-16,4 3 10 16,5-4 2-16,-3-3-11 15,10 0-2-15,2-4 7 16,0-3-13-16,2-1 12 15,0-3-6-15,0 0 0 0,0-1-1 16,0-2 0 0,0 3 0-16,0 5-2 0,0-2 3 15,0 6-3-15,0-5 15 16,0-3-12-16,0 0 0 16,0-1-1-16,0 4 0 15,0-3 2-15,0 2-4 16,0 7 3-16,0 0-2 15,0 2 2-15,4-4 10 16,0-2-5-16,4-2-5 16,-6-3 0-16,0-5 0 15,3-3-5-15,-3 1 11 0,0 3-14 16,2 2 16 0,-4 3-13-16,7 0 9 0,-5 4-4 15,3-2 0-15,-3 5 0 16,5-4-1-16,-5 3-3 15,-2-1 4-15,4 1-6 16,-2-3 2-16,-2 6 8 16,2-6-8-16,1 1 13 15,1-8-10-15,1 3 1 16,0-6-5-16,1 4-1 16,-2 1 10-16,1-1-9 15,4 6 10-15,-2 3-16 16,4-1 26-16,-7 8-19 15,0-7 4-15,1-2 0 16,0-6 0-16,1 0-1 0,-1-1-6 16,-1 2 1-16,0 1-5 15,4 4 21-15,-2 0-15 16,3-2 5-16,-5-1-2 16,0-6 2-16,-4-1 0 15,8-1-8-15,-6 0 8 16,2 1-1-16,3 5 10 15,-3 0-7-15,3 6 8 16,0-2-20-16,-1 0 20 16,-1 5-14-16,1-6 4 15,1 0-8-15,0-3 8 16,-3 2 0-16,3-3-2 0,-3 3 9 16,1-1-6-16,-1 1 6 15,1-1-14-15,-3-1 9 16,3-4-2-16,-5-1 1 15,4 0 2-15,0 0-3 16,-2-2 3-16,3 2-9 16,-3-2 18-16,5 3-22 15,0-3 16-15,-3 3-12 16,0-1 6-16,3-5-3 16,-3 4 3-16,4-1-1 15,-2-4-2-15,5 6 6 16,1-2-2-16,-1 0 4 15,1-2-10-15,-2 3 0 16,3-5 5-16,-2 3 0 0,3-3 1 16,-4 0 3-16,4 3-3 15,2-3-2 1,4 0 8-16,5 0-5 0,-6 0-1 16,-3 0-2-16,-3 0-4 15,-1 0 5-15,-4 0-1 16,-1 0 4-16,-1 0-4 15,4-3 8-15,-4 2-4 16,3-6-2-16,0 3 0 16,3-2-1-16,-4 0-1 15,5-4 1-15,-1-3 0 0,-4-2 1 16,1 3 4 0,-1-2 17-16,-4 2-21 0,0 0 18 15,-2 8-17-15,0 0-1 16,-2 2-1-16,3-4 0 15,-1-4-1-15,0-4 2 16,-2-2 3-16,2-3-3 16,0 4 8-16,0 1-5 15,2 4-6-15,-4 5 2 16,2 2 0-16,-2-3 0 16,2 4 0-16,0-7-1 15,-2 2 2-15,4-4-2 16,-1-1 7-16,-3-2-8 15,2 3 3-15,0 2-2 16,0 2-2-16,0 1 2 0,2 3-2 16,2-4 3-16,-2-4 0 15,3-3 0-15,-5-1 0 16,0-2-1-16,2-3-2 16,-2 2 6-16,0 2-6 15,1 3 3-15,-3 6-1 16,0-1-2-16,0 2 6 15,0-2-1-15,0-3 1 16,0 0-6-16,0-3 9 16,0-2-6-16,0 0 0 15,0 2-6-15,0 1 6 16,0 6 2-16,0-2-2 0,0 1 5 16,0-5-10-16,0-1 8 15,0-1-7 1,0 0 4-16,0-3-6 0,5 0 6 15,-1 1-6-15,-2 3 6 16,1 3 0-16,-3 0-5 16,0 1 13-16,0 0-8 15,0-4 2-15,0 4-4 16,0-4 1-16,0 6-2 16,0-4 3-16,0-4 0 15,0-4-3-15,4 0 9 16,-4-2-11-16,2 6 14 15,0 2-13-15,-2 4 4 0,2 2 0 16,-2 0 0-16,0-1 0 16,0 2 0-16,0-3 0 15,0-4 1-15,0-3 4 16,0 0-5-16,-4-4 0 16,2 3 0-16,-2 7-8 15,1 0 8-15,1 4 0 16,0 1-1-16,-5-5-2 15,0-1 6-15,1-2-6 16,-5 2-2-16,3-2 4 16,0 4-13-16,-3 0 11 15,7 6-1-15,-2-2 8 0,2 5-9 16,0-4 10-16,-3-2-8 16,1-6 10-16,-6 3-14 15,1-5 3-15,1-2 4 16,0 3-13-16,1 2 11 15,3 2 2-15,-1 4 0 16,-2 0 2-16,4-2 3 16,-3-5-10-16,3 6 11 15,-3-7-12-15,-6 4 6 16,10 4 0-16,-5-1-2 16,5 7 7-16,-2-1-10 15,0 1 13-15,-1-3-16 16,-1 1 14-16,-4-2-12 15,-1-1-24-15,-1-2 14 16,-1 3 8-16,-1 3 8 0,1 1 3 16,-1 0 1-16,7 0 35 15,1 0-6-15,-4 0-13 16,5 0-16-16,-1 0-4 16,-3 1-42-16,-5-1-60 15,1 3 5-15,1 1 11 16,-1 0 86-16,3 5 10 15,3 0 44-15,1 1-48 16,3 0-6-16,5-6-25 16,-3-4-30-16,-3 0-104 15</inkml:trace>
  <inkml:trace contextRef="#ctx0" brushRef="#br0" timeOffset="-151516.03">21639 13906 399 0,'0'0'36'0,"0"0"-25"0,0 0 35 0,0 0 48 0,0 0-21 15,0 0 10-15,0 0 3 16,-43-100-48-16,39 88 10 16,1-6-21-16,1-9-25 15,2 4-2-15,0-9 0 16,0 2-3-16,0 2 1 16,9-5 2-16,-3 13 1 15,4 1-1-15,3 10-4 16,3 3 3-16,3 6-9 15,6 0 4-15,-2 0 5 16,-6 24-17-16,-1 12-27 16,-9 7 40-16,-3 8 0 15,-4 14 10-15,0 3-8 16,-2 6 6-16,-16 0-3 16,0-1 4-16,-9-11 1 15,-2-15-2-15,-4-10 6 0,-5-9-8 16,1-16-1-16,1-6 0 15,7-6 3-15,11 0-12 16,5-18 9-16,11-2-14 16,2 2-37-16,0 6 50 15,0 8-12-15,0 4 2 16,13 4 11-16,9 18 22 16,7 8 15-16,5 3-17 15,-1 6 11-15,0-7-23 16,-1-14-6-16,-1-9-2 0,-4-9-36 15,-5 0 36-15,-7 0 30 16,-2 0-21-16,3-5-4 16,2-2-3-1,0-6 0-15,4 1-4 0,-2 0-8 16,-4-4-41-16,0 4-93 16,-3 0-73-16,-2 2-71 15</inkml:trace>
  <inkml:trace contextRef="#ctx0" brushRef="#br0" timeOffset="-150133.27">22180 14024 105 0,'0'0'53'0,"0"0"72"0,0 0 30 16,0 0-29-16,0 0-81 15,0 0-6-15,0-40 1 16,0 36 23-16,0 2-23 16,0 2-4-16,0 0-2 15,0 0-20-15,0 0-12 16,0 0 2-16,0 0-4 0,6 0 7 16,0 0-7-16,0 0 3 15,0 0-3-15,5-1 23 16,3-2-15-16,9 0 23 15,3-2-19-15,10 1 24 16,0-8-34-16,-3 8-4 16,-4-1-1-16,-4 5-26 15,-10 0-16-15,-4 0 10 16,-9 0-22-16,1 0-38 16,-3 5-57-16,0 7-208 0</inkml:trace>
  <inkml:trace contextRef="#ctx0" brushRef="#br0" timeOffset="-149500.72">22169 13747 442 0,'0'0'121'0,"0"0"-112"0,0 0 13 0,0 0 11 15,0 0-8-15,0 0-21 16,0-6 16-16,4 6-15 15,5-1 50-15,7 1-36 16,7 0 33-16,0 0 6 16,8 0-34-16,1 0-1 0,1 0-11 15,8 0-2-15,-4 0-9 16,1 0 1-16,-5-1-2 16,-8-11-3-1,-9 11-64-15,-14 1-200 0</inkml:trace>
  <inkml:trace contextRef="#ctx0" brushRef="#br0" timeOffset="-143673.08">23387 12887 550 0,'0'0'132'0,"0"0"-102"0,0 0-27 15,0 0-4-15,0 0 2 16,0 0 10-16,0 0-1 15,12-9 12-15,-12 9 29 16,0 0-10-16,0 0 9 16,0 0-41-16,0 0-1 15,0 0-3-15,0 13-3 16,0 12 6-16,0 5-4 16,-2 6 15-16,-12 6-16 15,-1 0 26-15,1-4-8 16,1 2 0-16,2 0-21 0,-3-6 0 15,6-5-3-15,1-5 3 16,-3-4 0-16,4 0-4 16,-3 0 1-16,1-4-6 15,2 1 4-15,0-9 10 16,2 1-11-16,1-5 4 16,3-2-4-16,0-2-9 15,0 0-4-15,0 0 15 16,0 0 4-16,7 4-3 15,9 0 13-15,-3 2-13 16,5-6 6-16,-5 0-6 16,3 0 8-16,-3 0-2 15,-4 0-3-15,-2 0-9 16,0 0 9-16,-1 0-2 0,-1 0-1 16,3 0 6-16,0 0-2 15,-4 0 0-15,7 0-2 16,-7 0-1-16,2 0 0 15,2 0 2-15,-4-4 1 16,3-6 2-16,-3 6 2 16,0-4-6-16,6 4 1 15,-1 2-4-15,-3 2 0 16,-2 0-4-16,4 0 8 16,-4 16 2-16,-2 10 15 15,0 8-12-15,-2 6 11 0,0 0-14 16,0-1 10-1,0-1 0-15,0-3 7 0,0-3-16 16,0-4-3-16,0-3-8 16,0-6-79-16,0 6-92 15,0-5-185-15</inkml:trace>
  <inkml:trace contextRef="#ctx0" brushRef="#br0" timeOffset="-143106.12">23165 13908 483 0,'0'0'88'0,"0"0"-88"0,0 0-95 0,0 0-54 0,0 0 96 16,0 0 53-16,-49 0 146 16,47-2-15-16,-5 0-37 15,0 2-46-15,-2-8-41 16,3 3 14-16,-2 4 30 16,6-3 0-16,-2 1-49 15,4-2-2-15,-2 4-20 16,2-4-8-16,0 5 23 15,0 0 10-15,0 0 25 16,0-2-16-16,16 0 8 16,17-6-2-16,16-2-6 15,11-1 3-15,7-2-15 16,-5 3-4-16,-2 4-8 16,-8 6-5-16,-10 0-5 0,-4 0-12 15,-9 2-4-15,7 10-47 16,-7-6-176-16</inkml:trace>
  <inkml:trace contextRef="#ctx0" brushRef="#br0" timeOffset="-142240.62">23312 14352 211 0,'0'0'257'0,"0"0"-200"0,0 0 5 0,0 0 54 0,0 0-33 15,0 0-26-15,0 0-29 16,-33 12 27-16,33-12-19 0,-3 0-4 15,3-9-27 1,0-14 1-16,0-6 9 0,0 1-10 16,0 0 3-16,5-3-6 15,5 8 0-15,7 2 4 16,2 10-12-16,6 9-5 16,4 2 10-16,4 0-26 15,0 22-26-15,-6 11 4 16,-6 6 1-16,-8 10 48 15,-13 4 1-15,0 11 19 16,0 7-15-16,-18-1 4 16,0-1-3-16,-7-14 18 15,4-12 11-15,-6-18-3 0,7-11-19 16,-3-14-7 0,8 0 12-16,4-14-13 0,4-5 1 15,7-2-5-15,0 11-2 16,0 8 0-16,0 2-6 15,11 0 4-15,9 12 3 16,7 9 12-16,0 3-9 16,4-1 7-16,-2-2-7 15,0-7-6-15,0 1 0 16,-5-8 2-16,-4-6 0 16,-4-1-42-16,-5 0-47 15,-3-9-92-15,6-22-101 16,-3-1-114-16</inkml:trace>
  <inkml:trace contextRef="#ctx0" brushRef="#br0" timeOffset="-141789.74">24043 14111 190 0,'0'0'658'0,"0"0"-627"0,0 0-29 0,0 0 8 0,0 0-5 0,0 0 5 16,129-28-10-16,-100 17-1 16,-12 4-38-16,-1 4-159 15,-11 3-98-15</inkml:trace>
  <inkml:trace contextRef="#ctx0" brushRef="#br0" timeOffset="-141573.33">23885 13886 137 0,'0'0'776'16,"0"0"-764"-16,0 0-11 15,0 0-1-15,131-32-11 16,-98 11-71-16,-8 2-146 16,-3 2-377-16</inkml:trace>
  <inkml:trace contextRef="#ctx0" brushRef="#br0" timeOffset="-140925.12">24922 13627 316 0,'0'0'242'0,"0"0"-179"0,0 0-12 0,-2-125 3 16,-2 92-31-16,0-1-21 15,-3 4 31-15,5 3-23 16,0 8 33-16,2 1-21 16,-3-4 8-16,1-3-29 15,-3-3-1-15,3 1-40 16,-2 6-32-16,-5 11 51 15,7 10 15-15,-5 0 6 16,2 6 27-16,-3 19 9 16,1 8-36-16,-5 7-11 15,-1 5-228-15</inkml:trace>
  <inkml:trace contextRef="#ctx0" brushRef="#br0" timeOffset="-140458.66">25215 13552 104 0,'0'0'365'0,"0"0"-365"0,0 0 43 16,0 0-16-16,113 23 59 15,-89-25-54-15,-3-24-6 16,-4-6 80-16,-7-8-69 16,-10 2-15-16,0-2-3 15,-7 4-19-15,-17 2-27 0,1 9-4 16,0 10 31-16,8 5 21 16,-1 10 34-16,1 0-6 15,3 0 15-15,-5 10-12 16,-1 5-35-16,-1 4-17 15,-2 3-71-15,5 1-50 16,5 2-236-16</inkml:trace>
  <inkml:trace contextRef="#ctx0" brushRef="#br0" timeOffset="-139941.78">24785 14021 562 0,'0'0'219'0,"0"0"-151"0,0 0-9 0,0 0 50 15,0 0-34-15,137-49-39 0,-79 48-30 16,-2-6 7-1,9 0-13-15,-7-4-15 0,-4-1-58 16,-4 0-60-16,-5 4-100 16,-11 4-245-16</inkml:trace>
  <inkml:trace contextRef="#ctx0" brushRef="#br0" timeOffset="-139192.43">24858 14503 515 0,'0'0'162'0,"0"0"-121"0,0 0 14 0,0 0 28 16,0 0-49-16,0 0 23 16,0 0-21-16,-71 21-3 0,69-5-18 15,2 2-14 1,0-2 8-16,0-1-4 0,6-2 0 16,9-1 3-16,6 1-16 15,6-1 6 1,-1 5-4-16,1 4 4 0,0 0-3 15,-5 8 4-15,0-4 1 16,-6 3 0-16,-5-1 0 16,-2 0 6-16,-7 4 5 15,-2-1 5-15,0 6-15 16,0-1 4-16,0-8-1 16,-2-4 9-16,-11-8-2 15,-5-9-11-15,-2-6-2 0,-2 0-29 16,-1-25 21-1,3-10-51-15,2-1 0 0,2 0-45 16,-1 2 3-16,1 4-107 16,-3 1-308-16</inkml:trace>
  <inkml:trace contextRef="#ctx0" brushRef="#br0" timeOffset="-138992.36">24716 14484 697 0,'0'0'251'0,"0"0"-248"0,0 0 3 0,0 0 11 16,129-88 7-16,-87 56-15 16,-2 5-18-16,-2 5-38 15,-4 9-124-15,-13 10-537 16</inkml:trace>
  <inkml:trace contextRef="#ctx0" brushRef="#br0" timeOffset="-137644.46">26092 14047 711 0,'0'0'32'0,"0"0"-13"0,121 1 38 15,-84-1-14-15,2 0-25 16,-8-5 6-16,-5-1-21 16,-4 2 0-16,-3 1-6 15,-8 1-4-15,-9-2-59 16,-2 1-146-16,0-7-90 16</inkml:trace>
  <inkml:trace contextRef="#ctx0" brushRef="#br0" timeOffset="-137460.4">25955 13718 1054 0,'0'0'42'0,"0"0"-18"15,0 0 14-15,122 12-35 16,-80-24-6-16,-2-12-81 15,-9-2-87-15,-6 5-443 16</inkml:trace>
  <inkml:trace contextRef="#ctx0" brushRef="#br0" timeOffset="-136695.16">26857 13297 430 0,'0'0'316'0,"0"0"-290"0,0 0 36 0,0 0-6 16,0 0-12-16,0 0-8 15,10-40 36-15,-7 27-26 16,2 2-10-16,-1-6-29 16,3 1-7-16,-1-1 0 15,6 0 0-15,-4 5-1 0,10 2-16 16,2 6-11-1,1 4-28-15,-2 0 14 0,1 4 26 16,-1 16-4-16,-6 5 5 16,-1 4-86-16,-6 7 101 15,-2 11 13-15,-4 7 15 16,0 6-10-16,-6-3 5 16,-13-4-15-16,-5-9 6 15,-1-13-2-15,-4-16 9 16,3-7 24-16,-1-5-19 15,11-3-16-15,5 0-7 16,9 0 6-16,2-7-7 0,0-3-4 16,9 3-5-1,9 5 6-15,1 2-12 16,-2 14 13-16,7 19 16 0,-2 6 1 16,0 1 5-16,1-14-17 15,-2-6-10-15,-2-12-2 16,3-5 6-16,-2-3-31 15,-4-3-8-15,-3-19-24 16,-6-2-147-16,0-7-281 16</inkml:trace>
  <inkml:trace contextRef="#ctx0" brushRef="#br0" timeOffset="-136328.34">27365 13579 234 0,'0'0'85'0,"0"0"-84"0,0 0 42 0,0 0 36 16,0 0 31-16,0 0-10 15,0 0-19-15,9 0-16 16,-1 0-12-16,1 0-14 15,7 0-32-15,7 0 25 16,0-6-28-16,2-8-4 16,-2-10 11-16,-8-12 21 15,-4-5-26-15,-2-8 14 0,-9-3-4 16,0 0-16-16,-17 4-60 16,-20 7-90-16,-7 3 1 15,-3 13-36-15,5 6 122 16,7 15-80-16,14 4 143 15,2 18 180-15,0 18-176 16,1 5-4-16,1 3-271 16</inkml:trace>
  <inkml:trace contextRef="#ctx0" brushRef="#br0" timeOffset="-135811.99">26649 14141 538 0,'0'0'107'0,"0"0"-37"0,0 0 20 0,0 0-10 16,0 0 5-16,0 0-3 15,118-34 6-15,-60 34-75 16,3 0-4-16,-3 0-9 0,2 7-11 15,-4 0-61-15,-10 5-52 16,-1-2-108-16,-9 0-392 16</inkml:trace>
  <inkml:trace contextRef="#ctx0" brushRef="#br0" timeOffset="-135278.83">26830 14955 624 0,'0'0'234'0,"0"0"-77"0,0-144-70 0,0 85-63 15,0 3-24-15,-2 4-3 16,-1 10-7-16,-1 14-46 15,0 12 1-15,-1 14 29 16,5 2 18-16,0 8 16 16,0 21-7-16,0 7-1 15,0-5-27-15,-2 3-81 0,-3-6-148 16,3-7-113-16</inkml:trace>
  <inkml:trace contextRef="#ctx0" brushRef="#br0" timeOffset="-134929.09">27042 14865 859 0,'0'0'11'0,"0"0"-11"15,0 0 2-15,0 0-2 16,138 6 0-16,-110-36 4 16,1-13 25-16,-4-3-20 15,-7-12 13-15,-7 0-20 16,-11 5 4-16,0 0-6 16,-15 12-17-16,-18 1 2 15,-8 14 6-15,-1 8 2 16,4 12 1-16,9 6 6 15,7 6 36-15,11 29 7 16,1 9-42-16,6 6-2 16,0 2-83-16,4-11-559 0</inkml:trace>
  <inkml:trace contextRef="#ctx0" brushRef="#br0" timeOffset="-134529.5">27862 14065 817 0,'0'0'0'0,"0"0"-29"0,0 0-74 0,0 0-572 16</inkml:trace>
  <inkml:trace contextRef="#ctx0" brushRef="#br0" timeOffset="-134313.39">27669 13941 850 0,'0'0'96'0,"0"0"-10"15,0 0-17-15,0 0-63 16,0 0-6-16,141 52-130 16,-110-61-148-16</inkml:trace>
  <inkml:trace contextRef="#ctx0" brushRef="#br0" timeOffset="-133663.33">27704 14095 475 0,'0'0'286'0,"0"0"-206"0,0 0 4 16,0 0-73-16,0 0 0 0,0 0-4 15,4-62 1-15,5 53 10 16,1 6 28-16,4-2-5 15,6 5-9-15,9 0 6 16,2 0-37-16,6 5-2 16,-4-2-30-16,-2-3-57 15,-2 0-124-15,-12 0-376 16</inkml:trace>
  <inkml:trace contextRef="#ctx0" brushRef="#br0" timeOffset="-133297.35">28249 13934 674 0,'0'0'295'0,"0"0"-290"0,0 0-5 15,0 0-27-15,0 0-324 16</inkml:trace>
  <inkml:trace contextRef="#ctx0" brushRef="#br0" timeOffset="-133015.14">28537 13946 303 0,'0'0'567'0,"0"0"-560"15,0 0-14 1,0 0 7-16,0 0-60 16,0 0-159-16,26-5-75 0</inkml:trace>
  <inkml:trace contextRef="#ctx0" brushRef="#br0" timeOffset="-132731.48">29107 13870 396 0,'0'0'640'0,"0"0"-640"15,0 0-6-15,0 0-22 16,0 0-96-16,0 0-197 15</inkml:trace>
  <inkml:trace contextRef="#ctx0" brushRef="#br0" timeOffset="-125686.28">29757 13425 364 0,'0'0'150'0,"0"0"-105"0,0 0 21 0,0 0-25 0,0 0-7 15,0 0 13-15,0 0-25 16,-4-4 1 0,4 4 6-16,0 0-19 0,0 0-10 15,0 0 10-15,0 0-11 16,-4 0 5-16,4 0 20 16,0 0-18-16,0 0 15 15,0 0-20-15,0 0 3 16,0 0 10-16,0 0-10 15,0 0 4-15,-2 0-7 16,-1 0 15-16,-3 0 2 16,-4 0-12-16,0 4-1 15,-3 2 3-15,-6-2 11 16,5-2-12-16,-1 4-5 0,-1-4 3 16,1 4-2-1,-1 1 5-15,-3 0 0 0,3 3-4 16,-2 2-8-16,7 0 4 15,-2 4 0-15,2 2-1 16,-3 1 1-16,3 6-4 16,-1 1 8-16,4 8-11 15,3-3 9-15,-1-5-4 16,4 6 0-16,0-6-5 16,-4 0 5-16,6-2-1 15,0-2 1-15,0-6 4 16,0 2-16-16,0 1 12 0,12 0 0 15,-5 7-12 1,1-2 13-16,4 1-14 0,1 1 14 16,7-2-3-16,3-2 2 15,3 0 1-15,1 0 2 16,-1-4 5-16,1-4 0 16,-2-6-11-16,0-7 8 15,-2-1-3-15,4 0 0 16,7 0 1-16,-1 0-8 15,6-6 16-15,-8 3-18 16,-2 3 3-16,-10-5-63 16,-5 5-87-16,-7 0-108 15</inkml:trace>
  <inkml:trace contextRef="#ctx0" brushRef="#br0" timeOffset="-125237.37">29506 13850 590 0,'0'0'45'0,"0"0"-26"0,0 0 35 0,0 0 41 0,0 0-15 15,0 0-18 1,83-56-15-16,-50 45-7 0,2 6-34 16,-1 1-12-16,-7 4-21 15,-1 0-28-15,-6 0-87 16,-6 0-105-16</inkml:trace>
  <inkml:trace contextRef="#ctx0" brushRef="#br0" timeOffset="-124403.39">30823 13519 449 0,'0'0'292'0,"0"0"-274"0,0 0-5 0,-43 110-12 0,36-66-2 0,7-1-4 16,0-1 5-16,0 6 0 16,0-13 0-16,0-6 8 15,16-3-7-15,2-12 21 16,15-2-5-16,10-7 12 16,8-2-10-16,9-3 15 15,0 0-26-15,-8 0-8 16,-8-3 2-16,-4-16 11 15,-6-9 29-15,-3-6-29 16,-2-10 42-16,0-9-32 16,-7-5 6-16,-6-6-28 15,-6 1-1-15,-10-4-28 0,0-5-19 16,-12 2-6-16,-22 6 15 16,-7 12 36-16,-3 16-33 15,0 11 35-15,-5 15 9 16,-5 6 37-16,-2 4-17 15,-1 0-11-15,5 0 19 16,11 0-27-16,6 0-10 16,14 20-1-16,2 18-1 15,6 12-46-15,0 15-18 16,2-5-64-16,0-6-263 16</inkml:trace>
  <inkml:trace contextRef="#ctx0" brushRef="#br0" timeOffset="-123935.27">31025 13243 66 0,'0'0'48'0,"0"0"70"0,0 0 87 0,10 104-52 15,-10-43-59-15,0 6 8 16,0 4-29-16,0-6-25 15,4 0-26-15,0-9-10 0,-2 1-12 16,-2 0-2-16,0-3-78 16,0-8-152-16,0-8-332 15</inkml:trace>
  <inkml:trace contextRef="#ctx0" brushRef="#br0" timeOffset="-123472.67">31116 13609 631 0,'0'0'69'0,"0"0"52"16,0 0-62-16,0 0-42 15,0 0-7-15,0 0 3 16,127-1 17-16,-96 20-24 0,-2 7 10 15,0 12-9-15,0 7 4 16,-6 5-8-16,0-3-3 16,-4-3 11-16,-1-15-8 15,-2-13-3-15,-1-14-1 16,4-2 1-16,7-14 1 16,5-16 2-16,5 0-3 15,2 4-38-15,2-1-66 16,-9 10 47-16,-9 3-99 15,-13 6-210-15</inkml:trace>
  <inkml:trace contextRef="#ctx0" brushRef="#br0" timeOffset="-118593.27">21097 16129 303 0,'0'0'188'0,"0"0"-97"0,0 0-14 16,0 0 38-16,0 0-43 15,0 0-15-15,0 0-20 16,11-23 9-16,-6 23-13 15,-1 0-11-15,1 0 3 16,1 0-13-16,1 0 11 16,2 0-21-16,4 0 17 15,12 0-15-15,6 0 4 16,11 0-2-16,10 8-4 16,8 7-3-16,0-2 10 15,-4-3-18-15,-10-2-13 0,-8 0-8 16,-13-3-82-16,-9-5-90 15,-16 0-385-15</inkml:trace>
  <inkml:trace contextRef="#ctx0" brushRef="#br0" timeOffset="-117859.11">21866 15637 561 0,'0'0'190'0,"0"0"-130"0,0 0 25 0,0 0-9 0,0 0-59 0,0 0 19 16,-34-54-12-16,34 42 12 15,3-2-29-15,17 0-1 16,2 5 4-16,4 4-20 16,1 0 0-16,0 4-9 15,-4 1 10-15,-6 1-24 16,-5 23 11-16,-8 11 0 15,-4 5 15-15,0 2-10 16,0-3 13-16,-6-4 6 0,-8-3-8 16,5-14 6-16,5-1-14 15,4-8 2-15,0-9-9 16,0 4 7-16,6-4-39 16,17 0 25-16,0 0-17 15,9 0 26-15,-1 0 0 16,3 6-33-16,-6 8 44 15,-5 12 8-15,-1 5 28 16,-9 4 11-16,-7 2 51 16,-6-1-47-16,0 3 13 15,-8-6-9-15,-11-3 0 16,-13-5-37-16,-6-6-3 0,-4-9 30 16,0-6-37-16,3-4 0 15,6 0-27-15,4-18-33 16,7-4-161-16,2 4-386 15</inkml:trace>
  <inkml:trace contextRef="#ctx0" brushRef="#br0" timeOffset="-117360.68">22824 15942 901 0,'0'0'97'0,"0"0"-69"0,0 0 10 0,0 0-24 16,114 34-7-16,-79-33-14 16,1 3-36-16,-3 1-21 15,-4 2-33-15,-9 4-85 16,-9-3-52-16</inkml:trace>
  <inkml:trace contextRef="#ctx0" brushRef="#br0" timeOffset="-117161.93">22772 15727 698 0,'0'0'153'16,"0"0"-114"-16,0 0-35 15,152 4-4-15,-107-4-85 16,-14 0-227-16</inkml:trace>
  <inkml:trace contextRef="#ctx0" brushRef="#br0" timeOffset="-112646.7">23829 15337 304 0,'0'0'107'0,"0"0"-103"0,0 0-8 0,0 0 3 16,0 0-4-16,0 0-28 15,0 0 33-15,6 6 1 0,-3-6 41 16,-3 0-11-16,0 0-9 15,0 0-8-15,2 0 27 16,-2 0 11-16,0 0 14 16,0 3 20-16,0-3-46 15,0 0-8-15,0 0-28 16,0 0-8-16,0 0 3 16,0 0-15-16,0 0 9 15,0-3 7-15,0 1 10 16,0-2-10-16,0 1 38 0,0-1-37 15,-9 0 10 1,-5 2-11-16,10-2 21 0,-5 4-20 16,1 0 17-16,-2 0-3 15,1 0-10-15,-1 4-4 16,-4 6 8-16,3 6-18 16,0 4 14-16,1 0-17 15,2 8 20-15,-1-2-11 16,2 3 3-16,2-2 0 15,1 3-6-15,4 1 13 16,0-4-14-16,0 0 16 16,0-4-17-16,16-2 16 15,-3-1-11-15,3 0 6 0,-1-1 0 16,-1 2-3 0,-1-1 1-16,-2-4-7 15,-1-2 12-15,5-4 13 16,-1 2-16-16,1-8 9 0,3 0-9 15,-1-2 2-15,4-2-5 16,-1 0-4-16,-1 0 3 16,2 0 0-16,-4 0 0 15,1 0 2-15,-2 0-2 16,4-10 9-16,-4-2-13 16,-3 2 5-16,-2 0-3 15,-4 2-10-15,-3-4-24 16,1 2 16-16,-5-4-18 15,0-3 36-15,0 3-51 0,0-3 45 16,0 11 9 0,-2 2 2-16,-7 0 11 0,-1 4 28 15,2-5 10-15,-1 5-38 16,-5-6-13-16,1 3 1 16,-1-1-3-16,3-4-25 15,3 8 2-15,-2 0-1 16,4 0 17-16,-5 4 5 15,0 10 8-15,-1-2-10 16,0-2 14-16,-2-2-16 16,3 1 12-16,9-4-4 15,-1 2 0-15,1 8 0 16,2 8-4-16,0 4 2 16,0 3-21-16,0-2-210 15</inkml:trace>
  <inkml:trace contextRef="#ctx0" brushRef="#br0" timeOffset="-111933.02">23303 16120 144 0,'0'0'124'0,"0"0"-27"0,0 0 9 0,0 0-30 16,0 0 22-16,0 0-2 0,84 0-2 16,-66 0-46-16,7 0 3 15,2 0 6-15,8 4-23 16,12-4-14-16,11 0-1 16,8 0 2-16,13 0-19 15,0 0-4-15,-2 0-6 16,-4 5 4-16,-11-3 4 15,-10-2-3-15,-5 5 1 16,-14-5-63-16,-13 1-1 16,-4-1-61-16,-14 5-24 15,-2-5-180-15</inkml:trace>
  <inkml:trace contextRef="#ctx0" brushRef="#br0" timeOffset="-111299.02">23318 16579 306 0,'0'0'40'0,"0"0"-21"0,0 0 12 0,0 0 21 16,0 0 35-16,0 0 37 0,31 6 5 15,-12-4-46-15,10 0-47 16,2-2 14-16,7 4-38 15,4 1 11-15,0 2-13 0,3-1-16 16,-6 2 6 0,-2-4-31-16,-8-4-73 0,-16 0-137 15,-13 0-321-15</inkml:trace>
  <inkml:trace contextRef="#ctx0" brushRef="#br0" timeOffset="-110599.05">23796 16411 585 0,'0'0'98'0,"0"0"-39"16,0 0-3-16,0 0 20 15,0 0-49-15,0 0-5 16,135-105-16-16,-99 92 9 0,-3 0-15 16,-4 0-6-16,-2 4-3 15,-7 1-7-15,-5 8 3 16,-3 0-39-16,-3 0 46 16,-3 21-6-16,-6 6 9 15,0 9 3-15,0 9 0 16,0-1 0-16,-6 0-12 15,-8-5 5-15,-3 4-1 16,-6-5 6-16,0-2-7 16,-5-8 6-16,6-6 6 15,1-3 36-15,6-12 1 16,8-7 4-16,5 0-18 16,2 0-10-16,0-3-16 15,0-12 7-15,4 3-14 16,8 6 10-16,3 2-6 0,-1 4-4 15,3 0 7-15,4 14 15 16,-1 17 16-16,4 5 15 16,-4 4-22-16,5-4 5 15,-3-15-24-15,2-15-4 16,1-6 4-16,-1-9-10 16,-1-23-15-16,-4-7-15 15,-3-2-20-15,2 5-49 16,-6 9-119-16,-8 5-149 15</inkml:trace>
  <inkml:trace contextRef="#ctx0" brushRef="#br0" timeOffset="-109533.24">24577 16022 485 0,'0'0'127'0,"0"0"-23"0,0 0-9 0,0 0-34 16,0 0-14-16,0 0 3 15,7 0 38-15,13 0-39 0,5 8 4 16,4-2-42-16,0 1-15 15,-5-2 13-15,-2-5-18 16,-4 4-2-16,-5-4-25 16,1 2-35-16,-3 2-38 15,-4-4-24-15,-7 0-145 16</inkml:trace>
  <inkml:trace contextRef="#ctx0" brushRef="#br0" timeOffset="-109234.86">24421 15754 622 0,'0'0'388'0,"0"0"-331"16,0 0-6-16,0 0-29 16,0 0-18-16,150 2-4 0,-106-2-40 15,-1 3-13 1,-5 9-55-16,-7-2-209 15</inkml:trace>
  <inkml:trace contextRef="#ctx0" brushRef="#br0" timeOffset="-107868.7">25402 15427 321 0,'0'0'138'0,"0"0"-27"0,0 0-48 16,0 0 14-16,0 0-35 16,0 0 11-16,0 0-14 15,0-23 14-15,0 23-15 16,0 0 25-16,0 0 2 0,2 0-30 15,15-4 30 1,8 0-23-16,0-2-6 16,2 3-29-16,-3 2-11 0,-4 1 4 15,7 0-2-15,-5 0 2 16,5 0-16-16,-4 0-22 16,-8 10-27-16,1-2-16 15,-10 2-155-15,-6-6-566 16</inkml:trace>
  <inkml:trace contextRef="#ctx0" brushRef="#br0" timeOffset="-107137.45">26010 15236 171 0,'0'0'472'0,"0"0"-330"0,0 0-77 16,0 0-18-16,0 0-32 15,0 0 5-15,22-10-7 16,-10 6-2-16,1 0-11 16,-5 4 9-16,0 0-16 15,-2 0 14-15,-1 18 14 16,3 16-12-16,2 2 8 16,-2 4-17-16,1-3-5 0,-5-12 2 15,3-4-29-15,-2-9 21 16,-3-3-57-16,-2-5-24 15,2-4 41-15,-2 0 51 16,0 4 0-16,0 0-19 16,3-2-21-16,1 2-27 15,0 1 61-15,3-1 12 16,-3 2 12-16,1-1-17 16,2 5 16-16,-1 4-9 15,1 4-8-15,-3 4 0 16,-4 5-14-16,0 5 7 15,0 2 7-15,-9-2 29 16,-13-4 5-16,-4-2 44 0,-5-14 6 16,2-6 20-1,4-1-49-15,5-5-30 0,5 0-25 16,7-5-67-16,4-9-29 16,2-3-215-16</inkml:trace>
  <inkml:trace contextRef="#ctx0" brushRef="#br0" timeOffset="-106519.83">25544 16034 100 0,'0'0'376'0,"0"0"-320"0,0 0-18 0,0 0 52 0,0 0 34 15,0 0-32-15,41-21-2 16,-14 20-7-16,4-7-9 15,4 8-60-15,7-6-5 16,5 6-7-16,0 0-4 16,2 0-2-16,0 0-40 15,-2 0-10-15,-1 14-13 16,4 4 18-16,-6 0-152 16,-1 0-250-16</inkml:trace>
  <inkml:trace contextRef="#ctx0" brushRef="#br0" timeOffset="-105505.1">25770 16802 35 0,'0'0'470'0,"0"0"-470"0,0 0-115 16,0 0 0-16,0 0 90 0,0 0 25 15,-3 6 176-15,3-2-31 16,0 0-78-16,0 0-2 15,0 2-22-15,0 2 2 16,0 0-38-16,0-2-5 16,0 2 16-16,0-4-4 15,0 2-9-15,-2-2 7 16,-5 5 39-16,3-9-48 16,1 2 4-16,3-2-7 15,-2 0-2-15,2 0 2 16,0 0 4-16,-4-7 6 15,0-19-5-15,-3-10-8 16,-3-14 6-16,6-13 10 0,4 1 9 16,0 8 82-16,0-2-45 15,0 10-59-15,12 2-6 16,1 0-14-16,2 3-23 16,-1 6-29-16,1 2 26 15,-5 16-62-15,-6 2 63 16,-2 11 45-16,-2 4 49 15,0 0 0-15,0 2 22 16,0 19-30-16,-6 1-33 16,-6 9 14-16,-1 1-21 0,-3-1-2 15,1 5-25 1,-6-10 20-16,8 2-51 16,-3-6 29-16,10-12 0 0,-3-7-67 15,1-3-121 1</inkml:trace>
  <inkml:trace contextRef="#ctx0" brushRef="#br0" timeOffset="-103289.7">26867 16008 517 0,'0'0'324'0,"0"0"-293"0,0 0-2 16,0 0-26-16,0 0 28 15,0 0-30-15,0 0 3 16,99 4-4-16,-84-4 0 15,1 0 6-15,2 6-6 0,0 6 40 16,-1-2-37-16,4 2 0 16,3-6-3-16,-6-6-64 15,-7 0-167-15,-6 0-424 16</inkml:trace>
  <inkml:trace contextRef="#ctx0" brushRef="#br0" timeOffset="-103040.42">26699 15647 431 0,'0'0'443'0,"0"0"-363"15,0 0-50-15,0 0 74 16,0 0-51-16,118 74-33 16,-74-60-20-16,-1-6-8 15,-5-2-57-15,-3-1-123 16,-12 0-431-16</inkml:trace>
  <inkml:trace contextRef="#ctx0" brushRef="#br0" timeOffset="-101858.81">27694 15308 312 0,'0'0'350'0,"0"0"-213"0,0 0-41 0,0 0-73 0,0 0 24 0,0 0-28 16,43-50 14-16,-28 44-31 15,1 3-2-15,-3 3-4 16,3 0-8 0,-3 9 11-16,0 9-12 0,-1 12 8 15,-8 5 10-15,-4-2 7 16,0 1-8-16,0-2 14 15,0-8-18-15,-2-5 0 16,-4-8 4-16,3-7-3 16,1-4 8-16,-1 0-7 15,3 0-4-15,0 0-23 0,0 0 18 16,0 0-6 0,0-8 10-16,3 2 0 0,10 2-1 15,12 4 4-15,0 0-12 16,3 0-23-16,3 0-41 15,-4 8 14-15,-3 12-6 16,-7 10 53-16,-11 3 15 16,-6 1 68-16,0-2 47 15,-9-1-37-15,-11-12 20 16,2-5-23-16,-2-10-9 16,2-4-60-16,-2 0-6 15,0-1-38-15,2-12-80 16,5 3-79-16,7 2-212 15</inkml:trace>
  <inkml:trace contextRef="#ctx0" brushRef="#br0" timeOffset="-101490.4">28184 15641 164 0,'0'0'589'0,"0"0"-529"0,0 0 37 16,0 0-74-16,0 0 43 16,0 0-51-16,135 0-5 15,-109-18 4-15,-2-7-12 16,-5 1 3-16,-9-12 3 0,-1-2 11 15,-9-4-12-15,0-2-14 16,-13 0-11-16,-14 4 8 16,-4 8-51-16,0 4 16 15,2 10 31-15,2 9 14 16,2 9 30-16,4 0-27 16,-2 29-3-16,3 7-14 15,9 2-122-15,4 0-440 16</inkml:trace>
  <inkml:trace contextRef="#ctx0" brushRef="#br0" timeOffset="-100991.27">27686 16168 131 0,'0'0'618'0,"0"0"-464"0,0 0-54 0,0 0-25 0,0 0 15 16,0 0-14-16,102-22-49 15,-42 18-23-15,9-7 5 16,5-4-9-16,1 1-1 16,-5-1-15-16,-3 8-59 15,-9 7-50-15,-10 0-24 16,-10 12-190-16</inkml:trace>
  <inkml:trace contextRef="#ctx0" brushRef="#br0" timeOffset="-100374.93">27681 16754 133 0,'0'0'227'0,"0"0"-79"0,116 0-45 0,-76 0-57 0,-2 0-46 16,-3 0-21-16,-8 0-29 15,-6-5-207-15</inkml:trace>
  <inkml:trace contextRef="#ctx0" brushRef="#br0" timeOffset="-99559.39">28290 16683 93 0,'0'0'313'0,"0"0"-207"0,0 0-54 0,0 0 0 0,0 0-36 15,0 0 14-15,0 0 29 16,29 110 8-16,-23-101-45 16,-4 1 10-16,1-2-23 15,-1 6-8-15,-2-6 6 16,0 6-14-16,0 4-3 16,0-5 10-16,0 6 0 0,0-1 8 15,0-2 12-15,0-2 0 16,0 0 10-16,0-6-14 15,0-4-13-15,0-4 6 16,0 0-6-16,0-16 4 16,0-17 18-16,0-11 30 15,0-13 9-15,0-11-25 16,-2-2-35-16,-7 1 7 16,1 7-3-16,-2 10-16 15,-1 11-8-15,7 18-22 16,-2 7-1-16,4 16-32 15,2 0 14-15,0 0-54 16,0 16 16-16,0 7-17 16,0 4-23-16,-2-1-203 0</inkml:trace>
  <inkml:trace contextRef="#ctx0" brushRef="#br0" timeOffset="-99177.33">28517 16637 220 0,'0'0'365'0,"0"0"-310"0,0 0 19 16,0 0-44-16,0 0 24 15,0 0-11-15,120 103 14 16,-80-103-47-16,3 0 16 16,-3-13-15-16,-3-15-5 15,-8-8-6-15,-8-4-13 16,-11 0 12-16,-7 0-16 16,-3 3 17-16,0 4-4 15,-11 1 1-15,-14 6 2 16,-6 4-5-16,-7 8-57 15,-9 9-39-15,5 5 2 16,4 5 86-16,7 25-21 0,11 16 12 16,9 3 5-16,4-4 18 15,7-7-126-15</inkml:trace>
  <inkml:trace contextRef="#ctx0" brushRef="#br0" timeOffset="-98508.33">29267 15936 905 0,'0'0'144'0,"0"0"-125"0,0 0 1 16,0 0-2-16,0 0-18 16,0 0 0-16,81 0 0 15,-54 0 8-15,-1 0-8 16,1 0-18-16,7 10-51 16,-5 7-33-16,0 6-147 15,-12-5-170-15</inkml:trace>
  <inkml:trace contextRef="#ctx0" brushRef="#br0" timeOffset="-98278.37">29292 15699 300 0,'0'0'730'0,"0"0"-730"15,0 0 0-15,0 0-113 16,0 0-147-16,0 0-290 0</inkml:trace>
  <inkml:trace contextRef="#ctx0" brushRef="#br0" timeOffset="-98026.96">29793 15855 659 0,'0'0'194'0,"0"0"-172"16,0 0-20-16,0 0 11 15,0 0-13-15,0 0-57 16,0-7-100-16,0 7-215 16</inkml:trace>
  <inkml:trace contextRef="#ctx0" brushRef="#br0" timeOffset="-97793.98">29973 15931 725 0,'0'0'370'0,"0"0"-315"15,0 0-13-15,0 0-42 16,0 0-26-16,0 0-9 16,23-35-80-16,-21 26-149 15,0 3-488-15</inkml:trace>
  <inkml:trace contextRef="#ctx0" brushRef="#br0" timeOffset="-97594.99">30386 15963 874 0,'0'0'102'16,"0"0"-90"-16,0 0 12 15,0 0-24-15,0 0-69 16,0 0-69-16,38 10-55 15,-32-11-188-15</inkml:trace>
  <inkml:trace contextRef="#ctx0" brushRef="#br0" timeOffset="-97428.27">30721 15986 1030 0,'0'0'79'16,"0"0"-79"-16,0 0-40 15,0 0-357-15</inkml:trace>
  <inkml:trace contextRef="#ctx0" brushRef="#br0" timeOffset="-95013.45">31054 14816 514 0,'0'0'110'0,"0"0"-65"0,0 0 0 0,0 0 27 16,0 0-23-16,0 0 1 15,0 0-16-15,0-9 28 16,0 9-8-16,0 0-3 16,0 0-20-16,0 0-25 15,0 0 16-15,0 0 2 16,0 0 0-16,0 0-21 16,0 0 5-16,0 0-6 15,0 0 6-15,-11 0-5 0,-2 0-1 16,-7 4-4-1,-5 0-4-15,-6 10-7 0,-7 8-7 16,-1 1 13-16,2 12-10 16,8 7 14-16,5 6-2 15,4 11 2-15,7 2 3 16,3 2-23-16,10-2 3 16,0-13 19-16,0 2-5 15,29-5-4-15,3 5 5 16,5 2-4-16,4 12-4 15,-3 7 13-15,-1 1 0 16,-1-1-1-16,2-12 1 0,2-15 18 16,4-14-10-1,8-16-1-15,-5-9-7 0,-5-5-33 16,-4-5-176-16</inkml:trace>
  <inkml:trace contextRef="#ctx0" brushRef="#br0" timeOffset="-94630.52">30845 15473 733 0,'0'0'214'0,"0"0"-197"0,0 0 78 0,0 0-24 0,165 4-64 0,-98-4-7 16,-3-15-56-16,-10 3-110 15,-12 6-295-15</inkml:trace>
  <inkml:trace contextRef="#ctx0" brushRef="#br0" timeOffset="-93897.18">31955 15262 807 0,'0'0'187'0,"0"0"-173"0,-37 128 44 0,37-82-12 16,0-2-45-16,6-3 20 15,13-10-1-15,12 0-14 16,3-3-2-16,6-6-2 0,5 0-2 15,4-9-25-15,-3-8 24 16,-1-5 1-16,-3 0 0 16,-4-26 2-16,-3-23-2 15,-1-15 11-15,-7-16 5 16,-9-6 11-16,-7-6-14 16,-11-12 10-16,-7 1-21 15,-26 6-4-15,-9 20-7 16,-1 23 8-16,-8 29-17 15,6 25 18-15,-6 21 10 16,-6 41-9-16,-1 20-2 16,0 10 1-16,8 0-17 15,19-14-58-15,16-13-79 0,11-17-121 16,4-14-5-16,0-10-133 16</inkml:trace>
  <inkml:trace contextRef="#ctx0" brushRef="#br0" timeOffset="-93414.99">32144 15326 249 0,'0'0'349'0,"0"0"-347"0,0 0 113 0,0 0 37 15,0 0-110-15,0 0-24 16,0 0-1-16,98-78 27 15,-98 92-17-15,0 11 16 16,0 14 10-16,0 9-39 0,0-4-10 16,0 0 4-1,-2-12-14-15,0-10 11 0,-3-14-10 16,5-5 1 0,0-3 4-16,-2-15-10 0,-3-17 10 15,3-19 12-15,2-4-4 16,0-11-4-16,0-6 3 15,0-1-14-15,0-7-14 16,2 6-105-16,5 19-36 16,2 17 104-16,-7 27 10 15,-2 11-64-15,0 13-103 16</inkml:trace>
  <inkml:trace contextRef="#ctx0" brushRef="#br0" timeOffset="-93031.27">32319 15468 736 0,'0'0'200'0,"0"0"-145"0,0 0 80 0,63 120-57 16,-51-79-55-16,3-9-11 15,5-10-11-15,7-10-2 16,6-12 3-16,7-8 5 15,7-18-7-15,-3-8-20 16,-6 5-4-16,-13 5-17 16,-11 11-35-16,-8 0-64 15,-6 13-33-15,0 0-109 16,0 13-128-16</inkml:trace>
  <inkml:trace contextRef="#ctx0" brushRef="#br0" timeOffset="-81339.54">26081 9775 17 0,'0'0'458'0,"0"0"-394"0,0 0-56 0,0 0 8 15,0 0 6-15,0 0 15 16,0 0-17-16,0 0 7 16,0 0-27-16,0 0 42 15,0 0 9-15,0 0 4 16,0 0 5-16,0 0-29 15,0 0-5-15,0 0-23 16,0 0 19-16,0 0-20 16,3 0 5-16,-3 0-3 15,0 0-8-15,0 0 2 16,0 0 2-16,0 0 2 16,0 0-1-16,0 0 28 15,0 0-9-15,0 0 15 0,0 0-34 16,0 0 4-1,6 0-5-15,6 0-5 0,5-4 5 16,10 1 0-16,8 0 1 16,1 3 6-16,3 0-7 15,0 0 6-15,-7 0-2 16,-3 0-3-16,-5 0-2 16,-4 0-2-16,0 0 3 15,-3 0-2-15,4 0 4 16,-1 0-3-16,-5 0 6 15,8 3-7-15,-8-2 7 16,-3 1 5-16,1-2-4 16,-7 0 3-16,2 0-6 0,-6 0 2 15,6 0 4-15,-1 0-3 16,2 0-8-16,0 0 10 16,0 0-16-16,-3 0 16 15,-4 0-9-15,-2 0 1 16,0 0 0-16,0 0-5 15,0 0 12-15,6 0 3 16,-6 0 1-16,0 0 21 16,0 0-21-16,0 0 6 15,0 0-13-15,0 0 0 16,0 0 8-16,0 0-6 16,0 0-6-16,0 0 1 15,0 0-9-15,0 0 14 16,0 0-12-16,0 0 1 0,0 0-11 15,0 0-82-15,-8 7-288 16</inkml:trace>
  <inkml:trace contextRef="#ctx0" brushRef="#br0" timeOffset="-79324.06">27012 9581 217 0,'0'0'98'0,"0"0"-75"0,0 0-22 0,0 0-1 0,0 0-14 16,0 0 14-16,-26 4 16 15,23-4 22-15,3 0 16 16,-2 0 14-16,0 3 20 15,0 2-21-15,0-5-25 16,-2 4 10-16,4-4-10 16,0 2-2-16,0 0-33 0,0 2-7 15,0 4 0-15,0 4 7 16,0 6-7-16,12 7 16 16,-3 2-1-16,11 3 15 15,5 1-4-15,0-6-26 16,6 0 0-16,0-6 4 15,3-2-12-15,3-2 18 16,-1 0-10-16,9-5 0 16,-3-2 0-16,0-4-5 15,-4-4-1-15,-6 0-3 16,-3-11-2-16,-8-13 4 16,0-6-17-16,-8-6 8 15,-2 0 9-15,-4 0 7 0,-5 6 5 16,0 1 10-1,-2-4-3-15,0 5-9 0,0 2-3 16,0 2 1-16,0-1-8 16,-15 0 5-16,-16-8-7 15,-6-3-28-15,-7 0-142 16,-5 4-7-16,18 12-33 16,7 10 219-16,6 10 175 15,7 0-21-15,-5 16-50 16,-1 15-34-16,0-2 11 15,7 1-25-15,0 2-50 16,6 1-6-16,4 3-39 16,0-1-270-16</inkml:trace>
  <inkml:trace contextRef="#ctx0" brushRef="#br0" timeOffset="-78294.23">27968 9582 32 0,'0'0'185'0,"0"0"-17"0,0 0 13 0,0 0-36 16,0 0-30-16,0 0-48 15,0 0-30-15,0-3-9 16,0 3-12-16,0 0-4 16,0 0 37-16,2 0-39 0,-2 8 21 15,0 14-19 1,0 22 23-16,0 10-15 15,0 10 0-15,0 11-17 16,-12-5 5-16,-2-6-14 0,-2-6 6 16,5-14-1-16,0-12-50 15,0-14-71-15,-3-7-273 16</inkml:trace>
  <inkml:trace contextRef="#ctx0" brushRef="#br0" timeOffset="-77211.99">28546 9280 491 0,'0'0'114'0,"0"0"-98"0,0 0-18 0,0 0 4 15,0 0 55-15,0 0-6 16,-23 0 20-16,14 0-11 0,-1 10-30 15,-4 6-7-15,-1 6-11 16,1 0 38 0,3 0-14-16,1-4 7 0,4 2-43 15,2-2 8-15,1 0-8 16,3 1-5-16,0-2-2 16,0-2 7-16,0-1 4 15,5-6-4-15,13-1 20 16,1-1-18-16,10-3 6 15,5-3-7-15,9 2 5 0,-1 4-6 16,9 2-3 0,-2 4 3-16,-4 1-39 0,-3 4 27 15,-11-5 24-15,-4 1-18 16,-9-5 6-16,-5-2 0 16,-1 5-2-16,-4-1 2 15,-1 2 9-15,1 5-9 16,2 8 9-16,-6 10-8 15,-1 2 19-15,-3 5-19 16,0-1-1-16,0-3 3 16,-17-4 8-16,2-5-10 15,-9-4 2-15,-5-6 2 16,0-4 0-16,4-5 15 16,3-4-16-16,6-1-8 15,3-4-5-15,4-1-29 0,2 5-15 16,5-4-35-16,-4-1-36 15,-1 0-45-15,-5 0 20 16,-3-18-156-16</inkml:trace>
  <inkml:trace contextRef="#ctx0" brushRef="#br0" timeOffset="-76062.14">28654 9312 199 0,'0'0'117'0,"0"0"-49"0,0 0 11 0,0 0-68 16,0 0-11-16,0 0 0 15,-8-30 1-15,5 30 8 16,1 0 3-16,2 0 76 16,0 0 20-16,-2 0 17 15,2 0-75-15,0 0-7 0,0 0-25 16,0 0-12-1,0 0-6-15,0 0 1 0,0 0 3 16,0 0-3-16,-2 0 16 16,0 0 12-16,2 0 23 15,0 0-18-15,0 0-3 16,0 0-9-16,0 0-20 16,0 0-2-16,0 0 5 15,6 0 3-15,9 0-5 16,8 2 19-16,4 1-22 15,4-3 18-15,0 3-7 16,7 0-11-16,-5-3 0 16,2 1 3-16,-2-1 0 15,-7 5-2-15,-4-4-2 0,-6 3 5 16,-7-2 1-16,0-1 15 16,-3-1 11-16,2 0-9 15,-2 0-10-15,5 0 10 16,3 0-20-16,-6 0 11 15,1 0-7-15,-2 0 13 16,-4 0-19-16,5 0 15 16,-6 0-15-16,1 0 1 15,-3 0-1-15,0 0 5 16,2 0 7-16,2 0-11 16,0 0 24-16,4 0-24 15,-2 0 7-15,1 0-6 16,-5 0-2-16,-2 0 0 0,0 3-8 15,0-3-20-15,0 2-67 16,0 2 6-16,0-2-64 16,-9 4-261-1</inkml:trace>
  <inkml:trace contextRef="#ctx0" brushRef="#br0" timeOffset="-70334.23">29878 9524 400 0,'0'0'62'0,"0"0"39"0,0 0-21 15,0 0-68-15,0 0 17 16,0 0 40-16,0 0 5 0,0 0-32 16,0 0 26-1,0 0-14-15,0 0-34 0,0 0-16 16,0-5 4-1,0 3-2-15,0-4 0 0,0 0 8 16,0 2 0-16,-2-4 9 16,-7 0 13-16,-5 2-34 15,1-1 16-15,-1 3-16 16,1 4-2-16,-5 0 11 16,1 0-18-16,-4 0 14 15,0 4-11-15,-2 11 4 16,-4 3 0-16,5 1-2 15,2-2 9-15,4-3 1 16,3 0 10-16,2 5-15 16,-2 6 2-16,4 3-10 0,-3 5 5 15,4-2 0-15,1 1-3 16,3 0 6-16,1-1-7 16,3-6 7-16,0 6-11 15,0-4 16-15,0-1-12 16,9 3 4-16,6-5 0 15,2 0-1-15,7-3-5 16,7 0 4-16,7 2 4 16,8-6-1-16,2 2 4 15,0-7-8-15,-1-5 3 0,0-1-4 16,-2-1-16 0,-6-5 17-16,-3 1 2 0,3 3 1 15,-10 0-3-15,-10 2 5 16,-3-1-8-16,-7-2-73 15,-5-3-38-15,-4 0-84 16,0 0-323-16</inkml:trace>
  <inkml:trace contextRef="#ctx0" brushRef="#br0" timeOffset="-69797.66">29622 9956 93 0,'0'0'1'0,"0"0"69"0,0 0 54 16,0 0 73-16,0 0-63 16,0 0-12-16,-4-40 0 15,8 33-45-15,18-2-10 16,2 1-25-16,13-2 11 15,5 0-48-15,6 1-1 16,4 3-1-16,6 3-6 0,-7 3 0 16,0 0-22-16,-6 0-103 15,-12 3-77-15,-12 14-485 16</inkml:trace>
  <inkml:trace contextRef="#ctx0" brushRef="#br0" timeOffset="-69003.61">31110 9629 405 0,'0'0'161'0,"0"0"-94"0,0 0 72 0,0 0-67 15,0 0-32-15,0 0-21 16,-38 97-15-16,38-70-4 16,0-1 7-16,11 1-1 15,1 0 7-15,7 2 16 16,4-5-12-16,4-3 14 0,8 0-9 16,-2-5-15-1,5-4-7-15,-1-9 5 0,0-3-3 16,1 0 3-1,2-15 7-15,-2-17-2 0,2-6 6 16,-4-11 22-16,-5 2 4 16,-6-6-29-16,-6-7-11 15,-5-4-4-15,-6-8-7 16,-5-3 6-16,-3-1-38 16,0-2 23-16,-9 6-15 15,-7 10 25-15,-1 9 8 16,-4 14 30-16,-8 4 11 15,-2 6-14-15,-7 2-6 0,-9 7-14 16,-1 6-14-16,-4 10 7 16,-2 4-2-16,4 24-16 15,0 26 13-15,4 21-34 16,5 15 15-16,6 4 18 16,4-2-74-16,9-7-13 15,6-15-61-15,7-14-420 16</inkml:trace>
  <inkml:trace contextRef="#ctx0" brushRef="#br0" timeOffset="-68518.68">31257 9257 527 0,'0'0'34'0,"0"0"59"0,0 0-27 0,0 0 35 0,0 0-15 15,0 0-6-15,40 119-18 16,-38-58-8-16,-2 7-26 15,0 3-8-15,0 6-19 16,0-1 0-16,0-4-2 16,-2-5 5-16,2-19-11 15,0-14-33-15,0-21-31 16,0-13-70-16,6-4-172 0,6-29-193 16</inkml:trace>
  <inkml:trace contextRef="#ctx0" brushRef="#br0" timeOffset="-68102.76">31361 9665 411 0,'0'0'101'16,"0"0"62"0,0 0-6-16,0 0-56 0,0 0-59 15,0 0 19-15,54-72-14 16,-29 72-29-16,0 0-10 16,4 10-4-16,2 12 15 15,0 6-16-15,2 8-2 16,-1 6 1-16,-1 6-4 15,-4 6 1-15,-6 0-28 16,0-5 27-16,-3-9 4 16,1-12-4-16,4-8 10 15,6-7-17-15,2-7 14 0,2-6-10 16,1 0 0 0,-8 0-58-16,-5-5 60 0,-6-9-4 15,-9-6-3-15,-3-4-58 16,-1 0-102-16,1-2-163 15</inkml:trace>
  <inkml:trace contextRef="#ctx0" brushRef="#br0" timeOffset="-44206.3">3935 16030 130 0,'0'0'55'0,"0"0"26"0,0 0 38 15,0 0-48-15,0 0-48 16,0 0-6-16,0 0-6 15,6-12 0-15,-6 12-8 16,0 0 8-16,0 0-8 16,0 0 19-16,0 0 21 15,0 0-4-15,0 0-32 16,0 0 7-16,4 0-14 16,-2 0 1-16,5 0-3 15,0 12 15-15,2 1 3 16,2 2-16-16,-5 3 6 15,4 2 3-15,1 0-9 0,-3 0 0 16,4 0 3-16,-3-2-4 16,5 0 3-16,-4 0-4 15,1 2 4-15,-4-6 1 16,4 4 0-16,-2-4-4 16,2-2 1-16,-2-6-12 15,2-2 9-15,-2-4 6 16,5 0-5-16,-3 0 8 15,-3 0-12-15,4-10 21 16,-3-2-28-16,1-6 16 16,4-10-6-16,-3-6-8 15,3-8 3-15,-1-6 6 0,3 0-15 16,-5-6 9 0,5 4-35-16,-7-5 42 0,3 8-4 15,-5-6 5-15,3 8-3 16,-4 0-13-16,-4-3-21 15,0 5-10-15,5 4-40 16,0-2-43-16,-2 10 111 16,3 7 11-16,-1 5 8 15,-3 9 5-15,-4 0 76 16,0 7-12-16,0 2-10 16,0 1 18-16,0 0-29 15,0 0-43-15,0-11 9 16,2-4-14-16,6-3 0 0,0-10-3 15,5 1 1 1,-3 6 2-16,-2 5 9 0,-3 3-9 16,-3 9 30-1,2 1-3-15,-2 3 39 0,6 0-28 16,3 0 9-16,4-4-16 16,9 0 0-16,8-10-22 15,8-5 1-15,4-6-7 16,4-2-2-16,0 1 9 15,4 7-7-15,-2 6-6 16,8 12 2-16,5 1 1 16,4 0 0-16,0 1-28 0,-2 3 27 15,-5-4 2-15,0 0-2 16,-4 0 6-16,-8 0-8 16,-10 0 9-16,-7 9-12 15,-10-8-5-15,-11 6-29 16,-2-2-19-16,-8-5 9 15,0 0 4-15,0 0-30 16,-12 4-132-16</inkml:trace>
  <inkml:trace contextRef="#ctx0" brushRef="#br0" timeOffset="-43324.99">5100 15598 371 0,'0'0'100'0,"0"0"-93"0,0 0 63 0,0 0-24 15,0 0-23-15,0 0 20 16,-68 17 1-16,60-14-27 16,-3 0-16-16,1-1 12 15,-1-2-3-15,1 0-4 16,-2 0-2-16,-1 0-4 16,-3-17 36-16,5 4-21 15,0-6 7-15,2 2-2 16,4-2 29-16,1-3-46 15,4-6-3-15,0 4-1 16,0 0-1-16,7 2-32 0,4 4-11 16,2 8 4-16,1 4 8 15,-1 6 2-15,3 0 8 16,-1 0 17-16,-2 16 6 16,1 7-3-16,-5 8-3 15,-5 13-29-15,-4 6 35 16,0 13 3-16,-4 3-3 15,-16 6 3-15,-9 4-3 16,-7-3 8-16,-4-8 20 16,5-15-9-16,-1-11 38 15,5-12-13-15,4-14-27 16,9-3 8-16,1-10-18 0,10 0 40 16,2 0-23-1,5-10-13-15,0-3-10 0,0 0-2 16,0 1-3-16,0 10 4 15,0 2-5-15,5 0 5 16,8 0-6-16,0 14 16 16,7 4-2-16,1 4 3 15,-2-4 3-15,4 0-13 16,-1-6 15-16,5-2-16 16,-2-6 3-16,1-4-4 15,1 0 2-15,-1-22 1 16,4-4-2-16,-6-7 0 15,-3-2-27-15,-2 5-2 0,-7 1-47 16,-4 4-97 0,-8 6-163-16</inkml:trace>
  <inkml:trace contextRef="#ctx0" brushRef="#br0" timeOffset="-42206.29">5917 15927 597 0,'0'0'104'0,"0"0"-61"0,-42 125 39 15,28-79-2-15,3 2-42 16,3-8 0-16,6-14-30 15,-1-7-8-15,3-10-36 16,0-9-83-16,0-6-192 0</inkml:trace>
  <inkml:trace contextRef="#ctx0" brushRef="#br0" timeOffset="-41358.66">6646 15856 619 0,'0'0'163'16,"0"0"-153"-16,0 0 0 0,-47 116-6 0,40-84 1 16,7 1 3-16,0-4-3 0,0-3-2 15,0-8-2-15,0-4 3 16,7-7-3-16,-1 4 2 15,6-7 0-15,-8-4 23 16,5 0-26-16,-3-10 30 16,0-16 2-16,-2-10-5 15,0-12-22-15,1-19 4 16,-3-5-9-16,-2-9 6 16,2-4-6-16,-2 7 14 15,0 6-3-15,0 9-8 16,0 17 5-16,0 13-1 15,0 18-2-15,0 1-3 16,6-3-2-16,11-6-4 0,7 0-1 16,10 2-2-1,10-5-9-15,9 2 8 0,12 1-10 16,8 2 17-16,1-2-24 16,4 1-40-16,-4 13 64 15,-8 0-42-15,-5 9-27 16,-15 0-114-16,-10 0-175 15</inkml:trace>
  <inkml:trace contextRef="#ctx0" brushRef="#br0" timeOffset="-40659.48">7078 15483 415 0,'0'0'136'0,"0"0"-96"0,0 0 17 0,0 0 6 0,0 0-59 16,0 0 9-16,0 0-8 15,15 0 40-15,-1 0-34 16,-1 1 7-16,1 13-14 16,-5 4 2-16,-3 4 9 15,-4 2-12-15,-2 11-3 16,0 1 5-16,0-1-10 0,-15 9 14 16,-3-2-13-16,1-11 5 15,5-5-1-15,1-16 0 16,11-6-2-16,0-4-5 15,0 0-39-15,0 0 40 16,23 0 6-16,3 0 1 16,3 0-1-16,2 0-32 15,-2 0-23-15,-2 10 55 16,-3 10-9-16,-3-2 20 16,-10 5 13-16,-7-1 5 15,-4 9 49-15,0-3-47 16,-7 7 1-16,-13-4-15 15,-5 2-12-15,-6-3-5 16,-6 1-5-16,1 0 1 0,-4-9-22 16,7-4-2-16,6 0-20 15,13-14-22-15,12-4-76 16,2 0-377-16</inkml:trace>
  <inkml:trace contextRef="#ctx0" brushRef="#br0" timeOffset="-40326.22">7932 16092 304 0,'0'0'429'0,"0"0"-373"0,28 104-52 0,-25-60 42 16,-3 0-43-16,0-7-6 15,0-6-17-15,0-4-91 16,-5-9-190-16</inkml:trace>
  <inkml:trace contextRef="#ctx0" brushRef="#br0" timeOffset="-39125.27">8571 15855 238 0,'0'0'238'0,"0"0"-197"0,0 0 8 0,0 0 49 0,0 0 5 16,0 0-24-16,0-34-32 16,0 34-21-16,0 0 10 15,0 0-24-15,0 12 7 0,4 14-18 16,6 11 14 0,0-2-15-16,4-3 1 0,3-2-1 15,2 3-10-15,2-5 9 16,4-3-7-16,0-2 6 15,-5-9-13-15,-1-6-3 16,2-3-11-16,-6-5 22 16,-5-9-3-16,0-19-2 15,-5-16 4-15,-5-11-5 16,0-2-16-16,0-10 29 16,0-4-2-16,0-15 7 15,-5 1-10-15,3 5 10 16,2 13 36-16,0 10-27 15,0 13-5-15,7 6 6 16,7 7 6-16,5 1 19 0,8-1-26 16,8 0-9-16,15-11-4 15,8 2-2-15,4 0 0 16,-2 9 1-16,-4 9 0 16,-5 12-14-16,-12 10-48 15,-16 14-46-15,-18 22-274 16</inkml:trace>
  <inkml:trace contextRef="#ctx0" brushRef="#br0" timeOffset="-38378.97">8335 15008 215 0,'0'0'0'0,"0"0"2"0,0 0-6 0,0 0-20 0,0 0 24 16,0 0 9-16,73 57 32 15,-73-31 96-15,0 2-18 16,0 0-45-16,0-6-67 16,0-5 1-16,0 1-8 15,0-13 0-15,0 4 2 16,9-5-12-16,11 0 10 16,7 0-3-16,0 2-9 15,2 4 3-15,-7 6-31 16,0 6 40-16,-6-2-1 15,-5 6 5-15,-7 0 12 16,-4 2 22-16,0 2 21 0,-6-4-17 16,-17-2 11-16,1-4-29 15,-4-2-19-15,-5-8-5 16,4-6-7-16,0-4-53 16,9 0 7-16,3 0-195 15</inkml:trace>
  <inkml:trace contextRef="#ctx0" brushRef="#br0" timeOffset="-37563.06">9135 15580 594 0,'0'0'148'0,"0"0"-129"0,0 0-18 0,0 0 1 16,0 0-4-16,0 0 4 16,-70 88 6-16,70-77 18 15,10 1 34-15,11 2-27 16,-2 2-11-16,7 2-7 0,3 2-13 15,-2 4-3 1,-3-1 9-16,3 4-10 0,-5-4 11 16,-3 4-12-16,-9-1 11 15,-1-4-13-15,-5 1 5 16,-1-1-1-16,-3 6 1 16,0-2-2-16,0 0-2 15,-9 5 8-15,-14-4-12 16,-6 1-2-16,-4-2 6 15,0-15-3-15,2-9-2 16,4-2-28-16,5-8-35 16,4-23-33-16,5-5-182 15</inkml:trace>
  <inkml:trace contextRef="#ctx0" brushRef="#br0" timeOffset="-37362.42">9157 15490 871 0,'0'0'55'16,"0"0"-47"-16,116-61 23 15,-58 34-31-15,6 8-112 16,1 0-169-16</inkml:trace>
  <inkml:trace contextRef="#ctx0" brushRef="#br0" timeOffset="-36845.1">9830 15923 62 0,'0'0'723'0,"0"0"-641"0,0 0-69 0,0 0 17 0,0 0 19 0,0 0-16 16,-16 143 16-16,-4-80-35 15,-9-6-14-15,4 5-26 16,-6-20-75-16,-2-11-290 15</inkml:trace>
  <inkml:trace contextRef="#ctx0" brushRef="#br0" timeOffset="-33766.14">10411 15973 80 0,'0'0'97'0,"0"0"-94"0,0 0 2 16,0 0-5-16,0 0 1 15,0 0 18-15,0 0 51 16,0 0 31-16,0 0-14 15,0 0-47-15,0 0 0 16,0 0-34-16,0 0 13 0,0 0 5 16,0 0 52-16,0 0-30 15,0-1-30-15,0-12-16 16,0 0-4-16,0-14 3 16,0 4 1-16,-2-8 0 15,2-1 2-15,0-2 10 16,0 1-6-16,0-6 15 15,0-1-6-15,0 0-14 16,0 4 5-16,0-1-5 16,0 10-2-16,4 3 1 15,1 9 0-15,-1 9-8 16,-2 2-36-16,-2-6-65 0,3-1-134 16</inkml:trace>
  <inkml:trace contextRef="#ctx0" brushRef="#br0" timeOffset="-33182.2">10231 15374 501 0,'0'0'124'0,"0"0"-121"0,0 0 9 16,0 0-12-16,0 0-1 16,0 0 1-16,89 9 0 0,-60 4 32 15,0 1-17-15,4-1 2 16,1-7-13-16,1 1-5 15,4-2 5-15,-4 2 28 16,7-5 2-16,5 2-21 16,4-4-13-16,-2 0-8 15,5 0-9-15,-8 0 13 16,0-10 2-16,-7-5 4 16,-1-10-4-16,-7 4 8 15,-8-6-6-15,-10 5 11 16,-4 12-11-16,-7 2-2 15,1 2 2-15,-3 0-1 0,2 0-24 16,-2-1-43-16,0 6 8 16,0 1 33-16,0 0-124 15</inkml:trace>
  <inkml:trace contextRef="#ctx0" brushRef="#br0" timeOffset="-32816.57">10679 15825 735 0,'0'0'83'0,"0"0"-75"0,-7 121-3 0,27-91-2 16,11-2 25-16,2-10-28 0,3-3 0 15,2-4-4-15,-4-11-38 16,1 0-161-16,-8-5-265 16</inkml:trace>
  <inkml:trace contextRef="#ctx0" brushRef="#br0" timeOffset="-32281.77">11436 15673 585 0,'0'0'91'0,"0"0"-82"0,0 0-8 0,0 0-1 0,0 0-12 15,0 0-24-15,107 0-31 16,-94 0-37-16,-8 0-167 0</inkml:trace>
  <inkml:trace contextRef="#ctx0" brushRef="#br0" timeOffset="-32084.17">11332 15448 976 0,'0'0'93'15,"0"0"-92"-15,0 0-2 16,0 0 1-16,0 0-40 15,153 35-50-15,-111-35-44 16,-8 0-222-16</inkml:trace>
  <inkml:trace contextRef="#ctx0" brushRef="#br0" timeOffset="-31367.36">12140 15186 508 0,'0'0'294'0,"0"0"-285"0,0 0-5 0,0 0-4 0,0 0-2 0,0 0-2 16,23 0 8-16,-5 13 2 15,1 6 0-15,-3 6-6 16,-1 4-16-16,-3 3-13 15,-7 5-5-15,-3-4-4 16,-2-3 24-16,0-5 10 16,0-10 2-16,0 3 4 15,-10-14 61-15,6-2-36 0,2 3 7 16,2-5-5-16,0 0-29 16,0 0-24-16,14 4 4 15,1-1 15-15,-1 5 10 16,-6 4-1-16,-1 9 14 15,-3 10 28-15,2 14-33 16,0 3-3-16,-4 6-7 16,-2-4 17-16,0 0 17 15,-12-1 21-15,-19-14-3 16,-2-5-54-16,-7-7-2 16,0-13-50-16,9-10-10 15,13 0-54-15,11 0-80 16,7-19-158-16</inkml:trace>
  <inkml:trace contextRef="#ctx0" brushRef="#br0" timeOffset="-31118.81">12686 15731 744 0,'0'0'113'0,"0"0"-95"0,-8 142 31 0,-4-92-38 0,3 0-11 0,1-10-12 16,0-10-26-16,4-7-92 15,-1-9-228-15</inkml:trace>
  <inkml:trace contextRef="#ctx0" brushRef="#br0" timeOffset="-30668.8">13002 15811 420 0,'0'0'317'16,"0"0"-212"-16,0 0-70 16,0 0 15-16,56-164-33 15,-29 96 31-15,9-13 3 16,-7-3-32-16,2 7-15 0,-9 16-8 16,-4 11 4-1,-11 20-21-15,-5 20-26 0,-2 1-19 16,0 9 44-1,0 0-16-15,0 0 1 0,-9 9-48 16,-2 13 62-16,-10 18 23 16,-12 20 7-16,-18 16-7 15,-4 2-147-15,-1-13-198 16</inkml:trace>
  <inkml:trace contextRef="#ctx0" brushRef="#br0" timeOffset="-30035.25">13448 15236 573 0,'0'0'32'0,"0"0"-32"0,0 0-7 0,0 0 2 0,0 0 10 0,0 0 25 16,96 101 32-16,-96-59-15 15,-8-3-42-15,-6-3-4 16,3-2 1-16,1-6 0 16,4-10 6-16,1-9-5 15,5-9 19-15,0 0-17 16,0 0 1-16,0 0 3 16,3-5-9-16,10-4 7 15,-4 3 8-15,4 6-15 16,-1 0-1-16,-1 0-1 15,-1 11 4-15,-2 3-10 16,-2 9 8-16,3-6 0 0,-3 1-55 16,-3 5-10-16,-1-5 50 15,-2 8 15-15,0-12 61 16,0 8-9-16,0-13-10 16,0 0 14-16,0-9 20 15,0 0-34-15,0 0-7 16,0-28-29-16,0-12-6 15,0-13 0-15,12 4 0 16,3-4 1-16,1 11 1 16,-8 9-2-16,1 4-80 15,1 8-56-15,-6 6-292 0</inkml:trace>
  <inkml:trace contextRef="#ctx0" brushRef="#br0" timeOffset="-29535.94">14257 15837 849 0,'0'0'42'0,"0"0"-36"0,0 0 2 15,0 0-1-15,0 0 1 0,6-152 26 16,8 94 27-16,-5 2-16 15,2-7-26-15,-5 17 2 16,-6-2-21-16,0 13-26 16,0 4-35-16,0 13-44 15,0 14-110-15,0 4-302 16</inkml:trace>
  <inkml:trace contextRef="#ctx0" brushRef="#br0" timeOffset="-29018.3">14667 15291 548 0,'0'0'213'0,"0"0"-151"0,0 0-19 0,0 0-32 16,0 0-11-16,105 117-1 15,-70-98 1-15,10-5-2 16,-8 3 6-16,-2 2-2 16,-10-6-2-16,-4 9-3 15,-15 4 3-15,-1-2 1 16,-5 7 25-16,-7-1-6 15,-20 2 11-15,-8-2-28 16,-1-3-6-16,-8-4-2 0,1-9 4 16,3-2-16-16,1-2-1 15,2-6 16-15,9-4-31 16,6-9-100-16,5-22-72 16</inkml:trace>
  <inkml:trace contextRef="#ctx0" brushRef="#br0" timeOffset="-28853.1">14714 15320 448 0,'0'0'374'0,"0"0"-343"0,0 0 2 15,116-10-33-15,-65-13-41 16,2 8-91-16,-3 5-336 15</inkml:trace>
  <inkml:trace contextRef="#ctx0" brushRef="#br0" timeOffset="-28302.39">15420 15326 625 0,'0'0'119'16,"0"0"-86"-1,0 0-26-15,0 0-7 0,0 0 9 16,111-28 3-16,-86 6 4 15,-9-2 21-15,-10 4-12 16,-6 0-25-16,0 7-9 16,-6 0-38-16,-15 13-53 15,-8 0 100-15,-4 5 8 16,-5 26-4-16,3 9-2 16,4-4 2-16,8-8-8 15,15-4-4-15,8-6-20 16,0-7-11-16,8-4-37 15,17-3-27-15,-1-4-17 0,7 6-45 16,-2-6 88 0,-9 0 77-16,3 4 75 0,-8-4-75 15,-5 0-146-15</inkml:trace>
  <inkml:trace contextRef="#ctx0" brushRef="#br0" timeOffset="-28037.04">15420 15326 160 0,'123'58'124'0,"-123"-58"-29"15,0 6-95-15,4 8 0 16,11 0 0-16,1 4 65 16,2 0-12-16,2 8-5 15,-2 1-27-15,-1 4-18 16,-5 5-2-16,-5-4 25 0,-5 3-1 16,-2-8-3-16,0 0 35 15,-4-4 50-15,-23 0-30 16,-7-3-45-16,-6 0 26 15,-7-3 8-15,0-9-30 16,7 1-23-16,3 1-13 16,8 2-16-16,6 3-59 15,6-2-15-15,5-5-201 16</inkml:trace>
  <inkml:trace contextRef="#ctx0" brushRef="#br0" timeOffset="-27470.48">15903 15383 730 0,'0'0'133'0,"0"0"-105"0,0 0-19 0,0 0-4 0,108-121 0 15,-73 95-8-15,-6 8 3 16,-2 5-8-16,-10 13-10 16,-1 0-14-16,-7 3 32 15,-5 21 3-15,-4 6 7 16,0 14-2-16,-13 6-16 16,-20 8 4-16,-10 5-27 15,-5-6 20-15,-2-8 11 16,4-5 36-16,5-12 3 0,13-14 6 15,8-12-13-15,13-6 35 16,7 0-67-16,0-4-15 16,4-13-14-16,21 2 16 15,6 1 7-15,11 10-28 16,8-2 34-16,7 6 7 16,3 0 18-16,-8 6-23 15,-1 12 49-15,-15 8-26 16,-14 0-25-16,-11-4-81 15,-7 6-53-15,-4-11-397 16</inkml:trace>
  <inkml:trace contextRef="#ctx0" brushRef="#br0" timeOffset="-26388.17">16794 15187 114 0,'0'0'554'0,"0"0"-429"0,0 0-109 0,0 0 46 15,0 0-39-15,-129 119-3 16,109-91-14-16,11 6 19 15,3 6-8-15,6 6 12 16,0 8-1-16,0 3-16 16,20-4-12-16,6-3-6 15,6-9 6-15,2-9-32 16,-3-14 22-16,0-2-1 16,-5-16 10-16,-1 0-13 15,-3-4-11-15,1-22 7 16,-8-7 18-16,-6-6-1 0,0 4 6 15,-9 3 3 1,0 9-7-16,-9 5 6 16,-17 10-7-16,-10 8-24 15,-5 0 23-15,1 17-11 0,7 24 11 16,11-1-39-16,11 0 19 16,11-8-76-16,0-16-275 15</inkml:trace>
  <inkml:trace contextRef="#ctx0" brushRef="#br0" timeOffset="-26005.94">17345 15444 385 0,'0'0'78'0,"0"0"-78"0,0 0 0 0,147 103-7 0,-109-76-8 0,-7 5-56 15,-11 3 71 1,-11 1 119-16,-9 3-61 0,0-1 7 16,-15-11-38-16,-16-4-27 15,-10-12-20-15,-3-11 20 16,-8 0 5-16,-2-30-5 16,12-10-5-16,5-6-99 15,12-2-98-15</inkml:trace>
  <inkml:trace contextRef="#ctx0" brushRef="#br0" timeOffset="-25871.61">17345 15444 275 0,'-42'-80'328'0,"61"64"-192"15,2 5-72-15,-5 11 40 16,1 0-25-16,1 0-33 16,11 0-32-16,9 6-14 0,4 1-11 15,7-7-94-15,-7 0-120 16</inkml:trace>
  <inkml:trace contextRef="#ctx0" brushRef="#br0" timeOffset="-25404.82">17862 15212 498 0,'0'0'70'0,"0"0"-62"0,0 0 3 0,0 0-11 15,0 0-14-15,125 14 0 16,-109 3 12-16,-5 8-6 15,-7 5-12-15,-4 2 1 16,0 6-12-16,-4 4 30 16,-13 2 1-16,2-4 5 15,9-5-5-15,-2-16-134 16,8-10-91-16</inkml:trace>
  <inkml:trace contextRef="#ctx0" brushRef="#br0" timeOffset="-25256.39">18105 15643 548 0,'0'0'174'16,"0"0"-122"-16,-76 111-10 15,50-90 1-15,-1 3-39 16,4-4-4-16,5-6-7 16,3-8-127-16,3-6-199 15</inkml:trace>
  <inkml:trace contextRef="#ctx0" brushRef="#br0" timeOffset="-24882.3">18290 15404 674 0,'0'0'134'0,"0"0"-129"16,0 0-5-16,0 0 1 16,0 0 3-16,0 0 40 15,129 90-23-15,-78-63-21 0,2 0-3 16,1 8-19-1,-7 0 22-15,-9 6-4 0,-9-1 12 16,-16 4 4-16,-13 2-5 16,0 0 26-16,-29-8 8 15,-13-6-19-15,-14-10-12 16,-6-18-10 0,-3-4-12-16,3-13-59 0,6-28-56 15,10-15-151-15</inkml:trace>
  <inkml:trace contextRef="#ctx0" brushRef="#br0" timeOffset="-24722.08">18377 15337 704 0,'0'0'179'16,"0"0"-171"-16,0 0 4 15,0 0 3-15,127-25-15 16,-69-3-49-16,-2-4-210 15</inkml:trace>
  <inkml:trace contextRef="#ctx0" brushRef="#br0" timeOffset="-24186.22">18855 15601 326 0,'0'0'527'16,"0"0"-512"-16,0 0-14 15,0 0-1-15,0 0 0 16,67-121 6-16,-36 82-6 16,0 2-5-16,-10 1 2 0,-15 1-50 15,-6 0-23 1,0 5-66-16,-13 11 9 16,-7 10 133-16,1 9 115 0,-2 0 7 15,3 0-97-15,7 12 2 16,3 4 13-16,8 2-19 15,0 0-21-15,0 2-27 16,15-1-30-16,5 6-30 16,7 3 16-16,2 0-25 15,0 10 21-15,4 0-55 16,-4 5 123-16,-3 1 7 16,-3 2 38-16,-12-6-8 15,-8-1 28-15,-3-2 114 0,-12-7-47 16,-15-3-35-1,-11-4-3-15,-8-4-54 0,1-11-31 16,1 1-4-16,8-9-45 16,7 0-72-16,7 0-330 15</inkml:trace>
  <inkml:trace contextRef="#ctx0" brushRef="#br0" timeOffset="-23786.99">19331 15404 522 0,'0'0'98'0,"0"0"-54"0,0 0 61 0,122-58-83 0,-91 36-15 0,-16 0-14 16,-12 4 16-16,-3-4-20 15,-13 9-4-15,-23 0-38 16,-5 3-46-16,-1 6 59 16,7 4-127-16,4 0 167 15,6 10 147-15,9 20-111 16,5 1 16-16,11 2-17 0,0-3 33 15,4-3-16-15,25-10-36 16,3-3-16-16,5-10-24 16,2-4-12-16,-1 0-36 15,-7-14 9-15,-7-6-26 16,-13 0-145-16</inkml:trace>
  <inkml:trace contextRef="#ctx0" brushRef="#br0" timeOffset="-23557.39">19455 15337 118 0,'0'0'96'15,"0"0"-89"-15,0 0 46 16,0 0 43-16,0 0-47 16,0 0-26-16,15 99-21 15,12-67-2-15,0 8-3 0,-2 0 1 16,-8 10-173-16,-5-3 175 16,-12-7 107-1,0 2 80-15,-4-13-18 16,-21-2-40-16,-6-6-81 0,-3-10 13 15,-4-1-51-15,-4-10-10 16,0 0-30-16,-3 0-62 16,3 0-162-16,6 0-162 15</inkml:trace>
  <inkml:trace contextRef="#ctx0" brushRef="#br0" timeOffset="-23157.09">19734 15226 585 0,'0'0'105'0,"0"0"-44"0,0 0-39 0,0 0-22 0,116-21-58 16,-103 34-3-16,-7 5 17 0,1 8-71 16,-7 2 43-1,0 6 72-15,0 2 85 0,0 8 3 16,-13 10 10-16,0 4-4 15,1 0-21-15,8-9-44 16,2-7-29-16,2-8 0 16,0-12-37-16,4-2 15 15,12-5-82-15,1-5-54 16,-1-1-212-16</inkml:trace>
  <inkml:trace contextRef="#ctx0" brushRef="#br0" timeOffset="-22974.03">19686 15498 851 0,'0'0'156'0,"0"0"-146"15,0 0 24-15,0 0-34 16,0 0-24-16,0 0-119 15,135 32-515-15</inkml:trace>
  <inkml:trace contextRef="#ctx0" brushRef="#br0" timeOffset="-22725.27">20032 15348 214 0,'0'0'454'15,"0"0"-423"-15,0 0-29 16,0 0 31-16,140 12-24 16,-79-12 6-16,-3-19-9 15,-8-6-6-15,-13-7-136 16,-26 0 135-16,-11 6-50 15,-19 4-227-15</inkml:trace>
  <inkml:trace contextRef="#ctx0" brushRef="#br0" timeOffset="-22591.23">20061 15286 469 0,'0'0'187'0,"0"0"-140"16,0 0-47-16,0 0-5 15,0 0-19-15,120 66-5 16,-79-66 12-16,-1 0-5 15,-13-9-5-15,-15 0-240 16</inkml:trace>
  <inkml:trace contextRef="#ctx0" brushRef="#br0" timeOffset="-22325.42">20224 15316 14 0,'0'0'513'16,"0"0"-320"-16,0 0-86 0,0 0-51 15,0 0-9-15,65 117-47 16,-19-96-1-16,1 5-1 15,-3 1-64-15,-8 4 0 16,-12 5 31-16,-3 5-11 16,-15-1 46-16,-6 0 61 15,0-4-2-15,-8-11 12 16,-30-6-27-16,-11-1 39 16,-7-12-55-16,-5 1-1 15,-1 2-16-15,8-3-11 16,4 8-11-16,7 6-25 15,9-2-1-15,3 5-39 0,12-6 6 16,7-7-104-16,10-2-295 16</inkml:trace>
  <inkml:trace contextRef="#ctx0" brushRef="#br0" timeOffset="-22008.89">20678 15716 515 0,'0'0'548'0,"0"0"-548"0,0 0-15 16,0 0-75-16,0 0-239 15</inkml:trace>
  <inkml:trace contextRef="#ctx0" brushRef="#br0" timeOffset="-21776.01">20910 15677 791 0,'0'0'195'16,"0"0"-167"-16,0 0-27 0,0 0-2 15,0 0-46-15,0 0-92 16,104-12-128-16</inkml:trace>
  <inkml:trace contextRef="#ctx0" brushRef="#br0" timeOffset="-21591.98">21346 15771 879 0,'0'0'173'15,"0"0"-91"-15,0 0-36 16,0 0-46-16,0 0-24 0,0 0-92 15,30-17-121 1</inkml:trace>
  <inkml:trace contextRef="#ctx0" brushRef="#br0" timeOffset="-1792.3">18891 10365 141 0,'0'0'250'0,"0"0"-83"0,0 0-70 16,0 0-7-16,0 0-46 16,0 0-14-16,0 0 5 15,2 0-20-15,-2 0 15 0,0 0-23 16,0 0 11-16,0 0-17 15,0 0 15-15,0 0-11 16,0 0 2-16,0 0 6 16,0 0-11-16,0 0-2 15,0 0 2-15,0 0-2 16,0 0 8-16,0 0-16 16,0 0 10-16,0 0-4 15,0 0 4-15,0-4 0 16,0 2 6-16,0-2 3 15,0-6-10-15,0-4-1 16,0-6 0-16,-4-3-4 16,-1 2 2-16,1 1 2 15,-5-5 7-15,3-1-6 16,-4-6-1-16,2 0-13 16,3 4 13-16,3 2 4 0,2-1 3 15,0 13-6-15,0-5 5 16,0 1-6-16,0-2-3 15,7-1-5-15,6 8-1 16,-6 3-2-16,0 6 10 16,-1 2-22-16,1 2 16 15,-1 0-8-15,8 0 13 16,3 0-4-16,1 10 5 16,3 0-6-16,0 3-6 15,0 4 13-15,-3-1-5 16,4 2-5-16,0 5 13 15,3 2-6-15,2 1 6 16,4 0-5-16,0 3 2 0,0-8-5 16,0-3 5-16,5-1 2 15,-7-5-2-15,-2-5 1 16,-10 0 0-16,-1-1-1 16,-5-6 0-16,-1 3 0 15,-6 0 1-15,0-3-1 16,1 0 0-16,-3-6-3 15,6-21 9-15,0-5-12 16,-4-3 16-16,0-3-19 16,-1-1 14-16,-1 1-8 15,0 2 6-15,0 0 3 0,-2 5 16 16,2 2-6 0,-2-2-6-16,0 4-7 0,0-4 11 15,0 1-14 1,0 10 0-16,0 2 0 0,-2 6 3 15,-2 6-6-15,2-2 7 16,-1-2-7-16,-1 4 6 16,4-3-6-16,-4-2-56 15,-6 2-164-15,-5 2-400 16</inkml:trace>
  <inkml:trace contextRef="#ctx0" brushRef="#br0" timeOffset="-1093.86">19143 10012 319 0,'0'0'113'0,"0"0"-49"0,0 0-25 0,0 0-11 15,0 0 16 1,0 0-8-16,0 0-29 16,71 105 49-16,-71-79-3 0,5 3 19 15,1-1-57-15,4 1 4 16,1-11-19-16,6-8-46 15,-3-10-62-15,-8 0-167 16</inkml:trace>
  <inkml:trace contextRef="#ctx0" brushRef="#br0" timeOffset="206.2">18751 9603 545 0,'0'0'87'0,"0"0"-74"0,0 0 41 0,0 0-15 0,0 0 16 15,-129-18-31-15,111 18-10 16,3 6 17-16,-1 10-26 16,5 9-2-16,-1 6 3 15,3 3-3-15,3 0-5 16,-3-3 4-16,6-1 3 16,3 2-5-16,0 1 0 15,-2 2-4-15,2-3 10 16,0 0-13-16,0-4 19 0,0-2-24 15,14 1 17 1,3-2-5-16,1 1 0 0,3 0-1 16,-6 0-3-16,10 2 3 15,-3 4 1-15,2 2 1 16,1 3 1-16,2-3 5 16,-1-5-11-16,3 5 11 15,0-13-14-15,5-3 7 16,8-4-7-16,5-3 6 15,1 2-1-15,2 4-11 16,1-3 6-16,-2 3-4 16,0-1 8-16,-9-4-9 15,-4-4-27-15,-7-6 12 16,-3-2 26-16,-1 0-3 16,0 0-3-16,4-2 7 0,0-8 32 15,2-2-13-15,-2-6-6 16,-3 0-3-16,-1-6-9 15,-1-2 9-15,-1 0-4 16,-6 2-6-16,-1 4 3 16,2 1-7-16,-7 6 10 15,4 3-12-15,-1-5 12 16,1-4-12-16,2-2 6 16,-5-2-8-16,2-1-2 15,-5 4 10-15,-2-3-3 0,1 2 14 16,-3-4 0-1,0 6-4-15,-5-2 21 0,0-3-20 16,2 4-8-16,-2 0 0 16,2 0 1-16,-2 2 4 15,0-1-5-15,0 2 20 16,0 1-13-16,0-8 23 16,0 0-29-16,0-6 0 15,0-4-1-15,0 5-1 16,0 6 0-16,-2-2 2 15,-12 2-2-15,-3-7 0 16,-4 5-1-16,-1 0 3 16,0 2-1-16,0 7 8 15,1 5 7-15,2 3 0 16,-4-5 0-16,5 1 0 0,-3-5-8 16,0-4-7-16,-4-3-33 15,1 0 18-15,-5 4-31 16,-3-1 13-16,1 9-6 15,0 5 38-15,0 0 1 16,0-1 9-16,2 1-2 16,3-4-1-16,-3 4 13 15,2 0-3-15,-2 5-9 16,0-2-5-16,2 4 2 16,-2 0-8-16,-4 0-1 15,-1 0 4-15,1 0 1 16,0 0-1-16,6 8 11 0,0 4-6 15,2 5-3-15,6-1-2 16,-2 3 1-16,1 2-6 16,3-3-38-16,1 0-113 15,3-3-20-15,1 2-329 16</inkml:trace>
  <inkml:trace contextRef="#ctx0" brushRef="#br0" timeOffset="2055.23">19279 8691 138 0,'0'0'275'0,"0"0"-216"0,0 0-20 0,0 0 30 15,0 0-14-15,0 0-11 16,0 0-4-16,94-41 35 15,-65 32-51-15,-7 3-2 16,0 2-16-16,-2 4 4 16,-2 0-10-16,0 0 0 15,0 0-5-15,-3 0-19 0,5 0 16 16,-5 4-2 0,4 2 8-16,1-1-3 15,2-1 5-15,2 4 3 0,-1-2-3 16,-8 1 1-16,3 0-2 15,-9 0-1-15,0-1-4 16,-2 2 6-16,-3-3-25 16,1 2 7-16,1-3-30 15,-6 2 47-15,2-1 0 16,-2 4 1-16,0 0 1 16,0 8 30-16,-8-3-15 15,-8 4-14-15,-4 0-4 0,2-3-24 16,-4 4-1-16,0 5-32 15,-3 0 15-15,-2 4-25 16,-6 2-34-16,2 4 24 16,-3 0 3-16</inkml:trace>
  <inkml:trace contextRef="#ctx0" brushRef="#br0" timeOffset="2436.46">19379 9149 111 0,'0'0'70'0,"0"0"-62"16,0 0 45-16,0 0 49 15,0 0 32-15,0 0-67 16,-27 31-3-16,27-31-33 16,0 0 29-16,0 0-33 15,0 0 3-15,0 0-1 16,0 0-9-16,0 0-1 0,8 0-19 16,0 0 26-16,-3 0-26 15,5 0 5-15,0 0 1 16,-1 0-8-16,3 0 4 15,5 0-2-15,3 0 0 16,4 0 1-16,5 0 4 16,6-2-5-16,0-8 9 15,-6 4-3-15,-4 1 1 16,0 2 3-16,2 0 16 16,0 1-11-16,0 2 6 15,0 0-3-15,-2 0-16 16,8 0 0-16,-2 11 5 0,-3 1-14 15,-3 0 4 1,-5-2-37-16,-11-3-29 0,-9 4-120 16,0-3-226-1</inkml:trace>
  <inkml:trace contextRef="#ctx0" brushRef="#br0" timeOffset="3103.85">19395 9116 182 0,'0'0'246'0,"0"0"-155"0,0 0 10 0,0 0-24 16,0 0-38-16,0 0-38 15,58-103 24-15,-38 78 8 16,-4 0-9-16,-1 3-4 16,-1 2 7-16,-1 4-10 0,-5 4-7 15,4 1-10-15,-3 0 1 16,-1 5-4-16,0-2-32 15,-2 2-29-15,5-2 10 16,-1-3-32-16,2 0 6 16,7-3 23-16,-6 2 11 15,-3-1 15-15,-2 7 19 16,-8 4 12-16,0-1-22 16</inkml:trace>
  <inkml:trace contextRef="#ctx0" brushRef="#br0" timeOffset="5651.23">19480 8472 354 0,'0'0'40'0,"0"0"37"0,0 0-16 16,0 0-2-16,0 0-32 15,-114-56 16-15,89 53-43 16,-2 3 5-16,-4 0 8 16,-6 0 6-16,-1 0-16 15,-1 3-1-15,4 1 52 0,4 2-54 16,6-2-2-1,6 2 2-15,-6 2-1 0,2 4 5 16,-4 4-8-16,-4 5 3 16,2 4-14-16,-4 0 15 15,-3 0 8-15,1 1-3 16,2-2-5-16,-1-1-1 16,3-1-2-16,0-3-6 15,2 3-3-15,2 5 12 16,2-3-1-16,-2 2-2 15,-2 2-1-15,6-2 8 16,-6 0-10-16,0 0 18 16,2-1-14-16,-4-5 4 0,2 5 0 15,0-3-2 1,-1 0-24-16,6 2 18 0,2-2 5 16,4 0-1-16,3 1 4 15,-1-2-5-15,5 2 7 16,-5 1-8-16,3 4-2 15,-1-3 5-15,1 5-4 16,-1-3-9-16,6-1 10 16,-3 0 8-16,1 2 3 15,-1 0 8-15,3 0-2 16,-6 4-10-16,-1 1-1 16,3-1-4-16,1 2-8 15,3-2 2-15,3 0-15 16,1-1 18-16,4 0-17 0,-5-3 3 15,0-1 12-15,3-3 6 16,-2-1 1-16,2-3-6 16,2 5 5-16,-2 5 2 15,2 2-3-15,-3 0 8 16,3 2-12-16,0-4 14 16,0-2-14-16,0 2 6 15,0-2-5-15,0 6-4 16,0 0 9-16,7 0-1 15,-1-2 3-15,4 1-2 16,-1-7 5-16,1 3 18 16,-3 0-13-16,5-2-20 15,-4-2 12-15,1-1-4 0,0-6 4 16,-2 2-7-16,4 0 5 16,3 3 0-16,-1-4-2 15,-3 3 10-15,9-4-16 16,-6-2 11-16,5-3-6 15,0-1 2-15,1-5 1 16,2 2-7-16,-1 3 4 16,4 4 3-16,1 0 5 15,-1 4-5-15,5 4 7 16,3-8 0-16,-1 3-7 16,6-7 0-16,-1-3-3 15,3-1 6-15,2 0-3 0,-5 5 1 16,2 4-1-16,-7 2 1 15,-2 1-2-15,-2-1 2 16,-3-5-4-16,-1-3 10 16,-1-4-16-16,2-5 4 15,1 4 5-15,4-2-3 16,0 4 7-16,2-2 2 16,0 9 4-16,1-2 30 15,-8-3-23-15,5-4-15 16,-3-3-2-16,-1-3 0 15,2 0-1-15,-5-3-1 16,5-7-19-16,-7 4-42 0,2 0 54 16,-1 6 6-1,1 0-5-15,6-2 4 0,3 1 4 16,0-6 10 0,-2 0 0-16,1 0-9 15,-4 1 9-15,-1 0-1 0,-2 2-7 16,-6 2-2-16,1-2 2 15,-3 0 18-15,-1-2 3 16,9-1-23-16,-4-8 2 16,6 1 1-16,-3 0-6 15,0-2 20-15,3 2-12 16,-5 0 14-16,0 2 44 16,-7-2-55-16,0 0 14 15,1-1-4-15,1-4-10 16,6-1-8-16,-3-2 11 0,6-3-11 15,-2 0 2-15,1-3-2 16,-1 1 1-16,2-1-2 16,1 0 2-16,0-2 11 15,-3 0-4-15,0 0-7 16,-4-2-1-16,-5 0-1 16,3 1-2-16,-5 4 3 15,0 4-4-15,-4 8 5 16,-1-3-1-16,7 3 4 15,-3-5 11-15,5-2 10 16,1-1-23-16,-3-7 0 16,5 3 6-16,-5-3-7 15,3 0-1-15,-3 4-6 16,-4 1 0-16,-4 8 12 0,-5 1-1 16,0-1 14-16,0 3 22 15,0-5-39-15,-12-2-4 16,2-5 1-16,3-6-7 15,3-1-12-15,4-2 6 16,0-1 2-16,0 10 11 16,0 4 0-16,0 2 1 15,0 0 28-15,2 4-20 16,-2-2 5-16,0-6 1 16,0-2-14-16,0-5-3 15,2-2-4-15,0 0 6 16,0 1-16-16,-2 3 14 15,3 2 6-15,-3 3 0 0,2 2-2 16,-2 0 9-16,2-4-9 16,-2 0-2-16,0 0-6 15,0-6-4-15,0 2 7 16,0-1-1-16,0 5 3 16,0 8 4-16,-4 0 7 15,-7 3 13-15,-1-3-6 16,1-5-16-16,0-3-7 15,0 0 1-15,-2 0-18 16,-1 0 24-16,3 4 0 16,-3 2-4-16,3 4 8 0,3 0 5 15,-4-1-8 1,1 0 5-16,-2-3-6 0,-1 0 0 16,-1 0-2-1,-1-3-1-15,-1 10-1 0,1-2 8 16,1 5-4-16,3 1 3 15,-1-4-6-15,1-2-5 16,4 1-1-16,-3-5 6 16,-1 3 3-16,-1 1-1 15,-3-4 8-15,1 1-14 16,-1 3 15-16,1-2-10 16,-1 0 9-16,3 5-11 15,2 1 4-15,1-1 0 16,-3 2 0-16,5-1 0 0,-6 4 6 15,3 1-5-15,2 0 18 16,-4-2-16-16,4 2 0 16,-3 0 6-16,-7-2-8 15,-2-1-1-15,-1 4-1 16,-2 1-6-16,-1 2 14 16,5 2-6-16,-3 0 0 15,0 0-1-15,2 0 2 16,-1 0 0-16,7 3-2 15,1 0 2-15,1-3-5 16,2 1-15-16,1 3 12 16,2 2 2-16,-1 9 1 15,-3 3 0-15,-3 4 2 16,-3 2-1-16,-4 2-28 0,-2 2-18 16,-3-6-42-16,-2-2 46 15,2-8-32-15,2-5-12 16,6-4 61-16,7-3-248 15</inkml:trace>
  <inkml:trace contextRef="#ctx0" brushRef="#br0" timeOffset="9131.5">20125 8153 220 0,'0'0'159'0,"0"0"-122"0,0 0-31 16,0 0 73-16,0 0-66 15,0 0 0-15,0 0 18 16,-8 38 14-16,8-28-34 15,0 2 4-15,0 4 22 16,0-2-36-16,0 5 15 16,0-3-1-16,-5 3 32 0,5 0-16 15,0 1-2-15,0 0-27 16,0 0-1 0,0 0 7-16,0-4-1 0,11 0 9 15,3-2-15-15,1-2 8 16,5-3-7-16,5 0 6 15,0-1 1-15,6-6-6 16,0 0-2-16,5-2 11 16,-3 0 10-16,3 0-18 15,-3-14 21-15,-4 0-25 16,-2 0 12-16,-3-2-6 16,3 0-1-16,-3-2-1 15,1-2-8-15,-3-2 4 0,-1-3 0 16,0 1-1-1,2-2 6-15,-5 0-11 0,-5 1 16 16,-4 0-17 0,-2 2 14-16,-5 0-14 0,0 6 12 15,-2 3-5-15,0-3 0 16,0 0 0-16,0 0 0 16,3-3 3-16,-3-2-3 15,0 0 0-15,0-4 0 16,0 3 2-16,-5 0 1 15,-9-5-3-15,1 7 2 16,-3-1 10-16,3 5-10 16,-3-3 17-16,3 1-14 15,-1 1 32-15,-1 6-33 16,1 2 41-16,1-1-23 0,-2 8-20 16,-1 2-2-16,3-2-10 15,-5 3 5-15,5 0-11 16,-3 0 12-16,1 0 4 15,-5 0 0-15,-1 0-2 16,2 14-3-16,1 4 5 16,-1-1-4-16,9-6 2 15,1 1-12-15,5 0-10 16,1 1-54-16,-4 3 45 16,3 3-32-16,-1 2-26 0,-1-6-67 15,-1-2-219 1</inkml:trace>
  <inkml:trace contextRef="#ctx0" brushRef="#br0" timeOffset="9913.43">20393 7885 38 0,'0'0'205'0,"0"0"-203"0,0 0 15 0,0 0 33 15,0 0 40-15,0 0 4 16,-4 42 4-16,4-31-24 15,0 1-24-15,0 3-21 16,0 1 6-16,0 10-22 16,-7 3-1-16,-5 11 20 15,4 10-4-15,-3-2 3 16,9-3-22-16,2-7-6 16,0-6-1-16,0-3-4 0,0-4-4 15,0-2-7 1,2-3-8-16,-2-2-38 0,0-4-82 15,0-2-191-15</inkml:trace>
  <inkml:trace contextRef="#ctx0" brushRef="#br0" timeOffset="10480.34">20493 8324 376 0,'0'0'57'0,"0"0"19"0,0 0 15 0,0 0-44 0,0 0 9 16,0 0 13-16,87-55 1 16,-75 55-49-16,-4 5 16 15,-1 14-29-15,4 10-7 16,3-4 2-16,-4 2-6 15,11-1-25-15,-6-2 15 16,-1 1 13-16,-1 0 0 16,-2 2-8-16,-4 6 19 0,4-1-22 15,-5 1-27 1,4-4-53-16,-2-7-40 0,5-14-131 16</inkml:trace>
  <inkml:trace contextRef="#ctx0" brushRef="#br0" timeOffset="13677.26">20322 7413 130 0,'0'0'346'0,"0"0"-332"0,0 0 17 0,0 0 3 0,0 0 33 16,0 0 23-16,-65-16 5 15,54 16-49-15,0 0-43 16,-2 0 7-16,1 0 2 16,3 0-13-16,-1 0 2 15,-2 0-1-15,-5 0 6 0,-6 4-2 16,-6 2 5-1,-2 6-8-15,0-2 9 0,0 0-8 16,-1-2 1-16,10-3 0 16,-3 0-6-1,1-1 6-15,0 1 1 0,-3 1 6 16,0 1-10-16,0 3 0 16,-2 0 5-16,2 4-10 15,-4 1 12-15,0 4-14 16,2-3 11-16,5-1-9 15,-1-1 3-15,5 1 2 16,1 0 1-16,-4 1 3 0,3 0-8 16,-7-2 8-16,5 2-6 15,-7 3 6 1,-2 0-8-16,0 3 8 0,0 2-8 16,-6-2-2-16,6 6 6 15,0-5 0-15,0-1 4 16,-3 0 2-16,1-4-4 15,-3-3 17-15,1 3 0 16,-3-1 15-16,7 2-24 16,2 2-5-16,-2 3-4 15,0 2 1-15,2 2-4 16,0-2 4-16,0 2-4 16,4 0 7-16,-2 0-10 15,-2-4 4-15,2 9 1 16,1-5-1-16,-3-2-4 0,5 0 4 15,-1-2 2 1,2-4-2-16,2-2 10 0,0-2-19 16,-1 1 15-16,-1 2-6 15,4-1 1-15,1 4-3 16,0-1 1-16,-4 0-2 16,3 2-15-16,0-2 0 15,-1 3 14-15,-3 0 6 16,4 2-7-16,-2 0 9 15,1 1-3-15,1-4 4 16,-2 0 4-16,4 1-8 16,1-4 2-16,5 4-7 15,-5-4-1-15,9-1 2 16,-6 2 7-16,6-1-9 0,-2 2 7 16,-4 2-1-16,4 0 0 15,-6 2 2-15,1 0-6 16,-1 5-1-16,1 3-18 15,1-3-6-15,4 2 24 16,-3-1-8-16,2-2 13 16,3-2 4-16,0 1-4 15,0-6-11-15,1 4-17 16,2-8 26-16,-5 3-13 16,7 1 10-16,-8 1-14 15,8 2 19-15,-7 4 1 0,5-1 7 16,0 6 4-1,-8-4-10-15,5 0-2 0,3 5 1 16,-4-4-1-16,0 2-10 16,4 0-10-16,-5-2 5 15,7 2 15-15,-4 2 0 16,3 0 1-16,0-3-8 16,3 0 19-16,0-6-15 15,0-4 4-15,0-2-1 16,0 3 10-16,6 4-10 15,-6 2 3-15,2 7 0 16,-2 1-1-16,0 3-3 16,0 3 1-16,4-1 0 15,-2-3-2-15,7 2 3 0,-5-4-2 16,1 1 2-16,-2 0 1 16,-3 1 7-16,0-1 11 15,4-3-10-15,2-7-7 16,9-3-6-16,6-2 8 15,4-1-1-15,4 0 7 16,2 4-9-16,0 5-2 16,2 0-2-16,-4-2 2 15,0-4 2-15,0 0-2 16,-2-3 1-16,2-1-4 16,0-4 3-16,2 0-3 15,5-4-11-15,-1-1 7 16,-1 0-8-16,3 2 13 0,-1 4-3 15,-3 1 10-15,6 2-6 16,-4 0 1-16,-1-2 0 16,-3-4 0-16,0-4-4 15,0-4 4-15,3 5-5 16,-3-5-13-16,4 2 11 16,-1 5 3-16,1 0 4 15,2-2 0-15,-4-3 1 16,2-6-2-16,1-2 11 15,-1-2-17-15,1 0 7 16,-5 0-3-16,5 0 3 16,-2 4-6-16,-6 7 5 15,4 2-5-15,-4 1 6 0,6-5 0 16,0-5 14-16,-1 0-5 16,9-4 9-16,3 0-18 15,4-4 1-15,2-7 2 16,3 4 18-16,1 2 12 15,-6 3-11-15,-7 2 11 16,-8 0-23-16,-8 0-5 16,1 0-5-16,-2 2 4 15,2 4-13-15,0-6 17 16,2 0-20-16,6 0 21 16,5-4-18-16,12-12 14 15,4-4-5-15,-4-4 20 0,2 8 21 16,-8-2-20-16,-9 5-3 15,-14 0-3-15,2 1-14 16,-4 0-2-16,-1-4-4 16,2-4 4-16,2-6-21 15,10-6 14-15,-3 3 0 16,4-3 8-16,-1 2 2 16,0 2 1-16,-6 4 12 15,-1 0-5-15,-5 8 0 16,-1 1-10-16,-4-4 0 15,1 0-7-15,-3-2-34 16,1 1 13-16,2-4 16 16,0-3 10-16,2 0 2 15,-2 1 20-15,2-2 12 0,-3 1 14 16,1 0-32-16,-1-4-5 16,-2-3-9-16,-1-1-6 15,-1-4-16-15,2-5 2 16,1-2 5-16,-1 0 8 15,-3 1 6-15,5 6 2 16,-3-4 22-16,3 8 3 16,-5-3-17-16,3 1-9 15,-3 3-2-15,-4 2 1 16,-1-1-15-16,-3 8 7 16,-2 0-7-16,0 2 3 15,-2-2-5-15,6 3 13 16,-6-2 4-16,0-3 1 0,0-3 0 15,0-7-10-15,0-6 10 16,4-2-15-16,2-1 12 16,5-1-6-16,3 8 7 15,-5 2 0-15,4 9 2 16,-6 6 1-16,0 0 8 16,-5-4 6-16,0-1-9 15,7-12 3-15,-5-5-3 16,6-12-12-16,-4 1-14 15,3 2-4-15,0 8-9 16,-2 12 33-16,-5 8 20 16,0 3-13-16,0 2 2 0,0 0-4 15,0-2-5-15,-2 0 2 16,3-4-12-16,-3-9 6 16,0-4-11-16,0-5 7 15,0 1 8-15,0 7 1 16,0 3 2-16,0 3 9 15,-3 3-1-15,-1 2-11 16,0-2 0-16,-3 2-5 16,2-4-3-16,-6 1-8 15,3-5 10-15,-4 4 6 16,3-2 0-16,1 6 0 16,-1-1 33-16,-3 2-16 15,1-3-6-15,-5-5-11 0,3 0-2 16,-5-4-5-1,5 0 3-15,-3 2 4 0,1 4 0 16,-1 6 3-16,1 2-3 16,4 2 28-16,-1-1-24 15,2-2-4 1,-2-2-23-16,1-3 17 0,-2-4-28 16,-5 0-8-16,3 4 17 15,-3 4 25-15,1 5 11 16,0 4 0-16,3 1 8 15,-3-1-16-15,1-4 17 16,-1-4-12-16,1 2-8 16,-4-8 0-16,2 6 0 15,-2-5-11-15,0 3 19 0,2 6-17 16,-2-2 10-16,4 4-2 16,-2-2 1-16,-1-1 0 15,-2 6 0-15,-1 0 1 16,0 6 4-16,2 4-1 15,-3 4 0-15,4 0 8 16,3 0-12-16,1 0-3 16,5 0 3-16,1 0 5 15,1 0-5-15,-1-2 0 16,-7 0-10-16,-2-2 4 16,-8-1-9-16,-11 5 12 15,8 0 6-15,-4 0 2 16,0 21-3-16,-1 7-4 0,10 3 1 15,0-5 0-15,6-2-8 16,5-5-130-16,3-2-353 16</inkml:trace>
  <inkml:trace contextRef="#ctx0" brushRef="#br0" timeOffset="20921.11">20916 10876 97 0,'0'0'149'0,"0"0"-146"0,0 0 0 0,0 0-3 16,0 0 10-16,0 0 66 0,0 0 32 15,0 0-40-15,-6 0-9 16,6 0-1-16,0 0-3 16,0 0-35-16,0 0-13 15,0 0-7-15,0 0 2 16,-2 0 9-16,2 0-7 16,-2 0 5-16,2 0-9 15,-3 0 7-15,3 0 1 16,-2 0-4-16,2 0 23 15,0 0 3-15,0 0 0 0,-2 0-22 16,2 0-8-16,0 0-17 16,0 0 8-16,-2 0 9 15,-1 0-4-15,1 0 8 16,0 0 4-16,-1 0 7 16,-1 0 3-16,2 0-18 15,2 0 1-15,0 0-2 16,0 0-33-16,0 0 27 15,0 0-9-15,0 0 11 16,0 0 2-16,0 0 3 16,0 6 8-16,0-4-8 0,0 7-5 15,6-6 5 1,-1 1 1-16,2 2 3 0,2 0 17 16,-1 0-4-16,4 1-9 15,-3-1-7-15,-1-3 1 16,1 3-1-16,-1 0-1 15,2 2-3-15,-1 2 3 16,1 2 3-16,0 1-2 16,-3-3-2-16,-1-1 2 15,2 0-1-15,-2-5 0 16,1 1-6-16,-1 0 4 16,4-2 2-16,-4 4-3 15,3-1 12-15,-1 0-16 16,2 2 11-16,-3 0-4 15,1-1 0-15,-1-2 0 16,-3 1 3-16,1-2-3 0,0 0 3 16,-1-2 8-16,2 2-10 15,1 0 2-15,0 0 7 16,0 1-10-16,-1-4 0 16,3 2 0-16,-5-2 1 15,6 2 0-15,-2 1-1 16,-1 1 1-16,-1-1 3 15,6 0-8-15,-1 0 8 16,1 0-1-16,1 0 12 16,0 0-9-16,3-2-6 15,-1 0 8-15,1 1-16 16,1 0 16-16,1 1-7 16,-2-1-1-16,0 1 0 0,-4-1 0 15,0-1 0-15,-3-1 0 16,3 2 0-16,-4-1-2 15,-1-2 6-15,-3 2-6 16,8-2 10-16,-4 0-15 16,8 0 16-16,0 0-2 15,3 0-4-15,1 0 19 16,-1 0-16-16,0 0-3 16,-1-7 7-16,1 1-6 15,0 2-8-15,-1 4 5 0,2 0-11 16,-4 0 14-1,4 0-10-15,-1 0 4 0,-5 0 2 16,4 0-1-16,-2 0 5 16,-3 0 1-16,9 0-2 15,-1 0 23-15,2-4-26 16,2-13 9-16,-5 3-9 16,0-1 0-16,-2 2 3 15,-7 5 8-15,5 0 6 16,-5 2-16-16,1 0 4 15,-2 1 0-15,9 0-10 16,-6-5 10-16,7 2-11 16,-1-8 5-16,4 3-2 15,-3-4 3-15,2-1 0 0,-4 5-5 16,-3 1 10-16,1 1-7 16,-1-3 4-16,1 0 7 15,1 3-9-15,-5 0 0 16,-1-3 0-16,3-1 0 15,1-1 0-15,-1-2 0 16,1-2 4-16,-1 6-1 16,-1-5 8-16,-2 2 5 15,5-7 14-15,-3 6-9 16,3-4-11-16,-3 4-1 16,1 2-5-16,-1 0-7 15,-1 2 16-15,-2 0-23 16,-1 4 17-16,-7 5-11 0,3-2 5 15,-3 1-1 1,1-4 0-16,-3-5 4 0,6 2-9 16,-1-7-5-16,1-3 7 15,-4 3-16-15,3 2 13 16,-5 6-6-16,0 2 12 16,0 0 4-16,0 6-1 15,0-6 12-15,0-1-12 16,0-4-5-16,0-1 6 15,0-2-8-15,0 2 3 16,-3-2 0-16,1-2-13 16,2 2 1-16,0-1 7 15,0 2 6-15,0 3-1 0,-2-2 3 16,2 1-3 0,-2 0 6-16,-2 1-10 0,-1-3 5 15,-1 1 0-15,-4 5-4 16,4 0 4-16,-1 1-4 15,1 4 8-15,4-2 1 16,-4-2-1-16,2-1-8 16,2 0 5-16,-5-3-7 15,5 0 6-15,-2 4-1 16,-4-6 1-16,2 6 0 16,2 2 2-16,-1 2 7 15,3-2 1-15,-2 0-10 0,0 0 0 16,-4-2-6-16,2-3 1 15,-3 2 0-15,0-3 5 16,0-2-4-16,2 4 9 16,-1-2-5-16,1 0 11 15,-2 3-11-15,2 0 3 16,-1-1-3-16,1-1-9 16,-5-1 6-16,4-1 3 15,-1 0-12-15,-1 1 11 16,6 3 1-16,0 2-1 15,-5 3 6-15,9-2-10 16,-6 6 4-16,-2-2 1 16,2-2-5-16,-5 0 5 15,7 0 0-15,-8-2 4 16,3 0-10-16,1-2-3 0,-4-3 6 16,3 7 3-16,1-5-2 15,-2 7 3-15,4 0-1 16,-3 2 2-16,-2-2 1 15,4 0-2-15,-8-3 4 16,1 0-10-16,-4 0-1 16,0-4-9-16,3 1-6 15,-1 1 20-15,3 6 1 16,-1-1 0-16,5 4 5 16,-3 0-3-16,0 0 2 15,3 0 6-15,3 0-17 16,-3 0 12-16,2 0-10 0,-2 0 6 15,-2 0-1 1,2 0 0-16,0 0 1 0,0 0-7 16,0 0 12-16,2 0-13 15,-4 0 10-15,1 0-6 16,-2 0 1-16,-3 0 0 16,1 0 2-16,3 0 0 15,-3 0 7-15,1 1-5 16,-2 2-2-16,1-1 6 15,1-2-12-15,4 0 9 16,2 0-11-16,1 0 8 16,1 0-7-16,3 0 3 15,0 0-36-15,-3 0 5 0,3 0 19 16,-5 0 16-16,1 0 0 16,1 0 8-16,-6 0-8 15,-2 0 2-15,2 6-5 16,-3 0 5-16,3-2-4 15,-5-2 4-15,7 0-1 16,1-2 9-16,-4 0-15 16,3 2 8-16,-1-2-6 15,-4 4-7-15,-1 1 10 16,8-4-1-16,0 4 7 16,5-4-11-16,-3 0 10 15,1 4-7-15,-3 3 8 0,-1-2-12 16,0 0 12-1,2 0-6-15,2-1 0 0,-1-4 2 16,1 1 2-16,0 1-2 16,0 0-2-16,-4 0 15 15,6 2-19-15,-5-2 5 16,1 8-2-16,-4-7 0 16,4 4 1-16,-3-1 1 15,0-4-1-15,6 3-1 16,-1-2 1-16,0-3 0 15,-1 4-3-15,1-1 0 16,0 3-6-16,-1-4 9 16,5 3-1-16,-2-1 2 15,-3-1-2-15,1-2 2 16,-3 7 2-16,-1-2-3 0,-2-2 0 16,1-3-3-16,3 6-3 15,-1-4 5-15,1 0 1 16,1 2-26-16,0-3 4 15,-1-1 22-15,4 1 0 16,-1 0 7-16,1-2-4 16,2-1-6-16,0 2 6 15,0-2-5-15,-2 4 2 16,0 3 0-16,-2-3 2 16,-2 6 1-16,4-5 2 0,0 0-1 15,0 1-6 1,-2 0 4-16,4-2-1 0,0 0-1 15,-3 0-5 1,3-1 5-16,-2 0 3 0,2-2-3 16,0 2 10-16,0-3-12 15,0 2 4-15,0-2-4 16,0 0-15-16,0 0 6 16,0 0-4-16,0 0 10 15,0 0 3-15,-2 0 2 16,-2 4 9-16,2-1 0 15,-6-2 1-15,8 5-9 16,-2-5-1-16,2 1 0 16,0 1-1-16,0-2 1 15,0 2 0-15,-2 3-5 16,2-4 10-16,0 2-10 0,-2 0 10 16,0 2-1-16,-3 0 2 15,3 0-1-15,-2-2 4 16,4-2-9-16,0-2-4 15,0 0-52-15,0 0-35 16,0 1-121-16,-10 4-136 16</inkml:trace>
  <inkml:trace contextRef="#ctx0" brushRef="#br0" timeOffset="22188.32">21545 10154 416 0,'0'0'238'0,"0"0"-178"0,0 0-40 0,0 0 30 15,0 0-27-15,0 0-3 16,0 0 31-16,0-1-19 16,0 1-1-16,0 0-25 15,0 0 16-15,-5 3-11 16,5 16-5-16,-4-1-6 16,2 7 5-16,-1 1-6 15,1 5 2-15,-2 3-2 16,0 4-8-16,-6 4 6 15,-3 4-8-15,-2-2-8 0,1 1 0 16,5-7-14-16,5-8-73 16,4-15-95-16,0-9-175 15</inkml:trace>
  <inkml:trace contextRef="#ctx0" brushRef="#br0" timeOffset="22687.29">21730 10375 224 0,'0'0'206'0,"0"0"-134"0,0 0 8 0,0 0 10 0,-43 118-16 16,35-87-23-16,-3 2-31 15,3 2-18-15,-2 1-4 16,5-1 6-16,1-6 0 15,0-1-4-15,1-5-24 16,3-10-44-16,0 1-61 16,0 0-161-16</inkml:trace>
  <inkml:trace contextRef="#ctx0" brushRef="#br0" timeOffset="23172.69">21273 10657 603 0,'0'0'173'0,"0"0"-140"0,0 0-29 0,0 0 29 0,0 0-11 16,0 0 17-16,71-29 8 16,-48 25-26-16,-4 2-18 15,4 2 2-15,-1 0-8 0,5 0 10 16,2 0-3 0,2 6 0-16,3 6-8 0,-1-1-1 15,3 0-17-15,-7-4-20 16,-7 0-3-16,-5-3 12 15,-5-4-61-15,1 0-76 16,-6 0-87-16,-3-2-15 16</inkml:trace>
  <inkml:trace contextRef="#ctx0" brushRef="#br0" timeOffset="24201.88">21540 10082 53 0,'0'0'200'0,"0"0"-130"0,0 0 26 0,0 0-1 16,0 0-17-16,0 0-35 15,0 0-22-15,0 0 29 16,0 0-15-16,0 0 9 16,0 0-19-16,0 0 0 0,0 0-11 15,0 0-7-15,0 0 2 16,0 0-8-16,0 0 19 15,0 0-12-15,0 0 12 16,0 0-19-16,8 2 12 16,2 4 0-16,3 3-3 15,10 0-8-15,4 0 13 16,2 0-13-16,0 5 0 16,4-1 25-16,-4 2-20 15,-2-1 13-15,-2 3-13 16,-4-4-2-16,0 1-1 0,-1-2-7 15,-3 1 3-15,-1-7 0 16,-5 2 0-16,-2-2 10 16,-2-6-10-16,-2 0 1 15,-3 0 3-15,-2 0-2 16,0 0 9-16,0 0 1 16,0 0 13-16,0 0 2 15,0 0-9-15,0 0 13 16,0 0-18-16,0 0 21 15,0 0-28-15,0 0-1 16,0 0-5-16,0 0-5 16,-2 0-21-16,-5 0-37 0,-3 0-30 15,-7 5-140 1</inkml:trace>
  <inkml:trace contextRef="#ctx0" brushRef="#br0" timeOffset="34358.12">21184 7483 360 0,'0'0'149'0,"0"0"-116"0,0 0 22 0,0 0-19 0,0 0 21 15,0 0-28-15,0 0-17 16,-49-68-1-16,44 56-11 16,-1 2-1-16,2-1-1 15,-3 4 4-15,-2-5-4 16,-4 0 6-16,-4-3-4 16,2 4 4-16,-3 3 41 15,1 0-10-15,-1 4 9 16,3 2-16-16,7-4-15 15,-1 1-13-15,-1-2-2 16,0 1 0-16,-3-2-10 16,-5-2 9-16,-4-2-18 15,-5-1 21-15,-2-1 14 16,-4 1-10-16,4 1 0 16,-2 3 1-16,6-2-10 0,3 5 15 15,-2-2-13-15,-1 2 8 16,-2 2 2-16,0 4-5 15,1 0 0-15,-1 0-4 16,5 0 5-16,-3 0-11 16,-1 4 12-16,-1-1-9 15,-2 1-1-15,0 0-7 16,0-1 11-16,0-2 2 16,0 2 8-16,4-3 0 15,-1 2-4-15,-3 3 1 0,4-2-10 16,-4 4 5-16,2-2-5 15,3 2 5-15,-3 2 0 16,5 0 0-16,0 2-2 16,1-3 2-16,4 0 0 15,1 4-2-15,-1 1 6 16,-2-2-8-16,-1 7-20 16,-1-2-26-16,-4-3 14 15,-2 2 22-15,-4-1 11 16,-5 0 6-16,1 6 3 15,-4-2-6-15,6 0-3 16,4-2 3-16,1-4 12 16,1 1-12-16,0-4 0 15,0-1-4-15,0 2 8 16,0 1-8-16,-2 3 10 0,-2 1-9 16,-4 6 3-16,4-2 0 15,-3 2 0-15,3-2 2 16,2-2-2-16,2-7-5 15,5 0 5-15,-2 0 2 16,1-2 0-16,3 0 2 16,3-2-8-16,5-2-2 15,1-2-12-15,0 4-10 16,0 1 17-16,-5 8 5 16,5 6 6-16,-9 0 18 15,6 3-18-15,-3-2 0 16,-1 2-3-16,3-4-11 0,-4 0-19 15,7 3 12 1,-7-3 3-16,1-1 8 0,1 2 4 16,1-2 5-16,1-1 1 15,6-7 6-15,-3 1 3 16,1-5-3-16,-5 0-3 16,1-2 16-16,-5 4-7 15,-7-1 3-15,5 0-14 16,-7 5 11-16,0-2-2 15,3 1 30-15,-3 4-33 16,4-3-4-16,-2 6-1 16,0-5-2-16,0 3 0 15,6 0-4-15,-6 8 2 16,6-4 4-16,-3 3-4 16,2 1 6-16,0-1-8 0,1 2 21 15,0 2-22-15,-6 2 5 16,6 0-7-16,-1-2 4 15,2 0 3-15,0-3 0 16,7 0 3-16,-3-1 0 16,7 0-2-16,-5 0 19 15,-1 3-13-15,-5-1 2 16,-5-1-4-16,4 0-5 16,-6-1 8-16,4 0-7 15,-4 0 38-15,3-2-30 0,0 2 7 16,-3 4-14-1,0 1-2-15,0 4 1 0,0 1-1 16,1 5 0-16,2-3-3 16,-1 6 3-16,7-1 2 15,3 1-2-15,3-3 1 16,1 1-4-16,7-2 5 16,2-3-4-16,0 2 1 15,2-1-3-15,0 3 4 16,-6 1-1-16,-2 1 1 15,1 2 1-15,1-5-1 16,-1-4 10-16,2-6-20 16,3-2 9-16,-3 0-2 15,1 0 6-15,-2 4-1 16,4 6-2-16,-5 1 0 0,2-1-7 16,5-4 17-16,0-6-16 15,0-4 9-15,0-6-6 16,2 6-2-16,8-6 5 15,-2 6 0-15,1 0 2 16,0 0-2-16,4 6 8 16,0-4-10-16,8 2 14 15,-3 2-14-15,1-1 2 16,2 1 0-16,-5 0-6 16,-3 0-4-16,-2 4 9 15,0-3 2-15,-2-2-3 16,0 3 8-16,0-6-6 0,-7 2 5 15,5-3-5-15,-3-6 1 16,3 1-1-16,-5-2 0 16,7 0-2-16,-4-2-5 15,1-4 14-15,3 6-11 16,3 2 8-16,-2 2-6 16,1 1 7-16,7 1-2 15,3-3-3-15,0 0-6 16,0-1 2-16,3 10 8 15,-2-2-11-15,-2 8 4 16,1 0-5-16,-2-2 4 16,2-2-1-16,1-3-22 15,0-5 18-15,-4-3 5 16,4-5 2-16,-2 1-4 16,-4-3 6-16,4 6 4 0,2-3 7 15,1 6-12-15,1 1 2 16,1 0 9-16,-1-1-10 15,0-4 0-15,-1-1 3 16,2-3-1-16,-4-5-1 16,2 1 1-16,1 1 4 15,5 0-4-15,3 4 11 16,1 0-10-16,7-2-2 16,3 3 6-16,-1-2-2 15,3-3 5-15,-5 0 1 0,4 1-11 16,-1-2 8-16,-6 1-8 15,-3 0 5-15,-1 4-5 16,0 2-7-16,1 1 7 16,-3-3 1-16,7-1 2 15,-2 2-3-15,2-3 6 16,-1 2-11-16,-1-2 10 16,-3-2-8-16,-4 0 5 15,-2-6-4-15,-4-2-10 16,-3-2-9-16,2 0 21 15,2 0 0-15,5 0-3 16,5 0 13-16,3 0-18 16,2 0 21-16,1 0-23 15,-9 4 22-15,-4 3-12 16,-8 1 0-16,-1-1-3 0,-2 3-7 16,-3-2 1-16,3-4 5 15,2 0 4-15,4 1-5 16,10-4 5-16,3 2-3 15,9-2 3-15,3 1 1 16,2 6 1-16,-6 0 3 16,-1-2 21-16,-5-2-23 15,-3 2 8-15,0-1-10 16,-3-4-2-16,3-1-4 16,-3 3 5-16,2-3-3 15,-2 0 6-15,-2 3-11 16,5-3 13-16,-1 0-7 0,2 0 4 15,3 3-1 1,0 1-1-16,-2 0 0 0,0 5 3 16,1-5-1-16,1-4-4 15,-2 0 4-15,4 0-1 16,-2 0 6-16,-5 4 17 16,1 2-18-16,-5 1-4 15,-2-1-2-15,-1 0 0 16,-1-5-1-16,-1-1-5 15,3 0 5-15,0 0-5 16,6-4 6-16,0 1 0 16,6 0 23-16,-6 3-18 15,3 0 50-15,-5 0-52 0,-4 0 6 16,-4 0-9 0,0 0 0-16,-3 0-6 0,3 0 9 15,1 0-6-15,3 0-15 16,2 0 9-16,0 0 8 15,0-1 1-15,2-18 8 16,-4-1 5-16,4-2 2 16,0 8-14-16,0-1 8 15,-2 5-7-15,-2 3 1 16,-5 3 1-16,-2 0 2 16,0-6-6-16,5-1 18 15,-1-4 5-15,7 1-10 0,6-3-6 16,2 0 2-1,1 1-15-15,-2-5 12 0,-2 0-3 16,-10 1 1 0,-5-3 7-16,-3 2-11 0,-7-2 0 15,2-1 3 1,-2 4 2-16,0 0-9 0,-4 2 12 16,2 0-16-16,-2 1 13 15,1-4-7-15,4 2 2 16,1-8 0-16,7-5 9 15,-2-4-4-15,4-8 19 16,-1-3-19-16,-8 5-3 16,-1 4 3-16,-6 6-5 0,0 8 1 15,-1 7-1 1,-5 4 3-16,2 3 2 0,-2 2 15 16,2-4-19-16,2-8 1 15,1 2 6-15,0-6-16 16,1-7 7-16,1-2-2 15,-3-1-9-15,3-3-2 16,-5 5-3-16,-2 6 15 16,0 2-2-16,0 2 8 15,0 2-3-15,0-4 3 16,0-6-3-16,0 2-1 16,0-12 0-16,0-2-1 15,0-5 1-15,5 4 0 16,1 5-7-16,-1 5 3 0,-3 7 2 15,0 2-2-15,2 8 8 16,3 0-2-16,-2 6-2 16,-1-2 7-16,-1-2 3 15,-3-2-9-15,0-5 5 16,0-6-3-16,0 1-6 16,0-5-4-16,0 2 3 15,0 3-2-15,0-1 2 16,0 4 4-16,0 0 0 15,0 1 0-15,0-4 2 16,0 0-4-16,-7-6 14 16,-5-2-22-16,6-2 10 15,-3-6-6-15,0 8 3 0,-2-5 1 16,-4 14-1 0,5-3 3-16,-3 2 7 0,-1-1-5 15,1 1 2-15,-3-1-1 16,3 0-6-16,-5-5 3 15,3-6-2-15,-3-3 2 16,1-4 0-16,0 3-4 16,5 5 8-16,-2 7-8 15,3 6 11-15,-4 4-15 16,1 0 19-16,-1 2-11 16,-4-4 5-16,3-4 0 15,-3-7-5-15,-1-6 3 16,0-1-9-16,4 2 12 15,3 5-5-15,-1 8 0 0,6 5-2 16,-1 3 1 0,1 5 0-16,0-3 0 0,-1-2-2 15,1-1-1 1,-8-6 6-16,5-6-6 0,-10-2-2 16,3-4 0-16,3 0-5 15,-3 4 0-15,3 4-6 16,1 4 5-16,5 4 9 15,0 2 2-15,3 0-2 16,-8-3 4-16,1-5-4 16,-5 2 1-16,-2-4-4 15,0-4 0-15,-2 8 5 16,-1-5-1-16,1 10 1 0,6-2-3 16,-1 4 6-16,3 3 3 15,3 0 0-15,-3-2-10 16,2-2 4-16,1-4-6 15,-5-3-6-15,7 0 9 16,-1 0 1-16,4 6-3 16,-1-2-1-16,-1 7-9 15,-4 2 13-15,6 2 4 16,1-4 12-16,-1 1-10 16,2 3-1-16,1-5-3 15,-4 1-10-15,0 0 8 16,1 2 2-16,-5 0-5 0,-1 0 1 15,-1 0 3-15,4 0 2 16,-2-2-1-16,0 2 0 16,-1-9-2-16,0 2-12 15,-5-3-16-15,2-1 28 16,-1 6 4-16,6 4-1 16,3 5 0-16,1 6 12 15,3-2-11-15,-4 4 1 16,-2 0 0-16,-4-1-3 15,-1-4-6-15,-8 1-38 16,-6-12 12-16,-3-8 23 16,-6-8-48-16,8-1-70 15,-2-3 62-15,9 11 45 0,2 4-15 16,2 10-39-16,1 4 6 16,-2 0-189-16</inkml:trace>
  <inkml:trace contextRef="#ctx0" brushRef="#br0" timeOffset="35275.85">20756 6196 157 0,'0'0'353'0,"0"0"-228"0,-16 120-33 0,16-83 7 0,0-4-74 15,0-1-17-15,0 3 5 16,0 4-8-16,0 5 8 16,0 4-9-16,0 3-4 15,0 0-4-15,-13 2-15 0,-2-7-10 16,1-8-86-1,8-11-149-15</inkml:trace>
  <inkml:trace contextRef="#ctx0" brushRef="#br0" timeOffset="35775.9">21037 6211 441 0,'0'0'153'0,"0"0"-115"0,0 0 40 0,0 0-23 15,0 0-26-15,0 0-15 16,0 0-6-16,0-13 21 0,0 13-16 15,2 0 9-15,0 18-11 16,-2 14 16-16,0 12-17 16,0 14 8-16,0 10 4 15,-6 8-13-15,-3 1-7 16,3-3 2-16,-4-3 4 16,8-8-4-16,0-4-5 15,2-11 1-15,0-12-13 16,0-10-36-16,0-14-49 15,0-12-104-15,0-1-240 16</inkml:trace>
  <inkml:trace contextRef="#ctx0" brushRef="#br0" timeOffset="37023.97">20843 6397 552 0,'0'0'46'0,"0"0"-16"0,0 0 31 0,0 0-57 16,0 0-1-16,0 0 0 16,0-83 75-16,11 72-38 15,3-8-29-15,1 5-8 16,5-3-3-16,2 0 0 15,5-2 0-15,2 2-5 16,0-3 9-16,2 1-11 16,-4 6 12-16,-4 1-5 15,1-1 15-15,-4 7 1 0,2 0-13 16,-1 4 2-16,0-3-1 16,0 3 1-16,8 2-10 15,-2 0 13-15,4 0-16 16,0 0 13-16,0 8-6 15,0 5 2-15,-2 0-2 16,-4-1 0-16,-1 1 1 16,-6-1-3-16,-5 1 6 15,-1 5 4-15,-4 2-3 16,-3 4 26-16,-3 0-30 16,0 1 0-16,0 0-2 0,-2-3 2 15,0-6 0 1,0 2 2-16,0-2-4 15,0 8 13-15,-13 0-3 0,-7 9-6 16,-2 3 1-16,-3 0 3 16,3 1 1-16,-5-6 0 15,2 5-7-15,-1-6 0 16,2-4-9-16,1-4 8 16,1-6-28-16,0-4 8 15,-1-3 7-15,1-8 9 16,-5-1-10-16,-8 0 3 15,-5 0 5-15,0 0-23 16,-1 0 21-16,10 0 9 16,12 0 13-16,5 0-1 15,11-1 27-15,3-16-39 0,0-3-16 16,0 2-34 0,11 0 35-16,1 9 12 0,-1 3 6 15,1 3 25 1,1 3-17-16,2 0 6 0,3 0-12 15,4 0-5-15,0 0 3 16,5 14-6-16,-2 2 0 16,-1 7 1-16,-1 2-7 15,-2 4-9-15,0 2 17 16,-1 2-5-16,2-3-4 16,-2-3 9-16,-2 0 0 15,4-3 1-15,-4-4 0 0,-1 5-5 16,2-6 11-1,1-1-5-15,2 0 8 0,2-4-9 16,1 0 13-16,-2 1-4 16,-4-3-4-16,-1-3-5 15,-5 0 0-15,5-4 1 16,-5 5-5-16,1 1 8 16,-1-1 26-16,1 2-22 15,1-2 26-15,4-4-34 16,-2-3 0-16,1-3-1 15,0 0 6-15,2 0-2 16,2 0 0-16,-1-13 19 16,0-5-14-16,0-3-3 0,-1-8-4 15,-5 2 5-15,-1-5-2 16,-3 0-7-16,-5 4 3 16,-6 0-2-16,0 12-1 15,0 6-1-15,-4 10-1 16,-21 0-8-16,-2 6-192 15</inkml:trace>
  <inkml:trace contextRef="#ctx0" brushRef="#br0" timeOffset="41371.74">6441 14650 187 0,'0'0'162'0,"0"0"-145"0,0 0 61 16,0 0-11-16,0 0-24 16,0 0 1-16,0 0 24 15,0-11-52-15,0 11 2 0,0 0-11 16,0 0 29-1,0 0 36-15,0 0-36 0,0 0-3 16,0 0-27-16,0-5-1 16,0 4 8-16,0-5-15 15,0 3 5-15,0 1 0 16,0 2-3-16,0-4-4 16,0 2 3-16,2 0 2 15,4-6-4-15,4-1 11 16,-4 8-13-16,3-6 5 15,3 1 0-15,-1 2-3 16,-1-1 4-16,2-5-9 16,-5 6 11-16,1 0-3 15,-1 0 0-15,0-1 0 0,2 5-4 16,-1-1-2-16,1-2 4 16,3 1 1-16,-1 2-13 15,-3 0 14-15,8 0-3 16,-5-1 9-16,-1 1-13 15,0-1 14-15,-1 1-14 16,1-5 14-16,-4 5-17 16,3 0 15-16,2 0-7 15,-2 0 3-15,0 0-1 16,2 0 0-16,-2 0 3 16,0 0-3-16,2 0 0 15,-4 0 0-15,-3 0 2 16,3 0-2-16,-3 0-5 0,3 0 4 15,-1 0 1-15,4 0 1 16,1 5-1-16,-1-1-1 16,2 0-4-16,1-4 7 15,1 0-2-15,-3 0 0 16,-3 0 0-16,2 5-7 16,-1-1 0-16,-3-2 0 15,-2 2 7-15,1-2 0 16,0 4 0-16,-1-2-6 15,3-4 12-15,-1 0-12 16,1 0 5-16,-2 0 1 16,-1 0-7-16,-1 0 19 0,-1 0-14 15,0 0 2-15,-2 0 0 16,6 0 0 0,-1 0-5-16,1-4 16 0,6-8-8 15,-1 1-2-15,3-2 8 16,-2 3-7-16,-1 2 1 15,1 4-6-15,-3 0 2 16,-1 4 0-16,-2 0-6 16,-2 0 7-16,-2 0 0 15,-2 0 5-15,2 0-7 16,-2 0 4-16,0 0 25 16,0 0-13-16,0 0 0 15,0 0-12-15,0 0 14 0,0 0-3 16,0 0-8-1,0 0 16-15,0 0-3 0,0 0-5 16,0 0-3-16,0 0-10 16,0 0 4-16,0 0-10 15,0 0 6-15,0 0-6 16,0 0-27-16,0 0 10 16,0 0-26-16,0 8-51 15,0 4-174-15</inkml:trace>
  <inkml:trace contextRef="#ctx0" brushRef="#br0" timeOffset="44051.13">7619 14440 274 0,'0'0'92'15,"0"0"-62"-15,0 0 30 0,0 0 9 0,0 0-8 0,0 0-48 16,0 0 19-16,0 0 0 15,0 0 32-15,0 6-32 16,-2 3-32-16,0 4-10 16,2 1 5-16,0-3 5 15,0 2-19-15,0 3 19 0,0 3 0 16,4 10 1-16,6-2 1 16,-4 12-2-1,-2-3 0-15,3-6 0 0,-3 7-1 16,4-10 1-16,-6 5 0 15,-2 0-1-15,0 9-4 16,0-1 10-16,0 3-12 16,0 2 7-16,0 3 0 15,0 1 0-15,0 2-1 16,4-2-2-16,1-2 6 16,-3-4-7-16,-2 1-25 15,0 0 27-15,0 0 1 16,0 0 0-16,0-2 1 0,-2 2 2 15,-7 5-2-15,7-3 0 16,0 6 5-16,-2 7 0 16,4-2-10-16,0 1 13 15,0 4-16-15,0-7 4 16,0-1 2-16,0-7 4 16,0-3 2-16,0 4 0 15,0-4-4-15,0 4 1 16,-6 5-1-16,-3 2-5 15,1-7 5-15,-2-8-9 16,6-22-63-16,-1-14-358 16</inkml:trace>
  <inkml:trace contextRef="#ctx0" brushRef="#br0" timeOffset="44783.67">7613 14733 289 0,'0'0'214'0,"0"0"-133"0,0 0 6 0,0 0-24 15,0 0-48-15,0 0 10 16,-3-54-8-16,3 37-15 16,0-1 0-16,0-8 2 0,0-3-8 15,5 0 12 1,-1 3-8-16,4 8 0 0,-6 5-1 15,0 6 1-15,2 1 3 16,-2 6-3-16,0 0 2 16,3 0-1-16,3 7-1 15,4 14 10-15,13 4-9 16,4 6 2-16,4 5 6 16,1-2 10-16,1 6 3 15,-4 3-18-15,-6-9-4 16,-6-5-4-16,-9 2-33 15,-10-5-68-15,0-12-128 16</inkml:trace>
  <inkml:trace contextRef="#ctx0" brushRef="#br0" timeOffset="45717.26">6766 17522 490 0,'0'0'176'0,"0"0"-176"0,0 0 2 0,0 0-11 15,0 0 9-15,0 0 0 16,11 98 18-16,2-76 40 16,3-4-24-16,5 1-8 15,2-6-26-15,0-9 6 0,4 0-13 16,0-4 14-16,-3 0-8 16,3 0 7-16,2-4-1 15,-5-13-3-15,-4-6 4 16,-5-4-1-16,-3-18 10 15,-7-3-15-15,-1-11-4 16,-4 1 3-16,0 8 1 16,-4 14-6-16,-17 9-15 15,4 10-24-15,-1 9-47 16,3-2-74-16,1-2-93 16</inkml:trace>
  <inkml:trace contextRef="#ctx0" brushRef="#br0" timeOffset="46215.54">7357 17317 228 0,'0'0'12'0,"0"0"-12"0,0 0-59 0,0 0 59 15,0 0 40-15,0 0 142 16,64-32-83-16,-51 58-50 16,3-4-37-16,-1 1 10 15,6 0-7-15,-1-4 9 16,5-2 31-16,3-5-1 16,6-2-5-16,-8-10-31 15,5 0 6-15,-8 0-23 16,-5-14 11-16,-5-17 7 0,-7-10 1 15,-3 1-19-15,-3-9-1 16,0 10 0-16,0 3-1 16,-3 4-9-16,-3 14-29 15,2 5 10-15,2 13-17 16,2 0-7-16,-5 0-274 16</inkml:trace>
  <inkml:trace contextRef="#ctx0" brushRef="#br0" timeOffset="46416.09">8096 17315 438 0,'0'0'0'0,"0"0"-350"16</inkml:trace>
  <inkml:trace contextRef="#ctx0" brushRef="#br0" timeOffset="46583.3">7985 17004 936 0,'0'0'87'16,"0"0"-87"-16,0 0-46 15,0 0-140-15,0 0-233 16</inkml:trace>
  <inkml:trace contextRef="#ctx0" brushRef="#br0" timeOffset="46965.57">8435 17201 584 0,'0'0'99'16,"0"0"-94"-16,0 0 45 15,0 0-27-15,48-149-20 16,-36 101-1-16,-1 2 1 16,-1 6-3-16,-2 6-10 15,-1 20-61-15,1 10-30 16,-3 4-24-16,2 26 125 16,-3 6 53-16,5 4 24 15,2 8-13-15,9 4-26 16,1 6 3-16,6 5-24 0,-6-6-17 15,-5 0 34-15,5-13-6 16,-6-8-24-16,1-10 2 16,1-4-6-16,-6-3-41 15,-6-8-32-15,-5-7-231 16</inkml:trace>
  <inkml:trace contextRef="#ctx0" brushRef="#br0" timeOffset="47199.67">8526 17183 995 0,'0'0'67'16,"0"0"-63"-16,0 0 50 15,0 0-42-15,0 0-7 16,0 0-5-16,59-6-45 16,-33-3-64-16,10 2-46 15,2-3-195-15</inkml:trace>
  <inkml:trace contextRef="#ctx0" brushRef="#br0" timeOffset="47631.46">7898 17231 875 0,'0'0'108'15,"0"0"-107"-15,0 0 5 0,0 0 31 0,53 134-35 0,-39-98-2 16,-1-6 4-16,-4-6-8 16,-2-7-18-16,-5-8-46 0,-2-4-110 15,0-5-346 1</inkml:trace>
  <inkml:trace contextRef="#ctx0" brushRef="#br0" timeOffset="48469.87">9112 17133 792 0,'0'0'130'0,"0"0"-129"0,0 0-2 0,0 0-6 0,0 0-4 16,0 0 4-16,0 0 7 16,90 108 13-16,-63-95-9 15,2-5 2-15,0 5-4 16,-1-7 4-16,-4-6 0 15,-8 4-2-15,-5-4 15 16,-7 0-16-16,-4 0 9 16,0-26-8-16,0-10 7 15,0-10-11-15,-2-7-1 16,-13-1-6-16,-5-4 4 16,-3 6-18-16,2 10-11 15,-6 11 25-15,2 14 1 16,3 13 2-16,-3 4-9 0,-4 0 13 15,-5 13 0-15,-5 8 0 16,-5 3-37-16,-2 2-80 16,9 4 117-16,6-2 2 15,12-2-2-15,9-8-10 16,10-8-1-16,0-10-245 16</inkml:trace>
  <inkml:trace contextRef="#ctx0" brushRef="#br0" timeOffset="48880.65">8286 16623 813 0,'0'0'288'0,"0"0"-237"16,0 0-43-16,0 0 0 0,0 0 15 15,0 0 12-15,166 0 3 16,-112 0-37-16,6-8-1 16,0-1-81-16,-6 8-1 15,-5 1-63-15,-18 0-114 16</inkml:trace>
  <inkml:trace contextRef="#ctx0" brushRef="#br0" timeOffset="50647.11">8170 14386 148 0,'0'0'287'0,"0"0"-168"0,0 0-86 0,0 0 14 15,0 0-33-15,0 0-3 16,-5 4-6-16,5-4-2 15,0 0 7-15,0 0 4 16,0 0 1-16,-4 0 14 16,4 0 20-16,0 0-38 15,0 1-3-15,0-1 0 16,0 5-16-16,0-5 8 16,0 0-3-16,-2 3-2 15,2 1 10-15,0 7 11 16,0-6 5-16,0 6 7 0,8-1-22 15,13-1-5-15,3-3-1 16,6-2-4-16,5 1-11 16,1-3-3-16,-1 4 8 15,-2-2 6-15,1 4 4 16,-5 7 0-16,-2-2 2 16,2-1 2-16,-7-2 0 15,-2-5-4-15,0-4 0 16,-7 0 0-16,1-1 6 15,-3 0-1-15,-5 0-4 16,4 0 5-16,-4 0 2 16,3 0-8-16,0 2 9 0,0 2-16 15,2 5 13-15,1-5-10 16,-4 0 8-16,3 2-1 16,5-6-3-16,-3 4 1 15,-4-4 2-15,-2 0 4 16,2 0-11-16,-5 0 5 15,-2 0-2-15,-2 0 2 16,4 0-1-16,1 0 25 16,0 0-2-16,-1 0 22 15,3 0-25-15,2-4-2 16,0-8-15-16,-2 1 15 16,-1 5-17-16,-2 4-1 15,-1 2-21-15,-3 0-37 16,0 4-118-16,-5 15-518 0</inkml:trace>
  <inkml:trace contextRef="#ctx0" brushRef="#br0" timeOffset="58324.7">5354 13166 415 0,'0'0'61'15,"0"0"-56"-15,0 0 41 0,0 0-34 16,0 0 88-16,0 0-39 15,0 0-23-15,-50 52 31 16,44-48-22-16,-1 2-17 16,-1-1 31-16,-2 2-26 0,1 0-5 15,1-1-3-15,-4-2-25 16,6 4 1-16,-3-4 5 16,3-1-9-16,-2 2 8 15,-1 1-14-15,-1 5 8 16,-6 6-3-16,-4 3-8 15,-2 0-1-15,-3 1 11 16,-2 8 0-16,4 3 0 16,4 6 5-16,-3 5-10 15,3-4 1-15,2 1 3 16,1-7-15-16,5-9 5 16,3-6 11-16,-2-6 0 15,8 2-2-15,-3 0 10 0,5 5-16 16,0 10 7-1,0 1 0-15,0 2-1 0,0 0 1 16,0-2 1-16,0 4-7 16,0 2 4-16,3 7 3 15,-1-2-7-15,-2-1-4 16,0-3 6-16,0-5 9 16,2 2-5-16,3-8 1 15,4 4 0-15,2 3-2 16,3-2 3-16,3-3-5 15,1 2 6-15,-1-8-4 16,2-3-11-16,-3 3 2 16,1-4 1-16,1 4 9 15,2 2-4-15,0 2 5 0,0 5-4 16,0-6 9-16,0 2-9 16,1-4 4-16,-2-4-6 15,1-6 6-15,3-1-5 16,-2 2 4-16,2-3 0 15,-3-3-30-15,0 3 6 16,2-1 17-16,1-6 8 16,2 2-5-16,-2-1 5 15,2 1-20-15,0-3 11 16,-3-3 2-16,5 0 4 16,-1 0 5-16,5 0-5 15,-2 0 6-15,10 0-4 16,-6 0 6-16,3 0-9 15,1 0 8-15,-1 0-2 16,-1-2-2-16,-1-5-6 0,-5-4 5 16,-2-3 2-16,-3 6-1 15,-3-7 2-15,-2 4-4 16,-1-7-4-16,1 1 6 16,0-6 14-16,-3-3-3 15,-3 2 0-15,1 3-4 16,-5-2 5-16,-1 0-6 15,-1 2-6-15,2-5 10 16,-2 6-10-16,1-3 1 16,-1 2 2-16,0-2-6 0,0 1-3 15,1-7 6-15,3 0 0 16,1-3 14-16,-3 1-1 16,5-4 18-16,-6 1-25 15,1 1 2-15,-5 6-7 16,-2-3 2-16,-2 3-3 15,0 5 0-15,0 4 6 16,0 2-4-16,-6 0 23 16,-3-2-13-16,-7 0 5 15,5-8-7-15,-5 0 6 16,3 0-13-16,0-6-3 16,-3 0 0-16,3-1 0 15,-1 4-3-15,-1 5 6 0,-1 7-2 16,1-2 5-1,-1-3-11-15,-1-5 7 0,-4-3-4 16,1 4 1 0,-2-2 1-16,0 2-1 0,1 8 6 15,4 2-10-15,1 6 13 16,-1 4-6-16,7 0 7 16,-1 0 10-16,-2 2-19 15,2-2-3-15,-7-5-23 16,0-2 19-16,-2-3 2 15,0 0 5-15,0-4-11 16,0 6 11-16,5 5-3 16,3 2 0-16,1 2 3 15,-2 1-2-15,6 1 10 0,-6-1-17 16,4-4 8-16,-5 2-1 16,1-2-12-16,1 3 14 15,-1-1-6-15,7 5 4 16,-3-1 4-16,-2-2-2 15,4 1 3-15,-4-2-4 16,2 2 1-16,-2-3-23 16,2 6-3-16,-2-1 2 15,2-2 19-15,-2 3 5 16,-1 0-1-16,-1 0 1 16,-3 0-10-16,6 0 10 15,-3 0-8-15,-3 0-3 16,5-4-45-16,-3-8 5 0,1 2-41 15,1 6 92 1,3 4 4-16,3 0 53 0,-3 0-41 16,2 0-16-16,3 2 3 15,1 0-3-15,1-2 0 16,2 0 7-16,0 0-18 16,0 4 11-16,-4 2 0 15,-2 5-1-15,-6 3-13 16,3 5 6-16,-2 0 8 15,3-1 6-15,-2-5 9 0,6 8-15 16,-1 0 1 0,3 2-4-16,2 5 3 0,-2-6-5 15,-4-8-299-15</inkml:trace>
  <inkml:trace contextRef="#ctx0" brushRef="#br0" timeOffset="64550.81">5979 15324 123 0,'0'0'160'0,"0"0"-153"0,0 0 28 16,0 0 78-16,0 0-39 15,0 0-20-15,0 0 8 16,-29 26-29-16,25-26-24 16,-2-4 13-16,4-1-15 0,-3 1 23 15,1 1-14-15,-6-5 15 16,4-2-26-16,-7-8 8 16,-1-4-9-16,3 4 1 15,-1 3 1-15,4-2 4 16,3 17-2-16,3-4-4 15,0 4-2-15,2 0-1 16,0 0-2-16,0 0-4 16,0 0 3-16,0 18-8 15,0 14 10-15,0 12 2 16,7 14 3-16,3 22-6 16,2 9 5-16,5 15 16 0,2-2-6 15,3-12 2 1,0-16-15-16,0-24-2 0,-3-9 1 15,-2-27-26-15,-5-14-95 16,-12-5-204-16</inkml:trace>
  <inkml:trace contextRef="#ctx0" brushRef="#br0" timeOffset="65267.33">5705 15387 548 0,'0'0'128'0,"0"0"-85"0,0 0-20 0,0 0-23 0,0 0-1 15,0 0-3 1,23 0 4-16,-10-3 20 0,1-2 7 15,6-10-3-15,-3-1-23 16,-1-6 3-16,-3 2 6 16,-4 0-9-16,1 2 2 15,-6-1-6-15,0 6 7 16,-2 3-4-16,-2-7 0 16,0 7 4-16,0-3-9 15,0-1 20-15,0 1-22 16,0 1 13-16,0 2-12 15,0 9 12-15,0-2-6 16,0 3 21-16,0 0-13 16,0 0-8-16,7-1-4 0,2-4-1 15,0 5 10-15,2 0-9 16,0 10 16-16,3 22-8 16,1 7 3-16,-3-4 14 15,-2-10-21-15,-1-9 2 16,1-10-4-16,-6-5-8 15,-2-1 7-15,0 0-41 16,-2 0 11-16,0 0 19 16,0 0 14-16,0 0 0 15,0 0 4-15,0 0-4 16,0 0-12-16,0 0 9 16,0 0 2-16,0 0-3 15,0 0 8-15,0 0-9 16,0 0-66-16,0 0-375 0</inkml:trace>
  <inkml:trace contextRef="#ctx0" brushRef="#br0" timeOffset="118005.83">10683 14080 256 0,'0'0'117'0,"0"0"-107"0,0 0 11 0,0 0 21 16,0 0-21-16,0 0 16 16,0 0 48-16,-6 0-57 15,6 0-23-15,0 0 1 16,0 0-12-16,0 0 6 15,0 7 0-15,0 7 4 0,0 4 20 16,0 6 12-16,0 2-21 16,0 4 27-16,0 2-23 15,0 2-7-15,2 3-6 16,9 0-12-16,-1 1 12 16,2-1-10-16,1-8 10 15,3 0-6-15,-5-11 0 16,0-2 7-16,1-4-4 15,-6-2-2-15,1-4 8 16,0 0-9-16,-3-3-1 16,3 1-9-16,-3 1 10 0,-2-5 0 15,0 0 1-15,1 0-3 16,-3 0 4-16,0 0 6 16,2-9-5-16,2-22 15 15,6-9 24-15,-4-13-15 16,-2 2 2-16,1-6-13 15,4-5-7-15,-2-10 2 16,-1-3-22-16,1-6 22 16,-3 4-13-16,-2 13 4 15,-2 12-1-15,0 20 1 16,0 4-1-16,-2 1 1 16,-7-2-2-16,1-11-1 15,-2-5-5-15,4 5 6 0,1-1 1 16,5 6-1-16,0 5-7 15,0 8 5-15,0 10 0 16,0 6 2-16,0-2-1 16,0-3 5-16,0 4-6 15,0-5 7-15,5 2-10 16,6 0 9-16,-2-1-7 16,2 3 3-16,3-9-2 15,-3 4-4-15,5-2-6 16,-3-3 5-16,-3 4-4 15,2-1 10-15,-3 8-1 16,-5-1-2-16,5-2 2 16,-2 2 2-16,0 2 0 15,-5 0 4-15,4 4-8 0,-4-1 3 16,-2-1-1-16,3 4 4 16,-3-2-4-16,2-2 3 15,0-4-1-15,3-6 2 16,-3-2 8-16,1-2-6 15,-1 2-1-15,-2 4 5 16,0 8-4-16,0 0 8 16,2 4 5-16,0 0 8 15,-2-2-24-15,0 2 0 16,0-2 4-16,0-2-3 16,0 0-2-16,2 0 5 0,5 4-11 15,7-2-4 1,3 2 10-16,5 0 0 0,5 0 7 15,7 0-5 1,-3 0-2-16,-2 0-5 0,2 0 3 16,-4 0-3-16,-2 0 5 15,-2 0 1-15,8 0 0 16,3 0-2-16,7 2-2 16,3 8 3-16,1-4 0 15,-3 2-1-15,0-2-1 16,-1-1-8-16,0 0 9 15,-3-1-3-15,-5-2-2 16,-1 1 9-16,1 0-8 16,3 1 3-16,4 4 1 0,4 7 0 15,6-4 1 1,-3 3 0-16,-7-4 2 0,-2-10-6 16,-5 0 1-16,-2 0 3 15,-4-6 0-15,2-2 4 16,-9 2 0-16,-7 2 1 15,-4 4 9-15,-2 0-13 16,-4-1 23-16,-3-2-23 16,0-3 16-16,0 6 3 15,0 0 15-15,0 0-8 16,0 0 3-16,0 0-18 16,0 0-12-16,0 0-2 0,0 0-19 15,0 0-95 1,0 14-295-16</inkml:trace>
  <inkml:trace contextRef="#ctx0" brushRef="#br0" timeOffset="118887.61">11222 13971 116 0,'0'0'304'0,"0"0"-304"0,0 0 0 0,0 0 59 16,0 0-13-16,0 0 12 15,0-13 27-15,0 13-40 16,0 0-14-16,0 0-10 16,0 0 17-16,0 0 0 15,0 0-18-15,0 0 44 0,0 0-25 16,0 0-10-16,0 0-29 15,0 0 10-15,0 0-3 16,0-1-7-16,22-2 0 16,7-5 6-16,11 3 17 15,5-2-21-15,2-3 7 16,4 2-2-16,-3 2-14 16,-2 0 1-16,-4 2-43 15,-1 0-18-15,-6 4-148 16,-6 0-270-16</inkml:trace>
  <inkml:trace contextRef="#ctx0" brushRef="#br0" timeOffset="119770.09">12086 13502 530 0,'0'0'154'0,"0"0"-141"0,0 0 67 0,0 0-35 0,0 0-4 15,0 0-18-15,0 37 20 16,-10-1-32-16,-15 7 13 16,-4 8-20-16,-7 7 3 0,1-2-6 15,1-3 1 1,8-6 15-16,11-14 20 0,5-9-2 16,8-10-25-16,2-6-7 15,0-4-3-15,0-4-12 16,14 2 8-16,-4-2 3 15,7 0-3-15,0 0 8 16,-1 4-15-16,3 1 0 16,2 2-4-16,-4 3-8 15,3 3 22-15,-1 1 1 16,-2-1-6-16,-3 1 4 16,-1 3-2-16,1 1-12 15,-4 0-1-15,3 2 14 0,-1 2 2 16,-3 1-3-1,-1 4 4-15,2-4-2 0,-8-6-2 16,5 2-4-16,-1-7-3 16,-4-1-23-16,5-5 33 15,-2 4-2-15,-3 4-7 16,0-3 19-16,3 5-9 16,-1 1 25-16,-4-5-12 15,4 0-12-15,-2-6 21 16,-2-3-3-16,3 2-17 15,-3-5 0-15,2 0 4 16,3-1 0-16,1-30 7 0,3-25-3 16,4-16 18-16,-1-10-11 15,3-6 1 1,-5 3-1-16,-2 9-10 0,-4 13-6 16,-1 16-2-16,-3 19-55 15,0 22-15-15,0 6-43 16,-3 26-131-16,-12 20-272 15</inkml:trace>
  <inkml:trace contextRef="#ctx0" brushRef="#br0" timeOffset="122202.92">12755 14169 587 0,'0'0'85'0,"0"0"-78"0,0 0 65 16,0 0 1-16,0 0-17 16,0 0-30-16,0 0 22 15,-17 2-30-15,17-2 5 16,0 0-17-16,0 0-6 16,0 0-2-16,2 0 2 0,17 6 5 15,6-6 13 1,8 4 0-16,5 0-16 0,5 0 7 15,-1-2-9-15,-2 0 0 16,-2-2-1-16,-6 0-17 16,-3 0-35-16,-3 6-28 15,-6-2-104-15,0 9-187 16</inkml:trace>
  <inkml:trace contextRef="#ctx0" brushRef="#br0" timeOffset="122834.83">12782 13964 650 0,'0'0'65'0,"0"0"-44"0,0 0 64 0,0 0-12 0,0 0-50 15,0 0 15-15,25-2 13 16,4-2-1-16,15 3-15 15,3-2-29-15,6 3-2 16,5 0-2-16,0 0 3 16,-4 0 1-16,-3 0-12 15,-11 0-8-15,-11 0-69 16,-14 0-137-16</inkml:trace>
  <inkml:trace contextRef="#ctx0" brushRef="#br0" timeOffset="159436.02">14328 14418 435 0,'0'0'101'0,"0"0"-93"0,0 0 4 15,0 0 10-15,0 0-20 16,0 0 44-16,0 0 9 15,0 0 11-15,-56 25-36 16,54-25-22-16,2 0-4 16,0 0-8-16,0 0-7 15,0-2 11-15,0-7 17 16,0-4-10-16,0 8-7 0,0-6 1 16,0 4 9-16,0 7-2 15,-2 0 6-15,-7 0-14 16,-2 0-5-16,4 3 0 15,0 6 5-15,1-3 4 16,2-5 4-16,4-1-16 16,-7 0-91-16,-2 0-366 15</inkml:trace>
  <inkml:trace contextRef="#ctx0" brushRef="#br0" timeOffset="160352.58">14263 14151 75 0,'0'0'112'0,"0"0"-71"0,0 0 70 0,0 0-47 0,0 0-5 16,0 0 21-16,-15 0-6 15,10 0 13-15,-1-2-46 16,-1-4-34-16,1 0 22 15,-1-3 15-15,2 3-23 16,1-2 10-16,4-5-19 16,0-5 4-16,0-3-16 15,0 2 1-15,0-2-5 16,4 3 10-16,8-2 2 16,1 2-8-16,3-4 8 15,-6 0 1-15,9-4 9 16,-6 2-17-16,3 2 2 15,-3 0-1-15,1-4 2 0,-1-8-4 16,-1 0 1-16,2-6 3 16,-3-1 6-16,-2 11-9 15,-2 9 3-15,-5 5 2 16,1 3-5-16,-3-1 3 16,0-6 0-16,0 2-4 15,0-4 0-15,0-2 0 16,0 4-4-16,0 0 14 15,0 1-19-15,0 8 15 16,0 1-6-16,0 2 5 16,0 4-2-16,-7-1 9 0,2 2-10 15,0-1 2-15,1-3-3 16,0 4-1-16,-5-1-2 16,-3 4-3-16,0 0 5 15,-1 0 0-15,-4 0 20 16,-1 0-8-16,3 0-3 15,-1 0-8-15,3-5-1 16,-5 0 5-16,1 1-8 16,-2 2 3-16,2 2-4 15,1 0 2-15,1 0 2 16,1 0 0-16,5 0 6 16,3 0-12-16,4 0 15 0,-6 0-18 15,4 0-16-15,-7 2 11 16,3 10 3-16,-8 2 8 15,0 8 1-15,7 3 2 16,-2 6-6-16,5-3 5 16,3-4-2-16,3-8 6 15,0-2-7-15,0-4-12 16,3 4-204-16,-1-3-443 16</inkml:trace>
  <inkml:trace contextRef="#ctx0" brushRef="#br0" timeOffset="191642.7">20399 5805 467 0,'0'0'152'0,"0"0"-109"0,0 0 79 16,0 0-58-16,0 0-19 15,0 0-18-15,0 0-4 16,-113 37-2-16,95-30 6 16,-2 1 18-16,2 0-40 0,-2-4 28 15,3 6-14 1,-4-3-9-16,3 0-10 0,1 1 0 16,1 0-1-16,-1 0 3 15,-6 4-4-15,0 2 2 16,-3 4-2-16,0-1 4 15,1 2-4-15,0 0 3 16,5-6-2-16,1 5-6 16,0-5-19-16,-1 0 2 15,0 0 22-15,-2-2-8 16,-3 6 18-16,-6 1-15 16,-4 3 12-16,1-1-5 0,-6 7 3 15,0-1-1-15,-7 1-4 16,2 4 4-16,-3-1-5 15,-2 3 10-15,4-2-12 16,1 1 9-16,5 0-4 16,7-2 4-16,-1 1-4 15,10-3 0-15,-3-2-3 16,4 1 2-16,4-4 1 16,1-2 3-16,-2 2 2 15,-2 1-7-15,-3 4 2 16,-6 4 0-16,0 2 3 15,-3 4-2-15,1 1-1 16,4-3 2-16,0-1 5 0,4 1-6 16,1-5 8-16,0 1-4 15,-1-1-4-15,0-1 4 16,-1-3-5-16,-1 5 0 16,-5 4-1-16,-3 1-5 15,-1 3-18-15,-9 2 6 16,8-2-32-16,-5 1 46 15,8 0-16-15,1 1 15 16,2-2-2-16,0 0 7 16,-3 3 0-16,1-3-2 15,-1-4-1-15,8-2 6 16,-5 0 2-16,8-2-5 16,-4 0 6-16,0 2-6 0,1-4 0 15,-1-2 0-15,0 4 0 16,-1-1-2-16,-3-1 5 15,-1 4 2-15,-6-1 0 16,4 4-7-16,1-3 2 16,2 2 0-16,4-5 4 15,2 2-2-15,4-3-4 16,0 0 6-16,6-3-8 16,1 1 8-16,1-1-8 15,-1 4 1-15,-1 3 3 16,-5 1 0-16,-5 7-9 15,4 2-19-15,-2-1 1 0,3-3 7 16,5-3 16-16,1-3-5 16,3 0 18-16,4-1-9 15,-2 4 4-15,-2-1 0 16,5-4 1-16,-8-2-3 16,9 1-4-16,-1-4 4 15,-3 3-4-15,7 1 3 16,0 4-1-16,-3 6 2 15,0 3-2-15,-3 4 0 16,-1 0 1-16,-1 0-1 16,4-2 1-16,-3-1-1 15,5-2 5-15,0 1-5 16,4 3-4-16,0 1 4 16,0 4-1-16,0 0 5 0,0 0-6 15,2-4 5-15,9-8-1 16,-1-4-2-16,7-2 0 15,-7 2-12-15,2-3 7 16,-3-2-9-16,-1 10 13 16,-3 4 2-16,2 2 2 15,2 3 12-15,2 0 1 16,2-2-16-16,7-4 0 16,9-3-2-16,2-1 0 15,0-4 2-15,3 2 0 16,-5-2 0-16,-3-2 0 15,-5-4 11-15,-2 2 22 16,2-6-32-16,-3 6 5 0,3 1-1 16,0 2-5-1,8 7-13-15,4-1 9 0,3 5-17 16,5 2 3-16,-2-1 9 16,3 0 8-16,1-7-3 15,-7 1 8-15,1-7-6 16,-1 1 8-16,-7-2 10 15,2-6 7-15,-2 3-12 16,-4-5-5-16,0 3-2 16,6 3-4-16,4-2 0 15,9 2-3-15,6-4-16 16,6-2 10-16,-4 1 9 16,9 2 0-16,-8-1-3 15,-5 0 2-15,-4 0 1 0,-2-4 0 16,1 1 1-16,3-4 2 15,-1 3 1-15,3-6-4 16,0 7 16-16,5-2-8 16,6 0 2-16,3-1-4 15,2-9 0-15,5-2 28 16,-2-2-8-16,-3-1-22 16,-1 4 3-16,-10 3-11 15,3 4 9-15,-5 2-9 16,1-2 7-16,-1-3-3 15,7-2 1-15,2-7 3 16,1 0 10-16,5 0-2 16,5 0-1-16,0 6-3 0,-1 6-9 15,-5-4 2-15,-11 4-2 16,-2-4-11-16,-5-6-11 16,-3-4 23-16,2 0-17 15,-4 1 12-15,-1 3 5 16,7 6-5-16,5-5 11 15,-2 10-9-15,3-10 6 16,-3-3-4-16,-4-6 1 16,-2 0 0-16,-1 0-9 15,-2-9 19-15,1 3-14 16,3 3 8-16,-1 3-7 16,-1 0 6-16,-1 0-2 0,-3 0-1 15,-2 0 0-15,-5 0-2 16,5-10 0-16,-2-18 1 15,6-6 1-15,8-4 5 16,2 0 11-16,6 5 20 16,-4 6 9-16,-8 4 0 15,-7 6-36-15,-4-1-7 16,-8-4-4-16,-5-3-3 16,-4 3-5-16,0 0-17 15,2-2 4-15,2 2 6 16,3-2 17-16,8-1 12 15,7-4 13-15,2 0 15 0,-1-8-3 16,-3 1-4 0,-14 0-30-16,1-4-4 0,-8 3 1 15,-1-1 0-15,-1 8-15 16,-1 3 14-16,1 2-1 16,2 2 2-16,-2-4 11 15,5-5 0-15,-1-8 19 16,6-6-13-16,-4 3 0 15,-1 6-14-15,-5 2-5 16,-2 6 2-16,1 0-8 16,-5 3 5-16,2 0 3 15,0 2 0-15,-4 0 1 16,7-6 19-16,-4-2-5 16,1-6 11-16,3-2-22 15,3-3-4-15,4-1-1 0,-1 3 1 16,-1-2 14-16,0 5-6 15,-2 6 8-15,-1 2-15 16,-7 0 2-16,-3 0 4 16,2-4-7-16,-2-10 1 15,-4 1-2-15,9-1-5 16,-4-2 3-16,4 6-3 16,0 0 12-16,1 5-8 15,3-1 9-15,-1 5-5 16,-3-2 2-16,-5-4 10 15,-2-1-6-15,1-1 5 16,2-1-4-16,0 2-8 0,-1 0-1 16,3 1 7-16,0 2 3 15,-4 3 0-15,1-4 8 16,-4 1-5 0,0-5 1-16,-2-8-3 0,0-2-8 15,0 0-3-15,0-2 0 16,0 2-4-16,0 6-8 15,0 6 12-15,0 4-5 16,0 6 5-16,-6 0 2 16,-3-3 2-16,2-1-2 15,-2-11 0-15,1-2-4 16,-4-5-3-16,1-5 5 0,-2 4-8 16,1 4 6-16,-1 6-9 15,3 8 11-15,2 5 5 16,2 3-5-16,-1 2 0 15,3-4 6-15,-3-2-14 16,0-7-3-16,-2-4 7 16,3-2-26-16,-6 0 27 15,4 2 4-15,-1 1-1 16,0 7 1-16,4 5 0 16,1 0 13-16,-1 2-5 15,-1-2-2-15,2-3-7 16,-10-4 0-16,5-9-26 15,-6-2 12-15,-5-12 1 16,1 3-2-16,4-4 10 0,7 6 3 16,0 4-8-1,4 7 16-15,-3 5-11 0,1 6 10 16,-2-2-3-16,-2 4 2 16,-1-4 1-16,-7-4-5 15,-2-8-12-15,-2-4 10 16,1-2-13-16,2 0 15 15,1 0-6-15,5 10 2 16,1 3 3-16,5 1 1 16,-1 6 0-16,-4 2-3 15,-3 5-9-15,-3 0 7 16,-2 2 0-16,-4-4-12 16,-5-6 17-16,-5-3-7 15,5 1-19-15,2-3-14 0,3 2 18 16,-1 3 10-16,1 5-5 15,-5 6 3-15,7 4 10 16,-7 2 4-16,0 8 6 16,2 0 19-16,0 0-23 15,0-4 1-15,5-2-1 16,0-4-2-16,1-6 0 16,-3 0-23-16,0-1 22 15,-3 2 1-15,-4-2 7 16,-5 3 1-16,3-5 6 15,-6 0-10-15,6-3 3 0,0-2-2 16,4 2-2-16,4 3-3 16,6 6 0-1,5-1 5-15,-4 8-3 0,5-4 2 16,-9 2 7-16,-3 0-1 16,-6-6-10-16,-7-4 0 15,2-2-4-15,-2-3 12 16,1 4-15-16,3 2 15 15,3 6-10-15,2 0 4 16,4 4-2-16,1-2 0 16,0 1 0-16,-3-1-2 15,-2-6 2-15,0 5 0 0,-6-6 3 16,1 0-7 0,-4-2 10-16,0 4-11 0,7 3 10 15,2-2-10-15,2 3 5 16,7-1-1-16,-4 0 1 15,3 1 0-15,6 1 0 16,-3 4 3-16,3 1-7 16,-1 2 1-16,1 1 2 15,-1 2 1-15,-3-1-9 16,2-1 9-16,-5 2-3 16,-3-1 3-16,1 2-10 15,-3 0 7-15,3 0-8 16,-3 2 10-16,2 2-10 15,3 0 9-15,-2 0 2 16,5 0-3-16,4 0 3 0,1 0 0 16,6 0-4-16,-1 0 6 15,4 2-5-15,5-2 2 16,-2 4-1-16,2 4-16 16,-5 3-2-16,-3 10 14 15,1-3 2-15,-2-3 1 16,2-6 6-16,3-3-2 15,2-4 3-15,-3 4-4 16,-1 0 1-16,4 0-2 16,2 2 1-16,0-2 0 15,0 4 0-15,0-4 1 16,-2-2 1-16,2-2 1 0,0 0 0 16,-3-2-2-1,3 0 3-15,0 0-4 0,0 0-26 16,0 0-87-16,0 0-179 15</inkml:trace>
  <inkml:trace contextRef="#ctx0" brushRef="#br0" timeOffset="193591.59">21826 4831 226 0,'0'0'141'0,"0"0"-92"0,0 0 46 0,0 0-31 0,0 0-8 16,0 0 41-16,0 0 17 16,-20 1-70-16,13-1 9 15,1 0-11-15,-6 0 5 16,8 0-36-16,-3 0-10 16,3 0 13-16,-3-1 12 15,2-3-4-15,1 0-20 16,-1 1 7-16,-1 1-9 15,-1 0 3-15,3-3-1 0,-8 3-2 16,-3-6 1 0,-1-1 9-16,-1 3 5 15,-3-4-13-15,-3 4 5 0,0-3-5 16,4 2 2-16,-4 4-1 16,3-1-6-16,1 4-2 15,-2 0-11-15,-6 0 8 16,-6 1 8-16,4 10-7 15,4 2 12-15,-1-1-6 16,6-2 2-16,2-1 2 16,3-1 3-16,1 1-6 15,1 2 0-15,0-1-3 16,-3 2 1-16,-2 6-1 16,-2 0 2-16,2-3 1 15,-2 2-5-15,4-2 7 16,-4-3-2-16,9 3 0 15,-2-1-1-15,4-2 0 0,0 4 0 16,0-2-3-16,0 1-2 16,0 2 3-16,-2 1 6 15,3 4-8-15,-6 2 9 16,1 4-8-16,-5 7 3 16,3-2 1-16,3-1 0 15,5-2-8-15,3 1 4 16,0-3 4-16,2 4-5 15,-1 0 4-15,0 0 0 0,1-1 1 16,2-4-2 0,0-3-2-16,0-4 3 0,0-2-5 15,18 0 12-15,5-6-8 16,6 2 4-16,4-3-2 16,5-1 2-16,2-5 0 15,3 4-1-15,-4-1 0 16,1 2-2-16,-4 4 5 15,0 2-10-15,2 0 7 16,0 2-2-16,-3 0-1 16,3-3-2-16,-5-4-13 15,-6-1 6-15,0-4-12 16,-3-6 23-16,-1 0-2 16,-4 0 1-16,0 0-2 0,5 0 6 15,-2-8 16 1,5-11-6-16,4-5-5 0,8-5 3 15,3-3-9-15,5-7 8 16,-5 12-9-16,-5 2 3 16,-10 6 0-16,-2 2-8 15,-12 9-2-15,-9 4-30 16,-4 4-77-16,-4 0-244 16</inkml:trace>
  <inkml:trace contextRef="#ctx0" brushRef="#br0" timeOffset="194707.48">21346 4961 221 0,'0'0'243'0,"0"0"-91"0,0 0-61 0,0 0-61 16,0 0-24-16,0 0-3 15,3-4 8-15,-3 4-4 16,0 0 20-16,2 0-13 16,4 0 17-16,0 0-13 15,7 0 0-15,-9 0 10 0,2 0 4 16,-4 0-13 0,-2 0-17-16,0 0 22 0,0 0-2 15,0 12 5 1,0 0-17-16,0 4 6 0,0 0-11 15,6 5-5-15,0-2 0 16,1 3 3-16,-3 2-4 16,6 3 8-16,-8-2-7 15,-2 3 6-15,0 4-5 16,0-1-1-16,0-6 5 16,0 4-5-16,0-5-2 15,0 0-2-15,0 2 6 16,8 2-8-16,1-3 12 15,0 2-10-15,-4-7 4 16,-3-4 0-16,-2-4 13 16,0 0-9-16,0-4 22 0,0 0-23 15,0 0 12-15,0 0-12 16,0 3-2-16,0-3-1 16,0 4-2-16,0-3-4 15,0 1 6-15,0 1-1 16,2 0 5-16,-2 2-4 15,0-1 2-15,0-4 15 16,0 2-13-16,0-3 2 16,0-3-4-16,0-1-2 15,0 3 0-15,0-4 1 16,0 1-5-16,0-3 8 16,0 0-11-16,0 0 14 0,0 4-6 15,0-4 0 1,0 5 9-16,0-5 13 0,0 6 11 15,0-3 5-15,2 0-27 16,-2 3-12-16,0-6-2 16,0 2-1-16,0 4-60 15,0 4-68-15,0 2-213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2:43:36.9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23844 13397 918 0,'0'0'140'0,"0"0"-140"0,0 0-26 0,0 0-42 0,0 0-113 15,0 0-179-15</inkml:trace>
  <inkml:trace contextRef="#ctx0" brushRef="#br0" timeOffset="-212248.42">20320 12587 57 0,'0'0'590'0,"0"0"-430"0,0 0-47 0,0 0-23 0,0 0 6 16,0 0-7-1,0 0-32-15,0 0-26 0,0 0-27 16,0 0-8-16,2 0-51 16,2 0-86-16,3-6-255 15</inkml:trace>
  <inkml:trace contextRef="#ctx0" brushRef="#br0" timeOffset="-211715.32">21238 12651 78 0,'0'0'934'0,"0"0"-830"0,0 0-101 0,0 0-6 15,0 0 0-15,0 0-151 0,17-20-91 16,-13 10-364-1</inkml:trace>
  <inkml:trace contextRef="#ctx0" brushRef="#br0" timeOffset="-158860.2">28149 10640 564 0,'0'0'598'0,"0"0"-598"15,0 0-24-15,0 0-161 16,0 0-650-16</inkml:trace>
  <inkml:trace contextRef="#ctx0" brushRef="#br0" timeOffset="-149800.84">22532 9257 173 0,'0'0'0'0,"0"0"-153"0</inkml:trace>
  <inkml:trace contextRef="#ctx0" brushRef="#br0" timeOffset="-127404.53">20386 14408 919 0,'0'0'251'0,"0"0"-231"0,0 0-20 0,0 0-8 15,0 0-136-15,0 0-247 16</inkml:trace>
  <inkml:trace contextRef="#ctx0" brushRef="#br0" timeOffset="8746.89">27039 2450 211 0,'0'0'570'0,"0"0"-529"0,0 0-4 0,0 0 29 0,0 0-9 16,0 0-52-16,71 0 7 16,-52 0-9-16,-4 0-6 15,-6 0-34-15,-2 2-21 0,-7 3-70 16,0 1-2-16,-9 1 27 16,-9 3-276-16</inkml:trace>
  <inkml:trace contextRef="#ctx0" brushRef="#br0" timeOffset="-55644.18">19283 2627 190 0,'0'0'74'0,"0"0"-54"0,0 0 134 0,0 0-31 16,0 0-36-16,0 0-7 16,0 0-2-16,-8 4-22 15,8-4-38-15,0 0 0 16,0 0-9-16,0 0 4 16,-2 0-8-16,-1 0 19 15,-4-17 2-15,3-13-22 16,-12-10-8-16,0-10 10 15,-7-14-11-15,-4-22 17 0,-2-12-21 16,2-9 9-16,4 1-3 16,6 10-4-16,3 5 7 15,10 9 15-15,4 2 2 16,0 10 19-16,8 0-19 16,24-4 0-16,15-2 0 15,15-13 1-15,14-5-18 16,11-6 10-16,11-3 0 15,-3 9 6-15,-10 1-8 16,-11 16-8-16,-11 9-1 16,-13 11-61-16,-3 24 7 15,-7 12-102-15,-4 19-167 16,-7 2-76-16</inkml:trace>
  <inkml:trace contextRef="#ctx0" brushRef="#br0" timeOffset="-55344.06">19181 2052 694 0,'0'0'180'0,"0"0"-161"0,0 0 15 0,111-37 13 0,-66 17-44 0,1-2 10 16,4 4-7-16,10-5-12 15,4 2-31-15,3-1-151 16,-9 4-349-16</inkml:trace>
  <inkml:trace contextRef="#ctx0" brushRef="#br0" timeOffset="-54976.77">20000 2463 463 0,'0'0'352'0,"0"0"-316"16,0 0 10-16,0 0 15 16,-31-153-44-16,31 72 33 15,0-7-2-15,14-1-19 16,11 4-27-16,6 13-4 16,5 5 1-16,6 13-11 15,-3 14-4-15,-2 16 0 16,0 21-3-16,-5 3-31 15,1 29 2-15,0 27 27 16,1 19 11-16,1 13-4 16,-2 12-3-16,-1 7 1 0,-3 2 12 15,-11-4-27-15,-7-5-20 16,-4-16 32-16,0-17-53 16,1-15 16-16,1-14 7 15,-2-17 25-15,-4-15-156 16,-3-6-186-16</inkml:trace>
  <inkml:trace contextRef="#ctx0" brushRef="#br0" timeOffset="-54760.99">20019 2344 1080 0,'0'0'87'16,"0"0"-83"-16,0 0-4 16,0 0 3-16,60-111 2 15,-18 51-10-15,7-6-3 16,1 0-13-16,-8-4-119 16,-9 4-211-16</inkml:trace>
  <inkml:trace contextRef="#ctx0" brushRef="#br0" timeOffset="-54478.1">20339 1452 1027 0,'0'0'117'0,"0"0"-117"15,52-111-15-15,-13 45 4 16,11-7-11-16,1-2-20 16,4-1 41-16,6-1 0 15,1 16-119-15,-6 11-283 16</inkml:trace>
  <inkml:trace contextRef="#ctx0" brushRef="#br0" timeOffset="-54044.78">21567 1506 577 0,'0'0'200'15,"0"0"-166"-15,0 0 44 16,0 0-11-16,-158 24-34 16,98 15 14-16,-9 6-1 15,6 10-12-15,8 6-23 16,6 7-4-16,10 8-7 15,13 1-4-15,13 7 3 16,13-4-4-16,0-1 0 16,22-6 3-16,20-8-6 15,10-13-22-15,17-17 15 16,4-16-12-16,5-19 15 16,0 0-26-16,-6-30 37 15,-4-15 1-15,-9-14-32 0,-18 1-15 16,-9 1-84-16,-10 7 74 15,-9 16 51-15,-1 8 0 16,-3 6-1-16,1 2-52 16,9 4-153-16,-3 4-206 15</inkml:trace>
  <inkml:trace contextRef="#ctx0" brushRef="#br0" timeOffset="-53811.17">22249 2033 846 0,'0'0'71'0,"0"179"-64"0,0-87-2 0,7-4 2 0,-3-14-7 15,9-16-13-15,1-19-40 16,3-14-65-16,0-18-80 16,-7-7-195-16</inkml:trace>
  <inkml:trace contextRef="#ctx0" brushRef="#br0" timeOffset="-53628.35">22144 1449 928 0,'0'0'158'16,"0"0"-148"-16,0 0 29 15,0 0-27-15,0 0-12 16,0 0-73-16,-11-44-31 16,33 44-216-16</inkml:trace>
  <inkml:trace contextRef="#ctx0" brushRef="#br0" timeOffset="-53246.34">22657 1627 856 0,'0'0'202'0,"0"0"-183"16,0 0-14-16,-35 128 19 16,25-55-22-16,6 12 1 15,4 3-3-15,0 0-11 16,20 0-26-16,5 1 14 16,1-19 12-16,5-6 0 0,2-18 8 15,4-21 6 1,0-8 2-16,12-13-4 0,4-4 26 15,12-2-2-15,-5-18-4 16,-4 2-14-16,-9 6 25 16,-11 6-32-16,-7 6 4 15,-8 0-11-15,2 0 14 16,6 2-14-16,2 2-57 16,9-4-24-16,-1 0-31 15,-6-8-388-15</inkml:trace>
  <inkml:trace contextRef="#ctx0" brushRef="#br0" timeOffset="-52618.15">24058 724 353 0,'0'0'157'0,"0"0"-42"0,0 0 75 0,0 0-95 15,0 0-16-15,0 0-28 16,27 24-20-16,-9 42-1 15,4 20 4-15,0 19-27 16,-4 11-4-16,2 9 2 16,-10 11-1-16,-4-2-5 15,-2 0 6-15,1-8-10 16,3-3-28-16,8-7-3 16,-1-8-41-16,1-11 30 0,0-21-47 15,-2-24-287 1</inkml:trace>
  <inkml:trace contextRef="#ctx0" brushRef="#br0" timeOffset="-51697.13">24216 3146 154 0,'0'0'20'0,"0"0"-14"0,0 0 124 0,0 0-10 15,0 0-32-15,0 0 44 16,43-54-62-16,-39 45-41 15,-2 2 20-15,3-3-25 16,-3-2-15-16,2 0-6 16,-2-3-6-16,1 2 6 0,-1 1-1 15,-2 2 12-15,3 0 19 16,-3 5-33-16,0-1 3 16,0 6-6-16,0 0-4 15,0 0 1-15,0 0-1 16,4 0-15-16,3 5 3 15,3-4 16-15,7-1 0 16,0 0 3-16,3 0-6 16,1-11 13-16,-8-6-6 15,0-9 6-15,-6 4-14 0,-7-3-47 16,0 6-40 0,-14 7 72-16,-13 5 22 15,6 7 28-15,-6 0-12 16,8 0 74-16,4 19-47 0,6 3 6 15,2-2-33-15,7-6 8 16,0 0-13-16,2-8-10 16,19-6 0-16,10 0 0 15,2 0 1-15,-4-17 2 16,-6-10 0-16,-12 1 8 16,-11 2-15-16,0 4 13 15,0 8-12-15,-18 6 8 16,2 6-2-16,8 0-4 15,1 0-5-15,7 1-1 0,0-1-173 16</inkml:trace>
  <inkml:trace contextRef="#ctx0" brushRef="#br0" timeOffset="-16026.52">12508 5835 394 0,'0'0'60'0,"0"0"-31"0,0 0 12 0,0 0-8 16,0 0-1-16,0 0-25 16,0 0-7-16,0 0-3 15,43-64 3-15,-37 56 0 16,3 2 7-16,-7 2-4 15,0 4-3-15,-2 0 13 16,4-2-13-16,1-1-2 16,-2 2 0-16,3 1 2 15,-4 0 0-15,3 0 8 0,-3 0-1 16,2 0 32-16,3 0-7 16,0 0-3-16,4 0-27 15,4 0 0-15,1 0 5 16,2 0-4-16,-2 0 17 15,0-5-16-15,-3 2 6 16,-1 0-7-16,0 3 8 16,-1 0 2-16,1 0-13 15,1 0 3-15,0 0-2 16,1 3 4-16,-1 3-2 16,-2 0 20-16,4 0-16 15,-1-2 18-15,6 2-22 16,0-2 10-16,5 3-10 0,-1-4-3 15,-2 1 0-15,1 0 1 16,4-1-5-16,-3 0 8 16,7-1-8-16,-7-2 13 15,1 0-18-15,-5 1 7 16,-5 4 2-16,1-1 0 16,-3-4 0-16,3 2-4 15,4 0 10-15,-2-2-10 16,-2 0 16-16,4 0-21 15,0 0 21-15,5 0-15 16,-4-6 3-16,2-1 0 16,-1 4-2-16,-4 0 5 15,2 2-8-15,0 1 11 16,2-2-10-16,3-2 12 0,2 3-13 16,-1-2 6-16,-1 3-1 15,2 0 0-15,-3 0-1 16,-4 0-2-16,3 0 6 15,-2 0-11-15,4 0 21 16,-2 0-19-16,6 0 10 16,-5-2-6-16,1-2 2 15,1 0 0-15,-1 0 1 16,-5 0 0-16,-1 2-2 16,2 0 5-16,-1 0 2 15,3-2-5-15,3 2-2 0,0-1 5 16,1 2-9-1,2-4 5-15,-2 5 0 0,-2 0 0 16,0 0 3-16,-4 0-4 16,4 0 7-16,0 0-6 15,-1 0 1-15,8 0-2 16,-1 0 1-16,0 0-4 16,2-3 4-16,-4 0 0 15,-2 3-1-15,2 0 3 16,-5 0-5-16,3 0 8 15,4 0-10-15,0 0 13 16,0 0-15-16,-2 0 7 0,-6 0 0 16,-1 0-2-16,-2 0 4 15,5 0-7-15,1 0 12 16,6 0-11-16,3 0 7 16,3 0-5-16,-5 0 4 15,-8 0-4-15,-1 0 2 16,-3 0-3-16,-2 0 2 15,2 0 1-15,3 0-7 16,3 0 18-16,7 0-14 16,1 0 3-16,-2-5-1 15,1-1-1-15,-7-1 4 16,-3 7-6-16,-4 0 8 16,4 0-11-16,3 0 17 15,5 0-16-15,1 0 11 16,-2 0-10-16,5 0 8 0,-3 0-3 15,0 0 0 1,2 0 1-16,-4 0-6 0,-3 0 12 16,1 0-9-16,2 0 10 15,0 0-7-15,-6 0 4 16,2 0-4-16,2 0 4 16,0 0-5-16,4 3-2 15,0 1 2-15,3-2-2 16,-1-2 8-16,4 0-8 15,1 0 5-15,4 0-6 16,1 0 3-16,-3-9 0 16,-9 2 0-16,1 5 2 15,-7-4-6-15,-7 6 9 16,5 0-10-16,-1 0 10 0,0 0-8 16,-1 0 9-16,-1 0-11 15,1 0 5-15,-4 0 0 16,6 0-3-16,0 0 7 15,-1 0-8-15,-2 0 9 16,0 4-9-16,-1-4 10 16,-2 2-12-16,6 0 8 15,2 2-3-15,2-2 1 16,-2-2 0-16,4 1-4 16,-4 2 8-16,-4-3-9 15,0 6 13-15,2-6-15 0,-5 2 10 16,0-2-4-1,2 0 1-15,5 0-2 0,0 0 2 16,2 0 0-16,-2-8 6 16,2 5 2-16,-8 2-12 15,4 1 9-15,-2 0-7 16,-4 0 2-16,8 0 0 16,0 0 0-16,6-2 0 15,3-6-6-15,4-1 12 16,4 0-6-16,-4-1 5 15,-5 2-8-15,-2 5 7 16,-4 2-8-16,-5 1 4 0,0 0 0 16,1 0 0-1,-2-3 2-15,6 2-3 0,2-3 2 16,-2 4 8-16,2-2-6 16,-3 2-6-16,-7 0 4 15,1 0-1-15,-5 0 0 16,4 0 0-16,-5 0-3 15,-1 0 6-15,5 0-9 16,-2-7 14-16,6 4-11 16,-1-2 11-16,2 2-12 15,-4 3 4-15,-3 0 0 16,3 0 8-16,-8-3-4 16,3 3 4-16,3-4-2 15,2-1-5-15,5 2 2 16,-1-3-2-16,-3 2 2 0,2 3 0 15,-1-2 1-15,-4 3-1 16,4 0 10-16,2 0-13 16,-1 0 3-16,-2 0 3 15,3 0-12-15,-3-4 15 16,1 4-15-16,6-2 6 16,-10 1 0-16,8-2 0 15,-4 3 2-15,-3 0-7 16,2 0 10-16,4 0-10 15,1 0 9-15,-2 0-8 16,2 0 2-16,-3 0 2 16,-4 0 0-16,7 0 0 0,-7 0-3 15,-3 0 8 1,-3 0-10-16,-1 0 15 0,0 0-17 16,3 0 16-16,-5 0-18 15,12 0 7-15,-7 0 2 16,-1 0 0-16,1 0-2 15,-5 0 2-15,4 0 0 16,-3 0 6-16,1-2-3 16,-7-1 6-16,8 0-7 15,-3 3 5-15,-5 0-7 16,6 0 0-16,-6 0-1 16,-1 0 3-16,-3 0-4 15,2 0 13-15,-4 0-19 16,6 0 17-16,-4 0-14 15,0 0 5-15,2 0 0 0,-2 0-1 16,0-1 2-16,1-2-3 16,-3 3 4-16,4-2 11 15,-2 2-6-15,0-2 6 16,4 2-11-16,-2-2 9 16,0 1-7-16,3 1-3 15,-5-3-1-15,0 3 6 16,7-4-11-16,-4 4 15 15,1 0-14-15,1 0 9 16,-3 0-10-16,0 0 5 0,-1 0 0 16,-1 0-1-16,5 0-6 15,0 0 6-15,-1 0-5 16,3 0 0-16,-2 0 3 16,0 0 1-16,-1 0 4 15,1 0-4-15,2 0 2 16,-2 0-1-16,1 0-3 15,-1 0 8-15,2 0-9 16,-2 0 13-16,-1 0-15 16,-1 0 9-16,-3 0-2 15,0 0 0-15,-2 0 2 16,0 0-4-16,0 0 5 16,0 0-6-16,0 0 7 15,0 0-5-15,0 0 8 0,0 0-13 16,0 0 6-16,0 0 0 15,0 0 0-15,0 0 3 16,0 0 1-16,0 0-3 16,0 0-2-16,0 0 1 15,0-8-44-15,0-11-147 16,-9-8-604-16</inkml:trace>
  <inkml:trace contextRef="#ctx0" brushRef="#br0" timeOffset="-11098.19">17472 9101 626 0,'0'0'96'16,"0"0"-96"-16,0 0-7 15,0 0-5-15,0 0 2 16,0 0-87-16,89-1-159 15</inkml:trace>
  <inkml:trace contextRef="#ctx0" brushRef="#br0" timeOffset="-6751.32">19551 9001 143 0,'0'0'499'0,"0"0"-499"0,0 0-338 16</inkml:trace>
  <inkml:trace contextRef="#ctx0" brushRef="#br0" timeOffset="21357.01">31375 5189 287 0,'0'0'124'0,"0"0"-109"0,0 0 31 0,0 0-8 15,0 0 37-15,0 0-21 16,0 0 1-16,-43-22-2 16,43 21-28-16,0-2-6 15,-2 3-17-15,0-4-2 16,0 4 0-16,2 0-2 16,0 0 2-16,-2 0 17 15,2-4 0-15,0 0-3 16,0-2-12-16,-2 2 2 15,2 2-7-15,0-1 11 0,0 3-5 16,0 0 0 0,0 0-3-16,0 0 2 0,0 0 0 15,0 0 9-15,0 0 2 16,0 0-8-16,0 0-3 16,0 23 12-16,0 17-11 15,0 13 25-15,0 12-15 16,0 2-13-16,0 3 2 15,8 0 0-15,2-2-2 16,-1-6 11-16,-1-13-9 16,6-13-1-16,-1-16 0 15,5-12-1-15,4-8-4 0,11-20 4 16,19-45 17-16,12-43 26 16,23-28-35-16,13-30 1 15,6-7-9-15,0 6 15 16,-6 9-8-16,-8 20-1 15,-16 22-6-15,-14 25-7 16,-16 31-9-16,-17 27-17 16,-12 22 16-16,-11 9 4 15,3 2-13-15,-7 0-73 16,5 0-90-16,-7 0-147 16</inkml:trace>
  <inkml:trace contextRef="#ctx0" brushRef="#br0" timeOffset="33430.77">2263 12089 443 0,'0'0'159'0,"0"0"-151"0,0 0-4 0,0 0 27 16,0 0-1-16,0 0-8 16,0 0 2-16,-31 2 53 15,26-2-9-15,1 0-39 16,4 0 21-16,-2 0-49 16,2 0 18-16,0 0-17 15,0 0 0-15,0 0-2 16,0 0 0-16,0 0 0 15,0 0-4-15,0 0 1 16,0 0-1-16,0 0 0 16,2 0 8-16,7 0-8 15,4 0 4-15,0 0-5 0,1 0 2 16,-3 0 3-16,7 0-2 16,0 0 5-16,-4 0 10 15,-4 0-8-15,4 0-1 16,1 0-1-16,-2 0 0 15,1 0-3-15,3 0 0 16,4 0-3-16,1 0 7 16,1 0-8-16,8 0 10 15,-2 0 3-15,-1 0-7 16,-1 0 4-16,-4 0-6 16,1-2 1-16,1-1 4 15,-1 3-3-15,-2-3-4 0,1 3 7 16,-1 0-8-16,-2 0 12 15,7 0-15-15,-3 0 10 16,-1 0-8-16,-1 0 5 16,-4 0-3-1,0 0 0-15,1 0 0 0,0 0 0 16,0 0 4-16,1 0-8 16,1 0 15-16,0 0-11 15,0 0 5-15,-3 0-3 16,1 0 0-16,-2 0-1 15,0 0-1-15,-3 0 4 16,-1 0-2-16,1 0 3 16,-1 0-3-16,3 0 1 0,1 0 1 15,-1 0-2 1,1 0 0-16,-1 0-3 0,-1 3 3 16,-1-2 0-16,-3 1 5 15,3 0-11-15,-5-2 15 16,6 2-12-16,1 1 6 15,-3 1-6-15,1-2-2 16,3-1 5-16,-1 2 0 16,-1-3 1-16,3 0-4 15,-3 0 13-15,2 0-18 16,-7 0 8-16,0 0 0 16,-1 0-1-16,-1 2-1 0,1-1 2 15,0 2 0-15,-4 0-1 16,6 0 2-16,-2-3-10 15,-2 0 17-15,1 0-17 16,3 0 7-16,-3 0 1 16,0 0-1-16,3 4 0 15,-1 2-2-15,2 2 4 16,1-3 4-16,4 1-4 16,-2-1-1-16,3-1 1 15,0-2-7-15,4-1 11 16,-2-1-4-16,3 7 0 15,0-5-1-15,6 2-3 16,0 0 8-16,12 2 17 0,-1-2-17 16,4 4-6-1,1-5 3-15,4 0-1 0,4-3 0 16,5 0-1-16,3 0 0 16,-1 0 2-16,-2-4-1 15,2-6 10-15,-4 4-20 16,-5 2 11-16,-2 4-2 15,-5 0-2-15,6 0 3 16,-6 0 0-16,-1 8 3 16,-1-6-6-16,-3 2 2 15,0-4-2-15,-4 0 0 16,3 0-2-16,-7 0 10 16,1-4-6-16,-3-2 1 0,-3 2-10 15,-3 1 8-15,-4 3 4 16,2 0-7-16,-1 0 5 15,0 0-5-15,2 0 10 16,1 0-7-16,-4 0 2 16,1-1-1-16,1-2-1 15,-4 2 2-15,4-1 0 16,-2 2 0-16,1-2-3 16,1 2 9-16,6-5-8 15,-2 5 6-15,2-3-6 16,7-1 2-16,-3-2-2 15,0 0 1-15,-2-2 2 16,2 2-4-16,-4-1 14 16,0 0-19-16,0 4 13 0,-2-3-9 15,4-1 4-15,-3 4-1 16,1-4 1-16,4 0 0 16,-2-1-3-16,2-1 7 15,3 0-5-15,-1 2 2 16,-4-2 0-16,3 1-1 15,-3 0 0-15,0 6-7 16,4-2 7-16,-4 1-3 16,6-1 7-16,-5 2-6 15,-1-7 10-15,0 9-15 0,-6-4 13 16,2 0-8 0,0 0 2-16,-3 0 0 15,-2 2-4-15,2-2 8 16,1 0-9-16,-2-2 10 0,0 3-8 15,-1-1 3-15,-3 1 0 16,4 3-2-16,-3 0 2 16,4 0-3-16,0 0 4 15,7-2-4-15,2-2 6 16,3 2 0-16,1-2 5 16,3 2-9-16,0-2 2 15,0-4-2-15,2 1 2 16,-2 1 1-16,0 6-2 15,-2 0 2-15,-3 0-9 16,0 0 16-16,3 0-13 16,-1 0 11-16,4 0-14 15,-4 0 8-15,1 0-2 0,-1 0-1 16,-3 0 2 0,-1 0-1-16,-4 0 5 0,2 0-10 15,-2 0 14-15,-6 0-15 16,6 0 12-16,-7 0-5 15,-7 0 0-15,6 0 0 16,-6 0-1-16,-4 0-1 16,0 0 1-16,-1 0 2 15,-3 0-7-15,-3 0 13 16,7 0-10-16,0 0 5 16,2 5-2-16,1-4 0 15,3 2 1-15,1 1-6 0,1-2 10 16,-1 0-9-16,-1 2 9 15,1-4-9-15,-3 4 7 16,-1-4-6-16,3 2 3 16,1 2-4-16,-5-4 3 15,2 0-9-15,3 0 4 16,-3 2 6-16,5 0-2 16,0 2 6-16,0-1-2 15,0-3-1-15,-3 4-2 16,-1-4-2-16,3 0 1 15,4 0-6-15,-1 0 16 16,-1-13-16-16,6 3 10 16,2 0-2-16,0 2 0 0,2 2 0 15,-2 2-4-15,-3 2 4 16,2 1-3-16,-1 1 6 16,-5-3-7-16,-2 3 4 15,-2-4-2-15,-3 2 1 16,1 0-3-16,-1-2 4 15,-3 2 0-15,2 2 1 16,-1 0 3-16,-2 0-8 16,0 0-5-16,0 0 6 15,-1 0-5-15,0 0 4 16,1 0-17-16,-3 0 16 16,0 2-9-16,1-2 14 15,0 4-2-15,2-2 4 0,-5-2-2 16,3 0 2-16,-3 0-2 15,-1 0-1-15,-3 0 1 16,0 0 0-16,0 0 8 16,0 0 10-16,2 0-17 15,-2 0 13-15,0 0-13 16,0 0 6-16,0 0-1 16,0 0-12-16,0 0 6 15,0 0-20-15,0 0-22 16,0 4-17-16,0-2-17 15,0 2-29-15,0 3 50 16,0 3-9-16,0 1-121 0</inkml:trace>
  <inkml:trace contextRef="#ctx0" brushRef="#br0" timeOffset="39210.43">2167 14939 207 0,'0'0'68'0,"0"0"-68"0,0 0-36 0,0 0-51 15,0 0-45-15,0 0 132 16,0 0 21-16,0 0 125 16,0 0-90-16,0 0-55 15,0 0 19-15,0 0 19 16,0 0-7-16,0 0-21 15,0 0 24-15,0 0 3 16,0 0-37-16,0 0 9 16,0 0-9-16,0 0 10 15,0 0-7-15,0 0 7 16,2 0-7-16,1 0-2 16,2 0 6-16,-1 0-3 15,-2 0 8-15,7 0 9 0,-1 0 24 16,4 0-40-1,-1 0 2-15,9 0-7 0,-2 0 2 16,8 0-2-16,-1 0-2 16,6 0 1-16,1 0 0 15,-3 0-4-15,0 0 9 16,-5 0-8-16,1 0 5 16,1 0-2-16,-1 0 0 15,1 0 3-15,-3 0-5 16,0 6 3-16,0-6-2 15,-2 0 2-15,1 4 6 16,0-2-1-16,-4 2-12 16,0-4 1-16,0 0 5 0,0 0 4 15,-3 0-3-15,1 0-2 16,1 0 2-16,1 0 14 16,1 0 4-16,-2 0-9 15,-1 0-3-15,3 0-7 16,2 0 6-16,-6 0-6 15,5 0 0-15,-4 0 0 16,-1 0-7-16,-2 0 14 16,1 4 6-16,-1-1-3 15,3-3-10-15,-1 0 5 16,-1 0-8-16,1 0 6 0,2 0-3 16,-2 0 0-16,3 0 0 15,-1 0 22-15,4 0-16 16,3 0 55-16,3 0-29 15,2 0-22-15,-2 0-4 16,2 0-5-16,-3 0-1 16,-4 0 3-16,5 0-8 15,-6 0 10-15,0 0-5 16,2 0 12-16,-1 0-19 16,1 0 10-16,1-3-3 15,-2-1 7-15,1 4-6 16,-1-1-2-16,0 1 4 15,0 0 0-15,1 0 3 16,-4 0-6-16,4 0 4 16,-5-3 0-16,2-3-4 0,4 6 0 15,-1-4 5-15,-4 4-3 16,4-2-2-16,2 0 0 16,-3 2 0-16,5 0 2 15,-1 0-2-15,1-2 0 16,0-2-1-16,-3 0 1 15,1-1-2-15,-2 1 2 16,-2 4 0-16,2 0 2 16,-3 0 2-16,4-2-3 15,1 2-1-15,1-1-4 0,1 1 1 16,0 0 3 0,4 0 0-16,-4 0 1 0,0 0-5 15,4 0 8 1,-5 0-4-16,5 0 7 15,-6 0-12-15,0 0 12 16,-3 0-6-16,3 0-1 0,-3-2-2 16,-2 0-4-16,5 0 12 15,-6 2-6-15,1 0 2 16,1 0-4-16,3 0 4 16,0 0 13-16,10-4-14 15,-1 4-1-15,1 0 0 16,-3-10 0-16,7 6-2 15,0-8 2-15,-1 4 5 16,-1 2-2-16,0 0-3 16,0 2 5-16,-5 4-11 0,0 0 9 15,3 0-3-15,-1 0 0 16,2 0 0-16,1-4-6 16,2-6 16-16,0 7-16 15,-4-1 10-15,1 4-7 16,-2 0 3-16,1 0-1 15,-1 0 1-15,0 0 0 16,3-4-5-16,3 4 15 16,0-6-10-16,1-2 1 15,5 7-1-15,-1-3 0 16,1 0 1-16,0 4-1 16,-3-5-5-16,-2 1 2 15,0-4 6-15,-2 7-13 0,3-11 17 16,-4 6-14-16,1-4 12 15,-5 1-11-15,-2 0 8 16,-2 5-4-16,-4 1 3 16,0 3-2-16,-1 0 1 15,0 0 0-15,5 0-1 16,2 0 3-16,5 0-2 16,5 0 2-16,-1 0 3 15,-3 0-5-15,-1 0-3 16,-5 0 3-16,-2 0 0 15,0 0-6-15,-2 0 13 16,4 0-13-16,-2 0 11 16,7 0-5-16,-5 0 0 0,2 0-2 15,3 0 2-15,-2 0-8 16,-1 0 4-16,3-2 8 16,-3 1-9-16,0 1 6 15,-1-3-5-15,-1 3 4 16,-2 0-2-16,-2 0 2 15,-3 0 0-15,2 0-2 16,3-3 5-16,0 3-7 16,0-5 13-16,5 4-17 15,-1 1 12-15,1 0-4 16,0 0 4-16,3-5-4 16,1 1-7-16,4-6 7 0,3 4 0 15,-1 0 0 1,1 0-2-16,-5 1 7 0,0 5-10 15,-2-2 2 1,0 2 3-16,4 0 0 0,-4 0 3 16,0 0-8-16,2-3 12 15,-2 1-6-15,-1 2 8 16,2 0-16-16,-1 0 11 16,-3 0-8-16,1 0 4 15,-5 0-3-15,4 0 3 16,-3 0 2-16,-1 5-2 15,-2 2 4-15,0 0-8 16,-2 4 3-16,-5-1 1 16,7 5 0-16,-4-8-1 15,2-1-1-15,-3 2 4 0,0-4-8 16,1-4 15-16,-2 5-13 16,-6-4 11-16,3 3-10 15,1 0 6-15,-6 2-5 16,5-1 2-16,-1 1-1 15,2 0-1-15,-1-5 4 16,0 7 10-16,4-5-11 16,1 3-2-16,0-6 2 15,2 0-5-15,-4 5 4 16,2-2 0-16,0 6 0 0,0-4 5 16,-4 0-10-1,8 2 10-15,-4-1 3 0,0-2-2 16,-1 0-11-16,1 2 13 15,-3-2-15-15,0-1 14 16,1 0-12-16,-4 0 5 16,1 0 0-16,1-1-2 15,3 0 6-15,0 4 5 16,1-2-9-16,2 0-3 16,2 2 3-16,0-2-1 15,-2-4 0-15,-3 4 1 16,-4-2 0-16,-4 0 2 15,-3 0 0-15,-2-1 0 16,3-1-4-16,-1 2 0 16,3-2 0-16,-1 4 2 0,5 1 0 15,1-5-3 1,-2 4 2-16,4 2-3 0,-3-2 8 16,-5 0-3-16,1 5 5 15,-3-8-8-15,3 6 6 16,-1-7-4-16,-6 4 0 15,5-4-8-15,-6 2-2 16,1-2-28-16,1 0-23 16,-2 0-109-16,-6 0-185 15</inkml:trace>
  <inkml:trace contextRef="#ctx0" brushRef="#br0" timeOffset="80575.01">12416 7022 220 0,'0'0'129'0,"0"0"-113"0,0 0 42 0,0 0-33 0,0 0-6 16,0 0-7-16,0 0 11 16,0-4 4-16,0 2-21 15,0 2 23-15,0 0-7 16,0 0-4-16,0 0-13 16,0 0-3-16,0 0 3 15,3-5-10-15,3-2 10 16,6 2-12-16,-1-4 7 15,-3 3-6-15,2 0-5 16,-2 0 16-16,1 0-12 16,3-6 6-16,1-2-1 15,1 4 2-15,-4 2 0 16,-1 3 0-16,1 1-8 0,-4 1 13 16,3 2-12-16,-1 1 5 15,2 0 2-15,3-3 0 16,0 0 4-16,3-2 0 15,2 1-1-15,-1-2-3 16,4 4 1-16,-4 2-1 16,-1 0-4-16,7 0 4 15,-6 0 0-15,10 0 3 16,-5 2-7-16,3 4 12 16,-1-2-13-16,-2 7 10 15,7-3 15-15,-2 3-20 0,2-1 1 16,3-2-1-1,-3-1 5-15,2-6 12 0,-2 5-1 16,0-5-4 0,2 8-4-16,2-1-8 0,-2-2 3 15,7 2-3-15,4-1 11 16,-1-2-10-16,7-5-2 16,4 0 19-16,-3 0-26 15,-2 0 16-15,-2 0 6 16,1 0-10-16,-4-1 3 15,-1-3-7-15,-1 4 1 16,4 0 3-16,-4 0-1 16,2 0 23-16,6 0-25 0,-4 0 10 15,1-9-8-15,1-3 17 16,-2 0-10-16,-1 0-8 16,-1 0-2-16,1 4 6 15,-1 2-16-15,0 4 20 16,1-2-20-16,-3 4 20 15,-3 0-10-15,-3 0 0 16,-5 0 2-16,0 0-2 16,-4 0-6-16,1 0 3 15,1 0 5-15,2 0-7 16,5 0 10-16,-1 0-10 16,7 0 11-16,1 0-12 0,-2 0 16 15,1 0-8 1,-2 0 52-16,-5 0-47 0,2 0-14 15,-4 0 14 1,0 4-16-16,2 0 18 0,-2-4-9 16,-5 4 5-16,3-4-6 15,-6 4 1-15,2-4 0 16,-5 0-4-16,2 0 14 16,2 0-15-16,-5 0 10 15,7 0-6-15,-2 0 9 16,3 0-16-16,0 0 8 15,4-4-8-15,2 0-56 16,-1-4-61-16,-8 3 50 16,1-2-13-16,-12 0-123 15</inkml:trace>
  <inkml:trace contextRef="#ctx0" brushRef="#br0" timeOffset="82822.77">3856 6684 232 0,'0'0'155'0,"0"0"-111"0,0 0-17 0,0 0-2 15,0 0 24 1,0 0-19-16,0 0-24 0,-27 11-6 16,27-9 3-16,0 0-10 15,0 2 11-15,0-2-8 16,0 0 4-16,0 0 0 15,0 2 0-15,0 5 16 16,0-2 10-16,0 2-21 0,0 0 19 16,0 1-17-16,6 0-4 15,0-2 0-15,9-1-6 16,3-7 1-16,5 3 2 16,1 0-1-16,5-3 7 15,2 0-4-15,-2 1 0 16,4 2 8-16,0-2-2 15,4-1-9-15,1 0 1 16,-1 0-2-16,3 0-2 16,-4 0 8-16,2 0-5 15,0 0 3-15,-5 0 6 16,-2 0 5-16,1 9-17 16,-6-4 9-16,-1 1-3 15,2-6-2-15,-5 0-3 16,7 0 3-16,0 0 1 0,-3-3 20 15,1-5-16-15,0-1 1 16,0 9-2-16,0-1 4 16,1-2-7-16,1 3 17 15,2-1-18-15,3 1 1 16,-2 0-1-16,-4 0 8 16,3 0 3-16,-6 0-4 15,-1 0-13-15,-3 0 12 16,-6 1 0-16,5-1-6 15,-3 0-1-15,2 0-10 16,-1-1-47-16,-1-26-51 16,-8-5-220-16</inkml:trace>
  <inkml:trace contextRef="#ctx0" brushRef="#br0" timeOffset="102589.08">13437 13726 919 0,'0'0'0'0,"0"0"-312"0</inkml:trace>
  <inkml:trace contextRef="#ctx0" brushRef="#br0" timeOffset="103920.42">14924 13669 950 0,'0'0'0'0,"0"0"-5"15,0 0-24-15,112-134-241 16</inkml:trace>
  <inkml:trace contextRef="#ctx0" brushRef="#br0" timeOffset="105154.77">16565 13789 899 0,'0'0'117'15,"0"0"-117"-15,0 0-147 16,0 0-106-16</inkml:trace>
  <inkml:trace contextRef="#ctx0" brushRef="#br0" timeOffset="118458.31">30738 8765 543 0,'0'0'96'0,"0"0"-27"0,135 0 71 0,-74 0-125 15,-1 0-15-15,0 0-41 16,-4 0-129-16,-13 0 73 0,-8 0 24 16,-20 0-77-1,-6-10-129-15</inkml:trace>
  <inkml:trace contextRef="#ctx0" brushRef="#br0" timeOffset="118692.5">30605 8564 525 0,'0'0'310'0,"0"0"-309"0,0 0 60 16,116-2 24-16,-52-6-55 15,5 3-30-15,0 0-1 16,-9 5-111-16,-11 0-291 16</inkml:trace>
  <inkml:trace contextRef="#ctx0" brushRef="#br0" timeOffset="121489.84">28633 10315 875 0,'0'0'25'0,"0"0"0"0,122 19 30 0,-67-19-20 0,1 0-35 15,-2 0-2-15,-3 0-64 0,-2 0-19 16,-11 0-165 0,-14 0-306-16</inkml:trace>
  <inkml:trace contextRef="#ctx0" brushRef="#br0" timeOffset="122306.12">30299 10439 832 0,'0'0'95'0,"0"0"-95"0,0 0-1 0,136 50 0 15,-101-46-18-15,-6-2-80 16,-6-2-80-16</inkml:trace>
  <inkml:trace contextRef="#ctx0" brushRef="#br0" timeOffset="122495.76">30116 10217 805 0,'0'0'142'0,"0"0"-129"15,0 0 7-15,0 0 18 16,0 0-38-16,136-41-13 16,-87 43-64-16,-2 19-288 15</inkml:trace>
  <inkml:trace contextRef="#ctx0" brushRef="#br0" timeOffset="127518.22">30509 12403 238 0,'0'0'685'0,"0"0"-670"0,0 0 40 0,0 0 9 16,148 0-51-16,-103 0-13 16,-5 0-45-16,-11 0-67 15,-6 3-219-15</inkml:trace>
  <inkml:trace contextRef="#ctx0" brushRef="#br0" timeOffset="169083.83">27303 15731 232 0,'0'0'273'16,"0"0"-187"-16,117 25-49 16,-52-22-37-16,-5-3-12 15,-7 0-366-15</inkml:trace>
  <inkml:trace contextRef="#ctx0" brushRef="#br0" timeOffset="189664.81">29483 15798 132 0,'0'0'3'0,"0"0"-3"0,0 0-107 0,0 0 82 15,0 0 25-15,0 0 164 16,0 0 30-16,0-39 0 15,0 39-92-15,0 0-31 16,0 0-19-16,0-3-50 16,0 3 4-16,0-2-6 15,0 2 0-15,0 0 9 0,0 0 3 16,0 0 41 0,0 0-8-16,0 0-14 0,0 0-18 15,0 0-9-15,0 0 3 16,0 0-14-16,0 0 19 15,0 0-25-15,0 0 26 16,0 2-14-16,0 17 1 16,0 5 0-16,0 2 0 15,-6 1-1-15,4 0-2 16,-3 3 6-16,1-3-8 16,0 0 14-16,-2 0-16 15,6-5 9-15,0 0-2 16,0-8 0-16,0-8 2 0,6-6-2 15,15-2 2 1,16-32-6-16,7-8 11 0,10-11-11 16,12-11 9-16,5-2-10 15,3-15 0-15,12-2 5 16,1-3 6-16,3 7-2 16,-3 11 14-16,-14 9 5 15,-15 24-23-15,-20 17-10 16,-16 14-55-16,-20 4-140 15,-2 10-182-15</inkml:trace>
  <inkml:trace contextRef="#ctx0" brushRef="#br0" timeOffset="203785.61">16599 6788 12 0,'0'0'73'0,"0"0"-73"0,0 0-12 0,0 0 2 0,0 0 9 16,0 0 2-16,0 0-1 16,0 0 16-16,-11 0 12 15,11 0 21-15,0 0-29 16,0 0-4-16,0 0 1 15,0 0 37-15,-2 0-23 16,2 0-25-16,0 1-6 0,0-1 0 16,0 0-7-1,0 0 14-15,0 0 5 0,0 0-10 16,0 0 6-16,0 0-2 16,0 0 0-16,0 0 17 15,0 0-2-15,0 0 27 16,0 0-9-16,0 0 15 15,0 0-45-15,0 0 8 16,0 0-17-16,0 0-3 16,0 0-11-16,0 0 14 15,0 0 0-15,0 0 0 16,0 0-12-16,0 0 25 0,0 0-19 16,0 0 13-1,0 0-14-15,0 0 11 0,0 0-4 16,0 0 0-16,0 0 2 15,0 0-8-15,0 0 14 16,0 0-16-16,0 0 16 16,0 0-11-16,2 0 6 15,0 0 13-15,-2 0 6 16,4 0 14-16,-2 0-29 16,-2 3-2-16,5-2-10 15,-1-1 21-15,0 0-23 16,4 0 21-16,-4 0-17 15,3 0 10-15,-1 0-14 16,-2 0 7-16,-1 0 0 16,1 4 0-16,3-4 8 0,0 0-20 15,4 0 23-15,0 0-22 16,-2 0 19-16,0 0-11 16,2 0 5-16,2 0-2 15,-2-4 0-15,-1 4-7 16,-4 0 3-16,5 0 8 15,-5 0-3-15,2 0 15 16,-2 0-27-16,1 0 16 16,-1 0-5-16,-1 0 11 15,-2 0 11-15,3 0 11 16,-1 0-8-16,-1 0-5 16,5 0-16-16,0 0-4 0,0 0 7 15,-1 0-14-15,2 0 0 16,-1 0 7-16,4 0 3 15,-4 0-3-15,2 0 0 16,-5 0 9-16,5 0-21 16,-3 0 22-16,-4 0-20 15,-2 0 1-15,2 0 9 16,1 0 0-16,-3 0 1 16,12 0-7-16,-3 0 15 15,-1 0-20-15,0 0 22 16,-1 0-17-16,-1 0 13 15,0 0-13-15,0 0 6 16,-1 0-3-16,1 0 3 0,2 0 1 16,1 0-1-1,2 0 4-15,7 0-2 0,-2 0 7 16,0 0-12-16,-2-1 6 16,-3 1-6-16,-5 0 3 15,0 0 0-15,0 0 0 16,1 0 4-16,-2 0-2 15,0 0-1-15,-1 0 12 16,-3 0-12-16,5 0 28 16,-3 0-20-16,6 0-1 15,-2 0-8-15,-3 0 0 16,6 0-7-16,-3 0 19 16,4 1-12-16,3 3 11 15,3-4-7-15,2 0 15 16,10 0-13-16,-4 0-3 15,-5 0-3-15,3 0 1 0,-10 3 2 16,1-1-3-16,-3 2 6 16,-4-3-8-16,0 3 8 15,2-4-12-15,-2 0 14 16,-1 0-17-16,-2 0 9 16,0 0 0-16,-2 0-3 15,-4 2 14-15,0-2-21 16,5 0 20-16,-1 0-19 15,4 0 15-15,2 0-12 16,1 0-16-16,1 0-8 16,1 0 11-16,0 0 13 0,-1 0 5 15,-2 0-4 1,2 0 0-16,-5 0 6 0,-3 0-2 16,2 0-17-16,-4 0 15 15,5 0-3-15,0 0-9 16,0 0 4-16,4 0 3 15,7 0-4-15,1-2 8 16,2 1-7-16,-1-2 16 16,5 2-10-16,-8 1 2 15,3 0 3-15,-4 0-1 16,-5 0 3-16,2 0-3 16,-6 0 5-16,-1 0-8 0,0 0 11 15,0 0-12-15,-2 0 5 16,5 0 0-16,1 0-1 15,0 0 3-15,5 0-2 16,4 0 12-16,-1 0-18 16,3 0 22-16,-4 0-15 15,2 0 2-15,-1 0 1 16,-2 0-4-16,-1 0-3 16,4 0-1-16,0 0 8 15,4-3-8-15,1 2 18 16,-1-4-21-16,-6 5 15 15,6 0-11-15,-6 0 11 16,-3 0-6-16,-1 0-2 16,-1 0 0-16,-2 0-6 0,3 0 14 15,3 0-10-15,3 0 19 16,0 0-32-16,-1 0 26 16,-1 0-11-16,2 0 11 15,3 0-11-15,-2 0 3 16,0 0 2-16,-2 0-10 15,4 0 10-15,0 0-8 16,1 0 6-16,-4 0 0 16,0-4-3-16,-4 4-3 15,-3 0 2-15,-4 0 1 16,1 0-6-16,0 0 16 16,4 0-20-16,3-1 30 15,0-6-24-15,2 0 9 0,-3 2-8 16,1 1 3-1,-1 4 0-15,1 0 4 0,1 0 4 16,2 0-2-16,1 0-6 16,2 0 8-16,0 0-1 15,3 0-14-15,2 0-4 16,2 0 11-16,-6 0-14 16,2 0 14-16,-9 0-13 15,1 0 26-15,-5 0-20 16,-1 0 19-16,2 3-24 15,1-3 22-15,-1 0-11 16,7 0 1-16,1 0 0 16,-2 0-2-16,1 0 5 0,-2 0 2 15,-7 6 8-15,5-2 10 16,-7 2-21-16,0-2 32 16,2-3-33-16,3-1 8 15,-2 0-6-15,5 0-3 16,0 0 1-16,-1 0 8 15,-7 0-9-15,1 0 11 16,-4 0-17-16,-4 0 12 16,0 0 0-16,0 0-2 15,0 0-4-15,0 0 0 16,-2 0 5-16,3 0-1 16,-3 0 4-16,0 0 26 0,0 0-26 15,0 0-2-15,0 0-6 16,0 0-73-16,0-1-232 15</inkml:trace>
  <inkml:trace contextRef="#ctx0" brushRef="#br0" timeOffset="206419.89">24994 6797 171 0,'0'0'44'0,"0"0"-44"0,0 0-20 0,0 0 17 0,0 0-1 15,0 0 4-15,0 0 2 16,47-37 16-16,-43 33 51 16,0 4-7-16,-2 0-41 15,2 0-10-15,-2 0 54 16,2 0-36-16,5 0 4 16,-1 0-16-16,4 0-11 15,1 0 10-15,1 0-12 16,5 0 33-16,4-3-36 15,-3-1 12-15,-2 4-6 16,6 0-7-16,-3 0 5 16,2 0-4-16,4 0-1 15,0 0 0-15,4 0 2 0,3 7 7 16,-1-3-5-16,0-3 4 16,-1-1-11-16,-1 0 7 15,0 0 5-15,0 0 0 16,-2 0-1-16,-4 0-3 15,0 0-2-15,-1 0 17 16,-1-4-17-16,-2-4 33 16,0 4 8-16,-1 1-37 15,-3 0-7-15,2 3 0 16,-2 0 2-16,3 0 3 0,-1 0 4 16,6 0-7-1,4 4 7-15,-4-4-3 0,6 0-12 16,3 0 9-16,-3 0-6 15,-2 0 3-15,0 0 0 16,-4 0-3-16,-1 0 9 16,-2 0-12-16,0 6 10 15,-1 2-8-15,-2-4-12 16,6 4 4-16,-3-2 3 16,1-2 9-16,4-1 0 15,-1 0-2-15,5-3 2 16,2 3 4-16,2 1 23 0,0-3-8 15,3 3-6 1,-1 1-4-16,1-4-12 16,-1 3 3-16,-2 0 0 0,-4-2-8 15,-2 4 21-15,0 0-23 16,-5-6 20-16,5 0-17 16,-2 0 14-16,2 0-8 15,2 0 2-15,-4 4-1 16,-2 1 0-16,2 3-2 15,-1 0-4-15,0 1 12 16,11 1-6-16,0-1 3 16,5-5-6-16,1 2-11 15,4-4 5-15,-8 4-23 16,0-4 29-16,-8 3-43 16,0-5 12-16,-7 0 23 0,7 0 12 15,-2 0-5 1,0-7-7-16,0-3 3 0,3 0 9 15,-6 1-1-15,6 3 0 16,-6-1 6-16,-3-1-16 16,-4 4 25-16,0 0-22 15,-1 0 19-15,-1-1-21 16,4 1 9-16,1 1-1 16,0-2-6-16,5 1 7 15,-3 2 0-15,1 1 3 16,2 1-22-16,-3 0 39 15,2 0-22-15,1 0 11 0,0 0-18 16,0 0 8 0,0 0 1-16,-2 0 4 15,-4 0 2-15,-3 0 3 0,-5 0-6 16,-3 0-6-16,-1 0 18 16,-3 0-31-16,1 0 16 15,0-3-4-15,-1-2 4 16,1-4 5-16,-3 8-3 15,-2-3 8-15,-2 4-20 16,3 0 23-16,-3 0-3 16,0 0-4-16,0 0 33 15,0 0 0-15,0 0-4 16,0 0-14-16,0 0-14 16,0 0 8-16,0 0-15 15,0 0 2-15,0 0 13 0,0 0-30 16,0 0 13-16,0-6-24 15,0-7-78-15,-18-9-246 16</inkml:trace>
  <inkml:trace contextRef="#ctx0" brushRef="#br0" timeOffset="-214554.11">29902 6729 228 0,'0'0'126'0,"0"0"-117"0,0 0 72 0,0 0 37 0,0 0-38 16,0 0-23-16,0 0-1 15,0 0 5-15,-2 0-60 16,0 0 38-16,2 0-35 15,0 0-6-15,0 5 2 16,-2-5 0-16,-2 4 0 16,-2 0 3-16,-2 1 20 15,6 4-22-15,-5-4 15 16,3 12-14-16,-4 2-4 16,4 7-14-16,-5 3-3 0,1 3-23 15,-2 0 37-15,-3-2 0 16,5-4 10-16,-4-4-13 15,3 0 23-15,1-2-28 16,-1 4 26-16,4-2-9 16,3-7-1-16,-1-8-1 15,3-7-2-15,0 0 0 16,0 0 1-16,0-16 25 16,0-11 13-16,0-12-39 15,0-11 37-15,5-9-28 16,11-16 16-16,1-16 9 15,3-9-27-15,1-8-5 16,0 8 3-16,4 11-9 16,0 15 18-16,2 9-22 0,-3 10 16 15,5 3-5 1,-2 4 0-16,4 2-3 0,3 2 0 16,3 1 1-16,8 1-7 15,4 8 12-15,3 4 3 16,-4 8 2-16,-1 6-17 15,-7 4 6-15,-7 6-37 16,-8 6-76-16,-5 0-168 16,-9 0-82-16</inkml:trace>
  <inkml:trace contextRef="#ctx0" brushRef="#br0" timeOffset="-213703.93">29713 6775 242 0,'0'0'122'0,"0"0"-53"0,0 0-8 0,0 0-59 0,148 14 18 15,-109-10 23-15,10 3 17 16,4-1-2-16,12-5 8 16,5-1 32-16,3 0-64 15,0 0 13-15,-8 0-20 16,-9 0-7-16,-14 0-18 15,-13 0-2-15,-9 0 16 16,-8 0-11-16,-10 0 15 16,0 0-16-16,-2 0 20 0,0 0-15 15,0 0 18-15,0 0-25 16,0 0 20-16,0 0-7 16,0 0-11-16,0-1-4 15,0-2 9-15,0 3-20 16,2-1 26-16,0 1-27 15,-2-2 22-15,5 2-17 16,-5 0 7-16,0 0 0 16,0 0 0-16,0 0 2 15,0 0 3-15,0 0 5 16,0 0-19-16,0 0 19 16,0 0-20-16,0 0 9 0,0 0-11 15,0 0-15-15,0 0-53 16,0 0-59-16,0 0-122 15,0-3-3 1</inkml:trace>
  <inkml:trace contextRef="#ctx0" brushRef="#br0" timeOffset="-209623.56">2894 13564 138 0,'0'0'61'0,"0"0"-61"0,0 0-17 0,0 0 14 16,0 0-52-16,0 0 55 15,0 5 14-15,0-1 43 16,0 0-52-16,0-2-5 15,0 2-1-15,0-1 1 16,0-2 15-16,0-1 65 16,0 2 39-16,0 6-51 15,0 3-53-15,6 0-15 16,-4-1-50-16,8 5-90 16,-6-9 108-16,-2-3 32 0,1 2 41 15,1-5 34 1,2 1-54-16,1-1 16 0,7 0-36 15,-1 0 13-15,1 0-14 16,-1 0 0-16,5 0-2 16,-3 3 2-16,1 3 20 15,3-5 6-15,2 3 21 16,-1 0-38-16,7-4 5 16,-1 0-8-16,-3 0 1 15,3-1-5-15,-1-7 4 16,-8-1-4-16,2 3 4 15,-6 5 6-15,-2 1 15 16,0 0 44-16,5 0-43 16,4 0 9-16,2 0-36 0,3 0 5 15,4-5 0-15,-4-6-2 16,3-2-4-16,-6 1 3 16,-4 4-3-16,-5 2-4 15,3 2-2-15,-3 4 12 16,1-4-12-16,6 2 17 15,7 1-20-15,-3-2 15 16,1-1-11-16,0 4 10 16,-4-2-10-16,4-4 3 15,-2-1-10-15,-2 2 0 16,6-2 24-16,0-2-8 16,6 3 1-16,1 0-2 15,2 4 4-15,4-2-13 0,6 4 6 16,6 0 0-16,-1-2 0 15,-2-6 9-15,-6 2-18 16,-4-1 22-16,-5 2-27 16,-1 5 21-16,-4 0-7 15,9 0 9-15,-5 0-3 16,8 0-2-16,3 2 5 16,-2-2-17-16,5 0 25 15,-7 0-29-15,1 0 24 16,-3 0-12-16,-3 0 0 15,1 0 1-15,-3 9 4 16,-4-2 7-16,9 1-16 16,-4-2 15-16,1-4-14 15,-3-2 8-15,-1 0-7 16,-4 0 4-16,-2 0-2 0,2-2 0 16,-2-4 0-16,2-2-2 15,-2 8 6-15,6 0-11 16,0 0 14-16,4 0-5 15,3 0 3-15,-2 0-10 16,4-1 0-16,0-5 1 16,-2-3-3-16,-3-1 7 15,-3 2-6-15,1 2 15 16,-6 2-22-16,4 4 25 16,-2 0-20-16,2 0 8 0,10-2 0 15,7-2 0 1,4 0-5-16,4-6 5 0,-3 2-12 15,-6 2 1-15,-1 2 4 16,-3 2-4-16,-5 2 10 16,-1 0-5-16,4 0 5 15,-1 0-1-15,2 0 2 16,-1 0 0-16,-4 0 0 16,-1 0 0-16,-3 0-12 15,-2 0 12-15,-4 0 0 16,0 0-10-16,0 0 1 15,-3 0 8-15,0 0 1 16,1 0 0-16,0 2 2 0,0-2-4 16,-4 2 4-1,4-2-4-15,4 0 14 0,-7 0-24 16,5 0 20 0,-1 0-8-16,-3 0 0 0,6 0-1 15,0 0-5-15,-5 0 12 16,5 0-17-16,-2 0 24 15,-3 0-14-15,5 0 8 16,0 0-14-16,2 0 0 16,3 0 6-16,-3 0-1 15,3 0 4-15,2 0-7 16,-3 0 12-16,2 0-15 16,1 0 17-16,-1-4-14 15,-1-2 10-15,-1 0-7 0,-4 2 3 16,0 0-1-16,-2 2 0 15,0 1 7-15,-5-2-18 16,5 3 22-16,-3 0-24 16,1 0 25-16,4-2-20 15,-4-2 12-15,-1 0-8 16,-4 2 4-16,-4 0 0 16,-1 2-7-16,1 0 14 15,2 0-18-15,2 0 22 16,4 0-18-16,3-4 12 15,0 4-10-15,2 0 5 16,-2 0-11-16,1 0 11 16,-1 6-1-16,0 2-14 0,0-4 28 15,2-1-29-15,6-3 22 16,1 0-12-16,4 1 6 16,-4 1 0-16,-5 6-1 15,-2-2 4-15,-4-4-9 16,-6-2 16-16,6 0-20 15,-3 0 9-15,0 0-2 16,-2-2 3-16,1-4 2 16,-2 2 22-16,2 0-20 15,5 4 11-15,1-6-12 0,4 0-1 16,-1 0 13 0,-4-4-25-16,6 4 21 0,-7 0-20 15,2 1 13-15,-2 3-4 16,-9 2 0-16,3-3 8 15,-5 3-17-15,2-2 20 16,-5 0-18-16,9 0 17 16,-2-2-16-16,1 0 8 15,4 2-4-15,2-2 2 16,-1 4 0-16,1 0-5 16,-1 0 12-16,0 0-22 15,-3 0 21-15,-4 0-17 16,-3 0 17-16,-3 0-7 15,1 0 2-15,-4 0 8 16,1 0-9-16,7 0 5 0,-7 0-13 16,3 0 17-16,2 0 2 15,-3 0-7-15,-2 0 42 16,0 0-32-16,0 0-4 16,-2-2-3-16,-3 2 6 15,1-2-7-15,-5 2-1 16,0 0 0-16,0 0 10 15,0 0-1-15,0 0 0 16,0 0 22-16,0 0-18 16,0 0 0-16,0 0-4 15,0 0-9-15,0-3-5 16,0-3-32-16,0-6-48 16,-14-7-136-16,-10 2-280 15</inkml:trace>
  <inkml:trace contextRef="#ctx0" brushRef="#br0" timeOffset="-207010.01">3039 16445 99 0,'0'0'135'0,"0"0"-127"0,0 0-3 15,0 0 11-15,0 0-4 16,0 0 64-16,0 0-3 16,-29 14-25-16,29-14-29 15,0 0 18-15,0 0-36 0,0 0 7 16,0 0-8-16,0 0 0 16,0 3 0-16,0 2 8 15,0 1 25-15,9-2-32 16,3 4 25-16,5-2-22 15,1 2 0-15,3-3 1 16,2 0-1-16,4 3-1 16,2-4-3-16,0 0 1 15,2 2 2-15,0 2 2 16,3 1 2-16,-3-3 23 16,6 1-22-16,1-3-12 15,-3-4 8-15,4 0-1 0,-3 2-1 16,-3 2 6-16,2 0-8 15,-3 4 0-15,1 2 4 16,2 2-2-16,4-6 6 16,-3-2-7-16,1 0-1 15,-1-4 9-15,-1 4-9 16,6-4 0-16,-8 0-3 16,1 4 1-16,1 2 4 15,1 7 18-15,6 0-16 16,3-3 6-16,3-2-4 15,-1-8-7-15,1 0 2 16,2 0-2-16,-2 0-1 16,-4 0-1-16,5 0 3 0,-3 4 3 15,-1-2 5-15,0 2 0 16,0-4-16-16,-5 0 4 16,-3 0-9-16,1-6 10 15,-5 2-4-15,1 4 7 16,-5 0 0-16,0 0-6 15,-3 0 15-15,3 0-13 16,-2 0 12-16,4 0-8 16,1-8 0-16,-3 2-12 15,0 6 2-15,-5 0 6 16,5 0 0-16,-2 0 8 16,2 0-4-16,3 0 2 0,-3 0-2 15,4 0 0 1,-4 0 1-16,-5 0-3 0,5 0 11 15,-5 0-20-15,5 0 22 16,5 0-2-16,3 0 2 16,6 0-11-16,-1 0 4 15,8 0-4-15,5 0 4 16,3-4-2-16,2-4-4 16,-2 5 4-16,-7 1-9 15,1-7 7-15,-8-3-12 16,-4 2-44-16,1-4 46 15,-4 6-17-15,-5 2 27 16,-3 6 0-16,-8 0 3 0,4 0 17 16,0-4-13-1,1-4-10-15,1-2 3 0,2-7-3 16,3 0-16-16,-6 3 19 16,3 1 7-16,-1 4 20 15,2 5 7-15,1 0-33 16,3 2 14-16,-1-2-6 15,1 0-11-15,-1 0 7 16,3-2-10-16,-5-2-11 16,0 4 15-16,-4-4-3 15,-3 2 8-15,2 6 6 16,-1-4 11-16,6 0 18 0,0 0-21 16,-2 2-32-1,5-7 28-15,-7 6-23 16,4-1 11-16,-9 2-2 15,-3-2 2-15,-6 0 2 0,-1 4-8 16,2-4 8-16,-3 0-11 16,1-1 18-16,-1 4-20 15,-3 1 18-15,-1 0-16 16,-2-4 7-16,-5 4 0 16,0 0-2-16,0 0 9 15,0 0 9-15,0 0-8 16,0 0 9-16,0 0-13 15,0 0 3-15,0 0-7 16,4-4 0-16,-1 4 1 16,-1 0 6-16,-2 0 15 0,2 0-22 15,0 0 26-15,0-5-20 16,0 5-11 0,1 0 7-16,-3 0-4 15,0 0-1-15,0 0-1 0,0 0 2 16,4 0 4-16,1 0 4 15,2 0-5-15,-3 0 12 16,5 0 0-16,-1 0-19 16,0 0 6-16,-2 0-7 15,-4 0 7-15,0 0-8 0,-2 0-14 16,0 0-88 0,0 0-142-16</inkml:trace>
  <inkml:trace contextRef="#ctx0" brushRef="#br0" timeOffset="-201230.54">3166 9916 469 0,'0'0'55'0,"0"0"-1"0,0 0-35 0,0 0 9 15,0 0 14-15,0 0 9 16,0 0 6-16,-100 0 0 16,90 0-50-16,-1 3-5 15,-3-3-4-15,-3 0 4 16,-3 0-9-16,-3 0 21 15,4 0-9-15,-4 0 16 16,-4 5-19-16,1 1-2 16,-8 2 0-16,5 0 0 0,-2-4 9 15,4 2 3 1,3-3-5-16,-5 1-1 0,0 1 0 16,2-1-12-16,-2 0 12 15,5 0-4-15,-7-4-2 16,-1 8-10-16,-3-2 7 15,-3 4 6-15,-7 0 7 16,1 2-4-16,-1 2-5 16,-1-4 9-16,10 4-20 15,5 0 10-15,-2 1-1 16,1 9-4-16,1 2 10 16,2 3-7-16,2 2 8 0,3-3-11 15,3 3 12 1,4-5-13-16,-3-3 11 0,7 0-5 15,-6 4 0-15,2 3 1 16,-1-2-12-16,2 2 22 16,3 0-18-16,4 3 19 15,5-3-19-15,2 2 17 16,2-6-19-16,0-2 9 16,0 2-2-16,13 2 1 15,0 3 1-15,5 10-7 16,0 5 22-16,-1 2-20 15,2 4 6-15,2-5-2 16,2-9-2-16,4-7-3 16,4-2-14-16,2-3 10 15,1 0 3-15,6 0 4 0,4-4-6 16,3 1 10-16,9-8-10 16,2-7-29-16,0-4 12 15,-2-4-36-15,-5 0 26 16,-2 0 26-16,0 4-10 15,2 0 11-15,5 2 3 16,-3 3-9-16,1-1 20 16,1-1-10-16,1-5-17 15,0-2-28-15,4 0 2 16,2 0 30-16,-4 0 10 0,-2 0 8 16,-3 0-14-1,-4-2 36-15,-7 2-44 0,6 0 38 16,-9 0-21-16,0 0 5 15,1 2 0-15,2 4-10 16,1-6 22-16,3 0-27 16,-1 0 31-16,-1 0-21 15,-2-2 10-15,3-4 9 16,-3-1-1-16,1 4 13 16,-5-1-16-16,2 4 4 15,7 0-28-15,-3 0 26 16,5-6-25-16,0-6 17 15,0-3-4-15,0-2 0 16,-4-1-4-16,1 3-8 16,-7 5 12-16,-4 3-3 0,1 3 2 15,-1 2 1-15,1 2 0 16,1 0 24-16,6 0-20 16,-3-2 14-16,12-4-18 15,-4-2 10-15,-3-1-10 16,2 1-10-16,-4 5-58 15,-8 3-22-15,3 0 35 16,-9 0 55-16,2 0-16 16,-2 2 32-16,2-1-4 15,5-1 0-15,-1 0-11 16,4 5-1-16,0-5 1 16,-1 1-2-16,0 1 11 0,0 1 6 15,4 5-16 1,-2-2 29-16,1 0-6 0,-3-2-18 15,1-4 21-15,7 0 7 16,-4 0 22-16,4 0-20 16,1 0 39-16,2 0-54 15,2-2-15-15,-1-2 0 16,-4-2-10-16,-1 0 4 16,-10 0-2-16,5 3 3 15,-2 1 0-15,5 2 9 16,11-1 1-16,3 1 12 15,8-5-22-15,0 2-9 16,-1-3-45-16,-4-4 18 0,-5 0 29 16,1 0 7-1,-2 4 11-15,-3-1 16 0,2 2 32 16,7 5 1-16,5 0-41 16,7 0-19-16,1 0-9 15,1-7 5-15,-1-2-1 16,-4-5 1-16,-9-3 4 15,-4 3 0-15,-2-1 3 16,2-3 31-16,1-7-33 16,7-5 14-16,4-1-15 15,-3-12-1-15,1 0-12 16,1-1 8-16,-5 1 5 16,-1 5 0-16,-6 6 3 0,-6-1 3 15,-2 3 44-15,-5-4-35 16,-1-2-6-16,-8 2-9 15,-8-6-4-15,-10-2-47 16,-6 2-57-16,-9 4 29 16,0 9 79-16,0 5 11 15,0 4 38-15,-15 2-27 16,1-1-22-16,-4-4-23 16,-6 2 4-16,-8-4-35 15,-5 5 48-15,-6-6 8 16,-3 1-4-16,-2-2 4 15,2 3 14-15,-6 2 9 16,2 3 46-16,3-2-42 16,-5 5-28-16,4-6 47 0,-2 1-20 15,-6 0 11 1,4 2-23-16,-4 2-5 0,-2 0-11 16,0 4-3-16,4 2-4 15,-6 0 6-15,-1-4 1 16,-1 3-8-16,-5 3-3 15,-6 5 0-15,-1 2-1 16,-6 0 13-16,-2 9-12 16,-1 5 3-16,1 0 3 15,4-4-1-15,5-7 6 16,4 2 3-16,1-5 3 16,4 0-12-16,1 0 10 0,1 0-14 15,-5 0 20 1,-4 3-20-16,-7 3 9 0,2 3-3 15,2 0 3-15,8-4 2 16,13-1-6-16,1 1-20 16,-4-2 14-16,3 3-62 15,-10 3 12-15,-8 3 33 16,-7 1 25-16,-6 1 4 16,3 1-1-16,-1-3 14 15,6-2 1-15,3-3-5 16,-1-1-4-16,5 1 9 15,-4 1-3-15,3 2-9 16,-1 6-1-16,7 0-2 16,8 1 0-16,4-5 0 15,0-10-3-15,6 1 13 0,2-3-4 16,1 0 10-16,6 0-19 16,-3-10 6-16,-5 4 11 15,-4 2-4-15,-4 4 24 16,-1 0-10-16,5 0-19 15,0-8-5-15,5-4 7 16,-5-3-16-16,2 0 13 16,-2 3-15-16,-1 3 9 15,4 9 2-15,-1 0 15 16,5 7 11-16,2 3-24 16,5 6 5-16,1-8-10 15,0-5 17-15,5-3-28 0,-2 0 21 16,7 0-7-16,-1-3 6 15,1 0-1-15,-1 3 4 16,-4 0-9-16,-2 3 0 16,-1 7 10-16,-1 2-5 15,6-6 4-15,4-1-17 16,2-4 18-16,5-1-10 16,5 0 0-16,7 5-37 15,2 3-86-15,0 9-211 16</inkml:trace>
  <inkml:trace contextRef="#ctx0" brushRef="#br0" timeOffset="-128324.82">12526 14727 535 0,'0'0'71'0,"0"0"-60"0,0 0 3 0,0 0 37 0,0 0 59 16,0 0-14-16,0 16-54 15,0-16-23-15,0 0-19 16,0 0-15-16,4 0-120 15,-2-3-113-15,-2-3-85 0</inkml:trace>
  <inkml:trace contextRef="#ctx0" brushRef="#br0" timeOffset="-127976.63">12744 14727 300 0,'0'0'338'0,"0"0"-282"15,0 0-40-15,0 0 0 16,0 0-16-16,0 0-21 16,0 0 1-16,2 0-33 15,1 0-64-15,-1-5-54 16</inkml:trace>
  <inkml:trace contextRef="#ctx0" brushRef="#br0" timeOffset="-127659.82">13071 14748 686 0,'0'0'57'0,"0"0"-57"16,0 0-7-16,0 0-50 16,0 0-191-16,0 0-173 15</inkml:trace>
  <inkml:trace contextRef="#ctx0" brushRef="#br0" timeOffset="-122164.17">15683 14597 984 0,'0'0'157'0,"0"0"-146"0,0 0-21 16,0 0 10-16,0 0-109 16,0 0-147-16,0-14 45 15</inkml:trace>
  <inkml:trace contextRef="#ctx0" brushRef="#br0" timeOffset="-121883.02">15988 14490 469 0,'0'0'147'16,"0"0"-73"-16,0 0 42 0,0 0-79 16,0 0-37-16,0 0-27 15,6 0-78-15,4 0 11 16,-8 0-54-16,0 0-321 16</inkml:trace>
  <inkml:trace contextRef="#ctx0" brushRef="#br0" timeOffset="-121613.34">16324 14591 370 0,'0'0'481'15,"0"0"-442"-15,0 0-38 16,0 0 22-16,0 0-23 16,0 0-18-16,0 25-112 15,0-25-164-15</inkml:trace>
  <inkml:trace contextRef="#ctx0" brushRef="#br0" timeOffset="-109009.43">20335 14574 852 0,'0'0'114'0,"0"0"-69"0,0 0 28 0,0 0-73 16,0 0 1-16,0 0-4 16,-15 0-12-16,15-4-37 15,2-2-80-15,6 6-88 16,1-2-108-16</inkml:trace>
  <inkml:trace contextRef="#ctx0" brushRef="#br0" timeOffset="-108393.68">21188 14524 849 0,'0'0'183'0,"0"0"-171"0,0 0-2 0,0 0 31 16,0 0-34-16,0 0-12 15,5 0 7-15,-5 0-2 16,0 0 1-16,0 0 2 15,0 0 9-15,0 0-8 16,0 0-8-16,2 0 16 16,-2 0-19-16,0 0 7 15,0 0-20-15,0-6-113 16,-2-4-320-16</inkml:trace>
  <inkml:trace contextRef="#ctx0" brushRef="#br0" timeOffset="-53556.8">10781 11468 262 0,'0'0'208'0,"0"0"-199"0,0 0 2 0,0 0 7 15,0 0 10 1,0 0-25-16,0 2 33 0,0-2-6 16,0 0 25-16,0 0-18 15,0 0-14-15,0 0 7 16,0 0-21-16,0 0 23 16,0 0-30-16,0 0-1 15,0 0 4-15,0 0 1 16,0 0 10-16,0 0-14 15,0 0-2-15,0 0-85 16,0 0-134-16,0 0-226 16</inkml:trace>
  <inkml:trace contextRef="#ctx0" brushRef="#br0" timeOffset="-47810.69">14092 11350 449 0,'0'0'101'0,"0"0"-73"0,0 0 0 0,0 0-28 16,0 0-10-16,0 0-17 16,0 0 27-16,0 0 11 15,0 0 54-15,-3 0-21 16,3 0 6-16,0 3 28 15,-2 3-43-15,2 3-35 16,0-9 1-16,0 0-4 16,0 0 1-16,0 0-12 15,0 0 8-15,0 0 0 16,0 0 6-16,0 0-4 16,0 0 2-16,0 0-6 15,0 0-6-15,0 0 19 0,0 0-12 16,0 8-2-16,0-6-15 15,0-2-128-15,-11 0-341 16</inkml:trace>
  <inkml:trace contextRef="#ctx0" brushRef="#br0" timeOffset="1940.31">18232 7803 1 0,'0'0'0'0</inkml:trace>
  <inkml:trace contextRef="#ctx0" brushRef="#br0" timeOffset="90670.74">4821 7546 81 0,'0'0'73'0,"0"0"-26"0,0 0-28 15,0 0-16-15,0 0-3 0,20-110 0 16,-20 105 13-16,0 5-5 15,0 0 17-15,0 0 29 16,0 0 20-16,0 0-42 16,0 0 18-16,-2 0-5 15,2 0-15-15,0 0-27 16,0 2-3-16,0-2 4 16,0 0-4-16,0 0 0 15,2 0 0-15,7-9 0 16,0-10 0-16,-2-1 0 15,-3-4 4-15,-4 4-4 16,0 4 0-16,0 6 1 16,0 6 29-16,0 4 55 15,0 0-21-15,-2 0-37 16,-5 0-27-16,7 0 9 0,-2 0-18 16,0 0 3-16,0 6-22 15,0 6-20-15,-1 1 40 16,3 4 2-16,0-2 6 15,0-8 1-15,0-3 3 16,0-4-8-16,0 0-16 16,0 0-8-16,0 0 1 15,0-6 24-15,0-1-2 16,0-4 10-16,0 5 1 16,0 2 1-16,-3 0-13 15,-5-1 6-15,-3 1-49 16,-3 4-9-16,1 0 30 0,-1 0 28 15,3 9 54 1,3 13-38-16,3 8-16 0,5 2 20 16,0-6-18-16,0-5-2 15,0-16-5-15,0-5-68 16,7 0 30-16,-1 0 25 16,1-16 13-16,-3-2 10 15,1 0-3-15,0-6 7 16,-3 3-18-16,0 4-25 15,-2 1-42-15,0 5 25 16,0 1 51-16,-2 7 1 16,-7 3 18-16,0 0 99 15,0 0-60-15,3 9-16 0,1 2-26 16,5-1 31 0,0-6-44-16,0-4-3 0,7 0-64 15,6 0 8-15,1 0-4 16,-6-4-8-16,-6-2-89 15</inkml:trace>
  <inkml:trace contextRef="#ctx0" brushRef="#br0" timeOffset="94235.04">11280 8795 174 0,'0'0'35'0,"0"0"-35"16,0 0-5-16,0 0 5 15,0-108 64-15,0 71 13 0,0 0 2 16,-2-2-14-16,-7 5-63 16,-2 1 2-16,4 8-2 15,-4 5-2-15,3 8 0 16,-6 6 8-16,-4 6 81 16,-4 0-21-16,-9 0-9 15,-5 19-20-15,3 12-25 16,-1 5-14-16,5 8-12 15,7 4-27-15,13 2 10 16,2 0 18-16,7-1 11 16,0-11-7-16,0-9 13 15,0-2-6-15,7-11 1 16,10-8-1-16,8-8-4 0,2 0 4 16,4-2 26-16,-2-20-18 15,5-6 10-15,-5-6-12 16,-7-4 16-16,-7-2-20 15,-4 0 14-15,-1 4-1 16,-6 7-1-16,0 9-13 16,-2 11 0-16,-2 5 6 15,0 4-1-15,0 0-1 16,0 0-3-16,0 1 3 16,7 21-3-16,5 9 3 15,5 10-5-15,8 9-6 16,8 0 5-16,5 3 1 0,5-7 0 15,-4-12-11-15,1-10 3 16,1-14-15-16,-1-10 21 16,-3 0-2-16,-5-18 3 15,-8-16 1-15,-11-6-39 16,-13-2-242-16</inkml:trace>
  <inkml:trace contextRef="#ctx0" brushRef="#br0" timeOffset="94833.45">12140 8763 525 0,'0'0'269'0,"0"0"-218"0,0 0-40 0,0 0-11 0,0 0-5 16,0 0 4-16,27-8 2 15,-16 8 0-15,-2 0 9 16,4 0-3-16,-1 0-6 15,-1-2-2-15,0-2-95 16,-5-2-91-16,-3 0-38 16,-3 1-24-16</inkml:trace>
  <inkml:trace contextRef="#ctx0" brushRef="#br0" timeOffset="94983.32">12002 8582 656 0,'0'0'90'0,"0"0"-90"0,0 0-3 15,0 0-4-15,0 0 7 16,0 0-134-16,80-22-192 16</inkml:trace>
  <inkml:trace contextRef="#ctx0" brushRef="#br0" timeOffset="95916.89">12829 8785 127 0,'0'0'36'0,"0"0"-3"0,0 0 22 0,0 0-32 16,0 0-14-16,0 0 30 0,-9 66 49 15,9-52-43-15,0-4 5 16,-3-3 7-16,3-2-8 16,-2-5-18-16,0 0 8 15,0 0 26-15,0-18-28 16,0-13-28-16,-1-12-8 16,1-8 29-16,2-11-21 15,0-7 12-15,0-6-17 16,-2-1-5-16,-3 6 1 15,3 11 0-15,-3 15-2 16,-1 17 8-16,4 16-6 16,-3 5 7-16,5 6 72 15,-2 0-13-15,0 0-46 0,-2 0-20 16,-4 0-25 0,-2 27 4-16,-3 13-47 0,-8 16-59 15,-3 8-40-15,5 1 46 16,-2-6 41-16,5-15-8 15,3-13-161-15</inkml:trace>
  <inkml:trace contextRef="#ctx0" brushRef="#br0" timeOffset="96352.03">13098 8713 211 0,'0'0'328'0,"0"0"-308"0,0 0-14 0,0 0-9 0,0 0 6 16,0 0-3-16,12 118 4 15,-12-90-5-15,0 0 1 16,0 0-5-16,0-4-1 16,0-4-35-16,0 0-20 15,0-7-81-15,-5-4-92 16</inkml:trace>
  <inkml:trace contextRef="#ctx0" brushRef="#br0" timeOffset="96948.34">13439 8758 439 0,'0'0'83'0,"0"0"-62"0,0 0 27 0,0 0-32 15,0 0 11-15,0 0 1 0,7-105 30 0,-5 62-27 16,-2-1 13-16,0 0-24 16,3 4 24-16,-1 7-40 15,0 6-2-15,2 11 4 16,-4 2-3-16,2-2-1 15,-2-4 6-15,3-4-11 0,1 4 10 16,-2 4-10-16,-2 9 4 16,0 3-1-16,0 4 0 15,0 0 4-15,0-2 6 16,0 2-10-16,0 0 14 16,-6 0-10-16,-19 14-3 15,-6 22-1-15,-5 11-56 16,3 3 19-16,4-6 36 15,4-11-2-15,10-10-5 16,4-9-57-16,4-8-45 16,0-5 47-16,3-1-95 0</inkml:trace>
  <inkml:trace contextRef="#ctx0" brushRef="#br0" timeOffset="98114.86">14743 8699 530 0,'0'0'81'0,"0"0"-64"0,0 0-7 16,0 0 16-16,0 0-21 15,0 0 4-15,-25 104 19 16,14-69-1-16,-5 6 63 16,-2 5-67-16,-1 0-23 15,-2 1-4-15,6-8-80 0,3-6-72 16,-1-16-114 0</inkml:trace>
  <inkml:trace contextRef="#ctx0" brushRef="#br0" timeOffset="98396.63">14941 8360 150 0,'0'0'708'0,"0"0"-686"15,0 0-9-15,0 0 0 16,0 0 17-16,0 0-2 16,0-4-28-16,0 4-47 15,0 0-259-15</inkml:trace>
  <inkml:trace contextRef="#ctx0" brushRef="#br0" timeOffset="99446.16">16062 8363 190 0,'0'0'68'0,"0"0"-19"0,0 0 73 16,0 0-28-16,0 0-45 0,0 0 0 15,0 0-14-15,-56 33 53 16,54-33-5-16,-2 0-25 15,-2 0-37-15,2 0 2 16,-2 0-9-16,1-13-11 16,-3 4 1-16,0-5 8 15,2-3 3-15,-3 3-14 16,7 1-2-16,0-3 0 16,2 1-5-16,0-1 3 15,0 3 2-15,0 0-3 16,0 3 8-16,0 3-10 15,2 5 5-15,7 0-4 16,1-1 0-16,7 3 4 0,1 0-2 16,-3 0-7-16,-2 0-7 15,1 14-8-15,-6 4 0 16,1 9 9-16,-6 5 14 16,-3 8 4-16,0 10 14 15,-12 12-4-15,-15 10-4 16,-8 7-8-16,-7-1-3 15,-10-4-10-15,-1-10 13 16,-2-14 14-16,1-10-14 16,7-14 28-16,9-8-9 15,9-10 20-15,9-8-28 16,9 0 0-16,11 0 1 0,0-2-12 16,0-14-16-16,9 2 6 15,13 1 6-15,5 8-36 16,2 5 20-16,2 0 3 15,3 0 17-15,-1 5 0 16,5 10-3-16,0-1-4 16,-2 0 1-16,-1 0-5 15,-4-4 9-15,3-4-8 16,-7-6-2-16,-5 0-81 16,-5-4 16-16,-3-22 77 15,-5-6 14-15,-3-6-1 16,-3 7-13-16,-3 1-15 0,0 5-35 15,0 9-35-15,0 4 17 16,0 6-75-16,0 3-101 16</inkml:trace>
  <inkml:trace contextRef="#ctx0" brushRef="#br0" timeOffset="100047.18">17124 8725 594 0,'0'0'131'0,"0"0"-120"0,0 0 34 0,0 0-12 16,0 0 4-16,0 0 2 0,3 104-25 16,-10-54-14-16,-9 2-7 15,5-7-39-15,-2-5-52 16,-1-14-3-16,4-11-40 15,3-10-162-15</inkml:trace>
  <inkml:trace contextRef="#ctx0" brushRef="#br0" timeOffset="100278.75">17056 8342 692 0,'0'0'196'16,"0"0"-161"-16,0 0-30 15,0 0-10-15,0 0-35 16,0 0-208-16,4-68-225 15</inkml:trace>
  <inkml:trace contextRef="#ctx0" brushRef="#br0" timeOffset="102043.34">18040 8881 353 0,'0'0'149'0,"0"0"-146"0,0 0-1 15,0 0 0-15,0 0 3 16,0 0 4-16,0 18 10 16,0-18 21-16,0 0 12 15,0 0-39-15,0 0-6 16,0 0 24-16,0 0 14 16,0-8 36-16,0-22-32 0,0-16-1 15,3-18-28-15,3-6 5 16,-6-7-10-16,0-3-5 15,0 5-9-15,0-6 1 16,0 2-4-16,2 3 5 16,2 12-5-16,3 16 9 15,-4 18-11-15,-1 16 4 16,-2 12-17-16,0 2-37 16,0 0-2-16,0 26 17 15,-12 22 30-15,-14 24 7 0,-6 12-9 16,-5 5-43-1,-7-7-183-15,10-18-154 0</inkml:trace>
  <inkml:trace contextRef="#ctx0" brushRef="#br0" timeOffset="102678.02">18579 8368 39 0,'0'0'244'0,"0"0"-226"0,0 0-9 0,0 0 149 16,0 0-57-16,0 0-20 15,-96 102-18-15,103-86-27 16,22 2 21-16,6 0-12 16,6 3-21-16,-3 2-20 15,2 5 2-15,0 2 3 16,2 4-8-16,6 4 1 15,-6 3 5-15,-7 1-14 16,-12 0 17-16,-19 2-11 16,-4 0 2-16,-14 4 0 15,-24-2-1-15,-4-6 0 16,-1-1 14-16,2-14-10 16,-4-4 11-16,2-17-13 0,-1-4-4 15,-1-19-17-15,3-19-78 16,7-5-122-16,6-4 49 15,8 1 61-15,8-2 53 16,7-5-35-16</inkml:trace>
  <inkml:trace contextRef="#ctx0" brushRef="#br0" timeOffset="102876.85">18392 8404 368 0,'0'0'109'16,"0"0"-44"-16,0 0 101 16,74-103-50-16,-32 74-77 15,4 2-33-15,6 1-12 16,2 8-75-16,-3 8-154 16,-7 10-217-16</inkml:trace>
  <inkml:trace contextRef="#ctx0" brushRef="#br0" timeOffset="103292.2">19143 8608 270 0,'0'0'79'0,"0"0"-21"16,0 0-23-16,30 133 38 16,-15-105-12-16,5-2-30 15,2-6 17-15,0-4 0 16,5-4 4-16,2-2-4 16,6-4-15-16,11-4-11 15,0-2-3-15,3 0 10 16,-2-30 4-16,-8-19-27 0,-4-16 4 15,-14-14-6-15,-11-1-4 16,-10 0-19-16,0 8-4 16,-8 9-3-16,-17 16-80 15,-10 14 93-15,-5 23 13 16,-6 10 84-16,-8 3-37 16,-1 23-23-16,1 2-8 15,10 4 7-15,8-2-10 16,9-1-13-16,11 6-28 15,3 1-172-15,11-1-349 16</inkml:trace>
  <inkml:trace contextRef="#ctx0" brushRef="#br0" timeOffset="103710.31">20027 8732 538 0,'0'0'90'0,"0"0"-47"0,0 144-9 0,-6-94-32 0,-7 3-2 16,1-3-88-16,-1-4-19 16,7-8-60-16,-6-11-84 15</inkml:trace>
  <inkml:trace contextRef="#ctx0" brushRef="#br0" timeOffset="103926.74">19952 8372 865 0,'0'0'61'15,"0"0"-61"-15,0 0-9 16,0 0-2-16,0 0-226 0,0 0-123 15</inkml:trace>
  <inkml:trace contextRef="#ctx0" brushRef="#br0" timeOffset="108489.48">20825 8107 510 0,'0'0'151'0,"0"0"-65"0,0 0 28 0,0 0-10 16,0 0-62-16,0 0-7 16,0 0-28-16,23-21 15 15,3 11 6-15,3 8-9 16,5 2-17-16,-1 0 3 16,-2 0-10-16,1 2 5 15,-6 23-2-15,-6 3-18 16,-4 17 6-16,-10 7 14 15,-3 10 1-15,-3 0-1 0,0-2 0 16,0 2-6-16,0-4-10 16,-3-1 7-16,-1-6-64 15,-2-11-3-15,3-14-124 16,-3-17-79-16</inkml:trace>
  <inkml:trace contextRef="#ctx0" brushRef="#br0" timeOffset="108689.02">20819 8360 764 0,'0'0'85'15,"0"0"-80"1,0 0-5-16,0 0 13 0,129 0-13 15,-90-4-41-15,-6-6-138 16,-12 2-187-16</inkml:trace>
  <inkml:trace contextRef="#ctx0" brushRef="#br0" timeOffset="109203.87">21024 9119 91 0,'0'0'48'0,"0"0"-4"0,0 0 15 0,0 0 88 0,0 0-24 15,0 0-7-15,53-68 21 16,-31 33-11-16,7-13-69 16,7-15 6-16,9-16-36 15,3-15 2-15,8-7-24 16,4-4-5-16,-2 3-4 15,-2 7-42-15,-7 11-32 16,-6 20-18-16,-14 30-82 0,-16 23-67 16,-5 11-152-16</inkml:trace>
  <inkml:trace contextRef="#ctx0" brushRef="#br0" timeOffset="109853.27">21489 8638 313 0,'0'0'364'0,"0"0"-329"0,0 0-18 15,0 0 11-15,0 0 43 0,0 0-31 16,25-72-14-1,-12 55-25-15,0 2-1 0,7 1 0 16,-3 4-2-16,-2 6-1 16,-1 2-45-16,-6 2-13 15,-1 3 14-15,-3 27 39 16,-4 13 3-16,0 15-8 16,-4 7-11-16,-19 3-32 15,-4-4 12-15,-4-6 30 16,0-6 12-16,-5-14 4 15,1-11-2-15,4-12 24 16,4-8 34-16,14-7 5 16,1 0 4-16,8-8-22 15,4-13-41-15,0-1-4 16,2 0 0-16,8 10 0 0,7 6-7 16,1 6-8-16,5 0-4 15,0 14 19-15,6 5 0 16,3 0-1-16,3 0-2 15,6-10-8-15,-4 2-115 16,-5-10 94-16,-5-1 25 16,-5 0-9-16,-3-9-41 15,-5-18-51-15,-1-2-208 16</inkml:trace>
  <inkml:trace contextRef="#ctx0" brushRef="#br0" timeOffset="111005.84">21837 8650 478 0,'0'0'139'0,"0"0"-116"0,0 0-2 0,114 49-13 15,-81-40 1-15,-2 1 6 16,-2-3-11-16,-4 0-4 16,-3-1-11-16,-11 0 4 15,-6 1-167-15</inkml:trace>
  <inkml:trace contextRef="#ctx0" brushRef="#br0" timeOffset="111202.72">21795 8466 264 0,'0'0'0'0,"0"0"-7"15</inkml:trace>
  <inkml:trace contextRef="#ctx0" brushRef="#br0" timeOffset="111852.56">22188 8504 632 0,'0'0'101'0,"0"0"-93"16,0 0-2-16,0 0 1 15,0 0-1-15,0 0-8 16,16-18 2-16,3 16-12 16,-2 2-30-16,-1 0 12 15,-5 0 27-15,0 9 3 16,-2 4 20-16,-2 3-20 16,-1-1 0-16,-4-2-3 0,0 3 3 15,-2-4-2-15,0-2 7 16,0 1-4-16,0-6 0 15,5-1-2-15,9-2-3 16,1 1 2-16,9-3 4 16,1 1-7-16,2 3 5 15,-4 6 0-15,-2 6-2 16,-3 4 5-16,-2 7-2 16,-3 0 17-16,-4 10 5 15,-7 5-2-15,-2-1 15 16,-2 8 7-16,-20-7 49 15,-5-5-52-15,1-6-8 0,-1-4 29 16,2-4-55-16,3-2-4 16,4-10-2-16,4-8-15 15,6-3-55-15,-1-31-250 16</inkml:trace>
  <inkml:trace contextRef="#ctx0" brushRef="#br0" timeOffset="112319.26">21872 8363 733 0,'0'0'127'0,"0"0"-97"0,0 0 44 0,0 0-35 0,0 0-10 16,135 61-23-16,-96-53-3 15,8 0-1-15,0-2-2 16,-7-3-40-16,-11-3-57 16,-9 0-219-16</inkml:trace>
  <inkml:trace contextRef="#ctx0" brushRef="#br0" timeOffset="112885.22">22846 8871 501 0,'0'0'396'0,"0"0"-396"0,0 0 10 0,0 0 27 0,0 0-5 16,-29 124-18-16,23-90 13 15,-8 6-14-15,-1-2-13 16,-1 1-4-16,1-5-60 16,-1-2-4-16,-2-10-213 15,2-7-96-15</inkml:trace>
  <inkml:trace contextRef="#ctx0" brushRef="#br0" timeOffset="113285.13">23025 8490 390 0,'0'0'71'0,"0"0"10"16,0 0 9 0,0 0-7-16,0 0-69 0,0 0 3 15,60 53 4-15,-18-46 15 16,2 3-28-16,-3 2-1 15,-4 4-1-15,-3 6 4 16,-3 5-20-16,-4 7 10 16,-7 3-48-16,-7 2 48 15,-8 1 58-15,-5-1-48 16,0 4 2-16,-18-5 10 16,-11-2-16-16,-4-8 7 15,-4-11-13-15,0-12-9 16,-1-5-66-16,-2-5-18 0,0-26-79 15</inkml:trace>
  <inkml:trace contextRef="#ctx0" brushRef="#br0" timeOffset="113469.11">23127 8386 633 0,'0'0'277'0,"0"0"-269"15,0 0 3-15,0 0 5 16,0 0-13-16,152 52-3 0,-115-54-95 16,1-16-117-16,-7-4-312 15</inkml:trace>
  <inkml:trace contextRef="#ctx0" brushRef="#br0" timeOffset="113903.09">23846 9069 648 0,'0'0'150'0,"0"0"-108"0,0 0 36 0,0 0-34 16,0 0-36-16,-56 103-16 15,33-75-16-15,0-6-139 16,-2-4-203-16</inkml:trace>
  <inkml:trace contextRef="#ctx0" brushRef="#br0" timeOffset="114400.25">23864 8591 860 0,'0'0'286'0,"0"0"-286"0,0 0-87 16,0 0 7-16,0 0-98 15,0 0-81-15,0 0-257 16</inkml:trace>
  <inkml:trace contextRef="#ctx0" brushRef="#br0" timeOffset="114866.49">24469 8918 294 0,'0'0'332'15,"0"0"-323"-15,0 0 6 16,0 0-8-16,0 0 52 16,0 0-9-16,-3-5 55 15,3 5-30-15,0 0-20 16,0 0-16-16,0 0-37 15,0 0-2-15,0 0-4 0,0-6-7 16,0 0-35-16,0-2 35 16,0 2-37-16,0 4-8 15,-3 2 30-15,-5 0 26 16,1 0 0-16,-1 0-68 16,-6-4-146-16</inkml:trace>
  <inkml:trace contextRef="#ctx0" brushRef="#br0" timeOffset="115203.13">24876 8951 92 0,'0'0'13'15,"0"0"-13"-15,0 0 0 16,0 0 7-16,0 0 62 16,0 0 99-16,25-54 53 15,-25 62-49-15,0 12-55 16,0 0-35-16,0-3-25 0,0-5-51 15,0-10-6 1,0 3-32-16,13-3 22 0,7 0-94 16,0 5-143-16,4-6-307 15</inkml:trace>
  <inkml:trace contextRef="#ctx0" brushRef="#br0" timeOffset="115483.08">25170 9013 629 0,'0'0'83'16,"0"0"-69"-16,0 0-14 16,0 0 64-16,0 0-21 15,0 0-31-15,53-12-9 16,-44 3 17-16,-7 2-17 15,0 3 5-15,-2 2-8 16,0 2 1-16,0 0-1 16,6 0 0-16,-4 0 1 15,6-4-2-15,1-2-7 16,-2 3-172-16,0 0-470 16</inkml:trace>
  <inkml:trace contextRef="#ctx0" brushRef="#br0" timeOffset="115736.94">25641 9013 599 0,'0'0'186'0,"0"0"-170"16,0 0 22-16,0 0 51 16,0 0-59-16,0 0-30 15,2-6-4-15,-2 5-12 0,0-4-37 16,0 1-60-16,0 4-157 16</inkml:trace>
  <inkml:trace contextRef="#ctx0" brushRef="#br0" timeOffset="120061.84">15612 8269 488 0,'0'0'47'0,"0"0"-47"0,0 0-14 16,0 0 11-16,0 0 3 15,0 0 18-15,0 0 51 16,-77 50-18-16,67-37-15 0,-3-3 1 15,1 2-19-15,-3 0-18 16,1 0-5-16,-1 4-21 16,-1 0 26-16,-4 4 2 15,-4 4-2-15,-1 0 0 16,0-1 15-16,8 0 17 16,1 0-29-16,3-4-5 15,-1 3 12-15,3 3-20 16,0 3-9-16,-3 3-8 15,4 0-9-15,-4-2 24 16,5 2 8-16,3-3 8 16,-3 0 2-16,4 0-6 15,0 0-2-15,1 0-2 16,0 0 2-16,-3 3-22 16,5 2 0-16,-4 1 24 0,-2 0 0 15,6 0-2-15,2 1 2 16,0-5-7-16,0-6 14 15,0-3-14-15,2 0 6 16,12 0 0-16,-1 0-16 16,1 3 6-16,1 6 8 15,1 0 6-15,-1-2-9 16,-1 0 14-16,-1-7-13 16,2-8 10-16,1-4-10 15,-1-4 4-15,2-2 1 0,-1 1 0 16,1-2 1-1,5 2-2-15,1-3 2 0,-1 3-8 16,0-1 25 0,1 3-4-16,-2-1-7 0,4-2-3 15,0-3 4-15,-3 0-5 16,3 0-6-16,1 0 11 16,10 0-18-16,0 0 17 15,4 0-7-15,-1-6 0 16,0-2-9-16,-4 1-9 15,3-7 10-15,-7-4 8 16,0 0 0-16,-4-1 4 16,0-2-2-16,-2 6-2 15,-6-3 2-15,4 1 7 0,-3-1-6 16,-5-3 3-16,4-4-5 16,-2 0-1-16,1-8-7 15,-1-5 7-15,4 6-8 16,-3-4 20-16,-1 1-23 15,6 1 17-15,-6 2-12 16,1-2 9-16,1 2-3 16,-2 0 9-16,1-2 8 15,-1 1 10-15,4 2-24 16,-3-1 1-16,-3 0 2 16,-4 4-7-16,-2 0 3 15,-2-1 10-15,-3 2 12 16,-2-3-14-16,3 3 8 0,-5 0-12 15,2 2 14 1,-2 3-19-16,0 2 25 0,0 3-19 16,0-2 14-16,2-1-21 15,-2-4 0-15,10-7-5 16,-6 2 9-16,2-1-12 16,-1 3 16-16,1 7-6 15,-3 8 0-15,-3 3 12 16,0 5-12-16,0-3 31 15,0 0-22-15,-3-4-7 16,-5 1-4-16,-5-2 2 16,3-3-13-16,4 8 22 15,-3-1-17-15,-7 4 14 0,1 0 8 16,-6-2-8-16,-2 0-2 16,-2 1-3-16,0 1 0 15,0-2-6-15,3 2 1 16,5-3-9-16,-4 1 5 15,13 4 6-15,-6 2 5 16,-4 0 11-16,2 0 4 16,-7 0-11-16,-2 2-8 15,2 7 10-15,1-5-12 16,0 0 14-16,2 2-24 16,-3 3 22-16,2-1-21 15,-4 2 10-15,0 0 0 0,3-3 6 16,-1 2-6-16,6-1 0 15,1-2-12-15,3 0-8 16,-3-6-174 0</inkml:trace>
  <inkml:trace contextRef="#ctx0" brushRef="#br0" timeOffset="127156.99">20810 6922 204 0,'0'0'55'0,"0"0"-55"0,0 0-7 16,0 0 7-16,0 0 42 16,0 0 64-16,0 0-16 15,0-19 11-15,0 19-45 16,0 0 3-16,0 0-27 16,0-5-8-16,0 5 4 15,0-2-26-15,0 2 3 16,0 0 3-16,-8 0 5 15,6 0-5-15,0 0 31 16,-2-6-36-16,0 4 4 0,-1-2-7 16,1-2 0-16,-3 4-4 15,2-5 8-15,-1 7-4 16,-1 0 9-16,3 0 8 16,0 0-8-16,-1 0 11 15,0 0-14-15,1 0-4 16,-1 0-2-16,-3 0 3 15,1 0-6-15,-2 0 6 16,-2 9-10-16,-2 1 11 16,-1 0-10-16,1 5 10 15,-1-2-5-15,3-1 1 16,3-2 0-16,-2-4-2 0,4 0 7 16,-1 0-8-16,-1 0 14 15,0 8-16-15,2-3 5 16,-3 2-1-16,3 1-4 15,-4 2 4-15,1 3 1 16,3-1 0-16,-3 2-7 16,2 0 14-16,-2-1-13 15,5-2 12-15,-3 5-12 16,2-6 7-16,1 0-2 16,-1-1 1-16,1 4 0 15,2-2-4-15,0 4 8 16,-3-1-10-16,1-2 18 15,2 1-17-15,-3 0 9 0,5-2-8 16,-2-3 2-16,2 5 2 16,0 1-1-16,0-2 5 15,0 2-7-15,0-2 10 16,0 0-14-16,0 2 8 16,2 0-2-16,3-3-6 15,-3 2 7-15,0 2 0 16,-2 1 0-16,0-2 0 15,0 2 9-15,0-6-15 16,0 0 17-16,0-4-20 16,0-3 18-16,0 2-16 0,0-1 7 15,0 0-3-15,0 0 3 16,0-3 0-16,0 0-5 16,2-5 9-16,3 6-8 15,-1-2 8-15,3 0-9 16,2 4 5-16,0 0 0 15,-3 2 0-15,8 0 5 16,-3 3-10-16,2-6 13 16,-1 0-16-16,1-4 19 15,1 1-22-15,-4 1 22 16,1-6-18-16,-1 7 7 16,5-3 0-16,-2 3 0 15,-1-5 2-15,-2 1-4 16,2-4 3-16,-1 0-9 15,0 0 15-15,3 0-12 0,1 0 5 16,1 0 0-16,1 0-1 16,1-7 1-16,-1 3-1 15,4 0 10-15,-3 2-19 16,-1 2 20-16,2 0-16 16,-2 0 10-16,-1-4-8 15,-1-3 3-15,-1 3-1 16,1-4 0-16,1 1 2 15,-1-2 2-15,-1 4 2 16,-3 1-7-16,3-2 7 16,-3 6-2-16,-3-5-1 0,6-1-2 15,-5 1-4 1,-1-4 5-16,2-1-7 0,-3-1 16 16,1-4-13-1,-1 1 9-15,-3 2-1 0,-1 3 2 16,-1 0-6-16,0 1 3 15,1-4 1-15,-3-2-1 16,0 4 5-16,0-2-12 16,0 4 14-16,0-5-9 15,2 2 1-15,-2-6-2 16,6 0 7-16,-1-2-7 16,-1 0 0-16,-2-3 1 15,3 1-2-15,-3 2 2 16,1-2 1-16,-1 5 0 15,-2 3 9-15,4 2-4 0,-4 1-1 16,0 0-6-16,0-1 0 16,0-6-2-16,0-4 6 15,0 9-4-15,0-9 1 16,0 0-2-16,0 2 2 16,0-2-5-16,-4 8 4 15,4-1 0-15,0 6 0 16,0-2 2-16,0-2-3 15,-5-2 9-15,-2-4-14 16,3 0 17-16,-7 4-18 0,7 0 12 16,-6 1-6-16,1 1 1 15,-1-2-15-15,1 2 10 16,-5-2-17-16,-1 2-10 16,-5 0-2-16,-3 5 34 15,-4 0 0-15,0 0 8 16,1 0 6-16,-1-1 23 15,1 2-22-15,3 0-13 16,1 2-4-16,2 4-23 16,4 0 9-16,1 0-49 15,3 0-23-15,-1 0 29 16,5 0 40-16,-2 0-19 16,6 0-89-16,-1 0 12 15,-1 0 75-15,6 2 33 16,-2 0-135-16</inkml:trace>
  <inkml:trace contextRef="#ctx0" brushRef="#br0" timeOffset="132870.05">11737 11690 204 0,'0'0'192'0,"0"0"-173"0,0 0-12 0,0 0-3 16,0 0 3-16,0 0-3 16,0 0 56-16,0 0 42 15,0 0 5-15,0 0-54 16,0 0 4-16,0 0-51 16,0 0-4-16,0 0-4 15,0 10-2-15,0 1 3 16,0 3-15-16,0 9 12 15,0-2 4-15,0-1-4 16,4 2 4-16,0-5-3 16,2-4 1-16,2-5-5 15,3-4 1-15,5 2-12 16,-1-1 14-16,8-5 6 16,-6 0-5-16,6 0 6 0,-5-11-4 15,5-1 5-15,-6-7-2 16,5 0 19-16,-7-6-13 15,2-2 26-15,-7 1-16 16,2 1 17-16,-3-1-31 16,-3 2-3-16,-2-4 14 15,1-7-17-15,-5-1 3 16,0-3-1-16,0 1 0 16,0-2 4-16,0 3-8 15,-7 8 14-15,-1 8-14 16,-1 3 8-16,-3 3 10 0,-1-3-6 15,-3 1-2-15,-1 3-5 16,-1 8 0-16,3 6-1 16,-4 0 5-16,1 5-8 15,-1 18 10-15,-2 9-13 16,6 13 9-16,-1-1-6 16,5 4 2-16,5-7-1 15,1 5 0-15,5-6 2 16,0-5-3-16,0 3 6 15,0 0-7-15,16-1 0 16,4 3 4-16,0-6 0 0,4-5-1 16,-1-6-1-16,-2-8-5 15,0-4 5-15,3-5-6 16,1-6-2-16,4 0 20 16,-2 0-9-16,6-11 0 15,-4-6 0-15,-3-5-1 16,1-5 1-16,-4 2-5 15,-3-5 9-15,0-6-10 16,-2-1 10-16,-1 3-12 16,-5 2 12-16,1 4-7 15,-7 6 2-15,0 4-2 16,-2 5-5-16,-2 4 14 16,-2 7-11-16,0 2 14 15,0 0-4-15,0 0 3 0,0 18-1 16,0 14-8-1,0 10 0-15,0 14-7 0,0 9 7 16,0 11 0-16,6-2-2 16,3-12 2-16,5-18 0 15,3-20 0-15,6-24-26 16,6-3-27-16,2-41-78 16,-2-19-35-16</inkml:trace>
  <inkml:trace contextRef="#ctx0" brushRef="#br0" timeOffset="133269.22">12989 11472 580 0,'0'0'169'0,"0"0"-158"0,0 0-5 0,0 0-6 0,0 0 0 16,0 0 9-16,56 22-6 15,-41-22 7-15,6 2-20 16,-8-2 9-16,3 0-50 16,-3 0-40-16,-3 0-37 15,-2 0-26-15,-8-6-63 16</inkml:trace>
  <inkml:trace contextRef="#ctx0" brushRef="#br0" timeOffset="133467.31">12836 11309 694 0,'0'0'230'0,"0"0"-224"16,0 0-4-16,0 0-4 15,0 0-9-15,0 0 6 16,46-36 10-16,-7 19-10 16,3-2-87-16,-3 3-143 15,-3 7-296-15</inkml:trace>
  <inkml:trace contextRef="#ctx0" brushRef="#br0" timeOffset="134500.25">13651 11135 60 0,'0'0'46'0,"0"0"-20"16,0 0 34-16,0 0 19 15,0 0 81-15,0 0-25 16,18-21 12-16,-18 21-36 16,0 0-23-16,0 0-62 15,0 0-6-15,0-5-2 16,0-3-16-16,0 0 6 16,0-3-3-16,0 2 8 15,0-3-3-15,0-2-20 16,0-5 12-16,6-2-9 0,5-4 12 15,-1-3-8-15,7-1 3 16,-3 10-14-16,-1 9 7 16,-5 8-26-16,2 2 19 15,1 0 7-15,3 14 7 16,-1 6 2-16,-5 5 2 16,-1 0-4-16,-4 5 6 15,-3 10-1-15,0 9 2 16,0 5 4-16,-14 14-4 15,-3 5-6-15,-4 0 7 16,-1-4-11-16,-1-6 9 16,-3-4-6-16,-10-7 0 0,5-10 1 15,-7-3 6 1,3-14-3-16,1-2 5 0,7-13-8 16,5-6 20-16,7-4-17 15,-1 0 11-15,5-4-15 16,0-12-4-16,9-3-1 15,-1 5 5-15,3 5-13 16,0 3 19-16,0-1-12 16,0 3-4-16,9-4 7 15,9 2-11-15,6 2-1 16,3 0-15-16,7 4 11 16,1 0-6-16,6 0-63 15,3 17 47-15,0-1 1 16,-3 1 12-16,-1 5 28 15,-9-5-9-15,-2 2 8 0,-7-5 1 16,-6-5-5-16,-2-3 13 16,-6-6-12-16,-1 0 14 15,-3-15 6-15,0-10-11 16,2-8 43-16,0 6-45 16,-4-2 16-16,0 4 1 15,3 2-19-15,-3 3 8 16,0 10-3-16,0 2-5 15,0 8 2-15,0-4-6 16,4 2 6-16,-4-2 2 0,0 2-5 16,0 2-1-16,-2 0-1 15,0 0 3-15,0 0-14 16,0 0-42-16,0 0-28 16,0 0-68-16,0 0-126 15</inkml:trace>
  <inkml:trace contextRef="#ctx0" brushRef="#br0" timeOffset="136065.23">14564 11135 204 0,'0'0'64'0,"0"0"-61"0,0 0 48 0,0 0 32 15,0 0 1-15,0 0 4 0,0 0-5 16,0 2 12 0,0-2-13-16,0 0-28 0,0 0-47 15,0 0-5 1,0 0-2-16,0 0 3 0,0 0 3 15,0 0-3-15,0 0 44 16,0 0-32-16,0 0 10 16,0 0-16-16,5 0-9 15,6 0-18-15,9 4 8 16,7 4 7-16,8 5 1 16,3 0-5-16,1 1 5 15,-2-4-3-15,-6 0 1 16,1-5 3-16,-3-4-29 15,-5 3 7-15,0-2-66 0,-6 2-77 16,-7-3-57-16,-7 2-147 16</inkml:trace>
  <inkml:trace contextRef="#ctx0" brushRef="#br0" timeOffset="136465.15">14667 11633 155 0,'0'0'53'0,"0"0"1"0,0 0-52 0,0 0 51 16,0 0 79-16,0 0-54 0,35-61-25 15,-10 33-46 1,6-8 0-16,5 0-5 0,0-6-2 16,-3-5-99-16,-4 11-122 15</inkml:trace>
  <inkml:trace contextRef="#ctx0" brushRef="#br0" timeOffset="137232.9">15622 11382 253 0,'0'0'63'0,"0"0"-53"0,0 0 16 15,0 0 11-15,0 0 17 16,0 0 26-16,3 84-9 16,-3-70-56-16,0-1-10 15,0 0 43-15,0 1-26 16,-3 0 9-16,-1-2-4 0,-2 2 0 16,4-6 1-16,-1-6 41 15,-3-2-26-15,6 0-18 16,-5-16-6-16,0-16-18 15,1-10-2-15,0-8 2 16,1-7 10-16,1-2-9 16,2-8 8-16,0 1-8 15,0 0-2-15,-2 4 0 16,-2 12-14-16,-1 11 10 16,0 9 7-16,3 14-10 15,0 6 14-15,2 8 10 16,0 0 5-16,0 2-3 0,0 0-19 15,-2 0 0-15,-3 0-5 16,-7 14-13-16,-11 26-55 16,-10 19-181-16,-10 6 73 15,-4 0 80-15,8-17 101 16,2-21 45-16,10-18-45 16</inkml:trace>
  <inkml:trace contextRef="#ctx0" brushRef="#br0" timeOffset="139361.95">4207 8147 433 0,'0'0'42'0,"0"0"-14"0,0 0 30 0,0 0-21 16,0 0 20-16,0 0-34 16,-35-18-8-16,31 14 0 15,2-2-13-15,-5 2 9 16,7-2-9-16,-4 4 13 16,0-4-3-16,-3 0 23 15,-2-4-10-15,-2 0 2 16,2 0-21-16,-1 2-3 0,8 2-3 15,-2 4 2 1,4-2 13-16,0 4-13 0,0 0-2 16,0 0 12-16,0 0-24 15,0 0 16-15,0 0-11 16,0 0 5-16,0 0 2 16,0 0-14-16,0 0-4 15,4 0 15-15,10 0 6 16,6 0 11-16,2 0-14 15,7 0 6-15,0 0 3 16,-2 0-6-16,4 0 8 16,1 4-7-16,3-2-1 15,-2 0 0-15,5 0 0 16,-5-2 6-16,6 0-16 16,-6 0 24-16,-2 0-27 0,3 0 11 15,-7 2-2-15,4 4 2 16,-4-4 2-16,-6 7-3 15,4-8 0-15,-2 0-4 16,-4-1 12-16,1 0-11 16,-4 0 8-16,0 0-5 15,-3 0 3-15,7 0 9 16,0 0-8-16,7 5 4 16,2-1 5-16,0-1-10 15,-3 2 0-15,3-5 6 16,-4 0-18-16,-5 0 17 15,1 0-8-15,-2 0 0 16,-3 0-1-16,4 0-4 16,-2 0 9-16,4 0-10 0,0-5 12 15,3-1-8-15,1 0 3 16,-1 5-2-16,0 0-3 16,-4-2 4-16,2 1-1 15,-3-2 11-15,0 4-17 16,-4-4 14-16,1 0-12 15,-1 0 9-15,-3 0-8 16,3 0 2-16,-1 0 2 16,4-1 0-16,-1 1 0 15,-3 4 0-15,5-1 6 0,-2 1-6 16,-2-2 4-16,-1-1-4 16,-1 3 5-16,-10 0-5 15,-2 0 0-15,-2 0 8 16,0 0 26-16,0 0 1 15,0 0 3-15,0 0-34 16,0 0 5-16,0 0-8 16,0 0-2-16,0 0-28 15,0 0-41-15,0 0 2 16,0 0-177-16,0 0-233 16</inkml:trace>
  <inkml:trace contextRef="#ctx0" brushRef="#br0" timeOffset="149720.24">16981 7899 67 0,'0'0'83'0,"0"0"-26"0,0 0 82 0,0 0-47 16,0 0-56-16,0 0-13 16,0 0-21-16,0 0 4 15,25 0 0-15,-18 0-5 16,-4 0 16-16,3 0 17 15,-4 0-14-15,1 0 14 16,3 0-2-16,3 0-15 16,2 0 14-16,0-5-15 15,10 2 15-15,-4-2-25 0,3 1 3 16,3 0-9-16,2 0 1 16,-4 4-2-16,2 0 3 15,-3-2-2-15,-1-3 6 16,2 2-9-16,-1-3 6 15,4-2-5-15,-2 1 2 16,-1-2 0-16,-2 3-6 16,2 0 8-16,-3 2-4 15,-3 0 4-15,3-2-2 16,-5 1 0-16,5-1 0 16,2-3 0-16,-4-1-6 15,1 2 5-15,1-5 1 16,-1 5-2-16,-5-3 4 0,7 5 6 15,-2 0-2-15,-3 6 10 16,3 0-16-16,1-2 5 16,-3 2-4-16,6-2-1 15,-2 2 0-15,-3 0 4 16,-3 0-9-16,3 0 10 16,-5 0-2-16,3 0 0 15,-3 0-4-15,5 0 5 16,-3 0 2-16,5 0-5 15,-3 0 3-15,3 0-2 16,4 0 1-16,-4 0-4 16,7 0 4-16,-6 2 0 0,2 0 0 15,1 4 3 1,-2 0-2-16,7 0 10 0,0 0-14 16,2 0 0-16,4-5-2 15,-4 6 7-15,4-3-8 16,10 2 14-16,1 4-15 15,1 3 4-15,-3-2 0 16,-10 1-2-16,-6-4 4 16,-6-2-9-16,-4-2 13 15,-1-1-12-15,-3-1 9 16,-1 4-6-16,-3-5 6 16,8-1-5-16,3 3 2 15,4-3 0-15,0 1 0 0,4 3 0 16,0 2 0-16,-5-3 2 15,0 2 5-15,-2-3 2 16,0-2-17-16,-2 0 13 16,2 0-5-16,-1 0 0 15,0 0 1-15,-1 0-1 16,-3 0 4-16,1 0 5 16,-1 0-7-16,-4 0 1 15,1 0-3-15,-4 0-11 16,-1 0-32-16,-3 0-30 15,-1 0 55-15,2 0 18 16,-5 0 4-16,2 0-3 16,2 0 0-16,3-11-1 15,1-9-17-15,-8-1-201 0</inkml:trace>
  <inkml:trace contextRef="#ctx0" brushRef="#br0" timeOffset="151120.11">18369 10578 179 0,'0'0'91'0,"0"0"67"0,0 0-25 0,0 0 4 16,0 0-26-16,0 0-36 15,-8 0-24-15,8 0-29 16,0 0 0-16,0 14-19 0,0 7-1 15,0 15 5 1,0 7-11-16,0 11 8 0,0 10-6 16,4 2 2-16,4-3 0 15,-2-5-3-15,1-11 0 16,-3-9-1-16,0-11 6 16,4-10-7-16,-6-8 5 15,0-7-11-15,-2-2-26 16,2 0-16-16,0-6 20 15,0-14 33-15,1-7 7 16,-1-4-6-16,0-3 9 16,0-4-5-16,0-4-8 0,-2-1 11 15,2 3-15-15,3 2 7 16,2 0 0-16,2 4-1 16,2 1-5-16,2 8 3 15,0 3 3-15,1 5-8 16,-1-4 7-16,3 6 0 15,4 3-5-15,2 4-5 16,3 8-1-16,2 0-4 16,-1 0 16-16,-2 8 0 15,-1 6-6-15,0 3 13 16,-2 4-13-16,2 8 6 16,1 9-2-16,-1 4-8 0,4 6 10 15,-6 2-4 1,2-2 4-16,0 2-2 15,-8-5-18-15,3-4 16 0,-5-3 8 16,3-2 8-16,-5-13-2 16,7-9-4-16,-3-12-6 15,8-2-33-15,1-20-25 16,0-22 37-16,1-9-29 16,-3 0-130-16</inkml:trace>
  <inkml:trace contextRef="#ctx0" brushRef="#br0" timeOffset="151670.4">19549 10946 160 0,'0'0'375'0,"0"0"-372"0,0 0 13 0,0 0 34 0,0 0-6 0,0 0-28 15,64-82-4 1,-35 69-12-16,-2 5-4 0,-3 2-5 16,1 3-16-16,-5 3 8 15,-7 0-18-15,-3 0-8 16,-8 0-62-16,-2 0-108 15</inkml:trace>
  <inkml:trace contextRef="#ctx0" brushRef="#br0" timeOffset="151868.5">19339 10659 631 0,'0'0'214'0,"0"0"-197"16,0 0-17-16,0 0-14 16,0 0 14-16,0 0-4 15,0 0 2-15,107 0-4 16,-69 0-109-16,-4 0-71 16,-10 0-187-16</inkml:trace>
  <inkml:trace contextRef="#ctx0" brushRef="#br0" timeOffset="154049.92">20592 10315 196 0,'0'0'159'0,"0"0"-107"16,0 0-52-16,0 0-8 0,0 0 8 16,0 0-1-16,2 19 7 15,-2-15 39-15,0 1-2 16,0-1 13-16,0-2-28 16,0 0 15-16,0-2-34 15,0 0 2-15,4 0-11 16,-4 0 4-16,0 0 20 15,0 0 9-15,0 0 26 16,0-13-3-16,0-4-46 16,0-10-5-16,0-5-10 0,0-4 5 15,-4-3 0-15,4 1-2 16,0 3 5-16,0 11-5 16,0 6 4-1,0 0-3-15,0 2 11 0,0-8-20 16,0 6 10-16,0 2-4 15,0 6-4-15,0 8 8 16,0 2 0-16,0 0 4 16,0 0 3-16,0 0 5 15,0 0 20-15,0 0-32 16,-8 0 1-16,-5 10 1 16,-2 2-2-16,-1 10 0 15,-2 6-2-15,1 8-1 16,1 5-4-16,1 9-6 0,1 5-103 15,1-1-71-15,-3-4-145 16</inkml:trace>
  <inkml:trace contextRef="#ctx0" brushRef="#br0" timeOffset="155681.47">20518 10787 431 0,'0'0'91'0,"0"0"-86"0,0 0 27 0,0 0-19 0,0 0-6 16,0 0 3-16,-18 17 12 16,18-7-1-16,-2 4-14 15,2 2 3-15,0 0 4 0,0 0 6 16,0-3-19-16,0-2 0 15,0-3 3-15,0 5-4 16,2-3 0-16,7-7 0 16,2 7 1-16,3-5-1 15,-1 3 18-15,3-1-13 16,-1-3 10-16,1 0-8 16,1-4-9-16,-3 0 5 15,-1 0-3-15,-2 0 3 16,-2 0 3-16,0 0-12 15,-5 0 14-15,8 0-13 16,-3 0 13-16,-1-1-12 16,1-6 5-16,1-3-2 0,0-4-3 15,-1-1 4-15,3-2 0 16,1-2 4-16,-2 0 0 16,0 5 6-16,-2 1-10 15,-3 4-2-15,2-1 2 16,-2 0 0-16,-1-4 1 15,-3-6-7-15,-2 2 5 16,0 0-5-16,0 2-12 16,0 4 12-16,0 2 12 15,-5 4 0-15,-9 2 14 16,6 0 31-16,-7 4-19 16,-3-6-13-16,-3-2-19 15,2-1-4-15,-2 2 2 16,8-2 4-16,-1 6-8 0,10-1 11 15,-2 4-5-15,-1 0 25 16,3 0 8-16,-6 0-20 16,4 0-9-16,-3 5 2 15,-5 13 0-15,1 9-12 16,-3 3-12-16,1 0 17 16,-1 1 2-16,3-4-2 15,4-4 1-15,2-4 0 16,1-1-5-16,1-2-64 15,3 0-55-15,2-1-8 16,0-8-91-16</inkml:trace>
  <inkml:trace contextRef="#ctx0" brushRef="#br0" timeOffset="156664.09">20362 11610 113 0,'0'0'414'0,"0"0"-357"0,0 0-43 0,0 0 40 16,0 0 8-16,0 0-18 15,76 4-18-15,-41-4-8 16,1-4 12-16,2-5 7 16,-1 9-30-16,0 0-3 15,0 0 1-15,-3 0-1 16,-5 0 1-16,0 7-5 16,-5-7-9-16,-4 0-67 15,0 0-57-15,-2-7 16 0,-2-4-20 16,-3-1-136-1</inkml:trace>
  <inkml:trace contextRef="#ctx0" brushRef="#br0" timeOffset="157430.17">21024 11707 219 0,'0'0'46'0,"0"0"21"0,0 0 57 0,0 0-83 16,0 0-35-16,0 0 57 16,0 15-17-16,0-15-10 15,0-4-20-15,0-7 1 16,0-6-5-16,0-1-2 15,0-4 31-15,0 6-7 16,0-2-19-16,0-1-13 16,0 0-2-16,0-8 0 15,0-6-3-15,0-5 2 0,0-8-1 16,0-5-1 0,0-3 6-16,0 0-6 0,0 4 7 15,0 6-16-15,0 10 2 16,0 8-16-16,0 12 19 15,0 8 7-15,0 6 27 16,0 0 64-16,0 0-29 16,-8-2-44-16,2-10-18 15,0 6-20-15,1-2-12 16,1 6 25-16,-6 2-1 0,-1 0-17 16,-4 16 21-16,-1 12 4 15,-2 4 4-15,3 6 1 16,-1 2-5-16,-1 0-53 15,-2 1-128-15,2-11 17 16,1-19-53-16</inkml:trace>
  <inkml:trace contextRef="#ctx0" brushRef="#br0" timeOffset="-213283.29">12724 14065 351 0,'0'0'190'0,"0"0"-182"16,0 0-2-16,0 0-4 15,0 0 17-15,0 0-8 0,0 0 40 16,0-17 34-16,0 12-6 15,0-5-27-15,0-2-18 16,0-5-6-16,0-4-21 16,0-4-4-16,-2 1 1 15,-5 0-1-15,5 0-3 16,-2 2 3-16,2 2-3 16,-4 0 1-16,2-2-1 15,2-8 2-15,-2-2-5 16,-1-11 7-16,3-7-7 15,2-10 4-15,0-8-2 0,0-2-2 16,0 4-4-16,0 5 2 16,7 11-9-16,-3 11 13 15,-2 0-16-15,-2 11 11 16,0 1 6-16,0 2-1 16,0 0 12-16,0-4-20 15,0-3 9-15,0-6-4 16,0 7-1-16,0 6 5 15,0 9-6-15,0 12 5 16,0 4 0-16,0 0 0 16,0 0 0-16,0 0 2 15,0 9 1-15,0 8 3 16,0 7-3-16,-2 2 0 16,-2 10-1-16,-5 4-2 0,-1 8-14 15,2 6 9-15,-5 6 9 16,-1 1-3-16,7-3 2 15,-1 0 3-15,3-5-5 16,-2-9-7-16,5-3-40 16,0-9-73-16,-1-7-23 15,-3-11-357-15</inkml:trace>
  <inkml:trace contextRef="#ctx0" brushRef="#br0" timeOffset="-211981.85">12236 14405 117 0,'0'0'141'0,"0"0"-118"0,0 0-20 0,0 0 6 16,0 0 13-16,0 0 57 16,-40-15 5-16,38 12-12 15,-5-2 16-15,7 5 5 0,0 0-31 16,-2 0 11 0,0 0-36-16,-3 0 6 0,-2 0-33 15,7 0 17-15,-2 0-19 16,0 0 18-16,2 0-10 15,-2 0-4-15,2 0 0 16,0 0-10-16,0 0 7 16,0 0-8-16,0 0-1 15,0 0 0-15,0 0-10 16,0 0-11-16,0 0 6 16,6 0 3-16,15 0 12 15,-1 0 0-15,-1 0 0 16,8 0 0-16,-2 0 1 15,2 0-5-15,-6 0 4 16,4 5-1-16,4 4-5 16,-2-2 6-16,4 5 3 0,0-1-2 15,-4-1-2-15,2-6 4 16,-2-1-3-16,-2 0 4 16,-1 0-8-16,0 1 3 15,-3 1 1-15,-2 1 4 16,2 2-3-16,1-4 2 15,5 2-2-15,2 1 2 16,2-3-1-16,5-4-2 16,-1 4 0-16,3-2 2 0,2-2-4 15,-9 7 0-15,5-5 2 16,-10 2-2-16,-1 0 2 16,2 0 2-16,-5 0-2 15,1 2 0-15,-6-2 0 16,-1 2 0-16,1-3 0 15,-1 1-1-15,7 1 3 16,-1-1-4-16,2 4 7 16,1-2-10-16,0-6 11 15,-4 4-10-15,0-4 4 16,-5 0-3-16,-8 0-2 16,3 0 5-16,-7 0 1 15,-4 0 4-15,5 0-8 16,0 0 9-16,-1 5 4 15,3-5-7-15,-3 0 0 0,-4 0-1 16,5 0 2-16,-5 0-1 16,0 0 8-16,0 0 11 15,0 0-13-15,0 0 6 16,0 0-8-16,0 0-14 16,0 0-4-16,0 0-26 15,-5 0-60-15,-3 0-261 16</inkml:trace>
  <inkml:trace contextRef="#ctx0" brushRef="#br0" timeOffset="-203241.6">12553 15673 281 0,'0'0'149'0,"0"0"-136"0,0 0 25 0,0 0-14 16,0 0 9-16,0 0 38 15,0 0-1-15,0 14 9 16,-2-14 17-16,-1 0-42 15,-2-2-28-15,3 0-19 16,-2 0 12-16,2-2 13 16,-1 4-7-16,-1-9-23 0,0 0 1 15,-4-7-2 1,6-4-1-16,-2-5-3 0,2-2 1 16,0-1 2-16,-1-7 0 15,1 7-4-15,0 2 2 16,2-1 2-16,0 0 0 15,0 1 2-15,0-7 0 16,0 4 8-16,0-3-10 16,0 4 6-16,0 2-5 15,9 8-1-15,-1 3-3 16,2 8-3-16,-4 3-3 16,3-1-28-16,1 5 36 15,0 0-8-15,-1 0 9 16,5 0 0-16,-3 9 8 15,0 9-6-15,0 0 0 16,2 3 1-16,-2 6 0 16,-1 1-6-16,0 0 6 0,-3 6-2 15,-3-4 4-15,2 4-1 16,-6 4 2-16,4-2-6 16,-4 0 15-16,0 4-13 15,0-3 18-15,0-1-17 16,0 8-6-16,0-4 9 15,0 0-9-15,0-7 3 16,-7-4-3-16,-7 3 2 16,-3-5 0-16,-1-6-4 15,-5 6-9-15,4-8 12 0,-1-2 3 16,4-3-5 0,5-11 5-16,4 2-2 0,-1-5-10 15,0 0-15-15,2 0 12 16,1-5 14-16,3-2-6 15,2-3 9-15,0 6-6 16,0-5-9-16,0 9-16 16,0 0-29-16,11 0 40 15,3 0-1-15,3 0 3 16,6 0 15-16,6 0 21 16,4 14-1-16,3 8-9 15,1-3 3-15,2 0-11 16,-1-2 14-16,-3-5-14 0,-4-8 3 15,0 0-6-15,-6-4 1 16,0 0 2-16,-6 0 1 16,0 0 20-16,-4-8-22 15,-4-4-1-15,2 1 4 16,-6 2 0-16,0-7 22 16,-5 2-15-16,-2 0 5 15,0-3-14-15,0 2 6 16,0-1-6-16,0 5 3 15,0 3-2-15,3 3-6 16,-3 0 2-16,6 5-5 16,-6-4-20-16,2 4 13 15,0 0 10-15,-2 0-2 16,0 0-2-16,0 0-74 0,0 0-142 16,2 0-293-16</inkml:trace>
  <inkml:trace contextRef="#ctx0" brushRef="#br0" timeOffset="-196731.05">13223 15008 125 0,'0'0'211'0,"0"0"-105"0,0 0-81 0,0 0 6 16,0 0 1-16,0 0-14 15,0 0 10-15,0 0 6 16,0 1 28-16,0 5 12 16,-2 0-42-16,-1-2-24 15,3 0 1-15,-4 0-18 16,4 2 14-16,-2 2-8 15,0 0 5-15,-3 3-2 16,3 6 9-16,-5 2 0 16,0-2 10-16,7 5-18 15,-4 0 5-15,4-8-1 16,-2 2-8-16,2-1 3 16,0-1 0-16,0-6 0 15,0-2 5-15,-2 1 2 0,2-4-4 16,-5 0 11-16,3 6-10 15,0-5 18-15,0-4-17 16,2 4 11-16,-5 0-16 16,3 2 1-16,-1 2-6 15,3-5 11-15,-2 3-5 16,2-1 0-16,0-1-1 16,0-4 0-16,0 0-1 15,0 0-7-15,0 2 8 16,-2 0 0-16,2 0 0 15,-2 2-3-15,2 0 6 16,0 4 2-16,0-2-5 0,0 1 0 16,0-7-5-16,0 0-6 15,0 0-7-15,0 0 11 16,-4 0 7-16,4 0 5 16,-5-11 8-16,3-7-13 15,0-6-6-15,0-11 6 16,0-2-2-16,-2-2 12 15,0-2-20-15,0-4 10 16,2 5 0-16,0 1-2 16,-3-1 9-16,5 11-13 15,-2 8 12-15,2 8-9 0,0 1 3 16,0 0-7 0,0 2-28-16,0 4-15 0,0-7 41 15,0 8-1-15,0-4 4 16,0 8 12-16,0 1 7 15,0 0 36-15,0 0-9 16,0 0-18-16,0 4-9 16,0 7-9-16,-14 2-7 15,6-4 3-15,-5 4-7 16,-1 1 7-16,3 0-7 16,2 8 1-16,9 7-35 15,-3 4-139-15,-3-1-246 16</inkml:trace>
  <inkml:trace contextRef="#ctx0" brushRef="#br0" timeOffset="-194749.83">14079 14499 253 0,'0'0'173'0,"0"0"-137"0,0 0 13 16,0 0 15-16,0 0-27 16,0 0-37-16,0 0 0 15,-16 7 8-15,25-5 44 16,6 6 27-16,6-4-29 0,3 0-23 15,3 6-19-15,6-4-5 16,-1 0 6-16,-1 0-7 16,-4-2-2-16,-6-4-6 15,2 0-32-15,-5 0-85 16,-5 0 17-16,-4 0-67 16,-9 0-111-16</inkml:trace>
  <inkml:trace contextRef="#ctx0" brushRef="#br0" timeOffset="-194415.55">14103 14291 386 0,'0'0'96'16,"0"0"-17"-16,0 0 57 15,0 0-59-15,0 0-60 16,0 0-11-16,129-4 3 15,-89-8-5-15,1 1-8 0,3-4-45 16,1-1-110-16,-3 5-46 16,-4 3-188-16</inkml:trace>
  <inkml:trace contextRef="#ctx0" brushRef="#br0" timeOffset="-193316.35">15850 13844 104 0,'0'0'204'0,"0"0"-204"0,0 0-47 0,0 0 47 15,0 0 3-15,0 0 3 16,0 0 98-16,-4 60-1 16,4-58-33-16,0-2-33 15,-3 2-23-15,1 0-1 0,0 4-4 16,-3 0 2-1,3 2-9-15,0-5 36 0,-2-2 24 16,4-1-3-16,0 0-34 16,0 0 3-16,-5-1 5 15,1-10-26-15,-1-7-13 16,3-9 13-16,-3-9-7 16,3-8 0-16,0-4 0 15,-2-10 7-15,1-6-14 16,1 1 6-16,2-2 1 15,-2 7-1-15,-2 2 6 16,4 4-10-16,-6-1 2 16,4 3-10-16,0 3-25 15,2 3 22-15,0 1 7 0,0 9 9 16,0 0 18-16,0 3 2 16,0 6 4-16,0 3-22 15,0 4 5-15,0 4 0 16,0 4-14-1,-4 4-3-15,4 4 9 0,0 2 1 16,0 0 1-16,-4 0 37 16,-1 2-15-16,-1 14-23 15,-2 7 3-15,0 8-9 16,-1 9-1-16,-5 10-9 16,-1 6-39-16,-1 6-9 0,-1 1 4 15,-4-5 43 1,6 0 10-16,-3-6 13 0,3-2-12 15,-1-3-2-15,1-16-5 16,-1-5-199-16</inkml:trace>
  <inkml:trace contextRef="#ctx0" brushRef="#br0" timeOffset="-192644.74">15288 14386 143 0,'0'0'122'0,"0"0"-122"0,0 0 0 0,0 0 54 16,0 0 26-16,0 0-23 16,114-31-3-16,-69 17-15 15,4 0-8-15,2 8-15 16,3 1-5-16,1 5 27 0,7 0-8 16,3 0-21-16,2 0-2 15,0 0-9-15,0 0 5 16,-5 0 8-16,-2 0-2 15,-4 0-1-15,-7 0 2 16,-2 0-6-16,-5 0-4 16,-1-1 0-16,-8 1-5 15,-2 0-69-15,-12 0-40 16,-9 0-164-16</inkml:trace>
  <inkml:trace contextRef="#ctx0" brushRef="#br0" timeOffset="-186938.24">15723 14993 83 0,'0'0'399'0,"0"0"-399"0,0 0-67 0,0 0 46 15,0 0 19-15,0 0 2 16,0 0 38-16,-7 11 16 15,7-11 10-15,0 0-42 16,0 0-8-16,0 0-14 16,0 4 1-16,0-4 11 15,0 0 7-15,0 0 19 16,0 0-30-16,0 0 20 0,0 0-14 16,0 0 17-1,0 0-5-15,0 1 4 0,0-1-6 16,0 0-3-16,-2 0 10 15,2 0-23-15,0 0 18 16,0 0-19-16,0-5-5 16,0-10 1-16,0 1-3 15,0-6 3-15,0 4-1 16,2-7 2-16,5-2-1 16,2-1-6-16,4-10 4 15,5 4-9-15,-3 1 12 16,-1 5-8-16,1 13-8 0,-3 4-2 15,-1 9-19-15,0 0 20 16,0 18 13-16,2 8-6 16,-1 6 6-16,-1 11-14 15,-5 7 10-15,-1 8-9 16,-5 22-12-16,0 4-2 16,0 11 22-16,-9-1-14 15,-7-5-11-15,-6-10 27 16,-7-11 3-16,-2-9 24 15,-4-15 8-15,1-8 8 16,3-14-16-16,4-13 34 16,7-9-21-16,2 0-33 15,9-3-4-15,-2-19-11 16,5-2 0-16,6-4-24 0,0 6 6 16,0 5 5-1,0 9 8-15,0 7-6 0,9 1-4 16,6 0 18-16,1 1 8 15,11 12-6-15,2 0 13 16,4 4-9-16,5-7 5 16,-1-2-3-16,1-8 5 15,-7 0-1-15,-4 0-4 16,-7 0-2-16,-5-8 2 16,-3-2 0-16,-3-2 4 15,-3-6-1-15,0-1-4 0,-6-7 1 16,0 5-70-1,0 1-25-15,0 7 27 0,0 3-91 16</inkml:trace>
  <inkml:trace contextRef="#ctx0" brushRef="#br0" timeOffset="-185985.68">16828 14662 201 0,'0'0'11'0,"0"0"-11"0,0 0 0 15,0 0 0-15,0 0 14 16,0 0 68-16,-2 0 32 15,-1 0-28-15,1-2-16 0,0-2-45 16,0 0-25-16,-2 2 3 16,1-4 1-16,-3 1 20 15,4 0 1-15,-3 4 26 16,-2-5 14-16,5 6 10 16,0-3-30-16,0 1-25 15,2 0-9-15,0-4-8 16,0-2-6-16,6-5 1 15,12-1 1-15,2-3 2 16,2 1-2-16,-1 4 4 16,3 0-6-16,-4 6-1 0,-2-2-11 15,-5 8-5 1,3 0-22-16,-7 0 23 0,-1 0-51 16,-3 0-26-16,2 0-46 15,-5-2-126-15</inkml:trace>
  <inkml:trace contextRef="#ctx0" brushRef="#br0" timeOffset="-185489.28">16638 14258 448 0,'0'0'57'0,"0"0"-38"0,0 0 66 0,0 0-34 0,0 0 33 0,125 0 8 16,-80 0-37-16,11 0-52 16,1 0 18-16,3 0-21 15,-2 0-1-15,-6 0-32 16,-10 0-40-16,-3-11 8 16,-8 3-46-16,-12-4-43 15</inkml:trace>
  <inkml:trace contextRef="#ctx0" brushRef="#br0" timeOffset="-184024.84">17826 14119 196 0,'0'0'276'0,"0"0"-263"0,0 0-11 16,0 0 48-16,0 0-3 15,0 0-34-15,0 0 35 16,-62 58-27-16,60-52-12 0,0 4-7 16,-4 6-2-16,6 2 6 15,-2 8-5-15,2-4 12 16,0 0 16-16,0-8 20 15,0 2-39-15,0-2-9 16,8 0 1-16,5 0-4 16,1 3 0-16,1-4-2 15,3 3 2-15,1 1-1 16,4-8 2-16,-1-1-7 16,8-2 1-16,-1-2-11 15,2-4 10-15,-2 0-4 16,2 0 12-16,2-1-18 15,-2-11 4-15,-4 2 9 16,-1-8 5-16,1 2 0 0,-9-4-9 16,-3 3 5-16,1-5 7 15,-7 0-6-15,5-8 3 16,-5-3 0-16,1-9 0 16,2 3-1-16,-1-11-7 15,2-3 16-15,-3 12-10 16,0 5 6-16,-5 5-8 15,-3 6 4-15,-2 6-5 16,0-7 4-16,0 7-4 16,-17-6-2-16,-4 1 5 15,1 2-5-15,-6 5-38 16,1 6 43-16,-2 7 4 16,-2 4 2-16,-4 0 36 0,4 0 47 15,0 0-65-15,4 9 6 16,-4 10-28-16,0 5-2 15,-2 2-18-15,4 5-32 16,6 4 27-16,2 5-10 16,4 6-12-16,3 2-77 15,4 2 35-15,-1-5-55 16,0-9-15-16</inkml:trace>
  <inkml:trace contextRef="#ctx0" brushRef="#br0" timeOffset="-183340.67">18597 14145 339 0,'0'0'94'0,"0"0"-70"0,0 0-4 0,0 0 52 15,0 0-1-15,0 0-14 16,-39 96-34-16,33-66-18 16,-2 7 24-16,-1 10-26 15,-3 3-3-15,1 4 6 0,-2 7 4 16,2-7-6 0,-2-1-4-16,4-18 0 0,-3-18-2 15,4-17-117-15,-1 0-309 16</inkml:trace>
  <inkml:trace contextRef="#ctx0" brushRef="#br0" timeOffset="-182360.07">19016 13718 154 0,'0'0'141'0,"0"0"-72"0,0 0 49 0,0 0-36 16,0 0 8-16,0 0-39 15,3 0-4-15,-3 0-2 16,0 0-14-16,0 0 9 16,0 0-28-16,0 8 2 15,-14 6-9-15,1 4 0 16,-5 10-3-16,3 0 0 15,-4-1 3-15,1 0-5 16,5-4 14-16,-3-4 4 16,12 1-4-16,-3-6-8 15,5-4-11-15,2-2 14 16,0-4-18-16,0 1 6 16,0-2-4-16,13 1 0 0,7 1 7 15,3-4 6-15,6 5-5 16,4 1-1-16,9 0 6 15,1-3-12-15,6 4-12 16,-4-3 8-16,-8-2-15 16,-1 6-18-16,-9 1 12 15,-5-5 11-15,-4 8 16 16,-4 0 4-16,-4 2 7 16,-3 1 0-16,-1 0 3 15,2 4-8-15,-4 0 12 16,-2 4-13-16,-2 5-1 15,0-2 0-15,0 7 0 0,0-1-1 16,0 0 2-16,0-1-2 16,-4-3 3-16,-6-12-2 15,-1 0 0-15,5-10-20 16,-3-4 10-16,-2-3-13 16,-7 0-53-16,-4-10-119 15,-9-7-52-15</inkml:trace>
  <inkml:trace contextRef="#ctx0" brushRef="#br0" timeOffset="-181841.54">19092 13734 374 0,'0'0'123'0,"0"0"-109"0,0 0 50 0,0 0 77 0,114-22 4 0,-70 18-83 16,8 4-35-16,3 0-13 16,-4 0-13-16,3 0 6 15,-5 0-14-15,0 0-4 0,-2 0 8 16,-7 0-7 0,-9 0-37-16,-11 10 24 0,-11-2 22 15,-9 0-6-15,0-1-138 16,-4 1-292-16</inkml:trace>
  <inkml:trace contextRef="#ctx0" brushRef="#br0" timeOffset="-168837.48">13602 13421 204 0,'0'0'81'0,"0"0"-38"0,0 0 5 16,0 0-8-16,0 0 15 15,0 0-4-15,0 0 51 16,9 16-25-16,-7-6-14 16,0 2-54-16,7 4-7 15,5 8-1-15,-1 8-1 16,5 2-47-16,-1 4-6 16,1 0 38-16,1-2 13 0,-6-4 2 15,-1-5 1-15,5-7 0 16,-9-8 5-16,2-8-6 15,1-4-8-15,2-6 8 16,7-38 15-16,7-25 44 16,4-20-31-16,9-24-20 15,3-10 9-15,5-15-17 16,6-2 0-16,0 4-2 16,-4 18 2-16,-5 30-4 15,-11 38-90-15,-17 33-83 16,-15 17 13-16,-2 31 106 15,-11 24-87-15</inkml:trace>
  <inkml:trace contextRef="#ctx0" brushRef="#br0" timeOffset="-161908.47">23476 12605 204 0,'0'0'312'0,"0"0"-273"0,0 0-29 0,0 0 87 16,0 0-56-16,0 0-33 15,0 0-7-15,-13 6-1 16,13-12 30-16,0-12-8 16,-2-12 22-16,2-6-37 15,0-19 14-15,0-5 0 16,0-7-3-16,0-10 1 15,-2-1-14-15,2-3 11 0,0-6-14 16,0-3-4 0,0-2 2-16,0 5 0 0,11 12-2 15,-5 17-18-15,2 16-2 16,-8 14-5-16,0 17 18 16,0 6 9-16,0 5-3 15,0 5 8-15,-8 22-3 16,-5 10-1-16,-9 16 2 15,-3 8 7-15,4 0-2 16,-2 0 26-16,5-7-15 16,5-8-13-16,2-3-6 15,-3 2-51-15,1-1-212 16</inkml:trace>
  <inkml:trace contextRef="#ctx0" brushRef="#br0" timeOffset="-161110.51">22772 13086 264 0,'0'0'159'0,"0"0"-126"0,0 0 16 0,0 0 30 16,0 0-17-16,0 0-20 15,-48-6 60-15,46 6-9 0,2-2-30 16,0-4-51-16,0 0 23 16,10-4-17-16,28 8 19 15,22 0-15-15,23 2 8 16,17-2-10-16,14-2-8 15,15-3-8-15,7-6-2 16,6-1 4-16,-1 2-3 16,-12 2-5-16,-17 2 2 15,-16 6 0-15,-21 2-19 16,-8 0-23-16,-14 0-22 16,-15 0-42-16,-5 10-116 0,-16-3-86 15</inkml:trace>
  <inkml:trace contextRef="#ctx0" brushRef="#br0" timeOffset="-158994.48">23227 14089 208 0,'0'0'6'0,"0"0"-6"0,0 0-47 0,0 0-28 15,0 0 2-15,0 0 73 0,0 0 83 16,-25 30 19-16,23-25 80 16,0-2-65-16,2-2-47 15,-2-1-40-15,2 0-30 16,0 0 0-16,0 0-9 16,0 0 9-16,0 0 4 15,0 0 67-15,0 0-7 16,0 0-20-16,0 0-14 15,0 0-24-15,0 0-6 16,0 0-14-16,-2 0-3 16,-1 0 4-16,-1-1 2 15,0-5 20-15,-1-1-9 16,3 4 10-16,-3-6-4 0,3 0-3 16,-2-4 3-1,4-2-12-15,-5-2 12 0,3 6-5 16,2-4-1-16,0 0 0 15,0 1 0-15,0-2-1 16,0-3-2-16,0-5 6 16,0-4-9-16,11-8 12 15,3 6-15-15,-1-4 18 16,-1 11-13-16,0 6 8 16,-3 0 7-16,1 14 12 15,-2-2 1-15,1 5-14 16,0-1-7-16,0 1-1 15,2 0-2-15,0 0 0 0,-2 0 0 16,2 0-2 0,3 1-12-16,-3 11-12 0,2 3 24 15,1 3-12-15,-1 2-1 16,-2-2-16-16,0-2 25 16,-2 2-6-16,-5 1 4 15,4 0 11-15,-6 9-3 16,-2 5 0-16,0-1 1 15,0 1-3-15,0 2 4 16,0-3 0-16,-2-2-1 0,-8 0 2 16,1-2-1-1,-1-2-2-15,-4 4 3 0,1 1 2 16,-3-4-5-16,1 7 2 16,-6 2-8-16,-1 5-2 15,-4 0 6-15,-6 0-13 16,-4 3 3-16,1-8 12 15,-5-4-35-15,0-6-8 16,1-9 41-16,8-6 4 16,7-9 1-16,4-2 25 15,6 0 13-15,3-11-41 16,3-3-19-16,3-3 16 16,0-7 3-16,3 0-12 15,0 1-42-15,2-4-44 16,0 8 9-16,0 3-8 15,0 11 97-15,0 5 10 16,2 0 94-16,5 0-25 0,6 0 19 16,8 0-50-16,3 0-15 15,4 4-28-15,-1 4 2 16,4 5-9-16,-1 6 5 16,-1-1 1-16,0 0-4 15,-7 4 3-15,7-5-3 16,-6 2 0-16,3 0 8 15,-4-4 10-15,3-3-6 16,-3 0-9-16,2-3 8 16,-3-2-8-16,3 0 0 15,-3 4 10-15,-4-1-22 16,5 5 9-16,-9-8 0 16,6 2-1-16,-4-4 3 15,-6-1 0-15,0-4-1 0,6 0 3 16,-3 5 19-16,-4-5-9 15,3 0-3-15,3 0 12 16,-1 0 7-16,3-9-11 16,-3-5 9-16,3 2-20 15,-1-2 15-15,1-3-21 16,-7-2 0-16,2-3 1 16,-6-1 2-16,-3 2-4 15,0 4 0-15,1 2 3 16,-3 5-4-16,0-1 6 15,2 4-3-15,-2-5 3 0,2 0-3 16,0-2-6 0,0-1 1-16,0 6-1 0,0 2-3 15,-2 7 2-15,0 0-3 16,0 0-35-16,0 0-34 16,0 0-259-16</inkml:trace>
  <inkml:trace contextRef="#ctx0" brushRef="#br0" timeOffset="-156880.71">23726 13435 62 0,'0'0'11'0,"0"0"7"0,0 0 52 0,0 0-19 16,0 0 17-16,0 0 19 15,0-2-38-15,0 2-35 16,0 0-3-16,0 0-8 16,0 0 10-16,0 0 6 15,-2 0 46-15,-7 0-47 0,0 0-2 16,0 0-4-16,-2 0 44 15,2 2-15-15,3 0 19 16,-2 6-13-16,2-2-32 16,0 2-15-16,1-2 9 15,1 0-24-15,0-2 23 16,4 6-17-16,-4 0 9 16,2 0 0-16,0 6-2 15,0 0 4-15,0 0-4 16,2 2 4-16,-2-2-2 15,2 0 0-15,0 0 1 16,0-2-1-16,0 0-3 0,0-3-1 16,0-1 1-16,0-6-4 15,4 1 7-15,2 4 0 16,4-4 6-16,-1 6-18 16,-1-5 19-16,4 2-7 15,-1 2 0-15,2-9 0 16,1 6-3-16,3-5-4 15,-1 2 6-15,2-3-10 16,-3 4 6-16,4-2 10 16,0 0-6-16,4 1 6 15,-1 2-5-15,-2 0 1 0,2 0 1 16,-6-4-2 0,-1 0-2-16,-1-2 1 0,-7 0 0 15,1 0-6-15,-3-2 3 16,-1-8 4-16,0-9 10 15,4 4-2-15,-4-1-8 16,0-1 0-16,3 5-3 16,-3 2 6-16,-2 5-6 15,1-3 8-15,-3-3-7 16,0 5 4-16,0-5-4 16,0-2 2-16,0 4 0 15,0-3 1-15,0 3 1 16,-5 3-4-16,1-2 10 15,-1 4-15-15,-1-7 7 16,-6-1-2-16,6-5-32 0,-5-3 14 16,0 4 6-16,-3 4 14 15,4 0-3-15,0 9 6 16,-1 0 31-16,5 3 6 16,-1 0 4-16,0 0-23 15,0 0-3-15,5-3-18 16,-2-2-3-16,-3-1-14 15,1 0 4-15,-4 2 12 16,8 2 1-16,-4 0 3 16,1 2-2-16,-1 0 43 0,0 0-44 15,0 0 4 1,4 0-3-16,-5 0-1 0,1 0 0 16,-4 0-8-1,2 0 6-15,-7 0 4 0,5 6 1 16,-1 5-3-16,-2-3 6 15,1 1 1-15,0 5-7 16,0-4 1-16,1 5-2 16,0 0 1-16,2 8-23 15,0 2 16-15,5 6-105 16,-1 1-23-16,1-4-174 16</inkml:trace>
  <inkml:trace contextRef="#ctx0" brushRef="#br0" timeOffset="-156163.62">24573 13080 564 0,'0'0'50'0,"0"0"-10"0,0 0 100 0,0 0-63 0,0 0-47 16,129-4-30-16,-96 2 4 15,-1 0 1-15,-3 2-10 16,-3 0 6-16,-1 0-3 15,-2 0-42-15,-8 0-38 16,1 0-41-16,-5 0-36 16,-9 0-84-16</inkml:trace>
  <inkml:trace contextRef="#ctx0" brushRef="#br0" timeOffset="-155848.66">24564 12789 741 0,'0'0'120'0,"0"0"-104"0,0 0 6 16,144 0-22-16,-101 0-9 16,-1 0-39-16,-2 0-94 15,-6 0-28-15</inkml:trace>
  <inkml:trace contextRef="#ctx0" brushRef="#br0" timeOffset="-154399.86">26052 12457 398 0,'0'0'22'15,"0"0"21"-15,0 0 96 0,0 0-78 0,0 0 31 16,0 0-22-16,-39 98-24 15,39-96-32-15,0 2 6 16,0-4-8-16,0 0-12 16,0 0 17-16,0 0-11 15,0 0 18-15,0-10-13 16,0-14 29-16,0-9-24 16,0-8-4-16,0-14-5 15,0-6 2-15,0-12 3 16,0-1-11-16,8-4 1 15,-6 7 5-15,-2 5-10 0,0 6 6 16,0 10-6-16,0 0-22 16,0 0-15-16,0-1-34 15,0 1-143-15,3 6 9 16,-1 11 15-16,-2 12 95 16,0 15 98-16,0 6 67 15,0 6 140-15,0 22-110 16,-2 4-86-16,-11 6-11 15,1 2-2-15,-1-4-47 16,-1 7 12-16,1 0 37 16,0 6 7-16,-3 7-7 15,3 2-99-15,-3-4-326 16</inkml:trace>
  <inkml:trace contextRef="#ctx0" brushRef="#br0" timeOffset="-153882.96">25495 12923 393 0,'0'0'110'0,"0"0"-84"0,0 0 39 0,0 0 11 0,0 0 20 15,0 0 8-15,156 0-64 0,-73 0-7 16,8 0-28-16,3 0-5 15,0 0-4-15,1 0-8 16,-8 3 0-16,-7 3-1 16,-4-1-3-16,-5-1-124 15,-6-4-5-15,-9 0-67 16,-12 0-175-16</inkml:trace>
  <inkml:trace contextRef="#ctx0" brushRef="#br0" timeOffset="-146321.82">26032 14258 14 0,'0'0'59'0,"0"0"6"0,0 0 5 0,0 0-10 16,0 0 50-16,0 0-20 16,0 0 1-16,2 71-23 0,-2-68-9 15,0 2-29 1,0-5-18-16,0 2-5 0,0 2-11 16,0 0 8-16,0 1-1 15,0-2 0-15,0 1 23 16,0 1 7-16,0-1 10 15,0-3-5-15,0-1-22 16,0 0 6-16,0 0-19 16,0 0 15-16,0-14-17 15,-4-9-1-15,2-1-1 0,-3-3 1 16,1 4-2 0,0-4 5-16,2-5-7 0,2-6 13 15,0-9-14 1,0 4 11-16,0-6-12 0,0 1 5 15,0 1-2-15,0 0-6 16,0 0 4-16,0 0 2 16,0-3 6-16,0 1-10 15,2 2 11-15,2 7-8 16,0 5 4-16,-1 9-4 16,-1 12-20-16,-2 4 11 15,2 4 12-15,-2 5-4 16,0 1-1-16,0-3 1 15,0-3 0-15,2-2-35 16,-2 2 7-16,2-4-10 0,-2 4 22 16,0 3 16-1,0 2 5-15,0 1 15 0,0 0 52 16,0 0-10-16,0 0-49 16,0 0-8-16,0-4-19 15,0 4-12-15,0 0 20 16,0 0 8-16,0 0 1 15,0 4 4-15,-2 10 4 16,-4 4-4-16,1 0 11 16,3 0-12-16,-4-2 1 15,6-1-2-15,-6 4-7 16,0-2-7-16,1 1 6 0,1-3 3 16,-2 2 10-1,1 1 0-15,-2-2-5 0,-2-1 20 16,5 0-18-16,0 3-2 15,-1-1-3-15,-2 2-11 16,3 2 0-16,-5-4 6 16,9-5 4-16,-6 3 8 15,-3-2-4-15,-3 5 1 16,-3-2 1-16,1-5 2 16,1 4-3-16,5-5-1 15,-2-2 1-15,3 1-3 16,1-6-5-16,2 2-34 15,-2 0-88-15,4-5-62 0,-2 0-137 16</inkml:trace>
  <inkml:trace contextRef="#ctx0" brushRef="#br0" timeOffset="-145373">26899 13102 225 0,'0'0'260'0,"0"0"-203"0,0 0-2 16,0 0 79 0,0 0-48-16,0 0-38 0,-26 10-7 15,26-10-33-15,0 0-8 16,0 0 10-16,0-8 26 16,10 1-12-16,11 1-2 15,0 4-20-15,8 2 8 16,5 0 0-16,-1 0-8 15,6 1-2-15,-2 0-36 16,-1-1 26-16,-5 0-44 16,-4 3 4-16,-4-1 13 15,-8-1-25-15,-5-1-8 16,0 0-35-16,-6 0-65 16,-4 0-124-16</inkml:trace>
  <inkml:trace contextRef="#ctx0" brushRef="#br0" timeOffset="-144940.51">26825 12803 596 0,'0'0'60'0,"0"0"-60"0,0 0-1 0,0 0 1 0,0 0 34 16,0 0 21-16,77 0 33 15,-54 6-35-15,6-1-25 16,3 2-15-16,1-5-9 0,6-2-4 16,-2 0 6-1,5 0-5-15,-2 0 9 0,3 0-20 16,-5 0-32-16,-5-9-28 15,-10 3-94-15,-8-5-79 16</inkml:trace>
  <inkml:trace contextRef="#ctx0" brushRef="#br0" timeOffset="-142857.67">27944 13272 88 0,'0'0'3'0,"0"0"0"0,0 0 92 15,0 0 24-15,0 0 32 16,0 0-62-16,-7 61-18 16,3-51-22-16,-1-1-36 15,3 3-8-15,-2-5 0 16,2-1 1-16,2-5 2 0,0 2 0 15,0-3 2 1,-3 0 32-16,3 0-19 0,-2-3 2 16,2-9-25-16,-3-2 2 15,1-1-8-15,2-3 12 16,0-4-14-16,0 2 8 16,0-4 0-16,0-2-1 15,0-3 0-15,0-1-2 16,0-8 3-16,0 2-19 15,0-4-33-15,0 0 28 16,0 2 14-16,0 2 4 16,0 2 12-16,0 6 24 15,0-3 18-15,0 3-9 16,-2-2-34-16,0-1-5 0,0-5-5 16,0 5-12-16,-1-1 12 15,1 8-4-15,2 0 9 16,-2 0 7-16,2-6 6 15,0-2-13-15,0-4 0 16,0 0-3-16,2 4 4 16,3 5-9-16,-1 7 16 15,-2 10-4-15,-2 2-4 16,2 2 22-16,0 0-7 16,-2-4-5-16,5 0-10 15,-2-2-9-15,-1 0 8 16,4 1-32-16,-1 0 23 15,-1 3-13-15,-2 6 23 16,-2 2 0-16,0 0 7 16,0 0 31-16,0 0-19 0,0 0-13 15,0 0-6-15,0 0 5 16,0 0 1-16,0 0-12 16,0 0 11-16,0 0-5 15,0 6 9-15,0 9-8 16,0-4 8-16,0 1-9 15,0 4 23-15,-2 2-17 16,0 2 5-16,-2 1-9 16,-5-5-1-16,7 3-1 15,-8 2-3-15,4-2 2 16,1 2 1-16,-3-3 14 16,8 2-8-16,-8 0 14 0,4-4-18 15,-5 2 4-15,5-2-2 16,-2-2-4-16,-2 0 2 15,-3-2-2-15,5 6 2 16,-3-2-2-16,-2 0 6 16,2-2 2-16,0 5 3 15,2-4-10-15,-2 1-2 16,1 4-5-16,-6 2 5 16,3-1-4-16,-2-6 5 15,-3 5-2-15,5-5 11 16,-1-4-4-16,6 3-5 15,-5 3 3-15,1-1 3 16,2 2-5-16,-3 0-1 0,1-4 0 16,0 2 0-16,7-8 9 15,3-7-12-15,0-1 6 16,0 0-6-16,0 0-47 16,0-2-32-16,0-11-106 15,0 3-74-15,3 6-167 16</inkml:trace>
  <inkml:trace contextRef="#ctx0" brushRef="#br0" timeOffset="-133084.08">28689 12683 467 0,'0'0'254'0,"0"0"-229"0,0 0 63 0,0 0-8 16,121-76-44-16,-69 31-8 0,6-10-19 15,0-9 6-15,2 4-10 16,-6 3 6-16,-10 9-11 16,-4 10 0-16,-4 7 0 15,-8 8-54-15,-5 9-24 16,-9 10-168-16,-12 4-120 15</inkml:trace>
  <inkml:trace contextRef="#ctx0" brushRef="#br0" timeOffset="-132750.59">28602 12531 266 0,'0'0'126'0,"0"0"-126"0,0 0 0 15,0 0 6 1,0 0 61-16,0 0 59 15,26 110 34-15,6-82-83 0,5 2 9 16,3 0-47-16,5 0-12 16,1-2-27-16,0 4-3 15,-5 5-23-15,-3 3-53 16,-11 5-95-16,0 4-86 16,-14-3 30-16</inkml:trace>
  <inkml:trace contextRef="#ctx0" brushRef="#br0" timeOffset="-132085.26">29757 13064 211 0,'0'0'316'0,"0"0"-315"0,0 0 0 0,0 0 39 16,0 0-7-16,0 0 1 16,34 32 6-16,-32-32 48 15,0 0-6-15,1 0-31 16,1-6-30-16,3-6 8 15,-1-4-10-15,-1-2 8 16,1-10-3-16,2-6 14 16,-4-8-7-16,0-11-31 15,-2-11 0-15,1-3 3 16,-3-14-6-16,0 1-4 0,0-4-18 16,0 1-23-16,0 7 18 15,0 8 25-15,0 14 5 16,0 14-7-16,4 14 14 15,-2 15-4-15,-2 11-3 16,0 0 0-16,0 0 30 16,0 5-21-16,0 6-9 15,0 4 0-15,0 1 7 16,-13 8-4-16,-7 8-6 16,-7 8-1-16,1 3 3 15,-3 2-6-15,2-5-14 16,11-11-34-16,5-5-74 15,9-12-125-15</inkml:trace>
  <inkml:trace contextRef="#ctx0" brushRef="#br0" timeOffset="-131166.19">28145 15049 413 0,'0'0'170'0,"0"0"-155"0,0 0 58 0,0 0-1 16,0 0-14-16,0 0 6 15,15 0-21-15,-15 0-24 16,0 0-5-16,0 0-5 0,0-2 0 16,7-12-1-16,-5 2 14 15,3-12 20-15,-1-7-6 16,2-4-10-16,1-9-13 15,2-13 7-15,0-2-17 16,2-10 0-16,3 0 3 16,-1-4-4-16,3 2-4 15,3 1 6-15,6 3 6 16,2 6-1-16,4 9 13 16,0-2-20-16,3 6-2 15,1 4-3-15,4 3-27 16,-2 4 6-16,1 6 5 15,-7 5 18-15,9 4-10 0,-1 10 9 16,0-2 0-16,1 8-2 16,5-2 7-16,-3 2-3 15,0-1 0-15,1 7-7 16,-5 0 2-16,-3 0 1 16,-1 0-6-16,-1 0-5 15,5 0 12-15,5 0 6 16,1 0 4-16,5-5-7 15,-5-9 0-15,1-4-10 16,-9 2-18-16,-9 0-32 16,-12 8-101-16,-8-4-121 15,-5 9-235-15</inkml:trace>
  <inkml:trace contextRef="#ctx0" brushRef="#br0" timeOffset="-130603.27">28189 14436 335 0,'0'0'135'0,"0"0"-133"0,0 0-2 0,0 0 6 15,0 0 23-15,0 0 43 16,0 0 10-16,51-6 16 0,-30-1-1 16,6 3-46-16,6 0-29 15,13 3 11-15,6-4 6 16,8 4-4-16,7-5-32 15,-3 0 17-15,9-8-9 16,4 5-7-16,0-5 2 16,6 2-1-16,-8 2-5 15,-5 0 1-15,-10-1-6 16,-18 6 5-16,-9-1-1 16,-14 0-26-16,-15 4-30 15,-4-4-45-15,0 6-224 16</inkml:trace>
  <inkml:trace contextRef="#ctx0" brushRef="#br0" timeOffset="-129520.52">28577 13659 583 0,'0'0'34'0,"0"0"-32"0,0 0 1 0,0 0 8 0,-141 25 13 15,103-15 60-15,-1 10-45 16,-7-2 9-16,-6 3 10 15,-6 2-55-15,-7-2 30 0,3 2-14 16,4 1 0-16,6 2-10 16,8 8 11-16,8-4-2 15,8 10-15-15,5 2-6 16,9 4 6 0,3 6-2-16,11-2-1 0,0 0 0 15,0 1 0-15,0 0 0 16,0 6-1-16,0 0 1 15,0 6 0-15,0 2 3 16,0-3-4-16,0-3 3 16,13-4-4-16,5-6 5 15,9-8-7-15,9-10 4 0,6 1 0 16,9-8-7-16,7 0 4 16,5 3 1-16,-1-4 2 15,-2 1 4-15,1 6 0 16,-6-3-1-16,1 0-3 15,-3-7-2-15,-1 3 2 16,1-12 2-16,-2-4-2 16,7-6 3-16,0-1-2 15,4 0 1-15,-1 0 8 16,1 0-10-16,-6 0 2 16,2-9-5-16,-8-8 3 15,2-4-6-15,0-4-17 16,8-3 10-16,2-2-19 0,-4-6-12 15,0-4 11-15,-9 0 30 16,0-1 6-16,-7-3-2 16,-9-3-1-16,-1-3-24 15,-6 2-82-15,1 2-6 16,-2-4 44-16,0 8-9 16,-4 4 77-16,2 1 8 15,-5 1 85-15,-1-4-12 16,-6-3 14-16,-1-1-65 15,-8-1-26-15,0-4-4 16,0-1-31-16,-2 0 5 16,5 2 22-16,-5-2-3 15,6 7 14-15,-4 2 0 0,0 4 16 16,-2 5-14 0,0-2-9-16,0 1-16 0,0-5-11 15,-6 3-39-15,-7 3 9 16,-3 8 36-16,3 6 21 15,-1 7 26-15,-1 1 24 16,-1-4-15-16,-1-6-15 16,-2-4-20-16,-2-6-8 15,-4-10-64-15,-2 0-115 16,0 4-198-16</inkml:trace>
  <inkml:trace contextRef="#ctx0" brushRef="#br0" timeOffset="-129171.62">29466 13385 294 0,'0'0'182'0,"0"0"-147"0,0 0-35 0,-137 8-16 0,98-8-17 0,-1-2-3 16,-5 2 36-16,-2 0 19 15,-4 6 53-15,-3 8-17 16,1-3-10-16,-2-6 31 16,-4-5-57-16,6 0-19 15,6-6-19-15,7-4 19 16,6 8-1-16,11 2 8 15,-2 0 10-15,-2 0 32 16,-4 13 4-16,2 6-34 16,-7 1-11-16,-1 0-8 15,-2 1-11-15,-3 6-1 16,-3 8-10-16,-3 1 22 16,-2 8 2-16,6-4 22 0,4-6 4 15,11-3 26-15,7-8-18 16,6-6-22-16,5-4-13 15,2 1-2-15,2 3-1 16,2 6-27-16,-1 4-63 16,-3 4-124-16,3 1-76 15</inkml:trace>
  <inkml:trace contextRef="#ctx0" brushRef="#br0" timeOffset="-128137.64">28124 11534 136 0,'0'0'336'0,"0"0"-244"0,0 0 13 0,0 0-12 16,0 0 10-16,0 0-53 15,-8-26-3-15,5-4-41 16,-1-14-3-16,2-7 2 16,0-7-5-16,-8-3 0 0,2-2 0 15,-5 7-6-15,-1 4 13 16,3 10-15-16,4 8 8 16,0 6-4-16,1 7-6 15,1 10 10-15,1 7-5 16,4 4 3-16,-2 0 0 15,0 0 2-15,-1 1 21 16,-4 13-21-16,-4 5 0 16,3 5-11-16,-4 13 1 15,-3 10-42-15,-4 9-141 0,-5 5-347 16</inkml:trace>
  <inkml:trace contextRef="#ctx0" brushRef="#br0" timeOffset="-127754.52">28720 11434 558 0,'0'0'365'0,"0"0"-359"0,0 0 13 0,0 0 56 15,0 0-27-15,127 40-45 16,-88-28 8-16,3-2-11 16,1-5-12-16,-5-5-57 15,-7 0-35-15,-10 0-73 16,-6-11-14-16,-15-3-66 0</inkml:trace>
  <inkml:trace contextRef="#ctx0" brushRef="#br0" timeOffset="-127539.43">28664 11301 522 0,'0'0'167'16,"0"0"-142"-16,0 0 82 15,0 0-12-15,120-86-70 16,-78 80 0-16,0 6-25 0,10 0-20 16,-5 10-175-16,-3 8-227 15</inkml:trace>
  <inkml:trace contextRef="#ctx0" brushRef="#br0" timeOffset="-126656.75">29695 11620 253 0,'0'0'2'0,"0"0"6"0,0 0 88 16,0 0-6-16,0 0-78 15,0 0 39-15,-4-42 44 16,-1 18-45-16,1-2 28 0,2-6-19 16,-6-6 7-16,2 2-35 15,2-8-2-15,-3-5-27 16,1-1 0-16,-6 2 21 15,12 2-14-15,-2 0-8 16,2-2-1-16,0 4 2 16,0 4-1-16,0 5 9 15,9 7-9-15,-2 2 3 16,-1 2-4-16,-4 6-7 16,1 2-4-16,-3 0-5 15,0 6 0-15,0-4 3 16,0 10 6-16,0 0 14 15,0 4-13-15,0 0 14 0,0 0 39 16,-3 0-47 0,-3 12-2-16,-3 3-14 0,0 2 10 15,0 1 3-15,1 1 6 16,-4 2-6-16,-5 4 8 16,0 3-4-16,0 2 16 15,-1 5-8-15,1 6-1 16,1 1-1-16,3 2 29 15,-1 2-26-15,1 0 0 16,-3-1-5-16,3-5-9 16,-1-8 4-16,5-17-24 15,1-6-36-15,1-9-223 16</inkml:trace>
  <inkml:trace contextRef="#ctx0" brushRef="#br0" timeOffset="-120510.76">27467 8193 309 0,'0'0'222'0,"0"0"-187"0,0 0-32 0,0 0 10 0,0 0-13 15,0 0 2-15,2 52-2 16,1-41 0-16,-3-5 0 0,0 1 2 15,0 2 80 1,0-5 17-16,0-3-17 0,0-1-45 16,0 0 4-16,0 0-22 15,0-17 23-15,0-14-42 16,0-5 0-16,0-2 0 16,0-1 2-16,-3-2-5 15,1-8 7-15,2-11-8 16,-4-8 11-16,0-4-14 15,-2 1-1-15,0 2 7 16,-1 10-9-16,3 12 8 16,0 8 2-16,2 16 1 15,2-2 20-15,0 1-17 0,0-4 3 16,2-4-5 0,13-2-4-16,7-6 4 0,7 2-5 15,3 2 1-15,5 5-3 16,5 4-3-16,5 6 16 15,5 4-15-15,-1-1 18 16,0-4-16-16,5-9 5 16,-2-1-8-16,-4-6-24 15,-4 2-1-15,-13 8-27 16,-6 16-115-16,-21 11-115 16</inkml:trace>
  <inkml:trace contextRef="#ctx0" brushRef="#br0" timeOffset="-120011.71">27245 7931 606 0,'0'0'51'0,"0"0"-23"0,0 0 144 0,139-57-106 0,-76 37-10 15,4 9-37 1,2 2-9-16,-2 5-4 0,4 1-5 16,-4-2-2-16,-7-3-7 15,-4 0-28-15,-9 1-63 16,-11-4-59-16,-10 1-86 16</inkml:trace>
  <inkml:trace contextRef="#ctx0" brushRef="#br0" timeOffset="-99130.79">24442 7618 25 0,'0'0'68'0,"0"0"32"0,0 0-30 0,0 0 39 16,0 0-29-16,0 0-20 16,0 0-25-16,8-21-10 15,-5 21-1-15,-3 0-13 16,0 0 39-16,0 0 22 16,0 0 30-16,0 0-55 0,0 0-5 15,0 0-35-15,0 0 6 16,0 0-8-16,0 0 5 15,0 0-9-15,0 0 2 16,0 0-6-16,2 0 6 16,-2 0-6-16,2-1 4 15,2-3-1-15,-2 4 0 16,1 0 1-16,-3 0-3 16,0 0 2-16,0 0 0 15,3 0 0-15,-1 0 0 16,0 0 3-16,0 0 0 15,2 0-1-15,1 0-2 16,-3 0 0-16,2 0-7 0,1 0 5 16,0 0 4-1,-1 0-4-15,-2 0 8 0,5 0-7 16,-3 0 8 0,0 0-7-16,1 0 0 0,0 0-1 15,-3 4 0-15,0-3 1 16,5 2-3-16,-3 3 7 15,0-1-1-15,1 0 2 16,-5-2-5-16,7 2 1 16,-5-3 2-16,1-2-2 15,-1 2 2-15,-2-2-2 16,2 2 0-16,0 1 5 16,-2 2-3-16,2-1 20 15,0 0-22-15,-2-4 2 0,0 0-3 16,2 0 0-16,1 0 4 15,-1 3-2-15,0 0 4 16,5 2-5-16,0-1 21 16,4 3-19-16,-3-3 3 15,2 0-5-15,-4 0-1 16,3 0-1-16,-5 0 1 16,2-2 1-16,-4 0 4 15,0 0 1-15,0-2-5 16,0 0 11-16,0 0-8 15,-2 5-8-15,3-5 2 16,3 1 1-16,-2-1 0 16,-2 3 1-16,1-2-2 0,2 1 6 15,-3-1 0-15,2 2-3 16,3-2 7-16,-1 1-8 16,-1-2 0-16,0 0-1 15,4 3 1-15,-3-1 4 16,1 0-4-16,-1 0-1 15,1 2 1-15,2-4 7 16,-5 8-7-16,5-4 0 16,-2 1 0-16,0-1 0 15,-1-2 0-15,-3-1 2 16,3 2-6-16,-2 0 8 16,2-2-6-16,0 6 6 15,-2-3-3-15,1 2 1 16,3-2 0-16,2 2-2 0,-1-2 0 15,-3-2 0-15,4 2-2 16,-6-1-1-16,7-1 6 16,-5-1-4-16,1 2 3 15,-2 2-4-15,-1-3 4 16,3 2-2-16,-3-2 0 16,0-2 0-16,-4 2-2 15,3-2 3-15,1 0-3 16,-1 0 4-16,-1 2-3 15,5-2 5-15,-1 2-5 16,-2 3 1-16,1-4 0 0,4 1-1 16,-2 0 3-16,-1 0-3 15,1 2 3-15,-1 1-4 16,0-5 8-16,-2 6-12 16,0-5 8-16,0 3-2 15,1-4 0-15,-1 4 0 16,0-4-2-16,2 0 7 15,-2 2-13-15,-2 1 16 16,5-2-13-16,-3 2 10 16,2-3-5-16,2 5 0 15,-4-3 0-15,-2 2 0 16,5 3 2-16,-3-6-4 0,-2-1 5 16,0 5-5-1,1-3 6-15,0-2-6 0,-1 0 3 16,-2 0-2-16,0 0 1 15,0 0 0-15,0 0-4 16,0 0 8-16,0 0-1 16,0 0 0-16,0 0-6 15,0 0 6-15,0 0-6 16,0 0 8-16,0 0-9 16,0 0 4-16,0 0 0 15,0 0-2-15,0 0 9 16,0 0-7-16,0 0 2 15,0 0 4-15,0 0-1 16,0 0-5-16,0 0-1 16,0 0-5-16,0 0 0 15,0 0-37-15,0-2-14 0,0-7-74 16,-5 1-363-16</inkml:trace>
  <inkml:trace contextRef="#ctx0" brushRef="#br0" timeOffset="-89072.89">28594 12950 145 0,'0'0'69'0,"0"0"-9"0,0 0 51 0,0 0 1 0,0 0-45 15,0 0 1-15,0 0 10 16,-15-4-49-16,15 4-29 16,0 0 3-16,-2-5-6 15,2 5 6-15,-2 0-1 16,2 0 8-16,0 0 1 15,0 0-11-15,0 0 8 16,0 0-8-16,0-1 0 16,0 1-14-16,0-4-15 15,-2 2 24-15,-1-2 5 16,1 0 3-16,2 4-3 16,0 0 27-16,0 0-2 0,0 0-20 15,-2 0-4 1,-1 0 6-16,-1-4-14 0,-3-2 14 15,3 2-7-15,2 0 0 16,-1 2 8-16,3-2-2 16,0 4 2-16,0 0-8 15,0 0 6-15,0 0 12 16,0 0-9-16,0 0-9 16,0 0 9-16,0 0-15 15,0 0 7-15,0 0-1 16,0 0 11-16,0 0-8 15,3 0 10-15,7 0-11 16,4 10 6-16,-1-4-2 16,3 2-6-16,-1 2 2 0,4 1 2 15,-2 0-2-15,3 1-2 16,1 0 0-16,2 2 1 16,-2 0-4-16,1-2 8 15,-4 0-8-15,-4 0 6 16,3-2-6-16,-5 4-5 15,1-4 6-15,0 0-6 16,3-3 8-16,0 0 0 16,-1 1 4-16,-1-2-10 15,-6 0 12-15,-1-3-5 16,-7-3 4-16,0 0-4 16,0 0 1-16,0 0 0 15,0 0 1-15,0 0-1 0,-2-7-2 16,-9-1 4-16,-1-4-8 15,-1 1 0-15,-3-4-4 16,-3 3 8-16,-4-4 1 16,-4-2-1-16,0 0 6 15,5-2-2-15,0 2-4 16,4-2 5-16,-1 8-1 16,3-2-3-16,3 6 2 15,-1 4-3-15,1-1 6 16,1 4-6-16,-3-1 13 15,1-2-12-15,1-1 3 16,7 2-2-16,1 3 14 16,3 0-7-16,2 0-8 0,0 0 13 15,0 0-2-15,0 2-12 16,0 10-4-16,19-2-3 16,4 8 5-16,10-2-8 15,3 4 18-15,1-2-11 16,0 2 6-16,-4-4-1 15,-4-2-2-15,-7-4 0 16,0-4-2-16,-3 4-1 16,-2 0 3-16,-1 0-6 15,-5 0-1-15,-3-2 11 16,2 0-10-16,-8-4 11 16,0-4-10-16,-2 0-1 0,0 0-3 15,0 0 8 1,0 0-2-16,0 0-4 0,0 0 14 15,3 0-7-15,-3 0 2 16,0 0 2-16,4 4 5 16,-4-4-8-16,4 0 4 15,0 4-4-15,-4-4-1 16,3 3 4-16,-3-2-7 16,0-1 14-16,0 0 1 15,0 0-11-15,0 0-2 16,0 0-9-16,0 0-2 15,0 0-77-15,0 0-343 16</inkml:trace>
  <inkml:trace contextRef="#ctx0" brushRef="#br0" timeOffset="-83742.45">30702 12384 325 0,'0'0'174'0,"0"0"-145"0,0 0-2 15,0 0 7-15,0 0-20 16,0 0 16-16,0 0-4 16,0-1 6-16,3-4-1 15,-3 5-4-15,0 0-11 16,0 0 10-16,0 0 17 16,0 0-19-16,0 0 31 0,2 0-21 15,0 0 23-15,4 20-22 16,4 6-14-16,1 11-16 15,2 5 2-15,3 2-7 16,-5 10-4-16,2 3 3 16,-2 0 2-16,-4-1 2 15,4 2-2-15,-4-5 1 16,2-5 1-16,-1-16-3 16,4-14 0-16,11-18-6 15,10-6-37-15,11-42 43 16,12-22 10-16,4-30-7 15,9-28-6-15,2-11-2 0,1-9-8 16,-3 10 13 0,-11 24-1-16,-12 33 1 0,-17 31-39 15,-11 33-72-15,-13 17 26 16,-5 0 46-16,0 31 36 16,0 11-112-16,-11 3-339 15</inkml:trace>
  <inkml:trace contextRef="#ctx0" brushRef="#br0" timeOffset="-75766.76">23906 16294 4 0,'0'0'65'0,"0"0"-65"0,0 0-9 0,0 0 9 16,0 0 98-16,0 0-54 16,0 0 41-16,0 0-39 15,3-1-40-15,-3 1 7 16,0-3 48-16,0 1-29 0,0-2-8 15,0 4-1 1,0 0 3-16,0 0 25 0,0 0 7 16,0 0 41-16,0 0-36 15,0 0-25-15,0 0-25 16,0 0-13-16,0 0 0 16,0 0 4-16,0 0-3 15,0 0 3-15,0 0 4 16,0 0-8-16,0 0 2 15,0 0 2-15,0 0 0 16,0 0-1-16,-3 0-3 16,3 0 0-16,0 0 4 0,0 0 3 15,-2 0-3-15,2 0 4 16,-2-13-6-16,-4-8 9 16,6 1-7-16,-5-10 4 15,3-2 11-15,0-5-6 16,2-7 1-16,0 0-14 15,0-9 3-15,0 5 0 16,0 2-6-16,0 6 3 16,4 9 0-16,-2-1 3 15,1-2-1-15,-3 6-2 16,0-2 3-16,0 6-3 16,0-2 4-16,0 8-8 15,0 3-1-15,0 3 5 16,0 8 0-16,0 4 0 15,0-1 1-15,0-3 2 16,0 4-6-16,0-4 2 0,0-1 1 16,0 5-8-16,0 0 7 15,0 0-9-15,-5 0-3 16,-4 9 10-16,-4 12-5 16,0 2-1-16,-1 4-43 15,-1 4 18-15,-1 1 5 16,1-4 25-16,-6 6 8 15,-1-2 38-15,2-2-6 16,0-8-13-16,9-1-11 16,4-6-12-16,-2 8 0 0,7-5-99 15,0 0-66-15,0-4-101 16</inkml:trace>
  <inkml:trace contextRef="#ctx0" brushRef="#br0" timeOffset="-74700.89">23405 16529 127 0,'0'0'80'0,"0"0"-18"0,0 0 3 16,0 0-45-16,0 0 3 15,0 0-23-15,-8-8 0 16,3 8 1-16,-2 0 40 15,1 0 11-15,1 0-38 16,-1 0 46-16,6 0-2 16,-2-4 18-16,2 4-29 0,-3 0 0 15,3 0-9-15,0 0-5 16,0 0-2-16,0 0-8 16,0 0 1-16,0 0-14 15,0 0 17-15,0 0-20 16,0 0-4-16,0 0-3 15,0 0-1-15,0 0-9 16,0 0 9-16,9 0-5 0,6-5 12 16,3-1-8-16,5 6 8 15,4-2-9-15,4 2 10 16,0 0-12-16,5 0 6 16,-1 0-1-16,5 0 0 15,3 0 1-15,3 2 4 16,-1 9-5-16,-5-1 0 15,0-2 5-15,-9 0-11 16,2-3 12-16,1-4-10 16,-5 4 8-16,4 2 1 15,-2-1-5-15,3 2 4 16,0 0-2-16,-3-2 5 16,2-2-7-16,3 1 8 15,-1-2-3-15,1-3-2 16,2 0 9-16,-2 0 7 0,2 4-19 15,-1-4 15-15,-3 6-12 16,-1-2 19-16,-6 0-22 16,-7-4 0-16,-2 4 0 15,-4-4-3-15,-4 0 3 16,-3 2 0-16,-1 0 4 16,-3-2-3-16,0 2-1 15,-3-2 0-15,2 0-1 16,-2 4-40-16,0-4-12 15,0 4-108-15,-25 1-307 16</inkml:trace>
  <inkml:trace contextRef="#ctx0" brushRef="#br0" timeOffset="-72385.9">12584 12414 217 0,'0'0'65'0,"0"0"-33"0,0 0-25 0,127-37 26 15,-89 28 7-15,4 1-34 16,3-2-4-16,5-1 29 0,2 0 4 16,-1-5 68-1,2 0-53-15,-6 0-39 0,-3 0-11 16,2 2-3-16,-7 8-51 16,4 1-10-16,-3 2 40 15,-2 3 24-15,-3 0 2 16,4-2-2-16,-1 0 12 15,-1-6-10-15,-1 6 10 16,-3-4-12-16,-2 4 0 16,-4 2 9-16,4 0 11 15,-4 0-17-15,0 0-3 16,-2 0 1-16,4 0 2 16,-3-8-3-16,5-2-4 0,-4-2 4 15,0 0-2 1,-3 4 6-16,-3 2-4 0,2 4 2 15,0 2 20 1,-3 0-15-16,3 0-3 0,-6 0-1 16,1 0 2-16,0 0 1 15,-2 0 12-15,-1 0-2 16,-3 0 2-16,-4-6 31 16,1 3 10-16,-3 2-11 15,0 1-23-15,-2 0 11 16,0 0-18-16,1-2-9 15,-1-1 0-15,-2-2 1 16,5 1 9-16,-4 1-17 16,-3 0 5-16,0 3-7 0,0 0-13 15,0 0-94 1,0 0-125-16,-10 0-335 0</inkml:trace>
  <inkml:trace contextRef="#ctx0" brushRef="#br0" timeOffset="-69788.7">23755 17235 484 0,'0'0'94'0,"0"0"-52"0,0 0 5 0,0 0-24 15,0 0 16-15,0 0 41 0,0 0-43 16,-36 54-15 0,32-44-10-16,0 6 6 0,-3-2-10 15,-2 5-6-15,0-6 2 16,5 1-4-16,-1-2 14 16,3-1-11-16,-2 0 16 15,-1-5-10-15,0 2-9 16,-1 2 3-16,2-1-6 15,-1-2 3-15,5-7 0 16,-2 0 0-16,2 0-3 16,0 0 2-16,0 0 1 15,0 0 11-15,-2 0-10 16,-2 0-2-16,4-4 1 16,0-14 0-16,0-4-2 15,0-4 4-15,15-2-9 0,-7 10 15 16,4 6-7-16,1 2-1 15,1 3-2-15,1-4-9 16,3 3 9-16,-3 4-14 16,1 0 9-16,-3 4-5 15,3 0-11-15,0 27 21 16,4 4 4-16,-3 17 8 16,-1 6-9-16,-5 8 4 15,-9-3-5-15,-2 3 9 16,0-3-9-16,0 2 2 15,-6 1 8-15,-9 0 11 16,-4-3 12-16,-3-5-3 0,-1-8-7 16,-3-13-12-16,-7-4-5 15,-3-10-6-15,-8-4 2 16,-2-9 0-16,2 2-2 16,4-8 0-16,7 0 2 15,8 0-6-15,7-4 2 16,10-19-1-16,5-4-8 15,3-3 2-15,0-2-2 16,0 6 5-16,9 8 0 16,11 10 3-16,3 8 2 15,6 0-13-15,4 12 12 16,5 15 2-16,4 4-4 16,-1 1 1-16,-1 2-3 0,-5-2 1 15,-4-2-10 1,0-6 7-16,-4-6-34 0,-2-3 34 15,-1 1 0-15,0-10 7 16,-3-6-3-16,4 0-9 16,-6 0 7-16,-1-11 6 15,-5 0 14-15,-8-4-2 16,4 2 21-16,-9-10-20 16,0 9 10-16,0-4-21 15,0 6 2-15,0 9-3 16,0 0 26-16,0 3 6 15,0 0-20-15,0 0-13 0,0 0-4 16,0 0-57 0,0 6-60-16,4-2-94 0,-1-4-217 15</inkml:trace>
  <inkml:trace contextRef="#ctx0" brushRef="#br0" timeOffset="-67923.23">23967 17137 181 0,'0'0'53'0,"0"0"-44"0,0 0 7 0,0 0 40 0,0 0-22 16,0 0 41-16,-15 1-7 16,10-1-4-16,-2 4-31 15,0 1 3-15,1-5-14 16,2 4-5-16,-1-4 7 16,3 4 13-16,-1-4 0 15,3 0 2-15,-2 0-4 16,2 1-26-16,-2-1-8 15,-1 0-1-15,3 5 2 16,-2-5-5-16,2 0 6 16,-2 4 21-16,2-4-7 15,0 0 7-15,0 0-21 16,0 0-6-16,0 0 3 16,0 0-5-16,0 0 3 15,0 0 2-15,14 0 3 16,1 0 5-16,3 0-8 15,4 0 5-15,0 0-11 0,3 0 13 16,2 3-7-16,-2 2 0 16,-2 5 2-16,0-2 0 15,-3 2 1-15,2-2 8 16,-4-5-2-16,-2 8-10 16,-3-7 3-16,-2 4-4 15,-1-6 4-15,0 2-2 16,-3 4 0-16,-1-8-5 15,-3 5 4-15,0-5-29 16,-3 2-72-16,0-2-138 0,0 0-153 16</inkml:trace>
  <inkml:trace contextRef="#ctx0" brushRef="#br0" timeOffset="-66989.56">24555 17467 195 0,'0'0'41'0,"0"0"-41"0,0 0 0 0,0 0 29 16,0 0-6-16,0 0 50 15,0 26 12-15,0-26-69 16,0 0 4-16,0 0 1 16,0 0 8-16,0 2-6 15,-2-2-15-15,-1 0 48 16,1 0 3-16,2 0 13 15,-2 0-39-15,0 0 5 0,-5-14-38 16,5 0 0-16,2-4 4 16,0-4-2-16,0-4-1 15,0-2 6-15,0-6-14 16,0 1 16-16,0-2-14 16,0 5 5-16,0 1-8 15,0 12-16-15,0 1 8 16,0 5 14-16,0-1-4 15,0-2 3-15,0 1-4 16,0-5 0-16,0 4-22 16,0 1 9-16,0 13 4 0,0 0-35 15,0 0 29-15,0 0 13 16,0 0 9-16,0 0 0 16,0 0-1-16,0 4 1 15,0 0-2-15,0 2 6 16,0 2-6-16,-7 6 4 15,-4 8-3-15,-6 4 1 16,-8 11 0-16,3-5-3 16,-5-2 13-16,2-4-10 15,-2-13 9-15,12-2 27 0,2-3-21 16,6-8-8 0,2 4-7-16,3-4-88 0,-4 4-500 15</inkml:trace>
  <inkml:trace contextRef="#ctx0" brushRef="#br0" timeOffset="-65708.27">24943 16884 236 0,'0'0'156'0,"0"0"-91"16,0 0 13-16,0 0-2 0,0 0-54 16,0 0 29-16,-27 8 11 15,27-8-9-15,0 0-33 16,0 0 21-16,0 0 19 16,0 0-19-16,0 0 16 15,0 0-19-15,-2 0-16 0,2 0-21 16,0 0-2-16,0 0-13 15,0 0 0-15,4 0 2 16,12 0 12-16,4 0 0 16,0 0 0-16,5 0-2 15,-2 0-1-15,2 0-3 16,0 0 5-16,-3 0-8 16,-4 0-15-16,-2 0 5 15,-1 0-76-15,-1 4-37 16,1-4-39-16,-3 0-105 15</inkml:trace>
  <inkml:trace contextRef="#ctx0" brushRef="#br0" timeOffset="-64790.12">24901 16615 154 0,'0'0'74'0,"0"0"-72"0,0 0 15 0,0 0-5 0,0 0 41 16,0 0 48-1,0 0-38-15,0 0 2 0,0 0-34 16,0 0 32-16,0 0-13 15,0 0 19-15,0 0-4 16,4 0-26-16,3 0-13 16,6 0 5-16,3 0 12 15,-1-4-42-15,5-1 18 16,1 5-16-16,-2 0 6 16,1 0-4-16,3 0 1 15,-2 13-3-15,0-7 0 16,1 2-2-16,-2 1 4 0,0-5 10 15,-2 1-8 1,-7-1-1-16,-2-4 6 0,-3 0 8 16,0 0-20-16,-4 0 0 15,0 0 5-15,-2 0-5 16,2 0 8-16,-2 0-6 16,0 0 5-16,0 0-2 15,0 0-10-15,0 0 7 16,0 0-4-16,0 0-15 15,4 0-17-15,-4 0-21 16,5 0-57-16,-5 0-155 16,0 0-326-16</inkml:trace>
  <inkml:trace contextRef="#ctx0" brushRef="#br0" timeOffset="-61545.97">26404 16214 111 0,'0'0'69'0,"0"0"-59"16,0 0-10-16,0 0 25 15,0 0 4-15,0 0 94 0,0 30-9 16,0-30-29-16,0 0-10 15,-2 4 0-15,2 0-31 16,-2 2-20-16,0-2-16 16,2 5-5-16,-3 4-6 15,1-3 6-15,0 2-3 16,0-1 2-16,0-4-2 16,-3 3 2-16,5 3 2 15,-2-4 8-15,-1 0-6 16,1-3 12-16,0 2-16 15,0-8 5-15,2 4-5 0,-3-4 8 16,3 0-1-16,0 0 21 16,0 0-4-16,0 0 6 15,-2 0-24-15,2-18-2 16,-4 1-12-16,4-2 7 16,0-8-6-16,-2 1 10 15,2-6-9-15,0-4 11 16,0 1-14-16,0-7 6 15,0 3 1-15,0 5-10 16,0 2 0-16,2-4 8 16,4 0-12-16,-3 0 6 15,-1 5 7-15,0 0-1 16,-2 8-2-16,0 1 4 16,0 4-1-16,0-4 4 15,5-6-8-15,-3 1 11 0,7-2-14 16,-2 7 16-16,-1 2-17 15,-2 8 9-15,-1 12-29 16,-3 0-2-16,0 0 8 16,0 0 20-16,0 0 6 15,0 0-3-15,0 8 3 16,0 10-3-16,-9 2 4 16,-2 6 0-16,-5 4-4 15,1 1-2-15,-10 1-21 16,8-5 10-16,-3-4 13 15,1-6-8-15,4-3 2 0,1-1-77 16,1 4-87 0,-3 1-351-16</inkml:trace>
  <inkml:trace contextRef="#ctx0" brushRef="#br0" timeOffset="-60746.11">25863 16830 19 0,'0'0'82'0,"0"0"-77"0,0 0 104 0,0 0-39 0,0 0 16 16,0 0-7-16,0-4 19 15,2 0-48-15,5-2-32 16,4-2 28-16,5-2 5 16,4-4 24-16,6 6-23 15,5 0-1-15,6 8-22 0,7 0 0 16,3 4-21-16,4 8 29 15,2 2-13 1,1-4-16-16,-3-2 3 0,-2-8 1 16,3 0-5-16,-6 0 4 15,-3 0-10-15,-6 4 8 16,-5-2-18-16,-1 2 7 16,-4-4 2-16,-6 4-21 15,0-4 14-15,-5 0 2 16,-5 0-11-16,-7 0 15 15,0 0-14-15,-2 0 12 0,-2 0-6 16,0 0 4-16,0-4 8 16,0-2-3-16,0 2 0 15,0-4-11-15,0 2 10 16,-8-3-19-16,-5 0-140 16,-8 1-403-16</inkml:trace>
  <inkml:trace contextRef="#ctx0" brushRef="#br0" timeOffset="-56500.07">25903 18254 218 0,'0'0'45'0,"0"0"-43"0,0 0 43 0,0 0-33 16,0 0 0-16,0 0 35 15,-9 0 16-15,9 0-15 16,-2 0-15-16,0 6-4 16,-5-3-27-16,4 1 4 15,-1 5 11-15,0-4 13 16,-1 0 15-16,3-2-10 15,0 1-26-15,2-4-6 16,0 0-6-16,0 0 1 0,0 0-6 16,0 0 2-16,0 0 6 15,9 0 9-15,2 0 5 16,9-12 39-16,3-7 19 16,6-12-30-16,6-5-19 15,5-4 26-15,7 0-42 16,-1-4 12-16,4-2-14 15,-2-2-4-15,-1 0-2 16,-7 7 1-16,-4 9-1 16,-7 10-34-16,-7 0 6 15,-3 4-68-15,2-3-31 16,-5-2 14-16,-5 4 12 0,-5 6-142 16</inkml:trace>
  <inkml:trace contextRef="#ctx0" brushRef="#br0" timeOffset="-55284.64">25992 17616 194 0,'0'0'114'0,"0"0"-113"0,0 0-1 0,0 0 38 15,0 0-8-15,0 0-5 16,-18 34 75-16,14-24-33 16,-3 0 2-16,7-1-28 15,0-2-10-15,0-1-30 0,0 2 1 16,0-4-4-1,0 2 5-15,0 2-5 0,0 0 4 16,-2 2 30 0,-2-2 3-16,2 6-1 0,-1-4-33 15,3-5 8-15,0-2-9 16,0-3 0-16,0 0 0 16,0 0 16-16,0-14 8 15,0-8-19-15,0-8 13 16,0-6-11-16,0-4-12 15,11-10 11-15,0-3-6 16,5-1 0-16,-3 8-10 16,-1 7-33-16,3 3-22 15,-3 9 29-15,-6 9-16 16,1 6 28-16,-5 6 14 0,-2 6 10 16,0 0 32-16,0 0 60 15,0 6-22-15,-9 16-57 16,-9 8-13-16,-2 11 0 15,0-6-1-15,0-3-3 16,2-5-1-16,0-5-62 16,7-13-11-16,-3 4-31 15,-1-7-100-15</inkml:trace>
  <inkml:trace contextRef="#ctx0" brushRef="#br0" timeOffset="-54251.22">26574 18177 190 0,'0'0'194'0,"0"0"-139"0,0 0 13 0,0 0-38 0,0 0-16 15,0 0-9-15,-2-98 5 16,2 90 1-16,0 0 16 16,0 6 14-16,2-3-18 15,4 5 0-15,3-2-22 16,1-3 18-16,-2 1-15 16,1 4 2-16,-3 0 4 15,2 0 0-15,-4 0-6 0,-4 11 24 16,0 16 7-16,0 1-34 15,0 4 4-15,-16 6 2 16,-3-2-13-16,-2-4 9 16,-6 0-3-16,-4-1 0 15,0-10 0-15,-2-6 0 16,4-5-4-16,8-10 4 16,6 0 5-16,6 0 7 15,4 0-12-15,3 0-1 16,2 0-41-16,0 0 15 15,0 0 0-15,2 0-13 16,14 0-9-16,2 4 23 0,0 14 23 16,2 4 5-1,-3 0-4-15,2 0 4 0,-1-8 4 16,-3-1-6-16,1-10-3 16,-1-3-9-16,1 0 20 15,1-7-8-15,2-16 1 16,-2 1 37-16,1 4-22 15,-3-1 12-15,-1 2 11 16,-1 5-12-16,1-7-11 16,-5 6-14-16,4-1-4 0,-6 6-3 15,0 4-22 1,-3-3-59-16,0 7-70 16,-4 0-203-16</inkml:trace>
  <inkml:trace contextRef="#ctx0" brushRef="#br0" timeOffset="-53450.96">26582 18125 236 0,'0'0'25'0,"0"0"-25"0,0 0-35 0,0 0 13 16,0 0 1-1,0 0 21-15,0-24 17 0,0 24 33 16,0 0 67-16,0 0-19 16,0 0-62-16,0 0-34 15,0 0-2-15,0 0 0 16,0 0 1-16,0 0 2 15,0 0 12-15,0 0 7 16,0 0 32-16,0 0-11 16,0 0 0-16,0 0-15 15,0 0-24-15,0 0-4 16,0 0-5-16,0 0-7 16,0 0 12-16,0 0 6 0,0 0-6 15,0 0-6 1,0 0 4-16,0 0-236 0,0 0-79 15</inkml:trace>
  <inkml:trace contextRef="#ctx0" brushRef="#br0" timeOffset="-52285.59">27081 17120 183 0,'0'0'275'0,"0"0"-268"0,0 0 47 0,0 0 61 0,0 0-110 16,125 0 8-16,-88 0-4 15,0 0-8-15,-6 0 0 0,-2 0-1 16,-9 0 0-16,-4 0-1 15,-5 0 0-15,-7 0-13 16,3 0-39-16,-7 0-100 16,0 0-225-16</inkml:trace>
  <inkml:trace contextRef="#ctx0" brushRef="#br0" timeOffset="-51886.46">27071 16812 484 0,'0'0'101'0,"0"0"-90"0,0 0 82 0,0 0 8 0,124-4-31 15,-72 4-30-15,1 0-21 16,0 0-11-16,-8 0-16 16,-5 0 5-16,-9 0-45 15,-10 0-119-15,-4 4-71 16,-10 10-172-16</inkml:trace>
  <inkml:trace contextRef="#ctx0" brushRef="#br0" timeOffset="-45559.7">28145 16929 233 0,'0'0'25'0,"0"0"-25"0,0 0-5 15,0 0 3-15,0 0 4 16,0 0 54-16,0 0 7 16,0 0 17-16,0 0-3 15,-3 0-7-15,3 0-26 16,0 0-25-16,0 0 8 0,0 0-11 16,0 0-11-16,0 0 1 15,0 0-6-15,0 0-3 16,0 0 3-16,0 0 0 15,0 0 8-15,0 0 14 16,0 0 0-16,0 0-7 16,0 0-12-16,0 0 17 15,0-9-5-15,0-5 15 16,0-8-20-16,0-6 1 16,0-8-10-16,7-8 5 15,4-5-6-15,3 3-2 16,-4-2 0-16,2-2 1 15,-3 6 1-15,-5 4 0 16,5 8-2-16,-3 6 1 16,0 3-4-16,-4 6 0 0,2-5 9 15,0 4-8-15,7 0 5 16,-1-1-6-16,-2 7 2 16,-3 6-24-16,-1 2-44 15,-2 0 59-15,-2 4 6 16,2 0 6-16,-2 0 0 15,0 0 6-15,0 0-6 16,0 0 9-16,0 0 43 16,0 4-43-16,0 11 2 15,0 1-3-15,-6 7-6 16,-5 0-2-16,-5 3-2 0,-1 6 0 16,-6-2 4-16,-2-2-4 15,1-2 13-15,6-4-18 16,0 0 10-16,3-8-6 15,11 5-23-15,-2-11-120 16,4 5-198-16</inkml:trace>
  <inkml:trace contextRef="#ctx0" brushRef="#br0" timeOffset="-44226.16">28664 16950 28 0,'0'0'149'0,"0"0"-139"0,0 0-8 0,0 0 17 0,0 0-8 15,0 0 14-15,0 0-5 16,0 0 70-16,0 0-20 15,0-4-29-15,0 4-15 16,0 0 7-16,0 0 0 16,0 0-22-16,0 0-1 15,0 0-6-15,0 0-4 16,0 0 11-16,0 0 9 16,0-6-20-16,0-3 0 15,0-2 9-15,6-7 32 16,7-5-26-16,3 0-8 15,-1-3-3-15,4 4-2 16,-6 4-3-16,3 4 1 16,-3 1-18-16,-2 4-36 0,-2-2-23 15,-2 4 32-15,-3-2 25 16,0 5 9-16,-4 4-51 16,0 0-9-16,0 0-9 15,0 0-62-15</inkml:trace>
  <inkml:trace contextRef="#ctx0" brushRef="#br0" timeOffset="-43659.96">28650 16692 226 0,'0'0'46'0,"0"0"-40"0,0 0-3 16,0 0 12-16,0 0 4 0,47 106 45 0,-32-84-7 16,4 0-26-16,1 2-23 15,-3-6 27-15,8 4-1 16,-5-8-9-16,-2 2-25 0,0-6 6 16,-3 2 2-16,-1-2-6 15,-3-2-4-15,-3-4 2 16,4-3 0-16,-3 4-13 15,-5-1 5-15,0 4-32 16,-2-2 13-16,-2 2 3 16,0-3-92-16,0-5-104 15</inkml:trace>
  <inkml:trace contextRef="#ctx0" brushRef="#br0" timeOffset="-41694.29">26511 17467 185 0,'0'0'169'0,"0"0"-94"0,0 0-36 0,0 0-17 0,0 0-22 15,0 0-1-15,-2 5-3 16,2-5 4-16,0 0 2 15,0 0 9-15,0 0 32 16,0 0-14-16,0 0 25 16,0 0-4-16,0 0-8 15,0 0-38-15,0 0-4 16,0 0-4-16,0 0 0 16,0 0-4-16,0 0 8 0,7 0-3 15,-1 0 14-15,3 0-16 16,0 0 5-16,2 0 0 15,3 0 5-15,3 0 5 16,2 1-9-16,-2 7 7 16,-1-3-8-16,-3 2-12 15,1-1 12-15,-5 7 2 16,1 1-2-16,0-1 1 16,-1 6-2-16,-5-5 1 15,7 1 0-15,-2 0 0 16,0-5 4-16,-1-2-2 15,4 1 0-15,-1-1-2 16,-2 1-3-16,0 5 3 0,2-4 0 16,2 1 4-16,-1-2-12 15,1-3 16-15,-1 2-18 16,-2-2 20-16,-1-2-20 16,3 5-20-16,-4-2 17 15,1 3 13-15,0 0-8 16,0 2 2-16,-5 2-10 15,5-2 7-15,-7-6 5 16,0-2-3-16,1 0 14 16,-3 2-2-16,0 3 10 15,0 1-8-15,0 1-4 0,0 3 5 16,0 1-8-16,0 1-1 16,0-7-1-16,-3 4 4 15,1-7-2-15,2 1 8 16,-2 0-3-16,2-3-5 15,0 0 0-15,0 0-7 16,0-4 7-16,0 0-6 16,0 0 1-16,0 0 3 15,0 0-15-15,0 0 10 16,0 0 10-16,0 0-7 16,-2-4 8-16,2-11 7 15,-2 2-11-15,-3-4 1 16,3 3-1-16,-2 7 1 15,0-4-1-15,1-3 7 0,0 6-11 16,-1 1 7 0,0-3-4-16,-1 1 1 0,1-1-1 15,0-4 1-15,-1 6 4 16,-2-1-2-16,5 0 3 16,2 1-5-16,0 2 4 15,0 2-4-15,0-5 0 16,0 4 0-16,0-3-1 15,0 0 1-15,-4-2 5 16,-1 2 1-16,-1-3 2 16,2 0 3-16,-2 1 36 15,2 2-46-15,0 2 15 16,-1-3-16-16,1 1 6 0,-3 3-4 16,-2-3 2-16,-2 2-4 15,0-2 0-15,0 4 13 16,0-2-1-16,2-6-7 15,-1 2-1-15,2-2-3 16,4 2 1-16,-3-2 0 16,2 6-2-16,-2 2 7 15,1 0-7-15,4-1 5 16,-3 5 4-16,1 0-4 16,-3-4-6-16,2 4 2 15,3 0 3-15,0-1-4 16,2 1-9-16,-4 0 1 15,-1 0-162-15,-9 5-388 16</inkml:trace>
  <inkml:trace contextRef="#ctx0" brushRef="#br0" timeOffset="-40146.43">29795 16495 175 0,'0'0'199'0,"0"0"-131"0,0 0-16 0,0 0 12 16,0 0-1-16,0 0 37 15,0 0 6-15,-33-14-80 16,28 6 27-16,1-3-31 16,0-2-22-16,4-3 0 0,0-2 8 15,0 4-8-15,0-4 1 16,8 3-5-16,2 3 8 16,1 3-12-16,0 0 16 15,-2 1-12-15,2 7 4 16,0 1-9-16,3 0 2 15,-4 4 0-15,3 11-6 16,-1 11-21-16,-5-3 8 16,-1 7-38-16,-6 5 58 15,0 7-10-15,-6 8 6 16,-23 2-18-16,-3 11-10 16,-7 4 37-16,-7-5-4 0,-2-8 2 15,1-10 6-15,3-20 16 16,6-8-11-16,5-16 46 15,6 0-26-15,4 0 9 16,9-12-27-16,8-10-10 16,6 4-1-16,0 4-8 15,0 4 4-15,0 2 1 16,0 8 1-16,6 0-20 16,13 8 10-16,1 19 7 15,5 4 5-15,6 1 1 16,2-6 2-16,1-4-2 0,1-8 0 15,-4-6-4-15,-2-5-2 16,-6-3-3-16,-2 0 5 16,-2 0 0-16,-2-6-4 15,1-17-34-15,-3-3-49 16,-3-2-182-16</inkml:trace>
  <inkml:trace contextRef="#ctx0" brushRef="#br0" timeOffset="-39597.08">29298 17317 296 0,'0'0'130'0,"0"0"-91"0,0 0 6 16,0 0-37-16,0 0-2 15,0 0 52-15,19-11 2 16,3 11-5-16,5 0 42 16,4 0-67-16,11 0-5 15,2 0-20-15,1 15 2 0,2-3 6 16,-4 3-13 0,-2-7-7-16,-5 5-32 0,-1-9-53 15,-3-4-57-15,-5 0-150 16</inkml:trace>
  <inkml:trace contextRef="#ctx0" brushRef="#br0" timeOffset="-38964.31">29450 18223 247 0,'0'0'182'0,"0"0"-113"0,0 0 8 0,0 0-36 15,0 0 22-15,0 0 13 16,-25 19-6-16,23-34-50 16,0-13-17-16,2-8 16 15,0-5 10-15,0-10 9 16,0 1-15-16,0-4 22 16,0 1-23-16,0 9-8 15,0 8-13-15,0 4 0 16,2 10-1-16,0 4-7 15,1 10-4-15,-3 8-35 16,0 0 21-16,0 0-2 16,0 0 17-16,0 0 0 0,-9 8 10 15,-13 3 4-15,0 6 2 16,-5 10 9-16,2-6-12 16,0 2 15-16,8-10-12 15,3-8-12-15,12-1-12 16,2-4-123-16,-2 0-176 15</inkml:trace>
  <inkml:trace contextRef="#ctx0" brushRef="#br0" timeOffset="-38264.56">30277 17124 275 0,'0'0'203'0,"0"0"-139"0,0 0 0 0,0 0 44 16,0 0-22-16,0 0-20 15,0 0-32-15,-32-22-25 16,32 22 7-16,9-5 6 15,9 5-2-15,1-5-19 0,4 5 7 16,0 0-7 0,2 0-1-16,-1 0 0 0,-4 0-61 15,4 10-91-15,-8 3-56 16,-7-4-127-16</inkml:trace>
  <inkml:trace contextRef="#ctx0" brushRef="#br0" timeOffset="-38031.18">30223 16870 368 0,'0'0'111'0,"0"0"-80"16,125 17 34-16,-72-17-56 16,1 0-9-16,-2 0-60 15,-15 5-148-15</inkml:trace>
  <inkml:trace contextRef="#ctx0" brushRef="#br0" timeOffset="-35049.81">31058 16462 212 0,'0'0'16'0,"0"0"-8"0,0 0 20 16,0 0-28-16,0 0-1 0,0 0 0 16,-2 0 2-16,2 0 20 15,0 0 75-15,0 0-4 16,0 0-37-16,0 0 2 15,0 0-30-15,0 0 3 16,0 0-19-16,0 0-7 16,0 0 6-16,0 0-4 15,0 0 16-15,0 0-11 16,0-3 29-16,0 3 0 16,0-8 18-16,0-2-8 15,0-2-38-15,0-2-4 16,0-4-6-16,10 0 7 15,1-5-4-15,-3 1-4 16,2 9 8-16,1-6-13 0,-1 7 7 16,0 6-6-1,-1 2-3-15,-3 0 6 0,-2 4 9 16,8 0-9-16,-3 0 0 16,-1 0 2-16,4 8 11 15,-1 10-11-15,2 4 2 16,-1 2 2-16,-2 2-6 15,-3 5-3-15,0-7 3 16,-4 9-4-16,-3 0 11 16,0-1-15-16,0 6 9 15,-6 8-2-15,-13 6-12 16,-8 7-3-16,-4 3-47 0,-7-4-36 16,-5-8 63-16,-1-11-3 15,-1-6-20-15,1-11 59 16,2-10 8-16,-3-10-5 15,3 2 29-15,2-4 6 16,1 0-18-16,10 0 23 16,10 0 2-16,7 0-6 15,4-4-27-15,8-10 14 16,0-4-15-16,0 0-12 16,0 4 2-16,20 2 18 15,5 6-18-15,-2 2 0 16,9 4-1-16,-6 0-3 15,1 15 1-15,-2 6-33 0,-2 2 22 16,-4-2 10-16,1-3-4 16,1 0-4-16,2-4-26 15,0-2 8-15,2-1 20 16,-3-4 3-16,0 3-4 16,3 3 2-16,-7-4-6 15,1 0-28-15,-3-4 16 16,-5-1 26-16,-2 1 1 15,0-5 4-15,0 0 7 16,0 0-8-16,2-9 10 16,-2-9-4-16,-3 4 31 15,1 0-17-15,-5-2 3 0,3 2-13 16,2-7 2 0,1-4-14-16,1 3 3 0,-1 4-10 15,-2 0-19-15,0 2 5 16,-1 10-2-16,-3-2 20 15,-2 8-41-15,0 0 22 16,0 0-84-16,0 0-47 16,0 0 23-16</inkml:trace>
  <inkml:trace contextRef="#ctx0" brushRef="#br0" timeOffset="-31154.32">30721 16418 164 0,'0'0'82'0,"0"0"-77"0,0 0 59 0,0 0 4 15,0 0-40 1,0 0 25-16,0 0-19 0,117-47 52 16,-105 44-38-16,-6 0 2 15,-2 3-47-15,-1 0-5 16,-1 0 8-16,-2 0-6 15,0-4 8-15,0-1 61 16,0-4 10-16,-11 0-72 16,-7 4 31-16,0 1-34 15,-4-1 10-15,2 5 12 16,-2 0-19-16,-1 0-7 0,-1 0 6 16,1 9-8-16,2 6 2 15,0 5-1-15,1 5-9 16,3 5 6-16,-2 6-20 15,0 9-33-15,3-1-9 16,1 1 63-16,3-1 1 16,8 2 2-16,-1 2 32 15,5-3-17-15,0-1 28 16,0-4-40-16,0-4 2 16,11-8-4-16,-1-2-2 15,5 0 0-15,-4-2 1 16,5 2 0-16,6 0 2 15,9 6-2-15,11 2 0 0,10-1-5 16,-1-1 5-16,4 3-3 16,-1-4 3-16,-8-3-9 15,-3-1 0-15,-5-2-6 16,-5-11 2-16,3-1 11 16,-1 0-10-16,4-7 16 15,5-2-10-15,10-4-56 16,0 0-22-16,8-4-1 15,-3-15 7-15,-3 2 26 16,-4-11 52-16,-8-2 6 16,-3-2 16-16,-8-8-20 15,-4 4-2-15,0 0 1 16,-8 1 5-16,0 7-12 16,-1 2-1-16,-9 1-25 0,3-4 32 15,-5-7 43-15,-3-2 39 16,3-3-60-16,0-8 7 15,-2 3-26-15,-1-2-4 16,-6 4 1-16,0-2-3 16,0-2-6-16,-22-2 9 15,-5-7 8-15,-4 7 87 16,-1 6-11-16,1 8-23 16,-2-1 24-16,-5 11-73 15,-1 4 54-15,-11 8-42 16,-4-4 5-16,-6 5-17 15,1 0-8-15,5-9-8 16,9 12-62-16,10 3 36 0,10 7 12 16,3 2-25-16,-5 21-158 15,1 7-312-15</inkml:trace>
  <inkml:trace contextRef="#ctx0" brushRef="#br0" timeOffset="-25708.69">31874 16587 448 0,'0'0'121'0,"0"0"-121"0,0 0-4 0,0 0 2 16,0 0 2-16,0 0 10 15,0 0 45-15,15 0-16 16,-9 0-38-16,-4 0 3 15,4 0 2-15,3 0 41 16,5-2 14-16,10-8-28 16,10 0-7-16,12-7 19 15,10-4-11-15,6 0-28 16,5 0-2-16,-2-2 1 0,-3 2 1 16,-6-2-6-1,-5 2-7-15,-9-5 6 0,-8 3-52 16,-10 9-95-16,-21 9-307 15</inkml:trace>
  <inkml:trace contextRef="#ctx0" brushRef="#br0" timeOffset="-25326.38">31792 16512 580 0,'0'0'248'0,"0"0"-241"0,0 0 32 0,0 0 19 0,145 107-42 0,-89-75-14 16,-1 0-3-16,-4 3 1 15,-2 1-34-15,-11-6-9 16,-9-2-145-16,-11 2-270 15</inkml:trace>
  <inkml:trace contextRef="#ctx0" brushRef="#br0" timeOffset="-24958.62">31721 16780 83 0,'0'0'631'15,"0"0"-532"-15,0 0-56 16,151 126-4-16,-97-101-29 0,1 8-1 16,-2-3-7-1,-1-1-4-15,-8 0-40 0,-8-1-126 16,-12-2-37-16</inkml:trace>
  <inkml:trace contextRef="#ctx0" brushRef="#br0" timeOffset="-24277.32">33062 17142 186 0,'0'0'486'0,"0"0"-445"0,0 0 14 0,0 0 11 0,0 0-64 16,-3-104 18-16,11 42 34 15,11-12-16-15,1-8-24 16,3-11-10-16,-6-7-4 0,-1 4-20 16,4 6-38-1,-13 14-32-15,0 9 22 0,-5 23 34 16,-2 20 22-16,2 17 12 16,-2 7 14-16,0 0 119 15,0 0-67-15,-2 11-36 16,-19 7-30-16,-8 6-18 15,-6 2 0-15,-5 5 16 16,0 1 2-16,7 0 12 16,6-2 5-16,4 2-17 15,1-14-69-15,-5 0-293 16</inkml:trace>
  <inkml:trace contextRef="#ctx0" brushRef="#br0" timeOffset="-23544.06">31420 18300 450 0,'0'0'94'0,"0"0"-94"0,0 0 0 16,0 0 15-16,0 0 22 16,0 0 64-16,-5 58-43 15,1-54-38-15,2 0 14 16,0-4 31-16,-1 0-25 15,3-14-27-15,0-16-13 16,0-11 3-16,7-9 2 0,13-8-2 16,4-4 21-16,5 0-10 15,7-6 5-15,0 5-6 16,0 1-4-16,-1 8 0 16,3 10 7-16,1 9-6 15,0 8-5-15,1 12-8 16,4 8 3-16,1-3-31 15,1 2-6-15,2-6 0 16,-9 2-94-16,-5 2-136 16,-14 2-66-16</inkml:trace>
  <inkml:trace contextRef="#ctx0" brushRef="#br0" timeOffset="-23194.25">31303 17967 431 0,'0'0'531'0,"0"0"-531"0,0 0 7 16,0 0 34-16,168-20-20 15,-85 2-1-15,5-5-20 16,3 0-2-16,-1 1-118 15,-14 9-204-15,-9 3-232 16</inkml:trace>
  <inkml:trace contextRef="#ctx0" brushRef="#br0" timeOffset="-22244.9">30996 17536 672 0,'0'0'77'15,"0"0"-13"-15,-165 57 66 16,119-26-80-16,3 1 9 15,12 4-7-15,8 2-33 16,8 0-14-16,7 11-4 16,3 1-1-16,2 10 3 15,3 4-7-15,0 8 10 16,0 8-8-16,19 4 2 16,16 1-1-16,12-5-2 15,13-14 3-15,7-12-2 0,8-10-11 16,0-5 7-16,0-10-17 15,-1 1-16-15,-3-13-10 16,4-5 18-16,-3-12 2 16,-1 0 25-16,0-12 4 15,-1-21 16-15,-1 6-5 16,0-8 0-16,0 3 47 16,3 7-34-16,-4-4-9 15,-5 8-12-15,-1-8-6 16,-8-5-8-16,-10-10-7 15,-2-10 13-15,-6-5 7 16,6-3-8-16,5-2 12 0,4-3-11 16,-4 2 17-1,-2 3-21-15,-10 3 15 0,-12 6-12 16,-5 4 6-16,-16 7-3 16,-2-3-24-16,-2 1 17 15,-25 5 3-15,-2-5 14 16,2 2-12-16,7 3 7 15,5-1-4-15,1 8 4 16,-4-4 24-16,-2 4 7 16,-7-8-17-16,-6 1-11 15,-5-3 3-15,-7 3-16 0,-8 3 0 16,0 14 5 0,-8 5 6-16,3 16 2 0,-6 1 19 15,-3 0 2-15,-2 1-8 16,-3 12-15-16,-3 5 11 15,4 0-14-15,-5 14 0 16,-2 16-9-16,2 10 8 16,7 13-9-16,9 10 10 15,8-1-3-15,17-10-2 16,12-15-35-16,6-11-105 16,11-16-524-16</inkml:trace>
  <inkml:trace contextRef="#ctx0" brushRef="#br0" timeOffset="-13569.83">20004 7459 391 0,'0'0'48'0,"0"0"-44"0,-54 120 23 0,40-80 32 0,5-2-32 15,1 4 31-15,-6 2-10 16,7 1-20-16,-4 5-27 15,7-2 4-15,2 9 0 16,2-3 7-16,0 4-10 16,9 0 11-16,10 1 12 15,8-6 15-15,6-3 1 16,8-6-40-16,3-1 4 16,10-6-5-16,8 2-7 0,7-3-4 15,5-3 5-15,2-2-18 16,4-9 7-16,0-6-4 15,-2-4-4-15,2-4 19 16,-2-8 4-16,-7 0 2 16,-2 0 4-16,-9-26 12 15,-6-6-16-15,-7-5-4 16,-11-1 3-16,-7 3-17 16,-2-1 10-16,-8 1-20 15,1 2 27-15,-1-2 2 16,0-5 1-16,2-6 13 0,3-8-3 15,0-2-5 1,5-5 2-16,-2 8 8 0,2 1 6 16,2 3 27-16,-6 5-48 15,-7 0 36 1,-12 3-33-16,-6-5-5 0,0-5-12 16,-16-1-19-16,-17 5 7 15,2 1 24-15,2 5 46 16,4 0-9-16,6 2-1 15,3 8-24-15,1-7 5 16,-2 2-13-16,0-4 5 16,-8-7-8-16,-4 3 3 0,-6 0-3 15,-8-1 4-15,1 6 4 16,4 5-1-16,3 5 9 16,6 0-7-16,6 8 22 15,3-4-29-15,3 2 10 16,1 5 1-16,-4 0-14 15,-2 3 1-15,-14-3 2 16,-9-5-3-16,-8-1-18 16,0 1-24-16,1 0 17 15,8 8 16-15,13 4 13 16,4 7-4-16,2 4 3 16,9 0 3-16,-8 9-6 15,-3 10 9-15,-2 7-21 16,-4 0-12-16,2 7-87 0,-2-2-216 15,-3 10-165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3:14:07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19223 3213 53 0,'0'0'55'0,"0"0"27"0,0 0 30 15,0 0 2-15,0 0-42 16,0 0-41-16,0 0-8 16,0 0-16-16,18-65 3 15,-16 61-8-15,1 0 3 16,-3 4-5-16,0 0-7 16,0 0 3-16,0 0 8 15,0 0 0-15,0 0 9 16,0 0 16-16,-7 0-28 15,-2 0 7-15,-2 0-5 16,0 0 5-16,-1 0-4 16,-1 2-1-16,-1 2 0 0,1 4 7 15,-5 2-20-15,1 3 10 16,-3 6-1-16,0 1-17 16,0 0 18-16,1 7-9 15,0-6 9-15,-1 8-1 16,-5-1 11-16,0 2-21 15,8 0 22-15,-6 4-20 16,3 0 16-16,1 2-11 16,3 0 4-16,-2-2-1 15,0 4 1-15,3-2 0 16,-1 0-7-16,1 0 15 16,1 5-15-16,3-1 14 15,-3 4-12-15,3 2 5 16,1-2-3-16,0 0 0 0,1-4-2 15,5-1 3-15,2-3-6 16,2-3 3-16,0-2 5 16,0-4-2-16,0 2 0 15,0-3 2-15,2 2 4 16,7-2-4-16,-3-4-2 16,8-4 2-16,-3-4 1 15,3 2 0-15,1 3-1 16,3 0 4-16,1 1 0 15,6 0 1-15,2-2-8 16,2-3 3-16,2-2 0 16,3 1 0-16,-1 0 2 15,2-3-7-15,-1 0 10 0,-3-2-4 16,3-3 1-16,0 1-4 16,1-1 1-16,-2 0-12 15,5 0 3-15,-2-3-15 16,-3-3 17-16,0 0 8 15,2 0-5-15,-4-4 12 16,0-8-8-16,0-2 7 16,-2-3 0-16,2-1 0 15,-3 3 6-15,-1-3-10 16,0 0 0-16,2 1-2 16,-2-3 1-16,0-2-1 0,0-1 9 15,-3-4-5-15,0-1 4 16,-3 2-8-16,-1 2 12 15,-5 0-4-15,1 0 9 16,6-3-8-16,2-2 27 16,3-4-35-16,-2-2 5 15,-2-4-1-15,-2 1-10 16,0-2 1-16,-1 3 2 16,-3-2-1-16,-1-2 6 15,-5 6-7-15,-2 1 7 16,-7 3-8-16,3 6-12 15,-3-2 13-15,-2 4-16 16,0 1 9-16,0-1 7 16,0-1-5-16,0 2 9 0,-7 3 0 15,-4 2 17-15,0-5-6 16,-1 2 6-16,0-2-16 16,-2-1-1-16,5-2 9 15,-2 1-16-15,-1 3 7 16,2 2 0-16,1 2-7 15,-3 2 16-15,4 0-6 16,-3 1 2-16,-1 3 3 16,1 4-1-16,1-2 1 15,-4 3 7-15,3-1-7 16,-3 1-8-16,-1 0-16 16,-3-2 8-16,-2 7-14 15,0-6 8-15,-1 0 14 0,2 0 6 16,-4 1-6-16,5 0 0 15,-3-2 12-15,-2 2-9 16,0 0 7-16,0 5-4 16,-4-4-9-16,2 4 3 15,5-3 0-15,0-1 0 16,0 5 6-16,0-2-6 16,2 2 0-16,-2 0-2 15,-3 0 6-15,4 0-8 16,-4 0 8-16,3 0-9 15,1 0 5-15,-2 2-10 16,1-2 10-16,3 0 1 16,-4 0 5-16,3 5-2 15,-2 0-8-15,2 1 8 0,-1 4-11 16,1 2 14-16,-1-2-15 16,4 4 8-16,1-2-23 15,1 1 7-15,5 0-39 16,1-1-5-16,-2 4-61 15,2-6-282-15</inkml:trace>
  <inkml:trace contextRef="#ctx0" brushRef="#br0" timeOffset="798.89">19250 4084 227 0,'0'0'141'0,"0"0"-123"0,0 0-17 0,0 0 70 0,0 0-19 16,0 0 7-16,54-130-7 16,-41 96 28-16,3-4-29 15,-1 2-13-15,1 0 3 16,-5 5-7-16,3 8-23 16,-6 5 3-16,-1 0-14 15,3 1 5-15,0 3-12 16,3-2 13-16,1 0-16 15,1 4 16-15,-1 1-15 16,-5 6 9-16,-1 5-1 16,-1 0-10-16,2 0 3 15,0 16 5-15,0 12 6 0,2 2-6 16,-4 1-18-16,-1-3 3 16,-1-1-21-16,-3-2 27 15,4 7 12-15,-4 0 0 16,2 4-7-16,-4-2-10 15,0 2-105-15,0-6-3 16,0-2-5-16,0-4 44 16,0-2 23-16,0-1-72 15</inkml:trace>
  <inkml:trace contextRef="#ctx0" brushRef="#br0" timeOffset="1083.93">19379 3920 245 0,'0'0'174'0,"0"0"-168"0,0 0 6 0,0 0 2 0,0 0 7 15,0 0-2 1,116-6-8-16,-89-4-22 0,0 0-42 16,-6-2-148-16</inkml:trace>
  <inkml:trace contextRef="#ctx0" brushRef="#br0" timeOffset="3014.89">19328 2749 105 0,'0'0'382'0,"0"0"-353"0,0 0-29 0,0 0 12 0,0 0 32 16,0 0 15-16,-127-48-15 15,105 46 8-15,-3-2-2 16,1 4-2-16,-3 0-4 16,5 0-30-16,0 0-9 15,-3 0 1-15,-4 0-12 0,-2 0-3 16,2 0 8-16,-5 6 0 15,1 4 0-15,0 2-4 16,-1 3 5-16,-1-2 20 16,-4 5-17-16,1 1-1 15,1 0-2-15,1 1 0 16,1 2-2-16,-2 5 1 16,2-2-3-16,-3 3-10 15,-2 5 10-15,5-1 4 16,-2 0-9-16,4-2 8 15,2 0-4-15,5 0-11 16,1 2 16-16,3 0-10 16,-1 4 8-16,-1 0 2 0,4 6-5 15,0 1 5 1,0 1-30-16,2 0 1 0,7-2-4 16,-3 0 16-16,6-2-19 15,-1 2 7-15,2-4 2 16,-2 4 22-16,3 3-3 15,3 6 8-15,-3 5-3 16,1 3 6-16,-2 1-6 16,3-1-3-16,2-6 4 15,2 0 2-15,0-6-4 16,0 0 4-16,0-3 2 16,8-3-1-16,8 2 0 0,-1-5-2 15,4 0 6 1,1 0-10-16,2 3 5 0,2 1 0 15,3 2-1-15,4 2 3 16,3-3-7-16,3 2 11 16,4-2-14-16,3-6-27 15,4-3 22-15,-4-1-20 16,5-3 22-16,-3-2 3 16,-4-2 8-16,6-4 12 15,-4 7 12-15,-3-2 8 16,5 2-32-16,-3-2 10 15,3-7-10-15,-4-2 6 16,5-2 6-16,1-4 7 0,-2 0-16 16,3 0-1-1,0-5-4-15,7-6 5 0,-1-1 12 16,4 0-13-16,1-1 24 16,2-12-17-16,3 3 27 15,-1 2-20-15,-4-1-10 16,5-2 6-16,-7 3 21 15,-2-4-27-15,-6-2-4 16,-5-2-1-16,0-4 6 16,-6-4-12-16,7 1 5 15,-2-6 0-15,7-4 6 16,3 6 0-16,0-5-1 16,-6 2-1-16,-1 3-2 15,-11 5 7-15,-5 0-18 0,-2 0-50 16,-10-2 30-1,4-6 10-15,-5-4 1 0,0-2 13 16,-2-4 3-16,-1-2-4 16,1-4 12-16,-3 0-12 15,-1-1-14-15,-4 3 20 16,-4 4-1-16,-4 1 1 16,0 1 5-16,0 3 0 15,0-5 11-15,0 2 5 16,-2-5 31-16,-6-1-49 15,8 0 2-15,-5-6-2 16,5 5 7-16,0-4 0 16,0 3 8-16,0-1 10 0,0 7-21 15,-3 1 2-15,-3 0-4 16,-3 3 1-16,-2 5-2 16,-7-2 10-16,5 1-10 15,-5-1-4-15,0-3 0 16,5 2-9-16,-6 1 9 15,4 0 3-15,-3 1-3 16,-1 4-1-16,1 3-2 16,-1-2 6-16,0 5 6 15,5 0-7-15,-3-1-3 16,-2-2 1-16,4 1 0 16,-5 2-4-16,-3 3 9 0,2 2-10 15,-4-1 10 1,-2 1-5-16,3-3 1 0,-1 1 3 15,3 1 18-15,-2-7-20 16,-1 3 15-16,0-2-10 16,-6 1 7-16,4 2-8 15,3 1-9-15,6 6 6 16,0 0-3-16,3 3 11 16,-3 6 6-16,-4-3-2 15,-1 2-14-15,-3 2-2 16,-6-4-4-16,3 2-9 15,0-2-4-15,2 2 16 16,1 0-7-16,0 5 9 0,-1 1 1 16,-2 0 3-1,-5 0-1-15,-1 1 1 0,-1 11-8 16,2 0-9-16,5 0 12 16,2-2-33-16,-4 0 9 15,7 2-33-15,-2-2 0 16,-4 0 6-16,1-2-22 15,7-2-56-15,-7-1-184 16</inkml:trace>
  <inkml:trace contextRef="#ctx0" brushRef="#br0" timeOffset="4395.78">17764 2209 186 0,'0'0'40'16,"0"0"-8"-16,0 0 33 0,0 0 4 0,0 0-29 16,0 0 5-16,-4-7-10 15,-2 7-3-15,6 0 11 16,0 0-25-16,-2 10 10 15,2 16-19-15,0 7 4 16,-4 12-5-16,0 2-5 0,-1 0-2 16,1-3 7-1,4-2 5-15,0-6-13 16,0 1 0-16,0-4-10 0,0-3 1 16,0-4-10-16,0-5 8 15,0-5 10-15,0-9-1 16,0-2 1-16,0-5-1 15,0 0-2-15,0 0-4 16,0-5 8-16,0-12 1 16,0 1 1-16,0-4 8 15,0 2 22-15,0-3-8 16,0-2 1-16,0-4-20 0,0 1-4 16,2-4-1-1,3 0 4-15,1-4-4 0,-2 2 5 16,6 0-5-1,1-8 12-15,-1 4-11 0,2-7 1 16,3 3 5-16,-1 6 35 16,-3 4-14-16,3 9-2 15,-3 0-4-15,2 4-14 16,-2 2-5-16,7 3 4 16,0 2-7-16,-1-1 7 15,1 6-12-15,7 3 11 16,-2 2-12-16,0 0 1 15,2 10 4-15,-2 10-31 16,-6 6-21-16,-5 5 38 16,-4 2 14-16,-8 6 0 15,0 2 2-15,0 6 5 0,-8-1-3 16,-10-2-1-16,-7 0 9 16,-1-10-14-16,3-8 7 15,3-8 11-15,5-8-12 16,1-4 13-16,12-4 10 15,-3-2-21-15,5 0 0 16,0 0-5-16,0 0 0 16,0 0-14-16,0 0-6 15,0 0-23-15,0 7 5 16,9-2 38-16,9 5 1 16,3-2-1-16,-4 6-25 0,3 3 9 15,-2-2-31 1,-2 3 39-16,-1 4-16 0,-1 4 24 15,-6 5-7-15,-3-1 7 16,-3-3 7-16,-2 2-6 16,0-8 19-16,-2 2 9 15,-20-7 63-15,-5-2-42 16,-2-4-25-16,-4-6-7 16,4-4 14-16,-4 0-11 15,4 0-19-15,4 0-2 16,-2 0 11-16,9-4-22 15,7-6-17-15,9-1-109 16,2-4-228-16</inkml:trace>
  <inkml:trace contextRef="#ctx0" brushRef="#br0" timeOffset="9908.62">2655 7221 441 0,'0'0'50'0,"0"0"-45"0,0 0 23 15,0 0-28 1,0 0 12-16,0 0 11 0,0 0 12 16,-25-12 39-16,23 12-6 15,2 0-50-15,0-2-14 16,0-1-8-16,0 3-12 16,0 0 12-16,0 0-4 15,0 0 5-15,0 0 1 16,0 0 0-16,0-1-5 15,0-5 13-15,6 6-9 16,0-3 6-16,5 3 0 16,0-2 4-16,3 2 32 15,1-4-23-15,3 1-13 0,4-7 5 16,5-6 1-16,4-2-4 16,-3-5 0-16,5 2-10 15,-7 2 11-15,5 5-6 16,-7 9 0-16,1 0 0 15,-2 4 10-15,4-3-9 16,-4-1 15-16,2 1-8 16,0 0-11-16,-3 0 6 15,0 4-4-15,-2-2 1 16,-2 2 0-16,-2-2-2 16,2 2 5-16,-3 0-6 15,1 0 9-15,1 0-10 0,-3 0 6 16,1 0-4-16,4 8-4 15,-2 3 6-15,3-4 6 16,3-1-6-16,1 0 0 16,2-4 2-16,3 4-9 15,-6 0-5-15,2 0 7 16,-5 2 6-16,6-2-1 16,1 3 7-16,2-8 20 15,8-1-20-15,-2 0-5 16,0 0-4-16,-1 0 8 15,1 0-11-15,-2 0 12 16,3 0-7-16,-1 3 2 16,10 1 1-16,0-4 12 0,8 0-6 15,1 0-9-15,2-13 2 16,-3 1-8-16,-2 4 0 16,-7 1 2-16,6 4-4 15,-4 3 4-15,-1 0 4 16,1 0 0-16,8-8 0 15,0 1 4-15,0-3-8 16,1 1 9-16,-6 5-8 16,0 4 3-16,-4 0-4 15,2 0 2-15,-1 0 2 16,4 8 0-16,-2-2-1 16,4-2 1-16,-3-2 0 0,2 1-5 15,-2 2 10 1,-5 3-10-16,1 2 5 0,-1 0 0 15,1-2 1 1,4 2 3-16,0-2-4 0,2 1 0 16,-2-5-2-16,1 1 8 15,-2 0-4-15,2-2-2 16,-2 10 0-16,1-6 5 16,3 0-5-16,-6-1 0 15,6-2 0-15,-4-3-4 16,-3 2 8-16,5 3-10 15,-4 0 12-15,-2 6-10 16,6 0 8-16,-1 0-4 16,2-4 0-16,0 0-4 15,1 1 2-15,-4 2 1 0,-1-3 0 16,0 3 2-16,-4-2-7 16,5 1 15-16,-1-2-15 15,0 1 12-15,-4-4-9 16,1 1 3-16,3-3 0 15,-3 0-2-15,6-2 2 16,-4 6 1-16,-1-3 2 16,1 2-3-16,1 0 0 15,0-2 0-15,0-1-3 16,4-3 3-16,0 0 1 0,-1 0 0 16,0 0-2-16,6 0 4 15,2 0-1-15,5 0 3 16,-3 0-3-1,0 0-2-15,-4-9-2 0,4 1-2 16,-5-5-13-16,-4 0 11 16,-1 3-2-16,-4 2 5 15,1 0 6-15,-5 2 4 16,4-3-7-16,-7-2 0 16,1-1-2-16,-2 0 2 15,-2 0-15-15,-5 6-7 16,-5 0 14-16,-1 6 16 15,-2 0-8-15,-3 0 3 16,2 0 12-16,0-7-14 16,3 0 0-16,2-1-1 0,-3 4-6 15,2-2 1 1,-1 1 10-16,0 4-8 0,-1-5 10 16,5 6-7-16,-2-3 0 15,-3 2 2-15,3-3 2 16,0-1-4-16,0-3 0 15,-1 4 0-15,-3-3-3 16,8-2 6-16,-5 6-3 16,1-6 6-16,0 5 4 15,0-4-4-15,0 1-7 16,-1-2 1-16,3 2 0 16,-4 2-5-16,-3 1 13 0,-2 4-17 15,1 0 19-15,-2-2-6 16,6 2-3-16,6 0 9 15,4 0-7-15,3 0-1 16,3 0-2-16,1 0 0 16,3 0-6-16,-1 0 12 15,-2 0-12-15,3 0 13 16,-9 0-10-16,3 0 8 16,-5 0-5-16,-3 2 0 15,5 1 0-15,-8-2-3 16,7 1 7-16,-4 1-13 15,2-3 15-15,-2 0-12 16,1 0 12-16,-9 0-16 16,2 0 9-16,-9 2 0 0,-3-1 0 15,-11-1-9-15,2 0 4 16,0 0 12-16,-4 0-5 16,0 0 0-16,0 0 4 15,0 0-1-15,0 0 2 16,0 0 3-16,0 0 0 15,0 0 7-15,0 0-9 16,0 0-5-16,0 0 4 16,0 0-12-16,0 0 11 15,0 0-12-15,0 0 10 16,0 0-3-16,0 0 5 16,0 0 2-16,0 0-14 15,0 0 16-15,0 0-8 0,0 0 0 16,0 0-2-16,0 0 0 15,0 0-10-15,0-9-31 16,0-5-75-16,-12 3-397 16</inkml:trace>
  <inkml:trace contextRef="#ctx0" brushRef="#br0" timeOffset="14137.6">18745 1386 209 0,'0'0'223'0,"0"0"-163"0,0 0 55 0,0 0-48 16,0 0-8-16,0 0-53 15,0 0 4-15,0 0-4 16,-3 2 16-16,3-2 4 16,0 0 12-16,0 0 10 0,0 0-15 15,0 0-9-15,0 0-19 16,0 0 9 0,0 0-8-16,0 0 2 0,0 0-7 15,0 0 17-15,0 0-6 16,0-15 11-16,0-13-13 15,7-10-8-15,8-6 4 16,5-8 8-16,5-8 22 16,4-4-25-16,4-4-1 15,-1 1-10-15,-1 3 0 16,0 2-2-16,-2 2-4 0,0 7-21 16,-2 10-2-1,-6 12 15-15,0 13-11 0,-6 5 18 16,3 6-4-16,3 7 9 15,2 0-13 1,4 16-2-16,0 25-6 0,-7 13-46 16,-7 11 3-16,-10 6-23 15,-3-2 57-15,0-3 19 16,-5-15 13-16,-10 2 6 16,-1-1 7-16,1-4-13 15,1 0-5-15,1-10-30 16,5-10-55-16,0-8 68 15,6-8-114-15,2-4-51 0</inkml:trace>
  <inkml:trace contextRef="#ctx0" brushRef="#br0" timeOffset="14370.89">18860 1108 785 0,'0'0'243'0,"0"0"-223"0,0 0 8 0,0 0-22 16,0 0-6-16,0 0 0 0,64-7 0 16,-19 7-2-1,7-5-71-15,1 1-84 16,-2-1-195-16</inkml:trace>
  <inkml:trace contextRef="#ctx0" brushRef="#br0" timeOffset="15171.92">19871 896 195 0,'0'0'274'0,"0"0"-221"0,0 0 18 0,0 0-4 15,0 0-5-15,0 0-31 16,0 0 0-16,0 0-10 16,0 0 11-16,0 0-6 15,0 0-12-15,-8 0 14 16,-3 0-23-16,-5 0 8 15,1 0-8-15,-1 0 0 0,-3 0-4 16,2 0 6-16,-1 0 6 16,-4 8-13-16,0 8 0 15,-3 4 0-15,0 3-4 16,2-3 8-16,2-1-7 16,3 2 9-16,3-3-2 15,3 2-4-15,4 2-4 16,-1 0 2-16,3 4 1 15,-6-2 1-15,10 4 0 16,-1-6-8-16,3 4 12 16,0 0-8-16,0 0 4 15,11 0-3-15,7 4 1 16,3-2-12-16,0 0-14 0,4-3 9 16,2-4-15-16,4-4 9 15,2-4 5-15,5-2-26 16,5 1 36-16,3-8-28 15,-1 0-1-15,6-4-46 16,1 0-40-16,-3 0-7 16,0-16-9-16,-14 0-9 15</inkml:trace>
  <inkml:trace contextRef="#ctx0" brushRef="#br0" timeOffset="16590.81">20500 1219 239 0,'0'0'13'0,"0"0"-12"0,-2 102 1 0,2-74 28 16,0-1 81-16,-3-2-33 15,1 1 3-15,0 0-33 16,-3-8 15-16,5-1-50 16,-4-9-6-16,4-6-4 15,0 2-2-15,-4-4 17 16,-1 0 24-16,-6-14-16 15,6-8-14-15,-1-8 9 16,-1-5-8-16,5-5-8 16,2-6 4-16,0 2-15 15,0-4 8-15,0-4-4 16,13 5-23-16,8 0 2 16,-2 4 22-16,6 7-28 0,-1 4 5 15,1 12-10 1,-2 6-13-16,0 6-2 0,0 8 37 15,-3 0 1-15,-5 0 6 16,4 12 4-16,-6 9-5 16,-6-4 4-16,-3 10 4 15,-4 0-3-15,0 3 10 16,0 4-7-16,-4 1 2 16,-8-4 9-16,2-2-3 15,1-8-7-15,-1-6 18 16,10-7-20-16,0-4-1 15,0 0 0-15,0 1-3 0,2-4-29 16,17-1 14-16,-2 1-19 16,1 2 11-16,0 5 18 15,-2 8-14-15,0 5 18 16,-1 0-8-16,-7 5 11 16,2 0 2-16,-8-5 6 15,0-1 45-15,-2-5-15 16,0 6 18-16,0-3-9 15,-6 0 10-15,-17 4 9 16,-12-4-20-16,-6-6-2 16,-3-8 2-16,-3-4-26 15,5 0-1-15,0-12-18 0,6-9-11 16,5 14-7 0,2-1-38-16,6 8-147 15,3 0-262-15</inkml:trace>
  <inkml:trace contextRef="#ctx0" brushRef="#br0" timeOffset="34271.65">23441 3263 377 0,'0'0'91'0,"0"0"-85"0,0 0 8 0,0 0 55 0,0 0-14 16,0 0-27 0,0 0 44-16,-21-6-15 15,17 6-17-15,4 0-14 16,-4 0-15-16,-3 0-11 0,-1 0-21 16,0 0 20-16,0 6 1 15,-1 4-3-15,-5-5 8 16,3 8-6-16,-2-6 9 15,-5 2-8-15,3 0 1 16,-3 2-1-16,0 3 0 16,0 2-11-16,2 0 10 15,-1 3 2-15,1 0-3 16,1-1 3-16,-3 1-6 16,2 2 10-16,0-1-9 15,1 2 4-15,1-2 0 0,4-2 6 16,1 4-4-1,-1 2-2-15,4 0 2 0,-3 2 4 16,0 0 2-16,0 1-4 16,3-2 1-16,-3 0-10 15,1 0 4-15,4 6 1 16,2-6-2-16,2 9-1 16,0 3 0-16,0-7 6 15,0-1-3-15,0-2 6 16,0 0-12-16,2 1 5 15,8-3-1-15,1 1-1 16,-1-4-4-16,4 3 7 0,-1-3 0 16,1-1 3-1,-3 0 8-15,2-5-16 0,1 1 8 16,3 4-6-16,-1 0 2 16,2-3-10-16,0 3 11 15,0-2 0-15,-1-2-7 16,1-1 14-16,3-1-9 15,-4-4 11-15,3-1-15 16,-2 1 6-16,0-4-7 16,-1 2 5-16,4-2-7 15,-3 2 8-15,5 0 2 16,2 1-2-16,-2-1 5 16,6 0-5-16,0-1 2 15,0-2-1-15,4 1 0 16,-2-3-2-16,5 0 2 0,-5-2 5 15,0-2-5-15,0 0 5 16,-4 0-6-16,2 0 3 16,2 0-4-16,-2 0 3 15,3 0-1-15,-1 0 0 16,-4 0 1-16,-3-5-5 16,0 4 8-16,-1-6-6 15,-1 2 13-15,-2-4-8 16,-2 2-3-16,7-2 2 15,-3-1-2-15,2 0 0 16,3-2 0-16,0-1 1 16,-1 1-2-16,1-1 7 0,0 3-9 15,-7 1 8 1,0-2-6-16,-4-1 2 16,1 2-1-16,-3 0 9 15,1-2-7-15,1 0-4 0,2-4 8 16,-2 0-5-16,-1-2 4 15,3-1-10-15,2 2 9 16,-2-3-9-16,0 0 10 16,-1 0-6-16,-1 0 2 15,-1 1 8-15,-1 0 6 16,1-6-10-16,-2 1 3 16,1-3-7-16,1 0 5 15,-1-3-3-15,1-2-2 16,-1 4 3-16,-3-4-4 0,1 0 3 15,1 2-2-15,0 0 1 16,-4 0 3-16,2 2-10 16,-2-1 8-16,0 4-3 15,-2 3 0-15,-1-1 1 16,-3 7-4-16,3 4 5 16,-2-4-4-16,-4-4 4 15,3 0-5-15,0-4 8 16,1 0-4-16,-2 1 0 15,0-2-2-15,0 5 1 16,-2-2-1-16,0 3-3 0,0 2 8 16,0-1 7-16,0 0-10 15,0 0 17-15,0-2-13 16,0 4-5-16,-4-1 1 16,2 2-1-16,-2-2 0 15,-4 7 0-15,0-3-1 16,-1-2 7-16,-5 5-10 15,-1-2 11-15,-1 1-14 16,-1 0 8-16,-2 1-3 16,2 2-2-16,-1 0 4 15,1 1 2-15,-2 1 1 16,-1 1 8-16,3-1-7 16,-4-2 9-16,3 2-12 15,1-2-1-15,1 2-1 16,1 0-6-16,-4 0 6 0,2 2-8 15,-3 2 6-15,-1 0-2 16,2-3-4-16,-1 2 18 16,-3-1-7-16,4 0-2 15,-4 4 0-15,-2-2 1 16,1 2 2-16,0-2-3 16,-1-1 0-16,0 2 0 15,-1-1 0-15,1-1-3 16,-2 2-4-16,3-2 6 15,4 3-2-15,-1 0 3 16,2 0 5-16,1 0-1 16,-2 0-8-16,4 0 5 0,-4 0-4 15,-2 0 5-15,-2 0-14 16,-3 0 11-16,2 4-1 16,-2 1 4-1,2-1-5-15,0 0 3 0,-4 0 0 16,4 0-1-16,-2-2 8 15,-2 4-4-15,-2 2 3 16,-3 1-1-16,-1 6-5 16,-3-3-4-16,7 1 4 15,0-5-3-15,2 3 2 16,6 1 2-16,1-2-3 16,2 6 10-16,0 2-13 15,-3 1 5-15,4 0-6 16,1 1-17-16,2-3 5 15,5-2-31-15,2 2-48 0,5-2-96 16,-3-4-362-16</inkml:trace>
  <inkml:trace contextRef="#ctx0" brushRef="#br0" timeOffset="35136.9">23011 2552 457 0,'0'0'140'0,"0"0"-140"0,0 0 5 0,0 0 13 16,0 0 34-16,0 0 18 15,6-6 3-15,0-8-61 16,-2-8 11-16,7 0 6 15,-3-3 20-15,8-8-26 16,-1-5-15-16,6-14-8 16,1-6 2-16,5 0-4 15,-1-3 7-15,1 11-10 16,-2 12 10-16,-3 7 1 16,-4 8-6-16,-4 11 0 15,-8 5-4-15,0 6 3 0,4 1-24 16,-1 0-26-16,6 24 23 15,1 10 28-15,-1 10-3 16,-3 6 3-16,3 13-5 16,-1-2 5-16,-3 4-2 15,-3-7 5-15,4-10-3 16,-3-6 0-16,-1-8 4 16,2-1-10-16,-6-2-3 15,-2-9-2-15,-2-1-49 16,0-11-48-16,0-9 7 15,0-1 30-15,-2 0-96 16</inkml:trace>
  <inkml:trace contextRef="#ctx0" brushRef="#br0" timeOffset="35420.01">23102 2320 394 0,'0'0'58'0,"0"0"-46"0,0 0 28 0,0 0 12 0,0 0 13 15,137-1-14 1,-108 1-22-16,4 0-29 0,-2 1-1 16,-5-1-100-16,-3 0-228 15</inkml:trace>
  <inkml:trace contextRef="#ctx0" brushRef="#br0" timeOffset="37201.76">26738 2260 259 0,'0'0'119'0,"0"0"-113"0,-24 126 0 16,13-91 53-16,9-2-17 15,0-13 51-15,2 2-7 16,0-5 17-16,0 0-39 16,0-3-57-16,0-1-5 15,0-7 0-15,0 1-2 0,0-4-31 16,0-3 14 0,-3 0 6-16,1 0 3 0,-2 0 4 15,-4-4-46-15,2-13-71 16,-3-3 36-16,1-4 78 15,-2 2-76-15,1-1 72 16,3 2 11-16,2 3 69 16,4-4-39-16,0-11 3 15,0-3-12-15,4-5-17 16,11-2-6-16,3 11 7 16,0 6-5-16,0 4 23 15,4 8 40-15,-2 4 1 16,-2 9-20-16,0 1-23 0,-3 0-19 15,1 0-2 1,0 13-3-16,-2 10-1 0,-6 4-19 16,-1 5 5-16,-5 3-48 15,0 1 55-15,-2 4 8 16,0 2 1-16,0-4-6 16,-7-4-19-16,-3-10 20 15,-2-4-4-15,8-4 3 16,-1-3 7-16,5-6-12 15,0-5 12-15,0 3-3 16,0-4-6-16,0 1-2 16,19-2 6-16,0 6 12 0,1 4-7 15,5 2 5-15,-3 5-4 16,0-2 7-16,-4 3-2 16,-9-1-5-16,-5 9 12 15,-4 1 39-15,0 9 10 16,-22-5 28-16,-9 1-32 15,-5-1-12-15,-4-8-18 16,-5-5-6-16,-3-6-17 16,-2-9-4-16,6-3-24 15,11 0-92-15,8-12-64 16,5-1-77-16,7-1-113 16</inkml:trace>
  <inkml:trace contextRef="#ctx0" brushRef="#br0" timeOffset="38900.19">26480 3425 7 0,'0'0'316'0,"0"0"-276"0,0 0-37 0,0 0 54 0,0 0-6 16,0 0 17-16,0 0-18 15,-76-21 10-15,61 21-42 16,-3 10-10-16,-4 5 29 16,0 1-34-16,-3-2-3 15,4-4 5-15,4 6-6 16,-3-5 7-16,-3 6-6 15,4 1 10-15,3 0-5 16,-2 4-5-16,0-2 0 16,1 2 8-16,1 0 0 0,3 5-1 15,-3-1-5-15,5 3 5 16,-3 6-2-16,1 1-5 16,-1 2 4-16,4 2-4 15,-3-2 9-15,3 0-4 16,-1-2 15-1,7 0-1-15,0 1 4 0,-1-4-22 16,2 1 9-16,1-1-10 16,2-2-2-16,0 0 1 15,0 1 2-15,0 1 9 16,0-4-10-16,0-1 17 16,0 4-9-16,7-4-16 15,2 6 13-15,4 0-7 0,-1-1 2 16,7-3 0-1,2-6-4-15,1-1 8 16,7-2-5-16,0 1 2 0,2 0 6 16,3 1-5-16,-1 0 0 15,2 0-2-15,3-4-1 16,0-3 1-16,0 1 5 16,2-6-5-16,0-1 4 15,1-2-2-15,-1 2 7 16,-1-2-16-16,1 0 11 15,5-4-8-15,-1-4-19 16,2 0 23-16,-2 0 0 16,1 0 2-16,1 0-5 15,1 0-9-15,-5 0 5 0,-2-9-1 16,3-2 7-16,-5-11 1 16,4 5 2-16,-4-10 2 15,0 2-4-15,0-4 8 16,-1-1-4-16,4 2 20 15,-3-2-20-15,-5 1 7 16,-4 0-5-16,-6-1-6 16,-4 0 0-16,-3-3-1 15,1 3-6-15,-1-3 12 16,-3-1-12-16,3 3 14 16,-3-1 6-16,4-2 4 0,-7 2 4 15,1-2-20 1,-1-3-1-16,-4 4-11 0,1-2-9 15,-5 3 8-15,4 4-8 16,0 2 8-16,-6 2 24 16,0 2-3-16,0-4-7 15,0 4 4-15,0-1-6 16,-6-4 0-16,-5 3-1 16,1-4 2-16,-6 2-8 15,5-1 14-15,-5 1-13 16,1 2 14-16,-4 2-1 15,0 0-6-15,-4 0 3 16,-3 6-4-16,3-3 0 16,-6 6-2-16,0-7 8 0,-2 6-11 15,2-4 12-15,5 0-7 16,-3-2 3-16,7 8 0 16,-7-2-3-16,8 1 2 15,-4 2 4-15,-2-1-1 16,3 3-1-16,-2 2 7 15,-3-2-8-15,2 3 0 16,1 1-4-16,-3 0 1 16,2 1 0-16,4 0 0 15,-6-1-1-15,0-1-2 16,-2-3 6-16,0-3-8 16,0-2 5-16,0-1-6 15,2 0-17-15,-2 5 23 16,5 0 2-16,2 10 1 15,-5-4 14-15,6 4-6 0,-2 0-10 16,-2 0 8-16,-4 0-16 16,6-5 15-16,1 2-16 15,2 0 16-15,2 3-8 16,-5 0 0-16,4 0-1 16,-6 3-6-16,1 13 12 15,-3 3-15-15,3 0 10 16,-1-1-1-16,3-2-15 15,1-3-15-15,6-3-89 16,-1-2-92-16,5-2-273 16</inkml:trace>
  <inkml:trace contextRef="#ctx0" brushRef="#br0" timeOffset="43096.03">23902 4004 80 0,'0'0'46'0,"0"0"9"0,0 0-4 15,121 9 24-15,-88-9 51 16,4-15-41-16,-3-9-38 15,0-8 47-15,-10-6-37 16,-2-3-6-16,-13-2-45 16,1 5 7-16,-10 5-11 15,0 4-2-15,-12 7 0 16,-17 3 1-16,-7 11-6 16,-8 8 10-16,-5 0 17 15,7 20-12-15,-1 16-4 16,7 10-6-16,7 10-1 15,12 3-8-15,13 1-11 0,4-5 5 16,4-16-8-16,27-13 21 16,13-12-28-16,15-14 19 15,3 0 1-15,11-18-7 16,-3-14 9-16,-8-10 8 16,-9-12 1-16,-14 2 1 15,-16-9 13-15,-13 0 1 16,-10 6-16-16,-10 1-14 15,-25 8 3-15,-11 14 5 16,-6 6 6-16,-4 22 0 0,-2 4 16 16,3 10 37-16,4 26-46 15,6 7 10-15,9 0-14 16,17 0-6 0,14-1-1-16,5-6-2 0,7-6-80 15,22-8 29-15,8-9 43 16,5-10 0-16,1-3 14 15,-1-3 1-15,-4-26 18 16,-9-9-8-16,-13-6 12 16,-14-5-4-16,-2 5 3 15,-16 2-8-15,-24 10-5 16,-16 6-9-16,-10 13-24 16,-5 12 24-16,-6 1 15 15,4 14 35-15,2 18-20 16,11 12 1-16,11 0-31 0,15 3-2 15,16-7 1-15,18-4-15 16,0-9 14-16,16-10-16 16,24-11 2-16,9-6-8 15,12 0-5-15,-1-14-10 16,-12-14 1-16,-5-11 28 16,-14-5 10-16,-16-6 17 15,-13 2-16-15,0 7 30 16,-33 5-30-16,-21 15-1 15,-13 11 0-15,-8 10 41 16,-5 18-11-16,3 18 0 16,15 8 4-16,18 4-13 0,17-8 1 15,16-9-18-15,11-7-8 16,33-7-61-16,36 2 9 16,27-3 7-16,11-7-100 15,2-3-369-15</inkml:trace>
  <inkml:trace contextRef="#ctx0" brushRef="#br0" timeOffset="44312.76">26628 4179 135 0,'0'0'328'0,"0"0"-328"0,0 0-22 0,0 0 22 16,0 0 15-16,0 0 11 15,0 67 40-15,23-67-24 16,11 0 32-16,0-1-12 16,4-29-13-16,-1-6-46 15,-6-12 18-15,-6-6 3 16,-12 0-21-16,-13-2-3 16,0 9-25-16,-4 9 4 15,-27 10 15-15,-3 12 6 16,-8 7 29-16,1 9 3 15,0 0 17-15,-1 0-19 0,1 21-17 16,10 2-4-16,2 13-18 16,9 1 7-16,4 7-34 15,12 4-23-15,4-2 14 16,0-3-5-16,0-6-17 16,22-6 23-16,9-7 5 15,3-7 31-15,8-5 2 16,-5-7-2-16,9-5 15 15,-5 0-7-15,0-12 0 16,-10-16 7-16,1-8 0 16,-15-6 23-16,-8-6-30 15,-9 2-2-15,0-1-3 0,-13 6-22 16,-16 14 8-16,-7 5-18 16,-4 16 30-16,-1 6 7 15,2 0 58-15,7 18 1 16,6 8 11-16,8 3-30 15,11 1-38-15,7-5-2 16,0-5-13-16,7-6-43 16,19-6-41-16,5-6 4 15,12-2-18-15,-7 0 10 16,2 0-32-16</inkml:trace>
  <inkml:trace contextRef="#ctx0" brushRef="#br0" timeOffset="49990.86">5815 2701 304 0,'0'0'57'0,"0"0"-24"0,0 0 41 16,0 0-17-16,0 0-7 16,0 0-29-16,0 0 3 15,-114 74-13-15,101-58-7 0,1 0 32 16,-1 2-18-16,-3 2 0 16,1-2 17-16,-3-2-25 15,1 3-4-15,-2 0-4 16,-1 3 29-16,3 1-30 15,-4 7 25-15,4-5-5 16,1 4-9-16,3-2-6 16,1 0 0-16,4 0-6 0,-3-2 0 15,7 0-1 1,-4 0 9-16,0 1-16 0,3-2 15 16,-1 8-10-16,-2 0 6 15,4 0-1-15,-2 1-1 16,1-3-1-16,3-2-2 15,0-2 2-15,2 2 1 16,0 2 11-16,0-4-15 16,0 7 13-16,0-2-15 15,0 1 10-15,0 2-6 16,2-4 1-16,2 0 0 16,1-2-1-16,1-2 9 15,6 1-8-15,-3-1 2 16,7 4-1-16,-1-2 7 15,-1 4-15-15,-1-4 8 0,0 0-1 16,0-2 0 0,-2 2 2-16,1-1-8 0,-1-4 14 15,2 2-15-15,1-4 15 16,5 1-15-16,1 3 12 16,1-5-9-16,-2 2 4 15,2-7-3-15,3 2 1 16,-1-1 1-16,-2-3-3 15,4 6 8-15,0-2 0 16,2-3-4-16,0 1-1 16,4-5-2-16,2-1 3 15,3-3-1-15,3-4 4 16,1 0-15-16,-1-2 19 16,-4 5-12-16,-3-1 5 0,-6 2 0 15,3-2 0-15,-5 0-2 16,7-2 2-16,-2-2-6 15,-2 0 3-15,-2 0-2 16,0 0 3-16,-3 0 0 16,2 0-3-16,3 0 5 15,0 0-4-15,0 0 3 16,-3-2 1-16,-1-4 0 16,-4 2 0-16,2 0-2 15,-4-2 7-15,3 1-11 16,-1-3 14-16,-4-1-13 15,5-3 6-15,-1-2-1 16,2-2 1-16,4-2 10 0,-3-3-11 16,0 2 3-16,-2-2 3 15,0 2-5-15,-2 1 9 16,2-2-10-16,5-1-4 16,2-1 2-16,-1-3-3 15,0 0-22-15,-1 2 9 16,-4-2 15-16,-6 3 3 15,1-1-3-15,1-4 9 16,-1-1-9-16,-1 4 6 16,1 0-2-16,-3 2-1 15,-1 3-3-15,-1-6 3 16,-3-2 1-16,2 2 0 0,1-5 1 16,-3-2-4-16,2-3 4 15,-1 3-3-15,-3 2 2 16,1 3 1-16,-3 10-2 15,1-3 0-15,-1 2-1 16,1-2 2-16,-3-8 19 16,-2 0-15-16,0-2 18 15,0-1-17-15,0 4-4 16,0-2-1-16,0 1-1 16,0 2 0-16,0 1 3 15,0-2-7-15,-7 5 8 16,-2-2-6-16,2-1 5 15,-1 4-6-15,-1-8 3 0,4 2 0 16,-4-1 0 0,3 1 1-16,-3 2-4 0,-5 5 6 15,-3-3 5-15,1 8-3 16,1-3 18-16,-1-3-21 16,-2 5 4-16,7-2-6 15,0-2-1-15,-3-2-6 16,-1 4 12-16,-1-3-8 15,-4 7 6-15,0 1-3 16,-3-3 0-16,2 1-7 16,-2-2 3-16,1 1 3 15,-1 0 0-15,-1 6 1 16,0 0 4-16,-3-2 0 0,0 1 9 16,-4 1-11-16,4-1 19 15,-2 1-7-15,0-1-13 16,7 5 0-16,0-3-1 15,-1 6 0-15,1-1-8 16,0 0 6-16,-3-2 3 16,3 2-16-16,-5-1 23 15,8-1-14-15,-8 3 8 16,2 3-2-16,0 0 3 16,4 0 1-16,0 0 1 15,1 0-2-15,-3 0 4 16,0 0-3-16,2 0-8 0,-1 0 1 15,-2 3 3 1,4-3 0-16,-1 6 0 0,2-1 0 16,-4-1 6-16,-1 0-16 15,-1 1 11-15,-2-4-2 16,-2 6 2-16,3-1 2 16,-5-3 2-16,8 3-5 15,1 1 5-15,4-3 5 16,2 6 15-16,3-4-23 15,4-1-4-15,-2 2 6 16,2 1-10-16,-2-1 2 16,-2 4 4-16,-1-1 0 0,1 4 0 15,0-5 0 1,-1 6 1-16,1-5-4 0,1 1-26 16,4-3 7-16,-1 3-52 15,-3-7-138-15,6-2-390 16</inkml:trace>
  <inkml:trace contextRef="#ctx0" brushRef="#br0" timeOffset="51922.83">5311 2377 302 0,'0'0'114'0,"0"0"-114"0,0 0-1 0,0 0 1 0,0 0 7 15,0 0 22-15,3-77 35 16,-3 44 35-16,0 5-37 15,0 1-8-15,0-5-45 16,0-7-9-16,0-3-11 16,11-6 10-16,-1 4-6 0,2 0 7 15,-1 4-7-15,4 0 13 16,-1 3-10-16,3-1 4 16,2 6-23-16,5 4-20 15,-1 0-27-15,-4 6 32 16,-1 1-6-16,-2 7 30 15,-3 3-11-15,-6 5 21 16,2 6-1-16,0 0-7 16,-2 0 18-16,3 12-6 15,4 12 11-15,1 2-9 16,2 2-2-16,-5-4 2 16,-1-1-1-16,-1-4 22 0,-4 10 39 15,-3 4-12-15,-1 11-8 16,-2 3-22-16,0-1-17 15,0-6-3-15,0-8-12 16,0-11-69-16,0-6-55 16,0 2-26-16,0-4-37 15</inkml:trace>
  <inkml:trace contextRef="#ctx0" brushRef="#br0" timeOffset="52207.12">5331 1991 185 0,'0'0'186'0,"0"0"-93"0,0 0-58 15,0 0 39-15,0 0-19 16,0 0 10-16,0 0-3 16,58-20-25-16,-16 12-19 15,8-4-13-15,-4 2-5 16,-5 0-101-16,-6-2-59 0,-10-2-211 16</inkml:trace>
  <inkml:trace contextRef="#ctx0" brushRef="#br0" timeOffset="60100.44">6964 2617 12 0,'0'0'50'0,"0"0"-26"0,0 0 8 15,0 0 11-15,0 0-2 16,0 0-4-16,0 0 45 15,0 0 16-15,5 0-21 16,-5 0-54-16,0 0 14 16,0 0-25-16,0 0 19 0,0 0-2 15,0 0 3-15,0 0 2 16,0 0-32-16,0 0 17 16,0 0-18-16,0 0 2 15,0 0-2-15,0 0 6 16,-5 0-4-16,-1 4 1 15,2-1-2-15,-1-3 3 16,0 3 3-16,-2-3-6 16,5 4 11-16,-2-3-12 15,2-1-1-15,-3 5-4 16,1-5 3-16,2 0-2 16,0 0 3-16,-1 0 5 0,-2 4-5 15,1-3-1 1,-2 3 1-16,-3 2-2 0,2 0 1 15,-2 0 1-15,0 5 2 16,3-7 3-16,-6 2 5 16,8 0 10-16,-1-2-18 15,1 2 1-15,-2-5 4 16,3 1-5-16,-2 2-2 16,-1 5-7-16,-1 1 0 15,-4 2 6-15,-2 4-2 16,-3-2 3-16,7 5 1 15,-4 0 1-15,2-1 1 16,1 1-3-16,2-4-4 16,-1-1 4-16,0-4-1 0,2-2 2 15,1 0-2-15,1 0-1 16,1 2 2-16,-6 2 0 16,4 3 3-16,-1-3-7 15,-3 2 8-15,2 1-5 16,0-2 1-16,3 3 0 15,1-4 7-15,-2 1-7 16,-4 0 1-16,6 1 2 16,-1-1 1-16,1 2-4 15,-2 1 1-15,1 0-2 16,-2 0 1-16,2 2-4 0,1-2-2 16,4 0 6-1,0-4 4-15,-2-2-4 0,2 0-6 16,0 2 6-16,0 3 0 15,0 0 4-15,0 1-8 16,0 3 1-16,0-4 1 16,0 6-3-16,0-6 5 15,0 4 8-15,0-3-1 16,0-2-10-16,0 2 3 16,0-2-3-16,0 0-7 15,0 0 3-15,2-4 6 16,2 5-14-16,3-4 11 15,0 3 1-15,2 0-4 16,-3 2 7-16,-1 0 2 0,1 0-1 16,0 1-2-16,-2-2 2 15,2-1-1-15,-1-2 0 16,3-2-1-16,0 4 1 16,0 0 1-16,-1-2-1 15,-3 0-16-15,8 0 13 16,-6 5 3-16,1-2-6 15,-1 2 1-15,-1-2-11 16,2 6 3-16,0-5 15 16,1 0-4-16,-1-2 2 15,4-2 0-15,-2 2 0 16,0 2 5-16,0 0-11 16,0 2 7-16,2-2-10 0,0 0 6 15,0 1 1-15,2-5 0 16,1 3 2-16,-1-3 0 15,1 0 1-15,-1 2-8 16,3-4 5-16,1 2-1 16,4 1 5-16,-1-2-8 15,2 1 8-15,-2 2-2 16,-2 3 5-16,-3-3-5 16,-2-2 2-16,1 0-9 15,-1-2 7-15,3-3-1 16,-1 2-1-16,4 0 4 15,1 0-3-15,-1 0 12 0,4-2-13 16,-3-1 2 0,0 0-9-16,-2 0 6 0,1-1-11 15,0-4 4-15,1 0 20 16,7 4-21-16,-6 2 15 16,4 2-8-16,2 1 7 15,-2-2-3-15,6-2 0 16,-2-1 3-16,2 1-3 15,-2 3 1-15,0-1-2 16,2 0 2-16,-2 0-4 16,-1 1 6-16,-1-2-6 15,2 1-1-15,0 0 3 16,-2 0 1-16,0-2 0 16,-2 1-2-16,-4-6 7 15,2 2-14-15,2-3 15 0,-5 0-12 16,4 0 12-16,0 0-12 15,1 0 10-15,0 0-4 16,-6 0 0-16,2-4-2 16,-1-7 0-16,5-1-17 15,-4-1 17-15,4 3 0 16,2 1-4-16,-2 1 10 16,1-2-4-16,1 0 3 15,-5-1-2-15,5-4-2 16,-5 1 5-16,1-2-11 15,-2 0 7-15,0 0-2 16,-3 1 2-16,-1 2 1 0,-1-3 0 16,0-2 2-16,2-3 5 15,-7 1-8-15,5-2-8 16,-3-1-10-16,-7-6 1 16,8 2 5-16,-3-2 0 15,-7 1-4-15,5-2 16 16,-6 2 2-16,-3 0 12 15,0-3-9-15,4 9 1 16,-4-3-7-16,4-4 13 16,-4 2-12-16,0-4 2 15,0 2 20-15,0-2 8 16,0 3 19-16,0 0-12 16,0 4-24-16,-4 7 5 0,-8-4 13 15,-1 0-2 1,7 2-12-16,-4-4 0 0,4 0-16 15,-1 3 3-15,-3 0 5 16,2 0-8-16,-5 1 3 16,5-5-1-16,-4 6-5 15,-1-4 8-15,1 0-9 16,1-2 3-16,1 2-1 16,-2 0-2-16,1 0 3 15,-2 2 1-15,-3 2 5 16,3 0 2-16,-5 2-7 15,0 0 11-15,-2-1-12 16,2 2 7-16,-1-2-2 0,5 4 1 16,1-6 4-16,-1 6-10 15,1-4 1-15,-3 2-1 16,1-3 0-16,-1-3 0 16,-4 1-3-16,4 0 6 15,-1 4-4-15,1 0 1 16,1 4-1-16,3 0 1 15,-1 0 4-15,-3 2-1 16,5-1 1-16,-3-2-7 16,1 1 3-16,-5-2-1 15,1 4-3-15,-4-2 4 16,4 0-1-16,-3 2-13 16,5 1 9-16,-4 2-5 0,-1-3 4 15,0 4 12-15,-2-4 1 16,-5-2-6-16,2 1-2 15,1-3 2-15,-4 6-1 16,7 1 22-16,1-2-17 16,0 5-3-16,4 2 2 15,1 1-6-15,1 1 3 16,-1-2-2-16,1 2 2 16,1 0 1-16,-3 0-2 15,-1 0 0-15,-3 0-2 16,-1 0 6-16,0 0 1 0,0 0-3 15,3 0-2 1,-1 0 4-16,0 0-1 16,4 0-2-16,1 0 2 0,1 0 2 15,-1 0-5-15,1 0 0 16,-3 0 1-16,3 0-4 16,-3 0 7-16,1 0-4 15,-3 2 1-15,1-1 0 16,-1 1 1-16,-2 2 0 15,0-2-2-15,-1 2 0 16,0 3 5-16,-2-4 3 16,3 5-8-16,7-3 0 15,-1-5 1-15,1 4-1 16,4-4 0-16,-2 1 0 16,0-1 5-16,-5 4-5 15,3-1 2-15,2 0-2 0,-1 3 3 16,1 0-3-16,3 3 0 15,-4-1-11-15,-1 2 6 16,-1 3 5-16,-3 2-2 16,-1-3 9-16,0-2-9 15,5-2 8-15,0-2-9 16,1 2 3-16,3 2-3 16,3 2-61-16,1 2-106 15,5 4-12-15,0 0-68 16</inkml:trace>
  <inkml:trace contextRef="#ctx0" brushRef="#br0" timeOffset="61414.51">8333 1769 366 0,'0'0'97'0,"0"0"-66"0,0 0-10 0,0 0 5 16,0 0-15-16,0 0-6 0,-12 59-4 15,10-45-1-15,0 1 10 16,0 1 4-16,0 5 1 16,-1-2-9-16,-1 5 9 15,0-4-4-15,-2 4-1 16,2-3-10-16,0 2 0 16,-3-4-3-16,7-6 3 15,-2-3 0-15,0-6 3 16,2-2-6-16,0-2 3 15,0 0 0-15,0 0 0 0,0 0 26 16,-4-2 6 0,-2-10-4-16,4-2-3 0,-2-4-15 15,4-4-10-15,0-4 10 16,0-7-15-16,0-5 5 16,6 3-19-16,8-1-19 15,-3 7 8-15,-1 8 17 16,3 4-10-16,-7 5 22 15,8 2-1-15,-7 2 2 16,3 4 9-16,2-4 5 16,-1 1-13-16,2 5 18 15,3-1-10-15,4 3-6 16,0 0-5-16,2 3 4 0,-1 14-2 16,-4 4 6-1,-3-2-7-15,-1 3 5 0,-5-1-4 16,-3 6 6-16,-2 0-2 15,-3 5 0-15,0 2 33 16,0 0-36-16,-16 2 12 16,3-7-5-16,1-8 17 15,1-7 5-15,3-8-18 16,4-2 7-16,4-4-19 16,0 0 0-16,0 0-1 15,0 0-32-15,0 0-31 16,0 0 14-16,0 5 6 15,0-2 37-15,0 1-6 16,8 2 22-16,-4 0-11 0,3 4 4 16,-3 3 11-16,-4-2 38 15,4 5-30-15,-4 4-7 16,0 1-9-16,0 2 21 16,-8 4 19-16,-17-4-13 15,-4 0-30-15,-6-5 22 16,-7-6-13-16,-4 0-5 15,2-4-6-15,9 0 0 16,-1-2-17-16,7-6-107 16,0 2-215-16</inkml:trace>
  <inkml:trace contextRef="#ctx0" brushRef="#br0" timeOffset="64594.6">6942 3749 32 0,'0'0'154'0,"0"0"-121"0,0 0 17 0,0 0 45 15,0 0-29-15,0 0-32 16,0 0-29-16,0 0-3 16,0 0 9-16,0 0 42 15,0 0-33-15,0 0 23 16,2 0-12-16,-2 0 7 0,3 0-22 15,1-11-11-15,3-6 7 16,8-2 17-16,1-7-28 16,-3 1 0-16,3 0-1 15,-3 2-20-15,-1 8-2 16,-6 6-15-16,-1 5 25 16,-5 4 10-16,0 0-10 15,0 0 8-15,0 21 4 16,-3 9 4-16,-10 3 3 15,-1-3-4-15,-1-3 23 0,1-5 4 16,6-11 0 0,-1-3 2-16,6-5 12 0,3-3-17 15,0 0-22-15,0-11-5 16,0-15-39-16,3-8 10 16,14 0 10-16,0 2-25 15,-5 4 8-15,2 4-10 16,-3 5-17-16,-4 6 19 15,-1 5-3-15,-6 4 39 16,0 4 8-16,0 0 6 16,-4 19 14-16,-9 6-13 15,-5 7 36-15,0 0 2 16,2-5-30-16,1-7-4 16,10-9-8-16,1-6 1 15,4-5-7-15,0 0 13 0,0-7-13 16,0-13 3-16,0-6-4 15,6-2 0-15,4-7 3 16,0 2-9-16,-1 1-12 16,1 0 8-16,-6 4 13 15,0 3-2-15,-2 11 6 16,-2 7 9-16,0 7 17 16,0 0 56-16,0 0-31 15,-2 14-36-15,-11 7-18 16,-1 6-2-16,2-2-7 15,0 0 0-15,-1-7 2 16,6-4 7-16,-2-4 0 0,4-6 0 16,3-4 0-16,2 0 10 15,0 0-7-15,0-17-3 16,0-6-23-16,0-13 23 16,0-5-17-16,0 2-3 15,7-3-4-15,2 3 16 16,-2 8 6-16,-3 4 2 15,-4 12 1-15,0 8-1 16,0 6 1-16,0 1 11 16,0 0 15-16,-11 12 4 15,-5 7-6-15,-3 6-20 16,1 2-5-16,-1-2 1 16,2-6 2-16,1-1-1 15,3-5-2-15,4-4 0 16,4-6 6-16,5-3-5 0,0 0 2 15,0-7-3-15,0-15-5 16,0-7 5-16,8-11 0 16,2 1-14-16,-1 1-13 15,5-4 2-15,-8 1 21 16,1-1 6-16,-1 9-8 16,-6 11 6-16,0 10 0 15,0 12 5-15,0 0 8 0,-6 15-10 16,-9 12 10-1,-3 9-15-15,-1 3 13 0,2 0 3 16,-1-7-7 0,9-5-5-16,-2-14-4 0,11-7 4 15,0-6-5-15,0 0-28 16,0 0-12-16,0-14 1 16,9-9 31-16,2-8 6 15,3-1-12-15,-8 4 16 16,1-5-11-16,1 4 12 15,-2 1-10-15,-6 4 5 16,4 10-1-16,-4 5-8 16,0 9 28-16,0 0-14 15,-4 0 7-15,-10 15 25 16,7 4-9-16,-1 3-9 16,0-1 3-16,2-7-12 15,4-5-8-15,2-6 3 16,0-3-1-16,0 0-39 0,0 0 23 15,0 0 5-15,0-5 3 16,0-12 9-16,2-8 1 16,4 2-1-16,2-1 1 15,-2-1-6-15,-4 10 15 16,-2 5-20-16,0 5 10 16,0 5 0-16,0 0 32 15,0 5 5-15,0 11-30 16,-2 6-7-16,-4 0-5 15,1-2 5-15,2 0 10 16,3 0-10-16,0-2-5 0,0 0-2 16,0-4-2-16,5-3-18 15,4-4 19-15,4-7 1 16,1 0-7-16,1 0 11 16,1-20 2-16,-1-7-5 15,1-2 1-15,-5-1-6 16,1 4 6-16,-4 8-2 15,-3 5 7-15,-3 13 4 16,-2 0-4-16,0 0 0 16,0 0-2-16,0 16 11 15,-4 0-3-15,-5 2 12 0,-1 4-5 16,4 3-3 0,-3-2-6-16,3 6-6 0,1 3 10 15,5-6-15-15,0-4 14 16,0-7-14-16,0-14-6 15,3-1-3-15,7 0-18 16,6-6 21-16,-3-16 11 16,0-8 2-16,1-4-9 15,-7-3-29-15,-1 4 22 16,-4 0-4-16,-2 8 19 16,0 0-1-16,-4 10 4 15,-14 5 8-15,3 5 19 16,-3 5 42-16,2 0-14 15,-2 0-5-15,3 25-51 0,-1 2-1 16,3 6-2 0,4 1-1-16,4-3-10 0,5 2 5 15,0-5-1-15,0 3-8 16,5-4 11-16,8-4-11 16,0-8 10-1,3-5 7-15,0-3-10 0,0-7 0 16,-1 0 10-16,1 0-5 15,-1-13 17-15,-1-12-27 16,-6-2 12-16,-1-5 1 16,-7-1 1-16,0 10 1 15,0 1 6-15,-9 10-5 16,-8 6 0-16,-1 6 8 16,-5 0 4-16,4 0 3 0,-2 18-8 15,1 4-7-15,7 6-1 16,1 0 9-16,4 8-9 15,1 2-2-15,7 0 2 16,0 6-4-16,0 0-20 16,5-3-14-16,8-1-31 15,0-2 45-15,4-9 9 16,-5-6 5-16,4-10 8 16,2-10 2-16,2-3 0 15,-3 0 5-15,4-16-11 16,-1-10-4-16,-7-8-7 15,-6-2-37-15,-7 0 39 16,0 4 15-16,0 3 38 0,-20 6 20 16,0 5-32-16,-3 4 26 15,-1 3-9-15,2 8 26 16,-1 3-23-16,3 0-38 16,7 3-6-16,4 18-2 15,-2 5-27-15,11 6 12 16,0 4 15-16,0 2-5 15,0 0 1-15,18-4-25 16,-3-4-31-16,5-10 16 16,1-4 42-16,-2-6-11 15,2-10 8-15,-4 0 1 16,1-10-20-16,-7-15-14 16,-1-5 38-16,-10-7 0 0,0-3 7 15,0 2 28 1,-8 2-25-16,-11 8 37 0,-8 7-15 15,2 7-3-15,3 8 18 16,0 6 10-16,6 0-12 16,3 0-15-16,1 22 1 15,6 9-28-15,6 2-6 16,0 0-22-16,0-5-33 16,20-12-63-16,5-6-9 15,-1-6-80-15</inkml:trace>
  <inkml:trace contextRef="#ctx0" brushRef="#br0" timeOffset="68991.12">6933 2183 220 0,'0'0'164'0,"0"0"-164"0,0 0-53 0,0 0 39 16,0 0 14-16,0 0 19 16,0 0 65-16,-4 0 19 15,2 0-53-15,2 0-7 16,-3 0-43-16,3 0 2 15,0 0-2-15,0-6-4 16,0-2 1-16,0 1 3 0,0-2 1 16,0 0 3-1,0-5 34-15,0-7-10 0,0-3-4 16,0-6-20-16,0-2-4 16,0-2 0-16,0-6 0 15,3 8 6-15,1-7-9 16,0 6 8-16,3-2 6 15,-2 1 59-15,6-2-44 16,0-8-12-16,7-6-10 16,2 0-8-16,2-4 2 15,0 1 2-15,1 5 0 16,-4 6 4-16,0 6-8 16,-11 11 2-16,1 2-66 0,-6 15-35 15,-3 8-30-15,0 0-222 16</inkml:trace>
  <inkml:trace contextRef="#ctx0" brushRef="#br0" timeOffset="69541.42">6784 2051 314 0,'0'0'187'0,"0"0"-133"0,0 0-9 0,0 0-9 15,0 0-15-15,0 0-21 16,0 0-2-16,0 0 2 16,0 0 28-16,2 0 2 15,10 0-4-15,1 14-14 16,0 3-10-16,5 2 9 16,-6-1-10-16,0-4-1 15,1-2-7-15,-3-2-5 16,-6 1 3-16,1-1-13 15,-1-1-17-15,-2 4-2 16,0-2 20-16,3-3-39 0,-3 1-68 16,1-9-54-1</inkml:trace>
  <inkml:trace contextRef="#ctx0" brushRef="#br0" timeOffset="70057">6827 2046 237 0,'0'0'109'0,"0"0"-78"0,0 0-27 0,0 0 5 16,0 105-5-16,0-90 18 16,0-4 56-16,0-3-25 15,0-2 22-15,0-2-27 0,0-4 1 16,0 3-46-1,0-3 3-15,0 0-6 0,0 0 0 16,6 0 27-16,1-13 26 16,-1-5-7-16,10-4-31 15,-5 0 10-15,3 0-14 16,-3 3-2-16,-3 4-9 16,4 0 0-16,-3 7-1 15,1-5-2-15,2 1 2 16,-3 4-22-16,-3 2 21 15,-1 3-5-15,-3 3-14 16,0 0-34-16,-2 0-15 16,0 0-34-16,0 0-41 15,0 0-113-15</inkml:trace>
  <inkml:trace contextRef="#ctx0" brushRef="#br0" timeOffset="72737.78">8094 9697 262 0,'0'0'76'0,"0"0"-66"0,0 0 49 0,0 0 33 0,0 0-42 15,0 0 8-15,-93 54 20 16,77-43-12-16,1-2-37 16,-4 5-21-16,0 8-8 15,-2-4 1-15,5 11 1 16,-1-3-1-16,1 1 10 15,-1 0-9-15,5-2-1 16,1-4 2-16,0-1 5 16,2 0-6-16,2-2 0 15,1-2-2-15,2 8 7 16,-1-3-17-16,0 6 13 16,3 3-8-16,-2 4 8 15,-1 2-6-15,3-1 3 0,0-5 0 16,0-2-2-16,2-4-1 15,0-2 1-15,0-6 0 16,0 0-3-16,0 0 1 16,0 0 3-16,2 0-1 15,7 1 1-15,0-3-4 16,-2 7 2-16,3-5 2 16,-1 8-11-16,3-2 7 15,-4 2 4-15,3 2-2 16,-1 1 5-16,1-1-4 15,-3-2-2-15,8-4 3 16,-5 0-7-16,3-6 8 0,3-1 0 16,1 0-4-16,2-1 2 15,0 3 2 1,-4-7-1-16,4 5 2 0,0-3 0 16,1 3-1-16,-2-1-7 15,1 3 7-15,1 2 6 16,-2 1-6-16,-1-3 9 15,2 3-10-15,-2-1 1 16,2-2-1-16,-2-1-2 16,-2-3 4-16,-1-1-2 15,1-2 2-15,-1-3-5 0,1 2-1 16,-3-2 2 0,1-5 6-16,-1 2 2 0,5 0-4 15,-1-2-2-15,6 0-3 16,2 0 3-16,-1 0-1 15,4 0 4-15,-1 0 1 16,-2 0-3-16,-5 0-2 16,5 0-5-16,-10-4 7 15,6-8 0-15,-2 4 2 16,1-2 7-16,1-2-4 16,-2-2-2-16,2 0-2 15,-1 0 22-15,-1-1-18 16,2-2-2-16,-1-1-1 15,0-4-2-15,0-2-8 0,-3 0-4 16,-3 4 10 0,-5 0 2-16,5 6 1 0,-8-6 7 15,3 4-16-15,-3-8 3 16,0 0 3-16,-2-7 1 16,5-2 1-16,-5-2-2 15,-2 3 4-15,2 5-6 16,-4 0 8-16,0 4 15 15,0 6-8-15,0-1 10 16,0 3-4-16,0-6-3 16,0-1-7-16,0-4-6 15,0 0 6-15,0 0-6 16,-10-1 4-16,1 8 1 16,2-1 23-16,-6 0-13 15,4-4-2-15,-7 2-14 0,7-6 1 16,-1 2 0-16,-2 2-1 15,3-1-3-15,0 11 3 16,2 4 8-16,-2 0-6 16,-1 0 3-16,-4-2-3 15,-1-4 0-15,-6-2-2 16,2-3 1-16,-4 4-13 16,1 1 24-16,-1 4-9 15,4 0 1-15,-2 6 0 16,3-1 7-16,1 2 3 15,-1-1 5-15,-2-5-16 16,-5 2-3-16,3-1-6 0,-5-3 0 16,5 4 9-16,-2 3-6 15,1 0 6-15,1 4 3 16,0 2-4-16,0-3 3 16,-3 2 1-16,-2-4-5 15,-2 5-2-15,-2 0 4 16,0 0-6-16,-1 0 9 15,1 0-10-15,0 0 8 16,2 6-2-16,4 5-2 16,4-4 0-16,0 4 4 15,1 0-1-15,3 4-3 16,-6 3-1-16,-2 1-2 16,6-2-4-16,-4 3-13 0,3-6 5 15,1-1-21 1,-6-4-114-16,-2-5-339 0</inkml:trace>
  <inkml:trace contextRef="#ctx0" brushRef="#br0" timeOffset="78583.59">6096 11544 224 0,'0'0'186'0,"0"0"-147"0,0 0-11 16,0 0-13-16,0 0-5 0,0 0 11 15,0 0 26-15,0 0-24 16,0 0-19-16,0 0-3 16,0 0 3-16,0 0-8 15,0 0 8-15,0 0 6 16,0 0-10-16,0 0 8 15,0 0-6-15,0 7-2 16,0 4 0-16,0-1 0 16,0 5 6-16,0-5 0 15,0 1-9-15,0 1 5 16,0 2-4-16,0 2-12 16,0 1 13-16,-3 0 1 15,-1 3 0-15,0-2 0 0,-2-1 0 16,4 2 0-1,0-1 1-15,0 3 6 0,2 1-3 16,-2 4-6-16,2 1 5 16,0 6-6-16,0-5-2 15,0 3 5-15,0-4 1 16,0-3 3-16,0 2-2 16,0 1 1-16,6-2 1 15,2 0-3-15,3-2-2 16,-3 2 1-16,2-1 0 0,-2 0 3 15,-1 1-1 1,-1-4 8-16,1-1 7 0,5 0-16 16,-2 0 3-16,9 1-1 15,-2 4 0-15,1-1-6 16,3-2 3-16,-4-1 0 16,3-1 0-16,0-2 1 15,-2 0-1-15,2-3 2 16,0 2 1-16,-2-1-3 15,2-2 0-15,2-3 0 16,0 4 2-16,5 3-4 16,0-2 4-16,2 4-8 15,0 0-4-15,-5-2 5 16,3-2 5-16,-5-2-1 16,-1-5 1-16,2-8-5 0,-2 4-12 15,-1-5 14 1,0 0 3-16,4 0 0 0,1 0 4 15,2 0-4-15,-2 0 0 16,2-5-8-16,-8 1 8 16,-3-2-3-16,-3-2-5 15,1 0 7-15,-3-3 1 16,-1-2 1-16,7 5 0 16,-2-4-1-16,1 0 0 15,-3-4 0-15,3 0 6 16,-3-1-10-16,3-6 4 15,-5-1-3-15,1-3 3 0,-2-2 1 16,-3 0 4 0,1 1-5-16,-4 1 6 15,-1 2-3-15,-3-2 10 0,0 0-2 16,0-1-10-16,0 0 2 16,0 0-3-16,0-3 2 15,0 6 6-15,0-3-12 16,-7 3 8-16,-1 2 7 15,3-2-10-15,-3 6 28 16,-4-2-2-16,5-2-15 16,-1 0-9-16,-4-4 7 15,-1 0-13-15,2-3 5 16,-3-2-2-16,-1 2 0 0,1 3 12 16,-1 4-9-16,-1 6 0 15,-1 3 4-15,1 0-5 16,-2 1-4-16,2 0 4 15,-4 3-3-15,7 0 8 16,-7 2-5-16,2-1 20 16,-2 0 12-16,0 4-3 15,0-8-19-15,-4 3-6 16,-3-3-6-16,0 0 0 16,-4 1 1-16,6 3-3 15,-2 2 4-15,3 1 1 16,0 2-3-16,-1-4 3 15,2 2-1-15,2-2-2 16,-4 1 0-16,3 0-2 0,-5 6-4 16,0 1 6-16,1 0-3 15,-3 8-20-15,2 17-27 16,-2 0-98-16,2 7-56 16,-2-9-68-16</inkml:trace>
  <inkml:trace contextRef="#ctx0" brushRef="#br0" timeOffset="80233.69">3201 12603 125 0,'0'0'67'0,"0"0"-42"0,0 0 28 15,0 0 32-15,0 0-17 16,0 0-15-16,23 0-1 16,-19 0-38-16,3 0 5 0,3 0-19 15,4 0 2 1,1 2-4-16,6 4 4 0,-1-2 7 16,2 0-9-16,0 2-6 15,1-4 6-15,2 2-1 16,-2 0 1-16,4 0 0 15,4 0 0-15,-2-2 0 16,0 2-3-16,-2-2 3 16,-2 0-3-16,-2 0 8 15,0 1-8-15,0-2 7 16,-3-1-8-16,2 5 7 16,0-3-5-16,1-2 2 15,2 0 0-15,-2 0-3 0,4 0 6 16,-2 0-2-16,2-7 0 15,-3 3-1-15,1 0 0 16,-3-2-2-16,5 2 2 16,-3-2 0-16,3 2-1 15,0 4 1-15,-5 0 0 16,2 0 2-16,-3 0-9 16,-6 0 9-16,5 0-11 15,-2 0 12-15,0 0-3 16,4 0 3-16,1 0-3 0,-4 0 0 15,4 0 1 1,-1-3-6-16,-2 2 12 0,2-1-7 16,-1-2 0-1,-2 2-1-15,2 2-2 0,-1 0 3 16,-1 0-5-16,2 0 12 16,1 0-11-16,3 0 11 15,-3 0-11-15,2 0 12 16,-1 0-14-16,2 0 7 15,-4 0-1-15,6 0 10 16,0 0-8-16,-7 0 0 16,-3 0-2-16,-3 0 0 15,-5 0 0-15,-2 0-3 16,-7 0 3-16,0 0-5 16,0 0 4-16,0 0-6 15,0 0-41-15,0 0-232 16</inkml:trace>
  <inkml:trace contextRef="#ctx0" brushRef="#br0" timeOffset="84228.51">6586 4157 168 0,'0'0'53'0,"0"0"38"0,0 0 23 0,-4-120-71 15,4 90-36-15,0 1 6 16,0 4-4-16,0 2 14 16,0 7 15-16,0 6-38 15,0 6 33-15,0 4-25 16,0 0 52-16,0 14-20 15,-8 8-40-15,-7 12-24 16,-5 5-17-16,0-2 15 16,0-2 26-16,2-9 0 15,5-10 0-15,4-8 22 16,1-8-19-16,6 0 24 16,0-21-27-16,2-16-9 15,0-16 7-15,0-13-24 16,0-6-18-16,10-6-27 0,-2-3-68 15,-1 7-77-15,-3 0 216 16,1 12 66-16,-5 6 20 16,0 13 87-16,0 16-50 15,0 13-25-15,0 12-14 16,-18 2-28-16,-11 3-55 16,-11 32-1-16,-9 15-6 15,-5 12-56-15,4 2-72 16,2-4 18-16,11-3 39 15,3-11 66-15,8-15 11 16,5-12 37-16,10-10 68 16,5-9-26-16,2 0-2 0,0-11-13 15,4-28-51-15,0-9-12 16,0-12-2-16,0-7-48 16,12-2-18-16,1 1 27 15,1 4 38-15,1 10-1 16,-3 11 6-16,-6 16 0 15,-3 6-3-15,-3 13 0 16,0 8-6-16,-17 0-47 16,-14 8 46-16,-11 25 7 15,-9 8 52-15,-9 16-52 16,-7 5 34-16,5 0-34 0,6-8-20 16,16-17 7-16,13-18 12 15,14-13-4-15,7-6 10 16,0 0 25-16,6 0-30 15,0-19-10-15,0-14-25 16,0-5 12-16,12 0-16 16,1-4 13-16,3-6 4 15,-3-4 9-15,1-3 6 16,-3-1-47-16,-5 1 54 16,1 5 12-16,0 11 44 15,-5 11-18-15,5 10 17 16,-7 15-1-16,0 3 4 15,0 17-15-15,-9 12-36 16,-9 2-6-16,5-5 10 0,1-8 39 16,4-6-19-16,1-7-14 15,7 4-17-15,0-9-4 16,0 0-1-16,4 0-24 16,21-14 28-16,6-14 2 15,9-12-4-15,2-6 11 16,5-4-14-16,5-3 6 15,-4 7-5-15,6 2-10 16,-2 14-8-16,-6 12 15 16,-6 18-39-16,-9 0-39 15,-6 30 62-15,1 11 10 16,-3 4-43-16,-1 4 24 16,0 2 31-16,1-1 2 15,-1 0 0-15,4-1 9 0,1-6-15 16,8-10 12-16,2-11-12 15,3-18 6-15,4-4-1 16,1-9-15-16,3-26 16 16,4-1 0-16,-3 4 10 15,-4 4-10-15,-6 13-20 16,-4 13-50-16,-9 2-138 16,-10 25 14-16,-10 15 169 15,-6 6 25-15,0 6 115 16,0 9-3-16,-6 1 47 15,-3 0-111-15,4-8-6 0,3-12-38 16,2-19-2-16,5-15-4 16,21-8-36-16,10 0-15 15,0-27-24-15,4-8 76 16,-1-3-8-16,2 3 7 16,-1 6 4-16,-5 11-8 15,-6 13-71-15,-6 5-83 16</inkml:trace>
  <inkml:trace contextRef="#ctx0" brushRef="#br0" timeOffset="84394.63">7348 3698 31 0,'0'0'38'0,"0"0"-34"0,0 0 2 0,0 0 1 0,146 19-7 16,-105-48-3-16,-3-2 3 15,-3 3 0-15,-4 6 10 16,-1 6-10-16,-6 7 0 15,-7 9-7-15,-7 0-57 16</inkml:trace>
  <inkml:trace contextRef="#ctx0" brushRef="#br0" timeOffset="84546.93">7756 3802 83 0,'0'0'92'0,"0"0"-62"0,0 0-30 15,0 0-20-15,0 0-19 16,0 0-28-16,129 50 67 15,-111-64 18-15,-10 4 86 16,3 5-25-16,-4 5-58 0,-7 0-21 16,0 11-171-16</inkml:trace>
  <inkml:trace contextRef="#ctx0" brushRef="#br0" timeOffset="85260.77">8007 3662 202 0,'0'0'138'0,"0"0"-74"16,0 0-12-16,0 0 28 0,0 0-43 15,4-107-30 1,-6 91-7-16,-6 0 5 0,-4 4-10 15,-1 2 10-15,-3 10 39 16,-1 0 16-16,-8 0-48 16,-2 14-8-16,8-2 5 15,7-5 3-15,10-7-7 16,2-5-5-16,0-26-42 16,0-4 37-16,0-5 3 15,4-1-2-15,-4 1-20 16,0-1-17-16,0 9 12 15,-19-3 29-15,-13 10 15 0,-6 4 4 16,-11 9 47-16,2 6-8 16,-1 6-16-16,-2 0 40 15,10 0-29-15,5 1-28 16,4 14 2-16,8-3-4 16,7-6-14-16,14-1-5 15,2-5-4-15,0 0-25 16,7-21 1-16,13-11 23 15,2-8-1-15,1-3-8 16,-6-1-11-16,-7 3-23 16,-6-2-37-16,-4 14 7 15,-4 12 52-15,-23 16 22 16,-6 1 47-16,-4 19 6 0,0 17-23 16,5 5-5-1,5-6-2-15,10-8 4 0,5-12-25 16,8-10-2-16,4-5-20 15,0 0-34-15,7-19 34 16,11-6 7-16,0-5-59 16,-3 4 40-16,-6 6 27 15,-4 13 0-15,-3 3 1 16,-2 4 8-16,0 0 18 16,0 0 2-16,-2 17-24 15,-10 6-20-15,2-1 9 16,3-3 11-16,7-9-101 15,0-8-258-15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3:16:03.5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28136 3734 461 0,'0'0'105'0,"0"0"-105"0,0 0 2 16,0 0-8-16,0 0 12 15,0 0 11-15,0 0-5 16,9 0 38-16,-9 0-12 16,0 0 30-16,0 0-12 0,0 0-56 15,0 0 17-15,0 0-13 16,0 0-3-16,0 0 3 16,0 0-3-16,0 0-1 15,0 0 0-15,4 0 0 16,0 0 0-16,3 0 22 15,4 0-12-15,0 0-3 16,3 0 4-16,-1 0-11 16,2 0 10-16,1 0 10 15,-1 0-14-15,1 0 5 16,-3 0 1-16,4 0-9 16,-7 0 0-16,4 0 2 15,-1 0-6-15,3 0 4 16,-3-5 0-16,3 2-3 15,-3 0 0-15,0 1-6 16,-3 2 12-16,3 0-13 0,1-1 14 16,-1 1-13-16,-1-3 13 15,5 2-9-15,-1-2 2 16,1-1 0-16,1 2 0 16,2 1 1-16,0 1-1 15,-2 0 0-15,-5 0-4 16,5 0 11-16,-5 0-11 15,0 0 8-15,1 0-6 16,-3 0 2-16,1 0-1 16,3 0 0-16,1 0 2 15,-1 0-4-15,3 0 7 16,-5 1-9-16,3 1 13 0,-3 1-13 16,3-2 7-16,2-1-4 15,0 3 2-15,-1-3 0 16,3 0-4-16,3 0 9 15,-6 0-9-15,2 0 8 16,-2 0-3-16,-1 0 5 16,4 0-6-16,0 0 6 15,-2 0 6-15,1 0-4 16,2 0-4-16,-1 0-1 16,2 0-2-16,0 0 8 15,5 0-5-15,-4 0 9 0,1-3-10 16,-4 3-1-1,0 0 2-15,1-1 1 0,0 1-5 16,0 0 0-16,1 0-4 16,-3 0 16-16,0 0-22 15,1 0 16-15,-3 0-12 16,4 0 8-16,0 0-2 16,4 0 0-16,2 0 2 15,-7 0-7-15,3 0 10 16,-6 0-7-16,-1 0 5 15,1 0-4-15,0 0 6 16,-2 0-8-16,3 0 3 16,-1 0 0-16,1 0-4 0,3 0 8 15,-6 0-10-15,3 0 17 16,-1 0-18 0,2 0 14-16,0 0-8 0,1 0 2 15,3 0-2-15,2 0-1 16,-4-5 2-16,0 1 0 15,-5 3 6-15,-3-2-10 16,0 2 10-16,-2 1-12 16,4 0 12-16,-1 0-13 15,-3 0 9-15,5 0-4 16,-3 0 2-16,-2 0 0 16,9 0-3-16,-4 0 11 15,-3 0-9-15,6 0 1 16,-9 0 0-16,3 0 0 15,-1 0 0-15,-1 0 0 16,-2 0 1-16,-2 0-7 0,6 0 12 16,2 0-12-16,3 0 15 15,3 0-10-15,-4 0 2 16,1 0-1-16,-5 0 0 16,-1-3 0-16,-1 1 11 15,-1 0-10-15,0 2 1 16,1 0 4-16,0 0-11 15,3-2 10-15,-4 1-10 16,4 1 7-16,-1-3-2 16,-6 3 0-16,7 0 4 0,-6-1-9 15,1 1 11 1,7-2-8-16,-1-1 7 0,1 1-7 16,-1 1 6-16,1-4-7 15,2 5 3-15,-5-2 0 16,0 2-3-16,1 0 5 15,1 0-6-15,2 0 8 16,0 0-7-16,3 0 10 16,-5 0-12-16,4 0 5 15,-3 0 0-15,-3 0 0 16,3 0 1-16,1 0-8 16,1 0 13-16,-3 0-12 15,1 0 12-15,-5 0-9 0,2 0 6 16,-3 2-6-1,0 3 3-15,-3-4 0 0,5 4-2 16,-2-5 6-16,3 0-10 16,1 0 12-16,9 0-8 15,-4 0 4-15,4 0-4 16,-5 0 2-16,-5 0-4 16,-4 0 4-16,0 0 0 15,0 0-2-15,-3 0 5 16,3 0-6-16,-2 0 11 15,-2 0-14-15,-1 0 12 16,0 0-10-16,5 2 6 16,-2-2-2-16,2 0 0 15,-2 0 0-15,-3 0-3 0,-2 0 6 16,-2 0-2-16,0 0 0 16,0 0 8-16,0 0-3 15,0 0-1-15,0 0 13 16,0 0-16-16,0 0-2 15,2 0 7-15,0 0-8 16,6 0 2-16,-2 0 0 16,5 0 8-16,-5 0-17 15,4 0 10-15,-3-2-2 16,-5 2 0-16,2-3-7 16,-4 1 5-16,0-2-66 15,-11 4-116-15,-38 0-637 16</inkml:trace>
  <inkml:trace contextRef="#ctx0" brushRef="#br0" timeOffset="14136.84">3471 10713 44 0,'0'0'5'0,"0"0"3"0,0 0 24 16,0 0 59-16,0 0-56 16,0 0-4-16,0 0-5 0,0 0 22 15,-25-10 10 1,21 8-23-16,-2 0 0 0,0-1-25 16,2-1 15-16,0 4-16 15,2 0 26-15,-3 0-13 16,3 0-1-16,2 0 8 15,-2 0-11-15,2 0-18 16,0 0-1-16,0 0-1 16,0 0-15-16,0 0 9 15,0 0-1-15,0 0 7 16,4 0-6-16,13 0 8 16,4 0 9-16,1 0-1 15,1 0-6-15,8 0-1 0,-5 0-1 16,-1-4 0-1,-5-2-1-15,1 2 2 0,-9-2 1 16,-5 0-2 0,3 3 0-16,-6 2-1 0,-2 1 1 15,0 0-1-15,0 0-2 16,1 0 2-16,1 0 1 16,0 0-2-16,3-5 8 15,2 1-9-15,0 1 6 16,4-1-3-16,-1 0 0 15,-2 4-3-15,4-2 1 16,-5-1 4-16,2 3-4 16,-2-1 7-16,-4 1-6 0,-1 0 2 15,-4 0-2-15,0 0 1 16,0 0 0-16,0-3 8 16,0 2 16-16,0-3-24 15,-12-6-3-15,-7-1-79 16,-17 4-450-16</inkml:trace>
  <inkml:trace contextRef="#ctx0" brushRef="#br0" timeOffset="54587.45">17318 5123 246 0,'0'0'133'0,"0"0"-80"0,0 0 14 0,0 0 7 15,0 0-57-15,0 0-14 16,0 0 10-16,-98 0 49 0,85 0-19 16,-1 0-18-16,1 0 14 15,3 0-28-15,-7 0-7 16,7 0-2-16,-4 0-2 16,-1 3 0-16,1-1-1 15,-1 1 3-15,-6 2-4 16,8 2-6-16,-7 3-22 15,2 0 18-15,0 3-6 16,-2 0-14-16,-3 4 29 16,0 0-2-16,0 3 10 15,-2 3-7-15,6-4 6 16,1 2 19-16,0-7-21 16,5 4-1-16,-3 0 10 0,3-2-10 15,-6 4-1-15,4-1 5 16,-1 4-11-16,-1 3 13 15,-1 0-8 1,-2-2 2-16,0 8-2 0,-1-4 3 16,0 0 0-16,-2 1-2 15,3-6 1-15,3 6-1 16,1-1 0-16,1-4-3 16,5 2-1-16,-5 1-14 15,3-2 18-15,-1 2 0 16,-3 6-9-16,5-1 9 15,-2 1 1-15,1-1-1 16,2-3-9-16,-1-2 9 16,1 1 5-16,-3 0-5 15,5-2 0-15,-4 2 5 16,1 0-5-16,3-2 5 0,-2-1-2 16,3 0 21-16,3-2-17 15,-2 0-7-15,-2 4 1 16,2 0-3-16,-1 5-3 15,3 0 1-15,0-1-1 16,-1-1 5-16,0 0-3 16,3-2 3-16,0 1-2 15,-3-6 4-15,3 3-4 16,-2-1-2-16,4 0 1 16,-4 9-12-16,-1 1-9 0,3-4 22 15,-3 1 2-15,3-4 0 16,2-3 0-1,0-1 0-15,0-2-1 0,0-2-3 16,0 4 8-16,0 0-1 16,0 4-3-16,0 2-1 15,7 6-6-15,-2 1 13 16,1-4-12-16,3 1 12 16,-3 4-8-16,2-3 5 15,-2-3-4-15,0 0 1 16,-1-2-2-16,4-5 1 15,-2 2 1-15,1-4-3 16,3 4 6-16,1-1-6 16,-3 4 2-16,-1 0-1 15,2 3 4-15,-4-5 3 0,1 0 1 16,1 2 18 0,0-4-2-16,3-2-6 0,-1-2 0 15,4-2-10-15,2 2-9 16,0 2 9-16,-1 4-6 15,1 2 1-15,-1 3-1 16,3-2 0-16,-3 1 0 16,6-1-1-16,-1 0 2 15,-5 4-3-15,6-4 4 16,-2 6-4-16,1-3 2 16,1 4 0-16,1-4-1 15,0-4 1-15,-2-2 0 0,7-1-4 16,-5 0 3-16,-2-1 1 15,-2 1 4-15,0-1-3 16,-2-4-1-16,1 0 0 16,1 0 0-16,0-3 0 15,-3 4 0-15,6-4-2 16,0 0 3-16,2 1-1 16,4 2 1-16,-5 2-1 15,7 0 0-15,-5 3-1 16,5-2 1-16,2 3 0 15,-4 2-1-15,0 1 3 16,0-1-2-16,-2-2 2 16,2-3 18-16,2 2-16 0,-4-4 1 15,4 2-1 1,-4-3-4-16,0-2 4 0,2-1-4 16,-3-4-2-16,5-1 2 15,3 1 12-15,-3-6 1 16,2 2-7-16,4-5-4 15,-1-2-2-15,-3-3-2 16,7 3 2-16,-3 0-2 16,1 2 7-16,-5 0-7 15,0 0 4-15,2 0-4 16,2 1 10-16,0-6-12 16,1 8 4-16,1-5 0 15,3 4 0-15,-1 0 0 16,3 2 1-16,2 0 1 0,3-4-2 15,2 0 3-15,0-1-2 16,-2-5 1-16,-1 5 2 16,2-5 1-16,-4 0-4 15,3 0 12-15,-1 0-8 16,2 0-1-16,4 0 0 16,0-5-8-16,-1-4 10 15,0 2-7-15,-2 2 5 16,1-4-5-16,-4 2 2 15,-1-1-1-15,4 0 0 16,-4-5 5-16,-1 5-5 0,-2-1 6 16,3-6 3-16,-3-1-1 15,-3-1-5-15,0-6-3 16,-1 2 0-16,0-2 4 16,5-2-2-16,-1 2 0 15,5-1 3-15,-1 2-1 16,4 3 4-16,-2 0-8 15,1-3 3-15,-2-4 0 16,2-2-3-16,5 0 2 16,-4-2 5-16,2-1 0 15,0-1 4-15,-10 3-8 16,0-2-2-16,-6 1 6 16,-3 2-8-16,-1 2 4 15,-3-1-3-15,-6 2 0 0,2 0 3 16,0 2-7-16,-5-1 9 15,2 2-9-15,-2-3 7 16,5 1-3-16,-3-2 4 16,0-2-1-16,3 2 2 15,-3-1-5-15,1 4 0 16,-4-1-2-16,2 4 2 16,-4 4 2-16,1-2-2 15,-2-4 1-15,-5 1 0 16,9-3 1-16,-7-3-2 15,2 3-5-15,-1-2 5 16,-3 2-10-16,-5 2 10 16,6 1-4-16,-5 0 8 15,1 0-4-15,4-1 0 16,-1-2 0-16,0-3-1 0,-2-2 5 16,0-1-8-16,0-3 12 15,-2 2-17-15,-1 1 20 16,-3 6-21-16,-1-1 20 15,-2 10-9-15,0-4 0 16,0 1 11-16,0-5-5 16,0 0-4-16,0-7-6 15,0-3 6-15,2 6 12 16,-2-3-13-16,0 2 12 16,0 4-11-16,0 0 5 0,0 0-4 15,0 4 1-15,0-4 0 16,0 7-3-16,0-2-4 15,-4-6 5-15,-1 1-5 16,1-4 12-16,-3 0-16 16,4 4 6-16,-3-2 0 15,6 2 0-15,-2 0 4 16,-3-5-8-16,-1 2 10 16,-1-2-10-16,0 0 11 15,1-1-13-15,1 1 11 16,1 5-9-16,-3 4 6 15,2 0-2-15,-1 4 0 16,-3-2 3-16,-1-2-1 0,4-1 1 16,-3-4-5-1,3-5 5-15,-1-1-6 0,2 0 2 16,1 0 1-16,-3 6 0 16,1 3 0-16,2 4-2 15,-4 4 4-15,4-1-5 16,-3 1 8-16,-1-1-10 15,6-7 7-15,-5-10-4 16,-5-5-3-16,6 1-2 16,-7-4 6-16,-3 0 1 15,0 1 0-15,-1 1 4 16,-2 2-9-16,4 3 11 16,-1 1-8-16,1 7 4 15,1 1 0-15,-1-4 1 0,-1 2-1 16,3-4 3-16,-3-4 0 15,-1-4-10-15,-4-4 10 16,-4 2-10-16,-4-1 10 16,4 4 0-16,-7 5-5 15,1 1 2-15,0 1 2 16,-3-2 2-16,0-3-5 16,-1-1 2-16,-1 1-6 15,5 3-2-15,0 2 5 16,0 3 0-16,0 1-1 15,-5 7-1-15,5-6 2 16,0 5-1-16,0-4-5 16,-5 4 6-16,3-3 0 0,-6-2 0 15,-1-1-5 1,7 2 5-16,0 2-7 0,-1 4 7 16,5 2-2-16,-2 0 1 15,4 0-4-15,-2 4 2 16,-2-2-1-16,-2 2 3 15,-5-6 0-15,-3 5 2 16,-1-2-3-16,0-1 2 16,2 2 0-16,0 2-3 15,0-1 10-15,1 3-10 0,2 0 7 16,3 5-5 0,3-1 2-16,6 0 2 0,2-3-1 15,-4 3-2 1,2 0 0-16,-4 2 2 15,0-2-6-15,0-1 8 0,-2 2-10 16,-5-1 9-16,1 0-6 16,-1 2 6-16,-2 0-3 15,4 0 0-15,-3 0 0 16,-1 4 1-16,3 0-1 16,-6 0 0-16,5 0-2 15,1 0 2-15,-1 0 2 16,3 0-2-16,0 0-3 15,8 0 2-15,-2 0 1 16,2 0-3-16,-4 0 1 16,0 0 4-16,-2 0-2 15,0 0 2-15,-2 0-2 0,-3 4 3 16,-1-4-5-16,-1 2 2 16,-3 0 0-16,3 0-1 15,1 4 2-15,3 0-3 16,1 0 4-16,8-1-3 15,1 0 3-15,3-3-4 16,2 0 2-16,5 0 0 16,-3 0 0-16,1 2-2 15,-2 0 0-15,-2 4 4 16,-5 5-6-16,4-3 9 0,-2 7-9 16,1 2 8-1,-1-6-8-15,6 0-2 0,1-1-5 16,1-5 8-16,1 2-17 15,1-6 19-15,0 7 2 16,-3-1 2-16,-3-1-3 16,4 3 2-16,-1 1 13 15,-1 1-11-15,-3-3-4 16,7 2-7-16,-3-3 6 16,-2 4-15-16,4-3 12 15,4 0 4-15,-6 0-3 16,3 0 3-16,4-4 0 15,-3 0-3-15,4 0 3 16,-3-2-1-16,3 1 2 16,-5 2-3-16,5 0 5 15,-2 0-6-15,4-1 3 0,-1 0-1 16,-1 0-2 0,0 3 3-16,2-1-3 0,-1-1-6 15,-1 1 9-15,1 0 0 16,2-2-6-16,-2-2 2 15,5-2-5-15,2 1-3 16,-2-2 11-16,0 4-22 16,-2 1-56-16,1 5-34 15,1 3-57-15,-5 0-60 16</inkml:trace>
  <inkml:trace contextRef="#ctx0" brushRef="#br0" timeOffset="56834.7">15525 5013 169 0,'0'0'23'0,"0"0"-19"0,0 0 14 0,0 0-11 16,0 0 3-16,0 0 31 15,0 0 38-15,0 40-19 0,0-36-32 16,0-4-11-16,0 0-12 16,0 0-4-16,0 0 1 15,0 0 13-15,0 0 21 16,0 0 0-16,0-4-2 15,0-7-8-15,0-6-9 16,4 1-7-16,-2-8 11 16,10-7-11-16,1-2-8 15,3-6-2-15,-1-2 18 16,3-6 1-16,-1-5 0 16,2-4-3-16,3 0-13 15,-2 2 4-15,0 1-6 16,-5 6-1-16,3 3-2 0,1-2 2 15,-4 9 8-15,1 3-6 16,-5 5 39-16,-1 8-28 16,0 2-5-16,-1 4 0 15,1 1-9-15,0 1 2 16,-4 5-2-16,-1 7-6 16,-1 1 0-16,5 0-11 15,5 0-8-15,1 0 22 16,7 6-42-16,-1 6-17 15,-4 4 42-15,-1 0 11 16,-3 8-3-16,-1 2-16 16,-6 7 24-16,-1 4-30 0,-1 3-1 15,-2 4 36-15,-2-1-1 16,0-1 2 0,0-6 7-16,0-2-8 15,0-2 2-15,0-2 1 0,0 2 0 16,-6-4 2-16,1 0-1 15,-1 0-4-15,-2-4 2 16,4-2-2-16,0 3-6 16,4-5 4-16,-2 4-45 15,-1-4-142-15,-1-1 58 16,0-2 7-16</inkml:trace>
  <inkml:trace contextRef="#ctx0" brushRef="#br0" timeOffset="57634.99">15726 4694 205 0,'0'0'75'0,"0"0"-52"0,0 0-22 0,0 0 61 15,0 0 11-15,0 0-3 16,0-4-7-16,0 4-28 15,0 0 4-15,0 0-9 16,0 0-15-16,0-2-12 16,0 2 19-16,0 0-16 0,0 0-3 15,0 0 1 1,13 0 9-16,5 0 3 16,5-2-5-16,9-2 2 0,2-5-12 15,4 6 5-15,-3-3 19 16,5 1-7-16,-5 0-2 15,4 1-7-15,-1 2-8 16,-5 2-2-16,-2 0 1 16,-4 0 0-16,-4 0-1 15,-6 0 3-15,-1 0-4 16,-7 0 0-16,-3 0-9 16,-4 0-40-16,3 0-13 0,-1-2-9 15,-4-2-27-15,0 2-120 16</inkml:trace>
  <inkml:trace contextRef="#ctx0" brushRef="#br0" timeOffset="70173.47">20796 4803 75 0,'0'0'56'0,"0"0"-56"0,0 0 0 16,0 0 44-16,0 0 18 15,0 0 82-15,0 0-60 16,-11 0-12-16,9 0-45 16,0 0-19-16,0 0-8 15,-3 0-6-15,0 0 6 16,1 0 0-16,0 0 41 15,-1 0 12-15,-1 0 28 16,-1 0-33-16,-2 0-12 16,-2 0-33-16,4 0 3 0,-4 0-5 15,2 0 1-15,0 0-4 16,-5 0 7-16,6 0-9 16,-3 0 12-16,-3 0 5 15,-1 0-4-15,-1 0-3 16,-1 0-6-16,-2 0 0 15,1 0 2-15,1 0 4 16,-1 1-9-16,-2-1 10 16,-2 5-10-16,-1-3 3 15,-2 7 0-15,6-2-11 16,-3 0 11-16,1 0 0 16,2-1 1-16,0 0-4 0,-1 1 7 15,1 4-9 1,-4-1 3-16,-4 4-2 0,0 0 0 15,-2 2 4-15,-2 0 0 16,0 0 3-16,0 0-6 16,2 0 6-16,5-4-4 15,-3 6 2-15,5-3-2 16,-3-4 2-16,-2 5-1 16,1-2 0-16,-3 3 0 15,0-2-6-15,4 1 12 16,-1-3 0-16,1 2-5 15,-2 0 9-15,0-2-10 16,-4 7 0-16,0-2-1 0,5 0 1 16,-3-4 0-16,4 1 3 15,0-3-7-15,1 0 8 16,4 4-4-16,-2 0 4 16,-1 0-4-16,1-2 0 15,0 0 0-15,0 0 0 16,1 0 3-16,2 3-3 15,-4-3 3-15,3 3-4 16,-4 3 2-16,2-2 8 16,-1 2-8-16,0 2 1 15,0-4 19-15,0-2-6 16,3 0-15-16,-1 0 3 16,6-2-4-16,-3-1 5 0,5 1-7 15,-5 4 6-15,3 1-5 16,-1-1 4-16,1 7-4 15,-4-1-1-15,4-2 3 16,-3 3 0-16,3-5 0 16,1 3-6-16,3-3 12 15,-3 0-10-15,3 0 8 16,1 0-8-16,0 4 3 16,1-4 1-16,-1 1 0 15,5-6 0-15,1-1-1 16,1-2 4-16,-1-2-9 15,-1 7 12-15,-1 1-11 16,4 2 7-16,-3 4-4 16,3-1 0-16,0 0 2 0,2-1 0 15,0 0-4-15,0 1 0 16,0 0 7-16,0-2-8 16,0 2 10-16,0 5-5 15,0-4 0-15,0 7-1 16,0-1 1-16,0-5 1 15,2 3-1-15,0 1-4 16,3-8-3-16,1 4 4 16,-2-3-1-16,1 4-2 15,0-2 6-15,-1-2-2 16,1-2 2-16,-5 2-1 16,6-2 1-16,-2 2-2 0,1 0-6 15,-1 6 5 1,6-1-23-16,-4 3 14 15,-2 4-6-15,3-1 15 0,-3 4-5 16,-1-9 8-16,4-1-5 16,1 0 11-16,-1-11-14 15,5 4 12-15,-4-4-7 16,1 5 3-16,1 6-2 16,-4 2 2-16,3-2 1 15,-1 1-1-15,2-3 0 16,1-1 1-16,-1-4 0 15,2 0-2-15,-1 0 6 16,0 4-15-16,-2 2 15 0,2-2-5 16,-4 3 0-1,4-2 5-15,-2 3-9 0,0 0 8 16,2-2-8-16,-2 1 12 16,0 0-16-16,3-3 12 15,-4 6-11-15,3 3 14 16,-2-2-8-16,0 2 1 15,0-1 0-15,2-4-5 16,0-6 12-16,0-1-15 16,0-8 5-16,1 5 1 15,-2-3 4-15,4 6-4 16,-3 1 5-16,0 6-1 0,3 1-2 16,-1 3 0-1,1-2-5-15,-1-4 13 0,7 0-14 16,-5-7 8-16,-1 0-4 15,1 1 4-15,-1 0-4 16,3 2-1-16,-1 2-7 16,-3 0 1-16,1-3-15 15,-3 2 23-15,0-3 2 16,5 0-6-16,-1 1 4 16,1-3 1-16,-1 0 0 15,1-2-1-15,2 2-6 16,0-2 14-16,-5 0-14 15,5 2 11-15,0-2-4 16,-1 1 0-16,2 4 0 16,0-1-5-16,2 0 4 0,-1 0 0 15,-1-4 1-15,4-2-1 16,-1 3-5-16,1-4 5 16,1 3 1-16,3 5 0 15,-1-4 2-15,1 3-4 16,5 1-1-16,-3-2 3 15,-3-2-1-15,3-1 7 16,0-2-12-16,-3 0 13 16,1 0-7-16,2 0 2 15,0 3 4-15,-2-3 4 0,2 3 18 16,-4-3-2 0,0 2-24-16,1 0 0 0,0-2 1 15,3 0-6 1,0 2 6-16,7 1-1 15,-2-3 3-15,0 5 7 16,3-1 2-16,1-2-4 0,4-2 5 16,3 5-8-16,6-6 0 15,-2 5-4-15,0-4 4 16,-2 1-1-16,2-1-2 16,3-1 3-16,-2 1 10 15,8-1-5-15,-2 1-8 16,-4-3-3-16,-2 0 8 15,-5-1-9-15,0-6 7 16,-10 2-14-16,3-6 11 16,-4 0-4-16,-3 0 0 0,0 0 0 15,3 2 0-15,3 2 0 16,3 1 0 0,5 1 0-16,10-4 2 0,-1 1 6 15,4-3-10-15,-2 0 2 16,-2 0-6-16,-4 0 4 15,-3 0 2-15,-5 0 0 16,1 0 8-16,1 0-11 16,4 0 11-16,0 0-13 15,2 0 6-15,-4 0-2 16,1 0 2-16,-5-3 6 0,-2-2-3 16,5-3 2-1,-5-4 2-15,5 2-6 0,-1-2 15 16,-2 0-12-16,3 0-5 15,-3 4 2-15,3 2-2 16,-3 0 1-16,0-3 1 16,-1 2-4-16,-3-5 4 15,-3-1-5-15,-2 0 14 16,1 0-16-16,-1-1 10 16,-2 1-7-16,3-3 3 15,2-1-1-15,-3 2 0 16,-1-2 3-16,-1-1-6 15,-4 1 6-15,-6-4-6 0,2 2 7 16,-3 0-8 0,-3-3 7-16,4-2-3 0,-1 0 0 15,-3-2 3-15,2-3 2 16,-2 0 4-16,-1-6 12 16,-1-2-17-16,1 0-3 15,-3-1 4-15,1 2-10 16,-1-2 8-16,1 3-3 15,-1-2 0-15,0 1 2 16,1-5 2-16,-1-2 22 16,1-4 6-16,1-3-25 15,-1 6 9-15,-4 2-16 16,-1 4-2-16,1 4 1 16,-4 0-3-16,3 2 2 15,-5 1 3-15,-4 0-5 16,2-1 8-16,-2-7-4 0,4-4 0 15,2 0 0 1,-2-1-5-16,-2 1 5 0,0 6-1 16,-2 5-10-16,0-1 9 15,0 10 1-15,0-5-5 16,-4 3 12-16,-6-7-12 16,4-2 7-16,2-7-2 15,-1-8 1-15,3-2 0 16,0-3-3-16,-4 1 6 15,3 3-1-15,-6 7 3 16,2 7-3-16,-3 5 7 16,0 4 2-16,-1 3-11 15,-2-4-2-15,-1 0 2 0,-1-4-3 16,-1-2 0-16,5 0 3 16,3-1-4-16,-4 4-2 15,8-1 2-15,-5-1 5 16,-3 1-2-16,-3 0 1 15,-5 1-1-15,0-6-3 16,-4 5 4-16,-1-4 0 16,5-1 2-16,2 1-4 15,4 3 1-15,1 1-2 16,3 3 5-16,-4 1-2 0,1 3 4 16,-5-6 4-16,-3-1-8 15,0-2 5-15,-8-8-18 16,6 1 13-16,-4 2-13 15,8 1 13-15,0 8 0 16,1 3-3-16,-5 10 3 16,2-6 11-16,-1-1-9 15,-5-2 4-15,0 0-2 16,-4-5-6-16,2 2 4 16,1-3-4-16,1 4 3 15,2 0-1-15,0 6 0 16,-4-2 3-16,2 4-4 15,-4-3 6-15,2 1 6 16,0 3-9-16,0-2 7 16,0 1-6-16,1-4 2 15,3 4-4-15,1 2-1 0,1 0 0 16,4 0 7-16,-6 2-14 16,2-2 11-16,-3-1-8 15,-1 0-6-15,-2-1-3 16,-2 4 6-16,-1 0 7 15,-1-2 0-15,0 0 3 16,-1-5-7-16,1 3 8 16,4-2-11-16,0 0 7 15,2 4-3-15,0 3-9 16,1-2 9-16,-5 3 1 16,2 0-9-16,-2 2 9 0,-2 0 4 15,-2-3 3 1,0 4-2-16,-1-5-4 0,-4 4 1 15,5 1-2-15,-4 3 0 16,2 3 0-16,-1 1 0 16,5 4 4-16,2-6-1 15,-1 0 0-15,1 0 1 16,-4-4 6-16,-4-1-13 16,6 0 5-16,-1 1 0 15,1 2 0-15,0-1 0 16,2 3-3-16,-1 0 6 15,3 5-8-15,0-2 11 16,0 0-12-16,0 1 3 16,0 0 1-16,0 0-6 0,5 0-5 15,0-2 5-15,-1 1 13 16,-2-1-11-16,0-2 12 16,4 0-9-16,-6-1 8 15,2 1-3-15,2-2-2 16,-2 2 1-16,7 2 1 15,-2-3 2-15,2 0-8 16,-1 5 7-16,6-2-4 16,1-2 2-16,4 3 0 15,-1-1 0-15,-1-2-2 16,-3 1-4-16,-1-2 5 16,-1 0-1-16,-6 1 4 15,-2-3-7-15,3 1 9 0,-6 2-7 16,7 2 11-16,1 2-15 15,3 0 11-15,7 0-9 16,1 0 4-16,3 0 0 16,2 2-1-16,-1 0 3 15,0 0-5-15,1 0 7 16,-5 0-8-16,7 0 7 16,-7 0-5-16,0 0 2 15,-2 0 0-15,0 0-1 16,-1 6-3-16,4-2 3 15,1 2-23-15,5 0-48 16,0-2-109-16,-3-4-286 16</inkml:trace>
  <inkml:trace contextRef="#ctx0" brushRef="#br0" timeOffset="71488.81">23337 4341 72 0,'0'0'89'16,"0"0"-63"-16,0 0 94 0,0 0 12 15,0 0 2-15,0 0-22 0,0 0 24 16,0-43-58-16,0 43-31 15,0 0-36-15,0 0 1 16,0 0-12-16,0 3-3 16,0 15-4-16,0 4-2 15,0 4 7-15,0 5 1 16,0 5-6-16,0 6 12 16,0 5-5-16,0 3 0 15,0 0-6-15,0-3 0 16,0-7-5-16,0-2 7 15,4-10-21-15,-2-3 25 16,0-6-7-16,-2-7 4 16,0-3-22-16,0-3 7 15,0-5-7-15,2-1 16 16,-2 0-4-16,0 0-21 0,0-16 11 16,0-7-1-16,0-2 20 15,-2-5 8-15,-9-2-8 16,2 0 6-16,0 1-2 15,3-6 3-15,1 1-3 16,3-2 0-16,2 6 1 16,0 1 4-16,0 7-3 15,2 6 28-15,9 1-19 16,5 0 2-16,-1 3-12 16,6 4 0-16,-2 3-1 0,6 2-15 15,2 5-18-15,2 0-36 16,-2 0 14-16,-1 0 39 15,-4 11 16-15,-2 4 3 16,-1 3-2-16,-4 4 12 16,-7 2-13-16,-4 1 4 15,-4-2 0-15,0 4 3 16,0-1-3-16,-19 0 9 16,-8 4-9-16,-4-2 10 15,4-3-8-15,-2-4 31 16,14-8 28-16,1-4-60 15,12-5 2-15,0-4-6 16,2 0-2-16,0 0-24 0,0 0 11 16,14 0 14-16,8 6 1 15,7 2-1-15,0 5 4 16,2-1-8-16,-4 1 9 16,2 6-10-16,-2-1 9 15,-1 5-4-15,-8-2 5 16,-7 4 15-16,-8 1-10 15,-3 5 45-15,-17-5 10 16,-24-2-39-16,-18-11 26 16,-5-6 1-16,2-7 16 15,-1 0-35-15,7 0-9 16,8-4-23-16,5-8-2 16,7 4-9-16,1 4-61 15,-1 4-317-15</inkml:trace>
  <inkml:trace contextRef="#ctx0" brushRef="#br0" timeOffset="84377.77">20248 6689 442 0,'0'0'32'0,"0"0"-32"0,0 0 0 0,0 0 20 0,0 0 3 16,0 0-10-16,0 0 21 16,7 0 0-16,-7 0 2 15,0 0-35-15,0 0-1 16,0 0 5-16,0 0-5 16,0 0 5-16,0 0 12 15,0 0 10-15,0 0 26 0,0 0 15 16,0 0-37-16,0 0-9 15,0 0-20-15,0 0 14 16,0 0-8-16,0 0 1 16,0 0-4-16,0 0-7 15,0 0 2-15,0 0 0 16,-9 0 0-16,0 0 5 16,-6 0-10-16,3 0 9 15,-5 0-8-15,-1 0 8 16,2 0-8-16,-2 0 0 15,5 0 2-15,-3 0 1 16,5 0 1-16,0 0 0 16,0 0 2-16,2 0-8 0,-7 0 12 15,1 0-9 1,-1 0 8-16,-3 0-10 0,-2 0 5 16,1 0 0-16,0 6-7 15,0 4 21-15,0 1-23 16,4-4 15-16,-2-1-6 15,-1 0 0-15,-2 1 4 16,-3-2-6-16,-3 5 2 16,-2-1-8-16,-2 4-8 15,-3 1 15-15,3 0 2 16,2 1-5-16,0-1 10 16,4-4 7-16,2 5-12 15,-2-3 4-15,2 1-5 16,4-1 0-16,1 0-5 0,-3 4 8 15,2-2-3-15,-4 6 1 16,-1 2 0-16,6-4-1 16,-6-2 0-16,1 0 0 15,3-4 2-15,-2-2-2 16,-3 2 3-16,5 2-13 16,-5 3 22-16,4 3-24 15,-6 4 24-15,0-1-12 16,-2 4 3-16,0-1 9 15,-2 4-7-15,-2-6-4 16,-3-3-1-16,5 2 4 16,2-7-9-16,4 0 11 15,3 0-7-15,0 0 1 0,4-2-4 16,-1-2 4-16,7 2 0 16,-1-2 0-16,1 0 0 15,1 4-6-15,-3 4 11 16,-1 3-10-16,-1 3 9 15,-3 2-11-15,2-5 14 16,5 2-7-16,-5-7 0 16,5 0 0-16,-5-1 0 15,2 0 2-15,-3 1-3 16,5 1 2-16,-1 0-2 0,3 0-5 16,1 0 5-1,0-1 1-15,1 2 0 16,1 2-12-16,1 0-1 0,-2 0 8 15,-2 5-15-15,0-4-1 16,-1 4 9-16,2-4 12 16,-7 4 0-16,5-1 1 15,-7-2-4-15,9 2 9 16,-1-4-7-16,-3 3 1 16,3 0-1-16,2-4 1 15,-2 0 5-15,2-1-4 16,0 0-1-16,2 4-4 15,-2 1 1-15,3 0 3 16,-3 1 2-16,0-1-2 16,2 1 0-16,-2 0 0 0,3 0 3 15,-8-1-7-15,8 4 14 16,-3-3-18-16,-1 0 11 16,4 0-3-16,2 1 0 15,-1-1 3-15,-3 0-9 16,5-1 9-16,0 1-7 15,3 2 4-15,0 1 0 16,0 1 0-16,0 0-1 16,0-3-2-16,0 6 3 15,0-3-7-15,0 0 7 16,0-4-2-16,0-2 6 16,3-6-8-16,4 2-1 15,-1-1 3-15,-1-6-6 16,3 10 6-16,0 0 1 0,-2 2 1 15,1 2-3-15,-5 2 16 16,7-3-21-16,-2-4 16 16,-1-2-9-16,1-2 1 15,-1 0 0-15,6 0-8 16,-7 0 4-16,3 4 0 16,1 5-6-16,-5 0 8 15,4 0 2-15,0-2 0 16,1-4 2-16,0-3 1 15,-4-2-6-15,6 0 5 16,-5-1-4-16,6 6 4 16,-4 2-9-16,3 4 14 0,-1-4-2 15,-2 4 9 1,3-9 2-16,1-2-16 0,3-2-1 16,1-2-6-16,-5 0 7 15,7 0 1-15,-3 2 2 16,-4 0 2-16,3 2 13 15,-3-1 5-15,-3-1-21 16,6 1 1-16,-3 0-1 16,3 2 3-16,-3 2 0 15,3-1-4-15,-1 1 13 16,2 2-6-16,-1-5-7 16,-1 4 1-16,1-4-2 15,-2-1 0-15,0-2 0 0,-3-3-5 16,0 3 10-16,1-1-8 15,4-1 6-15,3 7 9 16,6 3-11-16,2 2-1 16,-1 5 2-16,1-2-2 15,-3 2 0-15,2-3-1 16,1 0 0-16,2 0 2 16,0 1 2-16,0-2-2 15,4 4-1-15,2-3 7 16,3 2-7-16,-3-4 2 15,-2-2 2-15,-2-6 0 16,0-2 1-16,0 3 6 16,0-1 0-16,-5 2 9 0,3 0-18 15,-2-1 6 1,4-3-5-16,-2-1-2 0,-3 1-1 16,5-4 0-16,0 4-1 15,0-2 0-15,-1 5 0 16,1-6 2-16,0 3 1 15,3-3 2-15,-1 4-8 16,2-4 6-16,1 4-4 16,0-4 2-16,3 0-7 15,1 0 7-15,-2-4-7 16,4 0 5-16,0-4-8 16,2 2 9-16,-4-2-8 0,5 2-3 15,-1 0 11 1,-1-2 1-16,0 5-3 0,1-4 5 15,1 0-9-15,2-3 14 16,2 1-12-16,1-1 11 16,-1 0-5-16,2 0-1 15,0 0-2-15,3 2-3 16,-4 3 10-16,4 0-2 16,-4-1 3-16,2-4-12 15,-3 0 12-15,-3 0-2 16,0 0-4-16,-5 0 0 15,-1 0-1-15,-5-9-1 16,2 4-3-16,1-4 10 16,-3-2-9-16,8 1 12 15,-1-5-12-15,0 0 7 16,0-1-3-16,-2-3 0 16,0 0 1-16,-3 3-1 0,3-1 0 15,-2-4-5-15,-4 8 10 16,-7-1-11-16,4 0 16 15,-4-2-18-15,2-5 16 16,-2-1-14-16,-3-3 6 16,4-4-1-16,-1-2 1 15,2-5-5-15,0-2 5 16,-3 0 6-16,5 1-5 16,0 8 10-16,3-2 3 15,-1 4-14-15,-2 1 7 0,-6-1-7 16,-2 4 0-16,-5-4-5 15,1-5 12-15,-3 0-16 16,1-4 2-16,-6 6 3 16,3 2-8-16,-8-2 10 15,2 6 1-15,1-3 1 16,-3-2 9-16,1 0-9 16,4-3 3-16,-2-6 0 15,1 8-4-15,4-3 5 16,-6 4-6-16,3 2 2 15,1 0-2-15,-4 1 0 16,3-1 4-16,-1-3 11 16,2-3-10-16,-6-4 19 0,5-1-20 15,-7 5-2-15,2 0 9 16,-1 5-13-16,-3 4 4 16,5 4 0-16,-3 1-1 15,0-2 6-15,-2 3-3 16,0-6 2-16,2-5-8 15,-2 0 7-15,3-1-3 16,1 1 2-16,0 1-1 16,-2 3-1-16,3-4 1 15,-3 1-5-15,-2 1 10 16,0 2-3-16,0-1 0 16,0 2 5-16,0-3-6 15,0-4-4-15,0 1 2 0,0-1-1 16,0 6-1-16,0 5-5 15,0 4 4-15,0 2 6 16,0 1 2-16,-2-3-3 16,-1-4 0-16,1-4-2 15,-2-4-2-15,4-2 1 16,-2 1 2-16,-2 2-5 16,-1 3 8-16,-4 4-8 15,6 4 11-15,-1-2-11 16,0 2 8-16,-3-3-8 15,5 4 3-15,0-3 1 16,-2-3 0-16,-4 3 2 16,2 1-5-16,-3 0 6 0,5 4-1 15,-4-1-1-15,0-5 2 16,-3 5-3 0,1-5-3-16,0 0 1 0,1-5-12 15,0 4 10-15,-2 4 4 16,2-2-4-16,2 2 14 15,-4-2-10-15,0 2 1 16,0-2-2-16,-3-4 3 16,3 2-2-16,-3-1 0 15,2 2 1-15,-5-3-2 16,2 1 2-16,-3 2-4 16,1-1 5-16,-1 4-5 15,0-1 0-15,2 7 3 0,3-4-3 16,2-2 4-16,-5 2-2 15,3 1 2-15,-5-4-2 16,-2 1 5-16,3 0-4 16,-6 0 0-16,3-1 0 15,7 0-1-15,-5-3 1 16,0-7-2-16,2 5-3 16,1 0 4-16,-1 2 1 15,1 3-7-15,-3 3 11 16,5 4-5-16,-3 1 1 15,1-2 0-15,-2 2-4 16,-3-5 5-16,1 1-2 16,-2-4-7-16,-3 5 8 0,2-4-19 15,-3 0 12-15,1 0 7 16,1-2 0-16,6 2-1 16,-1-2 2-16,-1 2-3 15,2-1 5-15,1 4-6 16,-1-1 3-16,1 0 0 15,3 3 0-15,-3-2-3 16,0 1 3-16,0-3 0 16,1 1 0-16,-1-1 7 15,3 3-18-15,-5-1 23 16,5 3-13-16,-3 1 2 16,5-1 13-16,0-3-14 15,-5 1 0-15,1-1-3 16,-1 2-13-16,3-3 14 0,-5 4-8 15,1-2 8-15,-6 2 2 16,1-4-1-16,-1 2 1 16,-1 0 0-16,4 0-3 15,0-2 3-15,-4 2 0 16,1-3-19-16,1 0 17 16,1 5-12-16,8 0-1 15,0 1 15-15,0 6 2 16,0-2-2-16,-1 3 16 15,-4-5-16-15,0-3 0 16,3-7-2-16,-5 5 1 16,-3 1 1-16,4-2 0 15,-2 3 0-15,3 4-3 0,-1 0 3 16,-2 0 4-16,1 5-1 16,0-6-2-16,0-1 0 15,5 2-1-15,-1-4 5 16,-2 3 10-16,7-2-13 15,-2 1-3-15,-1 5 2 16,1 0-2-16,-3 3-3 16,3 0 4-16,-1 0 12 15,-3-2-4-15,3 0 10 16,-3-4-13-16,3 1-6 16,-1 0 4-16,-1 4-6 15,3 1-1-15,0 0 4 0,-1 0 0 16,1 0 4-16,-5 0-4 15,2-3 3-15,-2 1-1 16,0 1-1-16,1-2-2 16,-1 0-7-16,0 0 8 15,-2 3-4-15,2-4 2 16,-2 4 2-16,6 0 0 16,-1-4 0-16,-1 4-3 15,-3 0-44-15,-2 0-388 16</inkml:trace>
  <inkml:trace contextRef="#ctx0" brushRef="#br0" timeOffset="86726.76">20467 11501 252 0,'0'0'4'0,"0"0"-4"0,0 0 0 15,0 0 61-15,0 0 33 16,0 0 2-16,0 0-49 15,33-19 30-15,-33 19-33 16,0 0-37-16,2 0-7 16,-2 0 1-16,0 0-6 15,0 0 10-15,0 0 16 16,0 0 21-16,0 0 23 16,0 0-20-16,0 0-16 0,0 0-18 15,0-2-10-15,0-2-1 16,0 4-2-16,0-2 2 15,0 0 4-15,0 0 0 16,0 2-3-16,-7 0 13 16,-2 0 0-16,-1 0-10 15,-4 0-3-15,1 0 3 16,2 0-8-16,-5 0-8 16,1 0 10-16,-3 0 4 15,-3 8-5-15,0 3 6 16,0-3-3-16,3 3 0 15,3 1-1-15,1 1-3 16,-1-2 8-16,2 1-9 0,-3 2 11 16,3 3-12-16,1-3 6 15,1 5 0-15,3-2 0 16,0 2-2-16,2-1 1 16,1 6 2-16,1 3-6 15,-2-1 9-15,6 4-8 16,0-2 8-16,0 2-6 15,0-3 2-15,0 0-1 16,0 1 1-16,0-6 0 16,8 1-5-16,5-2 12 15,1-2-15-15,1-6 7 0,6-1 1 16,-1 0-11-16,-1-3 4 16,6-2 0-16,0 3 7 15,-3-1 0-15,0 0 3 16,3 4-3-16,2-5 1 15,2-4-6-15,2-4 9 16,2 0-8-16,3 0 4 16,-5 0 0-16,-2 0 1 15,-4 0 2-15,-3 0-6 16,-5-3 10-16,2-4-15 16,-9 1 17-16,4-4-14 0,-5-1 16 15,4-5-16 1,1 0 10-16,-3-2-2 15,-3 1-1-15,4 0 5 0,-6 5-7 16,1 4 7-16,-3 3-8 16,-4 5 10-16,2 0-13 15,-2 0 8-15,0 0-4 16,2 0 0-16,-2 0 0 16,0 0-2-16,0 0 7 15,0 0 10-15,0 0-4 16,0 0 6-16,0 0-17 15,0 0 10-15,0 0-10 16,0 0 6-16,0 0 8 16,0 0-5-16,0 0 1 15,0 0-2-15,0 5-16 16,0 0 4-16,0 0-69 0,-17-1-338 16</inkml:trace>
  <inkml:trace contextRef="#ctx0" brushRef="#br0" timeOffset="106042.9">2707 15208 200 0,'0'0'97'0,"0"0"-74"0,0 0 51 15,0 0-27-15,0 0-21 16,0 0-22-16,0 0-1 16,0 0-5-16,0 0 4 15,0 0 26-15,2 0-13 16,2 0-7-16,0 0-5 16,-1 0-1-16,-3 0 9 15,4 0 11-15,1 0 8 16,2 0-9-16,-3 0-1 15,5 0-14-15,0 0-6 0,4 0 9 16,-2 0-10-16,7 0 2 16,-5 0-1-16,-3 1 0 15,3 2 0-15,-2 3-2 16,-2-2 9-16,2 0-7 16,-2 2 2-16,4-2 10 15,0 0-10-15,1-1-2 16,-1 0 0-16,3-1 0 15,2 2 0-15,2 2 0 16,-1-2 1-16,0 2 0 16,1-6 2-16,-1 2 4 15,0 0-13-15,1-2 9 16,-5 4-3-16,8-4 0 16,-6 0 0-16,1 0 0 15,0 4 0-15,0 0-3 0,0-4 10 16,-5 3-13-16,5 0 6 15,-7 5 0-15,0-2 16 16,1 2 9-16,-4 0-9 16,3-2-3-16,-4 1-5 15,2 1-3-15,-3-3-5 16,1-1 6-16,5 2-8 16,-2-2 4-16,4 0-4 0,2 2 2 15,0-2-7 1,-1 1 7-16,3-5 1 0,-3 4 10 15,-1-4-11-15,1 0-4 16,-1 0 1-16,5 0 2 16,0 0 2-16,-4 0-2 15,1 0 0-15,-3 0 1 16,5 0-1-16,-5 0 3 16,5 0-3-16,-1 0 6 15,2 0-3-15,1-4-1 16,-1-1 4-16,2 5-5 15,-3 0-4-15,-1 0 3 16,2 0 2-16,-2-4 2 16,1 2-2-16,-1-2-2 15,-1 2-4-15,-3 0 4 0,8-2-11 16,-8 4 4 0,3 0 0-16,-5-4 3 0,3 4 0 15,-2 0 10-15,2 0-7 16,1-2 8-16,2 0-7 15,-2 2 3-15,1 0 5 16,-3 0-5-16,7 0 9 16,2 0 4-16,-2 0 12 15,0 0-10-15,7 0-13 16,-3 0 1-16,3 0 1 16,-2 0 2-16,1 0-5 15,6 0 0-15,-1 0 10 16,2 0-1-16,-2 2-11 15,1 4 7-15,3-2-5 0,1-4-2 16,0 2-1-16,-1-2 5 16,1 0-3-16,2 0-2 15,-3 0-3-15,3 0 3 16,0 2 1-16,-2-2 4 16,-3 6 1-16,1-6-8 15,-1 4 4-15,-4-4-2 16,2 0 0-16,-2 0 4 15,-2 0-4-15,2 0 1 16,-2 0-3-16,-2 0 4 16,-2 0-6-16,0 0 13 0,2 0-14 15,-3 0 10 1,0 0-10-16,2 5 3 0,3-5 2 16,-2 0 2-1,2 0-2-15,-1 0 0 0,1 0 2 16,2 0-1-16,0 0 0 15,-2 0-1-15,2 0-3 16,-3 0 1-16,6 0 2 16,-3 0 0-16,0 0-1 15,4 0 6-15,-6 0-6 16,6 0 7-16,-6 0-12 16,4 4 9-16,-2-4-4 15,-2 1 1-15,1-1-1 16,-1 0-1-16,4 0 4 0,-2 0 2 15,0 0-3-15,-2-1-1 16,-2-3 1-16,-5-1-1 16,-3 1 4-16,0-2-8 15,-2 6 3-15,-1 0 0 16,-4 0-5-16,5 0 12 16,2 0-11-16,-2 0 13 15,3-2-13-15,-2 0 8 16,3 2-4-16,2-4 1 15,-2 0 0-15,2 0-2 16,-1 2 0-16,-5 2 1 16,3 0-5-16,0 0 4 15,-4 0-3-15,1 0 4 16,-4 0-6-16,2 0 5 0,1 0 1 16,-1 0 2-16,0 0-5 15,3 0 10-15,-1 0-9 16,1 0 8-16,5 0-3 15,-2 0-2-15,4 0-1 16,-1 0-7-16,3 0 16 16,-3-5-20-16,0 5 25 15,-1-4-17-15,-2 4 8 16,3 0-8-16,-1 0 7 16,-2 0-13-16,4 0 10 15,-3 0-4-15,0 0-1 16,2 0 5-16,-1 0-4 15,0 0 3-15,0 0 1 0,-1 0 0 16,-1 0 3-16,2 4-2 16,-1-2-1-16,-3 1 0 15,4 1-6-15,-1-2 2 16,0 2 5-16,0 0-3 16,0-4 4-16,0 0-2 15,0 2 0-15,0 0 0 16,2 2-2-16,-1-2 1 15,-1-2-2-15,-1 0 3 16,0 4-6-16,0-4 14 16,-1 0-14-16,1 5 12 15,0-5-11-15,1 0 5 0,-2 0-2 16,2 0 2-16,-2 0-1 16,-1 4 1-16,2-4 0 15,-2 1-6-15,6 2 10 16,-1 0-4-16,3 3 0 15,-4-2 0-15,8-2 0 16,0 0-1-16,-2 2 1 16,4-2 0-16,-2 2 3 15,-4 0-3-15,4 1 0 16,-4-4 5-16,1 4-10 16,1 2 5-16,0-3 0 15,-1 0 0-15,-1 2 0 16,-4-2 0-16,-6-4 2 0,3 4-1 15,-5-4 7-15,-5 4-10 16,6-4 4-16,-3 2-4 16,0 0 1-16,1 0 1 15,-4-2 0-15,6 5 3 16,-3-1-8-16,0-4 11 16,5 3-10-16,-7-3 15 15,-1 0-15-15,0 3 8 16,5-3 8-16,-1 0-12 15,2 0 1-15,1 0 2 16,-1 0-2-16,2 0-1 16,0 0 10-16,-3 0-14 15,-2 0 4-15,4 0 0 16,-3 0-2-16,-1-3 4 16,-2 3-8-16,-1 0 11 0,2 0-9 15,-2 0 8-15,-1-3-5 16,7 3 7-16,-8-4-9 15,3-1 5-15,0 5-4 16,-6-4 2-16,5 2-3 16,-1 2 1-16,-3-8 2 15,8 8-1-15,-3 0 5 16,6 0-7-16,1-4 3 16,-1-2-2-16,1 3 2 15,-1-2 4-15,1-2-4 0,-3 2 0 16,1-1-10-1,-5 2 17-15,3-2-11 0,2 2 8 16,-5 4-4-16,7-4 4 16,-7 0-4-16,7-2 0 15,-8 0 0-15,3 1-1 16,5 0 9-16,-3-5-7 16,1 8-1-16,-3-4-1 15,-2 2 1-15,2 0 9 16,0-3-9-16,-2 0-4 15,3-1 3-15,-4-2 2 16,3 2-2-16,-1 2 7 16,-6 2-8-16,0-1 6 0,-2 5-7 15,-2 0 3 1,0 0 0-16,5 0 1 16,-5 0 6-16,4 0 5 0,-4 0-12 15,4 0 16-15,-2 0-12 16,-2 0 4-16,3 0-8 15,-3 0 0-15,0 0 1 16,0-2-5-16,3 2 4 16,-3 0-3-16,4-1 1 15,-4-2 3-15,4 2-8 16,1 1 4-16,-3 0-3 16,-2 0 3-16,0 0 3 15,0 0 1-15,0 0-1 16,0 0-2-16,0 0-27 0,0 0-18 15,0 0-41-15,-7 0-159 16</inkml:trace>
  <inkml:trace contextRef="#ctx0" brushRef="#br0" timeOffset="110289.77">6135 14453 93 0,'0'0'76'0,"0"0"-21"0,0 0 52 0,0 0 4 16,0 0-57-1,0 0-48-15,0 0 10 16,-33 67-12-16,31-57 19 16,0 1 22-16,2 0 8 0,-2 1-4 15,-1 4-28-15,1 1-18 16,2 8-3-16,0 3 0 16,0-4 0-16,-2 4-2 15,2-3 1-15,0 0 1 16,0 0 0-16,0-1 0 15,0-4-1-15,0 0 7 16,0 7-13-16,0-4 12 16,0 4-9-16,4 0 6 15,3-4-3-15,-3 6 1 16,6-1 0-16,-2 1-1 0,3 0 7 16,1 7-6-16,1-8 2 15,0-3-3-15,1-6 3 16,-1-5-4-16,-1-1 3 15,-2-5-1-15,1 0 9 16,5 1-4-16,-1 0 12 16,1 1-14-16,5 0 2 15,0 2-4-15,4 2 4 16,0-6-5-16,-1 2 0 16,-2 0-3-16,5 1 3 15,-5-5 6-15,-1 3-2 16,-2-5 8-16,2 0-10 0,1-4-4 15,0 0 4 1,0 0 6-16,3 0-8 0,-6 0-1 16,2-14-6-16,-3-2 13 15,1-4-12-15,-2 0 5 16,-5-2 1-16,5-3 0 16,-5 0 7-16,2-6-7 15,-1 7-9-15,-2-2 8 16,1 2-1-16,-3 4-1 15,1 0 3-15,0 1-1 16,1-2 6-16,-3-3-10 16,0-4 10-16,-2 2-11 15,-4-2 6-15,3-4 0 16,-3 5-6-16,-2-3 12 16,0 3-8-16,0-1 11 0,0 3-9 15,0 6 1-15,0-2 6 16,-7 3-2-16,1 1 17 15,-4-6-13-15,2-1-8 16,-3-2-2-16,-1 0 5 16,-1 2-1-16,7 3 4 15,-4 0-11-15,2 0 8 16,-1 4-4-16,0-4 4 16,-5 3 1-16,1-4-5 15,-1-1 5-15,-3 0-9 16,5 5 13-16,-3 4-12 15,1 10 6-15,-5-1 4 0,-1 5 18 16,-5 0 10 0,-2 0-12-16,-6 0-10 0,2 0-1 15,-3 0-10-15,1 0 0 16,2 0 0-16,4 0 1 16,5 0-2-16,8 0 11 15,-1 0-9-15,6 9 8 16,-2 18-11-16,0 13-66 15,1 10-182-15,2-2-20 16,1-8-31-16</inkml:trace>
  <inkml:trace contextRef="#ctx0" brushRef="#br0" timeOffset="114268.54">19807 7367 87 0,'0'0'121'0,"0"0"-77"0,0 0 2 16,0 0-15-16,0 0-31 16,0 0-26-16,0 0 13 15,0 0 12-15,0 0-1 16,0 0 4-16,0-2-2 15,0 0 9-15,0 0-9 16,0 2 3-16,0-2 37 16,0-2 23-16,0 4 5 15,0 0-25-15,0-2-35 16,0-2-10-16,0 0 6 16,0 0-8-16,0-1-12 0,0 4 10 15,0 1 6 1,0-3 9-16,0 3 0 0,0-1 15 15,0-1-22-15,0-2 9 16,0 3-13-16,0-2 8 16,0 3-9-16,0 0 6 15,0 0 17-15,0 0 4 16,0 0-1-16,0 0-15 16,0 0-7-16,0 0-1 15,0 0 4-15,0 0-9 16,-4 0 8-16,-3 0-11 0,1 0 7 15,-2 0-1-15,4 0-17 16,0 4 12-16,1-1-10 16,3 0 11-16,0-2 1 15,0 5-4-15,0 1 3 16,0 3 12-16,0 0-12 16,0-1 12-16,0-2-7 15,0-2 1-15,0 0 0 16,0-1 4-16,0-2-4 15,0 2 31-15,3 0-15 16,3-2 21-16,0-2-25 16,2 4-9-16,1-2 12 15,1 0-8-15,0 0 0 16,-1 0-7-16,-1 3 3 0,2-1 5 16,-2-3-9-1,3 1 6-15,-2 0-6 0,3 0 1 16,-2-1-4-16,-1 2 4 15,3 1-19-15,-1 2 7 16,-3-3 12-16,0 4-4 16,-4-3 3-16,2 0 1 15,-1 1 0-15,-1-5 14 16,0 3-14-16,0 0 3 16,0-3 6-16,-2 0-6 15,0 1-5-15,5 1 11 16,-3 5-7-16,6-2-1 15,-4 1 27-15,3-2-25 16,1 4-2-16,-2-3-1 0,-2 3-1 16,1-4 0-16,-3 3 2 15,-2 1 3-15,0 1-3 16,1-1 43-16,-1-1-37 16,1 1 6-16,1-4-5 15,-2 5-7-15,1-5-1 16,-3 0 0-16,2-3-4 15,-2 8 4-15,0-4 5 16,0 6-4-16,0-3 16 16,0 4-15-16,0-2-1 15,0-1-2-15,0 0 2 0,0-1-4 16,-5 2 14 0,-1 1-12-16,3-3 3 15,-2 1-2-15,1 1 0 0,-2 0-4 16,1 1 1-16,1-4-9 15,2 0-14-15,-3 0 8 16,5-1 17-16,-5-2 2 16,1 2 4-16,0-2-1 15,-3-2-1-15,5 2 0 16,-2-1-3-16,-2-1 0 16,2-1 1-16,0 2-2 15,-3 0 2-15,5-1-2 0,-2-2 10 16,2 2-18-1,-4-2 18-15,4 0-11 0,0 0 2 16,0 0 0 0,0 0 0-16,0 0 2 0,2 0-4 15,-3 0 5-15,-3 4-6 16,4-4 5-16,-2 0-7 16,-2 0 5-16,4 0-3 15,-4 0-1-15,1 0 4 16,-1 0-3-16,2 0 9 15,-4 0 18-15,2 0-19 16,1 0 8-16,-3-4-10 16,1 0-3-16,0 1 1 15,0-6-3-15,3 3 1 16,2 0 1-16,0 0 2 0,-1 4 9 16,3-2-2-16,-4 0-6 15,2-1 16-15,2 1-10 16,0 1 1-16,0-4-6 15,0-2 0-15,0 1-8 16,0-2 11-16,0-3-19 16,0 0 12-16,0-1 0 15,0-5-6-15,0 12 6 16,0-1 0-16,0 2 0 16,0 2 7-16,0 1-5 15,0 0-2-15,0 1-18 16,0-4-140-16,0 0-307 0</inkml:trace>
  <inkml:trace contextRef="#ctx0" brushRef="#br0" timeOffset="115650.9">19917 7249 63 0,'0'0'126'0,"0"0"-40"0,0 0 25 0,0 0-80 0,0 0-31 15,0 0-2-15,0 0 2 16,-3 0 0-16,3 0 0 16,0 4 9-16,-2-4 8 15,-1 4 20-15,3-4-33 16,-6 1 49-16,6 2-22 15,-3-3-21-15,3 0-10 16,0 0 0-16,0 0-5 0,0 0 10 16,0 0-15-16,0 0 24 15,0 0-19-15,0 0 10 16,0 0 7-16,0 0 21 16,0 0-19-16,0 0-3 15,0 0 9-15,0 0 14 16,0 0 0-16,0 0-22 15,0 0-7-15,0 0-3 16,0 0 8-16,0 0-5 16,0 0-1-16,0 0 3 15,0 0 13-15,0 0-12 16,0 0 25-16,0 0-18 16,0 0 2-16,0 0-16 0,9 0 18 15,1 0-16-15,-4 0-6 16,1 0 2-16,-1 0 1 15,4 0 4-15,-6 0 0 16,7 0-2-16,-5 0 5 16,2 0-6-16,-4 0-1 15,-2 0 0-15,5 0 0 16,-3 0 2-16,2 0-2 16,0 0 2-16,0 0-2 15,5 0 3-15,-2 0 5 16,2 0-7-16,0-4 3 15,-4-4-4-15,2 6-4 0,0-4 4 16,0 6 3-16,-5-3-3 16,3 3-2-16,-2 0 2 15,-1 0 2-15,0-2 6 16,5 1-1-16,-5-1-7 16,-1-2 0-16,-1 4 4 15,1 0-6-15,-1 0 2 16,-2 0 0-16,0 0 4 15,0 0-2-15,0-2 11 16,0 2-13-16,0 0 4 16,0-2 12-16,4 2-6 15,-2 0 3-15,0-3 0 16,5 3-9-16,-5 0-4 16,0-1 8-16,-2 1-5 0,0 0-3 15,0 0-6-15,0 0-65 16,0 0-122-16,-19 4-514 15</inkml:trace>
  <inkml:trace contextRef="#ctx0" brushRef="#br0" timeOffset="119448.3">28517 5466 226 0,'0'0'120'0,"0"0"-30"0,0 0-69 0,0 0 16 16,0 0 11-16,0 0-32 15,0 0 8-15,4 4 7 16,-4-4 16-16,0 0-44 16,0 0 30-16,0 0 2 15,0 0 6-15,0 0-10 16,4 0 17-16,8-4-8 0,5-14-1 16,8-14 11-16,13-6-12 15,-1 0-2-15,4 4-26 16,-3 4-7-16,-5 10-3 15,-4-1-5-15,-6 3-27 16,-4 7-30-16,-7-4-40 16,-8 10-146-16,-4 4-108 15</inkml:trace>
  <inkml:trace contextRef="#ctx0" brushRef="#br0" timeOffset="119664.98">28604 5179 444 0,'0'0'169'0,"0"0"-100"15,0 121-65-15,4-73 8 16,21-4 9-16,2-2-21 15,-2 0-50-15,-2-8-44 16,2-10-181-16</inkml:trace>
  <inkml:trace contextRef="#ctx0" brushRef="#br0" timeOffset="120366.97">29319 5065 471 0,'0'0'170'0,"0"0"-119"0,0 0 74 0,0 0-53 16,0 0-41-16,0 0-27 16,4-52 17-16,8 40-20 15,1 0 0-15,5 8-1 16,-7 4-6-16,4 0 3 0,1 0-16 16,-5 13 12-1,-2 8-15-15,-7 2-15 0,-2 6-1 16,0-1 22-16,0 1-1 15,-11-4 7-15,-2-6 4 16,1-7 12-16,8-5 21 16,1-3-25-16,3-1-1 15,0-2-1-15,0 3-2 16,0 4 0-16,10 1-4 16,3 2 0-16,0 1-20 15,-1 9 19-15,-6 3 14 16,-1 8 5-16,-5 4-10 0,0 4 46 15,0 4-30-15,0 0-9 16,-9 6-1-16,-22-3-5 16,-12-10 11-16,-6-1-13 15,-4-15 19-15,-1-14 8 16,10-7-25-16,6 0-3 16,9-18-10-16,11-11-151 15,5-11-456-15</inkml:trace>
  <inkml:trace contextRef="#ctx0" brushRef="#br0" timeOffset="121013.97">30158 5272 367 0,'0'0'117'0,"0"0"-58"15,0 0 8-15,0 0-27 16,-17 108 16-16,10-48-29 16,0 6-25-16,5-2 0 0,2-7 5 15,0-9-7-15,0-8 3 16,0-10 25-16,0-8 10 15,12-10 8-15,7-12-43 16,12 0 11-16,12-31 23 16,10-20-20-16,12-22 20 15,11-21-12-15,11-10-1 16,7-6-21-16,6 3 8 16,6 9-10-16,-5 12-1 15,-17 14 0-15,-22 16-33 16,-25 19-125-16,-16 18-327 0</inkml:trace>
  <inkml:trace contextRef="#ctx0" brushRef="#br0" timeOffset="123314.04">28479 6910 7 0,'0'0'11'0,"0"0"-3"0,0 0 47 0,0 0-36 16,0 0 24-16,0 0 48 15,0 0-17-15,0 0 10 16,0 0-1-16,0 0-17 16,9 0-45-16,1-14 35 15,6-4-15-15,0-1 21 16,10-6 14-16,3-3 1 16,3-5-26-16,3 2-29 15,-4 2-22-15,0 2-13 16,-6 4-23-16,0 3-67 0,-7 5 4 15,-5 2-48-15,-9 11 7 16,-1 0-17-16,-3 2-2 16</inkml:trace>
  <inkml:trace contextRef="#ctx0" brushRef="#br0" timeOffset="123596.42">28619 6551 535 0,'0'0'191'15,"0"0"-132"-15,0 0 40 16,0 0-88-16,45 121 11 15,-26-86-16-15,0 1-5 16,-1 0-1-16,-5-2-8 16,-3-1-39-16,2-1-50 15,-1 0-64-15,-7-8-56 16,5-5-28-16</inkml:trace>
  <inkml:trace contextRef="#ctx0" brushRef="#br0" timeOffset="124778.9">29419 6431 196 0,'0'0'50'0,"0"0"58"0,0 0-107 0,0 0 48 16,0 0-31-16,0 0 3 16,-7 1 10-16,5-1 14 15,0 0-15-15,-2 0 21 16,1 0-12-16,-1 0-24 16,1-1-14-16,1-5 5 0,0 2-12 15,2-7 13-15,0 5-17 16,0-6 20-16,0-2-17 15,0 3 16-15,2-6-6 16,10 3-3-16,-2 0 0 16,4 1 0-16,-3 1 0 15,2-1 3-15,1 5 2 16,-3 2-1-16,1 0 11 16,-2 6 5-16,-1 0 12 15,3 0-17-15,-8 0-11 0,2 0 0 16,-3 0 15-1,1 20-12-15,-4 0 8 0,0 10-4 16,0 6-4-16,0 8 6 16,-11 7-13-16,-11 7 2 15,-7 3-3-15,-7 6 1 16,1-5-23-16,-6-2 2 16,1-8 21-16,4-10-7 15,7-6 16-15,0-9-9 16,5-4 0-16,4-15 0 15,2-3-2-15,7-5-7 16,2 0-62-16,7-13-13 16,-3-10 68-16,5 6-4 15,0 2 15-15,0 1 10 0,0 8-11 16,0 4 6-16,0 2-1 16,0 0-11-16,16 0-25 15,4 2 37-15,7 6 15 16,4 0 24-16,2 1-38 15,3-2 15-15,-2 5-11 16,-8 4-5-16,-2-1 2 16,-3-2 6-16,-6 1 6 15,1-4-10-15,-1-1 7 16,1-8-8-16,3-1-3 16,-2 0 1-16,1-6 9 15,-1-16 2-15,-1-4-12 16,4-4-24-16,-6 4-92 0,1 2-118 15</inkml:trace>
  <inkml:trace contextRef="#ctx0" brushRef="#br0" timeOffset="127123.71">28566 7910 95 0,'0'0'143'0,"0"0"-58"0,0 0-63 16,0 0 11-16,0 0-33 15,0 0-37-15,0 43-39 16,0-42 38-16,0 2 30 16,2 1 8-16,0 2 1 15,1-1 16-15,-3 2 10 0,2 0 15 16,0-2 3-16,-2-2-17 16,2 4-17-16,2-7-3 15,-2 4 7-15,3-2-2 16,-1-2-9-16,4 0-3 15,-4 0 5-15,-2 1-2 16,4 2 1-16,-6-1 4 16,3 2 12-16,-1-2-19 15,0 3 3-15,0-4-7 16,-2 0 9-16,2 4-3 16,-2-4-2-16,3-1 9 15,-3 0-8-15,5 0 26 16,-1 0-18-16,5 0-9 0,1 0 10 15,4-3-2-15,5-13 31 16,0-3-18-16,6-4-11 16,-1-1-8-16,-2 4-7 15,-4 3 4-15,-7 6-2 16,-1 5-2-16,0-2-14 16,1-3 5-16,-1 0-90 15,5-3-148-15</inkml:trace>
  <inkml:trace contextRef="#ctx0" brushRef="#br0" timeOffset="127492.91">28770 7764 476 0,'0'0'114'0,"0"0"-111"0,0 0 4 0,0 0-7 16,40 118 6-16,-24-90-6 0,-1 5-8 16,6-5 3-16,-3 0 4 15,-1 2-36-15,4-2-17 16,-6 1-19-16,-1-2-58 16,-6-4 15-16,-1-6-16 15</inkml:trace>
  <inkml:trace contextRef="#ctx0" brushRef="#br0" timeOffset="128473.21">29448 8151 133 0,'0'0'110'0,"0"0"75"0,0 0-125 0,0 0-39 15,0 0-2 1,0 0 7-16,0 18 4 0,0-18-18 16,0 3 21-16,0-3-1 15,0 0 14-15,0 0-1 16,0 0-43-16,0 0 11 15,0 2-8-15,0-2 6 16,0 0-2-16,0 0 2 16,0 0-9-16,0 0 3 15,0 0 3-15,0 0-4 16,0 0 11-16,0 0-10 16,0 0-2-16,0-2-2 15,0-13 2-15,0-1-1 16,0 1-3-16,0-4 1 15,0-3 0-15,0-2-1 0,0-1 3 16,0 0-7 0,0 0 10-16,6 0-6 0,-4-1 5 15,8-2 1-15,-1-1-5 16,1-2 13-16,9-13-2 16,3-9 1-16,3-3 20 15,-6 4-19-15,0 7 3 16,-11 8-12-16,-4 12 0 15,1 6 2-15,-5 5-2 16,4-5-4-16,1 3 0 0,-2-4 0 16,5 2-8-1,-4 4 6-15,-1 6-13 16,-1 4 9-16,0 4 3 0,-2 0-4 16,0 0 7-16,0 0-1 15,0 2-2-15,0 8-3 16,0 3 1-16,-2 4 5 15,-15 4-5-15,-2 5 14 16,-5 7-6-16,-5 2 1 16,3 2-4-16,1-6-3 15,2-7-3-15,5-6-79 16,-1-8-182-16,1 0-101 16</inkml:trace>
  <inkml:trace contextRef="#ctx0" brushRef="#br0" timeOffset="129558.03">28699 9399 245 0,'0'0'120'0,"0"0"-50"0,0 0-10 16,0 0 18-16,0 0-15 15,125-121-36-15,-100 94-2 16,6-2-23-16,-2-1-2 15,2 1 3-15,0 4-12 16,-4 3-34-16,-5 7-54 16,-8 6-197-16</inkml:trace>
  <inkml:trace contextRef="#ctx0" brushRef="#br0" timeOffset="129955.63">28764 9007 47 0,'0'0'363'15,"0"0"-285"-15,0 0-37 16,0 0 33-16,60 131-39 15,-35-91 19-15,4 2-46 16,2-2 0-16,0-6 2 16,0-4-20-16,-2-8-7 15,-5-4-78-15,-3-4-111 16</inkml:trace>
  <inkml:trace contextRef="#ctx0" brushRef="#br0" timeOffset="131687.51">29489 9130 181 0,'0'0'27'0,"0"0"10"0,0 0 12 0,0 0 17 15,0 0-8-15,0 0-11 0,-6 0 32 16,4 0-17-16,-2 0 15 16,-1 0-29-16,1 8-17 15,-2 0-17-15,0 0-1 16,0 1-10-16,2 0-3 15,1-1-4-15,1 0 4 16,0-2 5-16,2 4 0 16,-2-1-10-16,2 6 10 15,0 0-6-15,0-4 1 16,0 5-2-16,0 1-4 16,0-3 10-16,0 1-11 15,0 1 11-15,2-2-12 16,9 0 8-16,3 0-7 0,-1 0 4 15,7-2-2-15,-3-4 3 16,-1-2-6-16,0-6-6 16,-5 0-32-16,2 0 46 15,-1 0 0-15,1 0 11 16,2 0 2-16,3 0 20 16,3 0-11-16,-4 0-18 15,8 0 1-15,-5-1-1 16,2-13 4-16,-6-3-5 15,2 2-3-15,-5-2 1 16,-2 7-2-16,0 0 2 16,0-2 12-16,-2 6-13 15,3-2 0-15,-2-3 0 16,1-4 3-16,3-1 6 0,-5-3-8 16,5-2 4-16,-8 3-5 15,1-6 0-15,1 6-1 16,2-4 1-16,-2 4 20 15,1 2-9-15,-2 2 10 16,0-3-15-16,-5 2-6 16,7-3 4-16,-5 0-4 15,0-3 0-15,3-1-3 16,-2-4 2-16,-3 2 1 16,3 2 0-16,-1 0 4 15,-4 4-6-15,0 4 10 0,0 2-9 16,0-2 6-1,0 0-9-15,0-4 4 0,0-3 0 16,-4 0-2-16,-1-2 6 16,1 9-7-16,-1 0 6 15,0 6 1-15,1 3 9 16,-2-1 14-16,-1-3-23 16,-2 0 7-16,-2 0-11 15,0 0 0-15,1 1 18 16,-3-2-17-16,3 3 11 15,-4 1 2-15,3 1-24 16,-1 0 20-16,1-2-10 16,1 6 11-16,-2 0 1 0,1-2 9 15,-2 0-21-15,4-2 1 16,-2 1 6 0,-3 2-12-16,3 2 11 0,2 0 2 15,-5 0-8-15,6 0 6 16,-3 5-6-16,1 1 0 15,2 0-2-15,-1-1 6 16,-3 1-11-16,4 2-9 16,-3 2 16-16,-1-1-12 15,1 3 11-15,-1-1 0 16,4 0 0-16,-3 0 1 16,1 1 0-16,3 1-4 15,-3 1 8-15,2-3-3 16,-1 4 3-16,2-4-8 0,0 2 2 15,3 1 2 1,2-2-2-16,-3 0 5 0,1 3-6 16,0-2 6-16,-4 5-10 15,2 2 16-15,-1 6-14 16,-1 2 8-16,0 5-6 16,0-3 5-16,3-1-2 15,1 0 0-15,2-4 2 16,2 0-6-16,0 1 9 15,0-3-16-15,15-3 12 16,8-1-6-16,3-3-46 16,-5-4-210-16,-8-2-261 0</inkml:trace>
  <inkml:trace contextRef="#ctx0" brushRef="#br0" timeOffset="133952.64">27804 5223 176 0,'0'0'79'0,"0"0"29"0,0 0-30 0,0 0-42 0,0 0-4 15,0 0-18-15,2 0 22 16,0 0-5-16,-2 0-8 15,0 0-3-15,0 0 11 16,0 0-9-16,0 0 4 16,0 0-19-16,0 11 1 15,0 3-7-15,0 2 13 0,2 2-4 16,3 0-7-16,-3 5-3 16,0 2 9-16,0-1-14 15,0 8 7-15,1 2-4 16,-3 0 1-16,0 0 1 15,0-2 3-15,0-2 0 16,0-3-1-16,0-4-1 16,2 4 1-16,3-1 3 15,-1 6-5-15,-2 4 0 16,7 0-2-16,-5 0-1 16,-2 2-6-16,-2 4 3 15,4-8 12-15,-4 2-19 16,2-4 17-16,0-3-5 0,0 1 1 15,-2 0-7-15,0-1-11 16,0-4 4-16,0 3 13 16,0-4-1-16,0 4-6 15,0-4 14-15,0 6-8 16,0-3 2-16,0 4 0 16,0-3-1-16,2 5 1 15,2-1-4-15,3 0-1 16,-3 1 4-16,1 0 2 15,-2-1 5-15,-3 1 4 16,0 2-15-16,0 1 10 16,0 0-8-16,0-2 3 0,-3-3 0 15,0-2-1-15,3-1 1 16,-2 2 1-16,2-4 0 16,0 3-2-16,0 3 2 15,-2-1 1-15,0 2 0 16,-5 1 5-16,5-1-5 15,-4 0 7-15,-2 1-3 16,2-3-1-16,-3-5-2 16,9 4 4-16,-2-1-8 15,0 1 2-15,2 3 0 16,0-4 5-16,-2 0-3 16,-3 1 0-16,-2-1-3 15,-4-1 1-15,3-2 8 16,-4-1-11-16,3 5 6 15,1-3-2-15,-4 5 0 0,5 0-1 16,-1 0 3-16,1-2 0 16,-2-3-5-16,6 4 12 15,-1-5-21-15,0 4 20 16,-5-2-20-16,7-2 14 16,-2 5-8-16,-2-2 4 15,2 4-3-15,0-1 2 16,0 0-10-16,-1 0 11 15,3 1-2-15,2 0-8 16,-2-3 14-16,0-1-8 16,0-6 6-16,2-3-6 15,-4 0 3-15,2 0 0 0,0 4 0 16,0 2 1-16,0-2-3 16,2 1 8-16,0-6-12 15,0 2 9-15,0-1-4 16,0-2-4-16,0 3 2 15,0-2-1-15,0 6 10 16,0-2-12-16,0 4 13 16,0-2-9-16,0 0 3 15,0-1-2-15,0-4-42 16,0 3-6-16,0-2 34 16,0 1 12-16,0 1 1 15,0 2 6-15,0-1-3 16,2 2 9-16,-2-2-8 0,0-2-1 15,0-1 0 1,0-2 0-16,0-1 0 0,0 2-1 16,0 2 2-16,0-3-8 15,0 3 14-15,0-3-13 16,0-2 16-16,0 1-14 16,-2 0 4-16,0-4 0 15,-1 0-5-15,1-2 10 16,-2 0-12-16,4-2 14 15,-2 0-13-15,2-2 15 16,-4-4-12-16,0-4 6 16,2 0-6-16,2 0-9 0,0 0-185 15,0 0-226-15</inkml:trace>
  <inkml:trace contextRef="#ctx0" brushRef="#br0" timeOffset="135102.64">27534 8959 276 0,'0'0'135'0,"0"0"-25"0,0 0-94 0,0 0 11 16,0 0 55-16,0 0-51 16,56 3-1-16,-39 6-26 15,1 3 11-15,-3 2-10 16,-5 1 0-16,1 1-2 16,-3-1 0-16,2 5 5 15,1 0-6-15,0-2-3 16,-2 0 4-16,0-5-6 0,-3-5-13 15,-1 1 1 1,-5-4-30-16,7-2-14 0,-7 2 18 16,0-4 34-16,0 2-2 15,0-3 18-15,0 0-16 16,0 0 15-16,0 0-14 16,0 0 8-16,0 0-2 15,0 0 1-15,0 0 1 16,2 0-4-16,0 0 6 15,3 0-2-15,1-10 1 16,1-6 6-16,2 2 5 16,0 0 40-16,0-1-23 0,-1 1-16 15,2 5-6-15,-4-2-2 16,5-2-5-16,1-5 4 16,3-2-1-1,1-7-2-15,-1 4-6 0,-3 0-3 16,1 5-25-16,-5 4-20 15,0 4-1-15,-6 6 44 16,-2 4 8-16,0 0 27 16,0 0 28-16,0 0-23 15,0 0-31-15,0 0 9 16,0 0-7-16,0 0 3 16,0 0 10-16,-2 6-15 15,-6 7-1-15,-5 1 0 0,0 1-7 16,-3-3 14-1,4-2-3-15,-5-2-4 0,7-3 24 16,-2 0-15-16,1-1 23 16,2 0 4-16,0 2-34 15,-2 0 0-15,2 0 2 16,0 0-6-16,7-1 2 16,2-5-10-16,0 0-21 15,0 0-28-15,0-2 7 16,0-8 45-16,0-1 0 15,0 1-49-15,-5 4 47 16,-1 1 9-16,-1 0 16 0,3 4 14 16,2-1-25-16,-3-1-5 15,5 2-27-15,0-4-63 16,0 1-207-16</inkml:trace>
  <inkml:trace contextRef="#ctx0" brushRef="#br0" timeOffset="135984.7">27592 8969 186 0,'0'0'114'0,"0"0"-66"0,0 0-33 0,0 0 12 16,0 0 6-16,0 0-13 16,0-18-18-16,0 14 51 15,0 2 7-15,0 0-14 0,0 0-1 16,0 0-16-16,9-2-2 16,7 0-6-16,-1 2 8 15,7-2-18-15,1 0-9 16,-4 4 2-16,2 0-2 15,-1 0 2-15,0 3 8 16,-2 8 7-16,-5-3-13 16,-4 0-12-16,-4-8 12 15,-3 2-15-15,-2-2 6 16,0 0-15-16,0 0-75 16,0 0-232-16</inkml:trace>
  <inkml:trace contextRef="#ctx0" brushRef="#br0" timeOffset="148373.97">1697 9894 217 0,'0'0'114'0,"0"0"-77"0,0 0-1 15,0 0-4-15,0 0-7 16,0 0 16-16,0 0-11 16,0 0 3-16,-17 6 30 15,14 0-7-15,1 0-37 16,-3-2-16-16,3 2 17 16,-2-4-18-16,0 0 16 15,-1 0-13-15,3 0-1 16,-2 0-2-16,1 2 5 15,0 0-10-15,-1 2 7 16,0 2 3-16,-3 0-6 0,3 0-2 16,0-2 1-16,-2-2 0 15,2 4-7-15,2-2 7 16,0 1-1-16,0 2 1 16,-1 1-5-16,-1 2 8 15,4-1-4-15,0 0 1 16,0 3 0-16,-2 2-2 15,2 0 4-15,-2-4-4 16,2 4 4-16,-2-4-10 16,0 2 12-16,2 0-8 15,0 0 4-15,0 3-1 16,0-1 2-16,0 0-1 16,0 4 0-16,0-2 0 0,0 0-6 15,0 0 12 1,0-2-12-16,2 4 12 15,2-2-13-15,-2 4 12 16,5-4-5-16,-3 7 0 0,-2-4-2 16,0 2-2-16,0-4 6 15,4 0-2-15,-4 0 2 16,2 2 0-16,-2 1-1 16,5-3-2-16,-3 1 3 15,0 1-2-15,2 0 5 16,-2-4-5-16,0 5 0 15,-1-1 3-15,5 4-6 0,-4-3 5 16,1 2-4 0,-2-3 4-16,1 4-7 0,1 0-5 15,1 2-28-15,-2-5 31 16,1 3-23-16,2 3 29 16,-5 0-4-16,0-1 5 15,-2-1-21-15,0 1 20 16,0-4 2-16,0 0 5 15,0-4 7-15,0 2-3 16,0 0 8-16,0 2-18 16,0 1 3-16,-2 2-3 15,0 2 0-15,2-1-2 16,-5-4 2-16,5 5 0 0,0-6 1 16,0 1 10-1,0-1 7-15,0-2 11 0,-2-1-13 16,2 4-10-16,-5-3 0 15,5 2-9-15,0-1 6 16,0 0 0-16,0-3-3 16,-2-2 4-16,0-2 1 15,2-2-1-15,0 5-7 16,-2 0 6-16,0 3-6 16,-5 6 2-16,-2 5-3 15,0-4 2-15,0-1 2 16,1-5 0-16,-2 0 2 15,-1-2-7-15,5-5-12 0,-6 2-4 16,-1 0-26-16,5 1 41 16,-6 0 4-16,3 5-1 15,-3 2 1-15,1 2-13 16,-5-2 6-16,7 1 18 16,-5-9-8-16,7-7-1 15,-2-2 25-15,5-3-14 16,-4-3 12-16,2-1 2 15,1 6-18-15,1-4-6 16,0 3 3-16,4-5 24 16,2 0-18-16,0 0-4 15,0 0 3-15,0 0-18 16,0 0 9-16,0 0-4 16,0 0-1-16,0 0 4 0,0 0-1 15,0 4 2 1,0-4-7-16,0 0 12 0,0 0-7 15,0 0 4 1,0 0-4-16,0 3 1 0,2 3 0 16,10-3-1-16,-3 4 4 15,5 0-1-15,-3-1 4 16,2-2-5-16,0 6 0 16,0-6-3-16,1-1 6 15,-3 0-3-15,2 0 0 16,-1 6 3-16,-1-1-5 15,-1 0 4-15,0-1 5 16,-1 2-6-16,-1 0 18 16,2 4-3-16,1-1-3 0,-5 0-13 15,1-2 0-15,-4-2 4 16,3 2 2-16,-1 5 6 16,1 0-9-16,0 5 10 15,2-5-8-15,-4-2 4 16,-2 3-5-16,3-1-6 15,-3-2 4-15,2 5-2 16,-2 2 0-16,5 4 2 16,-7 7 1-16,5-4 3 15,-5 8-12-15,0-5 13 16,0-4-7-16,0-5 1 0,0-4 4 16,0-3 15-1,0-2-19-15,0-2 16 0,0 0-9 16,0-2-6-16,0 2 8 15,0 2-17-15,0 0 8 16,0-2-1-16,-5 5 0 16,5 0-1-16,-2 8 1 15,-3 4 0-15,-1 3 0 16,-1 4 5-16,1-3-5 16,1-2 0-16,0-2 0 15,3-10-3-15,0-2 3 16,0-1-4-16,2-1 1 15,-4-6 1-15,4 9 2 0,0 2-2 16,-3 2 2 0,1 4 0-16,0 2-10 15,-2 4 9-15,1 0-4 0,-4-1 5 16,3 0-5-16,-3-2 9 16,3-4-9-16,0 4 9 15,2-5-4-15,2 2 0 16,0-4 0-16,0 0-1 15,0 0-2-15,0 0-3 16,0 2 7-16,0 0-1 16,2 0 0-16,2 2 0 15,0 0 1-15,5 5-2 16,-3-1-15-16,0-6 5 16,0-3 7-16,-1 3-1 15,3-3 0-15,1-3 9 0,0-1-8 16,0 2 7-16,2 0-6 15,1-4 0-15,-2-3 3 16,-1 2-17-16,5-4 0 16,1-1 8-16,1 0-7 15,1-1 13-15,6 2-1 16,-1-4 3-16,-1 2 0 16,-2-4 0-16,-5 2 0 15,-1-4-2-15,-6 0 0 16,2 0 0-16,-7 0 2 15,5 0-10-15,-3 0 10 0,3 0 0 16,1 0-8-16,4 0 18 16,-3 0-18-16,2-2-9 15,-2-2-129-15,-3 4 54 16,-1-4 42-16,-5 2 35 16,0 0-74-16,0 2-163 15</inkml:trace>
  <inkml:trace contextRef="#ctx0" brushRef="#br0" timeOffset="151304.21">2974 10734 258 0,'0'0'160'0,"0"0"-135"0,0 0 7 0,0 0-4 16,0 0 20-16,0 0-30 15,0 0 4-15,-38 2-19 16,38-2 27-16,0 0-9 15,0 0-3-15,0 0-10 16,0 0-1-16,0 0 0 16,0 0 1-16,0 0 14 15,0 0-22-15,0 0 0 16,0 0 0-16,0 0-2 16,0 0-3-16,0 0-2 0,0 0 5 15,0 0-16-15,0 0 12 16,9 0 3-16,11-2 3 15,4-2 0-15,6 0 14 16,3 0-14-16,0 2 5 16,3-2 16-16,-5 4-20 15,-2 0 5-15,-2 0 1 16,-5 0-6-16,-7 10 0 16,-1-6 12-16,-9 0-13 15,-1-2 0-15,-2-2 0 16,-2 0 4-16,0 0 4 15,0 0-7-15,0 0-1 0,0 0-84 16,0 0-65-16,0 0-261 16</inkml:trace>
  <inkml:trace contextRef="#ctx0" brushRef="#br0" timeOffset="152219.98">4139 10622 302 0,'0'0'71'0,"0"0"-64"0,0 0 0 16,0 0 6-16,0 0 13 0,0 0 0 15,0 0-20-15,112 10 0 16,-81-10 0-16,2 1-4 16,-2 2-2-16,5-3 2 15,-5 0 12-15,0 0-13 16,-6 0 5-16,-5 0-4 16,-5 0-4-16,-10 1 1 15,0-1 1-15,-5 3 3 16,0-1 8-16,-10 2 2 15,-11-1-13-15,-8-2 0 16,0 0 1-16,0-1 0 0,2 0 14 16,4 0 29-16,10 0-32 15,2 0-6-15,4 0 14 16,3 0-8-16,0 0 20 16,4 0-26-16,0 0-6 15,0 0-11-15,0 0 2 16,10 0 8-16,-3 0 2 15,-2 0-2-15,2 0 0 16,-7 0 0-16,0 0 2 16,0 0-1-16,0 0 6 15,0 0-12-15,0 0-17 16,0 0-58-16,0 0-176 16</inkml:trace>
  <inkml:trace contextRef="#ctx0" brushRef="#br0" timeOffset="155552.13">5267 10686 320 0,'0'0'116'0,"0"0"-106"0,0 0 0 0,0 0 6 16,0 0-16-16,0 0-1 15,0 0 1-15,0 0 0 16,0 0 14-16,0 0-5 16,6 0 13-16,6 0-15 15,1 2 12-15,7 2-5 16,4 3 9-16,3 0 3 16,4-1-15-16,4-2-8 15,4-4 4-15,1 0-12 0,0 0 13 16,3 0-12-16,-1 0 4 15,5 0-1-15,-5 0-10 16,2 0 11-16,-8 0 0 16,-10 0-6-16,-5-3-1 15,-13 2 1-15,-2-2-1 16,-6 3 14-16,0 0 6 16,0 0 26-16,0 0 18 15,0 0 4-15,0-3-45 16,0 3-11-16,0 0 5 15,0 0-17-15,0-3 17 16,0 3-8-16,0 0 0 0,0 0 9 16,0 0 19-1,0 0 3-15,0 0-11 0,0 0-17 16,0 0 10-16,0 0-15 16,0 0 27-16,0 0-23 15,0 0-4-15,0 0-4 16,0 0 3-16,0 0-3 15,0 0-7-15,-8 0-30 16,-11 0-155-16,-8 0-264 16</inkml:trace>
  <inkml:trace contextRef="#ctx0" brushRef="#br0" timeOffset="168306.47">19883 5207 4 0,'0'0'215'0,"0"0"-210"0,0 0-4 16,0 0 16-16,0 0 10 15,0 0 5-15,0 0 26 16,-7 0 40-16,7 0-23 0,-5 0-23 15,5 0-31-15,0 0-8 16,0 0-9-16,0 0-1 16,0 0-3-16,0 0 7 15,0 0 38-15,0 0-21 16,0 0 37-16,0 0-23 16,-2 0-13-16,2 0-22 15,-2 0 0-15,0 0-6 16,0 0 6-16,0 0-7 15,-1 0 8-15,-1 0 6 16,2 0-3-16,-5 0 5 16,2 0-10-16,1 0 16 0,0 0 0 15,-5 0 1-15,7 0-14 16,0 0-1-16,-1 0 3 16,3 0-1-16,0 0-8 15,-3 0 5-15,1 0-3 16,0 0 0-16,-2 0-2 15,-1 0 2-15,-1 0 2 16,-2 0 2-16,0 0-1 16,1 4-2-16,1 1 6 15,2-1-7-15,-2-2 0 16,2 4 3-16,2-5-8 0,-2 1 6 16,1 2-2-1,-1-4 2-15,-2 8-2 0,1-3 3 16,-2 0-7-16,0 2 6 15,-1-1-5-15,-4 0 0 16,5 1-2-16,1-1 5 16,-3-3 2-16,0 2-4 15,2 0 6-15,-1-3 0 16,1 4-3-16,1-5-1 16,-2 6 1-16,2-4 5 15,-1 0-5-15,5 0 0 16,-4 2-4-16,0-1 8 15,2-4-15-15,0 6 18 16,-3 0-8-16,5-4 2 0,2 2 2 16,-4-2-3-16,0 6 0 15,-8-1-4-15,7 2 8 16,-1-1-8-16,0 0 9 16,-6-2-12-16,7 2 14 15,-5 2-8-15,0 0 1 16,-1 2-2-16,3-2 2 15,-1 2 0-15,2-6-2 16,-2 6 6-16,5-6 4 16,-3 0-2-16,3-2-7 15,1-1 2-15,1-2-2 0,-1 5-4 16,-1 4 5 0,-2-2-2-16,-1 0 6 0,3 4-10 15,-4-4 14 1,4-2-9-16,-2-1 4 0,1 7-6 15,1-4 3-15,-6-1 0 16,2 3 0-16,1-2-3 16,-1 9-2-16,-4-4 10 15,1 1-3-15,-3 0 3 16,10-7-10-16,2 1 10 16,-3-5-9-16,3 1 4 15,0-1-1-15,2-1-1 16,-2 2-4-16,0-1 5 15,0 6 2-15,-5-1 0 16,4 2 2-16,3-1-3 0,-4-2 0 16,1 0-1-16,1-2 1 15,0 5 0-15,0-4 0 16,-2 0 2-16,2 0-2 16,-3-2 5-16,0 0-10 15,5-2 5-15,-2 4-1 16,0 0 1-16,-1 2 0 15,-1 2-3-15,2-2 5 16,-5-1-6-16,5 6 8 16,0-7-2-16,-5 4-1 15,2 0 1-15,1 1-2 0,-5 4 0 16,7-3 0 0,-2 4-2-16,-3-2-1 15,2-2 6-15,-1-1-10 0,-1-5 18 16,7-3-11-16,-4 0 0 15,2 4 0-15,0 1 0 16,-4 1 0-16,0 5-2 16,2-2 6-16,-3 2-11 15,3-2 14-15,2-2-13 16,-4-2 12-16,6-1-12 16,-2 0 11-16,-2-1-6 15,2 6 1-15,0-5-2 16,-1 1 2-16,1 1 0 15,0-1-3-15,0 4 10 16,0 1-11-16,0 4 8 0,-3-3-8 16,2 3 5-16,1-2-1 15,-2-1 0-15,4 4 0 16,-5 2-6-16,1 1 8 16,-5-4-9-16,7 5 11 15,-5-2-4-15,2-2 0 16,-1 0 0-16,2 0 0 15,-3-1-4-15,7-2 1 16,-4 4 6-16,-1-5-10 16,2 3 9-16,1-2-7 15,0 1 10-15,-2-3-10 16,4 2 5-16,0 1 0 16,-2-4 0-16,2 4 0 15,0-2-3-15,0 0 7 0,0 2-8 16,0 0 10-16,0-2-12 15,0 2 6-15,0 1 0 16,0-2 0-16,0 3 2 16,0 3-5-16,0-2 6 15,0-1-5-15,0 6 10 16,0-1-16-16,0-4 13 16,0 0-11-16,0-7 6 15,0 1 0-15,0-6 0 16,0 3-5-16,0-2 3 15,0-2 0-15,0 0-1 0,0 7 6 16,2-5-5 0,4 5 3-16,-1 3-1 0,-3-3 0 15,3-2 4-15,-3 1-8 16,5 2 9-16,-3-1-12 16,0 2 15-1,1 3-9-15,-1 2 2 0,1 2-2 16,-5-6 1-16,2 4 0 15,3-7 5-15,-1-2-4 16,-2-2-1-16,0 1 4 16,3 0-10-16,-5-2 14 15,4 0-14-15,-2 3 6 0,1-2 0 16,2 5 2-16,-3 0-2 16,-2-3 0-16,2 8 4 15,0-5-3-15,0-3 5 16,0 4-9-16,3-1 3 15,-3 0 0-15,4-2 0 16,0 0 0-16,-4 0 0 16,-2 1 0-16,0-2 0 15,0 2 4-15,0 2-7 16,2-3 10-16,0 2-11 16,-2 3 5-16,2-2-1 15,0 2 0-15,-2-3 0 16,3-4-5-16,1 2 10 15,-2-4-11-15,6 3 14 16,-4 2-14-16,0-1 12 0,-4 2-9 16,2-1 4-16,3-1-1 15,-3 5 0-15,4-1 1 16,2 3-4-16,-2 4 7 16,3-2-7-16,-3-2 6 15,1-1-6-15,0-4 4 16,-3 0-1-16,3-2 0 15,-3 4 2-15,3-2-9 16,-5-4 14-16,5 7-10 16,0-1 10-16,-1-1-14 0,1 1 14 15,-2 0-14 1,2 1 7-16,1-2 0 0,-1 0 0 16,-1-3 2-16,4 0-5 15,-4-5 4-15,-2 2-7 16,7 3 12-16,-1 4-14 15,-1 0 11-15,1 0-6 16,-2 1-1-16,0-6-5 16,-3 1 5-16,3 0 8 15,0-4-10-15,-4 3 11 16,7-2-12-16,-2 3 10 16,0 0-3-16,-2 2 0 15,1-2-4-15,-3 0 2 16,2-4 2-16,2 1-5 15,-1-1 8-15,3-2-7 0,-1-1 4 16,0 1-2 0,1 2 2-16,3-1-1 0,-1 0 1 15,1 4 0-15,-3-1-3 16,1 0 6-16,-2-1-6 16,3 0 10-16,-1-3-11 15,-1 0 8-15,0-2-6 16,3 0 2-16,-4 2 0 15,-1-2-2-15,5 0 6 16,-3 2-10-16,0-1 11 16,0 1-11-16,2 3 12 15,-1-3-9-15,-3 0 3 0,3-2 0 16,0-2-2 0,-1 2 5-16,1-2-8 0,-1 2 10 15,2 1-8 1,0-3 10-16,-2 3-10 0,5 1 10 15,-3-5-13-15,1 2 6 16,-1 1 0-16,0-2 0 16,1-2 1-16,3 0-3 15,-3 0 5-15,1 0-6 16,-1 0 11-16,-1 0-15 16,1 0 7-16,1 0-1 15,1 0 1-15,2 0 0 16,2-4-5-16,-5-2 14 15,3 1-13-15,0 2 8 16,-2-1-7-16,0 4 3 0,-3-4-2 16,-3 4 1-16,4-2 1 15,-3 2 0-15,1-2 3 16,1 2-6-16,-7 0 7 16,3 0-10-16,-2 0 12 15,0-2-9-15,-1 2 5 16,3 0-2-16,-2 0 0 15,0 0 0-15,-1 0-1 16,-1 0 9-16,-1 0-7 16,3 0 10-16,0 0-22 15,-1-2 20-15,3-4-19 16,-2 0 15-16,0 0-5 16,2-2 1-16,-1 2 2 0,-4-1-6 15,8-2 9 1,-5 2 4-16,1 0-8 0,2-1-2 15,-1 0 0-15,1-5 1 16,0 4-1-16,-1-1-3 16,-3 0 2-16,3 2 1 15,-2-1-4-15,0 1 10 16,-1-3-9-16,1 1 3 16,-1-5 0-16,4 1 0 15,-4 2 1-15,3 0-2 16,-3 2 3-16,2 0 0 15,-4 0-1-15,5 0 5 16,-1-1 0-16,0-4 0 16,5 1-6-16,-5-3 2 0,4 2-5 15,-3 1 6-15,-3-3-8 16,6 6 11-16,-6 3-10 16,1 2 15-16,-5 0-17 15,0 2 12-15,0-6-12 16,8-2 4-16,-1-2 2 15,-1 0 0-15,-1-2 1 16,2 2-4-16,-2 0 1 16,-5-2-1-16,7 7-9 15,-7-3 12-15,4 5-2 0,-3-5 0 16,2-1 1-16,-1 2 1 16,0-3 0-16,3-5 6 15,-1 3-6-15,2-3 7 16,-2-2-13-16,1 0 15 15,1 2-15-15,2-1 6 16,-4-4 0-16,3 6 5 16,-5-1-4-16,-2 6-2 15,1-1 6-15,-3 6-4 16,0-3 4-16,5 0-8 16,-3-1 5-16,0-2-2 15,5-4 0-15,-3-3-1 16,2 2-3-16,2 2 8 15,-4-1-2-15,0 4 4 16,-1-1-6-16,-1 2 4 0,0-1-4 16,-2-6-2-16,9-3 2 15,-5-4-1-15,1 4 1 16,-1 2-3-16,-1 2 6 16,-1 4 7-16,0-1-1 15,-2 2 0-15,0-4-2 16,0 2-6-16,0-3-1 15,2 0-7-15,2-3 6 16,-1 0-4-16,1 0-4 16,-2 1 16-16,3 1-7 15,-5 8 2-15,0 0 14 16,5 0-15-16,-5 0 6 0,0 1-7 16,0-6 1-1,0-3-1-15,0 1-1 0,0-6-3 16,0 0 1-16,0 6-1 15,0 1 6-15,0 2-2 16,0 2 0-16,0-3-3 16,0 4 2-16,0-4 1 15,0 0 0-15,0 1 6 16,0-2-11-16,0 3 5 16,0-1-1-16,0 2 1 15,-5-1-3-15,5-4 3 16,0 3 0-16,-2 1-4 15,2 0 0-15,-5-1 2 16,3 3 1-16,0-6-3 0,-5 1 1 16,7-4 1-16,-2 0 2 15,0 0 0-15,2 0-4 16,-2 2 8-16,-1 3-7 16,1 4 9-16,-2 1-10 15,-3 0 4-15,-2 1-1 16,5 1 0-16,-3 0 0 15,-2-3-1-15,2-1-2 16,-4-4 3-16,0 0 2 16,4-1-13-16,-2 6 22 15,3-2-15-15,-4 3 5 16,6 0-1-16,0 2-1 16,2-4 2-16,-1 0 0 0,-1-4 3 15,0 2-6 1,-6-2 11-16,2 4-16 0,-3 0 9 15,1 0-1-15,4 1 1 16,-1 2-1-16,1-1 0 16,4-2-1-16,-3 1-2 15,3-2 6-15,-3 0-6 16,3 1 11-16,-3-1-18 16,1-2 14-16,-2 2-4 15,1-6 0-15,-2 5-4 16,0 0 1-16,1 4 3 15,-1 2 5-15,1 0 3 16,1 2-14-16,-4-2 12 16,3 2-10-16,-5-2 4 0,3 0 0 15,0-4-2-15,-3 3 5 16,7-6-6-16,-6 3 9 16,1 1-10-16,1 0 10 15,0 3-8-15,0 2 4 16,1 0 4-16,-2 2-4 15,0-4-1-15,0 2 3 16,5-4-4-16,-3 3 10 16,-2-2-7-16,-2-1 4 0,5-1-4 15,-8 3-2 1,7-2-1-16,-1 2 0 0,-6-4-1 16,5 2 2-1,-2-3-2-15,-1-2 4 0,2 2-5 16,-1 3 9-16,-1 3-7 15,4 3 7-15,-1 2 31 16,5 2-17-16,-4 0-13 16,4-2-8-16,-3 0-1 15,-1-1-6-15,1 0 7 16,-5 2-2-16,6-2 4 16,0 1 0-16,-4-2-1 15,1 0-1-15,-2-4 0 16,3 2-3-16,-6-2-2 15,-1-2 10-15,1 4-10 0,-1 0 11 16,-1-1-12 0,1 2 11-16,3 3-7 0,1-2 2 15,2 4 0-15,4-2-4 16,3 0 4-16,-2 0-6 16,-3 0 6-16,3 4 0 15,0-3 0-15,1 2 8 16,1-1-7-16,0-1-1 15,-3 0 0-15,-2-1-6 16,3 2-5-16,-2-5 6 16,-6 7-1-16,5 0 11 15,-1 0-11-15,-3 0 7 0,3 0-3 16,0-1 2 0,-3-1 0-16,1-4-1 0,0 1 7 15,1 0-10-15,-3 2 15 16,4 3-11-16,-1 0 0 15,0 0 10-15,-2 0-10 16,6-1 0-16,-1-1-1 16,2 2 4-16,-4-3-6 15,2 3 3-15,1 0-5 16,1 0 10-16,0 0-6 16,-1 0 5-16,1 0-5 15,-1 0 1-15,0 0-2 16,-1-3-6-16,-1 3-7 15,-1 0 13-15,-2-4-2 16,2 4 2-16,-1 0 4 16,2-5 6-16,2 5-3 15,3 0-3-15,0-1-2 0,0 1 0 16,-3-2 0-16,-1-1 0 16,-2 3-6-16,4 0 13 15,-4 0-14-15,5 0 14 16,-1 0-8-16,-2 0 1 15,3 0-1-15,-2 0-2 16,1 0 6-16,0-1-7 16,1 1 11-16,-3 0-13 15,2 0 13-15,-4 0-2 16,2 0-4-16,-1 0 0 0,3 0-1 16,-5 0 4-1,4 0-4-15,1 0 1 0,-1 0-2 16,3 0 9-16,2 0-12 15,-2 0 6-15,0 0-2 16,-2 0 0-16,1 0 1 16,-3 0-1-16,3 0 0 15,1 0 9-15,-3 0-1 16,5 0-10-16,0 0 5 16,-2 0-3-16,2 0 0 15,0 0 0-15,0 0-2 16,0 0 2-16,0 0 0 15,0 0 2-15,0 0 16 0,0 0-18 16,0 0 0-16,0 0 7 16,0 0-7-16,0 0 0 15,0 0-10-15,0 0 9 16,0 0 2-16,0 0-5 16,0 0 17-16,0 0-19 15,0 0 10-15,0 0-8 16,0 0-6-16,0 0 10 15,0 0-6-15,0 1-4 16,0-1 1-16,0 3-4 16,-2 0 12-16,2-3-19 15,0 0 14-15,-2 0-1 0,2 5-6 16,0-5-4-16,0 0 16 16,0 0 0-16,0 0 2 15,0 0-4-15,0 0 4 16,0 0-2-16,0 0 1 15,0 0-11-15,0 0-2 16,0 0-4-16,0 0 10 16,0 0 7-16,0 0-2 15,0 0 8-15,0 0-6 16,0 0 1-16,0 0-2 16,0 0-5-16,0 0-7 15,0 0 13-15,0 0 2 16,0 0-2-16,0 0 5 15,0 0-3-15,0 0-2 0,0 0 2 16,0 0-1 0,0 0-1-16,0 0-13 15,0 0-19-15,0 0-42 0,0 0-22 16,0 0 35-16,0 0 39 16,0 0 16-16,0 0 9 15,4 0-6-15,-2 0 3 16,3 0-36-16,0 0-61 15,4-5-34-15,-3 2 30 16,-2-5 43-16,1 4-135 16</inkml:trace>
  <inkml:trace contextRef="#ctx0" brushRef="#br0" timeOffset="174302.06">5323 10656 206 0,'0'0'87'0,"0"0"-61"0,0 0 0 0,0 0 39 0,0 0-11 16,0 0-3-16,0 0-7 15,-5 0-3-15,5 0-29 0,0 0-12 16,0 1 0 0,0-1-1-16,0 0 1 0,0 0-6 15,0 0-1 1,0 0 13-16,0 0-20 0,0 0 28 15,13 2-12-15,1 1 1 16,-1-2 12-16,7-1 6 16,0 0-20-16,0 0-2 15,5 0 2-15,-6 3-5 16,8 0 10-16,-2 2-8 16,0-1 10-16,-1 0-15 15,-4-4 10-15,0 0-3 16,-5 0 0-16,-1 0 0 0,-3 0-5 15,-1 0 12 1,-2 0 3-16,-1 0 3 0,1 0 20 16,4 0-12-16,-1 0 3 15,-3 0-19-15,4 0-2 16,-3 0-3-16,-5 0 4 16,3 0-3-16,-3 0-1 15,1 0 0-15,0-2 6 16,-3 0-6-16,6 0 0 15,-3 0-11-15,2 0-15 16,-3-1-57-16,-1 3-70 16,-3 0-156-16</inkml:trace>
  <inkml:trace contextRef="#ctx0" brushRef="#br0" timeOffset="178414.48">19520 5336 258 0,'0'0'74'0,"0"0"-72"0,0 0 10 0,0 0-12 16,0 0-33-16,0 0 18 16,0 0 2-16,77-25 12 15,-71 25 1-15,-4 0 1 16,-2 0 33-16,0 0 38 0,0 0-13 16,4 0-14-1,-2-4-19-15,2 4-6 0,5 0-14 16,-5-1-4-16,2 1 3 15,-4 0 0-15,0 0-1 16,-2 0 1-16,0 0 5 16,0 0-10-16,0 0-6 15,0 0 2-15,0 0-1 16,0 0-4-16,0 0 11 16,0 0-6-16,0 1 4 15,-4 12-1-15,-8-1 1 16,-1 0 0-16,3-4 3 15,2-1-1-15,-1-2 5 0,5-5-2 16,0 6-9 0,-2-6 8-16,0 2-8 0,4 2 3 15,-5 0 0-15,1 6-3 16,-8 0 4-16,3 1 7 16,-3 1-4-16,-1-1-5 15,4-1 8-15,-3-1-10 16,1-2 7-16,4-1-3 15,0 6 0-15,-4-2 0 16,6-1-3-16,-2 3 5 16,0 1-2-16,-1-1 3 15,0 7-3-15,-1-4 3 16,0 1-13-16,2 3 9 16,-2-4 1-16,2 3-3 0,-2 0 5 15,2-1-4-15,3-6 4 16,-4 5-11-16,8-3 19 15,-5-3-13-15,1 3 7 16,2-2-8-16,-1-3 3 16,0 6 1-16,-2 0-4 15,3 2 10-15,-5-2-10 16,7 0 8-16,-2-3-3 16,-1 6 1-16,-2-1 0 15,5 0-2-15,-2 0 0 16,-1 0 0-16,1 1-7 15,-2-2 4-15,-2 2 3 16,0 2-6-16,-1 2 10 0,-1 1-8 16,0 0 6-1,1 1-6-15,2-4 4 0,-2 3-2 16,5-4-19-16,-3 3-27 16,1-7 17-16,-2 7 12 15,2 1 12-15,-1 0 5 16,1 2 2-16,-3 0 15 15,2 0 12-15,2-1 15 16,1-3-16-16,2 0-18 16,-2-1-4-16,-1 4-8 15,5-1-17-15,-2 1 0 16,0 2 1-16,-3-1 18 0,2 1 2 16,-1-2 5-16,-2 5-1 15,1-6 2-15,1 0-12 16,0 0 12-16,-4-1-13 15,2-3 10-15,2 0-5 16,-1 2 4-16,1 0-2 16,0-5 19-16,0 6 4 15,0-6 13-15,2-1-28 16,2 1 14-16,0-1-18 16,0 2-4-16,0-1 1 15,0 2-1-15,0 2 0 16,0-2 0-16,0 3 4 15,0 1-4-15,0 0 30 0,0 0-27 16,0-6 22 0,0 3-25-16,0-1 3 0,0-2-3 15,0 3-2-15,0-4 2 16,0 6 0-16,0 1-1 16,0-3 7-16,0-2-8 15,0 0 8-15,0-3-12 16,0 5 12-16,0 1-7 15,0 1 1-15,0 0-3 16,0 4 1-16,0-4 4 16,0-3-5-16,0 2 8 15,0-1-9-15,0 0 10 0,0 2-8 16,0 2 2 0,0 5-7-16,0-4 3 0,0 1-14 15,0-2 13-15,0-1 10 16,0-3 2-16,0 0 1 15,0 0-2-15,2-2-5 16,8-2-2-16,-4-2 0 16,1-3 1-16,-3 8 0 15,2-3 2-15,0-2 5 16,-2 2-4-16,0 2 7 16,3 3-9-16,-1-2 10 15,-1 7-6-15,2-4-9 16,2 0 4-16,-3-1 0 15,5-5 3-15,-4 4-2 16,4-4 1-16,-4-3 2 0,2 4-5 16,0-4 1-16,-3 2 0 15,5-1-2-15,1-1 2 16,1 3-1-16,7 1 2 16,1 1-2-16,-2-1 5 15,-1-2-9-15,-3 1 14 16,2-2-7-16,-5-1-1 15,2 0 15-15,-1-3-1 16,-2 0 17-16,7-2-21 16,-5 1-4-16,3 3-6 15,-3-1 1-15,3-1-4 16,-1 0 4-16,4 0-4 0,-1 1-3 16,1-2 5-16,2 3 5 15,-4 2-5-15,1 3-1 16,-2 0-11-1,-1 1 10-15,-4-2 2 0,1-3-2 16,-3-2 4-16,-1 0-3 16,2-1 1-16,-2 2 0 15,13 2 4-15,-2-2-4 16,4 4 0-16,-3 0 4 16,-5-2-8-16,-1-2 8 15,-1-4-8-15,-2-2 4 16,-1-4-6-16,-2 0 4 15,1 0 2-15,-1 0-4 16,4 0 12-16,-1 0-10 16,3 0 12-16,1 7-9 0,-1-5-1 15,3 7 0-15,-3-3-6 16,-3 2 4-16,-2-2-11 16,2 0-11-16,-2-2 11 15,-3 2 13-15,1-2-6 16,-3 0 11-16,2-1-7 15,-2 2 4-15,2-1 2 16,3 2 14-16,3 2 11 16,5 2-12-16,-1 0-12 15,1 4-8-15,2-4 15 0,-4 0-14 16,-1 0 8 0,-1-5-9-16,-4-4 6 0,0 3-2 15,-3 0 1-15,3 2 10 16,5 2 8-16,3 7-18 15,3-6-1-15,1-1 1 16,-2 2-4-16,-1-6 5 16,0 0-9-16,0-4 7 15,-5 0-1-15,1 0 0 16,-6 0-12-16,6 0 10 16,-1 0-22-16,-2 0 23 15,1 0-18-15,3-5 17 16,-1-6-6-16,1-1-1 15,1-6-1-15,1 0-5 16,-3-2-29-16,1 2 9 0,-1 4 24 16,-3 1 1-16,0 2 9 15,1 3 2-15,-6 0-1 16,3-2 0-16,0-2 5 16,0-2 10-16,0 0-14 15,-3 2 7-15,4-2-6 16,-2 0 5-16,7 1-2 15,-1 0 23-15,-1 3-19 16,1-1 0-16,-5 1-2 16,2-3-5-16,0-4 5 15,-2-3-5-15,2-4-1 16,-2 1-1-16,2-2-8 0,0 2-6 16,-1 6 14-16,-2-4 1 15,1 7 8-15,-5-1-9 16,4-1-7-16,-6 1 0 15,4 4 8-15,-1-1-6 16,-1-3 9-16,0 2-4 16,1-7 0-16,-2-4-2 15,1-3 0-15,0-2 4 16,1 1-8-16,1 3-1 16,-2 6 6-16,4 4 1 15,-6 4 6-15,2 0 19 16,-2 1 6-16,1 1-8 15,-3-4-12-15,2-5 10 0,2-4-19 16,0-9-4 0,-1-4-3-16,6-1-10 0,-2 1-10 15,1 3 20-15,-1 4 3 16,-2 6 4-16,-3 4 2 16,-2-1-2-16,0-2 6 15,2-3-8-15,0-6-27 16,1-8-64-16,1-1-28 15,-4-5-29-15,0 5-73 16</inkml:trace>
  <inkml:trace contextRef="#ctx0" brushRef="#br0" timeOffset="179281.04">20883 7120 19 0,'0'0'232'0,"0"0"-130"0,0 0 9 0,0 0-59 16,0 0-52-16,4-100-4 0,-4 77 1 15,0-8-2-15,0 7 10 16,0 4-3-16,0 4 3 15,0 0 35-15,0 2 10 16,0-1-8-16,0-3-15 16,-4 0 1-16,4-1-19 15,-2-5-7-15,2-5 11 16,-2 4-12-16,0 0 7 16,-1 1 8-16,1 0 0 15,0 3-12-15,0-2-4 16,-3-2 0-16,0 4 0 15,-1-2-5-15,-1-2-2 16,-1-7 0-16,0 0-12 0,2 0 12 16,-1 2 7-16,1 3-1 15,-2-1 1-15,6 6 0 16,-2 5-3-16,0-4 7 16,-3 1 11-16,-1 0 15 15,-2-2 20-15,-1-4-29 16,0 2-8-16,-2-4-8 15,0 2-10-15,-1 0-11 16,-1 2-7-16,3 2 16 16,-1 0-1-16,2 1 3 15,-3 1 10-15,8 2-4 16,-1 6 1-16,1-2 6 0,-2 2 14 16,2-2 1-16,-3-2-14 15,-3-4-9-15,2 0-2 16,-3-1-19-16,1-4 18 15,3 1-29-15,1-2 11 16,1 2 18-16,0 4 3 16,-2 2 13-16,5 2 19 15,-5 0 8-15,0 2-29 16,0-4-6-16,-4 1-5 16,-3-2-5-16,-5-6-30 15,2-5 24-15,-6 3-9 16,5 2-3-16,3 5 23 15,-2 9 23-15,7 4 24 0,-7-5-26 16,4 4-14-16,-3-7 4 16,-2 4-8-1,-2-1 1-15,2 4 18 0,5 4-11 16,-2 4-2-16,1 0-9 16,1 0-1-16,-3 2-1 15,-1 4-15-15,-4 2 7 16,-2-8-16-16,-2 0 16 15,4 0 4-15,-2 0 6 16,5-2 1-16,2 0 8 16,2 2 29-16,3 0-25 15,-1 0 1-15,4 0-11 0,-2 0-6 16,-1-6-38-16,0 2-18 16,-3 2 22-16,3 2-40 15,1 0-10-15,-3 0 15 16,1 4 47-16,-5 8-139 15,-2 0-227-15</inkml:trace>
  <inkml:trace contextRef="#ctx0" brushRef="#br0" timeOffset="183993.74">19676 5984 157 0,'0'0'185'0,"0"0"-135"0,0 0 20 0,0 0-60 15,0 0 34-15,0 0 9 16,0 0-9-16,-19 0-35 15,19 0 10-15,0 0-11 16,-2 0 28-16,2 0-6 16,0 0-1-16,0-3-20 15,0-5 0-15,0 1-10 16,0-6 4-16,0 1-6 0,0 0 2 16,0 0-2-1,7 0-3-15,0 4 5 0,0 0-3 16,-1 0 4-16,-2 2-4 15,3 0 11-15,0 4-13 16,2 0 12-16,0-2-10 16,0 4 9-16,2-2-9 15,0 0 4-15,1-2 0 16,-4 0-1-16,-3 4 3 16,1 0-5-16,-4 0 6 15,2 0-3-15,2 0 2 16,-2 12 8-16,0 2-7 15,1 2-3-15,-1 0 0 16,0 0 6-16,2 2-13 16,-6-2 4-16,0 5-6 0,0 4 14 15,0 1-8-15,0 5 6 16,-16 1-6-16,-1-1 3 16,0-1-6-16,-1-7 5 15,1-1-2-15,-2-4-2 16,2-4 10-16,1 0-8 15,-1-5 8-15,1-2-3 16,-2-6-2-16,0-1-34 16,0 0 17-16,3 0 17 15,1 0 2-15,5 0 24 16,3 0-3-16,2 0-21 16,2 0-2-16,2-1 4 0,0-3-4 15,0 1-9-15,0-2 9 16,0-3 9-16,0 4 4 15,2-2 7-15,6 2-9 16,-1 2 1-16,5 2-11 16,-2 0 19-16,9 0-17 15,0 4 6-15,1 0-8 16,3 4 0-16,3 2-2 16,-4 0 2-16,1-2-4 15,-1-4 12-15,0 0-11 16,-2-4 4-16,1 0-1 15,-6 0 0-15,-1 0-1 16,-1 0 0-16,-5 0-2 0,-1-6 2 16,0 0-3-16,-5 3 2 15,-2 3-32-15,3-1-3 16,-1 1-83-16,0-4 2 16,2-2-2-16,-2 0-99 15</inkml:trace>
  <inkml:trace contextRef="#ctx0" brushRef="#br0" timeOffset="184959.97">19965 6161 397 0,'0'0'148'0,"0"0"-146"0,0 0-2 0,0 0 0 16,0 0-11-16,0 0 11 15,0 0 0-15,0 0 1 0,0 0 52 16,0 0 4 0,0 0-26-16,-2 3-31 0,-3 0 4 15,3 2-12-15,-2-1 16 16,4 2-6-16,0 0 3 16,0 6 17-16,0-2 35 15,0 0-35-15,0 2-19 16,0 0 2-16,0 0 2 15,0-4 2-15,0 0 7 16,6 0-11-16,1 0 4 16,5 1 6-16,-6-2-4 15,9-2 3-15,-3 0-13 0,3 1 7 16,-1-4 3 0,-3-2-10-16,2 0 1 0,3 0 9 15,-3-8-6-15,5-3-1 16,-3-1 6-16,-1-3-2 15,-1 0-8-15,-3 7-4 16,-4-5-2-16,1 5 6 16,-1-7-10-16,-2-2-1 15,2-1-7-15,-4-4 6 16,2-2-23-16,-4 5 4 16,0 2 31-16,0 1-10 15,0-1 23-15,0 4-2 16,-4-3-10-16,0 0 3 0,-4 4 1 15,2-1-1 1,-7 4 0-16,3-6-4 0,-3-1-2 16,-1 2 2-1,1 2 13-15,5 3-7 0,-4 0 27 16,1 3-19-16,0 0 0 16,4-2-5-16,-2 6 1 15,3-4-10-15,-3 0 4 16,-1 2-5-16,4-2 9 15,-5 4-16-15,-1-4 7 16,4 4-1-16,-1-2-2 16,1 2 4-16,0-2 4 15,2 4-4-15,-3 0 15 16,3 0-9-16,-2 0 6 16,2 0-6-16,-3 6-12 15,5 4 5-15,-3 0 1 0,0 1 0 16,5 2-4-16,2 1 1 15,-3-2 6-15,-1 6-10 16,0-4-17-16,2 7-43 16,-1-10-125-16,1 3 29 15,0-7-81-15</inkml:trace>
  <inkml:trace contextRef="#ctx0" brushRef="#br0" timeOffset="187923.47">9748 10243 174 0,'0'0'116'0,"0"0"-93"0,0 0 16 0,0 0 33 15,0 0-54-15,0 0 31 16,4 14-5-16,-4-10 12 16,0-3 14-16,0 2-12 15,0-3-26-15,0 0-3 16,0 0-4-16,0 0-2 15,0 0 19-15,0 0-7 16,0 2-5-16,0 0-8 16,0 4-13-16,0 1-3 0,0 5-11 15,0 9 9-15,0 5-8 16,0 7 4-16,0 2-3 16,0-1 3-16,0 2 0 15,9-6-2-15,2-4 6 16,2-4-8-16,5-10 8 15,4-3-8-15,5-9-2 16,4 0 4-16,7-7-5 16,9-33 7-16,-1-17 6 15,10-18-5-15,2-15 2 16,0-15-2-16,5-11 1 0,-3 2 8 16,0 9-20-16,-5 19-1 15,-10 24-75-15,-9 22-69 16,-9 21-5-16,-9 14-14 15,-3 5 114-15,-6 0 41 16,0 0-90-16</inkml:trace>
  <inkml:trace contextRef="#ctx0" brushRef="#br0" timeOffset="190089.94">10790 14516 146 0,'0'0'206'0,"0"0"-158"0,0 0-29 0,0 0-1 16,0 0 13-16,0 0-12 15,-18 0 2-15,14 0 9 16,2 0-20-16,-1 0 20 16,-2 0 14-16,5 0 22 15,-2 0-11-15,0 2-5 16,2 2-17-16,-2-2 9 0,0 8-21 15,2-3-21 1,-2 8 0-16,2 3 0 0,0 5-8 16,0 4 17-16,0 1-6 15,0-1 5-15,6 2-11 16,6-7 6 0,3-4-6-16,3-5-10 0,2-8 13 15,4-5-5-15,8-8 2 16,5-38 3-16,13-20 6 15,12-27 9-15,11-17-15 16,14-10 0-16,7-10-4 16,-5 2-16-16,-11 25-46 0,-15 19-82 15,-21 39-203 1</inkml:trace>
  <inkml:trace contextRef="#ctx0" brushRef="#br0" timeOffset="193102.04">3006 12312 164 0,'0'0'187'0,"0"0"-157"0,0 0-12 16,0 0 34-16,0 0 8 0,0 0 12 16,0 0-20-16,-17 0 5 15,17 0-3-15,0 0-2 16,0 0-19-16,0 0 13 16,0 0-42-16,0 0 11 15,0 0-15-15,0-2 5 16,17-4-6-16,6 4 8 15,8-6-9-15,6 0 17 16,1 0-20-16,-1-2 7 16,-6 0-4-16,-4-1-4 0,-6 3-50 15,-6-7-90 1,-9 7-26-16,-6 0-178 0</inkml:trace>
  <inkml:trace contextRef="#ctx0" brushRef="#br0" timeOffset="193585.38">4485 12119 508 0,'0'0'109'0,"0"0"-107"0,140 10 1 0,-97 1-3 0,-10-5-9 15,-4-2-4-15,-9-4 6 16,-4 0 0-16,-8 0 7 16,-1 0-1-16,-5 0-22 15,-2 0-185-15</inkml:trace>
  <inkml:trace contextRef="#ctx0" brushRef="#br0" timeOffset="204294.07">22082 9268 66 0,'0'0'165'0,"0"0"-73"16,0 0-25-16,0 0-5 15,0 0-36-15,0 0-7 16,0 0 3-16,2 0 25 16,-2 0-1-16,2 0 3 0,-2 0 4 15,0 0-13-15,2 0-3 16,1 0-15-16,1 0-9 15,1 0 18-15,2-4-8 16,-1-3-4-16,3 1-15 16,-2 1 3-16,2-3 2 15,-1 2-5-15,3-4-1 16,1 6-4-16,-1-4 3 16,1 2 0-16,-6-2-2 15,5 0 0-15,-3 0-4 16,0-3 8-16,0 4-6 15,-3-1 10-15,-1 0-13 0,-2 2 10 16,0 4 1-16,1-3 8 16,2 2-3-16,-3-3 11 15,0-2-19-15,5 4-3 16,-3-7 2-16,2 2 3 16,-3-4 5-16,8 2-20 15,-6 0 23-15,-1 1-18 16,2 5 5-16,-3-2-4 15,-1 4 0-15,-2-1 8 16,0-5-3-16,7 0 6 16,-2-4-7-16,-3 1 8 0,-2 1-11 15,2 3 6 1,-2-1-3-16,0 3 15 0,0 0 6 16,2 0 1-1,-2-4-22-15,2-4 6 0,2-2 3 16,1-1-17-16,-3 4 12 15,5-1-8-15,-4-3 0 16,-1 8 3-16,0-1-1 16,-2 2 2-16,0-2 7 15,0 0-5-15,0 0 8 16,0-6-5-16,0 2-10 16,0-6-2-16,0-3 7 0,0 6-3 15,0-2-1 1,0 5 0-16,0 6 8 0,0-4-3 15,0 5 6-15,0-2-8 16,-2 0 8-16,0-5-11 16,-3-1 4-16,-2 1 0 15,7 2-2-15,-5 3 5 16,3 0-3-16,-2 1 1 16,2-2 18-16,-2 2-18 15,-3-6 1-15,2 0-2 16,0-2-2-16,1-3-4 15,0 6 6-15,0-3-3 16,-1 1 8-16,1 7-5 16,-6-1 5-16,4 2 16 15,-1 2-16-15,3-4 2 16,2 2-7-16,-3-5-4 16,-2-5 4-16,3 2-8 0,-5-3 6 15,5 6 2-15,2-1-6 16,0 7 12-16,-4-1-2 15,4-2-1-15,-4 1 4 16,-3-2-7-16,-1-1-1 16,2-4-2-16,-3-1 6 15,-1-3-11-15,1 4 19 16,-2-3-18-16,-3-1 11 16,-1-2-8-16,1 2 4 15,1 2-1-15,3 5-2 16,4 0 2-16,-1 2 0 15,1 3 1-15,2-4-2 0,-3 5 10 16,3-4-9 0,-4-2 1-16,2-1-5 0,-1-5 3 15,-7-1 2-15,5-2-5 16,3 1 10-16,-4 0-13 16,5 9 19-16,-1-3-19 15,-4-1 15-15,1 3-13 16,-2 0 8-16,-3 2-2 15,3-4 0-15,-3-2 0 16,3 2-2-16,-1-4 9 16,3 4-13-16,3 1 12 15,-6 1-5-15,5 1 2 16,1 1-6-16,-6 0 3 16,3 2 0-16,-5-6 0 15,3-2 6-15,-1-3-16 0,-3 4 22 16,1-7-24-16,-4-5 16 15,-2 4-8-15,3 1 2 16,0 3 2-16,1 3-1 16,1 1 3-16,-2-1-5 15,-1-1 6-15,-2 3-4 16,2-5 4-16,-1 5-6 16,2-5 4-16,1 2-3 15,-5 0-2-15,4 3-3 16,-4-3 4-16,5 3 3 15,1-2-5-15,1 2 15 16,-1-1-17-16,-4 3 12 16,-1-2-10-16,0-4 1 0,-1 4 4 15,3-4 2-15,3-3-2 16,1 9 0-16,3-4 3 16,1 4-4-16,3 4 2 15,3 1 7-15,-3 2-4 16,0-1 3-16,-2-4 0 15,-4 1-4-15,-1-4-6 16,1-5-1-16,-4 1-5 16,1-2 5-16,-1 0 3 15,5 8 2-15,-6-1 0 0,6 4-1 16,-1 0 0 0,-3-4 2-16,3 5-1 0,-3-2-2 15,0 1 1-15,0 0-8 16,0 3 16-16,3 1-16 15,-3 1 6-15,0-4 1 16,0 7 1-16,0-5-5 16,1 1 2-16,-2-3 3 15,4 4-1-15,-3-3 9 16,-1-3-16-16,-4 6 14 16,3 0-9-16,-3 1 3 15,4-2-2-15,1 4-1 0,0-2 3 16,0 1 0-16,-2-3 2 15,5 4-9 1,-2-4 14-16,5 2-8 0,-5 2 1 16,2 0 0-16,-1-3 0 15,-1 3 5-15,1-4-5 16,1 4 2-16,-6-1-3 16,-1-3 5-16,-2 1-5 15,-1 0 1-15,1-1-1 16,7 1 1-16,-4 0 1 15,5-2-1-15,-1-1 6 16,-1 2-9-16,2 0 6 16,3 0-2-16,0 4 7 0,-1-2-13 15,5 2 11 1,-2 0-3-16,2 0-3 0,0 0 1 16,-2 0-3-1,5 0 9-15,-4-4-12 0,-1 3 10 16,5-3-10-16,-4 1 9 15,2-3-7-15,-3 6 3 16,-3 0 0-16,1 0 0 16,2 0-1-16,-1 0-4 15,2 0 10-15,1 0-11 16,-1 0 8-16,2 0-9 16,-3 0 5-16,-1 0-2 15,-3 0 4-15,-1 0 0 16,-1 0-4-16,-1 0 8 15,2 0-8-15,0 5 11 0,6-1-14 16,-2-3 10-16,3 2-7 16,1 0 7-16,-2-1-4 15,-1 7 1-15,0-4 0 16,0 3-8-16,0 2 15 16,0 0-21-16,-1 1 25 15,-1 0-21-15,3 1 20 16,-4-1-16-16,1 1 9 15,-1-4-3-15,1-1 0 16,-1-2 3-16,7-2-8 16,1 4 14-16,-3-1-11 15,0 2 2-15,0 0-1 0,0 3 1 16,0-4 1 0,-2 3-1-16,0-2 1 0,5-2-12 15,-4 4 22-15,2 0-23 16,-1 2 27-16,-1 2-26 15,2-1 22-15,1-2-16 16,1-3 5-16,-2 0 0 16,4-2-2-16,-2-2 2 15,3 4-4-15,-1 1 8 16,-2-2-8-16,0 1 4 16,2 4-18-16,-3 5-16 15,1-4 22-15,-3 1 7 16,2 3 4-16,3-1-6 15,-3 2 14-15,3-5-11 16,0-1 10-16,-3-3-12 0,4-1 8 16,3 2-7-16,-2-4 1 15,0 2-24-15,-3 0 12 16,3 0 16-16,-2 4 1 16,0-2 5-16,-6 2-12 15,8 0 13-15,-3 2-13 16,1-2 10-16,2 0-8 15,2 2 2-15,0-2 2 16,0-4-2-16,0 2 4 16,0-2-9-16,0-2 22 15,0 0-23-15,0 2 16 16,0-2 0-16,0 4-5 16,0 0 2-16,0 3 2 15,0 1-5-15,0-2 3 0,0-1 1 16,2-1-12-16,-2 2 15 15,4-1-12-15,-1-1 3 16,-1-3-3-16,0 1 3 16,3 5 1-16,0-6-1 15,-1 4 3-15,2-1-5 16,3-1 10-16,-2 5-16 16,2-1 12-16,2-1-10 15,1 1 7-15,-2-2-1 16,1-1 0-16,-1 4-5 15,-2-4 4-15,-3 3 2 0,5 2-4 16,-2-1 12-16,-4 3-14 16,3-2 5-16,-3-1 0 15,2 1 2-15,2-6 1 16,1-1-6-16,-3 0 6 16,3 0-8-16,-2 0 13 15,2 3-14-15,-1-6 11 16,6 8-10-16,-3-6 7 15,-2 5-2-15,7 5 0 16,-5-6 2-16,0 3-5 16,2 1 7-16,-6-4-9 15,5 3 12-15,-4-3-9 16,1-2 4-16,-1 2 2 16,0-3-1-16,-2-2-3 0,3 7 0 15,3 2 6-15,-4 5 0 16,5 1 1-16,1 2-5 15,-1-3 0-15,-2-4-4 16,1-4 2-16,-4 0 0 16,-1-3 1-16,-3-2-1 15,4 1 4-15,-4 2 0 16,2 0 4-16,1-1-8 16,2 2 10-16,-2-1-7 15,-1 0-1-15,3 4 3 16,3 1-3-16,-1 0 3 15,2 4-3-15,0-6 3 0,0 4 7 16,3-5-18-16,-5-3 12 16,3 0-12-16,-1-3 6 15,-4 2 0-15,7-2 3 16,-5 2-3-16,3 2 6 16,-2 2-1-16,7 2-5 15,-2 0 4-15,1-1-2 16,-1 4-1-16,4-3-1 15,-5-1 0-15,6 4 0 16,-2-3-4-16,-3-2 9 16,-1 0-6-16,-5-4 14 0,-1 0-19 15,0-2 7 1,1 1-2-16,-1 2 2 0,7 1-1 16,-3 4 0-1,3 3 0-15,6 2-5 0,-1-1 10 16,0 7-8-16,3-2 9 15,-1 2-9-15,-1-5 3 16,-6-3 0-16,4 0-5 16,-9-5 4-16,5-3 1 15,-2 3 0-15,-4-1-2 16,7 1 18-16,-2-2-22 16,4 1 8-16,0 0-4 15,0-5 2-15,3 2 0 16,-2 0 1-16,4 2-1 0,2-3 0 15,-3 6 4-15,-2-1-5 16,-2 2 2-16,1-2-2 16,-2 0 4-16,-1-1-6 15,3-5 3-15,-2-2 0 16,-1-2-2-16,5-2 5 16,-1 0-6-16,-2 3 11 15,0 0-11-15,-2 2 6 16,-2-1-6-16,5 5 2 15,0-1 1-15,3 2-5 16,-1-2 10-16,-2-1-11 16,0 0 7-16,-1-1-10 15,0 2 17-15,0-3-17 0,0 1 11 16,0 3-4 0,0-3-4-16,1-2 1 0,-2 0 5 15,2-2-9-15,-6-1 7 16,1 2-3-16,-1 1-1 15,-1 0 6-15,-4 1 0 16,1 2-5-16,1-1 4 16,-1-6 1-16,3 1-3 15,-1-1 3-15,5 0-9 16,-3 0 7-16,5 3 4 16,-2 0-4-16,0 6 3 15,0-1-2-15,-3-2-2 16,-4 1 1-16,1-6 1 15,-4-1-14-15,-1 0 15 0,3 0-4 16,-2 0 1-16,1 1 6 16,5 2-2-16,-1 3 0 15,0-3-2-15,3 2 1 16,6-3 0-16,-5 0 0 16,2-2 1-16,-2 0-5 15,-3 0 11-15,1 0-13 16,-1 4 8-16,-1-2-3 15,5 2 1-15,-7-2 0 16,7-2-2-16,-5 0 1 16,1 0-5-16,-1 0-13 15,3 0 9-15,-3 0 2 16,0 0 7-16,-1 0-8 16,1 0 5-16,-9 0 4 0,10 0 1 15,-3 0-1-15,-5-2 6 16,10 0-12-16,-5-6 12 15,3 2-12-15,1 0-10 16,-1 0 16-16,1 1-16 16,-6 0 9-16,0 3 5 15,0-2 4-15,0 4-5 16,0-4 3-16,0 0 0 16,-1 2 0-16,-1-4 0 15,-2 6 1-15,6-4-3 16,-5-1 0-16,3 4 2 0,-2-1 1 15,-2-1 3-15,3 2-2 16,-3-1-1-16,-3-3-2 16,10 2 4-16,-8-3-3 15,5 4 0-15,-1-3-3 16,0 4-1-16,-4 1 8 16,-2-2 4-16,2 2-3 15,1 0 7-15,-1-2-12 16,3-2 0-16,2-1 0 15,-2-1 0-15,3 0 4 16,-2-1-2-16,-4 0 0 16,-2 4 2-16,1-4 8 15,-1 7-9-15,0 0 4 0,4-1 1 16,1-6 4-16,2 1-9 16,-2 0-2-16,-1-1-2 15,-1 2 3-15,-3 1-5 16,-2 4 7-16,0-4-8 15,0 4 8-15,0 0-1 16,0 0 0-16,0 0-3 16,0 0 0-16,0 0 2 15,0 0-7-15,0 0 10 16,0 0-6-16,0 0 10 16,0 0-15-16,0 0 8 15,0 0-4-15,0 0-10 16,2 0 0-16,-2 0-12 15,0 0 4-15,0 0 20 0,0 0 0 16,0 0 6-16,0 0-5 16,0 0 9-16,0 0-10 15,0 0 0-15,0 0-22 16,0 0-4-16,0 0 23 16,0 0 3-16,0 0 7 15,0 0-2-15,0 0 35 16,0 0-36-16,0-5-4 15,0 0-61-15,-2-3-174 16,-11 2-403-16</inkml:trace>
  <inkml:trace contextRef="#ctx0" brushRef="#br0" timeOffset="213602.26">19965 7120 80 0,'0'0'1'0,"0"0"41"0,0 0 9 0,0 0 6 0,0 0 28 15,0 0 10-15,0 0-41 16,-62 11-15-16,55-10-4 16,-2 5-5-16,0-2-10 15,2 3-11-15,1 1-9 16,-5-5-21-16,7 1 13 16,-6 3 7-16,4-1-8 15,-3 2 18-15,3 1 10 16,-4 1 3-16,-1-1 26 0,3-1-4 15,-4 0-23-15,3 4-21 16,1-4 4-16,-2 4-9 16,1-2 11-16,5 0-11 15,0 0 8-15,-3 0-6 16,2 2 3-16,1 4 0 16,-3-3-1-16,1 4 3 15,-6-2 0-15,8-4 6 16,-1-1-16-16,1 2 16 15,2-2-8-15,-2 2 0 16,1 2-4-16,-3 2 4 16,3 0 0-16,-2 1-7 15,3-2 14-15,0 0-10 0,2-2 10 16,0-1-13 0,0 7 6-16,0-6 0 15,0 5 0-15,0-4 0 16,0 5-9-16,0-3 9 0,0-2 0 15,4 2 3-15,4 0-6 16,3 2 8-16,-3 2-14 16,1 0 16-16,1 0-13 15,-2 0 6-15,1 4 0 16,3 0 0-16,-4-4 3 16,3-4-2-16,3 1 6 15,-5-4-14-15,7-3 4 16,-6-2-2-16,1 1-7 15,1-4 7-15,-3 0 4 0,-1-2 0 16,4 0-3-16,-3-1-8 16,1-2 8-16,6 1 1 15,-3-1 0-15,6 0 3 16,-2 0-3-16,-1 3 1 16,7-2 2-16,-6 2-5 15,1-2 4-15,-3 4-2 16,1-3-20-16,4-2 8 15,-2 0-1-15,4 0 5 16,-2 0-14-16,0-2 5 16,1-7 6-16,-4 2 14 0,-3 3-6 15,1-3 9 1,-1 2-7-16,-3 1 8 0,2-5-8 16,-2 1 8-16,0 2-8 15,-2-5 4-15,5-4-6 16,-4 4 2-16,-1-2-8 15,1 6 12-15,-4-2 0 16,-2 5 13-16,3-2 11 16,-3 0-5-16,4-2-19 15,-4-3 0-15,7-4-1 16,-5-3 3-16,4-2-1 16,-1-4 0-16,-1 5-2 15,-4 6 2-15,2 1 16 16,-6 4 27-16,0 2 7 15,0-1-16-15,0 0-25 0,0-5-10 16,0-4 5-16,2-3-14 16,2 0 6-16,-2-2 3 15,-2 10-1-15,3-3-1 16,-1 0 2-16,-2 5 0 16,0 1 5-16,0-1-4 15,0-1 0-15,0-3 3 16,0 0-8-16,0-4 11 15,-7 1-16-15,-5-2 17 16,6-2-8-16,-3 4 16 16,1 2-13-16,-2 0 11 15,2 1-7-15,-1 0 11 16,-1-1-17-16,2-5-2 16,1 8 3-16,1-3-2 0,-1 0 0 15,4 5-3 1,-6 3 2-16,7-3 2 0,-2 5-4 15,0-4 12-15,-3 4-9 16,-5-2 5-16,6-4 19 16,-7 5-11-16,1-2 14 15,4-1-26-15,-3 6 9 16,1-2 0-16,2-3-9 16,3 7 13-16,-1-4 3 15,-4 4 0-15,2-3-17 0,-1-1 0 16,-3 0 2-1,1-3-2-15,1 1 0 0,-4 1 2 16,1 1-4-16,-1-3 15 16,1 7-7-16,0-3-4 15,3-1 23-15,0 0-19 16,1-1-2-16,-3 0-3 16,-1 3-2-16,5-1-2 15,-4 3-1-15,1 0 4 16,1 0-1-16,2 0-4 15,-3 0 10-15,7 0-8 16,-4 3 3-16,0 0 0 16,3 3-1-16,1 1 6 0,2-2-11 15,0-3 12 1,2 5-20-16,-2-3 12 0,-1-3-3 16,3 5-20-16,0-3 25 15,0-2-3-15,0-1 3 16,0 0 0-16,0 0-9 15,0 0 5-15,0 0 8 16,0 0 0-16,0 0-3 16,0 0 11-16,0 0-6 15,0 0-6-15,0 0 0 16,0 0-2-16,0 0-2 16,0 0 8-16,0 0-8 15,0 0 10-15,0 0-12 16,0 0 0-16,0 0 5 0,0 0-6 15,0 0 4 1,0 0 2-16,0 0 2 0,0 0-6 16,0 0-6-16,0 0-23 15,0 0-29-15,0 0-14 16,0 0-34-16,0 0-99 16</inkml:trace>
  <inkml:trace contextRef="#ctx0" brushRef="#br0" timeOffset="-213714.05">20925 8059 25 0,'0'0'225'0,"0"0"-214"0,0 0-11 15,0 0-8-15,0 0 0 16,0 0 8-16,5 6 4 15,0-6 29-15,-5 4 16 16,0-2-17-16,0-2-24 16,0 0 46-16,2 0 20 15,-2 0-28-15,0 0 11 0,0 0-17 16,2 0 33 0,-2 0-22-16,0 0 5 0,0 0-21 15,0 0-1-15,0 0-20 16,0 0-10-16,0 0 1 15,0 0-2-15,4 0 7 16,1-6-4-16,1-4 1 16,2 0-6-16,0-3 11 15,3 0-11-15,-1 1 0 16,0-1 1-16,-1 4 3 16,7-1-6-16,-5 2 4 15,3 6-6-15,-3 2 1 16,-3 0-2-16,4 0 3 15,-3 0-13-15,1 3 10 0,2 8-8 16,-5-2 10-16,-3 4 4 16,0-1-3-16,-4 6 15 15,0 0-24-15,0 2 13 16,0-1-4-16,-8 2 2 16,-4-5 2-16,3-5-3 15,5-6 0-15,0 1-3 16,4-2-4-16,-3-2 3 15,1 2-27-15,2 0-16 16,0 3-3-16,0-3 20 16,0 0 14-16,0 1 5 15,0 5-11-15,11-4 16 16,7 2-2-16,4 0 8 0,5 3-10 16,2 0-11-1,-5-1-17-15,-3 5 22 0,-8-1 15 16,-5 1 1-16,-3 2 4 15,-5-4 28-15,0 4-19 16,0-3 45-16,-2 2-22 16,-14 0 18-16,-6 2-46 15,-9 2-1-15,-5-2 5 16,-1-2 1-16,-1-2 14 16,4-4-6-16,8-2 1 15,8-4-15-15,5 0-14 16,3-1-33-16,1-3-147 0,-1 0-255 15</inkml:trace>
  <inkml:trace contextRef="#ctx0" brushRef="#br0" timeOffset="-212742.81">21529 8169 448 0,'0'0'94'0,"0"0"-53"0,0 0 14 0,0 0-31 16,0 0-20-16,0 0-2 16,0-12 4-16,0 8 2 15,0 4 2-15,-8 0 39 16,1 0-24-16,-5 0-5 15,-1 0-16-15,0 0 29 16,-5 0 19-16,0 4-14 16,3 4-22-16,-1 1 0 15,12-2 3-15,-3-3-18 16,3 4 10-16,2 0-3 0,-4 2-16 16,4 1 11-16,2-2-6 15,0 2 3-15,0-2 0 16,0 2 2-16,0 1-2 15,0-3 0-15,14 1 4 16,-1 0-5-16,7-1 6 16,1 1-8-16,-2-3 4 15,2 4-2-15,1-1 1 16,-5 2 0-16,2 0-1 16,-2-3-2-16,-1 2-4 15,-3-4-3-15,-3 2 8 16,0-1-15-16,-1 0 17 0,0 2-5 15,-2 0 1 1,0 1 2-16,-5 4 2 0,0-1-3 16,-2 0 9-16,0 0-4 15,0-2 1-15,0 0 2 16,0 0-4-16,0 0 6 16,0 0-5-16,-4 1 0 15,-5 0 9-15,-1 0-11 16,2-2 4-16,3 0 3 15,-1-8-2-15,4 0 0 16,-8-3-5-16,-1 0 0 16,-5 0-23-16,-1-10 22 15,-3-4-10-15,2-2 2 0,0 6-43 16,3-7 13 0,3-1-40-16,1-4-57 0,5-2-33 15,-2 0 62-15,6 1-18 16</inkml:trace>
  <inkml:trace contextRef="#ctx0" brushRef="#br0" timeOffset="-212080.88">21558 8168 263 0,'0'0'195'0,"0"0"-106"0,0 0-19 0,0 0 40 0,0 0 12 16,0 0-48-16,0 0-15 15,11 0-24-15,-1 0 1 16,0 4-13-16,1-2-3 0,5 3-20 15,2-3-5 1,-2 2 5-16,2 2 0 16,-3-4-6-16,-2 4-17 0,1-6 11 15,-6 2-19-15,2-2 31 16,-8 0-14-16,0 0-12 16,5 0 1-16,-5 0-10 15,-2 0-22-15,0 0-13 16,0 0 7-16,0 0-50 15,0 0-146-15</inkml:trace>
  <inkml:trace contextRef="#ctx0" brushRef="#br0" timeOffset="-210067.13">10099 11700 361 0,'0'0'182'0,"0"0"-125"0,0 0-47 0,0 0 1 16,0 0 4-16,0 0-8 16,5 25 46-16,-5-19 33 15,0 3-2-15,0 5-57 16,0 3-17-16,0 6-10 16,0 8 0-16,0 5-3 15,4 2 4-15,2 2-8 16,0-3 8-16,2 1-1 15,3-6 2-15,1-9-2 16,3-5-2-16,3-9 1 16,4-9-24-16,7 0-31 15,6-21 52-15,4-25-23 16,9-18-45-16,4-12 10 16,0-12 24-16,0 1 38 0,0 4 8 15,-5 2 56-15,-7 9-18 16,-7 12-37-16,-6 15-9 15,-14 22-52-15,-6 16-76 16,-7 7-96-16,0 0-99 16</inkml:trace>
  <inkml:trace contextRef="#ctx0" brushRef="#br0" timeOffset="-207202.5">5273 13758 33 0,'0'0'103'0,"0"0"-21"0,0 0 35 0,0 0-4 15,0 0-51-15,0 0 7 0,0-17-17 16,0 17-26 0,0 0-6-16,0 0 25 0,0 0-14 15,0 0 26-15,0 0-41 16,0 0-10-16,0 0-5 15,0 0 3-15,0 0 0 16,7-1-3-16,6 0 3 16,3 1 0-16,8 0 15 15,7 0-17-15,3 0-1 16,3 0-2-16,4 0 2 16,1 2-3-16,3 9 4 15,-1-7-3-15,-4-4 7 16,-3 0-9-16,-6 0 3 15,0 0 0-15,-9 0 0 0,5 0 2 16,-7 0 3-16,5 0 11 16,-6 0 10-16,1 0-12 15,1 0-7-15,-8 0-1 16,-7 0-5-16,-1 0 2 16,-3 0-2-16,-2 0 2 15,0 0-3-15,0 0 0 16,0 2-23-16,0-2-15 15,0 8-57-15,0 0-23 16,0 1-79-16</inkml:trace>
  <inkml:trace contextRef="#ctx0" brushRef="#br0" timeOffset="-200342.13">20748 6934 108 0,'0'0'225'0,"0"0"-175"0,0 0-35 0,0 0 78 0,0 0-21 16,0 0-9-16,0 0-61 16,-29 0 4-16,24 0 3 15,0-4-5-15,1 2 30 16,-3-4 18-16,1 4 9 15,-5-2-39-15,-1-2 36 16,-3 6-32-16,1-4 4 16,-5 1-14-16,7-2-9 15,-3 1-7-15,5 0 0 16,-1 2 8-16,5 0-8 0,-3-2 0 16,-5 0 8-16,1-5-11 15,-7 6 3-15,2-4 0 16,-4 2 3-16,0-3 2 15,3 4 19-15,2 0-14 16,1 0 26-16,1-1-30 16,-3 1-12-16,1 4 8 15,-8 0-5-15,2 0 5 16,1 0-4-16,0 0 0 16,0 0 2-16,-3-2-3 15,0 1 11-15,1-2-6 16,-2 1 0-16,-3 2 8 15,0 0-10-15,0 0-1 16,-5 0 0-16,5 5 1 0,2 2-5 16,-4 2 11-16,4-1 9 15,0 2-11-15,1-3 12 16,0-1-3-16,1 3-8 16,-2 3-3-16,0 1-2 15,-2 0 0-15,-2 5-7 16,2 1 7-16,2-2-9 15,2 1 3-15,2-6 9 16,-2 2-12-16,2-4 14 16,-1 0-5-16,0 3 0 15,-3-4 3-15,-2 3-9 0,2 0 12 16,-8 5-12 0,-4-1 13-16,1 2-13 0,-4 1 8 15,5 3-4-15,-6-2-1 16,5 3 2-16,-2-3 0 15,9-2-1-15,0 3-9 16,2-3-2-16,4 1 6 16,1 1 14-16,3-4-9 15,2 2 2-15,-4-1-5 16,3 6-4-16,-4 3-27 16,-3 2 23-16,0 2-15 15,-2 0 21-15,3 3-11 16,3-7 11-16,-1-4 12 15,4 0-9-15,2-6 8 16,-2 2 1-16,0-4-5 16,-1 2 0-16,0 1-10 0,0-2 18 15,-1 5-10-15,2-1 4 16,-2 2-2-16,4 1 7 16,-2-2-7-16,2 3 0 15,-1-2 0-15,-2 1-1 16,1 2 8-16,0 2-14 15,2-1 19-15,2-1-17 16,1-1 10-16,2-2-8 16,3-1 3-16,0-4 0 15,3 5 0-15,0 0 1 16,-2 1-3-16,3 0 3 0,-1 1-9 16,-5 6 16-16,-1-1-13 15,0 1 9-15,6-6-4 16,-2 0 10-1,3-5-5-15,-1-2-5 0,2-2 8 16,5-5-18-16,0 2 10 16,0-2-2-16,0 2-10 15,0 5 11-15,0 4-2 16,0 0 0-16,0 2 5 16,0 0-2-16,0-2 0 15,0-4 2-15,0-3-12 16,0-5 15-16,0 5-6 0,2-1 1 15,8 5 0-15,-4 0-6 16,1 4 7-16,-1-3-1 16,-3 1 1-16,6 0-1 15,-5-3 13-15,1 3-19 16,1-3 12-16,-4 4-12 16,6-2 5-16,-2 1-1 15,-1-1 1-15,-1 0 1 16,5 0 0-16,-2 1 3 15,2-2-3-15,-3-1 0 16,1-4 0-16,2 0-1 16,-4 0-9-16,10-2 8 15,-4 2-9-15,2-2 10 16,3 0-4-16,-3-1-4 16,6-4 10-16,-4 1-1 0,3 1 0 15,-3 0-2 1,1 1 1-16,-1 0-12 0,-1 2-2 15,-5 1 13-15,6-5-9 16,-1 0 22-16,-1-2-10 16,3 1 8-16,-5-1-6 15,-1 0-1-15,6 0-2 16,-7-4 0-16,5 5 2 16,-3-1-7-16,3 0 11 15,-1-3-7-15,2 6 9 16,1-4-8-16,-3 6 5 15,5-3-4-15,-5-2 0 0,3 2-2 16,-1-2-3 0,-1 0 4-16,-1-4-3 0,3 4 15 15,-3-4-7-15,5 2 7 16,-5-2-12-16,3 0 8 16,-1 3-9-16,-1-3 1 15,4 5-4-15,-2-3-2 16,1-2 12-16,1 0-12 15,-3 0 16-15,1 0-10 16,-1 0 1-16,4 0-1 16,1 0-7-16,2 0 4 15,2 0-18-15,3 0 14 16,2-2-6-16,-2-3 10 0,2 2 0 16,-4 1 6-1,-1-2-6-15,-2 2 6 0,-1-3-7 16,-2 0 4-16,1-4 0 15,-1 2 0-15,0-4-1 16,1 3-6-16,1 3 10 16,-4-1-7-16,-1 3 4 15,4-1-3-15,-2 4 3 16,0 0 0-16,-1-4 0 16,4-1 0-16,-4-4-6 0,8-1 13 15,-5 1-14 1,3 0 18-16,-4 1-22 0,1 3-1 15,0 1 4-15,-2 2-1 16,0-1 9-16,-1 2-6 16,4-4 11-16,-2 1-11 15,0-4 12-15,1-2-11 16,-1-3 6-16,4-4-2 16,-5-1-17-16,6 0 8 15,-6 2 9-15,0 4 1 16,-3 3 10-16,-4 4-3 15,1 2 16-15,3-4-23 16,-1 1 11-16,-1-4-9 16,3-4-4-16,-1 0 0 15,1-2-33-15,1-3-23 0,2 2-13 16,-4-1 57-16,1 2-13 16,-1 0 25-16,3-3 4 15,0-1 12-15,4-3-12 16,-2-2 2-16,3 1-4 15,6 0 6-15,-5 2-5 16,0 7 6-16,-3 0 38 16,-2 3-39-16,-7 0 5 15,5 2-6-15,-5 0-10 16,5-6-3-16,-1-1-27 16,-3 0-4-16,3-1 6 15,-3 2 14-15,1 4 19 16,-3 0 3-16,-2 2 27 15,2-2 30-15,-2-4-31 0,2-3-24 16,3-3-5 0,-1-1-2-16,1-2 2 0,-4 1-59 15,-1 2 4-15,1 4 35 16,-4-2 20-16,-2 4 5 16,1 2 51-16,-3 1 8 15,0 0-28-15,2 1 10 16,2-4-26-16,-2 0-5 15,3-4-11-15,-1 0-8 16,3-4 7-16,2 4-7 16,2 2 3-16,-1-2 1 15,-3 2 5-15,-1 0-4 0,1 4 8 16,-4-5 0-16,0 8-18 16,-3-3 12-1,0-1-11-15,4 8 16 0,-3-4-1 16,1-2-4-16,-2 0 14 15,5-3-15-15,0-4 1 16,4-4-6-16,-3-3-2 16,2-2-8-16,1-1-24 15,-3 4 12-15,2 5 14 16,-4 12 11-16,-3 0 23 16,-1 2 15-16,0-2 16 0,0 2-27 15,0-7-5 1,0-3-18-16,1-1-8 0,2-1-15 15,1 0 3-15,-1 2-6 16,-1 1 4-16,-2 5 9 16,2-1 9-16,-1 2 5 15,-3 0 0-15,2-1 12 16,-2 1-15-16,0-7 31 16,0 0-33-16,0-2 2 15,0-3-2-15,0-4-1 16,0 4-3-16,0 2 8 15,0 8-12-15,0-1 17 16,0 3 0-16,0 1-9 16,0-4 1-16,-5 1 1 15,-1-4-2-15,2-1 0 16,-3-1-2-16,-2 1-2 16,4 2 4-16,-1 2-3 0,-3 2 2 15,-1-6 1-15,6 7 0 16,-4-2 0-16,-1 2 0 15,-3-2 1-15,-1 0-3 16,2-2 8-16,0 2-7 16,0 6 10-16,4-2-2 15,-4 2-5-15,0 0 14 16,-2-2-14-16,-1-2-2 16,1-2 0-16,-1 4-2 15,3-4-4-15,0 3 12 16,-2 1 1-16,0 3 17 15,-1 1 11-15,-1-2-18 0,3 6-11 16,-1 0-6 0,-1-4-1-16,1 0-9 0,0-2 1 15,-3-1-2-15,-4 5 6 16,0 2 1-16,-2 0 1 16,-3 0-2-16,3 0 5 15,0 0-1-15,1 0-9 16,4 0-18-16,-3 0 28 15,-5-4-1-15,-2-2-2 16,6 4 6-16,-6 2-2 16,2 0 19-16,-4 0-5 0,2 0-11 15,0 2-4 1,3 4 0-16,4-6 4 0,0 0-12 16,5 0 4-16,-1 0 0 15,-3 0 8-15,0 0 0 16,-1 0 10-16,-3 6-11 15,-1 3 5-15,0 0-1 16,-3 2-7-16,0-2-5 16,-2 4 0-16,0-3-2 15,2 2 4-15,3-4-13 16,2-1 10-16,-1 2 0 16,1-1-2-16,-2 0 8 15,-1 2-10-15,3 1-5 16,-5 0 23-16,9 1-10 0,-6 0 4 15,1-2-4 1,-4 8-1-16,0-4-4 0,-4 6-21 16,0-2-5-16,-2 0 33 15,-1 3 0-15,5-2-2 16,0 2 10-16,3-3-16 16,0-1 8-16,-1 2 0 15,2-4 3-15,-2 1 0 16,2 3 1-16,-1 3-1 15,0 0 12-15,-3 2-10 16,0-2-7-16,2 0 2 16,0 0 0-16,4-2-10 15,-1-2 6-15,2-2-7 16,2 0-11-16,-3 2-3 16,8-4 10-16,-1 4 10 0,1-1 10 15,1 1 0-15,1-4-5 16,-3 5 1-16,3-2-1 15,0-2-20-15,-3 7-64 16,3-5-38-16,-3 1 11 16,5 2 9-16,-7-1 32 15,1 0-33-15,-6 5 27 16,1-4 76-16,-1 4 22 16,1 0 22-16,-2-1-44 15,6-1 0-15,-2 1 1 16,0-2-11-16,-1 0 10 0,6 1-13 15,-1-1-12-15,3-1-6 16,-1 2 21-16,-1-3 10 16,2 4 10-16,-1-4 50 15,4 0-19-15,0-3-38 16,-1 1-3-16,5-2 2 16,-3 3-2-16,-1-1 34 15,2 4 19-15,-3 0 3 16,-1-4-53-16,1 4-4 15,-2-3 7-15,4 0-12 16,0 0 14-16,3 1-12 16,-4-2 4-16,6 0 0 15,-3 0 0-15,-1-1 2 16,1 0-4-16,2 0-24 0,1-2-101 16,-1 4 30-1,1-2 97-15,2 2 45 0,0 2 3 16,2 0-48-16,0 2-1 15,-2 2-85-15</inkml:trace>
  <inkml:trace contextRef="#ctx0" brushRef="#br0" timeOffset="-200242.34">18105 8735 3 0,'0'0'44'0,"0"0"-36"0,0 0-8 15,0 0-26-15,27 103-3 16</inkml:trace>
  <inkml:trace contextRef="#ctx0" brushRef="#br0" timeOffset="-200158.78">18250 8951 47 0,'0'0'0'0,"0"0"-14"16</inkml:trace>
  <inkml:trace contextRef="#ctx0" brushRef="#br0" timeOffset="-199808.07">19054 9262 104 0,'0'0'76'0,"0"0"-51"16,0 0-25-16,115 0-1 16,-83-13-64-16,2-8 8 15,1 0 39-15,1 2 18 16,-1 3 97-16,-3 7-25 0,-1 6-36 15,-4 0-36-15,-5 3-10 16,7-3-42-16,-3-2-7 16,-1-6-45-16</inkml:trace>
  <inkml:trace contextRef="#ctx0" brushRef="#br0" timeOffset="-197843.6">19914 8947 104 0,'0'0'158'0,"0"0"-105"16,0 0-42-16,0 0 18 16,0 0-14-16,118-58 15 15,-87 40-20-15,-2 2-10 16,7-7 15-16,-2 0-8 0,1-4 17 16,-4 3-24-1,-2 4-12-15,-2-1-1 0,-1 3 6 16,-3 1 14-16,-5-1 8 15,4 0 29-15,-4-4 5 16,2-1-33-16,-1-2-15 16,4-1-1-16,-3 0-2 15,5 1-13-15,-3-2-17 16,0-1 30-16,-3 4-8 16,-2 0 10-16,-1 0-4 15,-1-1-10-15,-3 0 13 16,-1 0-18-16,-3 0-14 0,1-2 2 15,-2 4 31 1,4-6 11-16,0 1 11 0,3-1 21 16,1 0-5-16,-1-2-2 15,5 4-27-15,-7-1 1 16,1 1-1-16,-1 1-12 16,-4 1 3-16,5 0-4 15,-3 6-6-15,1-2 10 16,-3 10 2-16,-3-2 0 15,2 6 52-15,-3-6-10 16,3 1-1-16,-3-2-23 16,3-4-20-16,0-6-26 0,2-4-41 15,4-3-23 1,3 6 2-16,-3 0 59 16,-2 8 29-16,-2 3 82 0,-5-1-40 15,-2 8 12-15,1-5-22 16,-3-1 6-16,0 1-37 15,0-3-1-15,0-4-12 16,0-1-17-16,0 0 14 16,0 5-8-16,-5 3 23 15,1 1 15-15,2 1 16 16,0 0 6-16,-3-1-4 16,5-8-11-16,0 0-21 15,0-2-2-15,0 1 5 16,0 4-6-16,0 2 12 15,-5 2-10-15,1 1 44 0,-5 4 18 16,3-4-57-16,-1-2-5 16,0-4-13-16,2 0-24 15,-1-3-55-15,6 1 32 16,0 6 60-16,0 2 11 16,-2 6 12-16,2-1 26 15,-5 6 22-15,3-3-40 16,-2-3-30-16,-3-6-1 15,2 0-65-15,1-2 46 16,0 0 8-16,-3 4 2 16,-2 0 18-16,2 2-7 15,-2 3 32-15,1-1 25 0,-4-3-19 16,3-1-35-16,-1-2-5 16,-2-6 0-16,3 6-4 15,1-2-15-15,3 2 14 16,0 6 6-16,1 5-1 15,-3 1 26-15,1 0-5 16,-1 0-8-16,-2 0-8 16,2 0-6-16,3 0 5 15,0 0-8-15,-3 0-14 16,-3-6-4-16,4 1 13 16,0 3 9-16,-3 2 10 15,-3-4-7-15,1 4-6 16,-3-2 7-16,4-4-9 0,-3 2 15 15,1-4-5-15,-1-4-5 16,7 5-3-16,-4-2-13 16,1 3 14-16,1 4 2 15,-2 2 8-15,-3 0 29 16,7 0-37-16,-6 0 7 16,1 0 3-16,5 0-18 15,-1 0 8-15,0 0 0 16,-2 0-2-16,3 0 3 15,-8 0-11-15,5-2 20 16,-2 2-6-16,-3 0 5 16,1 0 12-16,-3 0-20 15,-1 0-1-15,8-2 0 16,2-2 0-16,5-1-1 16,-3 1 0-16,1 1-8 0,-2 0 13 15,4 3-11 1,-1 0 13-16,3 0-6 0,0 0 1 15,0 0-1-15,0 0-2 16,0-2-3-16,0 2 5 16,0 0 0-16,0 0-3 15,0 0 8-15,0 0 0 16,0 0-5-16,0 0 0 16,0 0 3-16,0 0 4 15,0-2-4-15,0 2 4 0,0 0-14 16,0 0 0-1,0 0-2-15,0 0-6 0,0 0 7 16,0 0-3-16,0 0 11 16,0 0 3-16,0 0 0 15,0 0-6-15,0 0-6 16,0 0 7-16,0 0-6 16,0 0 1-16,0-3-7 15,0 3-14-15,0 0 20 16,0 0 8-16,0 0 11 15,0 0-6-15,0 0-5 16,0 0-1-16,0 0-24 16,0 0-83-16,0 0 46 15,0 0 12-15,0 0 24 16,0 0 26-16,0 0 0 0,0 0 5 16,0 0 3-16,0 0-4 15,0 0-3-15,0 0 5 16,0 0-6-16,0 0-12 15,0 0 2-15,0 0 10 16,0 0 0-16,0 0 3 16,0 0-9-16,0 0 1 15,0 0 2-15,0 0-3 16,0 0 6-16,0 0 1 16,0 0 20-16,0 0-1 15,0 0-18-15,0 0 4 16,0 0-2-16,0 0-4 0,0 0 4 15,0 0-5-15,0 0 2 16,0 0 10-16,0 0 27 16,0 0 4-16,0 0-2 15,0 0-18-15,0 0-21 16,0 0-1-16,0 0-13 16,0 0-34-16,0 0 29 15,0 0-15-15,0 0 21 16,0 0 12-16,0 0-35 15,0 0-21-15,0 0-140 16</inkml:trace>
  <inkml:trace contextRef="#ctx0" brushRef="#br0" timeOffset="-195512.73">20048 7227 160 0,'0'0'165'0,"0"0"-132"0,0 0-30 15,0 0 21-15,0 0-9 16,0 0-4-16,0 0-11 0,15-63 4 15,-15 63-4-15,0-4 8 16,0 4 54-16,0-1-8 16,0-1-29-16,0-2 1 15,0 0-16-15,0-1-1 16,0 2-2-16,0-2-14 16,0 5 15-16,-2-4 3 15,-3 4 20-15,-1 0-7 16,2-4-22-16,-3 0 12 15,-3-2 26-15,2 1-21 16,-3-2 16-16,1 1-17 16,0 3 33-16,-1 3-18 0,-1 0-14 15,1 0-8 1,-2 0-11-16,2 2-8 16,-2 9-18-16,-3-1 15 0,5 1 0 15,0-1 5-15,-1-2 12 16,1 6-3-16,3-2 3 15,-4 1 9-15,3 6-11 16,-1-1-3-16,-2-2-2 16,1 4 10-16,5-7-21 15,-2 5 24-15,0-1-18 16,5 2 12-16,-3-2-3 16,-4 3 4-16,0 0 10 15,5-2-16-15,3-2 5 0,2-2 8 16,0-2-10-1,0 2 5-15,0-1-8 0,0 3 1 16,2-5-1-16,0 6-1 16,-2-1-3-16,0 5 3 15,3 1 0-15,1-1 7 16,0-1-14-16,1-6 0 16,0-2 6-16,1-2-1 15,-1-1-6-15,3 8 6 16,-4-5-2-16,4 4 4 15,-2-2-1-15,5 0-5 16,1 1 3-16,-3-7-2 16,1 5-12-16,0 1 15 15,1-1-9-15,-3-2 10 16,6 1-14-16,-1-2-7 0,1 1 19 16,-1 1-41-16,2-1 5 15,-3-1-18-15,3 2 36 16,-3 5 5-16,1-10 14 15,-1 1-5-15,1 1-8 16,2-8 7-16,-1 2 8 16,3 1 1-16,1-3 9 15,2 6 12-15,-2 0-21 16,0 0 2-16,-1 1-3 16,-1-5-10-16,-3 1 6 15,3-4-19-15,-1 0 20 16,6 0 3-16,1 0-4 15,-2-1 8-15,-4-3-3 16,-1 0 1-16,-3-2-3 0,1-1 8 16,1 0-14-16,-1-5-1 15,3-1-22-15,-1 2-10 16,3-3 19-16,-5-1 13 16,3 1 16-16,-7 4-7 15,-3 3 1-15,1 3 19 16,-5-5-7-16,5 5-10 15,0-4-4-15,-1-4 2 16,-2 5-5-16,1-6 6 16,2-1-6-16,0-1 7 0,-1 3 2 15,1-1 16 1,-1 1 24-16,-1-1-11 16,-3 2-33-16,3-3-2 0,-1 0 3 15,-2-2 27-15,0-4-8 16,1 2 8-16,-3-3-25 15,2 7 14-15,-2 3-1 16,0-1 12-16,0-1-3 16,0 1-23-16,0-1 2 15,-5-6-4-15,-1 4-4 16,-3-6-3-16,-2 1 2 16,0 1-32-16,-1 2 28 15,-1 3 7-15,4 2 5 16,-2 2 30-16,0 4-26 15,0-8-8-15,-1 6-1 0,4-7 0 16,-1 2-2-16,-1-1 0 16,2 1-5-16,-3 2 5 15,-1 1 2-15,-1 0-8 16,-3-2 8-16,-3 1-3 16,1 0-1-16,5-1-10 15,-6 1 14-15,6-1 0 16,5 5-11-16,-4-1 11 15,1 6 7-15,0-2 25 16,-2-3-28-16,0 2 11 0,-1-4-13 16,-1 0-4-1,3-1-8-15,1-3 10 16,0 4-25-16,2-1 16 0,0 3 9 16,0 6 7-16,0-6 6 15,-6 3-10-15,-1 1-5 16,1-8 2-16,-2 1-11 15,7-2-2-15,-1-2-2 16,1 6-9-16,4 2 8 16,-3 6 16-16,3 0 3 15,-4 0 38-15,-1 0-34 16,-2 0-1-16,-3 8 0 16,3 2-9-16,-1-4 3 15,4-2-5-15,1 1 5 16,-1-1 0-16,4 2 3 15,-5-1 8-15,4 3-4 16,-2 2-1-16,0 2-5 0,1 0 3 16,-2 2-5-16,6-3 1 15,2-4 0-15,0-3 3 16,2-2 1-16,0-2 24 16,0 0-28-16,0 0 21 15,0 0-21-15,0 0-4 16,0 0 4-16,0 0 1 15,0 0-1-15,0 0-12 16,0 0 10-16,0 0-2 16,0 0-3-16,0 0 14 15,0 0-14-15,0 0 5 16,0 0-12-16,0 0-129 0,0 0-95 16,0 0-88-16</inkml:trace>
  <inkml:trace contextRef="#ctx0" brushRef="#br0" timeOffset="-193312.81">18548 8442 224 0,'0'0'27'0,"0"0"-17"0,0 0 30 16,0 0-16-16,0 0 49 15,0 0 25-15,0 0-28 16,4 0 12-16,-4 0-7 16,0 0-9-16,0 0-56 15,0 0-10-15,0-8-1 16,0-2-6-16,0-1 7 16,6 4-6-16,2-3 5 0,1-4 2 15,-1 0-2-15,8-3 6 16,-3-1-14-16,4 3 3 15,-5 0-2-15,0 5-32 16,-1 6 10-16,-2 0 20 16,2 2 10-16,0-2 13 15,2-1-9-15,3-1 8 16,-3 0-9-16,1 1-6 16,-3 5 6-16,-7 0-3 15,4 0 29-15,-4 0 18 0,-2 0-20 16,2 0-24-1,1 3-1-15,-1 0 3 0,-4 3-10 16,6-3 10-16,-2 3-11 16,-2-1 6-16,0 5 0 15,-2 3 0-15,0 3 1 16,0 2 15-16,0-1-13 16,0 0 12-16,0-1-8 15,0-2-14-15,0 2 7 16,0-2 0-16,0 3-6 15,-8 6-12-15,-4 2 14 16,-9 4 0-16,6 3 3 16,-3-1 0-16,-2-4-9 15,2-1-12-15,0-2-23 0,-4 1 2 16,0-3 40-16,-7 4-4 16,6-4 7-16,-4-4 9 15,10-4 21-15,1-10 23 16,5-4-40-16,5 0-13 15,4-4-4-15,-1-12-12 16,1 2-5-16,0 0 21 16,2 0 0-16,0 2 1 15,0-5-4-15,0 0-10 16,4 2-2-16,9-1-10 16,-2 5 18-16,5 5 1 15,-9 6 6-15,-1 0 21 16,-4 0 0-16,10 0 44 0,1 11-25 15,3 7-11 1,4-3-25-16,0 1 0 0,7-6-4 16,-2-5 0-16,1-1-15 15,-2-1-4-15,-3-2 9 16,-1 2 8-16,-7 0 2 16,3 3 0-16,-5 3-2 15,0-3 11-15,0-1-23 16,-4 0-10-16,4-5-3 15,-4 0-33-15,2 0-7 16,-3-2 14-16,1-4-10 16,-3-2-33-16,-4-2-100 0</inkml:trace>
  <inkml:trace contextRef="#ctx0" brushRef="#br0" timeOffset="-192513.8">18992 8650 22 0,'0'0'6'15,"0"0"24"-15,0 0 119 0,0 0-23 0,0 0 8 16,0 0-72-16,2 79-26 16,2-70-16-16,3 2 24 15,4-3-12-15,0-7 5 16,2-1-2-16,1 0-8 16,1 0 6-16,-1 0-7 15,6 0 15-15,0 0-36 16,-3-7-3-16,6-6 6 15,-5 1-4-15,-1-1 1 16,4-6-4-16,-5 1 4 16,-1 0 0-16,-4 3-10 15,-4 0 5-15,-2 1-11 16,-3-4-6-16,-2-2 1 0,0-5-36 16,0-2-8-16,0 0 12 15,0 6 8-15,-5 2 40 16,-2 11 16-16,-2 1 59 15,-2 1-50-15,5 0-25 16,-6-2-15-16,1-2-24 16,3-2-52-16,-4-2-30 15,-1 2-21-15,5 6 26 16,-4 4 116-16,1 2 1 16,-1 0 221-16,-1 3-158 15,0 6 5-15,-1-4-1 16,6 2-58-16,-1-3-10 0,2-2 4 15,0 3 1-15,1 1-3 16,-3 5 7-16,2-3-2 16,-4 0 32-16,7 0-16 15,-5-4 14-15,1 1-19 16,0 1 1-16,1 0-6 16,-1 5-12-16,-4-1 22 15,1 0-19-15,3 2 6 16,-4 4-8-16,3 2 19 15,-2 4-2-15,6 0 12 16,1 0 11-16,-1 0-30 16,3-4-12-16,0-1-10 15,2-5 10-15,0-6-35 0,0-6-29 16,0 0-223-16,0 0-264 16</inkml:trace>
  <inkml:trace contextRef="#ctx0" brushRef="#br0" timeOffset="-189668.15">10135 12653 94 0,'0'0'388'0,"0"0"-352"0,0 0-33 0,0 0 40 16,0 0 27-16,0 0 30 15,0 106-18-15,0-87 1 16,0 0-56-16,0 2 14 16,0 2-28-16,0 8-12 0,0 3 1 15,0 1-2-15,0 6 0 16,0 5 1-16,0-4 11 15,0 0-5-15,0-4 14 16,0-5-15-16,14-8-6 16,-3-3-5-16,4-8 2 15,-1-10 0-15,1-4-18 16,5 0-2-16,7 0 17 16,2-18 3-16,11-14 6 0,5-10-6 15,10-12 8 1,5-14 4-16,5-8-6 15,-1-6-3-15,2-1 0 0,-4 5-39 16,-11 12-19-16,-11 18-124 16,-14 22-28-1,-10 16-1-15,-7 10-4 0</inkml:trace>
  <inkml:trace contextRef="#ctx0" brushRef="#br0" timeOffset="-187352.84">30152 6723 232 0,'0'0'57'0,"0"0"-18"0,0 0 58 0,0 0-38 15,0 0-59-15,0 0 0 16,0 0 3-16,0 0 6 16,2-32-9-16,0 32-20 15,-2 0-15-15,0 0 14 0,2-2 21 16,-2 2 17 0,0 0 44-16,0 0 26 0,0 0 7 15,0 0-55-15,0 0-26 16,0-4-13-16,3 3 0 15,-1-4-2-15,0 1 3 16,-2 2-10-16,0-2 18 16,3 2-11-16,-3 1 8 15,0-2 48-15,0 3-7 16,0-4-31-16,0 4 12 16,0 0-2-16,0 0-7 15,0 0-17-15,0 0-3 16,0 0 2-16,0 0-2 15,0 8 2-15,0 0-1 0,0 2 2 16,0 2-1-16,0 0 8 16,0 1-7-16,-3 0 2 15,1 1 6-15,-3 6-18 16,1 4 16-16,0 5-14 16,-1 1 6-16,3-4 0 15,2 5-1-15,0-10 2 16,0 2-2-16,0-10-1 15,0 5-4-15,0-2 12 16,7-6-13-16,1-2-2 16,-1 0 8-16,2-6 1 15,0 0 0-15,4-2-3 16,3 0 7-16,5-6-10 0,2-15 17 16,6-10-1-16,8-1 1 15,5-10 21-15,7-6-13 16,10-9 14-16,5-2-15 15,5-8-13-15,2 1-5 16,-5 4 4-16,-1 14-5 16,-1 7 1-16,-6 9-6 15,-4 5-8-15,-5 0-1 16,-2-1-4-16,0 3 0 16,-5-2 13-16,0 4 6 15,-6 0 1-15,-4 5 5 16,-13 7-9-16,-9 2 9 0,-2 7-12 15,-6 2 3-15,-2 0-5 16,0 0 0-16,0 0 8 16,0 0 13-16,0 0-5 15,0 0 43-15,0 0-27 16,0 0-5-16,0 0-19 16,0 0 5-16,0 0-5 15,0 0-17-15,0 0-71 16,0 0-288-16</inkml:trace>
  <inkml:trace contextRef="#ctx0" brushRef="#br0" timeOffset="-176878.33">1646 5679 57 0,'0'0'166'0,"0"0"-164"0,0 0-1 0,0 0 24 15,0 0 33-15,0 0 22 16,0 0-2-16,0 84-18 15,0-84 5-15,0 4-38 16,0 0-14-16,0 6-9 16,0 1-5-16,3 4 5 0,-3 3-3 15,0-1 8-15,0 2-9 16,0-1 3-16,0 0 1 16,0 2 25-16,0 4 8 15,0 5-6-15,0-2-12 16,-6 5-14-16,2-1 3 15,-2 1-7-15,1-5-1 16,1 0 6-16,0-1 7 16,-2-2-3-16,2 0 19 15,2 0-5-15,0 0-16 16,2 2-8-16,-2 0 9 16,-1-2-8-16,3 0 1 15,-4 2 1-15,2-2-3 16,0 0 0-16,-6 6 4 0,4 1-4 15,-2 1 0-15,-3 4 0 16,0 0 1-16,-2 4-1 16,-2 2 5-16,-6-2-3 15,2 3 5-15,-8-2-5 16,3 7 31-16,-3 1-21 16,-2 1 3-16,6-6-13 15,-2-6 1-15,-4-3-2 16,5-3-1-16,-4-3 0 15,-3-3 2-15,2 2-7 16,2-5 9-16,5-9-8 0,3 1 8 16,5-10-5-16,3-1 6 15,9-4-6-15,0 0 1 16,0 0-1-16,0-6 1 16,0-12 0-16,0 2-5 15,0 3-2-15,7 7 6 16,4 3-11-16,2-6 6 15,4 4 5-15,4-4 1 16,2 5 0-16,3 3-3 16,4 1-3-16,-4 0-9 15,1 0 7-15,1 14-6 0,-1 13 14 16,2 4 4 0,-4 5-4-16,4 2-1 0,-7 0 1 15,-4-3 1-15,0 2 0 16,-5 3 10-16,-1 0-11 15,-2 3 20-15,1-2-14 16,-1 0 6-16,-6-5-10 16,7-2-1-16,-5-2 5 15,0-1-3-15,0 0 4 16,-4 1-4-16,-2 1 30 16,0 0-8-16,0 3 7 15,0 5-30-15,0 3 4 16,0 0-5-16,0 2-1 15,-2-2 0-15,-2 0 3 0,0 6-8 16,-2-6 10-16,0 2-8 16,-3 1 9-16,7-6-12 15,0 2 6-15,2-2 0 16,0 0 3-16,0-1-2 16,-2 6-2-16,2 2 2 15,0 2-2-15,0 2 0 16,0-7-3-16,0-3 4 15,0-8-6-15,0-4 2 16,0-4-2-16,0-6 2 16,4 1 1-16,5-3-4 15,1-3 5-15,4 2-1 16,4-3-11-16,-4-1 12 16,3 1-3-16,-3-5 1 15,-1-4-4-15,-2-2 8 16,-2-3 2-16,0 0-2 15,-5 0 12-15,6 0-7 0,-6 0-1 16,-2 0 0-16,2 0-7 16,-4 0 3-16,5 0-1 15,-5 0-12-15,2 0-14 16,-2-3 1-16,0-2-32 16,0-4-47-16,-2 8-118 15</inkml:trace>
  <inkml:trace contextRef="#ctx0" brushRef="#br0" timeOffset="-170181.8">6287 6200 236 0,'0'0'0'0,"0"0"0"0,0 0 0 15,0 0 86-15,0 0 8 16,0 0-40-16,0 0-27 16,0 0-22-16,0 0-5 15,0 0 5-15,0 0-9 16,0 0 8-16,0 0 12 15,0-2 5-15,0 0-6 16,0 2 17-16,0 0-11 16,0-2 13-16,0 2-23 15,0-2-11-15,0-2 12 16,0 2-21-16,0 0 17 0,4-2-16 16,6 0 8-16,-1 0 0 15,-3-1 0-15,3 5 1 16,-2-1-3-16,2 1 10 15,1-2-11-15,2 2 6 16,-1 0-3-16,0 0 0 16,1 0 0-16,-2-3 0 15,-1 3-4-15,1-1 3 16,-2-3 2-16,1 4-4 16,-1 0 9-16,4 0-5 15,-1-2 1-15,1 2-1 0,1 0-1 16,-2 0 0-16,5 0 1 15,-3 0 0-15,-2 0-1 16,0 0 3-16,2 0-3 16,-5 0 0-16,0 0 1 15,-1-1 4-15,-3 1-2 16,6 0 6-16,-2-3 1 16,-1-1 14-16,7-2-18 15,-4 0-2-15,1 0 0 16,3 1-6-16,-5 4 8 15,1-2-4-15,0 1-2 16,-1 2 0-16,-1-1-3 16,2 1 4-16,-1 0-1 15,-3-2 0-15,5 2 2 16,-4 0 2-16,0 0-4 16,1 0 1-16,-1 0-1 0,5 0-2 15,-4 0 2-15,-1 0 3 16,1 0 1-16,-2 0-8 15,4 0 8-15,-1 0-7 16,-1 5 6-16,4-1-3 16,-5 1 2-16,5-1-3 15,-6-2 1-15,3 0 0 16,-1 2 2-16,2 0 3 16,-1 2-1-16,1 0 0 15,2 2 23-15,-3-5-3 0,2 3-21 16,-2-1-3-1,0 1 0-15,-3-2 0 0,-1 0 3 16,6 0-3-16,-2 0 0 16,2 0 9-16,-2 3 1 15,2-2 0-15,2-1-9 16,-1-4-1-16,-3 0 0 16,6 0 1-16,-4 0-3 15,2 0 8-15,1 0-10 16,-1 0 14-16,-1 0-12 15,1 4 5-15,0-2-5 16,-1 0 2-16,1 0 0 16,-2 0-1-16,0-2 2 15,-2 0-2-15,-1 0 3 16,0 0-1-16,-4 0 1 0,0 0-4 16,-1 0 1-16,1 4 1 15,-2-4 0-15,0 0 0 16,0 0-3-16,1 0 6 15,-3 0-3-15,0 0 10 16,0 0-14-16,0 0 8 16,0 0 3-16,0 0-4 15,0 0-1-15,0 0-2 16,0 0 1-16,0 0 4 16,0 0 4-16,0 0 7 0,0 0-7 15,0 0-5 1,0 0-3-16,0 0-1 0,0 0 0 15,0 0-6-15,0 0-8 16,0 0-39-16,5 0-26 16,-5-4-71-16,0 0-152 15</inkml:trace>
  <inkml:trace contextRef="#ctx0" brushRef="#br0" timeOffset="-161841.72">19480 5063 13 0,'0'0'100'0,"0"0"-67"0,0 0 4 0,0 0 6 16,0 0-19-16,0 0 14 15,0 0-4-15,0 0 15 16,19-6-4-16,-19 6 2 16,0 0-13-16,0 0 11 15,0 0-7-15,0 0-6 16,0 0 3-16,3 0-21 16,-3 0 3-16,0 0-12 15,2 0 6-15,-2 0-11 16,4 0-3-16,1 0 2 15,-3 0 1-15,-2 0 0 16,3 0 1-16,-3 0 5 16,0 0 0-16,0-6 16 0,0 3-20 15,0-3 23-15,0 3-22 16,0-2 3-16,0-4-1 16,0 3-5-16,-3 0 7 15,-4 0-2-15,1 0 8 16,-1 3-11-16,-2-3 36 15,-2 3-34-15,0-5 9 16,-2 6-12-16,-1-2 1 16,1-2 4-16,3 4-4 15,0-4 14-15,1-2-13 16,-5 0-6-16,3-1 12 16,-2 0-13-16,-3-1 8 15,-2-3 6-15,3 1-7 16,-5 2-3-16,2 1 17 15,-2 0-4-15,0 1-13 0,0 0 3 16,0 1-6-16,-1 2 12 16,0 1-11-16,-6 0 2 15,0 0 0-15,-2 3 1 16,-2-6-1-16,0 0 0 16,-1 1-6-16,3-3 2 15,0 1 8-15,0 4-3 16,0-2 4-16,3 4-2 15,0 0-1-15,-3-2-2 16,-3 0 0-16,1-1-4 0,-5 0 2 16,0-2 4-16,-4-2-4 15,-5 1 12-15,8 0-16 16,-3 3 12-16,9 4-2 16,-3 1-3-16,5 0 7 15,0 0 0-15,0 0-7 16,2 1-1-16,3 4 9 15,0-5-15-15,-1 4 13 16,1-4-11-16,-5 6 6 16,2 0-2-16,-2-2 0 15,-2 5 0-15,-5-1-2 16,1-3 8-16,-1 3-8 0,1 0 7 16,-2-4-8-1,2 3 6-15,3-4-6 0,3 0-4 16,0-2 5-16,0 2 0 15,0 0 0-15,-2 4-2 16,0 5-7-16,0 1 9 16,0 4 4-16,3-3-1 15,-1 0-1-15,2-6-1 16,2-2 1-16,0-3-2 16,8 2-1-16,-1 1 6 15,-3 2-5-15,4 2 6 16,-5 4-8-16,-3-1-3 15,2 2 0-15,4-3-1 16,-2-1 1-16,-1 4 6 16,2-5 1-16,-6 2 4 0,3-2-4 15,-2 4 27-15,2-2-27 16,-2 4 9-16,2-2-9 16,10-2-1-16,-3-2 0 15,10-1-9-15,-1-1 4 16,1-3-16-16,1 1 22 15,-2 2-16-15,-1-2 14 16,1 8-16-16,-5-2 16 16,2 2-5-16,-4 4-1 15,-4 0-5-15,-2 0-20 16,5 2 30-16,-6-1 5 16,11-4-7-16,-6-2 5 0,7 5-1 15,0-4-6 1,0-2-13-16,4 4 3 0,3-6-12 15,-4 4 14-15,4-1 15 16,-5 4-8-16,-2 3 14 16,0 0-8-16,2 0 4 15,1 0 0-15,-4 0 1 16,2-1 0-16,-3 2-3 16,1 0 2-16,2-2-4 15,-1 3 4-15,3-1-5 16,-2 1 11-16,2-4-10 15,-1-4 2-15,3 2 0 16,-3-4-3-16,2 0 6 16,-4 4-8-16,-1 1 10 15,0-3-7-15,-1 3 6 0,-2 2-5 16,-1-4 2-16,2 5-1 16,-5 4 1-16,4-6 0 15,3 0-1-15,-2-2 0 16,3 2-1-16,1 0 7 15,-2 3-6-15,-1-1 2 16,-3-3 16-16,1 4-16 16,0-2-2-16,2 2-4 15,2-4-1-15,0 2 4 16,2 1-16-16,1 0 9 16,-3 2-18-16,7-4-18 0,-3-2 7 15,5 0 14-15,-2 0 7 16,0 2 16-16,-3 0 3 15,3 2 0-15,-5 4-3 16,3 2 0-16,-3 2-5 16,1 1 11-16,-2-2-9 15,6 0 6-15,2-3-1 16,-4-1-2-16,4-3-6 16,0 1-4-16,0-4-8 15,0 4 16-15,-2 0 4 16,0 4 5-16,-3 6-7 15,3-4 13-15,0 1-9 16,2 0 0-16,-2 5 0 16,2 1-1-16,0-1-6 0,0 3 5 15,0-5-5-15,0 1 6 16,0-1-6-16,0-2 3 16,4 4 0-16,-2 5 0 15,3 1 0-15,-3 6-2 16,0-4 9-16,4-2 9 15,0 1-14-15,-2-5 7 16,5-2-9-16,-5-3 5 16,-2 0-5-16,5-2 3 15,-5 3 3-15,3 0 1 16,-3 2 18-16,5 1-22 16,-5-1 2-16,7 2 1 0,-3-3-8 15,1 0 5-15,0 0 6 16,2 0 11-1,-1 2-13-15,2 3-4 0,-2 1 3 16,1-2-4-16,3-5 4 16,-1-3-12-16,5-1 8 15,1 5-3-15,-1-1 2 16,8 6 13-16,-8 1 1 16,6 0-9-16,-4-3 20 15,4-3-4-15,-4 0 3 16,6-2-18-16,-1-2-1 15,1 0-5-15,-1-2 4 16,3 2-4-16,-4 0 12 16,1 0 8-16,0 0-16 15,-2-3-3-15,4-2 10 0,2 1-11 16,0 0-1-16,-1 0 2 16,-1-2-1-16,-1-1 0 15,5-3 0-15,0-3 3 16,0-1-2-16,-2 1 9 15,6-3-17-15,-2 2 12 16,0-2-8-16,1 1 9 16,-3 2-4-16,0-5-3 15,2 2-6-15,0-2 5 16,-2 0 1-16,7 0-1 16,-3-4 5-16,-2 2-7 15,5-1 7-15,-2 2-4 0,-3-1 3 16,0 0-2-16,-3-2-1 15,1 2 3-15,6-2-7 16,-4-1 8-16,-5 1-8 16,3 1 12-16,0-1-13 15,-2-2 9-15,-3 0-6 16,-1-2 2-16,1-2-1 16,0 2 0-16,3-2 2 15,-2 5 2-15,4-1-2 16,0-1-2-16,2 3 2 15,-8 0-1-15,5-2 0 16,-8 3-2-16,3-4 0 16,-6-1 4-16,1 4-4 0,0-6 5 15,0 4-8-15,2 1 16 16,-1-1-19-16,2-1 11 16,1 2-5-16,1-4 4 15,1-1-2-15,-2 0 0 16,-1 0 0-16,-6 0 4 15,3 0-1-15,-5 0-1 16,-3 3 0-16,7 2-2 16,-1 0 2-16,-1-4 1 15,10 3-1-15,-1-4 0 0,3 4-4 16,-1-1 9 0,1-2-6-16,0-1 3 15,-5 5-5-15,1-5 5 0,-1 1-4 16,2 4 0-16,1-1 0 15,4-1-3 1,0 2 6-16,0 0-3 0,2-1 4 16,-4 5-3-16,4-4-1 15,-4 2 3-15,1-4-2 16,-3 2-2-16,0-4 0 16,-3-1 1-16,-5 0-9 15,4 0 22-15,-1 0-18 16,-3 0 14-16,4 0-14 15,-8 0 7-15,3 0-3 16,-3-1 1-16,1-4-1 16,-4 5-3-16,9-1 8 15,-6-4-5-15,5 1 7 0,-1-1-10 16,6-4 7-16,-1 5-6 16,5-1-9-16,-1-3 5 15,-1-2 6-15,2-3-7 16,-3 3 7-16,1-2-7 15,2 3 0-15,-6-4 16 16,2 2-11-16,-3-1 6 16,0 2-6-16,2-5 1 15,1-1 2-15,-2-1-3 16,0-2 7-16,1-1-8 16,-4 2 8-16,0 0-8 15,0 4 10-15,-3 0-12 0,1 2 6 16,-1 0 0-16,4-4 4 15,-4-4-4-15,5 0 0 16,-3-4 4-16,2-2-7 16,1-1 8-16,-1 6-7 15,2 2 9-15,-1 5-11 16,2 4 4-16,-4 3-4 16,-1-2 4-16,-1 1 0 15,1-4-1-15,0-3-17 16,-1-6 13-16,1-2-49 15,-1-4 42-15,-1 5-1 16,-1 0 10-16,-3 6 4 16,-5 3-1-16,6 0 0 0,-3 1 5 15,2-5 45-15,3 2-40 16,-1-8 22-16,3-3-28 16,3-1-1-16,-1-4 0 15,-1-1-3-15,4 5 5 16,-10 4-5-16,3 5 0 15,-8 5 3-15,3 4-4 16,-2-1 2-16,-3 0-1 16,3-1 2-16,-5-2-4 15,9 1 0-15,-4-2 2 16,2-3-1-16,-3 2 5 16,1-3-8-16,3 0 5 15,0-3-10-15,-1-2 9 0,1 2 0 16,-2 2 3-16,-1-2-2 15,-1 4-2 1,1-2 7-16,-4 5-4 0,1-3-1 16,0 0-1-16,3-3-2 15,-3 1-2-15,3-2-7 16,0 1 10-16,0 0-1 16,1-5 4-16,4 6-2 15,1-7 4-15,0-2 9 16,1 3-8-16,3-3-7 15,-5 0 2-15,3 4-2 16,-3 0-7-16,-2 0 8 16,-1 4-1-16,-5 0 2 15,-2 0-5-15,-2 0 7 0,0 0-4 16,0-2-4-16,0-6-3 16,0 4-32-16,0-2-2 15,0 0-4-15,0 5 35 16,0 1 12-16,6 5 0 15,-6-6 24-15,2 7-1 16,4-7 14-16,1-4-29 16,-3 0-8-16,-2-6 0 15,-2 1-7-15,0-2-20 16,0 6-22-16,0 1 44 0,0 6 2 16,0 4 2-1,0 0 2-15,0 1 3 0,0-4-4 16,0-1-3-16,0 1 1 15,0-6 4-15,-2 6 2 16,0-8-3-16,-2 2 23 16,4 3-18-16,0-6 18 15,0 5-4-15,0 2 2 16,0 6-4-16,0-4-17 16,0 4 3-16,0-4 10 15,0 4-7-15,-2-4-4 16,-7 2-6-16,-1-4 2 15,2 2-1-15,-1-3-18 16,0-1 16-16,0 6 1 16,0 0-13-16,1 1 13 15,-2-1 3-15,4 1-10 0,-5-1 19 16,4 0-15-16,0-2 12 16,-4-4-7-16,2-2 1 15,-5-2 0-15,8 2 0 16,-3 2 1-16,0 2-1 15,0-1 3-15,1 7 0 16,1-3 0-16,-3 0-3 16,2-1 0-16,-1-10 0 15,1 1 1-15,-4-9-1 0,3 1 8 16,3 3-4 0,-2 6 1-16,4 8 10 0,0-1-1 15,-3 8-12-15,3-3 10 16,-3 0-8-16,-2-4 7 15,0 2-5-15,3 0-6 16,-6-6-1-16,5 0-18 16,1 1 13-16,-3 2-16 15,0 1 7-15,0-9-2 16,-6 12 17-16,1-6 9 16,1 5-1-16,-3 0-4 15,1-4 0-15,-3 4 4 16,-3-6-3-16,2-4-10 15,1 8-1-15,5 0 4 16,-6 4-1-16,0 4 3 16,1-4 3-16,-5 6 3 15,2 0-2-15,0-1 1 0,-6 1 4 16,9-3-9-16,-3-1 8 16,-2-4-4-16,0-4 8 15,-3 2 2-15,2-4-10 16,-3-4 3-16,-2 1-5 15,9 5-2-15,0 7-3 16,2 3 0-16,2 1 0 16,3 5-1-16,0-2 3 15,1-5 1-15,-3-2-1 16,-1-5-1-16,-3-6 0 16,-6 0 3-16,0-4-9 15,3 4 8-15,2 8-5 0,0 4 4 16,4 8 0-16,-4-2 1 15,4 2-8-15,1-2-5 16,-3-3-7-16,1 3 3 16,-6-4 4-16,1-1 6 15,-5-1 14-15,5-2 6 16,0 1-5-16,1 4-4 16,2 0 6-16,-2 5-9 15,1-3 0-15,1 5-1 16,0-4 0-16,1-7-41 15,1 1-8-15,1-4 45 16,-1 3 4-16,-4 2 2 16,-1 7 16-16,2 2 30 15,0 2-26-15,-5 0 2 0,10-2-24 16,-5 0 0-16,2-2 4 16,-2 2-9-16,-5 2-3 15,-2 0-9-15,-6 0 14 16,0 0 1-16,-1 0 2 15,1 0 0-15,0 0 9 16,4-5-3-16,6-1 3 16,-4-5-9-16,10-1 0 15,-1 2-1-15,5 0 4 16,1 7-3-16,-1 3 10 16,-1 0-10-16,-7 0 11 0,2 0-20 15,-3-3 10 1,0-1-2-16,0 0-14 0,-1-2 4 15,-2-2 10-15,4-1 1 16,-4 8 3-16,0-4 3 16,-4 5 22-16,0-1-16 15,-2-1-12-15,2-1-1 16,0 1-4-16,3-4-2 16,-1-1-2-16,0 3 6 15,5 4 3-15,-1 0-4 16,0 0 10-16,2 0 11 15,-3 12-14-15,1-5-3 0,4 4 0 16,-6-3-8-16,7-2-7 16,-2-2 7-1,-4 0 4-15,1-4-7 0,-6 0 10 16,2 0-25-16,-2 0 23 16,-2 0 2-16,9 0 1 15,-5 0 0-15,-4 0 1 16,0 0-1-16,2 0 13 15,-2 0-13-15,-2 6 8 16,1 4-7-16,1 0 8 16,4 2-15-16,0 3 13 15,5-8-14-15,2 5 5 16,4-4-9-16,3-2 5 16,0-2-15-16,0 3-14 15,-3 0-14-15,-2 4 36 0,-6 4 11 16,-3 8 2-16,-2-2 0 15,-7 3-60-15,7 1-14 16,-2-7 9-16,-2-5 45 16,4 0 20-16,2-5 11 15,0 0-10-15,0 0-2 16,8-1 2-16,-2 8 2 16,6-3-3-16,1 3 7 15,3-4-9-15,0 1 4 16,0 4-4-16,0 0 1 15,-1 0-7-15,4-2 6 16,-5 2 1-16,-1-2-3 0,1 0-9 16,-1-1 7-1,3-3-41-15,0 3 32 0,0-3 8 16,6 3 4-16,-3-7 6 16,8-3-1-16,-3 1-2 15,3-4-8-15,0 0-24 16,0 7 18-16,0-6 12 15,0 4-12-15,0 0 14 16,0 3-2-16,-2 3 2 16,-2-7 2-16,-1 2 21 15,-2-3-15-15,1 0-4 0,-1 2-4 16,0 2-37 0,3 0-38-16,-1 0 29 0,3 2 46 15,0-3 24-15,2-3 3 16,0-3-27-16,0 0-3 15,0-6-105-15</inkml:trace>
  <inkml:trace contextRef="#ctx0" brushRef="#br0" timeOffset="-160375.23">6740 6539 420 0,'0'0'166'0,"0"0"-42"0,0 0-15 0,0 0-62 15,0 0-34-15,0 0 14 16,0 0-1-16,-23-11-3 16,21 11 17-16,0-3-2 15,0-3-19-15,-3 6-15 16,3-2 0-16,2 2-1 15,-2-2-6-15,2 2 3 16,0 0-3-16,0 0-3 16,0 0 5-16,0 0-7 15,0 0 4-15,0 0 1 16,0 0-14-16,2-4 9 0,15-2 0 16,8-5 1-16,15 3 7 15,1 6-2-15,5-3-17 16,5 1 10-16,3 1 5 15,-1-1-27-15,-6 1 31 16,-3-1 0-16,-10 4-3 16,-10-2 2-16,-5 2-29 15,-11 0-36-15,-3 0 53 16,-5 0 12-16,0 0-54 16,0 0 1-16,0 0 33 0,0 4-75 15,0-4-261-15</inkml:trace>
  <inkml:trace contextRef="#ctx0" brushRef="#br0" timeOffset="-156811.95">19473 6494 208 0,'0'0'111'0,"0"0"-59"15,0 0-17-15,0 0 27 0,0 0-9 16,0 0-47-16,0 0 15 16,72 7-19-16,-66-5 9 15,0 0 11-15,-1 0 35 16,7 2-6-16,-6 0-28 16,5 0 8-16,3 2-30 15,3 0 5-15,1-1 0 16,-5-2-12-16,-4-3 3 15,3 0-47-15,-10 0-45 16,-2 0-13-16,0 0-49 0,0 0-132 16</inkml:trace>
  <inkml:trace contextRef="#ctx0" brushRef="#br0" timeOffset="-154730">18310 8457 89 0,'0'0'0'0,"0"0"-33"0,0 0 33 16,0 0 61-16,0 0 28 16,0 0-38-16,0 19 1 15,0-19-26-15,0 0 19 16,0 0-20-16,0 0 29 15,0 4-22-15,0 2 20 16,0-2-30-16,2 3-7 16,1-4-15-16,3 3 2 15,-4-2 33-15,0 2 5 16,0 2-9-16,3 2-8 16,-1 0 15-16,1 4-14 0,0 0-13 15,3 1-6 1,-1-2-10-16,-3-5 6 0,-4-2-1 15,4-3 0-15,0-3-8 16,-4 0 5-16,0 0-22 16,0 1 9-16,0-1-7 15,0 4 17-15,0 2 6 16,0 3 1-16,2-2 8 16,0-2-3-16,-2 0 3 15,0-2-5-15,0-3-4 16,0 1 0-16,0-1-5 15,2 2 5-15,2 1-2 16,-1 1 2-16,-3 0-3 16,0 0 2-16,0-3-1 0,0-1-8 15,0 0 19-15,0 0-9 16,0 0 27-16,0 0 8 16,0 0-34-16,0 0-1 15,0 0 0-15,0 0 4 16,0 0-10-16,0 0 15 15,0 0-14-15,0 0 10 16,0 0-5-16,0 0 0 16,0 0 0-16,0-1 0 15,2-6-3-15,4 2 0 16,-6-1 6-16,8 2-7 0,-4 1-5 16,-4 3-49-1,0-1-14-15,0-5-40 16,0 0-147-16</inkml:trace>
  <inkml:trace contextRef="#ctx0" brushRef="#br0" timeOffset="-151616.97">19508 7646 76 0,'0'0'16'0,"0"0"-16"0,0 0 0 15,0 0 18-15,0 0 37 16,0 0 14-16,0 0 1 16,0-4-1-16,0 0-40 15,0 2 5-15,0 2-16 16,0 0-9-16,0 0-4 0,0 0 4 16,0 0-5-16,0 0 5 15,0 0 33-15,0 0-18 16,0 0 23-16,0 0-28 15,0 0 6-15,0 0-24 16,0 0 15-16,0 0 9 16,0 0 2-16,0 4-17 15,0 5-5-15,0-2 16 16,0-2 13-16,0 2 10 16,0-1-23-16,7 2-13 15,2 0 0-15,-2 2-8 0,1-3 0 16,-2 2 2-16,-2-3-4 15,-2-2 4-15,0 2-1 16,2 0 9-16,1 0-16 16,-5 0 6-16,6 0-2 15,0-5 1-15,-6-1-33 16,0 0-41-16,0 0-4 16,2 0 28-16,-2 4-43 15,0-1-58-15,0-3-121 16</inkml:trace>
  <inkml:trace contextRef="#ctx0" brushRef="#br0" timeOffset="-142621.62">6601 6703 13 0,'0'0'162'0,"0"0"-162"0,0 0 0 0,0 0 38 0,0 0 101 16,0 0-58-16,0 0-27 15,-22-31-16-15,22 31 7 16,0 0 5-16,0 0 12 15,0 0-3-15,0 0-11 0,0 0-21 16,0 0-7-16,-2 0 23 16,-1 0-17-16,1-3 23 15,-2 3-46-15,1 0 18 16,3 0-18-16,0 0-1 16,0 0-2-16,0 0-12 15,0-2 8-15,0 2-12 16,0-1 12-16,0 1-5 15,12 0 9-15,5 0 0 16,8 0-5-16,2 0 10 16,4 0-7-16,3 1 2 15,1 1 0-15,1-2 1 16,-5 0 0-16,6 0-1 16,-5 0 5-16,-6 0-8 15,-3 0 9-15,-5 0-12 0,-3 0 3 16,4 6 3-16,0 4 0 15,3 2 9-15,1-2-15 16,-4-4 14-16,-2-2-10 16,-5-4 4-16,-4 5-4 15,-2-5 4-15,-3 0-1 16,1 0-1-16,-2 0-9 16,0 0-8-16,0 0-15 15,-2 0-81-15,0 0-182 16</inkml:trace>
  <inkml:trace contextRef="#ctx0" brushRef="#br0" timeOffset="-140825.99">10607 4335 275 0,'0'0'83'0,"0"0"-74"0,0 0 28 0,0 0 56 0,0 0-24 16,0 0-10-16,0 0 2 16,-13 16-39-16,13-14-3 15,0-2-7-15,0 0 73 16,0 0-20-16,-2 0-17 15,-3-2 4-15,-1-21-11 16,-4-14-41-16,0-8 1 0,5-6 0 16,-1-3 6-1,1-5-14-15,2-3 8 0,1 1-2 16,0 11-11-16,-2 14-20 16,2 17-6-16,-3 15 15 15,-1 4 23-15,-6 32-17 16,-3 22 13-16,-8 23-57 15,-1 2-71-15,1-8-136 16,8-15-177-16</inkml:trace>
  <inkml:trace contextRef="#ctx0" brushRef="#br0" timeOffset="-140460.09">10977 4231 195 0,'0'0'50'0,"0"0"-50"0,0 0 0 16,0 0 6-16,136 30 19 15,-96-40 34-15,7-12 83 16,-7-9-57-16,-2-4-38 16,-7-7-10-16,-8-2-23 0,-17 1-13 15,-6-1-2 1,0 8-19-16,-17 14-9 0,-24 6 20 16,-10 16 7-16,-9 4 4 15,2 29 23-15,4 8 37 16,12 3-62-16,11-1-1 15,7-7-142-15,7-8-252 16</inkml:trace>
  <inkml:trace contextRef="#ctx0" brushRef="#br0" timeOffset="-140075.89">11448 3788 413 0,'0'0'128'16,"0"0"-128"-16,0 0-40 15,0 0 40-15,0 0-2 16,0 0 7-16,122 0 0 15,-91 8-5-15,-4 3 0 16,-3 3 0-16,-6 1 1 0,-3 1-1 16,-5 5-12-1,-10 6 12-15,0 9 34 0,0 10 12 16,-18 2-6-16,-9 3 19 16,0-5 0-16,1-9 4 15,1-10-25-15,5-9-29 16,7-14 13-16,-3-4-22 15,3-4-38-15,1-26-64 16,-1-8-34-16,5-11-182 16</inkml:trace>
  <inkml:trace contextRef="#ctx0" brushRef="#br0" timeOffset="-139925.02">11465 3663 884 0,'0'0'110'0,"0"0"-110"15,0 0 4-15,0 0 10 16,0 0-14-16,139-92-76 16,-106 73-214-16,-4 5-330 15</inkml:trace>
  <inkml:trace contextRef="#ctx0" brushRef="#br0" timeOffset="-138909.05">11006 4975 442 0,'0'0'122'0,"0"0"-111"0,0 0-4 0,0 0 9 16,0 0 5-16,0 0 28 16,143-39 16-16,-106 20-37 15,-5 6-27-15,-3 7-1 16,-5 5 0-16,-1 1-1 16,-4 0-5-16,0 0 1 15,-4 0 4-15,1 0-15 16,-8 0-12-16,-1 0 6 15,0 0 8-15,-7 0-1 16,2-2 11-16,3-20-29 16,-3 2-54-16,4-2-96 15,-4 2 88-15,-2 12 73 0,0 3-20 16,0 5 42-16,0 0 20 16,0 11 153-1,0 18-110-15,0 14-31 0,-8 3-4 16,-3 4-27-16,1 2 17 15,0-3 11-15,1 1-2 16,2-9-6-16,-2-7-5 16,5-14-16-16,2-8-10 15,2-12-95-15,0-1-143 16</inkml:trace>
  <inkml:trace contextRef="#ctx0" brushRef="#br0" timeOffset="-138542.05">11697 4550 564 0,'0'0'125'0,"0"0"-101"0,0 0 41 0,0 0-3 0,0 0-49 0,0 0 4 0,-16 2-17 16,16 6 4-1,0 4-9-15,12 0 2 0,5 4 3 16,8 6 4-16,2 2-3 16,2 2 5-16,-3-2 0 15,-2 2-6-15,1-1-7 16,-9 2 7-16,-7 3 1 15,-5 4 7-15,-4 1-3 16,0 1 0-16,-7-3 3 16,-19-6-16-16,-6-15-62 15,-5-12-113-15,-5-2-57 16</inkml:trace>
  <inkml:trace contextRef="#ctx0" brushRef="#br0" timeOffset="-138375.83">11666 4484 813 0,'0'0'167'16,"0"0"-157"-16,0 0-16 15,0 0 6-15,0 0-3 16,0 0-22-16,82 8-54 16,-56-24-141-16,1-11-200 15</inkml:trace>
  <inkml:trace contextRef="#ctx0" brushRef="#br0" timeOffset="-137961.71">11018 4827 676 0,'0'0'261'0,"0"0"-230"0,0 0-31 0,19-117-1 15,6 73-32-15,2-5-24 16,6 2-107-16,-2-1 6 15,-6 8-96-15</inkml:trace>
  <inkml:trace contextRef="#ctx0" brushRef="#br0" timeOffset="-137494.97">10228 5797 355 0,'0'0'134'0,"0"0"-129"0,0 0 12 16,0 0 82-16,183-28 18 15,-65 12 21-15,20 5-78 0,18 4-45 16,14-1-6-16,-6 2-9 16,-2 2-150-16,-23-4 11 15,-18 2-143-15</inkml:trace>
  <inkml:trace contextRef="#ctx0" brushRef="#br0" timeOffset="-136829.22">11022 6132 345 0,'0'0'152'0,"0"0"-107"16,0 0-18-16,-21 138-21 0,50-99 24 0,11-1 3 16,10-7 3-16,3 0-6 15,1-11-20-15,1-13-2 16,-3-4-5-16,-3-3 3 15,-7-10-4-15,-4-22-2 16,-9-11 3-16,-9-2 22 16,-9 0 28-16,-11 5-33 15,0 4-20-15,-15 12-8 16,-16 8-8-16,-6 12-26 16,-3 4-20-16,1 12 32 15,1 16 25-15,1 4-31 16,14-4-3-16,7 0-35 15,13-3 44-15,3-8-75 0,0 3-81 16</inkml:trace>
  <inkml:trace contextRef="#ctx0" brushRef="#br0" timeOffset="-136446.89">11643 6311 67 0,'0'0'293'16,"0"0"-263"-16,0 0-20 15,0 0 45-15,150 16-15 0,-108-23 7 16,-4-16-14-16,-4-10-8 15,-3-7 21-15,-10-6-1 16,-7-2-10-16,-9 0-3 16,-5 8 21-16,0 8-11 15,-16 6 0-15,-24 8 2 16,-4 7 1-16,-17 9-36 16,-1 2 3-16,4 0 2 15,11 13-11-15,16 2 1 16,11 1-4-16,11-3-1 15,4 2-95-15,3 2-217 16,-2 1-91-16</inkml:trace>
  <inkml:trace contextRef="#ctx0" brushRef="#br0" timeOffset="-136076.85">11055 6060 642 0,'0'0'101'0,"0"0"-63"0,0 0-28 0,83-129-10 0,-64 103-13 15,2 2-106-15,-6 10-162 16</inkml:trace>
  <inkml:trace contextRef="#ctx0" brushRef="#br0" timeOffset="-133932.04">17330 5939 112 0,'0'0'49'0,"0"0"-48"0,0 0 65 0,0 0-9 16,0 0 43-16,0 0-35 15,4-5-16-15,-4 5-7 16,0 0-11-16,0 0 22 16,0 0-11-16,0 0-11 15,0 0-28-15,0 0 34 0,0 0-2 16,0 0 9-1,0 0-19-15,0 0 4 0,0 0-1 16,0 0 5-16,0 0-1 16,0 0-19-16,-2 0 14 15,-10 9-24-15,-3 3-3 16,-1 8-8-16,-1 2 1 16,-4 6 2-16,2 3 2 15,-6 3-2-15,3-1 5 16,1 0-5-16,4-3 10 15,3-5-13-15,5 0 6 16,3-2 2-16,-1 0 0 16,2 4-2-16,3 5-6 0,0-3 8 15,0 5-1 1,-5 1 1-16,7 1-2 0,0-4 6 16,0 0-8-16,0 0 9 15,0-6-10-15,0-1 5 16,0-4-5-16,0 2 5 15,0-3-3-15,11 3 0 16,-1-4 6-16,0-2-4 16,1-1 1-16,7 1-1 15,-5-3-1-15,3-4 2 16,-5-2-1-16,7-1 1 16,-7-2-4-16,5-2 4 0,-5 6-2 15,5-5 6 1,-3 0-9-16,0-3-2 0,3-1 6 15,-1 0 0-15,6 0-8 16,-1 0 5-16,-1 0-5 16,0 0 1-16,-1 0 8 15,-3-3-6-15,3-8 6 16,0-1-15-16,0 1 5 16,-3-3 6-16,3 0 1 15,-5-3-23-15,-3 5 21 16,0-2-2-16,3 1 7 15,-5-2 0-15,0-6-4 16,1 1 9-16,-2-7-5 0,2-1 1 16,-5 1-2-1,1 2-12-15,-3 5-31 0,-2 4 44 16,0 6 0-16,0 4 4 16,0 0 34-16,0-1-4 15,-11 4-23-15,-3-4-10 16,-1-5-1-16,-3 1 4 15,-7-3-9-15,1-1 12 16,0 4-9-16,-1 0 4 16,-4 11 0-16,2 0-2 15,-2 0 15-15,-4 7 9 16,8 12-11-16,-4 10-13 16,3 4 4-16,6 8-9 15,-3 1 2-15,4 5 1 0,1-8 3 16,11-4-4-16,1-9 3 15,4-11-6-15,2-5-18 16,0-3-129 0,0-7-55-16,4 0-163 0</inkml:trace>
  <inkml:trace contextRef="#ctx0" brushRef="#br0" timeOffset="-132632.79">17764 6209 81 0,'0'0'323'0,"0"0"-294"0,0 0-20 0,0 0-8 0,0 0 21 16,0 0 4-16,-20 35 21 15,15-31-26-15,1 4 31 16,-2 0-25-16,0 4-6 15,2 4-16-15,-2 1 6 16,6 2-10-16,-5 3-1 16,1-2 6-16,2 2-2 15,-3 0-4-15,5 3 3 0,-2-1-3 16,2 4-1-16,0-2 1 16,0-4 0-16,0-4-6 15,0-6 5-15,5-6 2 16,8-2-7-16,-3-4 9 15,6 2-3-15,-3 1 6 16,3 2-5-16,-1 1 4 16,4 0-7-16,-1-4 3 15,1 6-1-15,2-6 8 16,1-2 8-16,-2 0-16 16,2 0 0-16,3 0-2 15,-6-4 4-15,2-8-2 0,-7 1 7 16,1 0 29-1,1 1-36-15,-7 2 21 0,1-1 8 16,2 0 7 0,-3 1-4-16,6-4-31 0,-3 4 9 15,1-9-1-15,3 2-10 16,-3-7 1-16,-3-4-4 16,6-2 4-16,-5 2 3 15,-3-1-3-15,2 1 2 16,-3 2-4-16,-1 0 6 15,4 7-4-15,-6-2 7 16,1-1-3-16,-3 6-4 16,-2-4 0-16,0-3-1 0,0 2 4 15,0-1-7 1,0 2 1-16,0 0 0 0,-5 8 6 16,-1 1 4-16,-4 0-4 15,2 1 16-15,-1-1-13 16,-3 1 0-16,2-2 4 15,-1 6 1-15,-1-4 12 16,1 5-19-16,-2-1 0 16,6 1-4-16,-6-1 7 15,2 3-5-15,-7-4 1 16,0 3-3-16,-6 0 0 16,1-2-2-16,1 4 7 0,-5 0 1 15,5 0-3 1,2 0 7-16,0 0 9 0,2 0-11 15,7 0-5-15,-2 6 4 16,4-4-7-16,-1 3 2 16,2-4-4-16,-1 3 0 15,0 3-3-15,0 1 7 16,0-1-4-16,3 7-10 16,-4 3-1-16,-1 2 7 15,3-1 4-15,-2 1-5 16,2-5 5-16,-3 0 0 15,1-2 4-15,2-1-2 16,3-5 1-16,1 5 2 0,2-1-3 16,0 6-6-1,-3 4 6-15,0 3-4 0,-2 0 3 16,5-2 2-16,-4-2-7 16,2 1-81-16,-13-3-230 15</inkml:trace>
  <inkml:trace contextRef="#ctx0" brushRef="#br0" timeOffset="-125636.66">7004 6528 137 0,'0'0'38'0,"0"0"4"0,0 0 42 0,0 0-26 15,0 0 19-15,0 0 14 16,0 0-7-16,-42-11-61 16,38 7 14-16,4 2-23 15,-2 2 4-15,-5 0 29 16,2 0-11-16,-4 0-4 15,3 0-24-15,-1 0 25 16,1 0-27-16,1 0 18 0,-2 0-22 16,3 0 1-1,2 0 3-15,2 0-2 0,-3 0-1 16,-1 0 3-16,0 0 15 16,-4 0-17-16,2 0 5 15,-1 0-8-15,5 0 12 16,0 0-8-16,2 0 16 15,0 0-7-15,0 0-14 16,0 0-2-16,20 4-14 16,20 0 8-16,13-4 14 15,10 0-12-15,6 0 12 16,-2 0-17-16,-7 0 17 16,-11-4-10-16,-9 0 4 15,-15 0 0-15,-10 2-4 16,-8 2 8-16,-7 0-2 0,0 0 11 15,0 0 52-15,0 0-36 16,-3 0-24-16,-3 0-2 16,2 0-3-16,2 0 0 15,2 0-3-15,0 0-14 16,0 0-74-16,0 0-45 16,-5 2-208-16</inkml:trace>
  <inkml:trace contextRef="#ctx0" brushRef="#br0" timeOffset="-118857.11">20856 4828 371 0,'0'0'164'0,"0"0"-155"0,0 0 6 16,0 0 15-16,0 0-27 16,0 0 37-16,0 0 36 15,-111-1-4-15,98 1-59 16,-3 0-1-16,0 0-1 15,1 0-8-15,-5 5-3 16,2 4 2-16,-4 1-4 0,-1-2 11 16,-3 0-14-16,-1-2 7 15,0-1-2-15,0 2 0 16,3-1-1-16,2-2-1 16,-1-2 4-16,6 2-4 15,-6-1 6-15,3 7-12 16,-2 3 15-16,0 1-9 15,1-1 2-15,-3 2-17 16,0-3-15-16,-5-4 15 16,2 4 5-16,-4-4 12 15,0 0 12-15,2 0 7 16,0-2 28-16,0 2-46 16,4-2 19-16,0 6-20 15,6-4-3-15,-2 8-3 0,1-2-19 16,1 8 8-16,-4 0-17 15,-2 2 28-15,4-3 11 16,-6 1-9-16,4 0 8 16,-3-1-1-16,1 2 12 15,0-3-11-15,1-1-2 16,4 2 0-16,2-1-4 16,3 4-6-16,2 0 6 15,1-1-34-15,1 2-24 16,-1-3 30-16,2 2 15 15,1-2-7-15,-3 4 10 16,-1 5 12-16,-3 2-5 0,-1 8 2 16,-1-6-99-16,-4 4 15 15,2-7-48 1,-3-4 98-16,4-2 37 0,-2-2 14 16,1-2 9-16,1 0 24 15,0 0 25-15,-1 0-37 16,5 4 23-16,-1 2-47 15,3 1-4-15,-1 3-7 16,3 0-7-16,2-1 7 16,1 2-1-16,-2-2 1 15,6 0 9-15,-3-3-6 16,1 5-3-16,-1-2-7 16,2-1-7-16,1 3 0 0,0-3-6 15,-1-4 18-15,5 2-3 16,-2 0 10-16,2-1-10 15,0 6 13-15,-2-1-14 16,-2-2 21-16,2-2-11 16,-6 2 3-16,6-2 19 15,2 0 11-15,0-1 5 16,0-2-34-16,0 1-2 16,0 3-12-16,0-6 12 15,2 8-13-15,10-1 14 16,-6 1-7-16,5 5 0 15,1 5-1-15,-4 1 0 16,10 10 2-16,-7 4-2 16,9-3-1-16,-4-1-1 0,4-9-11 15,-2-4 13-15,0-7-14 16,-3-9 11-16,3 4 4 16,-3-4 0-16,1 2-2 15,-1 3 2-15,2 5-2 16,-4-2 10-16,5 4-13 15,0-1 13-15,-1-4-16 16,8 2 4-16,2 0 4 16,2 2 0-16,0 0 5 15,-2-2-5-15,-1 1 7 16,-4-8-5-16,1 8 1 16,-1-4 15-16,0 0-18 15,0 0 0-15,1-2-3 0,-1 1 6 16,0 4 2-16,1 0 4 15,1 2-18-15,3-2 20 16,4-2-2-16,5-1 14 16,2-4-5-16,-1 1 0 15,1 1-9-15,3-1-9 16,-4 0-2-16,-3 0 0 16,-1 2-31-16,0 0 33 15,-2 2-26-15,9 0 14 16,1 3-4-16,3-4 14 15,3 0 1-15,7 2-12 16,1-3-7-16,1-1-9 16,-2-1 2-16,-8-2-18 0,-3-3 43 15,-5 2 2-15,-5-3 29 16,2-2 21-16,1 1-29 16,3-2 25-16,-2-1-30 15,5 0 24-15,8-2-38 16,3 0-2-16,2 2 7 15,8 2-7-15,-1 2 0 16,-2 3-4-16,-4-2 4 16,4 1 4-16,-8-1 18 15,-6-6-21-15,-1 2 1 0,-1-8 3 16,1 1 3 0,4 7-5-16,7-3-5 0,2 2 2 15,6 6-3-15,3 1 3 16,-2 0 0-16,-1 4 0 15,-4-4 7-15,-4-2-15 16,-4-4 15-16,-6-5-13 16,-3-6 11-16,-1-4-5 15,3-2 0-15,1 0 10 16,8-4-10-16,6-8 1 16,3 4-2-16,3 1 2 15,-1 2-7-15,-3 4-21 16,-2 1 17-16,-8 0 6 15,-2 0 2-15,0 0-3 16,-1-6 10-16,0-7 2 0,-2-7-4 16,-3 2 31-1,-2-8-34-15,-3 0 7 0,-8 4-2 16,-4 0 10-16,-6 1-15 16,6 3 0-16,-4 0 7 15,-1 4-7-15,0-4 6 16,-2 0-5-16,-1-5-2 15,4-8-4-15,-2-7-25 16,-1-4 7-16,-1-6 23 16,2-4-5-16,1 2 9 15,0 4-8-15,-6 6 8 16,-5 8-5-16,-2 1 10 16,-6-1-16-16,-3 1 7 15,0-6-1-15,0-1-27 0,0-2-3 16,0-2 31-16,0-6 0 15,0-2 20-15,0-3 7 16,0 5 0-16,0 3-9 16,0 2 50-16,-10 3-54 15,1 0-14-15,-1 3 1 16,0 4-2-16,1-6 1 16,-1-1 0-16,3-2-12 15,-3-2 9-15,6 0 1 16,0-4-3-16,4 0 2 15,0-2 4-15,0 8-1 16,0-1 31-16,0 6 9 16,0-1 24-16,0-4-47 0,0 1-17 15,-7-12-11 1,-11 2-16-16,7-5-29 0,-3-1 12 16,4 9 2-16,1 4 3 15,-3 17 39-15,1 0 5 16,-1 4 98-16,-2-6-25 15,-4-3-39-15,-2-5-27 16,4-5 9-16,1-2-21 16,-1 3-1-16,3 4-1 15,2 6 4-15,-3-1-3 16,-5-5 3-16,-4-5-4 16,-4-8 1-16,0-8 0 0,0-3-16 15,3 3-6-15,2 10-5 16,2 12 13-16,2 12 15 15,-2 8 19-15,-2 0 19 16,-5 0-36-16,-4-6 22 16,-3-5-24-16,-1 0 0 15,-1-9 0-15,1 1-6 16,1-1 3-16,0 2-25 16,3 2 26-16,0 2-12 15,2 10 11-15,1-4 6 16,3 4-2-16,-2-4-1 15,-4-6-1-15,-5-6 0 0,-9-6-9 16,-1-8 6 0,-6 6-21-16,1 2 22 0,2 11 6 15,0 15 17-15,1 6-2 16,0 3 17-16,6-6-13 16,2-5-22-16,0-4-1 15,4-8-26-15,-4-6-1 16,0-2-29-16,-4-2 5 15,2 6 48-15,-6 2 4 16,-1 1 14-16,-2 7-4 16,-2-2 2-16,-5 4 12 15,-7 0-11-15,-4 4 4 16,-5 0 22-16,3-2-36 0,7 1 7 16,3-8-10-1,3-3-5-15,-2 0-20 0,0-3 24 16,2 8-3-16,7 3 6 15,4 6-2-15,5 6 8 16,-5 5-8-16,-2 3-77 16,-7 0 53-16,-2-2-159 15,-2-4-97-15,-4-1 145 16,-3 4 135-16,2 5 1 16,3 0 82-16,2 0 104 15,6 8-159-15,7 10-28 16,7 3-59-16,7-1-53 15</inkml:trace>
  <inkml:trace contextRef="#ctx0" brushRef="#br0" timeOffset="-114797.79">20270 7507 149 0,'0'0'176'0,"0"0"-118"0,0 0-4 0,0 0 12 16,0 0 13-16,0 0-26 15,0 0-24-15,0-4 8 16,0 4 21-16,0 0 4 16,0-1-38-16,0 1-20 15,0 0 6-15,0 0-4 16,0 0-5-16,0 0 11 15,2 0-6-15,-2 0 6 16,0 0-12-16,0 0 0 0,0 0-2 16,0 0 4-16,0 0-5 15,0 0 9-15,0 0-12 16,0 0 10-16,0 0-7 16,0 0 4-16,0 0-1 15,0 0 0-15,0 0 8 16,0 0-8-16,0 0 3 15,0 0 0-15,0 0 0 16,0 0 0-16,0 0-2 16,0 0 5-16,0-3 11 15,0 3-11-15,0-4-6 16,0 4 3-16,0-3-4 16,0-1 7-16,0-1-12 0,0 0 4 15,0 2-6-15,0 0 9 16,0 3-1-16,0-3 0 15,5 0 3-15,-3-6-8 16,3-1-23-16,0-4-86 16,-1 5-166-16,-4 2-231 15</inkml:trace>
  <inkml:trace contextRef="#ctx0" brushRef="#br0" timeOffset="-105089.27">21458 6457 179 0,'0'0'59'0,"0"0"-29"0,0 0 67 0,0 0-25 0,0 0-18 16,0 0 16-16,0 0-42 16,-27 62-21-16,27-62-7 15,0 0-11-15,0 0-51 16,0 4 8-16,-2 1 46 15,-2 6 8-15,0-2 13 16,-2 0 5-16,2-1 22 16,4-6-1-16,0 0-30 15,0 0-9-15,0 2-11 16,0 0-1-16,0 1-22 16,0 2 30-16,0-1 2 15,0 0-4-15,0 6 12 0,0 1-8 16,0-2 4-1,0-3-2-15,0 0 0 0,0-4-7 16,0 0 7-16,0-1 4 16,0-2-4-16,0 1 3 15,0 1-13-15,0-2 21 16,0 1-18-16,0 1 15 16,0-3-6-16,0 0 21 15,0 0 1-15,0 0-1 16,0 0-2-16,0-6 1 15,0-11-18-15,0-3-4 16,0-2 4-16,0-2 16 16,4-6-14-16,2-1 22 15,-4-5-5-15,4 1-15 0,-1-4-5 16,1 3 6-16,8-2-18 16,-3 3-1-16,0 2-11 15,0 7-14-15,-2 2 20 16,0 2 4-16,-5 0 8 15,3-4-19-15,2 0 5 16,-5 0 14-16,3-3 4 16,-3 4-4-16,1 3 6 15,0 4-6-15,-1 10-44 16,-2 8 10-16,-2 0-15 16,0 0 52-16,0 8-3 0,0 7 10 15,0 3 16-15,-6 5-23 16,-8 7-7-16,-6 6-58 15,-7 4-93 1</inkml:trace>
  <inkml:trace contextRef="#ctx0" brushRef="#br0" timeOffset="-104073.89">21879 6025 182 0,'0'0'133'0,"0"0"-101"0,0 0 43 0,0 0-23 16,0 0-21-16,0 0-4 16,0 0 14-16,22-8 17 15,-22 8 27-15,0 0 34 16,0 0-50-16,0 8-44 0,0 17-19 15,-13 13 13 1,-16 10-17-16,-4 12 1 16,-8 3-1-16,1-8-2 15,5 3 8-15,4-12-1 0,8-10-3 16,8-9-1-16,5-7-6 16,8-6 9-16,0-1-17 15,2-2 10-15,0 1-26 16,0 2-40-16,7-8-20 15,9-6-12-15,-1 0 53 16,3 0 25-16,-2 0-15 16,-3 0 35-16,0 0 0 15,-1 0-4-15,-4 0 6 16,3 0-2-16,-1 0 1 16,-4 0-2-16,1 0 0 0,-1 0 4 15,2 0-5-15,2-2 6 16,-3-8-6-16,2 2-28 15,0 4 5-15,-5-4-4 16,1 4 29-16,1-3-2 16,-4-2 6-16,3 5-7 15,0-4 4-15,-3 4-62 16,0-5-105-16,7 1 95 16,-5 6 66-16,3-10 6 15,0 5 27-15,-3-1 0 16,1-1 80-16,-5 3-5 15,2 6-3-15,-2 0-43 16,0 0 14-16,0 0-2 0,0 0 12 16,0 11-31-16,0 11-24 15,0 10 0-15,-7 12-3 16,-9 8 20-16,-1 4 2 16,1 2-5-16,1-3-23 15,3-8 2-15,4-5-13 16,5-13-10-16,3-9-20 15,0-8-41-15,0-12-98 16,5 0-189-16</inkml:trace>
  <inkml:trace contextRef="#ctx0" brushRef="#br0" timeOffset="-103190.14">22289 6679 266 0,'0'0'205'0,"0"0"-200"0,0 0 22 0,0 0-3 0,0 0-12 16,0 0-1-16,13 82-2 15,-8-71 15-15,2-4 20 16,0-1-9-16,3 1 15 16,4-2 11-16,-1 1-28 15,8 1 11-15,-6-4-43 16,3 3 16-16,-1-6-17 16,-1 0 10-16,2 0 6 0,-2 0-14 15,4-13 25 1,-1-11-2-16,6-9-1 0,2-3-10 15,2-5 8 1,-2-3-18-16,-6 2 17 0,0 4-15 16,-10 5-6-16,0 2 0 15,-2 4 1-15,-9 5-6 16,0 1 5-16,0 1-4 16,-9-4 2-16,-13-2 1 15,-3-4-24-15,4 10 16 16,-2-2-5-16,9 9 9 15,1-2 2-15,-1 9-2 0,-1 0 2 16,2 4 4-16,-3 0-4 16,1-6 3-16,3 4-3 15,-1-1 0-15,-1 4 3 16,4 1 3-16,-7 0-3 16,2 0 11-16,-3 10-3 15,1 2-8-15,1 0 1 16,1 4 1-16,-1-6-2 15,3 0-24-15,-1 2-4 16,5-1 11-16,-2-3 13 16,0 3 5-16,6 1-9 15,-3 1 16-15,1 3-14 16,-2-1 7-16,2 10-2 16,1-1-3-16,-1 6 2 15,3-1 2-15,-4 8 0 0,4 3-9 16,-2 0 18-16,3 4-18 15,1-5 9-15,2-2-25 16,0-4-71-16,0-7-99 16,0-6-235-16</inkml:trace>
  <inkml:trace contextRef="#ctx0" brushRef="#br0" timeOffset="-100959.81">11487 7309 444 0,'0'0'25'0,"0"0"0"0,0 0-12 0,21 122 41 0,-17-101-23 16,7-4 22-16,-2-3-2 15,2 6-8-15,-2-1-13 16,5 1 10-16,-1-6-6 16,5-3-29-16,1-6 12 15,8-5 9-15,11-19 3 16,14-31-19-16,12-28 20 16,15-22-13-16,4-21-4 15,7-6-13-15,-3 3 2 0,-11 14-5 16,-7 27-38-16,-23 30-115 15,-17 31-277-15</inkml:trace>
  <inkml:trace contextRef="#ctx0" brushRef="#br0" timeOffset="-98861.36">11481 8404 220 0,'0'0'228'0,"0"0"-228"0,0 0-57 0,0 0-73 16,0 0 31-16,0 0 60 16,-27 0 34-16,27-3 5 15,0 2-24-15,0 1-54 16</inkml:trace>
  <inkml:trace contextRef="#ctx0" brushRef="#br0" timeOffset="-98643.77">11481 8404 168 0,'-27'6'245'0,"27"-6"-168"15,0 0-55-15,0 0 17 16,0 0-33-16,0 0-6 16,0-11-72-16,0 2-143 0,0 2 90 15,2 6 65 1,-2 1 60-16,2 0 46 15,-2 0 13-15,0 0-29 0,0 0 9 16,0 0 30-16,0 0 36 16,0 0-29-16,0 0-26 15,0 0-37-15,0 0-13 16,5 0-21-16,-1-6-120 16,-2 2-45-16</inkml:trace>
  <inkml:trace contextRef="#ctx0" brushRef="#br0" timeOffset="-98029.08">11438 8396 339 0,'0'0'179'0,"0"0"-172"0,0 0-8 0,2 118 1 0,3-82 0 15,2 2 0-15,-1 2 46 16,5 3 0-16,1 1-16 0,1-1 3 16,1-2-31-16,1-5 8 15,1-8-7-15,1-9-6 16,-1-8 0-16,4-11 3 16,4 0 8-16,10-36-7 15,9-20 25-15,7-16-21 16,6-8 5-16,2 1-5 15,-2 8 7-15,-2 2 21 16,-4 7 10-16,-7 7-34 16,-7 11-7-16,-9 14-2 15,-12 15-53-15,-6 10-6 16,-9 5-45-16,0 3-190 16</inkml:trace>
  <inkml:trace contextRef="#ctx0" brushRef="#br0" timeOffset="-91168.68">20426 6863 97 0,'0'0'28'0,"0"0"74"0,0 0 29 0,0 0-50 0,0 0-11 16,0 0 0-16,0 0 48 15,0 0-64-15,-48-25-8 16,40 25-32-16,0 0-2 15,-3 0-3-15,-5 0 0 16,-1 0 1-16,-6 0 14 16,-4 0-24-16,0 2-1 15,-4-2-2-15,-2 0 2 16,-1 0 0-16,3 0 2 0,0 0 24 16,-4 0-13-16,1 0 4 15,-1 3-9-15,-2 8 6 16,2 1-9-16,1 0 7 15,3 4-12-15,4-4 2 16,-2-1 1-16,0 2 6 16,1-3-10-16,-1 3 4 15,5-6-2-15,-1-1 0 16,0 0 0-16,0 2 0 16,-4 2-1-16,-2 3-2 15,-4 0-2-15,-3 3 3 16,0 2 2-16,1-2-3 15,3-2 5-15,0 3-2 0,6-4 0 16,1 4 1-16,0 5-4 16,0 0 7-1,3 1-9-15,-3 0 12 0,7-4-7 16,2 2 0-16,0-4 0 16,1 1-1-16,-4 5-1 15,-1-2 0-15,-4 6-2 16,-3 1 0-16,-2 0 4 15,-3 8-6-15,5-2 4 16,0 2 2-16,2-1 4 16,3 2-3-16,1 2 1 15,4-3 2-15,-2-2-6 0,1-4 4 16,-2-2-4 0,0-2 8-16,-1 2-9 0,1 3 7 15,0-2-8-15,0 3 9 16,3 2-6-16,2-2 2 15,1 0-2-15,1-2-6 16,1 3-8-16,-3-3 14 16,3 4-31-16,-1 5 13 15,-1 0-9-15,-6 4 9 16,0 2 13-16,-3-3 6 16,0-2 4-16,10-1-4 15,-1-4-1-15,3-2 1 16,4 1-3-16,-2 2 5 15,2 3-4-15,0 0 4 16,2 4-4-16,3-6 2 0,1 0-3 16,-1-5 2-16,4-2 2 15,0-4 6-15,0 2-6 16,0 6-2-16,7 0-5 16,2 8 6-16,-4 9 0 15,3 0 1-15,-4 10-1 16,-4-6 1-16,5-5 11 15,-3-5-9-15,3-2 19 16,0-6-18-16,5 3-3 16,-1-1-1-16,1 1 0 0,3 2-3 15,-1 2 3 1,7 2-5-16,3 3 5 0,5-4 3 16,-3-2 1-16,3 1-5 15,2-4 1-15,-2 0 0 16,2-2-2-16,-3-5 2 15,1-2-7-15,-2 1 14 16,4-1-1-16,4 11-2 16,1-3-2-16,3 5 1 15,3 2-4-15,-2 1 1 16,-2-5 0-16,-2 4-1 16,-3-6 3-16,-2-2-3 15,0 1 6-15,0-10-5 16,2-1 0-16,0-6 0 15,5-6 0-15,-1 1 0 0,3-2 1 16,0 2 1-16,5 2-4 16,-2 1 7-16,1 5-2 15,4 6-3 1,-2 2 0-16,1-1 3 0,1-9-3 16,1-4-4-16,-3-9 2 15,-1-3 2-15,2-5-2 16,6-2 1-16,3 1 2 15,-1 2 6-15,5 3-5 16,0-1 4-16,-5 1-2 16,-2 2-5-16,-4-8 1 15,-5 0 0-15,1 0-12 16,1 0 24-16,1 0-18 16,2-4 15-16,6-6-12 0,1-1 12 15,3-2-11-15,6 3 2 16,2 4-2-16,-3 4-2 15,1 2 2-15,-1 0 0 16,-4 0 4-16,-3 0 1 16,-1 0-2-16,-3-6 6 15,-4-13-7-15,-2 0 0 16,-5-3-1-16,2 6 7 16,-4 6-12-16,0-1 15 15,2 3-19-15,-3-1 19 16,4-3-18-16,-5-6 4 15,3-4 2-15,-1-6 1 16,5-6 1-16,-3-1 0 0,2-2 1 16,1 0 2-1,-3 3 12-15,-1-2 6 0,0 8-16 16,-4-5-4-16,1 4-2 16,-5-5 2-16,-2-4 2 15,-2-6-2-15,-2 1 0 16,1-3 3-16,-2-1 25 15,-1 10-9-15,-5 1-7 16,-3 8-5-16,1 2-12 16,-3 0 6-16,-4-2-1 15,5-1 0-15,-3-3 0 16,-3-5-2-16,2-4-2 0,1 1 0 16,-3 5 4-16,4-3-6 15,-3 1 12-15,-1 3-1 16,-3 5 4-16,2-2-7 15,-5 3-2-15,-2-5 4 16,2 1-11-16,1 0 3 16,-1 2 4-16,0-2 0 15,2 0 1-15,-2-4-1 16,0-3 7-16,3-9 0 16,0 1-4-16,2 0-6 15,-3 3 9-15,-2 5-10 16,0 6 10-16,-2 5-4 15,0 0 1-15,0 4 18 16,0-5 0-16,0 0-15 16,0-7-6-16,0-6 2 15,-6-1-8-15,-1-1 7 16,0 2-4-16,-2 6 6 0,-2 0 1 16,0 5-3-16,2 0 8 15,-4 1 5-15,-1 2-11 16,-1-4-2-16,-3 0 9 15,3-2-15-15,-4 0 10 16,4 4-10-16,1 1 7 16,4 1-3-16,-2 4 1 15,3 2 0-15,-4-4-1 16,4-5 9-16,-6 0-15 16,-8-7 14-16,-4-3-14 0,-2-3 6 15,-2 2-1-15,4 10-7 16,6 5 9-16,-2 3 0 15,0 5 9-15,8-1-6 16,-1 3 4-16,1-6-4 16,-3-2 9-16,-5-6-17 15,2-1 5-15,-4 0-4 16,2 3-1-16,4 1-1 16,5 9 5-16,-1 4-3 15,-5 4 2-15,1-2 4 16,0 2-2-16,-4-4 2 15,1-3-4-15,-5-3 1 16,5-2-5-16,-4-3-4 0,5 10 10 16,-1 2-3-16,0 1 8 15,-3 9-3-15,1-3 5 16,-1 1-4-16,-2 0 1 16,-1-6-4-16,-3-4 0 15,-8-4 2-15,-1 0-2 16,1 4-1-16,3 4-1 15,5 8 4-15,0 4 0 16,2 0 5-16,-2 0-7 16,4 0 1-16,4-2-1 0,-6-2 0 15,4-7 3 1,-4 0-8-16,0-6 11 0,0 2-7 16,3-2 2-16,0 3-2 15,-1 2 7-15,2 0-10 16,-2 2 4-16,-2-2-4 15,2 4 3-15,-4 0-4 16,0 1 5-16,2 2-2 16,-2 3 2-16,2-4 0 15,9 4-1-15,0-6-2 16,5-2 2-16,-6-2-8 16,3-4-3-16,-1 2 10 15,-2 6-1-15,1-4-5 16,-4 8 12-16,-1-6-8 15,1 4-6-15,-1 2 6 0,-6 4 7 16,0 0-3 0,-5-2 7-16,3 0-6 0,0-2 4 15,-1 4-4-15,-1 0 0 16,-4 0 0-16,1 0 5 16,1 0-4-16,3 0-2 15,5 4 0-15,3 0 1 16,5-4-4-16,-3 0 8 15,-2 0-10-15,-1 0 9 16,0 0-9-16,2 0 9 16,10 0-8-16,3 0 2 15,6 0 0-15,-1 0 1 0,5 0-7 16,2 4 7 0,-2 2 2-16,2 2-1 0,0-2 0 15,0-6-11-15,0 6-4 16,0-6 3-16,0 0-4 15,0 0-7-15,0 0 9 16,0 0 13-16,0 0-7 16,-2 1-24-16,2-1-126 15,-4 11-148-15</inkml:trace>
  <inkml:trace contextRef="#ctx0" brushRef="#br0" timeOffset="-86154.65">6646 9220 35 0,'0'0'192'0,"0"0"-173"0,0 0-12 0,0 0 23 16,0 0-5-16,0 0 89 16,0 0-39-16,-56 23-4 15,52-23-14-15,0 0-8 16,-1 0 27-16,2 0-36 0,3 0-13 16,0 0-12-16,0 0 15 15,-2 0-26-15,2 0 16 16,0 0-20-1,0 0 5-15,0 0-5 0,0 0-11 16,10 0 11-16,19 0 0 16,6 6 0-16,5-1-6 15,11-2 6-15,2-3 6 16,-1 0-6-16,1 0-8 16,-4 0 5-16,0 0 3 15,-4 0 0-15,-5 0-2 16,-9 0 9-16,-8 0-9 15,-8 3 4-15,-8 3 1 0,-5-4-2 16,-2 0-1 0,0 2 7-16,0-2-1 0,0 2-6 15,0-2-52-15,0-2-56 16,0 2-198-16</inkml:trace>
  <inkml:trace contextRef="#ctx0" brushRef="#br0" timeOffset="-84656.9">19819 10369 385 0,'0'0'77'0,"0"0"-47"0,0 0-1 16,0 0-28-16,0 0 12 15,0 0 27-15,-10 16 27 16,10-16 22-16,0-20 1 16,0-14-32-16,0-13-47 15,0-12-4-15,0-10 1 16,7-5-4-16,0-9-4 16,6-4-5-16,1 0-31 15,-1 13-52-15,2 10 16 16,1 20 47-16,-7 16 10 15,0 16-34-15,-9 12 44 0,0 0 10 16,-12 22-11-16,-17 16-41 16,-4 6 26-16,0 9 21 15,2-1-3-15,-1 4-29 16,8-5-290-16</inkml:trace>
  <inkml:trace contextRef="#ctx0" brushRef="#br0" timeOffset="-84240.05">20090 10117 355 0,'0'0'31'0,"0"0"-31"0,0 0-58 0,0 0 58 0,124 108 39 0,-76-104 57 16,3-4-37-16,2 0 2 15,3-17-5-15,-5-8-17 16,-4-13 2-16,-6-7-8 0,-10-8 0 15,-2-2-7-15,-14-1 22 16,-13 3-36-16,-2 9-11 16,-11 11 12-1,-26 15 3-15,-15 9 21 0,-6 9 3 16,-7 9 18-16,-1 24-37 16,8 7-21-16,8 1-5 15,19-7-36-15,18-2-76 16,9-5-259-16</inkml:trace>
  <inkml:trace contextRef="#ctx0" brushRef="#br0" timeOffset="-83924.03">20602 10088 366 0,'0'0'181'0,"0"0"-177"16,0 0 41-16,143 44-3 16,-90-44 59-16,7-8-29 15,5-23-11-15,-3-11-18 16,1-9-7-16,-10-9 1 16,-10-6-6-16,-21 2-19 15,-20 5-7-15,-2 9-5 16,-35 17 2-16,-21 18 9 15,-17 15-10-15,-10 29 42 16,-9 34-21-16,6 17-2 0,14 1-18 16,19-9-2-16,25-13-73 15,14-18-466-15</inkml:trace>
  <inkml:trace contextRef="#ctx0" brushRef="#br0" timeOffset="-81892.15">30212 7918 132 0,'0'0'9'0,"0"0"39"0,0 0 149 15,0 0-102-15,0 0-28 16,0 0 13-16,0-40-47 16,0 34-16-16,0 1-17 15,0 2 1-15,2 3-1 16,-2-1 0-16,0 1 9 16,2 0 37-16,-2 0 50 0,0 0-46 15,3 0-11-15,-3 0-38 16,4 0 4-16,-2 0-3 15,8 1-2-15,-4 9 0 16,-2 9 1-16,-1 5-2 16,1 3 2-16,-4 5-2 15,0 5 0-15,0 1 1 16,0 4-3-16,0 4 3 16,0-4 1-16,0 8 1 15,0-6-2-15,2 0 0 0,8-6 1 16,-2-7 6-1,7-12-5-15,1-4-2 0,3-7 0 16,2-8-10-16,2 0-4 16,8-6 14-16,2-22 2 15,7-11-2-15,10-12 3 16,5-13-3-16,12-13 0 16,6-6 19-16,8 0-10 15,4 1 13-15,-3 6 2 16,-6 9 0-16,-18 15-23 15,-12 14 1-15,-19 20-4 16,-11 9-9-16,-7 8 2 16,-5 1-23-16,0 0 28 0,5 0-6 15,-4 0 9 1,2 0-51-16,-7 0-162 0,0 0-283 16</inkml:trace>
  <inkml:trace contextRef="#ctx0" brushRef="#br0" timeOffset="-77046.27">28804 9785 120 0,'0'0'225'0,"0"0"-128"16,0 0-28-16,0 0 16 0,0 0-11 0,0 0-26 15,0 0-32 1,0 0-12-16,0 0 35 15,0 0-1-15,0 0 3 16,0 0-14-16,0 0-17 0,0 0-8 16,0 0-2-16,0 0 6 15,11 0-6-15,2 0-1 16,8 0 1-16,12 0 5 16,9 11-1-16,14-1 20 15,13 2-13-15,11-6-6 16,8-6-5-16,-2 0 0 15,1-6-1-15,-9-12-1 16,-11-1-5-16,-18 9 6 16,-23 7-9-16,-18 3-101 15,-8 0-87-15,-12 15-92 16</inkml:trace>
  <inkml:trace contextRef="#ctx0" brushRef="#br0" timeOffset="-72630.9">5244 16663 76 0,'0'0'100'0,"0"0"-56"0,0 0 53 0,0 0 27 16,0 0-84-16,0 0-10 16,91 41-9-16,-72-27 8 15,-2-5 14-15,3 4-16 16,3 1 19-16,2-6-38 15,-2 2-8-15,6-2-3 0,3 2-2 16,-1 2 5-16,-2-2-2 16,4 4 4-16,-4-3-2 15,-2 0 0-15,-2-11 0 16,-3 0-6-16,2 0-18 16,1-11 6-16,-1-6-25 15,3-1 34-15,0 6 9 16,0 6-7-16,4 2 6 15,0 4 1-15,1 0 20 16,-3 0-20-16,-6 0 1 16,8 0 2-16,2 0-3 15,4 0 5-15,1-12 19 0,4 2 0 16,3-2-21-16,6 2 7 16,7 5 28-16,0 1-20 15,2 3-15-15,0 1 10 16,-2 0 3-16,-2-3 12 15,0 2-11-15,1-8-6 16,5 1 46-16,6-1-32 16,1-6-20-16,4 7 1 15,-1 4-6-15,3 4 3 16,-2 0 41-16,4 0-34 16,-4 0 13-16,5 0-23 15,0 0-2-15,4 0 2 16,3 0 0-16,-5 0 0 0,1 0 1 15,-13 0-4-15,-1 4 5 16,-1 4-4-16,-4 7 4 16,2-2 4-1,3 0-6-15,2 5 0 0,2 0-3 16,1 0 6-16,-3-4-6 16,2 4 9-16,-1 0-10 15,1-7 11-15,4 8-14 16,-1-5 5-16,3-3 2 15,0 4 0-15,0-1 4 16,4-6-9-16,-2 3 10 16,11-4-9-16,-3 3 14 15,0 2-13-15,-2 3 3 0,-1-2 0 16,-2-1-1-16,-1-2-2 16,1 5-5-16,-2-8 4 15,1-3-2-15,1 6 12 16,-6-6-13-16,-1 0 14 15,-1 0-10-15,0 2 3 16,1-6 0-16,1 5-1 16,-1 2-1-16,0-7 2 15,-7 5 0-15,3-4-3 16,-4-1 3-16,3 0-3 16,3 0-15-16,-2 0 16 15,1 0 2-15,-3-1 0 0,-5-4-3 16,-3-2-1-1,-8-4 1-15,0 3 4 0,-6 4-5 16,-3 0 3-16,-1 4-1 16,-3 0-6-16,0 0-3 15,1 0 6-15,-1 0-16 16,-5 0-9-16,3 0 20 16,-4 0 0-16,2-2 20 15,-1-6-5-15,-2 1 3 16,3 1 18-16,-3 1-12 15,3 1-4-15,-5 0-10 16,8 0 0-16,-4 2-5 0,3-2 10 16,2 0-6-1,0 0 5-15,4-6-8 0,1-2 6 16,0-2-4 0,-1 4 4-16,-3-1 3 0,-8 6-5 15,-2-5 3-15,-4 6-10 16,-1 0 14-16,3-2-16 15,0 2 20-15,2 0-22 16,2 4 11-16,4-5-18 16,1-1-8-16,-3-1 11 15,-2-7 15-15,7 2 1 16,-9 1 35-16,3 4-15 16,-3 3-9-16,-2 4-5 15,0-4 0-15,7 4-7 16,0-2 3-16,-1-2-9 0,1-4 0 15,-3-2-7-15,-4-4-2 16,-4 6 6-16,-6-5 10 16,-3 8-4-16,-3 5 6 15,1 0 0-15,-3 0 4 16,1 0-7-16,-6 0-53 16,-6 0-255-16</inkml:trace>
  <inkml:trace contextRef="#ctx0" brushRef="#br0" timeOffset="-68654.25">22828 11214 217 0,'0'0'306'0,"0"0"-264"16,0 0 22-16,0 0-11 0,0 0-46 16,0 0 2-16,0 0 3 15,0 0 36-15,0 1 24 16,0-1 17-16,0 0-55 16,0-10 15-16,0-10-34 15,4-14-7-15,12-8-3 16,5-10-5-16,3-12 0 0,2-7 7 15,8 0-13 1,-5 7 6-16,-4 11-15 0,-5 11-53 16,-5 16-12-16,-6 9-77 15,-2 5-49-15,-5 7-137 16</inkml:trace>
  <inkml:trace contextRef="#ctx0" brushRef="#br0" timeOffset="-68170.27">23044 11333 351 0,'0'0'46'0,"0"0"8"0,0 0 43 0,0 0-52 0,0 0 53 15,0 0 17-15,18-37-36 16,-3 5-30-16,15-11-25 16,-1-6 25-16,0-2-31 15,2 1 2-15,-4 5-16 16,-3 6-7-16,-3 5 3 15,2 3-3-15,-2 3-49 16,-8 8-19-16,-1 4-92 16,-8 9-51-16,-4 7-25 15,0 0-65-15</inkml:trace>
  <inkml:trace contextRef="#ctx0" brushRef="#br0" timeOffset="-67771.14">22826 10981 639 0,'0'0'80'16,"0"0"-37"-16,0 0 76 16,0 0-72-16,0 0 35 15,120-35-25-15,-68 35-8 16,6 16-5-16,2 9-30 15,-3-1-10-15,1 2-4 16,-4-2-3-16,-5 2-6 16,-4-4-11-16,-8-5-29 0,-6 0-17 15,-2-11-67-15,-10-6-175 16,-11 0-241-16</inkml:trace>
  <inkml:trace contextRef="#ctx0" brushRef="#br0" timeOffset="-67254.57">22880 10776 459 0,'0'0'96'0,"0"0"30"0,0 0 49 0,0 0-122 16,0 0-33-16,0 0 50 15,46-2-4-15,-1 2-18 16,9 2-28-16,10 9-11 16,3 2-8-16,2 3 0 15,0 0-2-15,-7-4-11 16,-4 4-6-16,-4-6-31 16,-12 2-48-16,-9-4-164 15,-10-4-379-15</inkml:trace>
  <inkml:trace contextRef="#ctx0" brushRef="#br0" timeOffset="-66621.53">23782 11470 485 0,'0'0'54'0,"0"0"-50"0,22-141 131 0,1 74-86 0,4-16-2 16,-6-9 37-16,6 2-61 15,-4 1 11-15,-1 7-2 16,-2 6-10-16,0 8-16 16,-3 10-6-16,2 9 9 15,1 5-19-15,-5 6 10 16,8 2-14-16,-8 3-21 15,-1 6-29-15,-4 11-55 16,-7 10 59-16,-3 6 40 16,0 16 20-16,-18 25 21 15,-15 20 8-15,-10 9-7 0,-3 7-13 16,-2-8 1-16,9-10-9 16,10-15 2-16,8-7-3 15,8-16-60-15,9-2-200 16</inkml:trace>
  <inkml:trace contextRef="#ctx0" brushRef="#br0" timeOffset="-65989.34">24368 10790 621 0,'0'0'189'0,"0"0"-128"0,0 0 33 0,0 0-65 16,0 0-17-16,0 0-12 0,78-78 9 15,-51 58-1-15,4 4 0 16,-4 3 7-16,-3 7-12 16,-2 6-3-16,-6 0-1 15,-5 23 1-15,-11 13 1 16,0 18-1-16,-8 8-9 15,-26 9-13-15,-13 7 17 16,-11 2 3-16,-4-4-3 16,-3-12 4-16,0-9-1 15,14-18 2-15,2-12 4 16,16-7 2-16,4-11 27 16,11-3-31-16,9-4 9 15,9 0-11-15,0 0-16 16,0-8-13-16,17-3 9 15,10 6 15-15,5 5-12 0,1 5 17 16,-2 23 24 0,5 6 9-16,-2-1-17 0,-1 2-4 15,1-3-12-15,-1-8-1 16,0-10 0-16,3-8-24 16,1-6-54-16,-1 0-63 15,0-8-6-15,-7-10-110 16</inkml:trace>
  <inkml:trace contextRef="#ctx0" brushRef="#br0" timeOffset="-65622.87">24762 11353 479 0,'0'0'100'0,"0"0"-43"0,0 0 75 16,0 0-85-16,0 0-11 15,0 105-30-15,2-77 0 16,14-6 0-16,4-2 6 16,2-5 19-16,7-8-9 15,3-7 19-15,5 0 1 16,6-4-3-16,1-24-14 16,6-12-2-16,-6-10-16 0,-2-10 1 15,-6-7-4 1,-8-5-5-16,-7-2 1 0,-15 3-16 15,-6 11 13-15,-2 8-1 16,-36 14-3-16,-6 18 14 16,-14 14 9-16,-6 6-15 15,-4 14 3-15,6 22-1 16,11 5-6-16,13 7 2 16,14 0-24-16,3 0-82 15,8-2-266-15</inkml:trace>
  <inkml:trace contextRef="#ctx0" brushRef="#br0" timeOffset="-61526.94">30744 9172 518 0,'0'0'148'0,"0"0"-147"0,0 0 104 0,0 0-40 16,0 0-9-16,0 0-21 16,0 0 35-16,0 12-2 15,0-10-19-15,0-2-24 0,0 2 2 16,5 4-13-16,-2 4-13 15,-1 6 2-15,0 8-3 16,-2 2 8-16,0 5 4 16,0 2-15-16,-2 0 9 15,-8-1-6-15,8-3 0 16,-2-3 0-16,2-1-3 16,2-11 2-16,0-10-3 15,8-4 1-15,28 0-5 16,18-30 13-16,14-15-10 15,11-3-21-15,1-10 9 16,2-4-7-16,-1-4-16 0,-2 2 1 16,2 3-1-16,2 10-9 15,-6 8-24-15,-5 11-18 16,-17 8-102-16,-22 12-55 16</inkml:trace>
  <inkml:trace contextRef="#ctx0" brushRef="#br0" timeOffset="-60061.04">16815 15855 341 0,'0'0'150'0,"0"0"-100"0,37 104-40 15,-18-64-16-15,0 1 10 16,-1-2-4-16,-2-12 0 0,-5-2 2 15,-2-10 56-15,-1-7 15 16,4-6-14-16,-1-2-16 16,9 0 17-16,1 0-41 15,5-19 13-15,10-12-26 16,8-17 1-16,14-17 12 16,11-26 1-16,14-18-6 15,6-11 0-15,2 4 10 16,-1 7-24-16,-11 23-1 15,-8 22-59-15,-10 24-28 16,-16 16-52-16,-14 20-5 0,-18 4-91 16</inkml:trace>
  <inkml:trace contextRef="#ctx0" brushRef="#br0" timeOffset="-41942.54">22003 13322 430 0,'0'0'7'0,"0"0"8"0,0 0-4 16,-144 21 36-16,120-3 61 15,5 4 69-15,4 4-88 0,7 0-40 16,5 4-25-16,3 4 10 16,0 4-11-16,29 4-23 15,13 5 2-15,23 0 2 16,12 6-1-16,8-1-2 15,2 3-2-15,-4 3-3 16,-10 5-8-16,-15 4-9 16,-10-5 2-16,-20 2 16 15,-23-2-15-15,-5 0 6 16,-10-1 12-16,-36 3 2 16,-16-11-1-16,-19-5 6 15,-15-11-2-15,-6-18 0 0,4-10-2 16,13-9-3-16,25 0-12 15,29-16-9-15,27-18-36 16,4-6-160-16,44-13-47 16</inkml:trace>
  <inkml:trace contextRef="#ctx0" brushRef="#br0" timeOffset="-41626.27">22547 14241 490 0,'0'0'292'0,"0"0"-286"16,146 70-2-1,-65-66-3-15,14-4-2 0,3-18 4 16,6-32-1 0,1-20 35-16,-2-18-6 0,-14-12 32 15,-20-3-33-15,-34 6-21 16,-35 2-9-16,-13 16-22 15,-59 3 9-15,-30 20-2 16,-23 24 1-16,1 32 14 16,-1 15 30-16,15 44 28 15,17 13 30-15,28 0-66 16,21-9-11-16,30-12-11 16,14-6-49-16,10-9-60 0,29-4-114 15,6-1-135-15</inkml:trace>
  <inkml:trace contextRef="#ctx0" brushRef="#br0" timeOffset="-40959.98">23187 14281 250 0,'0'0'371'16,"0"0"-326"-16,0 0 86 15,116-98-59-15,-82 34-32 16,5-7-25-16,-3 0-15 15,-7 0-9-15,-2 11-34 0,-7 11-47 16,-3 24 7 0,-1 15 77-16,-3 10-4 0,3 18 10 15,0 16 36-15,4 4 30 16,3-4-34-16,12-6-13 16,7-12 10-16,18-16-17 15,9-3 9-15,9-38-16 16,4-6 4-16,-8-6-1 15,-5-1 2-15,-4 6-10 16,-3 5-15-16,-4 11-33 16,-4 16-65-16,-16 16 31 15,-12 10-60-15,-15 31 74 16,-9 6 25-16,0 1 35 16,6-4 8-16,1-1 44 15,4 3-29-15,3 9-15 0,-3-2-13 16,5 1-53-16,-3-14-42 15,3-7 71-15,3-21 37 16,-4-12 18-16,10 0 77 16,-3-8 51-16,5-20-74 15,3-12 21-15,3-19-51 16,1-1-13-16,1-12-25 16,0-4-4-16,-4-1 0 15,0 7-74-15,7 18-20 16,-7 21 82-16,-1 22 12 15,-10 9 7-15,1 24 23 16,-2 24-6-16,0 15 24 0,-3 6-28 16,4 18 37-16,-2 7-31 15,0-1 19-15,-5 6-13 16,2-10-26-16,-7-7 6 16,1-12-12-16,-1-16-4 15,-8-20-110-15,-2-18-48 16,0-16-228-16</inkml:trace>
  <inkml:trace contextRef="#ctx0" brushRef="#br0" timeOffset="-40810.17">24918 13989 1063 0,'0'0'0'0,"0"0"-39"0,139 22-104 0,-66-22-25 0,4 0-47 0</inkml:trace>
  <inkml:trace contextRef="#ctx0" brushRef="#br0" timeOffset="-40444.11">26252 14074 927 0,'0'0'0'15,"130"0"-56"-15,-65 0 12 16,-21-9-203-16</inkml:trace>
  <inkml:trace contextRef="#ctx0" brushRef="#br0" timeOffset="-40227.12">26001 13772 1082 0,'0'0'106'0,"0"0"-97"0,0 0-6 16,183 25 8-16,-92-44-11 15,7-12-48-15,-9-2-70 16,-8 3-417-16</inkml:trace>
  <inkml:trace contextRef="#ctx0" brushRef="#br0" timeOffset="-39511.7">27474 13433 706 0,'0'0'103'0,"14"154"-103"15,-8-68-33-15,-4-1 9 16,0 3-42-16,-2-4 59 16,0-10 6-16,0-13 2 15,0-15 59-15,-10-16-22 16,2-18-13-16,0-12-3 15,-9 0 55-15,-2-31-77 16,-6-19-87-16,1-20 55 16,6-14 32-16,9-10 16 15,9-12 9-15,0-3-23 16,22-3 5-16,16 2 2 16,7 6-9-16,6 5-20 15,2 17-39-15,3 10 20 16,0 16-28-16,2 19 9 15,0 18 56-15,-3 19-38 0,-3 5-28 16,-12 36 23-16,-18 15 45 16,-18 13-6-16,-4 8 13 15,-33 5 7-15,-23 9 46 16,-15-3 63-16,-4-4 59 16,-1-9-59-16,9-20-36 15,18-10-14-15,20-17-41 16,20-8-7-16,9-5-25 15,11 2 3-15,32 0-7 16,15 10-9-16,15 9 11 0,12 9-31 16,-6 10 6-16,-5 14 4 15,-11 0 11-15,-9 0-4 16,-10-8-37-16,-7-14 49 16,-3-11-6-16,-3-12-474 15</inkml:trace>
  <inkml:trace contextRef="#ctx0" brushRef="#br0" timeOffset="-39028.14">29377 13946 703 0,'0'0'0'0,"0"119"-70"0,13-73-314 0,25-12 135 16</inkml:trace>
  <inkml:trace contextRef="#ctx0" brushRef="#br0" timeOffset="-38776.94">29306 13854 1033 0,'0'0'96'16,"0"0"-94"-16,140 10 0 0,-87-10-2 16,-15-14-2-16,-7-10-76 15,-17-8-124-15,-14-9-333 16</inkml:trace>
  <inkml:trace contextRef="#ctx0" brushRef="#br0" timeOffset="-38628.51">29385 13535 1099 0,'0'0'24'15,"0"0"-24"-15,152 0-49 0,-85-2-22 16,-3-17-89 0,1-12-142-16,-9-7 12 0</inkml:trace>
  <inkml:trace contextRef="#ctx0" brushRef="#br0" timeOffset="-38346.2">29749 13408 969 0,'0'0'61'0,"0"0"-61"16,-16 107-3-16,21-73-1 16,28 0-3-16,14 2 7 15,11-2 0-15,10 7-2 16,4-3-40-16,-5-2-24 15,-7 2 14-15,-16-3 49 16,-19 2 3-16,-23 1 29 16,-2 4 47-16,-35 4-25 0,-25 2-21 15,-9 2-14-15,-10 1-16 16,-2-3-5-16,6-6-4 16,13-6-26-16,20-18-21 15,17-13 2-15,23-5-91 16,2-11-90-16,25-9-181 15</inkml:trace>
  <inkml:trace contextRef="#ctx0" brushRef="#br0" timeOffset="-37930.19">30077 14172 891 0,'0'0'87'16,"0"0"-84"-16,0 0 0 15,0 0-6-15,68 113-38 0,-52-83-40 16,-5-6 22-1,-2-4 42-15,-5-6 9 0,-4-14 8 16,0 0 50-16,0-26 15 16,-2-24-48-16,-7-14-10 15,0-16-4-15,9-11-3 16,0-5-11-16,9 0-24 16,16 16 33-16,11 8-18 15,3 22 20-15,3 15 0 16,4 20 4-16,-2 15 11 15,5 0 6-15,3 9-4 16,3 17-13-16,5-2-8 0,0 1-3 16,-4 0-33-16,-18 4-28 15,-22-2 52-15,-16 8 16 16,-38 3 120-16,-34 2-45 16,-15 0-19-16,-1-8 11 15,7-16-58-15,12-3-9 16,18-13-30-16,13 0-43 15,15 0 23-15,19 0-23 16,4 0 3-16,0-7 8 16,15 0-19-16,14-2-196 15</inkml:trace>
  <inkml:trace contextRef="#ctx0" brushRef="#br0" timeOffset="-37630.38">30814 14243 946 0,'0'0'0'0,"0"0"2"0,0 0-14 0,0 0-7 16,0 0-2-16,0 0 21 16,42-74 2-16,-42 74 7 0,0 0 30 15,-6 2-26-15,1 4-4 16,0 2-9-16,3-8-190 16,0 0-557-16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3:22:45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3407 9906 179 0,'0'0'129'0,"0"0"-60"0,0 0-3 0,0 0-21 15,0 0 26-15,0 0-36 16,0 0-11-16,0 0 3 15,0 0 31-15,-6 0 6 16,6 0-23-16,-4 0-4 16,2 0-29-16,0 0 1 0,0 0-4 15,2 0-10-15,0 0 4 16,0 0 1-16,0 0-2 16,0 0-1-16,0 0-1 15,0 0 2-15,4 3-2 16,14 4 3-16,-1 5-1 15,4-4 2-15,1-4-2 16,1 2 1-16,-2-2-4 16,8 0-4-16,0-2 15 15,3 1-12-15,1 1 12 16,2-4-10-16,6 5 7 16,3-3-6-16,1-2 6 15,2 0-4-15,-2 0 1 16,-3 0 0-16,2 0-3 0,1-7 6 15,-3-2-9 1,5-5 13-16,-5 4-10 0,2-1 3 16,-3 5 0-16,1 2-1 15,-2 4 1-15,-1 0 0 16,0 0 0-16,-7 0 0 16,-1 0 3-16,0 0-3 15,-4 0 0-15,8 0-6 16,-1-3 6-16,-1 1 1 15,0 2-1-15,-4 0 0 16,-2 0-1-16,2 0 7 0,0 0-11 16,-4 0 8-1,2 0-3-15,-6 0 0 0,2 0-6 16,-3 0 6-16,0 0 2 16,-4-4-2-16,-1 0 6 15,3 2-12-15,3 2 16 16,2 0-20-16,6 0 17 15,0 0-15-15,0 0 9 16,-2-2-2-16,-2-4 1 16,-3-4 0-16,0 6 2 15,-2-5-1-15,1 5-1 16,-4 2 2-16,-1-1-5 0,-3 3 3 16,3-3 0-1,-3-1 0-15,3 3 2 0,1-5-10 16,0-1 16-16,0-1-11 15,1 4 10-15,-3-2-8 16,1 1 3-16,-5 1-3 16,3-1 1-16,-3 5 0 15,3-4 4-15,-1 3-2 16,7-3 7-16,2 1-7 16,2-1-4-16,5 2 4 15,-2-2-5-15,2-4 6 16,-4 5-3-16,-4-3 1 15,-2 0 2-15,-4 1 7 16,-6-1-5-16,-2 6 27 16,-1-2-17-16,-4 1 12 0,5 1-21 15,-2-5 14-15,8 5-11 16,-2-4 3-16,1 0-2 16,-1 1-4-16,-7-2-6 15,-2 5 0-15,-2 0 3 16,0 0 5-16,0 0-10 15,0 0 4-15,0 0 0 16,0 0 1-16,0 0 1 16,0 0 0-16,0 0-2 15,0 0 11-15,0 0-8 16,0 0-7-16,0 0 2 16,0 0-10-16,0 0-72 15,0 0-55-15,0 5-201 0</inkml:trace>
  <inkml:trace contextRef="#ctx0" brushRef="#br0" timeOffset="2450.48">3471 12553 83 0,'0'0'69'0,"0"0"-58"0,0 0 6 15,0 0 22-15,0 0 4 16,0 0-16-16,0 0 64 15,-10 8-14-15,10-8 1 16,0 0-59-16,0 0-17 16,0 0 13-16,0 0-10 15,0 0 45-15,0 0-20 16,0 0-4-16,0 0-26 16,0 0-10-16,0 0 5 0,14 0 5 15,4 0 0-15,6 0 4 16,3 0-4-16,0 1 5 15,2 2-5-15,-4-2 3 16,4-1-6-16,4 3-1 16,1-3 3-16,5 0 1 15,-1 0 0-15,1 0-1 16,-4 0 8-16,-2 0-7 16,1 0 0-16,-3 0-3 15,-4 0-11-15,-2 0-10 16,-6 0 15-16,1 0 8 15,-2 0-1-15,2-3-1 16,0 2-9-16,0-2 24 16,5 3-23-16,-1 0 17 15,3 0-12-15,0 0 12 0,-2 0-10 16,6 3 8-16,-5 1-4 16,3-2 0-16,0 2 1 15,-4-2-1-15,6 2 0 16,-2-1-1-16,2 4 1 15,0-3-2-15,5 2 5 16,1 0-3-16,4-4 0 16,-3 0-4-16,1-2-4 15,2 0 16-15,-1 0-11 16,0-8 7-16,-2 0 2 16,-2 4-6-16,-5 0-3 15,-2 1 0-15,-1 3 6 0,-5-3-6 16,4 3 8-16,0-3-14 15,-3 2 18-15,-2-5-17 16,5 4 16-16,2-1-14 16,-2 3 6-16,-3 0 0 15,1 0 0-15,-3 0 1 16,-4 0 12-16,0 0-13 16,-7 0 15-16,4 0-8 15,-1 0-9-15,1 0 3 16,1 3-1-16,1-1 4 15,2 4-1-15,1-2-6 16,-1-4 10-16,2 0-14 16,-1 0 16-16,0 0-7 15,0 0-1-15,5-3 6 16,2 0-6-16,-2-1 9 0,2-1-4 16,4 5 2-16,3-1 6 15,0-3-12-15,-1 0 5 16,1 0-7-16,-5-2 3 15,-5 3-2-15,0 0-1 16,1 1-8-16,-5 2 8 16,5 0-4-16,-1 0 13 15,5 0-6-15,0 0 2 16,-2 4 0-16,0-3-3 16,-1-1 8-16,-3 0-10 0,5 3 9 15,-1-3 13-15,2 8-16 16,2-6 78-16,0 2-65 15,-2-3 4-15,2-1-14 16,-2 0-2-16,-4 0-3 16,-2 0-4-16,-4 0 0 15,-3 0 2-15,-1 0 1 16,4 0 4-16,3 0-14 16,5 0 17-16,6 0-16 15,-1 0 14-15,-1 0-8 16,-8 0 0-16,-2 0-2 15,-3 0-1-15,-5 3-20 16,1-2 1-16,-5-1-48 16,-3 0 14-16,0 0-79 0,-6-11-173 15</inkml:trace>
  <inkml:trace contextRef="#ctx0" brushRef="#br0" timeOffset="3481.96">2686 15287 183 0,'0'0'6'0,"0"0"-5"0,0 0 5 0,0 0 11 0,0 0 99 16,0 0-22-16,-104 43-60 15,104-32-34-15,0 8 0 16,0 7-72-16,0 6-94 16</inkml:trace>
  <inkml:trace contextRef="#ctx0" brushRef="#br0" timeOffset="4252.8">2624 15588 250 0,'0'0'137'0,"0"0"-115"16,0 0 12-16,0 0-14 0,0 0-20 16,0 0 6-16,0 0-12 15,0 0 12-15,0 0-10 16,2 0 4-16,-2 0-1 15,0 0 1-15,2 0 0 16,-2 0 0-16,0 0 0 16,2 0 6-16,6 0-4 15,-2 0 10-15,1 0 1 16,-1 0 6-16,8 0-8 16,-3 0 14-16,5 0-5 0,1 0 4 15,6 0-6-15,4 0 3 16,2 0 5-16,0 0-23 15,8 5 16-15,3 7-18 16,-2 1 3-16,7 2-2 16,-7-5 4-16,7 6-6 15,-5-2 0-15,2-2-3 16,0 2 7-16,0-1-8 16,-2-4 5-16,3-3-2 15,-3-2 0-15,0-4-2 16,1 0 3-16,-4 0 5 15,-1 0 0-15,-5 0 19 16,7 0-19-16,-5 0 4 16,0 0 4-16,1 0-11 15,4 0-4-15,2 0 13 0,2 0-12 16,12 0 1-16,-5-4-2 16,9-2-2-16,-3 1 4 15,3 1 0-15,-2 1 1 16,0-1 2-16,0 3 0 15,-1-2-5-15,3 1 2 16,-2-6-7-16,8 0 6 16,-6-2-9-16,5-4 6 15,-3 2 8-15,-6 2-7 16,-6 0 12-16,1-2-17 16,-4-2 8-16,0-4 0 15,1 6 10-15,3-2 40 16,7 4-32-16,-2 6-7 0,-1 1-11 15,3 3 6-15,-9 0-3 16,-5 0 3-16,-5 0-10 16,-5 0 6-16,-5 0-2 15,-7-2 0-15,-3-9 2 16,-1 5-5-16,-1-7 7 16,4 5-8-16,-4 2-10 15,-1 0-105-15,-8 6-173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4-14T23:22:55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3346 8132 92 0,'0'0'85'0,"0"0"-73"0,0 0 4 16,0 0-12-16,0 0 39 0,0 0-2 16,132-17 51-16,-106 17-68 15,1 0-18-15,0 0-6 16,-1 0 1-16,-1 4-1 16,-1-4 8-16,-1 0-12 15,-6 0 17-15,-1 0-11 16,-3 0 15-16,-3 0 6 15,-1 0-8-15,-5 0-8 16,2 0-7-16,-4 0 0 0,1 0-2 16,-3 0 8-16,0 0 2 15,0 0 13-15,0 0 78 16,-27 0-64-16,-11 0-27 16,-4 0 43-16,-7 3 49 15,7-3-44-15,0 0-15 16,-3 0-2-16,1-7-17 15,-2-11 5-15,7-3-18 16,3 4-2-16,3 1-5 16,2 5-2-16,2 4 1 0,0 3-1 15,0 2 0 1,0 2 1-16,2-2 13 0,2-2-6 16,2 4 22-16,8-5-29 15,-3 2-1-15,9-1-3 16,-1 2-15-16,0 0 11 15,-3-2 7-15,-5-1 10 16,1 2-9-16,-2-1 15 16,4 2-15-16,1-2-2 15,4 1-3-15,-11-1-4 16,6-1-21-16,-5 0 2 16,-5 0 27-16,10 2 4 15,-1 2 12-15,5 1-13 0,7 0-3 16,2 0-2-1,2 0 1-15,0 0-35 0,0 0-24 16,0 0-10 0,0-2-105-16,-7-2 1 0,-5 2-23 15,-3 2 83-15,-3 0-26 16</inkml:trace>
  <inkml:trace contextRef="#ctx0" brushRef="#br0" timeOffset="1615.54">2744 10780 68 0,'0'0'101'0,"0"0"-76"0,0 0-13 0,0 0 0 0,0 0 45 15,0 0 26-15,0 0 24 16,-4-14-10-16,2 12 16 16,0 0-45-16,0 0 48 15,-1-2-98-15,-1 4 1 16,4-3-18-16,0 3 9 16,0-2-7-16,-3 2 12 15,3-1-3-15,-4-3-8 16,4 4-4-16,0-3 5 15,0-2-4-15,0 3-1 16,0-4-2-16,4 6-7 16,3-4 9-16,2 0 0 0,0 2 1 15,0-2-6 1,2 4 12-16,0-3-13 0,9 3 14 16,3 0-16-16,4 0 20 15,-1 0-23-15,7 0 11 16,-4 0 0-16,-2 3 1 15,-3-3-1-15,-3 0 0 16,0 4 0-16,2-2-2 16,0 4 4-16,1-4-1 15,3 2 1-15,-1-2-2 16,1 0-4-16,2 3 4 16,0-2-2-16,-2 1 5 15,-2-1 0-15,-3 0 5 16,-3-3-15-16,2 0 7 15,-1 0-1-15,0 0-4 0,0 0 5 16,-1 0-8-16,2 0 16 16,1 0-16-16,1 0 16 15,3 0-5-15,-1 0 1 16,4 0-1-16,2 0-2 16,0 0 5-16,7 0-3 15,-4 0-2-15,1 0-2 16,-3 0 4-16,3 0-8 15,1 0 14-15,-1 0-11 16,1 0 2-16,2 0-3 16,-2 0 1-16,-1-10-27 15,-4-6-81-15,-13 6-119 0,-11 6-217 16</inkml:trace>
  <inkml:trace contextRef="#ctx0" brushRef="#br0" timeOffset="3035.02">2634 13465 162 0,'0'0'182'0,"0"0"-77"0,0 0-32 0,0 0-27 15,0 0-38-15,0 0 1 16,-6 0-9-16,6 0 11 16,0 0-9-16,0 0 13 15,0 0-6-15,0 1-3 16,0 8 0-16,0 5-6 15,8-1 25-15,2 0-24 16,1 1-1-16,8-4 3 16,-2 6-6-16,5-2 5 15,3 3-2-15,2-3 4 16,6 4 5-16,3-3-18 0,4 2 13 16,2-3-4-16,-2-1 4 15,4 0-2-15,-5-4-2 16,-6-5-8-16,1-4 3 15,-7 5 3-15,-1-5-2 16,3 0 8-16,-3 1-9 16,11 4 13-16,-4-1-5 15,1 0 5-15,3 0-6 16,-6-4-2-16,-4 0-1 16,0-8-6-16,-2-8 7 15,1 1 0-15,-2 0 3 16,8 1-3-16,-1 6 4 15,2-1-6-15,0 4 2 0,-1-4 0 16,2 5 4-16,-3-4-4 16,0 1 23-16,0-1-21 15,3-3 14-15,1 1-12 16,5-4 7-16,0 4-7 16,1 1-8-16,-4-12-1 15,-8 5-78-15,-14-2-131 16</inkml:trace>
  <inkml:trace contextRef="#ctx0" brushRef="#br0" timeOffset="4463.03">2715 16455 411 0,'0'0'67'0,"0"0"-67"0,0 0-6 0,0 0 5 16,0 0 2-16,0 0-3 16,0-4 6-16,9 4-2 15,5 0 24-15,3 0 30 16,8 0-38-16,4 0-12 15,4 0 3-15,8 0-4 16,7 11 8-16,4 8-8 16,0-5 22-16,-2 0-18 0,0-2 15 15,-2-6-24 1,4-2 1-16,1 0-5 0,1-4 9 16,3 0-5-16,-1 0 6 15,2 4-12-15,0 0 16 16,4 1-11-16,-1-4 1 15,-3 4 0-15,-2-5 0 16,-8 0 0-16,-3 0-1 16,-1-5 1-16,-6-1 1 15,-5-2 4-15,-8 2-4 16,-9 4-1-16,-3 0-1 16,-4 2 1-16,0 0-6 15,-7 0-10-15,1 0-28 16,-3 0 26-16,0 0-9 15,2 0-17-15,0 0 13 0,-2 10-12 16,0 3-103-16,0-7-169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05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8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Logotipo, Ícone&#10;&#10;O conteúdo gerado por IA pode estar incorreto.">
            <a:extLst>
              <a:ext uri="{FF2B5EF4-FFF2-40B4-BE49-F238E27FC236}">
                <a16:creationId xmlns:a16="http://schemas.microsoft.com/office/drawing/2014/main" id="{1AB5C0BD-8426-4075-3B5D-20A1D0163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483" y="623337"/>
            <a:ext cx="1067033" cy="1067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1BB707D-8FA5-4D2E-9E44-2D51987F197A}"/>
                  </a:ext>
                </a:extLst>
              </p14:cNvPr>
              <p14:cNvContentPartPr/>
              <p14:nvPr/>
            </p14:nvContentPartPr>
            <p14:xfrm>
              <a:off x="653400" y="2332440"/>
              <a:ext cx="8032680" cy="37519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1BB707D-8FA5-4D2E-9E44-2D51987F19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4040" y="2323080"/>
                <a:ext cx="8051400" cy="377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0C637F7-FECE-77FF-FCC4-4CBC36FB5EE3}"/>
                  </a:ext>
                </a:extLst>
              </p14:cNvPr>
              <p14:cNvContentPartPr/>
              <p14:nvPr/>
            </p14:nvContentPartPr>
            <p14:xfrm>
              <a:off x="2081520" y="1985760"/>
              <a:ext cx="8146080" cy="32245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0C637F7-FECE-77FF-FCC4-4CBC36FB5E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2160" y="1976400"/>
                <a:ext cx="8164800" cy="324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3462BB7-0CEB-DD2B-308C-4F1FAF7205F5}"/>
                  </a:ext>
                </a:extLst>
              </p14:cNvPr>
              <p14:cNvContentPartPr/>
              <p14:nvPr/>
            </p14:nvContentPartPr>
            <p14:xfrm>
              <a:off x="537120" y="695520"/>
              <a:ext cx="7857000" cy="28720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3462BB7-0CEB-DD2B-308C-4F1FAF7205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760" y="686160"/>
                <a:ext cx="7875720" cy="28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23810FF-17D9-5105-7E7C-72E662937386}"/>
                  </a:ext>
                </a:extLst>
              </p14:cNvPr>
              <p14:cNvContentPartPr/>
              <p14:nvPr/>
            </p14:nvContentPartPr>
            <p14:xfrm>
              <a:off x="358920" y="364680"/>
              <a:ext cx="11414520" cy="600768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23810FF-17D9-5105-7E7C-72E6629373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560" y="355320"/>
                <a:ext cx="11433240" cy="602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CF21725-F4F7-A491-6F6F-AFDBC66CCD3F}"/>
                  </a:ext>
                </a:extLst>
              </p14:cNvPr>
              <p14:cNvContentPartPr/>
              <p14:nvPr/>
            </p14:nvContentPartPr>
            <p14:xfrm>
              <a:off x="671400" y="202680"/>
              <a:ext cx="11280960" cy="6523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CF21725-F4F7-A491-6F6F-AFDBC66CCD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040" y="193320"/>
                <a:ext cx="11299680" cy="654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FFF2A76-3D72-C327-3D34-DF029DAE500B}"/>
                  </a:ext>
                </a:extLst>
              </p14:cNvPr>
              <p14:cNvContentPartPr/>
              <p14:nvPr/>
            </p14:nvContentPartPr>
            <p14:xfrm>
              <a:off x="946080" y="216360"/>
              <a:ext cx="9006120" cy="43610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FFF2A76-3D72-C327-3D34-DF029DAE50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6720" y="207000"/>
                <a:ext cx="9024840" cy="437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4879614-7FFD-D26E-6781-CBCB9031C2B3}"/>
                  </a:ext>
                </a:extLst>
              </p14:cNvPr>
              <p14:cNvContentPartPr/>
              <p14:nvPr/>
            </p14:nvContentPartPr>
            <p14:xfrm>
              <a:off x="410400" y="1273680"/>
              <a:ext cx="11003400" cy="48754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4879614-7FFD-D26E-6781-CBCB9031C2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040" y="1264320"/>
                <a:ext cx="11022120" cy="489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690C125-9D15-7EE1-C07C-5EE0BE342995}"/>
                  </a:ext>
                </a:extLst>
              </p14:cNvPr>
              <p14:cNvContentPartPr/>
              <p14:nvPr/>
            </p14:nvContentPartPr>
            <p14:xfrm>
              <a:off x="929520" y="3499560"/>
              <a:ext cx="1501560" cy="21639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690C125-9D15-7EE1-C07C-5EE0BE3429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0160" y="3490200"/>
                <a:ext cx="1520280" cy="218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24F076D-E2FB-AB09-8273-AB0FDEC1DB8F}"/>
                  </a:ext>
                </a:extLst>
              </p14:cNvPr>
              <p14:cNvContentPartPr/>
              <p14:nvPr/>
            </p14:nvContentPartPr>
            <p14:xfrm>
              <a:off x="946080" y="2858760"/>
              <a:ext cx="529200" cy="31010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24F076D-E2FB-AB09-8273-AB0FDEC1DB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6720" y="2849400"/>
                <a:ext cx="547920" cy="311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</Words>
  <Application>Microsoft Office PowerPoint</Application>
  <PresentationFormat>Widescreen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3</cp:revision>
  <dcterms:created xsi:type="dcterms:W3CDTF">2026-04-10T20:47:04Z</dcterms:created>
  <dcterms:modified xsi:type="dcterms:W3CDTF">2026-04-14T23:30:51Z</dcterms:modified>
</cp:coreProperties>
</file>