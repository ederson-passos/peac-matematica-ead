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ink/ink7.xml" ContentType="application/inkml+xml"/>
  <Override PartName="/ppt/notesSlides/notesSlide10.xml" ContentType="application/vnd.openxmlformats-officedocument.presentationml.notesSlide+xml"/>
  <Override PartName="/ppt/ink/ink8.xml" ContentType="application/inkml+xml"/>
  <Override PartName="/ppt/notesSlides/notesSlide11.xml" ContentType="application/vnd.openxmlformats-officedocument.presentationml.notesSlide+xml"/>
  <Override PartName="/ppt/ink/ink9.xml" ContentType="application/inkml+xml"/>
  <Override PartName="/ppt/notesSlides/notesSlide12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3.xml" ContentType="application/vnd.openxmlformats-officedocument.presentationml.notesSlide+xml"/>
  <Override PartName="/ppt/ink/ink12.xml" ContentType="application/inkml+xml"/>
  <Override PartName="/ppt/notesSlides/notesSlide14.xml" ContentType="application/vnd.openxmlformats-officedocument.presentationml.notesSlide+xml"/>
  <Override PartName="/ppt/ink/ink13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36:09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4710 9228 6 0,'0'0'38'0,"0"0"-21"16,0 0-4-16,0 0 21 15,0 0 14-15,0 0-4 0,0 0-31 16,0 0 10-16,0 0 2 16,-112-48 11-16,97 43-33 15,9 2 17-15,-13-2-19 16,19-3 5-16,-16 0 1 16,-2 1-2-16,12 7 13 15,-16 0 2-15,10 0 21 16,-1 0-37-16,-9 0 9 15,10-5 13-15,6 5-5 16,0 0 7-16,6-3-17 16,0-2 10-16,0 2-20 15,0 3 19-15,0 0-12 16,0 0-8-16,0 0-1 16,0 0-17-16,12 0 18 15,41 0 0-15,15 0 0 0,25 0 7 16,-6 0 3-16,34 8-4 15,0-5-6-15,12-3-2 16,-6 0 2-16,13 0-3 16,-13 8 6-16,-22 4 3 15,4 4 0-15,-29 4-6 16,-8 1 11-16,-16-6-10 16,-16-2 0-16,-9-5 13 15,-16-8-14-15,-8 0-1 16,-7 0 0-16,12 0 1 15,-6 0-7-15,10 0-48 16,-4-5-10-16,-6-26-159 0</inkml:trace>
  <inkml:trace contextRef="#ctx0" brushRef="#br0" timeOffset="2597.02">17243 9268 220 0,'0'0'13'0,"0"0"-4"16,0 0-9-16,0 0 13 15,0 0-7-15,0 0-5 16,0-4 12-16,0 4-3 16,0 0 32-16,0 0 25 15,0 0 7-15,0 0-44 16,0 0-19-16,0 0-11 15,0 0 0-15,0 0-7 16,0 0 9-16,0 0-2 16,0 0 0-16,0 0 34 15,0 0-8-15,6 0-5 16,3 0-10-16,4 0-10 16,15 0 0-16,9 0 3 15,19-4 8-15,31-4-10 0,18 8 24 16,34-8-12-16,17-5 11 15,11 1-7-15,19-7 11 16,-3-1-10-16,3 4-8 16,0-4 16-16,3 7-22 15,16 1 28-15,24 4-29 16,-9 0 19-16,-34 5-21 16,-6 3-4-16,-37 0-4 15,-25 0 6-15,-16 0 0 0,-15 0-13 16,-34 0-18-1,9 0-25-15,3-8-47 0,-6-13-116 16</inkml:trace>
  <inkml:trace contextRef="#ctx0" brushRef="#br0" timeOffset="30508.05">10291 10307 113 0,'0'0'39'0,"0"0"-17"0,0 0 38 0,0 0-35 16,0 0-9-16,0 0-13 15,0 0 22-15,0 0-9 16,0 0 13-16,0 0 13 16,0 0-22-16,0 0 1 15,0 0-15-15,0 0 27 0,0 0-12 16,0 0 9-16,0 0-1 15,0 0 1-15,0 0 3 16,0 0-22-16,0 0 19 16,0 0-21-16,0 0 26 15,0 0-26-15,0 0 9 16,0 0-16-16,0 0 9 16,0 0-10-16,-18 0 1 15,-10 0-1-15,3 11 0 16,-3 2 3-16,0 2 1 15,-3 6 3-15,3-6-8 0,0 2 4 16,22 2 1 0,0 6-1-16,6-1-2 0,0-4 1 15,0 4 1-15,0 0-2 16,0-8-3-16,0 4 6 16,12-4-10-16,16-3-12 15,0-13 11-15,-16 8-3 16,23-8-20-16,-11 0 11 15,10 0-24-15,7 0 23 16,-7-8-42-16,-9-9-25 0,21 5-25 16,-24-8-25-1</inkml:trace>
  <inkml:trace contextRef="#ctx0" brushRef="#br0" timeOffset="31439.14">10648 10307 81 0,'0'0'111'0,"0"0"-56"0,0 0-26 16,0 0 15-16,0 0-24 15,0 0-8-15,0 0-7 16,0 0 10-16,0 0 2 16,0 0 39-16,0 0-20 15,0 0-7-15,0 0-7 16,0 0 5-16,0 0-16 16,0 0-4-16,0-5-7 15,0 5-9-15,0-3 3 16,0-2-5-16,0 1 11 0,0 1 8 15,0 3 25-15,0-8-5 16,0 3-14-16,0 2-6 16,0-2-5-16,0 5 4 15,0 0-7-15,0 0 0 16,0 0 2-16,0 0 10 16,0 0-1-16,0 0 10 15,0 0 0-15,0 0-14 16,0 0-7-16,0 0-3 15,0 0-2-15,0 8-9 0,0 5 1 16,0 2 13-16,0 1 12 16,12-8-10-16,-12 1 1 15,6-9-3-15,-6 0 0 16,7 0-1-16,8 0-37 16,-3-4-25-16,13-33 27 15,16-11 15-15,14 4-24 16,-14-4-28-16,-10 20 36 15,-3 8-24-15,-16 20 3 16,-6 0 35-16,-6 0 23 16,0 16 73-16,0 16 39 15,0 4-33-15,0-4-4 16,0-8-44-16,0-8-15 16,0-4-11-16,0-12 2 0,0 0-11 15,0 0 7-15,0 0-6 16,16 0-41-16,2-20 14 15,10 4 30-15,6-4 25 16,-15 12-25-16,9 5-5 16,-16 3-4-16,1 0 1 15,8 3 8-15,-2 17 51 16,9 1 0-16,-3-18-40 16,37 5-11-16,-3-8-74 15,9 0-16-15,-15-16-119 16</inkml:trace>
  <inkml:trace contextRef="#ctx0" brushRef="#br0" timeOffset="41565.64">13662 10238 56 0,'0'0'125'16,"0"0"-86"-16,0 0 37 16,0 0-34-16,0 0-15 15,0 0-15-15,0 0 9 16,0-12 6-16,0 8-10 0,0 0 19 16,0 4 7-16,0-8-7 15,0 5-27-15,0-2 0 16,-16-7-7-16,16 12 1 15,0-8 0-15,0 4 0 16,0 0 7-16,-6 1 8 16,6-2 24-16,-6 5-17 15,6 0 8-15,0 0-26 16,0 0 11-16,0 0-18 16,0-4 7-16,0 4 1 15,0 0 4-15,0 0 7 16,0 0-19-16,0 0-7 0,0 0-19 15,0 16 21 1,0 8 5-16,0 0 15 0,6 4-13 16,0-8 8-16,10-7-10 15,-16-6 0-15,0-2-1 16,0-5 6-16,0 0-10 16,0 0 5-16,6 0-4 15,-6 0-46-15,18-25 38 16,-2-19 6-16,9-4 6 15,-4 4-4-15,-2 8 4 16,3 16-5-16,-10 16 4 16,-12 4 1-16,6 0-1 0,1 0 2 15,8 8 14 1,4 12 20-16,-7 4-3 0,10 0-20 16,-16-16-4-16,6-4-8 15,4-4-4-15,-10 0-36 16,6 0 21-1,10 0 19-15,3-20 11 0,9-12-5 16,0 15 2-16,0 6-2 16,-9 7-3-16,3 4 2 15,6 0 0-15,6 0-5 16,7 8 16-16,-16 16 3 16,9-8-17-16,1 0-2 15,5-12-9-15,-6-4-123 16,-6 0-184-16</inkml:trace>
  <inkml:trace contextRef="#ctx0" brushRef="#br0" timeOffset="43430.78">13593 10106 4 0,'0'0'27'0,"0"0"-8"0,0 0 7 15,0 0 15 1,0 0 5-16,0 0-23 0,0 32-21 16,0-24 5-16,0 0-4 15,0-8-1-15,0 8 0 16,0-8 2-16,0 0-4 15,0 0-5-15,0 0 4 16,0 0 0-16,0 0-18 0,0 0-18 16,0 0 37-1,0 0 0-15,0 0 2 0,0 9 22 16,0-6 15-16,0 1 10 16,0 4-25-1,0-4 11-15,0 13-12 0,0-2 17 16,0 6 9-16,0-10-3 15,0 9-1-15,0-4 30 16,0 1-49-16,0-6-15 16,0-3-2-16,0 1-7 15,0-9 4-15,0 0-6 16,0 0-23-16,0 0-95 16,0 0-57-16,0 0-71 15</inkml:trace>
  <inkml:trace contextRef="#ctx0" brushRef="#br0" timeOffset="73721.78">10359 13471 217 0,'0'0'78'0,"0"0"-38"0,0 0 5 0,0 0 1 16,0 0-26-16,0 0 2 15,0 0-1-15,0 0-6 16,0 0 16-16,7-12 23 16,-7 12-4-16,0 0-23 15,0 0-11-15,0 0-12 16,0 0 6-16,0 0-7 16,0 0-6-16,0 0 1 15,0 0-14-15,0 0 1 16,0 0 14-16,0 0 1 0,0 12 14 15,0 12 18 1,0 0-24-16,-13 12-6 0,-21 4 1 16,-6 9-2-16,-7-2 6 15,1 1-7-15,-1 4 5 16,7 1-5-16,-7-6 0 16,7 6 5-16,6-9-8 15,15-11 10-15,-9-6-14 16,28-2 9-16,0-10-5 15,0 6 3-15,0-10-2 16,0 1 2-16,0 4-11 0,0-4-3 16,0 1-25-1,47-5 31-15,-1-5-8 16,7 6 11-16,9-5 5 0,-9 8-7 16,0-4-2-16,-13 0-3 15,0-8 7-15,1 0-15 16,-14 0-15-16,-2 0-2 15,-9 0 18-15,9 0 0 16,-10 0 16-16,-9 0-4 16,1 0-1-16,-7 0-21 15,0 0 19-15,0 0 8 16,0 0 2-16,12-13-31 16,-6-2 29-16,0-9-3 15,4 8-18-15,-10-4 12 16,6 0-9-16,-6-4 1 0,0-4 12 15,0 0-21-15,0-1-1 16,0 9 14-16,0 0 15 16,0 0 15-16,-16 12-9 15,10 0 25-15,-12 8 2 16,18 0-10-16,0 0-23 16,0 0 0-16,0 0-17 15,-7 0 17-15,7 0 2 16,-6 12 12-16,-9 16 28 15,15 8 12-15,-7 13 9 16,7 14 9-16,0 1-38 16,0 0-24-16,0 5 8 15,0-17-6-15,0 12 19 16,0-3-13-16,0-9-8 0,7 7 14 16,-7-2-17-16,15-9 4 15,-9-7-10-15,1-5 7 16,5-21-8-16,10-10-43 15,2-5-110-15,-2 0-85 16</inkml:trace>
  <inkml:trace contextRef="#ctx0" brushRef="#br0" timeOffset="75102.12">8794 15172 200 0,'0'0'81'15,"0"0"3"-15,0 0-12 16,0 0-48-16,0 0 2 0,0 0-16 15,0 0 10-15,9 0-14 16,16 0 56-16,9 0-28 16,6 0 4-16,7 0 1 15,11 0-24-15,4 0 5 16,19 0-8-16,0 0 9 16,-4 0-20-16,19 0 20 15,-18 0-19-15,2 0 19 16,7 0-16-16,-6 0-4 15,-7 0 1-15,-15 0 0 16,22 0 0-16,-19 0 9 16,-3 0-11-16,9 0 4 15,-3 0-6-15,3 0 2 0,-3 0 0 16,10 0-1-16,-7 0 1 16,3 3-2-16,-9-3 11 15,4 8-15-15,-14 0 21 16,4-4-15-16,-9 9 2 15,-1-10 7-15,1 2 9 16,5-5-13-16,1 3 6 16,15-3-11-16,-15 5 0 15,0 2 4-15,15-2-1 16,-15-2 3-16,9 2-8 16,-3 3 4-16,-7-5 0 15,4 2 7-15,-9-5-7 0,-7 7 0 16,0-7 6-1,-15 0-10-15,15 0 6 0,-12 0-2 16,-3 5 0-16,-3-5 15 16,2 3-4-16,-2 2-9 15,19-5-4-15,-29 3 5 16,16-3-9-16,-16 0 13 16,1 0-10-16,2 0 2 15,-15 0 10-15,0 0-10 16,0 0 15-16,0 0-16 15,0 0-20-15,0 0-52 16,0 0-95-16,0-3-92 16</inkml:trace>
  <inkml:trace contextRef="#ctx0" brushRef="#br0" timeOffset="81165.28">9745 16840 111 0,'0'0'52'0,"0"0"34"16,0 0-25-16,0 0-25 0,0 0 2 15,0 0-2-15,0 0-1 16,-9 4-6-16,9-4 9 15,0 0-1-15,0 0 8 16,0 0-29-16,0 0 2 16,0 0-6-16,0 0 9 15,0 0 2-15,0 0-10 16,0 0 1-16,0 0-5 16,0 0 5-16,0 0-12 15,0 0 12-15,0 0-12 0,0 0 11 16,0 0-8-16,0 0 14 15,0 0-11-15,0 0-5 16,0-12 3-16,0-21 15 16,0-6 1-16,34-10-12 15,7-7 9-15,27 0-14 16,-16 0-1-16,14 3-2 16,-11 14-2-16,-2-2 0 15,-13 13 0-15,13-8-6 16,-13 8 14-16,1-8-12 15,5 4 4-15,-5-8-3 16,5 4-6-16,1 3-4 16,-19 10-7-16,-4 7-26 0,-8 4-5 15,-16 4 0 1,18-8-66-16,-11-4-81 0,-7-1-168 16</inkml:trace>
  <inkml:trace contextRef="#ctx0" brushRef="#br0" timeOffset="81797.5">9730 15994 295 0,'0'0'1'0,"0"0"10"15,0 0-5-15,0 0 45 16,0 0 4-16,0 0-9 16,214 156 7-16,-134-104-22 15,14 4 5-15,-1 1-15 16,3-2 21-16,-10-2-38 0,1 3 4 15,-15-4-8-15,8 0 3 16,-12 1-3-16,-9-6 4 16,-12-7-5-16,-1 0 9 15,-12-7-16-15,-12-18 1 16,-3-2-5-16,-13-13-31 16,-6 0-73-16,0-8-114 15</inkml:trace>
  <inkml:trace contextRef="#ctx0" brushRef="#br0" timeOffset="83061.87">12558 15493 55 0,'0'0'19'0,"0"0"4"0,0 0 41 16,0 0-17-16,0 0 15 16,0 0 10-16,0 0 8 15,0 0-7-15,0 0-23 16,0 0-18-16,0 0-6 16,0 0-5-16,0 0-21 15,21 0 37-15,26 0-13 16,-1 0 22-16,26 0-25 15,15 0 11-15,3 0-21 16,15 0-4-16,16 0-7 16,-16 0 6-16,-12 0-6 15,-18 0-6-15,-23 0-5 0,4-9-2 16,-15 1-20-16,-17 8-45 16,4-4-27-16,-9 0-46 15,-13-4-228-15</inkml:trace>
  <inkml:trace contextRef="#ctx0" brushRef="#br0" timeOffset="83813.78">12530 15144 99 0,'0'0'205'15,"0"0"-168"-15,0 0 13 16,0 0-11-16,0 0-32 15,0 0 25-15,40 0 8 16,16 0-5-16,15 0 8 16,16 0 5-16,34 0-5 15,0-8-8-15,12-9-13 16,-12 1-21-16,6-4 15 16,-6 7-16-16,-40-2-33 0,-4 7-70 15,-36 8-71-15,-20 0-235 16</inkml:trace>
  <inkml:trace contextRef="#ctx0" brushRef="#br0" timeOffset="91940.12">16976 14834 256 0,'0'0'141'0,"0"0"-64"0,0 0 15 16,0 0-41-16,0 0-23 16,-34-248-17-16,34 159 1 0,0-14-3 15,16-7-2 1,8-6-6-16,-2 16 5 0,-16 25-6 15,7 22 0 1,-7 21 2-16,-6 24 4 0,0 4 13 16,0 4-17-16,0 0-4 15,0 0 9-15,0 0-4 16,0 25-3-16,-19 14 2 16,-33 17-6-16,-17 12-48 15,1 13-77-15,9-9-97 16</inkml:trace>
  <inkml:trace contextRef="#ctx0" brushRef="#br0" timeOffset="93138.29">14824 15324 196 0,'0'0'9'0,"0"0"-3"0,0 0 0 15,0 0-6-15,0 0 0 16,0 0 6-16,-46 0 13 15,46 0 36-15,0 0 11 16,0 0-9-16,-6 0 11 16,6 0-41-16,0 0-11 15,0 0 1-15,0 0 8 16,-10 0-8-16,10 0 9 16,0 0 12-16,0 0 2 0,0 0-1 15,0 0-29-15,0 0 22 16,0 0-22-16,0 0 16 15,0 0-19-15,0 0 0 16,0 0-2-16,0 0-1 16,0 0-2-16,0 0 6 15,41 0-2-15,21-5-6 16,12-3 15-16,13-3-12 16,12-1 10-16,16-1-11 15,3 5-1-15,9 1 8 16,6 2-6-16,-6 2-3 15,7-2 8-15,8-3-7 0,-2-7 4 16,15 10-6-16,3-6 9 16,16 3-11-16,-1 8 3 15,16 0-4-15,4 0-1 16,8 0 10-16,7 0-9 16,12-5 10-16,6 5-12 15,-12 0 1-15,-12 0 5 16,-29 0-10-16,-17 0-3 15,-17 0 2-15,-12 0 2 16,-21 0 4-16,-26 13-11 16,-5-5 9-16,-23-8-43 0,-24 0-34 15,-22 0-121 1</inkml:trace>
  <inkml:trace contextRef="#ctx0" brushRef="#br0" timeOffset="94270.08">15113 15797 127 0,'0'0'35'16,"0"0"-18"-16,0 0-16 0,0 0 7 16,0 0-4-1,0 0 40-15,0-13 51 0,0 13-17 16,0 0-23-16,0 0-10 15,-16 0-3-15,-2 0-18 16,5 0-10-16,-8 0-4 16,2 0 12-16,-3 0 16 15,-6 0-14-15,3 9 9 16,-9 3-8-16,16 3 17 16,-4 2-20-16,3 2 13 15,19-2-23-15,0-1-12 16,0 4-9-16,0 4 9 0,31 1-9 15,31-2 7-15,19-2-8 16,6-1 13-16,6-1-6 16,0 1-8-16,0 1-2 15,-6-1-11-15,-7 0-17 16,-18 4 8-16,-21 0-11 16,-16 0 12-16,-19 8 25 15,-6 0 7-15,0 4 10 16,0 0 25-16,-53-4-26 15,7 9 5-15,-7-10-14 16,-22-6-19-16,-5-5-20 16,-1-12-19-16,10-8-23 15,3 0-37-15,15 0 7 0,0-12 40 16</inkml:trace>
  <inkml:trace contextRef="#ctx0" brushRef="#br0" timeOffset="94502.98">15066 15861 575 0,'0'0'0'0,"0"0"0"16,0 0 45-1,0 0-17-15,0 0-22 0,372-105-6 16,-297 82-16-16,-10 7-83 16,-9 3-105-16</inkml:trace>
  <inkml:trace contextRef="#ctx0" brushRef="#br0" timeOffset="94885.62">15832 15873 298 0,'0'0'89'15,"0"0"-47"-15,0 0-4 16,0 0 23-16,0 0-48 15,0 0 1-15,74 185-10 16,-11-169 30-16,2-8-6 16,-6-8-20-16,3 0 12 15,-16 0-12-15,7-32 5 16,-7-29 0-16,-5-11 16 16,-14-8-29-16,-20-1-23 15,-7 9-49-15,0 8-22 0,-59 24-77 16,-9 12 66-16,2 24 31 15,-2 4 74-15,9 9 146 16,-3 38-146-16,10 14 10 16,11 3 9-16,7-9-19 15,22-10-117-15</inkml:trace>
  <inkml:trace contextRef="#ctx0" brushRef="#br0" timeOffset="95335.9">16375 16061 310 0,'0'0'64'0,"0"0"-38"0,0 0 11 16,0 0-4-16,0 0-31 16,0 0 16-16,214 133-7 15,-146-133-4-15,-3 0 7 0,3-4 5 16,-3-40 10-1,-12-16 3-15,-3-13-9 0,-26-7-14 16,-17 0 2-16,-7 0-11 16,0 16-29-16,-47 11-5 15,-12 26 34-15,-15 15-5 16,9 12 22-16,3 0-11 16,9 15 14-16,6 29-20 15,13 9-2-15,6-9-23 16,22-4-107-16,0-3-205 15</inkml:trace>
  <inkml:trace contextRef="#ctx0" brushRef="#br0" timeOffset="96035.72">17525 15937 7 0,'0'0'204'0,"0"0"-117"0,0 0 9 16,0 0-9-16,0 0-25 15,0 0-26-15,-46 65 39 16,46-57-33-16,0 7-9 15,0-2-15-15,0 2 10 16,12-2-26-16,34 3 1 16,7-12-3-16,9-4 0 15,9 0 5-15,4 0-2 16,-7-28-6-16,-9-28-7 16,-6-1-1-16,-7-11 1 15,-12-12 10-15,-18 8-21 16,-16 3-28-16,0 6-24 15,-75 10-34-15,-5 17 22 0,-13 16-22 16,-10 20 58-16,10 0 49 16,13 40 75-16,9 24-60 15,15 1-2-15,25-1-13 16,25-8-30-16,6-16-157 16</inkml:trace>
  <inkml:trace contextRef="#ctx0" brushRef="#br0" timeOffset="96451.24">18006 16013 365 0,'52'33'37'0,"17"-2"-34"0,5-3 22 16,4-11-6-16,2-17-6 16,13 0-12-16,-6 0-1 15,-6-48-19-15,-1-24 19 16,-27-8 2-16,-3-13 37 16,-38 4-28-16,-12 9-11 15,0 16-13-15,-40 16 13 16,-19 16 2-16,-3 24 4 0,-13 8 19 15,4 8 45-15,-3 41-50 16,5 6-20-16,29 1 0 16,3-7-9-16,9-5-26 15,28-8-11-15,0-8-68 16,0-11-46-16,0-6 42 16,0-11 51-16,28 8 10 15,-3-8 57-15,3 0 4 16,-4 0-4-16,4 0-4 15</inkml:trace>
  <inkml:trace contextRef="#ctx0" brushRef="#br0" timeOffset="96717.9">18539 15889 37 0,'0'0'151'15,"0"0"-30"-15,0 0-12 0,0 0-52 16,0 0-33-16,0 0-13 16,341 157-7-16,-254-153 6 15,0-4-10-15,-1 0 6 16,11-25-1-16,-17-19 19 15,-15-12-13-15,-12-8 19 16,-25-13 13-16,-22 2-20 16,-6-2 14-16,0 10-34 15,-46 18 20-15,-7 9-23 16,-15 32 46-16,3 8-35 16,3 0 25-16,9 44-25 15,13 24-11-15,5 20-16 0,29 0-59 16,6-7-129-1,0-21-334-15</inkml:trace>
  <inkml:trace contextRef="#ctx0" brushRef="#br0" timeOffset="121229.9">11175 16451 117 0,'0'0'40'0,"0"0"-12"16,0 0 0-16,0 0 1 0,0 0-28 15,0 0 13 1,0 0 0-16,0 0 35 0,0 0 21 15,0 0-2-15,0 0-21 16,0 0-36-16,0 0 2 16,0 0-10-16,0 0 6 15,0 0-5-15,0 0 13 16,46-8 0-16,1-12 28 16,21 0-17-16,10-13-25 15,-4 9 9-15,7-7-10 16,-7-2 1-16,-3 1-3 15,-15 0-44-15,-3 0-40 16,-13 0-57-16,-12 8-112 16</inkml:trace>
  <inkml:trace contextRef="#ctx0" brushRef="#br0" timeOffset="121645.92">12257 15997 118 0,'0'0'159'16,"0"0"-130"-16,0 0-16 16,0 0 19-16,0 0 2 15,0 0-17-15,369-100-2 16,-304 72-14-16,10-4 6 15,-17 8 10-15,4 4-8 16,-15 0-9-16,-7 12 0 0,1-9-22 16,-10 9-27-1,9 1-51-15,-18-1-160 0</inkml:trace>
  <inkml:trace contextRef="#ctx0" brushRef="#br0" timeOffset="122031.04">13593 15427 231 0,'0'0'102'16,"0"0"-74"-16,0 0 15 15,0 0-11-15,363-91-31 16,-282 74 5-16,-4-2-6 16,4-9-4-16,-7-5-25 0,13-6-3 15,-12-2 0 1,-10 1-43-16,-3 16-53 0</inkml:trace>
  <inkml:trace contextRef="#ctx0" brushRef="#br0" timeOffset="122450.03">15565 14582 319 0,'0'0'48'0,"0"0"-48"0,0 0-12 15,0 0-71-15</inkml:trace>
  <inkml:trace contextRef="#ctx0" brushRef="#br0" timeOffset="124827.7">23695 13960 143 0,'0'0'273'16,"0"0"-202"-16,0 0-17 15,0 0-48-15,0 0 20 16,0 0-3-16,0-156 33 16,0 91-12-16,0-2-15 15,7-26 1-15,11-11-11 0,-5-12-3 16,8-5-4-16,-8 1-6 16,2 16-6-16,-9 12 0 15,-6 23 5-15,13 21-5 16,-13 16 6-16,0 16-4 15,0 12 8-15,0 4-10 16,0 0 0-16,0 12 34 16,0 32-20-16,-47 16-14 15,-33 12-14-15,5 1-1 16,-5 3 11-16,8-4-16 16,4-12-24-16,15-11 3 0,35-2-38 15,18-19-72 1,0-12-96-16</inkml:trace>
  <inkml:trace contextRef="#ctx0" brushRef="#br0" timeOffset="125177.11">24582 13359 282 0,'0'0'279'0,"0"0"-244"16,0 0-28-16,0 0-7 15,0 0-42-15,0 0 42 16,0-8 5-16,0 8 7 16,0-5-4-16,0 5-1 15,0 0 7-15,0 0 15 16,0 0-23-16,0 0-6 16,0 0-45-16,0 0-58 15,0 0-117-15</inkml:trace>
  <inkml:trace contextRef="#ctx0" brushRef="#br0" timeOffset="125626.55">24957 13727 361 0,'0'0'37'0,"0"0"16"16,0 0 14-16,0 0 8 15,0 0-4-15,0 0-6 16,93-100-32-16,-40 37 27 16,43-22-16-16,-3-15-12 15,34-8-15-15,-21-1-8 16,-19 13-9-16,-7 11-15 15,-27 21-43-15,-13 16-42 16,-6 12-11-16,-12 12-19 0,-16 4-38 16,-6 4-117-16</inkml:trace>
  <inkml:trace contextRef="#ctx0" brushRef="#br0" timeOffset="125892.12">25103 12769 477 0,'0'0'157'16,"0"0"-102"-16,161 205 18 15,-74-105 25-15,22 0-73 16,-22 5-14-16,-1-2 18 15,-14-10-24-15,-4-4-10 16,6-9-1-16,-15 0-32 16,-12 0-41-16,15-4-7 15,3-12-25-15,-3-12-187 16</inkml:trace>
  <inkml:trace contextRef="#ctx0" brushRef="#br0" timeOffset="126341.89">26703 13579 454 0,'0'0'156'0,"0"0"-138"0,0 0 75 16,0 0-50-16,406 0-4 16,-285 0-35-16,13 0-4 15,-26 0-6-15,-21-15-30 16,-22-2-40-16,-19-7-66 0,-18-1-57 15</inkml:trace>
  <inkml:trace contextRef="#ctx0" brushRef="#br0" timeOffset="126592.25">26883 13182 255 0,'0'0'359'0,"0"0"-296"16,0 0 54-16,0 0-42 15,422 32-51-15,-317-32-24 16,-12-7-16-16,-31-18-77 15,-43 9-162-15</inkml:trace>
  <inkml:trace contextRef="#ctx0" brushRef="#br0" timeOffset="127592.14">24235 13354 94 0,'0'0'55'0,"0"0"-5"16,0 0 34-16,0 0-45 15,0 0 4-15,0 0-1 16,53 17 27-16,-53-9-17 15,0-8-22-15,15 3 28 0,-15 2-31 16,0-5-10 0,0 0-15-16,0 0 17 0,0 0-15 15,6 0 21-15,-6 0-20 16,0 3 5-16,7 2-4 16,5 7-2-16,3-4 3 15,-2 0-5-15,5-5 1 16,17 2 1-16,5-2-1 15,13 6 3-15,2-1 3 16,-8 0-5-16,12-8-8 16,-13 8 2-16,-12-8-1 15,-6 0-12-15,-9 0-33 16,-19 0 13-16,0-16 32 16,0-4 1-16,0-4 2 15,-6 4-25-15,-28 7-31 16,-7 10 21-16,-5 3 6 15,33 0 29-15,-8 3 39 0,2 21-30 16,19 1 45-16,0-5-29 16,0-12-12-16,40-8-13 15,7 0-9-15,-13 0-9 16,-9 0 8-16,-10 0 10 16,-8-17-15-16,-7 6 15 15,0 3 0-15,0 8-27 16,-22 0-86-16,9 0 56 15,13 0 20-15,0 0-321 16</inkml:trace>
  <inkml:trace contextRef="#ctx0" brushRef="#br0" timeOffset="128646.6">24424 13487 86 0,'0'0'30'0,"0"0"44"0,0 0-21 15,0 0-20-15,0 0-2 16,0 0 14-16,53 3-42 16,-53-3 13-16,0 0-16 15,0 0 6-15,0 0-6 16,0 0 3-16,0 0 11 15,12 0 9-15,-12 0-2 16,6 0 15-16,-6 0-7 16,0 0-7-16,0 0-11 15,0 0-3-15,0 5-5 16,7-2 30-16,2-3-11 16,9 0-5-16,23 0-17 15,-7 0 0-15,12 0-2 0,-11 0-2 16,-11-8-5-16,-17-3-2 15,-7-9 10-15,0 8 2 16,0-9-2-16,0 5 0 16,0 1-10-16,0 2 10 15,-25 10-5-15,-9 3-13 16,6 0 19-16,3 0 8 16,-3 11 21-16,16 17-6 15,12 1 1-15,0 3 10 16,0-13-25-16,0 6-4 15,40-17-5-15,6-8-9 16,1 0-4-16,-1 0-11 0,-5-16 6 16,-23-16 18-1,-2-4 4-15,-16-1-4 0,0-6-26 16,0 7-16-16,-47 7-35 16,-8 17 13-16,-4 12 27 15,0 0 37-15,9 4 50 16,19 33-5-16,9-1 23 15,22-5-5-15,0 5-38 16,0-11-23-16,22-1-2 16,18-9-4-16,-15-15 2 15,16 0-12-15,-14 0-5 16,-14 0-24-16,-13-31 36 16,0-10 7-16,0-6 3 15,0 11-3-15,-13 3 0 16,-27 17 3-16,6 16-3 0,0 0-1 15,-13 0 1-15,13 24 16 16,22 12-16-16,12-3 17 16,0-5-17-1,22-9-58-15,36-6-101 0</inkml:trace>
  <inkml:trace contextRef="#ctx0" brushRef="#br0" timeOffset="130408.37">11321 14060 361 0,'0'0'80'0,"0"0"-49"15,0 0-12-15,0 0 13 16,0 0 24-16,0 0 25 16,0-8-34-16,0 8 14 15,0 0-21-15,0 0-7 16,27 0-30-16,1 21 20 15,10 15 1-15,17 0-6 16,11 8-11-16,2-8-1 16,6 4-6-16,-3 0-29 15,-9-16 7-15,4 0-85 16,-26-8-46-16,0-16-135 16</inkml:trace>
  <inkml:trace contextRef="#ctx0" brushRef="#br0" timeOffset="130872.77">12558 14582 309 0,'0'0'87'16,"0"0"2"-16,0 0-47 0,0 0-14 15,0 0-15-15,341 188-13 16,-288-156 9-16,2-4-3 0,-17 1 0 15,11 2-6 1,-2-3-4-16,-7-3-26 0,-9-9-56 16,3-8-118-16</inkml:trace>
  <inkml:trace contextRef="#ctx0" brushRef="#br0" timeOffset="131288.76">13755 15255 234 0,'0'0'256'0,"0"0"-234"0,0 0 11 15,0 0-16-15,0 0-14 16,0 0-3-16,300 157 5 16,-247-125-4-16,-13-4-1 15,7 4 4-15,-7-7-8 16,-6-6-15-16,-15-2-59 16,-4-9-80-16</inkml:trace>
  <inkml:trace contextRef="#ctx0" brushRef="#br0" timeOffset="131721.84">14784 15913 353 0,'0'0'49'16,"0"0"-2"-16,0 0 0 15,0 0 26-15,0 0-39 16,341 192-3-16,-294-184-31 15,-7-8-41-15,-12 0-63 16,-16 0-187-16</inkml:trace>
  <inkml:trace contextRef="#ctx0" brushRef="#br0" timeOffset="134801.9">28365 12733 25 0,'0'0'292'0,"0"0"-251"0,0 0 10 15,0 0-2-15,0 0-19 16,0 0-9-16,0 0-13 16,-6 0 23-16,-7 0-4 15,-14 7 36 1,-4 22-4-16,-10 7-7 0,1 4-27 16,-7 12-18-16,7 1-4 15,6 2 2-15,6 6-5 16,9-9 2-16,13-8 4 15,6-8-5-15,0-8 0 16,0-8-1-16,0-4-1 16,13-7-13-16,27 2 6 0,13-6-2 15,-1-5-17-15,4 0 21 16,-3 0 1-16,-13 0 4 16,-15 0 2-16,-9 0 9 15,-16 0-5-15,6 0-5 16,-6 0 0-16,12 0-8 15,1 0-12-15,14 0-5 16,-5 0-11-16,-9 0 1 16,5 0 28-16,-2 0 1 15,-4 0 6-15,-6 0 0 16,-6 0-4-16,6 0 1 16,-6 0 6-16,0 0-3 15,0 0 0-15,0 3 0 16,0 25 14-16,16 13 49 15,-16 7-35-15,0 4-1 0,0 4-7 16,0 0-17-16,0 0 28 16,0 8-14-16,-28 0 21 15,9-15-22-15,4-9-14 16,15-16-2-16,0-12-33 16,0-12-35-16,0 0-76 15,22 0-57-15</inkml:trace>
  <inkml:trace contextRef="#ctx0" brushRef="#br0" timeOffset="135234.34">29348 13434 294 0,'0'0'244'0,"0"0"-231"0,0 0-13 15,0 0 0-15,0 0-19 16,0 0-36-16,-12 9 55 16,12-9 19-16,0 0 13 15,0 0-4-15,-19 8 30 16,-3 8-58-16,-6 0-10 15,-3-1-53-15,16-15 18 16,-10 0-42-16,3 0-235 16</inkml:trace>
  <inkml:trace contextRef="#ctx0" brushRef="#br0" timeOffset="135834">30405 13150 407 0,'0'0'78'0,"0"0"-2"0,0 0-38 16,0 0-6-16,0 0 5 0,0 0-8 15,0-12-13 1,0 12 31-16,-21 0-15 0,-4 3-26 16,3 18 3-1,3-5-1-15,13 4-8 0,6 0 1 16,0 5 2 0,0 3 2-16,13-5-10 0,46 9 2 15,9-4-4-15,12 8 5 16,1 0-5-16,0 5-12 15,-22-10 15-15,-13 14 1 16,-12-9-17-16,-21 4 13 16,-13 8 7-16,0 1 8 15,0 7 13-15,-35-9-3 16,-17-11-5-16,5-15-13 16,-5-21-2-16,-10 0-37 0,-4-8-50 15,-8-33 22 1,0-6 5-16,15-17-102 0,18-1-206 15</inkml:trace>
  <inkml:trace contextRef="#ctx0" brushRef="#br0" timeOffset="136000.28">30585 13061 645 0,'0'0'38'0,"0"0"-33"15,0 0-5-15,0 0-20 16,0 0 4-16,0 0-10 16,329-47-48-16,-283 22-76 0</inkml:trace>
  <inkml:trace contextRef="#ctx0" brushRef="#br0" timeOffset="136333.01">31342 13407 183 0,'0'0'224'15,"0"0"-149"-15,0 0-21 0,0 0-35 16,0 0 2-1,0 0-19-15,127 112-1 16,-68-133 5-16,0-18 16 0,3-22 11 16,-10-3 1-16,-11-4-34 15,-23 4-19-15,-18 3-24 16,0 14-33-16,-18 7-56 16,-63 24 22-16,-6 11 24 15,-12 5 86-15,12 0-8 16,0 36 8-16,41 5-11 15,18 3-32-15</inkml:trace>
  <inkml:trace contextRef="#ctx0" brushRef="#br0" timeOffset="136527.47">31342 13407 346 0</inkml:trace>
  <inkml:trace contextRef="#ctx0" brushRef="#br0" timeOffset="136650.07">31342 13407 346 0,'353'108'112'0,"-340"-84"-99"16,67-8 23-16,13-7-20 0,16-9-15 15,-22 0-1-15,-1-45 6 16,1-23-5-16,-12-12-1 16,-35-4-17-16,-28 4-59 15,-12 11-80-15,-6 17-68 16</inkml:trace>
  <inkml:trace contextRef="#ctx0" brushRef="#br0" timeOffset="136699.79">32055 13069 24 0,'0'0'107'16,"0"0"-107"-16</inkml:trace>
  <inkml:trace contextRef="#ctx0" brushRef="#br0" timeOffset="137052.13">32337 13498 376 0,'0'0'53'0,"0"0"-17"15,0 0-17-15,0 0 5 16,0 0-8-16,0 0 5 16,388 141-21-16,-314-141 0 15,-3-12 12-15,-9-36 7 0,-9-12-2 16,-13-12 15-1,-12-8-30-15,-22-5-2 0,-6 1-13 16,0 4-26-16,-27 28-28 16,-20 16-22-16,7 31 62 15,-1 5 27-15,-5 29 77 16,-7 43-74-16,13 4-3 16,0-7-4-16,12-6-83 15,21-23-167-15</inkml:trace>
  <inkml:trace contextRef="#ctx0" brushRef="#br0" timeOffset="137366">33112 13447 328 0,'0'0'168'15,"0"0"-100"-15,0 0 11 16,0 0-23-16,0 0-19 15,0 0-19-15,301 87 4 16,-220-87-17-16,-1-3-5 16,1-45 5-16,6-12-2 15,-28-12 14-15,-19-8-16 16,-22 3 3-16,-18 1-4 16,0 19-2-16,0 6-40 15,-58 15 30-15,5 23-15 16,0 13-13-16,3 0 40 0,19 13 2 15,10 27-2-15,2 12-45 16,19-8-48-16,0-4-121 16</inkml:trace>
  <inkml:trace contextRef="#ctx0" brushRef="#br0" timeOffset="137615.76">33835 13338 189 0,'0'0'89'0,"0"0"17"15,0 0-92-15,0 0 36 16,0 0-11-16,406 44-21 16,-332-64 5-16,-15-32-15 0,-19-4 0 15,-12-8-7-15,-28-8-2 16,0 15-24-16,-6 10 4 16,-56 22 21-16,-9 10 19 15,-10 15 7-15,-6 0 44 16,-21 0-52-16,27 28-10 15,10 8-16-15,15 4 4 16,25 0-31-16,25 0-154 16</inkml:trace>
  <inkml:trace contextRef="#ctx0" brushRef="#br0" timeOffset="141782.16">22886 15557 249 0,'0'0'76'0,"0"0"-44"16,0 0 43-16,0 0 9 16,0 0-45-16,0 0 13 15,0 0-4-15,-28 0-3 0,28 0-24 16,0 0 0-16,0 0-9 16,0 0-2-16,0 0-10 15,0 0-5-15,0 0-12 16,0-41 17-16,34-7 24 15,25-12-9-15,16-12 12 16,-1-4-17-16,-3 11-1 16,10 6-9-16,-25 18 0 15,-10 13 0-15,-15 8-35 16,-9 12-23-16,-16 8-59 16,-6 0-62-16</inkml:trace>
  <inkml:trace contextRef="#ctx0" brushRef="#br0" timeOffset="142030.12">22731 15091 490 0,'0'0'83'0,"0"0"-60"16,0 0 16-16,202 245 29 15,-103-157-24-15,-6 4-22 16,-13-4-3-16,-11 1-19 16,-17-17 0-16,-5-17 0 0,-7-2-29 15,1-17-59 1,-23-12-72-16,4-7-202 0</inkml:trace>
  <inkml:trace contextRef="#ctx0" brushRef="#br0" timeOffset="142494.94">23894 15432 474 0,'0'0'88'0,"0"0"-72"0,0 0 26 15,0 0-5-15,0 0-13 16,0 0-24-16,415 40 0 15,-334-40-19-15,-10 0-71 16,-21 0-50-16,-32 0-93 16</inkml:trace>
  <inkml:trace contextRef="#ctx0" brushRef="#br0" timeOffset="142745.29">23888 15311 590 0,'0'0'94'15,"0"0"-65"-15,0 0 36 16,0 0-7-16,0 0-46 15,0 0-12-15,266 57-18 16,-197-57-53-16,-4 0-82 16,-25 0-160-16</inkml:trace>
  <inkml:trace contextRef="#ctx0" brushRef="#br0" timeOffset="143561.12">25450 14998 127 0,'0'0'395'0,"0"0"-358"0,0 0-14 16,0 0 11-16,0 0-21 0,0 0 4 15,75-204-17 1,-29 184-5-16,-12 16-4 0,-12 4-17 15,-9 0 23-15,5 0 3 16,-18 45 30-16,0 14-3 16,0 18-10-16,-18 11-13 15,-51 9-2-15,-2 11 9 16,-10-8-11-16,1-8 11 16,12-20 21-16,15-15 11 15,25-26-14-15,28-10 16 16,0-9-36-16,0-4 3 15,28-5-12-15,46 2 0 16,19-5 6-16,13 0-6 16,-4 0 15-16,-15 0-11 0,-28 0 16 15,-25 0-16 1,-22 20-8-16,4-1-2 0,-16 22-32 16,0-18 7-1,0-2-115-15,0-21-486 0</inkml:trace>
  <inkml:trace contextRef="#ctx0" brushRef="#br0" timeOffset="144311.84">26160 15360 400 0,'0'0'95'0,"0"0"-59"0,0 0-6 16,0 0 6-16,0 0-5 15,0 0 10-15,-27 133-3 16,54-114-18-16,32-15-2 16,10 9-16-16,5-13 10 15,-3 0-10-15,25-21-2 16,-9-35 0-16,-15-16-8 15,2-12 8-15,-34-12-14 16,-21 7 10-16,-19 9-59 16,0 24 29-16,-6 20-38 0,-59 23 18 15,-22 13 54-15,-6 0 23 16,-16 33-23-16,35 23-19 16,9 12-13-16,24 4-11 15,13-3-24-15,16-10-76 16</inkml:trace>
  <inkml:trace contextRef="#ctx0" brushRef="#br0" timeOffset="144678.66">26836 15416 198 0,'0'0'165'0,"0"0"-117"0,0 0 9 15,0 0-17-15,0 0-16 16,180 213 9-16,-105-202 2 16,-4-11-7-16,10 0-21 15,-7-36 20-15,0-28-12 16,-2-13 33-16,-10-14-43 15,-16-1-5-15,-27 7-17 16,-19 17-25-16,0 11 17 0,-19 30 3 16,-49 7 4-1,-19 12-3-15,0 8 19 0,-12 0-2 16,19 16 2-16,21 23-21 16,-3 2-77-16,43-1-35 15</inkml:trace>
  <inkml:trace contextRef="#ctx0" brushRef="#br0" timeOffset="145009.21">27630 15476 221 0,'0'0'125'0,"0"0"-41"0,0 0 7 16,0 0-7-16,0 0-34 16,0 0 7-16,341 89-51 15,-266-89 12-15,5-36-12 16,1-21 9-16,-22-19 25 16,-19-4-26-16,-27-5-6 15,-13 13-6-15,0 8-4 16,-19 24 7-16,-28 24-5 15,-15 8 0-15,-3 8-50 16,-9 0 41-16,-1 24-5 16,10 16-21-16,3 12-108 0,22-4-98 15</inkml:trace>
  <inkml:trace contextRef="#ctx0" brushRef="#br0" timeOffset="145660.91">28706 15436 611 0,'0'0'72'0,"0"0"-69"15,0 0-3-15,0 0-14 16,0 0-115-16,0 0-125 16</inkml:trace>
  <inkml:trace contextRef="#ctx0" brushRef="#br0" timeOffset="146265.97">29181 15400 351 0,'0'0'85'0,"0"0"-43"0,0 0-1 16,0 0 6-16,0 0-3 15,0 0 3-15,21 157 3 16,26-138-26-16,12-15 5 0,3 9-27 16,18-13 11-1,-8 0-5-15,2-20-9 0,-6-41 5 16,-3-19 16-16,-18-8-20 16,-13-4-1-16,-28 7-36 15,-6 13-15-15,-6 28 35 16,-62 16 17-16,-4 12-14 15,-2 16 14-15,0 0 45 16,-7 24-45-16,22 15-11 16,13 2-14-16,11 7-28 15,35-12-40-15,-6 5-109 16</inkml:trace>
  <inkml:trace contextRef="#ctx0" brushRef="#br0" timeOffset="146625.53">29770 15524 61 0,'0'0'293'0,"0"0"-193"15,0 0 5-15,0 0-29 16,0 0-70-16,0 0 14 15,220 185 0-15,-152-185-1 16,13 0 4-16,-1 0-18 16,-2-16 13-16,18-32 1 0,-19-21 22 15,-8-7-41-15,-23-12-5 16,-24 8-34-16,-22 8-27 16,0 12-28-16,-22 27 54 15,-43 17 40-15,-16 12 28 16,7 4 38-16,0 0-34 15,15 4-23-15,6 28-9 16,6 21-41-16,20-6-74 16,-1-6-271-16</inkml:trace>
  <inkml:trace contextRef="#ctx0" brushRef="#br0" timeOffset="146975.23">30787 15548 161 0,'0'0'224'0,"0"0"-191"15,0 0 47-15,0 0-35 16,0 0 24-16,0 0-6 15,186 128-35-15,-134-128-13 16,10 0-12-16,-9-11 4 16,6-34 7-16,-3-7 27 15,-31-4-35-15,-10-4 0 0,-15-9-6 16,0-3-37-16,0 8-6 16,-46 12-34-16,-16 16 46 15,3 24 29-15,-16 12-14 16,7 0 29-16,9 53-26 15,0 19 9-15,3-4-29 16,16-12-186-16</inkml:trace>
  <inkml:trace contextRef="#ctx0" brushRef="#br0" timeOffset="148190.17">31770 15288 106 0,'0'0'82'0,"0"0"-34"15,0 0-23-15,0 0-22 16,0 0 11-16,0 0 49 16,0 0 11-16,0 0-4 15,0 0-18-15,0 0 20 0,0 0-40 16,0 0-19-16,0 0 5 16,0 0-16-16,0 0 8 15,0 0 12-15,0 0 23 16,0 0-32-16,0 0 7 15,0 0-18-15,0 0 10 16,0 0-12-16,0 0 17 16,0 0 4-16,0 0 1 15,0 0-22-15,0 0 8 16,0 8-8-16,0 12 8 0,6 11-1 16,6 5-5-1,1 8 11-15,-4 5-11 0,-9-1 12 16,0 4-12-16,0-8 1 15,0-8 4-15,0-8-6 16,0-3-1-16,0-5 2 16,0-16-2-16,0-4 0 15,0 0-17-15,0 0-17 16,0-29 24-16,12-22 5 16,7-14 10-16,15-7-10 15,0 4-22-15,6 3 19 16,1 14-16-16,-7 10 12 15,-3 17 2-15,-3 9 5 16,6 10-5-16,-9 5-2 16,-4 0 12-16,4 0 4 0,-9 13 28 15,2 27-11-15,-12 0 18 16,-6 0-30-16,16-8 0 16,-10-12-9-16,7-12-48 15,-1-8-5-15,16 0 9 16,6 0 19-16,6 0 22 15,13 0 3-15,15-13 7 16,10 6 11-16,-4 3-15 16,7 0-3-16,-7 4 0 15,-33 0-7-15,-17 15 7 16,-2 30 6-16,-22 12 18 16,0 10-24-16,0 2-11 0,0-9-120 15,0-29-276-15</inkml:trace>
  <inkml:trace contextRef="#ctx0" brushRef="#br0" timeOffset="173770.96">13212 3320 18 0,'0'0'244'16,"0"0"-241"-16,0 0-3 15,0 0 0-15,0 0 19 16,0 0 35-16,0 0 25 16,0 0-31-16,16 0-16 15,-16 0 15-15,6 0-21 16,-6 0-6-16,12 12-16 16,-6 0-2-16,-6 0-1 0,0 4 5 15,0 8-3 1,0 4 41-16,0 0 10 0,0-3-9 15,0-14-8 1,0-11-33-16,0 0-6 0,0 0 13 16,0-47-4-16,28-34 18 15,6-23 2-15,-21-16-8 16,-1-4-6-16,-12 3 9 16,0 9-10-16,0 7-24 15,-12 9 14-15,-7 24-9 16,-3 28-33-16,16 24 36 15,6 20 0-15,-12 0-14 16,-22 64 18-16,0 16 0 16,-7 8 19-16,13 1-19 15,16-13-35-15,12-12-115 0,0-11-83 16</inkml:trace>
  <inkml:trace contextRef="#ctx0" brushRef="#br0" timeOffset="174136.41">13736 3156 392 0,'0'0'18'0,"0"0"2"0,0 0 32 16,0 0-7-1,53 232-6-15,-13-199-2 0,19-10-12 16,0-10-22-16,15-13 23 16,7 0 7-16,0 0 11 15,5-44 2-15,-17-20-7 16,2-13 20-16,-25-7-38 16,-18-1-11-16,-28 5-2 15,0 13-16-15,-34 6-1 16,-46 25 4-16,-20 20-24 15,7 16 25-15,-15 3-4 16,9 50 5-16,18 7-5 16,28 9-52-16,25-13-97 0,28-17-231 15</inkml:trace>
  <inkml:trace contextRef="#ctx0" brushRef="#br0" timeOffset="174451.16">14610 3336 381 0,'0'0'69'0,"0"0"-5"0,0 0-14 15,0 0-23-15,0 0 4 16,447 108 14-16,-320-160 7 15,0-24-11-15,-18-8 8 16,-29-4-12-16,-27 0-25 16,-41 7 7-16,-12 13-19 15,0 16 0-15,-58 20-27 16,-29 28-4-16,-22 4 21 16,-12 4-4-16,10 40 14 15,30 1-42-15,22-1-76 16,25-8-136-16</inkml:trace>
  <inkml:trace contextRef="#ctx0" brushRef="#br0" timeOffset="174734.37">15600 3239 262 0,'0'0'128'0,"0"0"-116"16,0 0 18-16,0 0-8 16,347 61 22-16,-239-89 30 15,4-24-10-15,-10-16-29 16,-30-12-3-16,-26-5-10 16,-12-3-22-16,-34 8 0 15,0 16-2-15,-53 16 2 16,-46 23 0-16,-9 25 28 0,-13 0-21 15,28 33-6-15,18 15-2 16,44 4-67-16,31-4-198 16</inkml:trace>
  <inkml:trace contextRef="#ctx0" brushRef="#br0" timeOffset="175385.91">16982 2839 19 0,'0'0'449'0,"0"0"-435"0,0 0 5 0,0 0 1 16,0 0 0-16,0 0 42 16,-6 153-24-16,0-109-27 15,0-13 7-15,0-11-5 16,6-15-3-16,0-5 10 16,0 0-20-16,0-13-1 15,24-38-15-15,38-14 11 16,10 1 4-16,8 8-3 15,-11 12-35-15,-10 24-12 16,3 20 38-16,-16 0-4 16,-21 36 17-16,-3 28 110 15,-4 0 3-15,-5-4-36 0,27-15-39 16,22-21-24 0,37-24-14-16,50 0-41 0,15-21-18 15,-9-23 29-15,-9 12 19 16,-37 13 11-16,-35 11 5 15,-15 8 16-15,-13 0 1 16,-5 11 1-16,-1 5-22 16,0 1-1-16,19-17-27 15,3 0-239-15</inkml:trace>
  <inkml:trace contextRef="#ctx0" brushRef="#br0" timeOffset="176248.56">19798 3120 449 0,'0'0'82'16,"0"0"-11"-16,0 0 24 15,0 0-50-15,0 0-7 16,0 0-13-16,18-5 6 16,75 5 13-16,35 0 26 15,55 0-25-15,43 5 4 0,47-5 6 16,49 0-20-16,19 0-17 15,7 0-18-15,-23 0-8 16,-36 0-74 0,-48-5-22-16,-67 5-70 0,-93 0-141 15</inkml:trace>
  <inkml:trace contextRef="#ctx0" brushRef="#br0" timeOffset="176949.26">24477 3505 225 0,'0'0'346'0,"0"0"-301"0,0 0 27 16,0 0-31-16,0 0-23 15,-34-230 11-15,34 127 29 16,0-18-12-16,0-7-26 15,0 0-20-15,0 12-4 16,0 19-2-16,0 29-10 16,0 24 16-16,0 24-5 15,0 12 2-15,0 8-7 16,-7 0-4-16,-5 24 0 16,-22 32 14-16,-13 24 13 15,-21 9-13-15,9-6-87 0,-3-6-158 16</inkml:trace>
  <inkml:trace contextRef="#ctx0" brushRef="#br0" timeOffset="177698.73">25218 2694 246 0,'0'0'229'0,"0"0"-212"0,0 0 28 0,0 0-3 16,0 0 27-16,0 221-6 15,0-144-43-15,0 6-18 16,0-19 4-16,22-15 8 16,-16-5-16-16,-6-16 2 15,6 0 0-15,-6-11 4 16,0-14-4-16,0-3-3 0,6 0-29 15,-6 0-22-15,6 0-47 16,1 0 47-16,8-20 54 16,-9-8 1-16,-6 7 11 15,0-2 49-15,13-9 33 16,8 0-32-16,4-8-14 16,50-13-19-16,18-14 25 15,28-2-19-15,12-3-12 16,-6 8-16-16,-28 15 13 15,-24 21-20-15,-47 17-6 16,-16 11-13-16,-12 0-56 16,0 8 19-16,-59 36 2 15,-43 15-24-15,-4 13-107 16,-15 2 39-16,7-2 124 0,21-8 22 16,18-20 1-16,29-16 16 15,27-17 26-15,19-11-14 16,0 5 20-16,0-5-46 15,12 0 29-15,41 0 34 16,9 0 11-16,-3 4-11 16,3 15-13-16,-9 10 29 15,-19-1-35-15,-3 0 7 16,-9 4-51-16,-16-8 6 16,6-8-6-16,10 4-3 15,-10-4-31-15,1 4-66 16,2-4-55-16,-15 4-131 15</inkml:trace>
  <inkml:trace contextRef="#ctx0" brushRef="#br0" timeOffset="178266.67">26253 2992 530 0,'0'0'138'0,"0"0"-47"0,0 0-10 0,0 0-27 16,0 0-40-16,0 0-7 15,7 224 1-15,-1-201-4 16,-6-10-7-16,15-9 3 16,-8-4-10-16,20 0-27 15,20-32-19-15,18-17 52 16,10-6-4-16,5 2 7 0,-21 17-8 15,3 17-5-15,-22 19 19 16,-15 0-5-16,-19 24 4 16,10 27 76-16,-16 6-31 15,12-1-17-15,7-17-19 16,21-6-13-16,22-30-6 16,19-3-17-16,18 0 0 15,-6-3-4-15,6-13 27 16,-30 12 1-16,-17 4 5 15,-18 0 5-15,0 0-8 16,1 0-6-16,-11 4-14 16,17-4-38-16,-13 0-154 15,-10 0-412-15</inkml:trace>
  <inkml:trace contextRef="#ctx0" brushRef="#br0" timeOffset="183278.47">23112 17422 192 0,'0'0'234'0,"0"0"-190"0,0 0 4 15,0 0 51 1,0 0-13-16,0 0-42 0,168-246 19 16,-109 174-20-16,21 0-1 15,7 0-21-15,-19 11 8 16,-15 14-29-16,-6 6 1 15,-13 10-1-15,-9 6-14 16,-10 6-6-16,-2 6-34 16,-13 6-32-16,6 2-37 15,-6 5-29-15,0 0-68 16</inkml:trace>
  <inkml:trace contextRef="#ctx0" brushRef="#br0" timeOffset="183527.83">23187 16739 496 0,'0'0'165'16,"0"0"-132"-16,0 0 65 15,93 241-44-15,-40-173-25 16,9 4-10-16,-10-3 2 15,-5-5-10-15,6-4-5 0,-7-12-12 16,1-8-21 0,-13-8 5-16,18-7-67 15,-11-10-51-15,-7-2-54 0,-6-5-80 16</inkml:trace>
  <inkml:trace contextRef="#ctx0" brushRef="#br0" timeOffset="183861.16">24309 17192 495 0,'0'0'188'0,"0"0"-175"16,0 0 29-16,0 0-21 15,0 0-21-15,354 25-7 16,-280-25-33-16,-21 0-44 15,0 0-32-15,-13 0-32 16,-40 0-188-16</inkml:trace>
  <inkml:trace contextRef="#ctx0" brushRef="#br0" timeOffset="184061.41">24415 16944 618 0,'0'0'103'0,"0"0"-94"16,0 0 58-16,0 0-43 16,0 0-24-16,0 0-52 0,397 44-56 15,-326-44-114 1</inkml:trace>
  <inkml:trace contextRef="#ctx0" brushRef="#br0" timeOffset="184660.97">25841 16647 562 0,'0'0'7'0,"0"0"-7"0,0 0 56 16,0 0-42-16,0 0 25 15,0 0-35-15,261-108-4 16,-203 108-21-16,-23 0-1 16,-17 36-19-16,-18 28 14 15,0 20 12-15,-71 9-43 16,-31 10 27-16,2-2 31 16,13-17 17-16,19-20-5 15,22-15-6-15,21-21 7 16,25-12-1-16,0-4 4 15,12-9-3-15,63-3-1 16,18 0 23-16,12 0 22 16,10 0-38-16,-10 0 14 15,-9 0-32-15,-30 0-2 0,-14 0-55 16,-24 0-72-16,-15 21-130 16</inkml:trace>
  <inkml:trace contextRef="#ctx0" brushRef="#br0" timeOffset="184959.13">26821 17204 765 0,'0'0'0'0,"0"0"-22"0,0 0 4 16,0 0-143-16,0 0-403 15</inkml:trace>
  <inkml:trace contextRef="#ctx0" brushRef="#br0" timeOffset="185358.37">26821 17204 471 0,'242'-80'150'15,"-242"104"-119"-15,0-7 13 0,28-6-19 16,24-3-23-16,13-8 11 15,22 0 0-15,0 0 36 16,3-19-26-16,-3-22-11 16,0-10 8-16,-16-18 5 15,-15-11-25-15,-25 0-8 16,-31 3-3-16,0 9-23 16,0 13 18-16,-65 14-2 15,-16 13 8-15,7 20-11 16,-1 8-14-16,4 3 17 15,9 50-8-15,9 15 16 16,13 1-75-16,15-18-73 16</inkml:trace>
  <inkml:trace contextRef="#ctx0" brushRef="#br0" timeOffset="185677.34">28160 17092 293 0,'0'0'98'0,"0"0"-59"16,0 0 26-16,0 0-24 0,419 45 13 15,-317-73 22 1,-2-25-67-16,-20-7 31 0,-27-9-18 15,-25 2 10 1,-28 3-24-16,0 12-8 0,0 7-11 16,-62 18-3-16,-31 14 9 15,-13 13-50-15,-2 0-5 16,9 4-3-16,24 24-17 16,35 0-94-16</inkml:trace>
  <inkml:trace contextRef="#ctx0" brushRef="#br0" timeOffset="185973.67">29047 16924 266 0,'0'0'160'0,"0"0"-155"15,0 0 19-15,0 0 5 16,0 0 11-16,0 0 14 15,276 75-13-15,-205-66-17 16,-2-9 4-16,5 0 7 16,-9-9-29-16,-3-38 5 15,-9-9-7-15,-13-13 13 16,-6 2-9-16,-27-2 2 16,-7 9-10-16,0-1-1 15,-41 14-8-15,-11 14 11 16,-4 18-27-16,3 15-12 0,-6 15 31 15,-3 46-13-15,16 7-37 16,5-4-90-16</inkml:trace>
  <inkml:trace contextRef="#ctx0" brushRef="#br0" timeOffset="186441.03">30480 16490 655 0,'0'0'123'0,"0"0"-75"0,-10 226 11 16,10-151-32-16,0 6-27 15,0-9-2-15,0 0-3 16,0-8-23-16,0-7 2 16,0-10-20-16,0-11-6 15,0-11-114-15,0-9-188 16</inkml:trace>
  <inkml:trace contextRef="#ctx0" brushRef="#br0" timeOffset="186709.23">30458 16855 250 0,'0'0'543'15,"0"0"-465"-15,0 0-37 16,0 0-36-16,0 0 21 16,0 0-23-16,422-188-6 15,-301 136-7-15,-28 7-1 16,-7 22-45-16,-33 7 1 16,-25 11 4-16,-28 5-3 15,0 13-34-15,-22 27 13 0,-49 8-44 16,-10-12-132-16</inkml:trace>
  <inkml:trace contextRef="#ctx0" brushRef="#br0" timeOffset="186874.68">30458 16855 452 0,'236'-52'80'0,"-236"52"-42"16,6 5-38-16,47 3 99 15,5 12 6-15,11 16 10 16,11 8-47-16,1 8-5 15,0-4-55-15,-10-12 0 16,-9-8-8-16,-16-12-22 0,-5-8-65 16,-23-8-52-1,-18 0-150-15</inkml:trace>
  <inkml:trace contextRef="#ctx0" brushRef="#br0" timeOffset="187422.98">31320 16752 363 0,'0'0'313'0,"0"0"-253"15,0 0 15-15,0 0-41 16,0 241-33-16,0-214-1 15,0-15 0-15,15-12-58 0,-2 0 17 16,12-12 2-16,9-24 34 16,12-8 5-16,16 0 3 15,3 8-1 1,4 12-2-16,5 12-14 0,4 12-2 16,-4 0 16-16,-12 23 4 15,-9 21 42-15,-13-3-2 16,0-10 32-16,1-6-73 15,5-20-3-15,19-5-20 16,16 0-16-16,0-13 32 16,-7 1 4-16,-21 12-14 15,-19 0 28-15,-22 28-10 16,1 16 1-16,-7 0-5 16,9-19-9-16,-2-22-175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39:58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16409 6441 196 0,'0'0'47'16,"0"0"-29"-16,0 0 5 16,0 0-10-16,0 0 15 15,0 0 21-15,0 0-26 16,0 0 15-16,-28 0 2 15,22 0 23-15,6 0-18 16,-7 0-6-16,7 0-25 16,0 0-12-16,0 0-1 15,0 0-1-15,0 0 0 16,0 0 8-16,0 0 9 16,0 0-2-16,0 0 6 15,0 0-14-15,0 0 1 0,0 0-8 16,0 0-9-16,0 0 6 15,0 0 6-15,0 0 18 16,0 0-10-16,0 0 10 16,0 0-15-16,0 0 7 15,0 0-13-15,0 0 0 16,0 0-4-16,0 0-2 16,0 0 4-16,0 8-3 0,0 0-2 15,0 3-8 1,13 1 15-16,-7 1 7 0,22 7-4 15,0-9-3 1,-3 10 4-16,3-9-4 0,6 12 0 16,-9-4 1-16,2 11 0 15,-8 2-2-15,3-1 2 16,-4-8 4-16,4 0-3 16,-3-8-2-16,2 1-1 15,-2-6-7-15,9 6 5 16,-10-6 6-16,10 6 3 15,-9-1-6-15,9-1 8 16,0 1-8-16,3 0 0 16,3 1 0-16,-6-6 0 15,-3 2-3-15,-4 2 6 16,13-7 5-16,-15 1-8 16,15-1-15-16,-9-5-8 0,3 5 23 15,6 0 2-15,-15-3-2 16,8 15 0-16,1-8 13 15,-3 4-13-15,9 0 5 16,0-4-2-16,-9 0 3 16,9-3 0-16,-12 10-5 15,-10-7-1-15,16 0 0 16,-9 9 0-16,0-13 0 16,2-5 5-16,-2 5-10 15,-4 0 5-15,4-4 0 0,-13-4-4 16,16 13 4-1,-16-5 5-15,0 4-1 0,0-1-4 16,10-3 6-16,-10-3 13 16,0 2-14-16,7-7-5 15,-13 0 0-15,6 0-1 16,-6 0 2-16,9 13 7 16,4-2-6-16,-1 9 13 15,10 5 27-15,-4-1-23 16,-5 0 3-16,9-9-20 15,-16-6-4-15,6-5 1 16,-3-4-4-16,-2 0-26 16,5 0-59-16,-6-16 8 0,-6-8-144 15</inkml:trace>
  <inkml:trace contextRef="#ctx0" brushRef="#br0" timeOffset="1765.15">16120 7559 28 0,'0'0'72'0,"0"0"-18"16,0 0-15-16,0 0 15 15,0 0 5-15,0 0-2 16,0 0-2-16,0 0-14 15,0 0 23-15,0 0-19 16,0 0 4-16,0 0-14 16,0 0 7-16,0 0-17 15,0 0-25-15,0 0-1 16,0 0 1-16,0 0 13 16,0 0-3-16,0 0 2 15,0 0-6-15,0 0 17 16,0 0-22-16,0 0 2 0,0 0 6 15,0 0-6-15,0 0-6 16,0-8 6-16,22-8-3 16,18-8 5-16,-2 5 3 15,-4 2-4-15,0 5-1 16,-6 0 2-16,-3 0-3 16,9 0 4-16,0-4-2 15,0 0 2-15,6 0-4 16,-3-4 1-16,4-4-3 15,5-1 8-15,-5 5-4 16,-1-4-5-16,6-4 1 16,-5 5 0-16,5-10-1 15,10 1 5-15,-3 0-8 16,-1 0 13-16,1-4-15 0,3 0 6 16,-16 8 0-1,-9 8-6-15,-15 4 6 0,-4 4 3 16,1 8-2-16,2-8-1 15,-3-1 2-15,7 1-4 16,3 1 7-16,-4-2-8 16,10-2 7-16,0-1-6 15,-3-4 2-15,-3 4 0 16,3 3 0-16,-4 1-3 16,-2 4 1-16,9-4 3 0,-3 0-8 15,15-8 14-15,-12 4-5 16,12-4-2-16,-12 4-3 15,-9-4 3-15,2 3 1 16,10-2-1-16,-9 7 1 16,-10-9-3-16,1 14-26 15,-13 7 17-15,0 0-29 16,0 0-62-16,0 0-106 16</inkml:trace>
  <inkml:trace contextRef="#ctx0" brushRef="#br0" timeOffset="67060.39">22095 1143 209 0,'0'0'131'0,"0"0"-107"0,0 0 36 16,0 0-17-16,0 0-21 16,0 0-9-16,0 0-1 15,0 0 24-15,0 0-18 16,0 0 36-16,0 0-14 16,0 0 1-16,0 0-36 15,0 0 12-15,-6 0-13 16,6 0 10-16,0 0 2 15,0 0-11-15,0 0 5 16,0 0-7-16,0 0 4 0,0 0-3 16,0 0-2-1,0 0 7-15,0 0 6 0,0 0-15 16,0 0 0-16,0 0-3 16,0 0-2-16,22 0-2 15,3 0 14-15,9 0-12 16,6 0 5-16,-6 0-1 15,7 0-6-15,-23 15-21 16,10 42 0-16,-28 11 19 16,0 16-6-16,0 5 6 15,-40 19-5-15,-28-5-19 16,-13-10 28-16,-6-9-31 16,10-20-2-16,8-15 37 0,10-10-7 15,25-11 7 1,6-11-4-16,22-6 4 0,6-3 1 15,0-3-13-15,0-1-48 16,47-4 58-16,12 4 6 16,9 0-1-16,0 4 43 15,3 3 6-15,-2 2 19 16,-10 4-16-16,-4-6-31 16,-2-3-19-16,-13-4-4 15,1-4-60-15,5 0-96 16,-12 0-121-16</inkml:trace>
  <inkml:trace contextRef="#ctx0" brushRef="#br0" timeOffset="67609.98">22505 1784 155 0,'0'0'128'0,"0"0"-82"16,0 0 19-16,0 0-31 16,0 0-5-16,0 0-19 15,-28 0 11-15,28 8-21 16,0 0 0-16,0-8 11 15,0 16 20-15,0-4 3 16,0 4-20-16,0 9 10 0,15-1-19 16,38-1 15-1,-13-3-9-15,19-7 8 16,-6-5-10-16,9-8 7 0,3 0 17 16,10 0-23-16,5-33 26 15,7-11-32-15,-13-12-3 16,4-12-1-16,-10-16-29 15,-28-12-19-15,-12-9-31 16,-28 17 8-16,0 12-107 16,-15 15 28-16,-56 22-61 15</inkml:trace>
  <inkml:trace contextRef="#ctx0" brushRef="#br0" timeOffset="67693.17">22967 1179 72 0,'0'0'231'16,"0"0"-101"-16,0 0-64 15,-351 128-58-15,314-72-8 16,3 1-58-16,19-14-71 0</inkml:trace>
  <inkml:trace contextRef="#ctx0" brushRef="#br0" timeOffset="68442.2">23854 1833 239 0,'0'0'3'0,"0"0"-3"0,0 0 2 15,0 0-1-15,0 0 3 16,0 0 80-16,-13 23 25 15,13-23-33-15,-6 0-5 16,6 0 10-16,0 0-18 16,0 0-55-16,0-20 42 15,0-24-49-15,0-9 1 0,25-19-2 16,9-3 1-16,-6-2-2 16,18 1 2-16,-5 16-2 15,-1 12-24-15,-15 16-19 16,-4 24 23-16,-14 8-11 15,-1 0-35-15,22 8 34 16,-16 39 33-16,-6 10 18 16,22 11 17-16,-15 12-27 15,2 5 2-15,-2 3-10 16,-7-12 0-16,0-7 5 16,6-22-5-16,-2-6-19 15,2-13-12-15,-12-8 17 16,6-4-42-16,-6-8-66 0,0-5-173 15</inkml:trace>
  <inkml:trace contextRef="#ctx0" brushRef="#br0" timeOffset="68605.69">23854 1833 458 0</inkml:trace>
  <inkml:trace contextRef="#ctx0" brushRef="#br0" timeOffset="68675.73">23854 1833 458 0,'-180'-57'27'0,"201"57"-13"0,45 0 9 0,2-4 21 16,-3-20-44 0,-12 4-3-16,-13 12-29 0,-6-4-89 15,-12-1-129-15</inkml:trace>
  <inkml:trace contextRef="#ctx0" brushRef="#br0" timeOffset="69058.53">24343 1431 165 0,'0'0'133'16,"0"0"-89"-16,0 0 16 15,0 0 25-15,0 0-3 16,13 108 13-16,-13-55-54 16,0-1-11-16,0-12-26 15,6 0-1-15,16-16 1 16,9-3-5-16,3-6 6 15,6 1-5-15,0 0 27 16,1-4-20-16,-7 1 1 16,-3-5 1-16,-3 3-2 0,-6-2-7 15,-4-6 0-15,-5 2-23 16,14-5-34-16,-14 3 1 16,9-3-31-1,-10 0-3-15,22 0-48 0,0 0-144 16</inkml:trace>
  <inkml:trace contextRef="#ctx0" brushRef="#br0" timeOffset="69357">25085 1616 373 0,'0'0'37'0,"0"0"5"0,0 0 17 16,0 0-21-16,0 0-10 15,74 208-22-15,-28-191 13 16,7-6-14-16,15-7 8 16,4-4 15-16,2 0-12 15,-15 0-8-15,3 0 8 16,-28-15-8-16,-3-26-8 15,-3-3-5-15,-16-20-20 0,4-12-13 16,-16 3-25 0,0 1-34-16,0 21-183 0</inkml:trace>
  <inkml:trace contextRef="#ctx0" brushRef="#br0" timeOffset="69740.31">25807 1764 469 0,'0'0'78'16,"0"0"9"-16,0 0-80 15,0 0-3-15,0 0 7 0,0 0-12 16,146-221 1-16,-125 206-1 15,-8 15-29-15,5 0 11 16,4 0-13-16,-3 36 31 16,21 12 1-16,7-1 6 15,15 6-6-15,3-9 2 16,3-16-7-16,6-12 5 16,-2-16-11-16,8 0 11 15,-5-8 0-15,-1-45 9 16,-9-19-9-16,-18-16-3 15,-13-4-26-15,-22 12-21 16,-12 19-21-16,0 22 60 16,0 15-49-16,0 4-21 15,-18 12 30-15</inkml:trace>
  <inkml:trace contextRef="#ctx0" brushRef="#br0" timeOffset="70174.02">27109 1567 306 0,'0'0'65'16,"0"0"-5"-16,0 0-2 16,0 0-24-16,0 0 1 15,-6 205-4-15,46-193-14 16,13-12 10-16,0 0 0 15,3 0-13-15,9-8 6 16,-13-40-9-16,-11-28-11 16,-13-4-41-16,-28 3-32 15,0 13 18-15,-13 32 8 0,-61 24 8 16,-7 8 14-16,-12 0 25 16,25 36-2-16,15 0-47 15,25-4-205-15</inkml:trace>
  <inkml:trace contextRef="#ctx0" brushRef="#br0" timeOffset="70490.87">27503 1359 238 0,'0'0'127'16,"0"0"-115"0,0 0-11-16,0 0-1 0,0 0-7 15,0 0-1-15,248 241-19 16,-161-205 8-16,-19-5 8 16,-15-6 11-16,-19-17 9 15,-34 0-2-15,0 0 26 16,0 4 18-16,0 4 62 15,-56 0-27-15,-3 0-9 16,-15 0-59-16,2 0-18 0,4 9-8 16,0-14-63-1,9 9-55-15</inkml:trace>
  <inkml:trace contextRef="#ctx0" brushRef="#br0" timeOffset="71305.95">28278 1672 215 0,'0'0'156'15,"0"0"-35"-15,0 0-41 16,0 0-3-16,0 0-45 16,0 0 24-16,0 0-20 15,0 0 1-15,22 0 1 16,18 0 0-16,25 0 15 15,38 0-20-15,30 8 6 16,41 0-24-16,5-1 1 0,23 6-9 16,-10-1 3-1,-18 4-6-15,-7 0-2 0,-33 1-4 16,-32-10-42-16,-31 1 16 16,-30-8-93-16,-41 0-65 15,0 0-368-15</inkml:trace>
  <inkml:trace contextRef="#ctx0" brushRef="#br0" timeOffset="72404.4">31239 2109 88 0,'0'0'64'16,"0"0"26"-16,0 0 22 16,0 0-14-16,0 0-11 0,0 0-39 15,0 23 29 1,0-23-27-16,0 0-5 0,0 0 5 15,10 0-15 1,-10 0-20-16,0 0 4 0,0 0 29 16,6-11-30-16,-6-29-17 15,0-12 14-15,0-20-28 16,0-5 13-16,0-19-2 16,0 0 0-16,0 0-1 15,0 19 3-15,0 18 1 16,0 18 7-16,0 21 0 15,-6 4 5-15,-10 8-13 16,10 4 4-16,0 0-4 16,0 4-5-16,-1 0-6 0,-8 0-42 15,-19 8 7 1,-31 44 15-16,-22 12 9 0,-34 25-86 16,0-13-126-16</inkml:trace>
  <inkml:trace contextRef="#ctx0" brushRef="#br0" timeOffset="73322.22">32089 1744 148 0,'0'0'223'0,"0"0"-155"16,0 0 4-16,0 0-14 16,0 0-44-16,0 0 48 15,46 80-10-15,-39-40-4 0,8 1-24 16,-2 3 8-1,5 0-19-15,-2-5-8 16,-4-2 0-16,-6-5-2 0,0-7-6 16,-6-6 10-16,0-11-16 15,0-4 19-15,0-4-1 16,0 0-8-16,0 0 1 16,0-8-2-16,0-32-28 15,-24-9 10-15,2-10 10 16,3-1 7-16,7 4 0 15,3-5-3-15,9 6-6 0,0-2 9 16,0-11-15-16,15 24 8 16,-2 3 8-16,14 13-4 15,-8 25 1 1,-7-10-12-16,29 10 13 0,-1 3-22 16,0 0 19-16,13 0-8 15,3 0 1-15,-3 0-27 16,-19 0 7-16,6 16 1 15,-28-1-8-15,-5 1 39 16,-7 1 7-16,0 10 10 16,0-2-8-16,-7 6 37 15,-45 5 31-15,-10-11-26 16,3-6-5-16,6-2-31 16,7 3-8-16,11-12 4 15,8 0-22-15,8 0-12 16,3 0-7-16,10-8-93 15,6 0-119-15</inkml:trace>
  <inkml:trace contextRef="#ctx0" brushRef="#br0" timeOffset="74087.75">32966 1860 357 0,'0'0'128'0,"0"0"-43"15,0 0 26-15,0 0-50 16,0 0 22-16,0 0-39 16,-34 28-5-16,34-28-28 15,0 0 8-15,0 0-18 16,0 0 0-16,0 0-2 15,0 0-20-15,0 0 9 16,0 0-22-16,-15 0 5 16,2 0-33-16,1 0 38 15,12 0 21-15,-6 0 3 16,6 0-1-16,0 0-3 0,0 0 4 16,0 0-19-1,0 0 8-15,0 0 4 16,0 0 7-16,0 0-27 0,0 0-100 15,0 0-82-15</inkml:trace>
  <inkml:trace contextRef="#ctx0" brushRef="#br0" timeOffset="89191.23">21627 2719 12 0,'0'0'131'16,"0"0"-111"-16,0 0 10 0,0 0-15 15,0 0 24-15,0 0-5 16,0 0 12-16,0 0-14 16,0 0 3-16,0 0-23 15,0 0 1-15,0 0 6 16,0 0-13-16,10 0-4 16,-10 0 2-16,0 0 7 15,0 0 10-15,0 0 45 16,0 0-15-16,0 3-11 15,0 2-27-15,0 3-13 0,0 8 0 16,0 7 4-16,0 13 2 16,0 5-4-16,0 11 6 15,-22 1-4-15,-18 3-2 16,-7 7 17-16,7-10-9 16,-13-1 5-16,25-8-11 15,3-8 12-15,-3-4-14 16,22-8-2-16,0-8 0 15,6-12-2-15,0-4-15 16,0 0 5-16,0 0 7 16,0 0-3-16,0 0-1 15,0 0 9-15,0 0 0 16,0 0 9-16,40 8-9 0,13 4 14 16,12 9-12-1,3-2 2-15,1-2-2 0,-17-6 2 16,-11-3 1-16,-1-8-10 15,-15 0-6-15,-4 0-10 16,-2 0-34-16,3-8 55 16,-10-8 3-16,1-7 10 15,-7-6-13-15,3-7-9 16,-3 4-5-16,0 0-19 16,-6 0-9-16,0 3-21 15,0 9 4-15,0 9 48 16,0 6 11-16,0 5 22 0,0 0 42 15,0 0-27 1,-6 0-30-16,-9 0 2 0,2 21-4 16,-5 23 16-16,18 4 37 15,0 21-15-15,-7 3-23 16,7 0-9 0,0-12-4-16,0-4-6 0,0-8-1 15,0-16-44-15,0-4-27 16,0-12-62-16,0-12-137 15</inkml:trace>
  <inkml:trace contextRef="#ctx0" brushRef="#br0" timeOffset="89608.95">22024 3541 215 0,'0'0'137'0,"0"0"-86"0,0 0-4 15,0 0-33-15,0 0-10 16,0 0-4-16,186 136-1 15,-139-136-5-15,-7 0 6 0,7-9 27 16,-1-27 10-16,-6-11 8 16,7-6-35-16,-13-7-10 15,-15-4-22-15,-19 5-39 16,0 2-17-16,0 21-6 16,-38 16 53-16,-24 12 31 15,3 8 59-15,-15 0-37 16,15 11 64-16,-3 19-12 15,28 1-44-15,22 5-30 16,-1-3-20-16,13-6-103 16,0-7-168-16</inkml:trace>
  <inkml:trace contextRef="#ctx0" brushRef="#br0" timeOffset="89923.1">22545 3645 37 0,'0'0'121'0,"0"0"-53"16,0 0 1-16,0 0-43 16,0 0-26-16,347 180-1 15,-254-180-5-15,0 0 12 16,0-8 9-16,10-31 36 15,-23-18 4-15,-21-7 19 0,-18-8-66 16,-23 0-8-16,-18 8-14 16,0 3-21-16,-40 17-9 15,-31 8-25-15,-22 20 60 16,-4 16 9-16,4 0 8 16,7 24 0-16,39 12-8 15,28 0-37-15,19 0-111 16</inkml:trace>
  <inkml:trace contextRef="#ctx0" brushRef="#br0" timeOffset="90722.98">24784 3465 73 0,'0'0'199'0,"0"0"-161"16,0 0 23-16,0 0-25 15,121-209-12-15,-103 205-5 16,4 4-19-16,-3 0-13 0,-7 0 13 16,22 32 24-1,-18 8 74-15,2 21-12 0,-5-2-23 16,-7 10-49-16,3-1 2 16,-3 0-16-16,1-4-3 15,5-4-21-15,-6-8-39 16,-6-12-35-16,0-7 18 15,0-6 27-15,0-18 0 16,-46-9-11-16,-13 0-235 16</inkml:trace>
  <inkml:trace contextRef="#ctx0" brushRef="#br0" timeOffset="90923.04">24461 3573 545 0,'0'0'220'0,"0"0"-177"16,0 0 28-16,0 0-53 16,0 0-14-16,0 0-4 15,149-68 0-15,-62 43-30 16,-13 2-34-16,-9 2 6 16,-12 1-27-16,-3 0-56 15,-13-7-30-15,3 2-43 16</inkml:trace>
  <inkml:trace contextRef="#ctx0" brushRef="#br0" timeOffset="91156.47">25137 3288 16 0,'0'0'294'0,"0"0"-148"16,0 0-4-16,0 0-22 15,0 0-36-15,0 0-49 16,0 148-16-16,0-112-17 16,0-3 18-16,6-6-19 15,10-10-2-15,9-9 0 16,9 3-2-16,19-6-25 15,15 3 28-15,-9-4 10 16,3-4-3-16,-3 0 8 16,-13 0-12-16,-6 0-3 15,-5 0-1-15,-11 0-33 16,10 0-53-16,1 0-115 0,-23 0-96 16</inkml:trace>
  <inkml:trace contextRef="#ctx0" brushRef="#br0" timeOffset="91489.38">25714 3537 162 0,'0'0'210'16,"0"0"-178"-16,0 0 52 0,0 0-35 16,0 0-14-16,0 0-20 15,31 95-8-15,-9-90-2 16,12-5-4-16,-16 0-2 16,16 0 4-16,13-8 54 15,-13-36-2-15,6-4-22 16,1-9-23-16,-10-2-10 15,-3 2-42-15,-16 9-52 16,4 20 49-16,-16 12-33 16,0 13 38-16,12 3-50 15,-12 0-149-15</inkml:trace>
  <inkml:trace contextRef="#ctx0" brushRef="#br0" timeOffset="91840.43">26219 3605 146 0,'0'0'359'15,"0"0"-346"-15,0 0 23 16,0 0 32-16,0 0-28 16,0 0-33-16,121-169-7 15,-105 165-12-15,2 4-46 16,-5 0-12-16,15 17 70 15,-10 14 20-15,10-2-17 16,19-1 10-16,-19-13-13 0,18-2 8 16,-6-13-8-16,1 0-2 15,-1 0 2-15,7-20 14 16,-7-24 33-16,13-8-46 16,-13-5 1-16,-15 1-2 15,-10 8-7-15,-15 4-22 16,0 20 7-16,0 7-38 15,0 9-21-15,0 8-24 16,0 0-80-16</inkml:trace>
  <inkml:trace contextRef="#ctx0" brushRef="#br0" timeOffset="92088.72">26923 3413 37 0,'0'0'107'0,"0"0"-30"16,0 0 3-1,0 0-11-15,0 0-20 0,0 0-11 16,121 96-1-16,-90-96-8 16,9-16 25-16,-5-17-6 15,11-3-21-15,7-3-22 16,-32-5-3-16,14 3-2 16,-35 13-40-16,0 12 6 15,-22 16-6-15,-37 0 30 16,-15 0 10-16,27 32-4 15,7-4-62-15,34-12-142 16</inkml:trace>
  <inkml:trace contextRef="#ctx0" brushRef="#br0" timeOffset="92371.95">27450 3131 404 0,'0'0'47'0,"0"0"-46"15,0 0 30-15,0 0 3 0,0 0-19 16,0 0-15 0,155 201-10-16,-96-177-21 0,-12-3-1 15,-13-10 23-15,-28-3-16 16,-6 1 25-16,0-6 5 15,-6-3 74-15,-47 5-24 16,-9-5-22-16,16 0-25 16,5 0-8-16,35 0-97 15,6-5-255-15</inkml:trace>
  <inkml:trace contextRef="#ctx0" brushRef="#br0" timeOffset="93155.69">28514 3369 320 0,'0'0'96'0,"0"0"-18"15,0 0 8-15,0 0-25 16,0 0-12-16,0 0-19 16,0 0-8-16,0 0 0 0,0 0 4 15,0 0 5-15,12 0-16 16,50 0 11-16,44 0 1 15,39 0 11-15,45 0-31 16,17 0-2-16,20 0-1 16,-7 0 2-16,-19 0-6 15,-33-9-15-15,-35 5 1 16,-34 0-53-16,-30 1-19 16,-45 3-108-16,-24-5-227 15</inkml:trace>
  <inkml:trace contextRef="#ctx0" brushRef="#br0" timeOffset="94237.78">31621 3136 92 0,'0'0'172'0,"0"0"-45"16,0 0-34-16,0 0-47 16,0 0-11-16,0 0-10 15,-65 36-18-15,49-28 0 16,10 4-6-16,-13-1 6 15,-15 10 20-15,0-6 24 16,-6 6-4-16,15 3 11 16,3-3-16-16,-3-2-14 15,-9 21-3-15,-6-4 1 16,-6 13-15-16,-10 3-9 0,3-1 12 16,0-2-9-1,1-13-3-15,5 4 2 0,13-16-8 16,-6-8-17-16,-1 1-12 15,1-6-53-15,-13-7 4 16,7-4-48 0,-1 0-39-16,7 0-180 0</inkml:trace>
  <inkml:trace contextRef="#ctx0" brushRef="#br0" timeOffset="94603.15">30718 3167 174 0,'0'0'333'0,"0"0"-277"0,0 0-3 16,0 0 2-16,0 0-55 15,0 0 36-15,221 25 14 16,-135 15 12-16,1 16 4 16,16 5-15-16,-4 3 12 0,-12 3-25 15,6-6-20 1,-13-1-14-16,-5-4-8 0,-1-7-9 15,-3-10-10-15,-9-6-6 16,-15-18-26-16,-13-15-72 16,-28 0-211-16</inkml:trace>
  <inkml:trace contextRef="#ctx0" brushRef="#br0" timeOffset="103596.18">26281 2213 68 0,'0'0'71'16,"0"0"-10"-16,0 0 10 16,0 0-11-16,0 0-10 15,0 0-5-15,0 0-4 16,41 13-13-16,-41-10-4 16,0 2-13-16,6-2-5 15,6 2-3-15,4 2 1 0,-4-3-4 16,7 0-2-16,-4 1-18 15,4-2-10-15,-7 5-24 16,10 0-25-16,-16 4-92 16</inkml:trace>
  <inkml:trace contextRef="#ctx0" brushRef="#br0" timeOffset="103861.49">26988 2417 266 0,'0'0'166'15,"0"0"-166"-15,0 0 0 16,0 0-52-16,0 0-58 16,0 0-115-16</inkml:trace>
  <inkml:trace contextRef="#ctx0" brushRef="#br0" timeOffset="104146.37">27698 2663 167 0,'0'0'77'16,"0"0"-33"-16,0 0-10 0,0 0-29 16,0 0-5-1,0 0-4-15,162 16-32 0,-138-1-39 16,11-7-64-16</inkml:trace>
  <inkml:trace contextRef="#ctx0" brushRef="#br0" timeOffset="104380.3">28439 2948 167 0,'0'0'134'16,"0"0"-134"-16,0 0 0 15,0 0 6-15,0 0 7 16,0 0-12-16,289 15-2 16,-255-7-11-16,-9-4 2 15,9-4-41-15,-16 0-50 16</inkml:trace>
  <inkml:trace contextRef="#ctx0" brushRef="#br0" timeOffset="104797.06">30058 3336 285 0,'0'0'95'0,"0"0"-5"15,0 0-11-15,0 0-15 16,0 0-42-16,0 0-22 16,239 41-114-16,-218-46-244 15</inkml:trace>
  <inkml:trace contextRef="#ctx0" brushRef="#br0" timeOffset="106176.02">23909 5414 188 0,'0'0'57'0,"0"0"-34"0,0 0-20 15,0 0 27-15,0 0-6 16,0 0 0-16,7-97 33 16,-1 86-25-16,12 3 19 15,4-5-19-15,-10 13-4 16,16-12-28-16,-3 12-4 16,31-8 2-16,-10 8 4 15,13 0-4-15,-18 0-2 16,5 0 4-16,-18 0-44 15,-15 33 44-15,-7 6 24 0,-6 13-18 16,0 9 5 0,-34 11-9-16,-19 0-4 0,-12 0 4 15,-3-11-5-15,-7-9 7 16,22-8 4-16,-5-8-7 16,17-16 21-16,7 0 5 15,22-8-21-15,12-12-6 16,0 7-25-16,0-2-5 15,0 3 4-15,12 4 26 16,28-12 17-16,-5 11 38 16,23-11-7-16,11 0 7 15,-10 0 5-15,21 0-2 16,-5 0-58-16,-10 0-8 16,-3-11-21-16,-22 11-70 0,-15-12-96 15,-19 12-251-15</inkml:trace>
  <inkml:trace contextRef="#ctx0" brushRef="#br0" timeOffset="106577">24542 5887 179 0,'0'0'191'0,"0"0"-141"0,0 0 22 15,0 0-33-15,0 0-31 16,0 0-6-16,56 0-2 16,-19 0 3-16,31-8 33 15,7-12 25-15,-10-8-9 16,9-12-7-16,-15-8-33 15,9-4-10-15,-27-9-2 16,-1-8-1-16,-22 2-36 16,-18 3-31-16,0 12-33 0,-6 11 39 15,-68 21 41-15,-19 20 21 16,-6 0 61 0,-1 0-16-16,20 33 8 0,12 15-32 15,21-8-21-15,41-4-35 16,6-8-71-16,0-5-107 15</inkml:trace>
  <inkml:trace contextRef="#ctx0" brushRef="#br0" timeOffset="107058.61">25612 5606 206 0,'0'0'72'0,"0"0"-72"0,0 0-32 15,0 0 0-15,0 0 32 16,0 0 7-16,74-15 17 16,-68-2 52-16,-6 9-36 15,0 8-29-15,0 0 47 16,0 0 1-16,0 0-50 16,0 0-9-16,0 0-2 15,-6 0-42-15,0 0-42 16,6 0-59-16</inkml:trace>
  <inkml:trace contextRef="#ctx0" brushRef="#br0" timeOffset="107411.83">25612 5606 120 0</inkml:trace>
  <inkml:trace contextRef="#ctx0" brushRef="#br0" timeOffset="107564.73">25612 5606 120 0,'403'196'149'0,"-403"-196"-116"0,0 0 0 16,0 0 239-16,0 0-190 15,0 0-21-15,12-7-38 0,22-22-7 16,7-2-5-16,11-13-9 16,13-5 11-16,-3 1-4 15,-3-4-9-15,16-4-1 16,-29 8-4-16,22-1-35 16,-27 10-4-16,18 6-55 15,-25 1-32-15,-16 12-15 16,-11 8-22-16,-7 12-22 15</inkml:trace>
  <inkml:trace contextRef="#ctx0" brushRef="#br0" timeOffset="107877.12">26362 5273 315 0,'0'0'164'0,"0"0"-100"16,0 0 35-16,0 116 18 15,12-67-52-15,29-1-36 16,18 0-28-16,9 0 5 15,6 0-6-15,-9-4 0 16,-12 0-20-16,-13-11 16 0,7-2-47 16,2 2-63-1,-11-13-61-15,-10-1-131 0</inkml:trace>
  <inkml:trace contextRef="#ctx0" brushRef="#br0" timeOffset="108557.52">27677 5751 119 0,'0'0'417'15,"0"0"-356"-15,0 0-2 16,0 0-7-16,0 0-24 16,0 0 27-16,189 0-36 15,-118 0-12-15,-15 0-7 16,9 0-34-16,-25 7 8 16,-12-7-28-16,-9 0-23 15,9 0-52-15,-10 0-17 16,-2 0-61-16</inkml:trace>
  <inkml:trace contextRef="#ctx0" brushRef="#br0" timeOffset="108807.9">27860 5534 154 0,'0'0'403'0,"0"0"-389"15,0 0 125 1,0 0-83-16,0 0-25 0,0 0-31 16,325 8-14-16,-257-8-62 15,-2 0-94-15,-20-17-209 16</inkml:trace>
  <inkml:trace contextRef="#ctx0" brushRef="#br0" timeOffset="109822.9">24210 3721 351 0,'0'0'55'0,"0"0"-51"16,0 0 15-16,0 0 34 16,0 0-13-16,0 0-14 15,279 0-13-15,-198-8-13 16,-16-4-32-16,16 4-69 15,-7-8-113-15</inkml:trace>
  <inkml:trace contextRef="#ctx0" brushRef="#br0" timeOffset="110039.59">25981 3532 402 0,'0'0'39'15,"0"0"-36"-15,0 0 10 16,0 0 7-16,0 0-20 16,381-88-3-16,-328 80-99 15,-7-7-202-15</inkml:trace>
  <inkml:trace contextRef="#ctx0" brushRef="#br0" timeOffset="110223.85">27484 3292 656 0,'0'0'77'0,"0"0"-58"16,0 0-30-16,0 0 20 15,0 0-18-15,0 0-10 16,279-72-60-16,-176 19-191 16</inkml:trace>
  <inkml:trace contextRef="#ctx0" brushRef="#br0" timeOffset="110389.19">28781 3075 578 0,'0'0'172'16,"0"0"-172"-16,0 0 0 16,0 0 22-16,0 0-22 15,0 0-11-15,381-127-111 16,-294 82-298-16</inkml:trace>
  <inkml:trace contextRef="#ctx0" brushRef="#br0" timeOffset="110539.62">29829 2895 622 0,'0'0'18'0,"0"0"-9"16,0 0 46-16,0 0-55 16,0 0-78-16,427-152-202 15</inkml:trace>
  <inkml:trace contextRef="#ctx0" brushRef="#br0" timeOffset="110690.5">31001 2602 441 0,'0'0'222'0,"0"0"-204"0,0 0 43 15,0 0-44-15,347-104-17 16,-248 51-46-16,-18 2-226 15</inkml:trace>
  <inkml:trace contextRef="#ctx0" brushRef="#br0" timeOffset="112071.93">28573 5265 137 0,'0'0'134'16,"0"0"-102"-16,0 0 14 0,0 0-15 15,0 0 0 1,0 0-31-16,-134 173 8 0,169-158-2 16,11-2 27-16,22-1 3 15,10-4-2-15,2-5 7 16,7-3-40-16,-19 0 4 15,-15 0-5-15,-13 0 0 16,-21 0-16-16,-3 0 11 16,-16 0-11-16,0 0 6 15,0 0 10-15,12 0 0 16,0 0-6-16,10 0-37 16,-3-3 39-16,-10-13-42 15,-9-1 34-15,0-2-35 16,0 2-22-16,6 6 5 15,-6 11-28-15,0 0 23 16,0 0 69-16,0 32 81 16,0 11 32-16,0 10 20 0,-28-1-29 15,0-3-47-15,4-5-32 16,2-5-10-16,9 1-15 16,7-3-19-16,0-9-3 15,-9-5 20-15,8-10-17 16,1-13-72-16,6 0-162 15</inkml:trace>
  <inkml:trace contextRef="#ctx0" brushRef="#br0" timeOffset="112440.39">29323 5791 56 0,'0'0'58'15,"0"0"17"-15,0 0-24 16,0 0-20-16,0 0 0 15,0 0 15-15,320-25-41 16,-258-34-5-16,-25-6-2 0,3 1-4 16,-31 8 6-16,-9 4 0 15,0 12-9-15,-21 8 9 16,-32 4 10-16,13 16 28 16,-7 12 30-16,1 0-23 15,-10 0-30-15,3 23-15 16,-6 21-49-16,6-3-152 15</inkml:trace>
  <inkml:trace contextRef="#ctx0" brushRef="#br0" timeOffset="112789.2">29863 5743 354 0,'0'0'26'16,"0"0"-12"-16,0 0-11 16,0 0 26-16,0 0-17 15,0 0 7-15,341 52 7 16,-261-96 3-16,-5-5 10 15,-16 1-11-15,-19-7 5 16,-18 2-31-16,-22-4-4 16,0 6-25-16,-16 15 1 0,-43 12-63 15,7 16 89-15,-10 8 53 16,-10 0-24-16,-2 44-29 16,12-5-17-16,21 2-54 15,23-13-189-15</inkml:trace>
  <inkml:trace contextRef="#ctx0" brushRef="#br0" timeOffset="113120.7">31081 5635 521 0,'0'0'31'0,"0"0"-19"0,0 0 31 16,0 0-43-16,0 0-37 0,0 0 23 15,13-61-4 1,-13 61-38-16,0 0-35 0,0 0 64 16,0 0-3-16,0 0-244 15</inkml:trace>
  <inkml:trace contextRef="#ctx0" brushRef="#br0" timeOffset="113522.01">31984 5923 365 0,'0'0'190'15,"0"0"-140"-15,0 0-8 16,0 0-20-16,0 0-16 16,52-237 27-16,-46 161-33 15,-6 0 3-15,0 12 6 16,0 16-8-16,0 24-1 15,0 15 4-15,0 9 6 0,0 0 9 16,0 9 5 0,-34 15-21-16,0 12 24 0,-12 0-27 15,-1 4 0-15,1 0-28 16,-13 0-95-16,-3 0-215 16</inkml:trace>
  <inkml:trace contextRef="#ctx0" brushRef="#br0" timeOffset="114652.01">25097 6765 367 0,'0'0'64'0,"0"0"-11"0,0 0 53 16,0 0-34-1,0 0-28-15,0 0-34 16,-19-88 2-16,19 64-6 16,25-8-1-16,15-1 3 0,1 10-6 15,5-5 6-15,-5 7-8 16,-7 18-24-16,-13 3-12 15,-2 0 2-15,-19 11 33 16,0 33 1-16,0 28 13 16,-34 9 10-16,-59 15-6 15,-28 4-13-15,-6-7 14 16,0-4-16-16,21-14 26 16,4-22-15-16,43-1 4 15,12-21-8-15,29-10 8 16,18-6-17-16,0-2-12 0,12 3 10 15,47-9-10 1,34-2 12-16,3-5 1 0,-3 0 11 16,-12 0 0-1,-22 0-24-15,-13 0 0 0,-18 0-39 16,-21 0-71-16,5 0-47 16,-12 0-76-16</inkml:trace>
  <inkml:trace contextRef="#ctx0" brushRef="#br0" timeOffset="115003.9">25472 7227 393 0,'0'0'211'0,"0"0"-201"0,0 0 24 16,0 0-5-16,0 0-29 16,0 0 0-16,133-45 27 15,-74 5 5-15,3-3 5 16,-3-2-3-16,-12-12-34 16,-13 5 12-16,-22-4-12 15,-12 4-18-15,0 12-9 16,0 13 0-16,-37 10 10 15,-31 17-10-15,9 0 27 0,-3 17 4 16,9 30 10 0,19 9-14-16,16 1-1 0,18-9-48 15,0-4-58-15,0-16-89 16</inkml:trace>
  <inkml:trace contextRef="#ctx0" brushRef="#br0" timeOffset="115368.35">26266 7118 198 0,'0'0'270'0,"0"0"-224"0,0 0 22 15,0 0 34-15,0 0-21 16,0 0-25-16,316-165-42 15,-235 118-9-15,-16 6-5 16,-19 5-21-16,1 0-30 0,-19 4-29 16,-7 5-89-16,-21 2-190 15</inkml:trace>
  <inkml:trace contextRef="#ctx0" brushRef="#br0" timeOffset="115551.84">26536 6757 319 0,'0'0'190'0,"0"0"-83"15,0 0-25-15,0 0-25 16,152 213-15-16,-78-165-26 0,0-8-16 16,-8-12-19-16,2-4-82 15,-22-7-107-15,-5-17-277 16</inkml:trace>
  <inkml:trace contextRef="#ctx0" brushRef="#br0" timeOffset="115901.82">27584 7163 535 0,'0'0'22'16,"0"0"14"-16,0 0-29 15,0 0-7-15,347 31-6 0,-285-31-37 16,-3 0-82 0,-31 0-103-16</inkml:trace>
  <inkml:trace contextRef="#ctx0" brushRef="#br0" timeOffset="116101.85">27838 6897 619 0,'0'0'10'0,"0"0"2"0,0 0 1 15,0 0-13 1,0 0-60-16,375 9-104 0</inkml:trace>
  <inkml:trace contextRef="#ctx0" brushRef="#br0" timeOffset="116669.15">29388 6472 394 0,'0'0'121'0,"0"0"10"16,0 0-42-16,-180 209-35 15,134-165-48-15,12-8 10 0,0-4-9 16,21-11-1 0,-15 2 0-16,28-7 6 0,0 1-12 15,0-1-1-15,0 0-3 16,0-1-11-16,50 2 14 16,-4 2-6-16,7-6-9 15,-6 2-7-15,-1-2 15 16,-18-5-20-16,-9-8-1 15,-7 8 10-15,-12-8 19 16,0 0-5-16,0 0 4 0,9 0-7 16,-2 4-5-1,11-4 13-15,10 0-44 0,-9 0-61 16,9 0 36 0,-16-17-17-16,22-10 2 0,-15 2 12 15,9 2-95-15</inkml:trace>
  <inkml:trace contextRef="#ctx0" brushRef="#br0" timeOffset="116833.96">29602 6881 3 0,'0'0'166'0,"0"0"-60"16,0 0 18-16,0 0 14 15,0 0-25-15,0 0-17 16,-74 205-36-16,43-149 3 16,3 4-53-16,15-16-10 15,13 0-1-15,-6-16-50 16,6-3 22-16,0-14-10 15,0-11-45-15,0 0-155 16</inkml:trace>
  <inkml:trace contextRef="#ctx0" brushRef="#br0" timeOffset="117185.01">29742 7158 418 0,'0'0'24'0,"0"0"-5"15,0 0-4-15,0 0 10 16,0 0-22-16,0 0 8 16,229 108 23-16,-158-108-7 0,19 0 6 15,3 0-18-15,0-28 3 16,-6-16-18-16,-12-8-3 15,-23-12-9-15,-11-4-3 16,-23 3-35-16,-18 6-7 16,0 10 55-16,-24 13 2 15,-51 8 13-15,-12 16-12 16,-6 12 14-16,6 0 28 16,7 4-29-16,27 24-12 15,25 8-2-15,28-4-33 16,0 1-81-16,0-5-115 15</inkml:trace>
  <inkml:trace contextRef="#ctx0" brushRef="#br0" timeOffset="117483.11">30464 7066 322 0,'0'0'117'16,"0"0"-41"-16,0 0-11 15,0 0-5-15,0 0-8 16,388 84-26-16,-267-84 3 16,0 0-7-16,6-20-11 15,-6-28 14-15,-10-16 6 16,-24-4 3-16,-19 4-27 16,-40 7 6-16,-28 17 1 0,0 8-3 15,0 9 33-15,-40 6-9 16,-22 4-6-16,3 13-29 15,-9 0-11-15,9 33-13 16,-9 27-27-16,3-4-104 16,18 0-191-16</inkml:trace>
  <inkml:trace contextRef="#ctx0" brushRef="#br0" timeOffset="121246.88">25658 9612 200 0,'0'0'100'0,"0"0"-99"0,0 0 5 16,0 0 13-16,0 0-9 15,0 0 12-15,0 0 3 16,0 69 8-16,0-69 36 16,0 8 16-16,0-8-7 15,0 4-25-15,0 0-25 16,0-4-26-16,0 7 2 15,0-7-4-15,0 13 0 16,0-5 0-16,0-8 11 16,0 0 27-16,0 0-6 15,0 0 1-15,0 0-7 16,28-32-25-16,31-16 14 16,28-16-13-16,21-9 4 0,7-7-5 15,-10-1 5-15,1 9-6 16,-10 8-9-16,-25 9-12 15,-15 14-21-15,-25 18 0 16,-15 2-51-16,-16 14 7 16,0 7-5-16,0 0-44 15,0 0-107-15</inkml:trace>
  <inkml:trace contextRef="#ctx0" brushRef="#br0" timeOffset="121514.48">25919 9115 231 0,'0'0'258'0,"0"0"-249"15,0 0 69-15,0 0 47 16,0 0-41-16,167 229-19 15,-93-160-14-15,13-6-23 16,-6 1-22-16,-16-8 10 16,3-7-10-16,-21-13-6 15,5-13-34-15,-5-15-43 16,-13-8-93-16,-12 0-157 0</inkml:trace>
  <inkml:trace contextRef="#ctx0" brushRef="#br0" timeOffset="121881.82">26942 9465 289 0,'0'0'207'0,"0"0"-144"15,0 0 28-15,0 0-65 16,341 87-23-16,-248-74-3 16,-19-2-30-16,-15-2-56 15,-25-9-5-15,-12 0-30 0,-22 0-81 16</inkml:trace>
  <inkml:trace contextRef="#ctx0" brushRef="#br0" timeOffset="122113">27122 9368 613 0,'0'0'50'0,"0"0"-37"15,0 0 62 1,0 0 19-16,0 0-53 15,421 4-32-15,-328-4-9 16,-18 0-36-16,-7-8-62 0,-15-9-91 16,-13 10-201-16</inkml:trace>
  <inkml:trace contextRef="#ctx0" brushRef="#br0" timeOffset="122828.59">28895 8702 163 0,'0'0'126'0,"0"0"-114"16,0 0 67-16,0 0 30 15,0 0-55-15,0 0-14 16,0-20 17-16,0 20 9 15,0 25-23-15,0 14-7 16,0 10 29-16,-28-1-37 16,10-1-3-16,-16-6-22 15,6-1 5-15,-6-4-6 0,3 0 10 16,3-4 16 0,0 1-12-16,9-5-14 0,19-8 1 15,0 4-6-15,0-9-18 16,34-2 1-16,19-2-8 15,0-11 2-15,15 12 14 16,-15-7 6-16,-7 3 1 16,-6 0-8-16,-5-8 4 15,11 8-19-15,-6-8 17 16,-6 4-9-16,-2-4-1 16,-5 0-29-16,-14 0-21 15,-7 0 4-15,3-20 16 16,-9-13-2-16,0-6-50 15,0-2-66-15</inkml:trace>
  <inkml:trace contextRef="#ctx0" brushRef="#br0" timeOffset="122995.71">29267 9051 247 0,'0'0'160'0,"0"0"-60"16,0 0 22-16,0 0-44 15,-65 241-23-15,37-193-39 16,10-8-10-16,2 1-6 15,10-10-3-15,6-7-44 16,0-7-39-16,0-9-17 16,0-5-14-16,0 1-10 15,0-4-95-15</inkml:trace>
  <inkml:trace contextRef="#ctx0" brushRef="#br0" timeOffset="123360.68">29410 9372 201 0,'0'0'248'15,"0"0"-179"-15,0 0 16 16,0 0-29-16,0 0-53 16,0 0-3-16,112 104-6 15,-50-104 2-15,-3 0 4 16,9 0 0-16,-3-24 31 15,-3-20-7-15,3-17-8 0,3-11-8 16,-9-11-8 0,-12-1-8-16,-19 7-3 0,-16 9-34 15,-12 23 28-15,0 14 17 16,-53 11 4-16,-27 12 39 16,-13 8-13-16,0 0 2 15,0 28-14-15,18 16 2 16,13 0-20-16,16-4-6 15,33-4-32-15,7 0-103 16,6-12 34-16,0-4-57 16,0-7 23-16,0-10-24 15</inkml:trace>
  <inkml:trace contextRef="#ctx0" brushRef="#br0" timeOffset="123413.83">29410 9372 39 0</inkml:trace>
  <inkml:trace contextRef="#ctx0" brushRef="#br0" timeOffset="123665.39">29410 9372 39 0,'446'-225'66'0,"-393"225"25"0,9 9 20 16,9 18 78-16,26 9-158 16,-26-3-29-16,3-5 67 15,7-8-57-15,6-9-1 16,-7-6 2-16,1-5 32 16,12 0-19-16,-6-44-11 15,0-12 0-15,-13-16-12 16,-9-1-6-16,-18 1 7 0,-26-1-9 15,-21 14 5 1,0 7-19-16,-15 19 19 0,-32 17 0 16,-18 16 28-16,3 0-19 15,-9 8-9-15,-3 44-18 16,15 4 15-16,9 1-17 16,19-4-75-16,9-10-130 15,-18-7-143-15</inkml:trace>
  <inkml:trace contextRef="#ctx0" brushRef="#br0" timeOffset="124296.07">28548 9761 157 0,'0'0'44'0,"0"0"7"0,0 0 31 0,0 0-29 16,-56 0 70-16,56 0-33 16,0 0 6-16,0 0-45 15,0 0-13-15,28 0-16 16,25 0 45-16,34 0-7 15,34 0-12-15,18 0-11 16,63-16-2-16,18-12 9 16,0 0-10-16,0 7 12 15,-18 6-39-15,-29 7-14 16,-18 8-43-16,-21 0-29 16,-29 0-25-16,-24 0-9 15,-35 0-48-15,-30 0-104 16</inkml:trace>
  <inkml:trace contextRef="#ctx0" brushRef="#br0" timeOffset="124895.31">29140 10142 406 0,'0'0'9'0,"0"0"19"15,0 0 23-15,0 0 20 0,0 0-27 16,0 0 1-1,351-84-43-15,-320 84-4 0,-25 0-16 16,-6 8-20 0,0 32 38-16,-19 20 5 0,-40 0 3 15,-3 1 40-15,10-10 0 16,5-7-8-16,19-3-1 16,28-10-19-16,0-14-1 15,0-1-19-15,6-4-10 16,44-4 10-16,15-4 4 15,-6-4 13-15,15 0-13 16,-5 0 1-16,-10 0-4 16,-7 0-2-16,-11 0-31 15,-7-8-3-15,-6 4-14 16,3-8-13-16,-10 4-70 0,7-9-158 16</inkml:trace>
  <inkml:trace contextRef="#ctx0" brushRef="#br0" timeOffset="125164.1">30030 10411 423 0,'0'0'138'16,"0"0"-135"-16,0 0 12 16,0 0 6-16,0 0-1 15,0 0 9-15,416 4 5 16,-323-60 25-16,-19 4-16 15,-3-9 29-15,-37 1-53 16,-6 0-9-16,-28 0-10 0,0 19-15 16,-34 13 5-1,-40 25-5-15,-13 3 15 0,-12 20 0 16,6 32 23-16,12-4-23 16,28 4-2-16,32-8-80 15,15-11-133-15</inkml:trace>
  <inkml:trace contextRef="#ctx0" brushRef="#br0" timeOffset="125893.09">25491 11671 397 0,'0'0'88'0,"0"0"-78"16,0 0 18-16,0 0 20 16,0 0 14-16,0 0 11 15,56-21-1-15,-10 6 8 16,13-15 10-16,22-9-32 15,18-5 4-15,9-4-47 16,7-4-15-16,3-5-5 0,-3-7-21 16,-10 0-38-16,-24 16-83 15,-35 4-78-15,-30 16-130 16</inkml:trace>
  <inkml:trace contextRef="#ctx0" brushRef="#br0" timeOffset="126126.17">25965 11109 397 0,'0'0'285'0,"0"0"-239"16,0 0 35-16,0 233 16 15,40-170-41-15,10-10-31 16,-3-14-25-16,11-6-8 16,1-9-34-16,-12-9-54 15,9-6-42-15,-22-9-302 16</inkml:trace>
  <inkml:trace contextRef="#ctx0" brushRef="#br0" timeOffset="126542.92">27029 11494 310 0,'0'0'421'16,"0"0"-393"-16,0 0 28 16,0 0 24-16,0 0-20 15,0 0-59-15,362 0-1 16,-262-5-12-16,-20 2-39 16,-15-2-35-16,-24-2-54 15,-13-1-78-15</inkml:trace>
  <inkml:trace contextRef="#ctx0" brushRef="#br0" timeOffset="126760.31">27357 11157 45 0,'0'0'580'16,"0"0"-558"-16,0 0 93 16,0 0-26-16,0 0-62 0,0 0-27 15,279 0-84 1,-217-17-148-16</inkml:trace>
  <inkml:trace contextRef="#ctx0" brushRef="#br0" timeOffset="127342.13">28139 11021 280 0,'0'0'153'0,"0"0"-69"15,0 0 11-15,0 0-35 16,0 0-60-16,0 0 2 16,93-36-2-16,-53 36 3 15,-12 0-2-15,-22 0-2 16,13 23-8-16,-4 17 4 0,-15 8 5 16,0 4 1-16,0 12 5 15,0 9 0-15,-21-8-5 16,-20-10 6-16,10 6 3 15,3-22-8-15,0-2 5 16,16-13-6-16,12-8 21 16,0-12-22-16,0-4-3 15,53 0 3-15,9 0 18 16,3 0-7-16,-3 0-8 16,-16 0 7-16,1 0-3 15,-13 0 11-15,6 8-1 16,-15 12 21-16,-13 1-38 0,10-2-21 15,-9-7-52 1,8-12-147-16</inkml:trace>
  <inkml:trace contextRef="#ctx0" brushRef="#br0" timeOffset="127710.1">29149 11582 684 0,'0'0'45'0,"0"0"-14"16,0 0 6-16,0 0 1 15,0 0-28-15,0 0 17 16,221 68-20-16,-128-104 5 15,0-24-2-15,-19-20-10 16,-21-13-5-16,-31 13-11 16,-22 0-12-16,0 16-36 15,-41 19 37-15,-33 29 27 16,-13 16 6-16,-12 8 48 16,-10 49-25-16,16-6 0 15,25 6-18-15,43-12 2 16,25-9-13-16,0-21-61 15,53 1-69-15,12-16-214 16</inkml:trace>
  <inkml:trace contextRef="#ctx0" brushRef="#br0" timeOffset="133305.1">30545 11325 439 0,'0'0'57'15,"0"0"-57"-15,0 0 31 16,0 0-13-16,0 0-4 0,0 0 0 16,0 0 13-16,0 0 16 15,0 0 22-15,0 0-6 16,0 8-11-16,0 1 6 15,0 14-45-15,0 9 13 16,0 8-17-16,0 4 2 16,0 5-4-16,0 3 0 15,0 1-3-15,0-2 2 16,0-2-9-16,0-5 13 16,0-13-6-16,0-6 6 0,0-17 3 15,0-5-8-15,0-3 5 16,0 0-6-16,0-36-11 15,-6-20-3-15,-22-8 14 16,-3 4 1-16,9-1 8 16,3 14 6-16,4-6-8 15,15 1 1-15,0-7-8 16,0 10-16-16,22 5 12 16,12 8-28-16,18 19 24 15,-11 17-37-15,-1 0-6 16,7 0 43-16,-1 25 8 15,-6 16 1-15,-15-5 5 16,-3 0-6-16,-22-5 2 16,0 18 8-16,-28-1-6 0,-53 4 42 15,-12 0-14-15,6-12 2 16,16-16-33-16,31-16-1 16,12-8-2-16,28 0-54 15,0 0-50-15,6-19-161 16,69-6-22-16</inkml:trace>
  <inkml:trace contextRef="#ctx0" brushRef="#br0" timeOffset="133920.28">30787 11582 306 0,'0'0'97'0,"0"0"-2"0,0 0-24 16,0 0-14-1,0 0-48-15,0 0-4 0,0 64-5 16,0-60 2-16,0 4 17 15,0-4 17-15,0-4 26 16,0 0-31-16,0 0 12 16,0 0-5-16,0 0-5 15,0-8-33-15,0-24-27 16,12-8 21-16,22-4-28 16,0 3 32-16,-3 2-8 15,-3 3 9-15,-6 15-5 16,-10 1 2-16,7 4 3 15,-13 16-9-15,10 0-9 16,-10 0-16-16,6 0 12 16,4 0 1-16,-10 13 18 15,-6 6-15-15,0 6 1 0,0 3 18 16,0-4 18-16,-6-1 29 16,-10-15 3-16,16 4-6 15,0-12-44-15,0 5 13 16,0-2 0-16,0 5-7 15,22 5 1-15,3-5 2 16,3 4-4-16,0 0-5 16,-10 0-3-16,1-5 3 15,-10-2 5-15,16-2-4 16,-3-3-2-16,-10 0-15 16,10 0 0-16,-4 0-3 0,1 0 14 15,9 0 5-15,0-23 2 16,-4-13 6-16,-2-5-6 15,-16 5-2-15,-6-3 4 16,0 3-4-16,0 0 5 16,0 20-10-16,-12 3 0 15,-10 13-30-15,-3 0 3 16,4 0 6-16,-7 13-2 16,9 18-59-16,13-3-86 15,6-7-268-15</inkml:trace>
  <inkml:trace contextRef="#ctx0" brushRef="#br0" timeOffset="134325.54">31673 11525 300 0,'0'0'219'0,"0"0"-202"16,0 0-5-16,0 0-4 15,0 0-3-15,0 0-5 16,-24 165 8-16,24-165 10 16,0 0-16-16,0 0 23 15,0-16 18-15,0-16 14 0,0-16-44 16,0-4-2-16,0-12 12 15,0 0-18-15,0 0-3 16,0-1 8-16,0 17-11 16,18 12 2-16,-2 16 4 15,-4 15 22-15,1 5-3 16,2-3-24-16,32 3 8 16,11-12-13-16,11-1 5 15,-4 2-20-15,-12-2-4 16,-19 13-35-16,-19 0-125 15,-15 13-51-15</inkml:trace>
  <inkml:trace contextRef="#ctx0" brushRef="#br0" timeOffset="134520.6">31673 11437 484 0,'0'0'101'16,"0"0"-10"-16,0 0 15 16,0 0-43-16,0 0-32 15,0 0 0-15,329-7-31 16,-261-18-30-16,-3 1-135 16,-30 1-170-16</inkml:trace>
  <inkml:trace contextRef="#ctx0" brushRef="#br0" timeOffset="134769.59">32470 11642 632 0,'0'0'87'16,"0"0"-71"-16,0 0 70 15,0 0-48-15,0 0-38 16,0 0-8-16,75-73 7 15,-50 42-32-15,-10 15-9 16,-15 11 39-16,0 5 3 16,0 0 9-16,0 0-9 15,0 0-12-15,0 0-28 0,0 0-168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42:52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2871 7896 78 0,'0'0'77'0,"0"0"-59"15,0 0 8-15,0 0-7 16,0 0-7-16,0 0 3 16,0 0 18-16,0 0 1 0,34 0 3 15,-34 0-13 1,0 0-12-16,0 0 16 0,0 0-13 16,0 0-4-1,0 0-1-15,0 0 5 0,7 0-15 16,2 0 8-16,3 0 1 15,-12 0 9-15,0 0 4 16,0 0-4-16,0 0 0 16,19 0-9-16,-4 0-2 15,-2 0-1-15,15 0-1 16,-10 0-5-16,-5 0 8 16,-4 0-2-16,-3 0 5 15,0 0 6-15,-6 0-1 16,13 8 3-16,-1-8-18 15,10 4 12-15,6 4-10 0,-10-8 4 16,1 8-6-16,-4-4-1 16,4-4 0-16,-3 8 6 15,2-4 14-15,-18 0-9 16,0 1 11-16,13-2-17 16,2-3 19-16,16 5-24 15,3-5 7-15,0 3-7 16,-6-3-6-16,-3 0 3 15,3 5 3-15,-9-2 1 16,-4-3 2-16,-3 8 2 16,-5-4-1-16,14-4 5 15,4 5-9-15,9-2 8 0,-6-3-8 16,-3 5 3-16,-3-5-10 16,-4 0 14-16,4 0-5 15,-10 3 4-15,7 2 6 16,3-5-9-16,3 0 12 15,9 0-14-15,6 0-2 16,-6 0 1-16,13 0 0 16,-1 0-2-16,1 0 10 15,-1 0-9-15,-12-5 5 16,0 2-2-16,-15 3 2 16,9 0 1-16,-10-5 4 15,-2 2-2-15,24-6 4 16,-9 1-10-16,10 0-2 0,-1 0 5 15,0 5-4-15,-18-2 6 16,3 5-11-16,-10 0 5 16,4-4-4-16,2 4-3 15,4 0 7-15,9 0 11 16,1 0-10-16,-1-12 4 16,-10 12-3-16,11-4 0 15,-8 4-2-15,-8 0 0 16,15 0-1-16,-15 0 10 15,2 0-18-15,4-8 19 16,9 8-11-16,7-8 7 16,5 4-5-16,1-4 1 0,-1 8-2 15,-5 0 0 1,-20 0 1-16,13 0-6 0,-21 0-6 16,12 0 9-16,-4 0-2 15,7 0 3-15,-9 0 2 16,21 0 6-16,-6 0 1 15,13-11-8-15,5-2 0 16,-11 1 1-16,-7 4 1 16,0 8 7-16,-15 0-18 15,2 0 13-15,4 0-9 16,3 0 10-16,6 0-3 16,-3 0 0-16,9 0-1 15,7 0-1-15,-1-3 2 0,-5-6 1 16,-7 9 0-16,-12-8 0 15,2 8 2-15,-2 0-4 16,3 0 2-16,-3 0-3 16,12 0 0-16,-3 0 2 15,15 0-1-15,10-4 7 16,9-4-14-16,9-4 14 16,-15 4-9-16,3 8 8 15,-3-4-9-15,-25-4 2 16,1 8-5-16,-11 0 4 15,4 0-3-15,-15 0-1 16,21 0 10-16,0-5-7 16,0 5 7-16,-3 0-5 15,3-8 0-15,6 8 0 0,-12 0-1 16,13 0 1-16,-17 0-2 16,4 0-5-16,6 0 5 15,-9 0-25-15,9 0 27 16,13 0 0-16,-7 8 6 15,13 5-6-15,3-9 0 16,9-4-2-16,-12 0 8 16,9 0-2-16,-10 0 0 15,7 8-2-15,-3-8 2 16,-10 0 0-16,1 0-3 16,-19 0 6-16,18 0-7 15,1 0-8-15,-7 0 1 16,-9 0 14-16,3 0-9 0,-6 0 11 15,-3 0-18 1,3 0 13-16,12 0-4 0,1 0 8 16,11 0-8-16,1 0 0 15,21 0 3-15,-5 0-7 16,2 0 12-16,-9-8-8 16,-3 8 0-16,-13 0 0 15,-5 0-7-15,-7 0-3 16,0 0 10-16,6 0 0 15,1 0 7-15,-1 0-1 16,0 0-5-16,-3 0 2 16,19 0-1-16,3 0 1 0,-6 0-3 15,-13 0 0 1,-6 0 3-16,7 0-6 0,-14 0 5 16,14 0-7-16,5 0 10 15,1 0-4-15,5 0 4 16,1 0-10-16,-6 0 5 15,8 0 0-15,-17 0 0 16,-4 0 5-16,6 0-14 16,-12 0 17-16,-3 0-14 15,24 0 12-15,-2 0-7 16,12 0 3-16,9 0-4 16,-3 0-5-16,3 0 7 15,-15 0-3-15,6-4 7 16,-12-4-3-16,-13 8 1 15,-6 0 4-15,6 0 0 0,-3 0 0 16,24-13-6-16,4 6 0 16,0-5 0-16,10 3 5 15,-1-2-4-15,-3 11 2 16,-19-5-6-16,1 5 9 16,-1-7-2-16,1 7-4 15,3-4 0-15,2-5 0 16,-5 1 2-16,-1-3-5 15,1 7 8-15,-1-9-13 16,7 5 16-16,-3 0-8 16,-19 0 0-16,9 1 0 15,0 2 0-15,-12 5-5 0,-3 0 4 16,3 0 1-16,6-3 0 16,12-5 1-16,-5 8 2 15,5 0 3-15,-5 0-8 16,5 0 2-16,-12 0 0 15,13 0 2-15,-13-5-1 16,-3 2-2-16,3-2 4 16,-6 1-5-16,-16 4 7 15,16 0-8-15,-3-3 8 16,3-2-8-16,0-3 3 16,-3 5-5-16,2-2 4 0,-2 1 1 15,3-4 3 1,-15 8 1-16,8 0-8 0,-8-3 5 15,8 3-3 1,-2-5 4-16,15 2-4 0,0-14-11 16,13-7-24-16,-13-7-43 15,-28 2-162-15</inkml:trace>
  <inkml:trace contextRef="#ctx0" brushRef="#br0" timeOffset="3929.05">3008 12043 13 0,'0'0'214'0,"0"0"-211"16,0 0 1-16,0 0 1 16,0 0-10-16,0 0 11 15,0 0-3-15,0 0 10 16,0 0 19-16,0 0 18 15,0 0 2-15,0 0-7 16,0 0-32-16,0 0-5 16,0 0-7-16,0 0 5 15,0 0 12-15,0 0 5 16,0 0 2-16,0 0-7 0,0 0 0 16,0 0-15-16,0 0 13 15,0 0-3-15,12 0 1 16,-6-8-14-16,7 4 0 15,2-8 2-15,-2 8 1 16,-13 0 1-16,6 4 1 16,-6-4 5-16,6 4-3 15,0 0 6-15,3 0-12 16,4 0 13-16,-7 0 1 16,6 0-7-16,23-12 14 15,-23 12-19-15,22-8 8 16,-18 0-10-16,2 8 7 0,-5-4-4 15,2 4-4-15,-2 0 0 16,5 0 0-16,-18 0 2 16,28-4-1-16,-6 0 8 15,3-1-6-15,2-3-3 16,8 1 7-16,-11 3-7 16,-2 0 0-16,-3 4 0 15,-7 0 0-15,-3 0-13 16,-2 0 11-16,5 0 4 15,10-8 6-15,2 8-7 16,-2 0 7-16,3 0-3 0,-9 0-9 16,2 0 7-16,1 0-6 15,2 0 2-15,-2 0-1 16,3 0 0-16,3 0 4 16,-4 0 1-16,-2 0 1 15,9-5-8-15,-7 5 4 16,-8-3 0-16,-1 3 3 15,1 0-1-15,8 0-4 16,-8 0 4-16,27 0-1 16,-12 0 6-16,-9 0-4 15,8 0 2-15,-8 0-4 16,3 0-1-16,-4 0 0 16,-2 0-2-16,3 0 6 0,2 0-3 15,4 0-1 1,3 0 3-16,-3 0 0 0,-4 0 0 15,-8 0-3-15,21 0-1 16,-15 0 1-16,2 0 0 16,-8 0-2-16,15 0 9 15,-4 0-12-15,-2 0 8 16,6 0-6-16,-16 0 6 16,1 0-5-16,-1 0 2 15,4 0 0-15,2 8 4 16,4-8-4-16,3 8 7 15,-3-4-2-15,18-4 2 16,-22 4-5-16,17-4-4 16,-8 0 4-16,-14 4 2 0,5-1-4 15,-2-3 1 1,-10 0-6-16,13 0 10 16,2 0-1-16,4 0 1 0,-3 0-10 15,-3 0 7-15,2 0-2 16,-2 0 1-16,3 0 3 15,2 0-4-15,-2 0 1 16,-3 0 11-16,9 0-6 16,0 0 0-16,3 0-6 15,-10 0 2-15,20 0-2 16,-10 0 0-16,-10 0-1 16,20 0 5-16,-23 0-8 0,10 0 9 15,-9 0-12-15,-4 0 13 16,10 0-10-16,9 0 8 15,0 0-4 1,0 0 1-16,-9 0 0 0,9 0 1 16,-6 0 0-16,-3 0-4 15,-3 0 2-15,-4 0-6 16,4 8 10-16,3-8-4 16,9 0 2-16,-6 5 1 15,12-5-6-15,-15 4 6 16,21 0-5-16,-5 0 4 15,-7-4-4-15,0 8 7 16,-6-5-12-16,3 2 9 16,-9-5-2-16,12 0 0 0,-3 8 0 15,-3-8-2 1,6 0 6-16,-10 0-10 0,11 0 14 16,-1 4-13-16,0-4 10 15,-9 0-4-15,9 0-1 16,-6 0-5-16,6 0 0 15,3 0 5-15,-15 0-3 16,12 0 8-16,6 0-4 16,-9 0 6-16,3 0-6 15,0 0-1-15,0 0 0 16,-9 0-1-16,9 0 0 16,0 0-1-16,-6 0 2 0,9 4-2 15,-2-4 8 1,-1 0-8-16,0 0 4 0,0 0-4 15,-3 0 5-15,9 0-3 16,-6 0 0-16,7 0 0 16,-13 0-5-16,3 4 14 15,9-4-15-15,-6 4 16 16,0-4-16-16,6 0 6 16,7 0 0-16,-1 0-2 15,1 0 4-15,34 9-4 16,-13-9 6-16,3 0 7 15,-3 0-7-15,-27 0-4 16,-1 0 1-16,13 0-1 0,-1 0-2 16,-11 0 2-1,-1 0 0-15,-12 0 3 0,3 0-4 16,3 0 5 0,0 0 1-16,0 0 3 0,-9 0-13 15,15 0 7-15,1 0-2 16,5 0 0-16,-6-9-4 15,7 9 1-15,-13 0 3 16,6 0-1-16,1 0 6 16,-1 0 1-16,0 0-1 15,1 0-6-15,-7-4 4 16,-3 4-6-16,3 0 2 16,-6 0 1-16,12 0 4 0,0 0 0 15,7 0 2 1,6 0-1-16,-7 0-9 0,1 0 13 15,-1 0-9-15,-12 0 0 16,0 0-4-16,7 0 3 16,-7 0 2-16,3 0 3 15,19 0 4-15,-16 0 1 16,13 0-5-16,-13 0-3 16,0 0-1-16,-6 0 0 15,13 0 3-15,-16 0 0 16,9 0-4-16,-6 0 4 15,1 0-6-15,5 0 6 16,0 0-3-16,0 0 1 0,1 0-2 16,-16 0 0-16,21 0 1 15,-12 0-3-15,6 0 9 16,-12 0-12-16,13 0 12 16,-16 0-11-16,21 0 10 15,-12 0-8-15,13 0 10 16,-1 0-7-16,1 0 3 15,15 0-3-15,-16 0 0 16,-5 0 4-16,-7 0-6 16,-10 0 3-16,4 0-2 15,-3 0 2-15,-3 0-5 16,6 0 4-16,-3 0 0 16,2 0 0-16,-2 0 6 15,16 0-12-15,-14 0 13 16,1 0-10-16,3 0 3 15,-3 4-1-15,6-4-1 0,-9 0 2 16,9 0 0-16,-6 0 0 16,6 9-2-16,-3-6 7 15,3-3-9-15,1 4 15 16,-1-4-16-16,-10 0 5 16,11 0 0-16,5 0 0 15,0 0 2-15,7 0-6 16,-13 0 10-16,12 0-16 0,-12 0 20 15,-9 0-19 1,3 0 13-16,0 0-7 16,-3 0 6-16,15 0-2 0,0 0-1 15,7 0 2-15,-1 0-5 16,-5 0 8 0,-7 0-7-16,0 0 9 0,-9 0-14 15,3 0 9-15,-10 0-4 16,10 0 2-16,0 0 0 15,12 0-8-15,1 0 18 16,5 0-15-16,-5 0 15 16,-1 0-15-16,-9 0 9 15,9 0-8-15,-12 0 4 16,6 0 0-16,13 8-5 16,-1-8 13-16,1 8-10 15,-1-4 5-15,7 0-4 16,-13-4 10-16,13 0-15 0,3 0 6 15,-3 0-8-15,-19 0 7 16,12 0 2-16,-21 0-5 16,-3 0 16-16,6 0-14 15,-10 0 4-15,16 0 1 16,13 0 0-16,-7 0-3 16,7 0 0-16,-13 0 1 15,-10 0-1-15,17 0 1 16,-13 0 0-16,18 0 3 15,-12 0-8-15,-9 0 11 0,-9 0-15 16,2 0 13 0,-5 0-5-16,-4 0 0 0,-3 0 2 15,0 0-6-15,-6 0 5 16,13 0-12-16,2 0 19 16,-2 0-23-16,-1 0-7 15,0-28-73-15,4-8-103 16,-16-5-441-16</inkml:trace>
  <inkml:trace contextRef="#ctx0" brushRef="#br0" timeOffset="26077.51">17959 2185 179 0,'0'0'52'0,"0"0"24"16,0 0 13-16,0 0 5 15,0 0-43-15,0 0 0 16,0 0-10-16,-6 0 12 15,6 0-20-15,0 0 7 16,0 0-11-16,-6 0 20 16,6 0-27-16,0 0-14 15,0 0-8-15,0 0-5 0,0 0 4 16,0 0-8-16,0 0 5 16,0 28-18-16,0 4 22 15,25 16 1-15,-4 1 0 16,-2 3 8-16,-7-4-6 15,4 4 5-15,-4-16-6 16,-6-3 7-16,1-10-9 16,-7-15 0-16,0 0 2 15,0-8 4-15,0 0-4 16,0 0-2-16,0 0 19 16,0 0-1-16,0 0 3 0,0-32-19 15,-19-16 5 1,-15-8 0-16,0-12 16 0,3-13-23 15,-3 6 8-15,12-2-8 16,3 1 2-16,13 0-11 16,6 4 10-16,0-5-2 15,0 5 0-15,6 13 0 16,35-15-8-16,-1 7 3 16,6 6 2-16,7-7-7 15,15 25 4-15,4-1-9 16,-4-1-35-16,-3 21-2 15,-25 8 22-15,1 16 0 16,-13 0-12-16,-10 0-19 0,10 40 25 16,-16 5-1-1,-12 6-30-15,0 1 45 0,-31 12 23 16,-43 13 55-16,-7-5 25 16,1-4 4-16,27-20-39 15,19-7-34-15,22-21-11 16,12-4-56-16,0-5-75 15,0-7-181-15</inkml:trace>
  <inkml:trace contextRef="#ctx0" brushRef="#br0" timeOffset="26509.88">18421 2406 379 0,'0'0'115'0,"0"0"-32"16,0 0 29-16,0 0-44 15,0 0-35-15,0 0-8 16,19-141 3-16,-7 85 1 16,-3-4 2-16,4 4-26 15,-1 12 28-15,10 8-30 16,-10 16-2-16,-5 15-1 0,-1 5-30 16,15 0 4-16,4 0 11 15,16 0 11-15,21 13 4 16,3 15-10-16,-9 3 13 15,-4 5-6-15,-18 9-17 16,-3-1 3-16,-9 5-24 16,-3-2 4-16,-13-2-9 15,-6-13-21-15,0-4-61 16,0-8-113-16</inkml:trace>
  <inkml:trace contextRef="#ctx0" brushRef="#br0" timeOffset="26711.29">18567 2206 425 0,'0'0'191'0,"0"0"-190"15,0 0 76-15,0 0-25 16,0 0-45-16,0 0-7 15,335-21-46-15,-248-19-212 16</inkml:trace>
  <inkml:trace contextRef="#ctx0" brushRef="#br0" timeOffset="27027.12">18480 1784 61 0,'0'0'497'16,"0"0"-496"-16,0 0-1 16,0 0 69-16,0 0-23 15,0 0-37-15,354-20-9 16,-280 4-62-16,-15-8-189 16</inkml:trace>
  <inkml:trace contextRef="#ctx0" brushRef="#br0" timeOffset="27709.04">19404 1841 340 0,'0'0'111'0,"0"0"-7"15,0 0 4-15,0 0-24 16,0 0-63-16,0 0-7 16,-9 116 14-16,24-60 3 15,19 0-15-15,-3-4-14 16,16 0 8-16,9 1-10 0,-4-1 0 16,23-13-10-1,2 2 7-15,10-5-31 0,9-16-47 16,-9-8-3-16,-6-12 23 15,-29 0-98-15,-5-9-186 16</inkml:trace>
  <inkml:trace contextRef="#ctx0" brushRef="#br0" timeOffset="27913.09">19302 2226 464 0,'0'0'163'0,"0"0"-162"16,0 0-1-16,0 0 0 16,0 0-16-16,0 0-84 15,242 23-270-15</inkml:trace>
  <inkml:trace contextRef="#ctx0" brushRef="#br0" timeOffset="28091.97">19302 2226 627 0,'6'-94'49'15,"22"94"-47"-15,40 0-4 16,25 0 0-16,19-6-17 15,2-27-120-15,-27 0-372 16</inkml:trace>
  <inkml:trace contextRef="#ctx0" brushRef="#br0" timeOffset="28425.2">20099 1921 558 0,'0'0'130'0,"0"0"-118"16,0 0 71-16,0 0-27 0,0 0-56 16,0 0-23-1,-7 15-3-15,48-2 25 0,5 3 2 16,7-1 1 0,12 1 4-16,9 4-2 0,7 1-3 15,6 2 6-15,-13-2 1 16,-2 3-8-16,-10-8 0 15,-10 8-16-15,-18 0 4 16,-15 0-12-16,3 4 13 16,-22-4 11-16,0 1 10 15,0 6 11-15,0 2 21 16,-34-1 11-16,-13 0-50 0,-6-8 3 16,26-1-6-16,14-15-23 15,-2-8-90-15,8 0-205 16</inkml:trace>
  <inkml:trace contextRef="#ctx0" brushRef="#br0" timeOffset="31572.43">22170 2145 206 0,'0'0'119'0,"0"0"-118"15,0 0-1-15,0 0 47 16,0 0-5-16,0 0-6 15,0 0 12-15,-6 8 28 16,6-4 1-16,0-4-10 16,0 0-31-16,0 0-13 15,0 5-23-15,0-2-4 16,6 9 4-16,34 0 9 16,13 5 16-16,9-6 3 15,15 9 4-15,13-4-9 0,28 4-2 16,25-4-8-16,15-7-8 15,31-6 8-15,19-3-9 16,12 0 4-16,-15-8-6 16,2-23 5-16,-45 6-3 15,-35 14 2-15,-53 2-5 16,-34 5-1-16,-15 4-1 16,-3 0-15-16,-16 0 15 15,13 0-12-15,-10 0-5 16,16 0-50-16,-3 0-43 15,-22-15-238-15</inkml:trace>
  <inkml:trace contextRef="#ctx0" brushRef="#br0" timeOffset="33771.03">26148 1733 387 0,'0'0'36'0,"0"0"-33"16,0 0 25-16,0 0 17 15,0 0 1-15,0 0-16 16,0 0-1-16,-6 196-12 15,6-145 16-15,0 10 2 16,0 3 5-16,0 4-15 16,0 1-13-16,6-2 3 15,0 10-13-15,-6-10-2 16,0-6 0-16,0-9 0 0,0-16 6 16,0-8-2-16,0-12-4 15,-12-4 1-15,-4-12 18 16,10 0-8-16,-28 0 2 15,9-12-13-15,-21-32-5 16,-16-3-1-16,28-14 6 16,-7-11 5-16,10 0-2 15,3-8-3-15,22-1 11 16,6 5-13-16,0-5 4 16,0 6-4-16,0 11-6 15,34-5-3-15,13 17 2 16,5 0-18-16,1 4 12 15,9 4 6-15,-3 16 5 16,-6 12-6-16,9 16 3 0,-3 0-14 16,9 8 19-16,-3 28-25 15,-18 3 12-15,-13 6-9 16,-13-5 17-16,-21 0 0 16,0 17 7-16,-9 2 3 15,-62 5 0-15,-4-7 33 16,-11 3-15-16,-7-12 1 15,18 0-18-15,1-7 6 16,9-14-6-16,37-7 12 16,15-15 3-16,7-2-6 15,6 5-13-15,0 4-8 16,0 4 8-16,19 17 2 16,33-10 20-16,-2 6-10 15,-3-1 1-15,-1-5 7 0,-15-2 3 16,-3 3-4-16,-16-3-12 15,16-2 17-15,-9 6-14 16,-4-10-2-16,-2-7-4 16,-7 0-8-16,9-8-22 15,-2 0-66-15,-13 0-65 16,0 0-60-16,12-8-99 16</inkml:trace>
  <inkml:trace contextRef="#ctx0" brushRef="#br0" timeOffset="34456.21">27438 1833 220 0,'0'0'84'0,"0"0"-73"0,0 0 20 16,0 0 2-16,0 0 14 16,0 0 4-16,-155-41 11 15,130 41 1-15,-37-8-24 16,16 8 11-16,-1 0-3 15,-12 0-20-15,3 0 0 16,16 0-3-16,0 0-10 0,15 0-8 16,3 24 11-1,22 4-16-15,0 5 12 0,0 6-4 16,0 2-9-16,41-5-4 16,14 0-5-16,4-5 7 15,0-2-20-15,3-5 17 16,-3-3-7-16,3-2 11 15,9 5-13-15,-2 0 13 16,-10 0-24-16,-25 8-37 16,-6-8 58-16,-22-4-18 15,-6 4 18-15,0 9 4 16,-75 6 31-16,-30 10-9 16,-16-1 5-16,6-4-14 0,16-8-5 15,18-8-4-15,22-8-3 16,25-20-1-16,19 0-26 15,15 0-46-15,0-40-199 16</inkml:trace>
  <inkml:trace contextRef="#ctx0" brushRef="#br0" timeOffset="34952.96">27329 1263 227 0,'0'0'125'0,"0"0"-40"0,103 232-4 16,-78-127 0-16,9 3-4 16,0 0-34-16,6-3-24 15,-9-13-8-15,-3-4 6 16,-16 4-3-16,-12-7 1 16,0 3 7-16,0-4-21 15,0-8 3-15,0-8-4 16,0-20-32-16,0-27-124 15,16-21-178-15</inkml:trace>
  <inkml:trace contextRef="#ctx0" brushRef="#br0" timeOffset="40217.11">15801 2867 200 0,'0'0'75'15,"0"0"-49"-15,0 0 1 16,0 0 22-16,0 0 7 15,0 0 14-15,0 0-30 16,0 0 4-16,0 0 25 0,0 0-33 16,0 0-15-1,0 0-19-15,0 0 16 0,0 0-4 16,0 0 4-16,0 0 8 16,0 0 1-16,0 0 5 15,0 0-2-15,0-12-1 16,0-8-28-16,0-5 2 15,0 2 0-15,0-5-2 16,0-4 6-16,0 4-4 16,0-8 3-16,0 8 4 15,0-5 5-15,0 9-8 16,0-8-7-16,0-4 5 16,0 8-5-16,0-4 4 15,0 8 4-15,0 0 0 0,0-5-7 16,0-2 3-16,6 6 0 15,7-6-5-15,-1-2 1 16,-3 6-8-16,4-1 1 16,-7 7 6-16,-6 6 0 15,0-2 1-15,6 1-1 16,-6 4 5-16,6-4-8 16,-6 0 8-16,0-4-11 15,7 0 6-15,2-1-16 16,-3 6 17-16,-6-6-3 15,6 5 7-15,-6 1-4 0,6-10 0 16,-6 6 8 0,7-6-20-16,-1 6 20 0,3 2-12 15,-3 1 4-15,-6-4 0 16,7 4 0-16,-1-8 1 16,0 4-2-16,0-8 2 15,4 0-6-15,-4-20 6 16,-6 24-2-16,6-12 2 15,-6 11-8-15,0 14 14 16,0-2-8-16,0-2 2 16,0-10-2-16,0 1 1 15,0 1 0-15,0-2-7 16,6 6 14-16,-6-2-14 16,0 9 15-16,0 0-5 0,0 4-2 15,0-5 14 1,0-10-15-16,0 7-1 0,6-8 0 15,-6 7 1-15,7 2 0 16,-1 2-2-16,-6 5 1 16,0-3 2-16,0 2 6 15,0-2-7-15,0 6 2 16,0 2-2-16,0-2 11 16,0 2-20-16,0 3 9 15,0-4-5-15,0 4-9 16,0-5-21-16,0-11-4 15,0 13-25-15,0-6-36 16,0 1-118-16,0 8-217 16</inkml:trace>
  <inkml:trace contextRef="#ctx0" brushRef="#br0" timeOffset="41982.85">15755 1379 144 0,'0'0'62'0,"0"0"-10"0,0 0-40 15,0 0 8-15,0 0 0 16,0 0-1-16,0 0-10 16,0 0-1-16,0 0 22 15,0 0 14-15,0 0-22 16,0 4-9-16,0-4 7 16,0 0-16-16,0 0 18 0,0 8-4 15,0-4 8-15,0 0-15 16,0 4-3-16,0-8-6 15,0 5 4 1,0-5 16-16,0 0 6 0,0 0-3 16,0 0-13-16,0 0 1 15,0 0-13-15,0 0 0 16,0 0 11-16,0 0-1 16,0 0 40-16,0 0-40 15,0 0 17-15,0-13-6 16,6-7-9-16,12-13-1 15,4 2-8-15,-3-1-3 16,15 0-3-16,-9 3-4 0,-10 6-10 16,-3 7 17-16,-5 7 3 15,-1-2 7-15,3 6-10 16,4-10 6-16,5-6-6 16,-2-7-5-16,2-8-6 15,10-3-9-15,-9 3-17 16,-4 6 4-16,-8 15 32 15,-7 11 1-15,0 4 18 16,0-4 9-16,0 0-23 16,0-16 1-16,6 12-2 15,0-4-4-15,0 7 6 16,-6 5-10-16,0-3 10 16,0 3 0-16,0 0-1 15,0 0 23-15,0-5-13 16,0 2-9-16,0-1 15 0,0 4-18 15,0 0-2-15,0 0 0 16,0 0 11-16,0 0-11 16,0 0 0-16,0 0 6 15,0 0-5-15,0 0 9 16,0 0-10-16,0 0-3 16,0 0 3-16,0 0 11 15,0 0-9-15,0 0 5 16,0 4-7-16,0-1 0 15,0 10-1-15,0 15 7 0,0-8 0 16,0 8-4 0,0-4-1-16,0-8 2 0,0-4-3 15,0 4 0-15,0 0-4 16,0 8 4-16,0 0-4 16,0-4 3-16,0 1-2 15,0 2-4-15,0 2 14 16,0-1-10-16,0-4 3 15,0-1-1-15,0-2-15 16,0 3 5-16,0-4 11 16,0 8-13-16,0 4 6 15,0-8 7-15,0 0 7 0,0 1-6 16,0-10-1 0,0 1-1-16,0-8-2 0,0-4 3 15,0 0-2-15,0 0-5 16,0 0 4-16,0 9 2 15,0-1 2-15,0-1 7 16,-6 1-6-16,0 0 5 16,6 0-5-16,0-8-4 15,0 0-3-15,0 8-8 16,0-8-20-16,0 0 24 16,0 0 9-16,-6 0 5 15,6 0 9-15,0 0-13 16,-7 0 13-16,-2 0-10 15,3 0 3-15,-7 0 9 0,1 0-4 16,-10 0 7-16,4 0-15 16,2 0 6-16,4 0-8 15,6 0 7-15,-7 0-2 16,-2 0 0-16,2-8 2 16,-8 8-2-16,2 0 6 15,7-8-9-15,-4 8 3 16,4 0-5-16,-1-8-4 15,-15 8 4-15,10 0-3 16,-4 0 1-16,3 0-4 16,-2 0 4-16,15 0 4 15,-1 0-4-15,7 0-3 16,0 0 0-16,0 0-15 0,0 0 17 16,-6 0 2-1,-16 0-2-15,10 0-1 0,-7 0 2 16,10 0 18-16,3 0-11 15,6 0-7-15,0 0-9 16,0-20-24-16,0 0-109 16,28-8 15-16,-22 1-447 15</inkml:trace>
  <inkml:trace contextRef="#ctx0" brushRef="#br0" timeOffset="45411.41">29590 2743 101 0,'0'0'59'0,"0"0"-21"0,0 0-29 15,0 0-1 1,0 0-8-16,0 0 2 0,0 0-2 15,0 0 53-15,0 0 42 16,0 0-35-16,0 0 4 16,0 0-16-16,0 0-29 15,0 0-14-15,0 0-3 16,0 0 0-16,0 0-1 16,0 0 10-16,0 0-2 15,0 0 22-15,0 0-19 16,0 0-5-16,0 0-3 15,0 0-3-15,0 0-1 16,0 3-1-16,0 2-4 0,0-1 10 16,0-4-12-16,0 0 13 15,0 0-7-15,0 0 2 16,0 0-2-16,0 0-10 16,0 0 3-16,0-4 8 15,0-12 26-15,0-9 22 16,0-6-28-16,0 10 2 15,0-10-5-15,0 3-1 16,0-8-8-16,0-5-7 16,0 5-1-16,0 3 1 15,0 6 6-15,6-1-3 16,0-4 13-16,0 8-16 16,10-1 1-16,-16 9 4 15,6 1 0-15,7-1-2 0,8-9-3 16,4-3-2-16,3 0 7 15,-9-4-6-15,-13 4 1 16,9 0 3-16,-2 8 1 16,-7-1-5-16,-6 6 2 15,6-1-1-15,3 0-1 16,4 4 0-16,-7-4-3 16,6-4 3-16,-5 4 1 15,-7 8 5-15,0-9-5 16,0 1 1-16,0 4-2 15,0-4 6-15,9 5-1 16,-3-2-4-16,0-2 3 16,0-2-6-16,1 1 7 15,-1-8-5-15,-6 9 1 0,0-6-1 16,9 1 0-16,-9 4 6 16,0-1-6-16,0-2 0 15,0-13-1-15,6 0 2 16,1-8-4-16,-1 4 12 15,0 15-16-15,0 1 12 16,-6 4-6-16,0 0 1 16,0 9 0-16,0-10 9 15,0 1-9-15,9-4 10 16,-2-7-10-16,5-3 0 16,0-1 1-16,4 7-1 0,-4 4 1 15,-12 4-1-15,7 4-2 16,-1 4 2-16,-6 0 1 15,6 3 6-15,-6-2-6 16,0 2 5-16,0-3-11 16,0 0 5-16,0-3-4 15,9 7-12-15,-9-1-12 16,0 2-7-16,6-2-42 16,7-11-100-16,-7 4-193 15</inkml:trace>
  <inkml:trace contextRef="#ctx0" brushRef="#br0" timeOffset="46927.08">29791 1371 30 0,'0'0'72'0,"0"0"-44"15,0 0-9-15,0 0 38 16,0 0 15-16,0 0-31 16,0 8-18-16,0-4-21 0,0-4 0 15,0 0-2-15,0 0 0 16,0 0 3-16,0 0 39 16,0 0 8-16,0 0-20 15,0 8-4-15,0-8-6 16,0 4 1-16,0-4-14 15,0 4 4-15,0-4-11 16,0 0 2-16,0 0-2 16,0 0 4-16,0 0 20 15,0 0 17-15,0 0 21 0,0 0-38 16,0 0-24-16,0 0-9 16,7 0-21-16,5-4 18 15,0-12 12-15,10-12 17 16,-3 0 0-16,9 4 6 15,-1-4-16-15,11 0 3 16,2 0-7-16,-6-1-3 16,0 1 0-16,-6 0 0 15,-9 4 3-15,-7 1 1 16,-3 6 1-16,4-3-3 16,5 0 5-16,4 0-3 15,-3-3-8-15,9-7 5 0,-4 11-5 16,-2 2 0-1,-3 2 4-15,-19 11-2 0,15 0 4 16,-15 4 0 0,0-4 0-16,6 0 9 0,-6 4-5 15,0 0-3-15,0 0-2 16,0 0-2-16,0 0 0 16,0 0 1-16,0 0-9 15,0 0 19-15,0 16-10 16,0 4 0-16,0 0 4 15,0 4-1-15,0 8-2 16,0-4 2-16,0 4-2 16,0 1-2-16,0 3-12 15,0-5 0-15,0-3-5 16,-6 5 15-16,-9-1 3 0,15-4-4 16,-6 0 8-16,-7-4-1 15,1 4-3-15,2 4 0 16,4-8 1-16,6-8 3 15,0 1-8-15,-12-2 8 16,12 1-8-16,0-8 8 16,0 8-6-16,-6-4 4 15,-7-4-2-15,13 0 4 16,-9-8 3-16,3 5 7 16,6-5-13-16,-6 0 12 15,6 0-13-15,-13 3 22 16,-9 1-15-16,16 1 4 15,-6-2 3-15,-1-3 1 16,-2 0-7-16,3 0-7 0,-10 0-1 16,9 0-1-16,-5 0 1 15,-10-3 2-15,9-6 12 16,4 6 4-16,2 3-3 16,7-5-6-16,0 5-6 15,-3-3-3-15,-4-5 0 16,7 8-2-16,-6-8 4 15,5 8-1-15,-2 0 1 16,3 0-2-16,0 0 0 16,0 0 1-16,6 0 9 15,-7 0-7-15,7 0 5 16,0 0-4-16,0 0-8 16,0 0 2-16,0 0-1 0,0 0-4 15,-6 0 7-15,-3 0 2 16,-4 0 0-1,1 0 0-15,-3 0 2 0,-4 0-3 16,7 0 5-16,-4 0-12 16,10 0 5-16,0 0 1 15,6 0-3-15,0 0-5 16,0 0 6-16,0-9-20 16,0 9 2-16,0-8-51 15,0 0-51-15,0 0-253 16</inkml:trace>
  <inkml:trace contextRef="#ctx0" brushRef="#br0" timeOffset="49225.18">14511 1038 54 0,'0'0'31'0,"0"0"-31"16</inkml:trace>
  <inkml:trace contextRef="#ctx0" brushRef="#br0" timeOffset="50473.38">14511 1038 25 0,'-22'0'89'0,"16"0"-15"16,6 0-47-16,0 0-11 15,0 0-16-15,0 0-22 16,0 0 3-16,0 0 19 15,-6 0 25-15,6 0 41 16,0 0-28-16,0 0-8 16,0 0-12-16,0 0-14 15,0 0 11-15,0 0-10 16,0 0 6-16,0 0 0 0,0 0 19 16,0 0 2-1,0 0-3-15,0 0-15 0,0 0 9 16,0 0 4-1,0 0-9-15,0 0 1 0,0 0-8 16,0 0 4-16,0 0-13 16,0-8 4-16,0 4-6 15,0 0 0-15,0 1 9 16,0-2-7-16,0 5 15 16,0 0-15-16,0 0 14 15,0 0-8-15,0 0 25 16,0 0-33-16,0 0-4 15,0 0 3-15,0 0 2 16,0 0 5-16,0 0-1 0,0 0 9 16,0 0-12-1,0 0 11-15,0 0 5 0,0 0 10 16,0 0-18-16,0 0 5 16,0 0-15-16,0 0-1 15,0 0-7-15,0 0 8 16,0 0-1-16,0 0-1 15,0 0 2-15,0 0 2 16,0 5 24-16,0-5-22 16,0 11-4-16,0 1 0 15,0 4 5-15,0 9-5 16,0-6 0-16,0 1 2 16,0 1-3-16,0-9 1 0,0-1-1 15,0 9 1-15,0-4 0 16,0 9 1-16,0-6-4 15,0 1 6-15,0 1-9 16,0-9 13-16,0 4-14 16,0 0 10-16,0-1-6 15,0 10 3-15,0-5-2 16,0 4 2-16,0-4 0 16,-6 1-5-16,-10 2 11 15,16-7-10-15,-6 12 6 16,6-3-4-16,0-1 0 15,-6 7 2-15,6 2 0 16,0-2 2-16,-6-3-5 0,6-7 7 16,-6-4-7-16,6-2 6 15,0-3-6-15,0 0-6 16,0 0 4-16,0 12 1 16,0-4 4-16,0-4 0 15,0 0 5-15,0 1-10 16,0-6 10-16,0 6-11 15,0-1 14-15,0-5-9 16,6 6 1-16,-6-9-2 16,6 7 2-16,-6 1 0 15,0-8-1-15,6 5 5 16,-6-1-6-16,0 4 4 16,0-4-4-16,0-1 5 15,6 2-6-15,-6-1 3 0,0-1 0 16,16 2-1-16,-16-5 4 15,0 4-8-15,0-9 10 16,0 10-5-16,0-5 6 16,0-4-10-16,0 4 6 15,0-4-2-15,0 4 0 16,6 4 0-16,-6 0-4 16,0 0 9-16,0 1-9 15,0-2 11-15,0-3-11 16,0 4 8-16,0-4-6 0,0 5 2 15,0-2 0-15,0 1 0 16,0 4 5 0,0 1-8-16,0-9 8 15,0 0-10-15,0-8 12 0,0 8-12 16,0 0 8-16,0-1-6 16,0-7 3-16,0 13 0 15,0-10-2-15,0 2 5 16,0 3 0-16,0-8-1 15,0 4-2-15,0-1-5 16,0-3-8-16,0 0-82 16,0 0-129-16</inkml:trace>
  <inkml:trace contextRef="#ctx0" brushRef="#br0" timeOffset="51240.27">14310 2286 72 0,'0'0'127'0,"0"0"-32"15,0 0-37-15,0 0-7 0,0 0 5 16,0 0-16-16,0 0-12 16,0 0-5-16,0 0 21 15,0 0-34-15,0 0 15 16,0 0 13-16,0 0-2 15,0 0-10-15,0 0 13 16,0 0-19-16,0 0-13 0,0 0-2 16,0 0-2-16,0 0-6 15,0 0 1-15,28-5 1 16,18 2 2-16,-6-2 3 16,-9 5-4-16,3 0-3 15,-12 0-10-15,-9 0-22 16,-1 0 11-16,-6 0-19 15,-6 0-3-15,9 0 0 16,-2 0 5-16,-7 0-39 16,6 0-4-16,-6 0-66 15</inkml:trace>
  <inkml:trace contextRef="#ctx0" brushRef="#br0" timeOffset="51441.09">14310 2286 141 0</inkml:trace>
  <inkml:trace contextRef="#ctx0" brushRef="#br0" timeOffset="51822.09">14310 2286 141 0,'-93'-52'35'0,"93"52"-35"16,0 0 11-16,0 0 100 0,0 3-38 15,0 9 5-15,0 4-55 16,0 5 1-16,0-6 3 16,0 18 7-16,0-9-9 15,18 4-21-15,4 0 2 16,-10-4-6-16,7 4 4 15,3-5-1-15,-10-2-6 16,4-12-2-16,-4-6-2 16,-12-3 7-16,6 0 1 15,0 0-1-15,-6 0-8 16,7 0 1-16,-1 0-2 16,9 0 9-16,4-3 0 15,3-22 4-15,2 5-3 0,4-9 11 16,-15 1-12-16,2 5 4 15,-15 2 1-15,13 6 0 16,-1-1-5-16,-12 8 4 16,15 0-4-16,-8-1 2 15,-1 1-2-15,0 8-2 16,0-8 2-16,-6 0-3 16,0 1 2-16,0-6-25 15,13 5-33-15,-13 0 9 16,0 4 23-16,0-4-16 0,0-3-226 15</inkml:trace>
  <inkml:trace contextRef="#ctx0" brushRef="#br0" timeOffset="53854.27">28815 790 62 0,'0'0'133'0,"0"0"-47"15,0 0 1-15,0 0 7 16,0 0-54-16,0 0-24 15,-28 36-7-15,28-36 22 16,0 0-25-16,0 0 16 16,0 0 13-16,0 8 11 15,-6 0 7-15,-1 8-23 16,7-8 5-16,-6-4-26 0,6-4 3 16,0 0-11-1,0 3 0-15,0-3 8 0,0 5-8 16,0-2 18-16,0 2-11 15,0 11 22-15,0-4-11 16,0 4 12-16,0-4-23 16,0 4 2-16,0-4-8 15,0 1 0-15,0 6-2 16,0-7 1-16,0 8-1 16,0 1 0-16,0-2 1 15,0 1 6-15,0-8-10 16,0 4 3-16,0 5 0 15,0-1 2-15,0 11-2 16,0 5-2-16,0-3 2 0,6 3-4 16,1-4 13-16,-1-4-12 15,-6-8 10-15,0-4-10 16,0 4 5 0,0 0-2-16,0 1 0 0,0 2-1 15,15-7-1-15,-15 12 2 16,0 0-3-16,0 0 6 15,0 13-3-15,0-9 4 16,0-4-6-16,0-5 2 16,0-10-1-16,0-1-2 15,0-1-6-15,0 6 9 16,0-1-7-16,-15-4 7 16,15 4 0-16,-6 12 3 0,-7-12-3 15,7 4 1 1,-3-4-4-16,2-8 6 0,1 4-8 15,6-4 10-15,0 5-12 16,-6 7 15-16,6-4-16 16,0 7 16-16,-6-2-14 15,6-1 7-15,0 0-1 16,0-4 0-16,0-8 0 16,0 0 0-16,0-4 8 15,0 0-11-15,0 8 7 16,0 0-5-16,0 9 2 15,0-2 0-15,0 1 11 0,-6-4-9 16,6 4-4 0,-10-4 13-16,10 1-13 0,-6 2 7 15,6-7-8-15,0 1 2 16,0-5-7-16,0 4 2 16,0-1 5-16,0-3 0 15,0 1 4-15,0-1-9 16,0-8-10-16,0 0 15 15,0 0-58-15,0 0-5 16,0 0-25-16,0-8-84 16,0-17-116-16</inkml:trace>
  <inkml:trace contextRef="#ctx0" brushRef="#br0" timeOffset="57401.16">28567 2157 220 0,'0'0'67'0,"0"0"25"0,0 0-6 16,0 0-53-16,0 0 1 16,0 0-4-16,195 0-2 0,-149-4-20 15,-15-4 29-15,4 8-10 16,-1 0-5-16,6 0-13 15,0 0-8-15,1 0-2 16,5 0-18-16,-12-4-10 16,6-8-23-16,-15 0 2 15,-3-4-22-15,-10 8-23 16,-12 0-51-16,0 8-65 16</inkml:trace>
  <inkml:trace contextRef="#ctx0" brushRef="#br0" timeOffset="57986.63">28294 2109 70 0,'0'0'128'0,"0"0"-10"16,0 0-62-1,0 0 0-15,0 0-7 0,0 0 23 16,0 92-15-1,6-76-23-15,28 1-6 0,-3 6 0 16,3 6-6-16,0-6-21 16,0 2 2-16,-9-1 3 15,-9 4-7-15,2-5 2 16,4-2 1-16,-10-6-2 16,7 2-7-16,3-9 2 15,2-4 6-15,-2 0-2 16,-9-4-19-16,8 0-8 0,4 0 6 15,3 0 15-15,12-4 7 16,7-20 9-16,-1-9 2 16,7-3-4-1,21-3-3-15,-15-2 5 0,22 2 1 16,-13 3-5-16,-15 8 13 16,-25 7-17-16,-16 13 5 15,-12 8 2-15,0 0-3 16,0 0 28-16,0 0-33 15,0-4-9-15,0 4-21 16,6 0 20-16,-6 0-24 16,0 0-23-16,-18 0-42 15,-63 0-365-15</inkml:trace>
  <inkml:trace contextRef="#ctx0" brushRef="#br0" timeOffset="78866.78">3039 6581 211 0,'0'0'47'0,"0"0"36"0,0 0 43 0,0 0-46 15,0 0 14-15,0 0-50 0,0 0 14 16,-41 0-37 0,41 0 7-16,0 0-12 0,0 0 8 15,0 0-4-15,0 0-5 16,-6 0 3-16,6 7-18 15,-12-7 19-15,12 0-17 16,0 0 11-16,0 0-13 16,0 0-1-16,0 8-13 15,0-3 14-15,52 7 2 16,-5 0 4-16,-1 8 4 16,10 3-7-16,-3-6-2 15,-6-5 6-15,27 0-4 16,-15-4-3-16,15-4-2 15,1 0-2-15,24-4 4 16,0 0 6-16,10 9-3 0,2-9 12 16,-8 8-12-16,-17-8 8 15,20 0-11-15,-13 7 0 16,3-3-3-16,-3 4 3 16,-6 4-3-16,6-7 6 15,0-2-4-15,0-3 6 16,0 0-10-16,3 0 11 15,3 0-14-15,-12 0 3 16,12 0 1-16,-12 0 2 16,-12 0-6-16,-1 8 4 15,-3-4 4-15,10-4 6 16,27 0-1-16,-2 0-1 0,27 0 3 16,-12-20 1-16,0 4-8 15,-12 4 2-15,2 4-4 16,-2 5 4-16,-4-2-3 15,4-3 3-15,18 0 1 16,6-8 3-16,13 8-5 16,3 0 3-16,-10 4-8 15,-12 4 1-15,0 0 3 16,-21 0 0-16,2 0 0 16,4 0 4-16,-3 0 1 15,11 0-9-15,-14 0 11 16,21 0-10-16,-6 0 6 15,0 0-6-15,0 0 3 16,-16 0 0-16,10 4-6 0,-3 4 13 16,-4-8-14-16,13 0 11 15,-3 0-8-15,-3 0-1 16,5 0 2-16,1 0 3 16,0 0-3-16,-9 0 0 15,3 0 6-15,-4 4-3 16,10-4 10-16,0 0-20 15,0 0 8-15,0-16 1 16,-3-8-3-16,-10 16 1 16,-21-5 2-16,-6 13-6 15,-7 0 7-15,-2 0 0 16,2 0 0-16,-6 0 0 16,10 0-2-16,2 0 2 0,-5-7-1 15,-1-5-1-15,-9 12 2 16,3-4 0-16,7 4 5 15,-10 0-11-15,9 0 16 16,-15 0-16-16,10 0 12 16,-17 0-9-16,29 0 3 15,-1 0-14-15,1-13 12 16,-10-2 4-16,-9 2-1 16,-27 10 1-16,-11 3-4 15,-2 0 4-15,-3 0 11 16,9 0-11-16,-4 0 0 15,4 0-2-15,0 0-7 16,-3 0 3-16,3 23 4 0,-16 10-6 16,22-1 17-16,-15 0-6 15,21-4 1-15,-12 1-3 16,6-6-3-16,7 1-2 16,-23 4 1-16,10 0 1 15,-9 0 0-15,-19 5 5 16,21-1-14-16,-14 8 16 15,-1 0-14-15,-6 0 7 16,0 1 0-16,0-10-2 16,0 10 0-16,0-5-4 15,0-5 6-15,-19 10-14 16,-9 3 26-16,22-4-18 0,0 4 9 16,-10 0-3-16,4-3 3 15,0-10-3-15,12-3 1 16,-16-12 6-16,4-4-14 15,-1 1-18-15,-21-10 24 16,13 13-22-16,-26-7 23 16,16 7 0-16,-25-8 0 15,-9 4 16-15,-9 4-16 16,-7-8 10-16,0 4-2 16,-12 4-16-16,-6-4 4 15,19 4-5-15,-13-5-9 16,6 6 17-16,0-6-8 15,0 2 9-15,0 7-6 0,7-20 4 16,5 0-9 0,10 0 3-16,-3 0-3 0,-13 0 0 15,-12 0 10-15,-15 0 1 16,-19 8 0-16,21 8 3 16,-2 1 11-16,15-14-14 15,12-3 0-15,10 0-3 16,-4 0 18-16,-5 0-29 15,-20 0 14-15,7 0 0 16,7 0 8-16,-17 0-7 16,4 0 4-16,-9 0-3 15,2 0-4-15,7 0 11 16,-10-3-15-16,4 3 8 0,3 0-4 16,2 0 1-16,-8 0-3 15,21 0-3 1,-12 0 7-16,12 0 9 0,-6 0-6 15,-16 0-6-15,10 0 5 16,-15 0-11-16,14 0 11 16,-5 0-2-16,-4 0 0 15,-5 0 7-15,-4 0-9 16,3 0 6-16,10 0-8 16,-4 0 15-16,4-9-18 15,-4-11 8-15,-24 8-1 16,0 12 2-16,-1 0 6 15,7 0 16-15,19 0-21 0,2 0 13 16,-2 12-12-16,-4 0-8 16,-3-4 16-16,-6-8-19 15,22 9 13-15,0 2-6 16,3-7 0-16,9 9 2 16,-6 2-2-16,0-11 13 15,0 4-18-15,0-8 5 16,6 0-16-16,-9 0-4 15,18 0-9-15,-12-19 25 16,4-2 4-16,8 17 3 16,4-4 14-16,-13 8 13 15,6 0-26-15,-12 0 7 0,0 0-2 16,6 0-13-16,1 0 4 16,5 0 0-16,7-12-6 15,-1 4 6 1,4-4-3-16,-10 12 6 0,-6 0 2 15,7 0-1-15,12 0-8 16,-4 0 9-16,38 0-11 16,0 0 10-16,0 0-10 15,9 0 6-15,-24 0-19 16,-4 12 13-16,0-4-25 16,-21-8 20-16,2 20-3 15,-2-8 13-15,0 1-7 16,15 6 8-16,12-15 8 0,19 4-7 15,-6 0 0 1,22-4 8-16,-22-4-9 16,-7 12 4-16,1-3-8 0,-7-6-5 15,7 2 7-15,0-5-1 16,0 0 3-16,-7 0 0 16,-18 3 0-16,-10 5-2 15,-18 4 2-15,13 1-5 16,5-2 15-16,29-2-9 15,6-9-1-15,27 0 3 16,-15 0-3-16,22 0 0 0,-12 0-1 16,-10 0-17-1,28 0 18-15,-19 0 0 0,10 0 0 16,9-9-9 0,-7-15 1-16,7-7 7 0,0-2 1 15,0-11 0-15,-6 0-10 16,-6 4 2-16,-10-4 8 15,22 3 2-15,0 10 7 16,0-5-3-16,0-5-5 16,-6 2-1-16,-6-10-3 15,5-4 3-15,1-2 0 16,6 2 10-16,0-3-18 16,0 12 17-16,-9 5-18 15,-4 14 15-15,13 1-6 16,0 8 0-16,0-8 3 0,0 5 2 15,0 6-5 1,0 1-8-16,0-1 8 0,0 6 0 16,0-5 4-16,0-5-8 15,0-6-3-15,0 15 5 16,0-5-21-16,22 2 9 16,-9 7 5-16,14-1-13 15,20-3 17-15,6-11 10 16,12-1-5-16,9-13 5 15,-6 2-10-15,-21-2 4 16,-7 5-63-16,-21 4-25 16,-7 12 43-16,-2 8 27 15,-10 4 19-15,0 0 43 16,0 0-4-16,0 0-18 0,0 0-21 16,6 0 5-16,19 0-5 15,-4 0-30-15,-2 0 24 16,9 0 2-16,-10 16 3 15,17 8-4-15,5-7 2 16,13-1-2-16,2-4-21 16,10-9 1-16,-3-3 15 15,-31 0-73-15</inkml:trace>
  <inkml:trace contextRef="#ctx0" brushRef="#br0" timeOffset="100864.19">23171 4567 199 0,'0'0'123'0,"0"0"-90"0,0 0-7 0,0 0 19 16,0 0-29-16,0 217 17 15,0-196-9-15,0-10-9 16,0-7 7-16,0 0 28 15,0-4 12-15,0 4-5 16,0-4-2-16,0 0-31 16,0 0 31-16,0 0-50 0,0-4 27 15,0-52-25 1,-6-40-4-16,-19-12 6 0,-3-21 6 16,16 4-9-16,-10 14-5 15,16 11 1-15,6 11 2 16,0 21-1-16,0 7-2 15,22 25-2-15,24 13 0 16,7 2-15-16,12 18-10 16,3 3 2-16,1 0 18 15,2 0-25-15,-3 11 7 16,-3 14-1-16,-9 3-6 16,-37-4-20-16,-19 20 51 15,0 0 2-15,-59 7 34 0,-44-2 24 16,-14-5-30-16,8-7 22 15,16-10-46-15,0-2 3 16,37-10-9-16,38-7-32 16,11-8-53-16,7 0-86 15,7 5-41-15</inkml:trace>
  <inkml:trace contextRef="#ctx0" brushRef="#br0" timeOffset="101249.29">23587 4664 476 0,'0'0'92'15,"0"0"-49"-15,0 0-43 0,0 0 74 0,115-233 2 0,-69 161-49 16,-6 8-1-16,-9 4-17 16,-9 11-4-16,12 18-5 15,-15 14 0-15,3 14-19 16,-4 3 2-16,16 0 0 16,7 23 17-16,17 29 40 15,11 12-29-15,-4 8-6 16,-3 17-1-16,-16-4-8 15,-12 3-19-15,-9 7 4 0,-19-10-25 16,-6-9 15-16,0-16-28 16,0-24-2-16,0-19 4 15,-46-17-84-15,-25 0-223 16</inkml:trace>
  <inkml:trace contextRef="#ctx0" brushRef="#br0" timeOffset="101342.96">23587 4664 679 0</inkml:trace>
  <inkml:trace contextRef="#ctx0" brushRef="#br0" timeOffset="101631.08">23587 4664 679 0,'139'-56'52'0,"-104"68"-29"0,45-12 8 0,35 0-2 16,12-17-29-16,-40-19-3 15,-22 4-32-15,-12 12-56 16,-25 8 9-16,-10 8 31 15,-9 4 13-15,4 0-1 16,5 0 9-16,4 24 30 16,18 4 23-16,26 0 8 15,14-4-12-15,29-12 2 16,12-12-18-16,-4 0 17 16,-2 0-2-16,-16-20 15 15,-12-24-11-15,-31-12-11 0,-25-12 11 16,-22 0-11-1,-9 0 0-15,-9 12-11 0,-56 12-8 16,-22 24 8-16,25 12 33 16,9 8 13-16,7 0 4 15,6 19-50-15,15 17-27 16,-3-8-181-16</inkml:trace>
  <inkml:trace contextRef="#ctx0" brushRef="#br0" timeOffset="102329.96">25057 4171 497 0,'0'0'48'0,"0"0"-9"0,0 0 9 0,0 0 20 0,0 0-30 16,0 0-3-16,0 3-22 16,0 41-8-16,0 20 11 15,0 17 16-15,0-1 18 16,0 5-49-16,40-13-1 16,22 0-9-16,19-8 7 15,24-28-38-15,16-12-7 16,18-24 15-16,1 0-8 15,-7-32-40-15,-30-29-99 0,-38-3-165 16</inkml:trace>
  <inkml:trace contextRef="#ctx0" brushRef="#br0" timeOffset="102547.48">24917 4523 569 0,'0'0'20'16,"0"0"-15"-16,0 0 27 0,0 0-32 15,0 0-70-15,0 0-183 16</inkml:trace>
  <inkml:trace contextRef="#ctx0" brushRef="#br0" timeOffset="102729.03">24957 4255 182 0,'0'0'502'15,"0"0"-500"1,0 0 4-16,0 0 44 15,0 0-39-15,434-33-4 0,-325 13-7 16,-16-11-98-16,-22 6-183 16</inkml:trace>
  <inkml:trace contextRef="#ctx0" brushRef="#br0" timeOffset="103096.1">25946 4074 368 0,'0'0'270'0,"0"0"-227"16,0 0 26-16,0 0-39 0,0 0-13 15,0 0-15 1,-93 0-2-16,93 0 2 0,0 0-2 16,0 8-6-16,0 4 0 15,0 12 6-15,25 8 10 16,37 4 31-16,13-4-24 15,30-4-8-15,-6-8-8 16,22-4 10-16,-28 4-5 16,-18-4-6-16,-23 4 0 15,-30 5-7-15,-9-1 6 16,-13 12 1-16,0 12 19 16,0 9 8-16,-41 10-13 15,-18 10 16-15,-9-13-13 16,3 0-17-16,3-15-14 0,15-21-29 15,13-17-78-15,10-11-68 16,8 0-168-16</inkml:trace>
  <inkml:trace contextRef="#ctx0" brushRef="#br0" timeOffset="103612.38">23407 3645 422 0,'0'0'54'0,"0"0"32"0,0 0-38 0,0 0 62 16,0 0-44-16,468 12 19 15,-269-12-31-15,15 0-5 16,-7 0-30-16,-27 0-19 16,-31 0-43-16,-68-8-140 0,-75 8-535 15</inkml:trace>
  <inkml:trace contextRef="#ctx0" brushRef="#br0" timeOffset="104277.72">22579 5209 425 0,'0'0'77'0,"0"0"-37"0,0 0 15 0,0 0 52 0,388-36-44 15,-184 28 38-15,38-4-51 16,0 4-1-16,12 0-38 16,38-4 19-16,55 12-18 15,34-8 3-15,16 4-15 16,-9 4-21-16,-28 0-34 16,-60 0-109-16,-79 0-109 15</inkml:trace>
  <inkml:trace contextRef="#ctx0" brushRef="#br0" timeOffset="105243.38">23354 6020 391 0,'0'0'234'0,"0"0"-227"0,0 0 10 0,0 0 27 16,-34 211-9-16,40-154-30 16,29-9-5-16,-11-7 0 15,4-10 2-15,-22 2-2 16,7-17 4-16,-13-8-4 16,0-8 16-16,0 0 36 15,-25-13-22-15,-28-39-30 16,7-20-47-16,6-12 24 15,5-4 3-15,35-1 0 16,-6 9 18-16,6 4 2 16,0 8-3-16,0 7 3 0,53 9-12 15,21 8 0-15,-9 21-2 16,16 10-13-16,-7 13 12 16,-15 0 13-16,-6 0 2 15,-13 0 0-15,-12 0-2 16,-21 0-5-16,-7 24 0 15,0 12 7-15,-87 12 7 16,-28 25-3-16,-37 7-4 16,3-4 0-16,22-12 0 15,34-12-35-15,47-16-156 16</inkml:trace>
  <inkml:trace contextRef="#ctx0" brushRef="#br0" timeOffset="105401">23354 6020 355 0</inkml:trace>
  <inkml:trace contextRef="#ctx0" brushRef="#br0" timeOffset="105764.92">23354 6020 355 0,'400'100'175'0,"-400"-45"-130"0,0 14-14 16,0-5 4-16,28-4-37 15,-3-32-2-15,-13-8 2 16,4-12 2-16,-10-3 1 16,-6-5 4-16,0-8 18 0,0-41-1 15,0-19-14-15,0-20-4 16,0-5-8-16,0-2-17 16,13 6-15-16,27 9 35 15,0 36-46-15,-6 11 43 16,-6 30-2-16,-9 3 6 15,-7 0 1-15,22 3 27 16,-12 30-15-16,-3-2-11 16,-19 14-2-16,0-5 4 15,0 4-8-15,0-4 15 16,0-12-1-16,0-4-10 16,0-12 0-16,0 1-4 0,0 3 4 15,40-1 21 1,13 6 12-16,15 2 5 0,-3-6-16 15,-9 2 4-15,3-2-9 16,-25 2 21-16,6-2-38 16,-9-5 0-16,-9 4-2 15,-10 0-2-15,16-5-42 16,-3-11-46-16,3 0-109 16</inkml:trace>
  <inkml:trace contextRef="#ctx0" brushRef="#br0" timeOffset="105992.52">24771 6200 353 0,'0'0'182'0,"0"0"-125"0,0 0 33 0,0 0-51 0,106 104-39 0,-38-80-2 15,-3-8-2-15,10-16-17 16,5 0 12-16,-27 0-9 15,0 0 18-15,-19 0-3 16,-22 0 1-16,-3 0-26 16,-9 0-51-16,0-24-11 15,0-12-78-15</inkml:trace>
  <inkml:trace contextRef="#ctx0" brushRef="#br0" timeOffset="106175.74">24905 6043 442 0,'0'0'149'16,"0"0"-130"-16,0 0 11 16,0 0-27-16,0 0-3 15,0 0-84-15,279-80-154 16</inkml:trace>
  <inkml:trace contextRef="#ctx0" brushRef="#br0" timeOffset="106326.48">25230 5746 706 0,'0'0'74'0,"0"0"-72"15,0 0-2-15,0 0 7 16,0 0-7-16,0 0-31 15,410-72-103-15,-336 61-84 16</inkml:trace>
  <inkml:trace contextRef="#ctx0" brushRef="#br0" timeOffset="106526.34">25726 5635 127 0,'0'0'363'0,"0"0"-324"15,0 0-7 1,0 0-15-16,0 0 5 0,0 0 23 15,-254 147 18-15,232-114-43 16,4 6-12-16,18-2 2 16,0-10-20-16,0-2 5 15,0-14-25-15,18 6-44 16,4-4-24-16,-10-10-91 16</inkml:trace>
  <inkml:trace contextRef="#ctx0" brushRef="#br0" timeOffset="106775.48">25491 6128 482 0,'0'0'0'16,"0"0"-4"-16,0 0-12 15,15 232-17-15,10-192-4 16,-9-8 29-16,-16-4-2 16,0-3-4-16,-22-6 7 15,-37 1-4-15,6-7 5 16,4-1 6-16,11-12-7 16,38 0-160-16</inkml:trace>
  <inkml:trace contextRef="#ctx0" brushRef="#br0" timeOffset="107076.04">26126 6188 335 0,'0'0'212'15,"0"0"-203"-15,0 0-9 16,0 0 8-16,0 0 7 0,0 0 9 16,376-145 1-16,-296 73-19 15,-27 0-6-15,-47 8-45 16,-6 20-8-16,-25 24-55 16,-71 20 80-16,-22 0 28 15,10 52 35-15,2 4 49 16,20-4-12-16,39-8-67 15,19-24-5-15,28-8-209 16</inkml:trace>
  <inkml:trace contextRef="#ctx0" brushRef="#br0" timeOffset="107643.93">28064 5285 471 0,'0'0'181'0,"0"0"-120"0,0 0 52 0,0 0-2 16,422-43-72-16,-267 22-19 16,-9 9-20-16,-32 1-5 15,-21-2-42-15,-40 5-46 16,-31 8-76-16,-22 0-153 16</inkml:trace>
  <inkml:trace contextRef="#ctx0" brushRef="#br0" timeOffset="107874.65">28346 4913 393 0,'0'0'357'15,"0"0"-296"-15,0 0 44 16,0 0-57-16,0 0-14 15,0 0-27-15,441-13-7 16,-314-7-11-16,-12-8-65 16,-10 8-103-16,-24-1-49 15,-29 10-121-15</inkml:trace>
  <inkml:trace contextRef="#ctx0" brushRef="#br0" timeOffset="108291.18">29804 4155 345 0,'0'0'194'0,"0"0"-94"16,0 0 22-16,0 0-26 15,0 0-6-15,0 0-25 16,18 227-11-16,-18-125-37 15,7 1 6-15,-7 13-22 16,0-11-2-16,0 3-3 16,0-3-1-16,0-13-12 15,0 4-6-15,0-7 5 16,0-9-68-16,0-20 82 16,21-28-89-16,32-28-81 15,0-4-95-15</inkml:trace>
  <inkml:trace contextRef="#ctx0" brushRef="#br0" timeOffset="108624.03">29884 4841 261 0,'0'0'298'0,"0"0"-238"16,0 0 33-16,0 0-36 16,0 0 4-16,0 0-8 15,168-193-3-15,-69 129-33 16,28 0-16-16,0 11 28 15,7 13-21-15,-20 8-2 16,-21 8-6-16,-18 8-17 16,-29 4-60-16,-15 7-39 15,-15 5-55-15,-16 0-104 16</inkml:trace>
  <inkml:trace contextRef="#ctx0" brushRef="#br0" timeOffset="108891.1">29984 4784 593 0,'0'0'45'0,"0"0"14"16,0 0 26-16,0 0 2 15,0 0-26-15,0 0 11 16,300 224-23-16,-225-164-4 15,-10-3-18-15,3-5-2 16,-9-8-21-16,3 0-4 16,-3-11-2-16,15-6-51 15,7-2-6-15,12-17-41 16,6-8-56-16,-6 0-329 0</inkml:trace>
  <inkml:trace contextRef="#ctx0" brushRef="#br0" timeOffset="112803.9">15246 9123 417 0,'0'0'51'0,"0"0"-28"0,0 0 1 0,0 0-12 16,0 0-9-16,0 0 16 15,0 0 11-15,31 0 5 16,-9 0 10-16,-4 0 4 0,10 0-20 16,13 0 8-16,5 0-27 15,29 5 4-15,-4-2-10 16,44 2 2-16,-1 3-6 15,7-5 6-15,6 6-7 16,0-1 5-16,-9-5-8 16,-9 5 5-16,-10-8-4 15,-6 0 6-15,9 0-2 16,4 0-1-16,21 0-2 16,-6-16 2-16,0 1 0 15,12 7 4-15,0 0 3 16,7 8 0-16,-7 0-4 15,1-5-3-15,8-7 2 16,-8-4 1-16,-1-4-6 0,0-4 6 16,-34 8 0-16,4 4-3 15,-16 8 4-15,-1 4-1 16,1 0-4-16,12 0 6 16,16 0-10-16,-3 0 7 15,24 0-2-15,4 0 9 16,-7 4-9-16,0-4 1 15,7 0 8-15,15 0-9 16,-9 0 2-16,9 0-2 16,-3 0-1-16,-10 0 1 15,10 0 2-15,-9 0 3 0,-10 0-4 16,-6 0 2 0,7 0-6-16,11 12 6 0,4-4 0 15,3-4-3-15,3 0-1 16,-3 4 1-16,-3-3 3 15,-3-2-3-15,-4 1 0 16,4 0 4-16,-6-4 5 16,8 0-18-16,4 0 14 15,3 0-12-15,7 0 10 16,17 4-4-16,-20 9 1 16,2-10 0-16,6 5 0 15,-5-8 1-15,11 0-1 16,1 0 2-16,-7 0-5 0,-6 0 8 15,-27 0-6 1,-16 0 1-16,-10 0 0 0,-15 5-3 16,22 6 7-16,-16-7 2 15,0 4-6-15,4-3 0 16,2-5-2-16,4 0 2 16,-4 0-4-16,-3 0 4 15,-9 0 0-15,-6 0 2 16,-6 0-5-16,-1 8 6 15,13 4 7-15,28-4-3 16,13 0 4-16,5-8 3 16,7 0 2-16,15 0-16 0,-12 0 3 15,-9 0-3 1,-13 0 0-16,-6 0-2 0,-10 0 10 16,4 0-8-16,6 0 4 15,-9 0-1-15,2 0 0 16,1 0 10-16,12 0-13 15,0 0 3-15,13-5-7 16,-7-3 11-16,7 5-9 16,-7-2 7-16,-12 1 10 15,-22 4-14-15,-18 0-1 16,-13 0 2-16,-3 0-1 16,9 0 1-16,-5 0 3 15,-4 0-10-15,3 0 11 16,-9 0-14-16,-13-11 15 15,-5 3-12-15,-13 3 8 0,-10 5-6 16,-2 0 3 0,-10 0 0-16,-6 0 6 0,0-4-1 15,6 0-10-15,-6-3-5 16,6-6-1-16,-6 1 11 16,7-4 16-16,-7 0-16 15,0 0-14-15,0-4-41 16,-13-3-117-16</inkml:trace>
  <inkml:trace contextRef="#ctx0" brushRef="#br0" timeOffset="132603.2">27658 13908 288 0,'0'0'630'0,"0"0"-630"0,0 0-14 0,0 0-45 0,0 0-124 16,0 0-138-16</inkml:trace>
  <inkml:trace contextRef="#ctx0" brushRef="#br0" timeOffset="136485.68">32799 14073 423 0,'0'0'56'0,"0"0"-48"16,0 0-5-16,0 0-3 15,0 0 0-15,0 0 6 16,0 7 20-16,0-7-26 16,0 0-72-16</inkml:trace>
  <inkml:trace contextRef="#ctx0" brushRef="#br0" timeOffset="143179.31">19503 15211 435 0,'0'0'90'0,"0"0"-77"0,0 0 20 0,106 205 74 16,-50-158-39-16,-16-2-25 16,-9-13-18-16,15 4 36 15,-12-11-29-15,-6-9-24 16,-9-4-1-16,3-9-4 15,-10-3-3-15,10 0 2 16,-16-39 1-16,19-38-1 16,-4-12-4-16,4-6-4 15,-3 2-11-15,6 9 17 0,-3 24-1 16,-4 12 0-16,-8 20-7 16,-7 12 5-16,-6 11-42 15,22 5-20-15,3 0-143 16,2 0-97-16</inkml:trace>
  <inkml:trace contextRef="#ctx0" brushRef="#br0" timeOffset="143411.93">20139 15336 607 0,'0'0'127'0,"0"0"-101"0,0 0 17 15,0 0-35-15,0 0-6 16,65 221 2-16,-3-210-2 16,3 1 0-16,-3-12-2 15,-15 8-7-15,-7-3-6 16,-9-5-11-16,-9 0-40 16,-10 0-22-16,-12 0-46 15,0-17-62-15</inkml:trace>
  <inkml:trace contextRef="#ctx0" brushRef="#br0" timeOffset="143595.14">20139 15336 594 0,'81'0'214'15,"-81"16"-208"-15,18-8 7 16,-12-5-12-16,22-3-2 15,-3 0-28-15,-3 0-46 16,-10 0-56-16,-12-16-154 16</inkml:trace>
  <inkml:trace contextRef="#ctx0" brushRef="#br0" timeOffset="143944.88">20418 15159 564 0,'0'0'119'0,"0"0"-88"16,0 0 41-16,0 0-8 16,0 0-56-16,0 0-8 15,195 24-4-15,-161-24-10 16,-15 12-13-16,0 4-19 16,-19 4 37-16,15 1 9 15,-15-1 30-15,13-1 1 16,-7 1-2-16,15-7-2 15,4 7 12-15,3-12-38 16,12 0 19-16,1 0-20 16,5 0 13-16,-18 4 1 0,-9 0 4 15,-7 0 8 1,-12 0 8-16,22 0-23 0,-10-4-8 16,1-4-6-16,15 0-33 15,6-4-13-15,-9 0-26 16,15 0-5-16,-25 0-84 15,-2 0-160-15</inkml:trace>
  <inkml:trace contextRef="#ctx0" brushRef="#br0" timeOffset="144445.38">21500 15324 670 0,'0'0'43'0,"0"0"-40"0,0 0 23 0,0 0-16 0,0 0-5 15,0 0-1-15,62 152 2 16,-15-152 0-16,-7 0 1 15,-6-28 7-15,-9-16-2 16,3-8 5-16,-16-9-17 16,-12-6-15-16,0 10-35 15,0 9-29-15,-34 16-28 16,-25 15 62-16,0 17-1 0,-3 9 19 16,10 31 27-1,17 13 27-15,17-9-27 0,18-13-11 16,0-11-88-16,0-12-272 15</inkml:trace>
  <inkml:trace contextRef="#ctx0" brushRef="#br0" timeOffset="144761.76">21990 15136 142 0,'0'0'54'16,"0"0"72"-16,0 0 11 15,0 0-31-15,0 0-43 16,0 0 6-16,-68 47-29 16,49-11-35-16,19-3-5 0,0-5-4 15,0 0 4-15,0-12 4 16,25 4 7-16,25-9-7 16,-4-11 1-16,1 0-1 15,-1 0-8-15,-12 0 0 16,7 0-1-16,-17 0-1 15,-17 0 6-15,-1 0-37 16,3 0 17-16,-3 13 20 16,13 2 18-16,9-10-18 15,6-5-79-15,12 0 7 16,-15 0-4-16,-9-5-124 16</inkml:trace>
  <inkml:trace contextRef="#ctx0" brushRef="#br0" timeOffset="144927.51">22517 14834 439 0,'0'0'489'16,"0"0"-489"-16,0 0-40 15,0 0-60-15,0 0-245 16</inkml:trace>
  <inkml:trace contextRef="#ctx0" brushRef="#br0" timeOffset="145059.06">22517 14834 442 0,'133'297'257'0,"-111"-269"-257"16,-16-4-9-16,13-7 2 15,9 2-77-15,-22-14 3 16,16 10-18-16,-22-2-125 15</inkml:trace>
  <inkml:trace contextRef="#ctx0" brushRef="#br0" timeOffset="145526.24">22672 15416 517 0,'0'0'28'0,"0"0"-11"16,0 0 73-16,0 0-35 15,0 0-34-15,0 0-20 16,388-297-1-16,-348 209-23 16,-40 19-23-16,0 25-15 15,0 24 37-15,-56 20 24 16,-9 0 37-16,-9 41 37 16,9 10-23-16,24 14-23 15,20-9-28-15,21-12-11 16,0-8-20-16,21-8-57 15,38 0 38-15,-6-8 3 16,9 1 31-16,-16-6 8 16,-21-7 4-16,-3 0 8 0,-16-8 6 15,7 0 30-15,2-3 18 16,10-38-24-16,15-10-30 16,7 2 0-16,-1 1-2 15,4 16-4-15,-25 16-10 16,3 16-16-16,-16 0 2 15,-12 24 26-15,0 32 26 16,0 1-14-16,0-1-12 16,12-4-17-16,16 0-10 15,-9 4 3-15,3 0 21 16,-10-7-31-16,-12-6 17 16,0-19-14-16,0-16-177 0</inkml:trace>
  <inkml:trace contextRef="#ctx0" brushRef="#br0" timeOffset="145710.96">23299 15224 721 0,'0'0'170'0,"0"0"-156"0,0 0 5 0,0 0-9 16,0 0-10-16,0 0-6 15,207 7-59-15,-154-7-69 16,-19 0-166-16</inkml:trace>
  <inkml:trace contextRef="#ctx0" brushRef="#br0" timeOffset="145865.29">23299 15224 381 0,'341'164'118'0,"-295"-164"-109"16,16 0-8-16,-3 0-1 15,-6-5 1-15,-19-6 7 16,-19-1-8-16,-8 4-2 16,-7 0-6-16,0-12-57 15,0-1-90-15</inkml:trace>
  <inkml:trace contextRef="#ctx0" brushRef="#br0" timeOffset="146225.64">23888 15231 97 0,'0'0'391'0,"0"0"-338"16,0 0 0-16,0 0-5 15,0 0 1-15,0 0-44 16,139-120 14-16,-117 76-19 16,-22 8-4-16,0 12 4 15,0 15 3-15,-40 9 8 16,-29 0 8-16,-11 5 20 16,-7 18-39-16,9 6-9 15,16-5-27-15,16-8-12 16,18 0-59-16,28-8 23 15,0 9 50-15,0-9 34 16,0 7 7-16,28-2-1 16,12-2 19-16,7 1-23 0,12-12-2 15,9 0-2-15,-9 0-31 16,3 0 2-16,-16 0-41 16,-27 13 36-16,-10 3 36 15,-3 12 62-15,-6-5 37 16,13 2 15-16,15-6-63 15,12-6-51-15,19-1-5 16,9-9-44-16,3-3-49 16,-9 0-90-16</inkml:trace>
  <inkml:trace contextRef="#ctx0" brushRef="#br0" timeOffset="146424.79">24235 15247 718 0,'0'0'98'0,"0"0"-78"0,0 0 6 0,0 0-26 0,0 0-46 15,0 0-58-15,0 0-159 16</inkml:trace>
  <inkml:trace contextRef="#ctx0" brushRef="#br0" timeOffset="146576.2">24235 15247 539 0,'34'-280'234'16,"-15"296"-155"-16,27 4 33 16,4-16-64-16,-10 4-24 15,13-8-22-15,-1 0-2 16,-5-8-45-16,0-12-76 15,-7-5-180-15</inkml:trace>
  <inkml:trace contextRef="#ctx0" brushRef="#br0" timeOffset="146825.04">24991 15047 822 0,'0'0'94'16,"0"0"-26"-16,0 0-7 15,475 80-61-15,-314-80 0 16,13-16-33-16,-22-16-35 15,-3-4-37-15,-44-4-142 0</inkml:trace>
  <inkml:trace contextRef="#ctx0" brushRef="#br0" timeOffset="148357.94">27577 14730 226 0,'0'0'133'0,"0"0"-112"0,0 0 66 0,0 0 10 0,0 0-19 16,0 0-56-16,0 0 6 15,0 0-4-15,0-136 17 0,0 136 9 16,0 0 8-16,19 0-18 16,9 28-33-16,6 27-1 15,13 30 12-15,-13 12 26 16,6 19-35-16,-9 4 10 16,3 1-15-16,6-13 1 15,-5-8 10-15,-1-16-10 16,-16-12-5-16,-12-15 3 15,4-26-8-15,-10-6-70 16,0-25 49-16,-22 0-119 16,-52-25-74-16,-19-26-222 15</inkml:trace>
  <inkml:trace contextRef="#ctx0" brushRef="#br0" timeOffset="148590.06">27109 15107 910 0,'0'0'3'16,"0"0"18"-16,0 0-14 15,0 0-7-15,0 0 0 16,0 0 19-16,282-52 19 16,-182 36 3-16,5-8-27 15,16-1 1-15,0-3-9 16,12 0-6-16,7-3-8 15,9 7-47-15,12 7-43 0,-22 6-70 16,-18 11-138-16</inkml:trace>
  <inkml:trace contextRef="#ctx0" brushRef="#br0" timeOffset="148811.28">28532 15303 554 0,'0'0'25'0,"0"0"-25"16,0 0-1-16,0 0-12 0,0 0 13 15,342 121 0 1,-262-113-3-16,-12-4 5 0,-21 4-4 16,-7-4-24-16,-27 0-20 15,-13-4-72-15,0 0-68 16</inkml:trace>
  <inkml:trace contextRef="#ctx0" brushRef="#br0" timeOffset="148990.91">28532 15303 747 0,'-167'5'59'0,"229"11"-11"15,3-4-2-15,22-4 3 0,9-8-41 16,-3 0-1 0,6 0-14-16,-18-33-24 0,-35-6-73 15,-46 3-190-15</inkml:trace>
  <inkml:trace contextRef="#ctx0" brushRef="#br0" timeOffset="149155.99">28867 15031 514 0,'0'0'131'16,"0"0"-126"-16,0 0 51 15,0 0-2-15,0 0-54 16,0 0-10-16,214 0-88 16,-186 12-180-16</inkml:trace>
  <inkml:trace contextRef="#ctx0" brushRef="#br0" timeOffset="149422.65">28867 15031 548 0,'369'185'266'16,"-369"-185"-229"-16,0-5 45 15,13-34-55-15,5-14-27 16,16 4-5-16,-6 10-13 16,-9 15-23-16,-13 20-12 15,-6 4 50-15,0 0-13 16,0 0 5-16,0 0-27 15,9 23 12-15,-2 6 26 16,11 3 33-16,-12 0 1 0,10 0 17 16,-4-8 6-16,1-8-45 15,2 1 3-15,4-1-9 16,3-1-12-16,-4-2 6 16,1 2-19-16,9-7-12 15,-16-3-88-15,16-5-109 16</inkml:trace>
  <inkml:trace contextRef="#ctx0" brushRef="#br0" timeOffset="158465">30105 15183 127 0,'0'0'141'0,"0"0"-33"0,0 0-52 0,0 0-30 16,0 0 6-16,0 0-8 16,-53-16 17-16,53 8-9 15,-10 0-2-15,-2 4-8 16,6 1 9-16,0 3 3 0,-1 0 1 16,1 0 31-16,-3 0-32 15,3 0 10-15,-7 0-11 16,7 0-6-16,0 0-21 15,-3 0 14-15,-4 0-15 16,7 0-1-16,-6 0-4 16,-4 0 9-16,10 7-8 15,-6 9 0-15,12 0 0 16,0 9-1-16,0-9-9 16,0-4 6-16,0-4-4 15,6-5 0-15,34-3 7 16,-6 0-3-16,13 0 7 15,5-3-11-15,10-33 14 16,-3-13 12-16,0-7-15 0,-18 4 7 16,-20 8-11-16,-21 4-10 15,0 16 9-15,0 4 2 16,-15 7-1-16,-26 6 4 16,-11 7-7-16,-1 0 11 15,7 0-16-15,5 28 8 16,1 8 0-16,21 4-21 15,19 4-34-15,0-12-97 16,0-12-423-16</inkml:trace>
  <inkml:trace contextRef="#ctx0" brushRef="#br0" timeOffset="162195.07">18694 15781 204 0,'0'0'54'0,"0"0"-37"0,0 0 35 0,0 0-21 16,0 0-12-16,0 0 10 16,0 0 17-16,0 0 1 15,0 0-4-15,0 0-3 16,0 0-28-16,0 0 12 16,0 0-11-16,0 0 2 15,0 0-5-15,0 0-9 16,0 0 1-16,0 0 0 15,0 0 6-15,0 0-8 16,0 0 10-16,0 0-4 0,0 0 19 16,0 0-25-16,0 8 0 15,0 0 0-15,0 4 0 16,-12-1 10-16,12-2-4 16,0-1 10-16,-7 0-1 15,7-3 4-15,0-5-3 16,0 3 3-16,0-3-13 15,-9 0-5-15,9 0 0 16,0 0 5-16,0 0 6 16,0 0-12-16,0 0 21 15,0 0-20-15,0 0-2 16,0 0 4-16,0 0 8 0,0 0 0 16,0 0-8-1,0 0 10-15,0 0-12 0,0-20-2 16,0 0 6-16,0 4-6 15,0 0 8-15,0-9-10 16,0 9 6-16,0-4 3 16,0 4-6-16,0-4 3 15,0 4-3-15,0-7 6 16,0 7 3-16,0-9-7 16,0 9 0-16,0 1 5 15,0-1-5-15,9-1-2 16,-9 6 6-16,7-10-5 15,-7 1 5-15,12 4-9 16,-6-4 11-16,10 0-13 0,-16-4 11 16,6 4-8-16,0 0 2 15,0-1 0-15,-6 6 1 16,0 2 2-16,13-3-6 16,-13 4 7-16,6 1-7 15,-6 6 7-15,0-3-7 16,0 1 5-16,15-6-2 15,-8-3 0-15,-1-4 0 16,0 0-2-16,0 1 6 0,4-6-9 16,2-3 9-1,-12 12-8-15,12 0 8 0,-5-1-7 16,-7 10 3 0,6-1 0-16,3-4 1 0,-3 0 1 15,-6 4-4-15,6-8 4 16,1-1-6-16,-7 10 14 15,0-9-20-15,0 8 14 16,0 0-4-16,0 0 0 16,0 4 2-16,0-1-3 15,0 2 2-15,0-2-2 16,0-3 9-16,0-7-15 16,12 10 12-16,-12-3-10 15,9-3 7-15,-2 2-2 16,-1-7 0-16,-6 0 2 15,6 8-4-15,-6 4 4 16,0-7-2-16,0 6 2 0,6 2-4 16,-6-6 5-16,6 5-3 15,-6 0 0-15,0 1-1 16,0 3 0-16,0 0 2 16,0 0-5-16,0 0-20 15,0 0 1-15,0 0-24 16,0 0-41-16,0 0-128 15,0 0-212-15</inkml:trace>
  <inkml:trace contextRef="#ctx0" brushRef="#br0" timeOffset="194301.33">31239 14257 12 0,'0'0'93'0,"0"0"-24"0,0 0-24 15,0 0-9-15,0 0 16 16,0 0-8-16,0 0-6 16,0 0 4-16,0 0-11 15,0 0 1-15,-6 0-8 16,-6 0 20-16,6 0-6 16,-1 0 28-16,7 0-17 15,0 0-26-15,0 0 11 16,0 0-34-16,0 0 14 15,0 0-12-15,0 0 4 16,0 0-1-16,0 0-4 16,0 0 7-16,0 0 2 0,0 0 5 15,0 0-13-15,0 0 2 16,0 0 3-16,0 0-11 16,0 0 14-16,0 0-13 15,0 0 6-15,0 0-1 16,0 0 0-16,0 0 11 15,0 0 12-15,-9 4-23 16,3 0 3-16,6-4-5 16,-13 8 0-16,1 0-1 15,12-5 1-15,-9 10 0 0,9-9 1 16,0 9-3-16,0-2 6 16,0 5-10-16,0-4 12 15,0 12-13-15,-6 0 10 16,6-8-7-16,0 8 4 15,0-7 0-15,0 2-2 16,0-2-8-16,0-6 7 16,0 6 2-16,0 2-4 15,0 1 10-15,0 1-6 16,0-1 1-16,-7 4 0 16,-5-9-1-16,6 6-1 15,0-6-3-15,-4 6-6 16,4-9 11-16,-6 8 0 15,12 1-5-15,0-10 17 16,-7 1-17-16,-8 8 5 0,9-4 0 16,6 0 0-16,-6 4 0 15,-1 1-2-15,1-9 4 16,0 12-1-16,0-4 4 16,-4 0-10-16,4-1 8 15,0 2-5-15,0 3 2 16,-16 0 0-16,16 0 0 15,0 4 3-15,-7-4-3 16,1 0 4-16,-10 0-3 16,16-4 5-16,0 0-9 15,-10 1 6-15,10-13-3 16,0 7 0-16,0-2 0 0,-1-5 4 16,1-1-4-16,6 1 12 15,0-3-12-15,-15-5 1 16,15 3 2-16,0-3-5 15,0 8 2-15,0 1 0 16,0 2 0-16,0-3 1 16,0 5 3-16,-6-1 4 15,-1-1-12-15,7 2 12 16,-6-1-13-16,0-4 10 16,6 12-5-16,-6-12 0 15,-4 0 6-15,10-5 6 16,0 2-7-16,0-5-3 0,0 0 1 15,0 0-4 1,0 0 1-16,0 0 0 16,0 0-1-16,0 0 3 0,0 0-4 15,0 0-20-15,0 0-9 16,0 0-19-16,0 0 15 16,0 0-49-16,0-12-7 15,16-8 5-15,9 0-99 16,3 3-169-16</inkml:trace>
  <inkml:trace contextRef="#ctx0" brushRef="#br0" timeOffset="195051.41">30746 15195 37 0,'0'0'6'0,"0"0"21"0,0 0-23 0,0 0 7 0,0 0 11 16,0 0 28-16,-12 0 24 0,12 0-18 15,0 0 25 1,0 0-43-16,0 0-15 0,0 0-9 16,0 0 0-16,0 0 1 15,0 0-5-15,0 0 31 16,0 0-5-16,0 0 3 15,0 0-2-15,0 0-8 16,0 0-3-16,0 0-17 16,0 0 7-16,0 0-15 15,0 0 16-15,0 0-16 16,0 0 6-16,0 0-7 16,0 0 0-16,19 0 2 15,-1 0 0-15,10 5 0 16,-6 6 0-16,3-3-4 15,-4-3 2-15,-2 7-5 16,9-1 6-16,-16-3-3 16,22-3 2-16,-15 7-3 0,3-1-7 15,-10-3-4-15,-6 4 6 16,0-4-7-16,-6-3 8 16,10-2 1-16,-10-3-5 15,0 0-77-15,0 0-63 16,0 0-123-16</inkml:trace>
  <inkml:trace contextRef="#ctx0" brushRef="#br0" timeOffset="195867.16">30585 15352 83 0,'0'0'126'0,"0"0"-117"16,0 0 24-16,0 0 3 0,0 0 6 0,0 0-22 16,0-5-6-16,0 5-9 15,0 0 30-15,0 0 5 16,0 0-16-16,0 0-1 15,0 0-12-15,0 0 7 16,0 0-13-16,0 0 13 16,0 0-15-16,0-3-5 15,6-1 2-15,10 0 0 16,-10 4 8-16,-6 0-2 0,12 0-6 16,-12 0 4-16,0 0 7 15,7 0-11-15,-1 0 17 16,0 0-16-16,3 0 8 15,-9 0-6-15,0 0 2 16,7 0-5-16,-1 0 3 16,0 8 13-16,6 11 25 15,-2 6-7-15,2 3-29 16,-6-4 11-16,0-1-11 16,-6 2 3-16,0-5-8 15,0 4 2-15,0 1 3 16,0-2-1-16,0 1 7 15,0-8-10-15,0-16-2 0,0 0-5 16,16 0-11 0,3 0-32-16,-1-16 34 0,10-12 15 15,6-8 2-15,-15 4 3 16,15-4 6-16,0 0 5 16,0-4-13-16,-3-4 5 15,3 11 0-15,-6 10-8 16,-15 15 0-16,-7 8-7 15,-6 0-12-15,0 0 4 16,0 0 14-16,0 0-17 16,6 12-27-16,-6-4-105 15,0 3-230-15</inkml:trace>
  <inkml:trace contextRef="#ctx0" brushRef="#br0" timeOffset="199248.37">18728 14979 47 0,'0'0'211'0,"0"0"-129"0,0 0-7 0,0 0-19 0,0 0-16 16,0 0-6-16,0 0-6 15,-12 0 2-15,12 0-20 16,0 0 27-16,0 0-5 15,0 0 21-15,0 0-13 16,0 0-7-16,0 0 0 16,0 0-23-16,0 0 2 15,0 0-12-15,0 0-5 16,0-20-18-16,18-5 23 16,16-6 16-16,-9 7-7 15,-3 7-3-15,-3 6 0 0,-4-2 0 16,4 1 1-16,2-4-14 15,-8-4 4-15,5 0 3 16,-2 8-16-16,-10 5 9 16,6 7-5-16,-12 0-33 15,7 0 40-15,-7 0 5 16,0 0 4-16,6 0-4 16,-6 23 20-16,0 1-13 15,0 8 22-15,0 5-5 16,9 11-4-16,-9-1-17 15,0-11 4-15,13-3-2 16,-7-13-5-16,0-16-3 16,9-4-43-16,-8 0-30 15,-7 0-144-15,0 0-344 16</inkml:trace>
  <inkml:trace contextRef="#ctx0" brushRef="#br0" timeOffset="205559.24">17844 14758 93 0,'0'0'21'0,"0"0"6"0,0 0-6 0,0 0 2 0,0 0 7 15,0 0 1-15,0 0-12 16,0 8 20-16,0-8 4 15,0 0-1-15,0 0-1 16,0 0 6-16,0 0-7 16,0 0-14-16,0 4-5 15,0 0-17-15,-6-4 10 16,6 8-12-16,0-8-1 16,-6 5 6-16,6-5 0 15,0 3 5-15,-6 5-1 16,6 1-11-16,0 7 6 15,-6-1-5-15,6 1 4 0,0-8-10 16,0 4 10-16,0-7-4 16,0 11-1-16,-7-1 0 15,-2 1 0-15,3 1 1 16,-6 2-3-16,5 6 8 16,1-5-8-16,-3 4 4 15,-4 0 4-15,7 0-4 16,0-8-1-16,0 8-1 15,6 1 0-15,-10-10-7 16,10 9 12-16,-6 1-12 16,0-2 14-16,-6-7-4 0,12-3-3 15,-13 2 0 1,13-2 7-16,-9-1-3 0,9-4-4 16,0 3 0-16,-6 2-1 15,0 2-3-15,6 1 4 16,-13 4 3-16,13-3-1 15,-22-1 0-15,16 0-3 16,-6 4 1-16,-1 0 0 16,4-4-1-16,3 4 7 15,0-12-17-15,-7 13 16 16,13-10-10-16,0 6 10 16,0-2-7-16,0 1 2 15,0 0 0-15,0 1 0 16,0-9 8-16,0 0-16 0,0 7 12 15,0-7-11-15,0 8 7 16,0 1-1-16,0-9-8 16,0 8-4-16,-6-8-15 15,-3-1 17-15,3-2 10 16,6-2 2-16,0 5-6 16,0-8-2-16,0 9-25 15,0-9-44-15,0 0-54 16,0 0-70-16</inkml:trace>
  <inkml:trace contextRef="#ctx0" brushRef="#br0" timeOffset="208889.2">17358 15512 12 0,'0'0'21'0,"0"0"14"0,0 0 26 0,0 0-1 0,0 0-13 15,0 0 11-15,18-16 9 16,-18 16 24-16,0 0-25 0,0 0-14 16,0 0-2-16,0 0-28 15,0 0 4-15,0 0-22 16,10 0 9-16,-10 0-10 15,6 20 17-15,6 21 1 16,16 6 8-16,3 9-19 16,16-7-3-16,-13-10-14 15,-13-3 14-15,4-7-8 16,-16-9 4-16,-2-3-5 16,-7-11 2-16,0-6 0 15,0 0-13-15,0 0-3 16,0 0-22-16,18 0-14 0,16-19 45 15,7-21 7-15,5 8 1 16,1-4 5-16,-13 0-12 16,0 8-17-16,-9 8 0 15,-10 7-13-15,-2 1-35 16,-1 12-40-16,-12 0-48 16</inkml:trace>
  <inkml:trace contextRef="#ctx0" brushRef="#br0" timeOffset="211352.9">31754 15745 145 0,'0'0'82'0,"0"0"-82"0,0 0-16 0,0 0-18 0,0 0-37 0,0 0 48 0,0 0 23 16,87 0 23-16,-72 3-2 16,-15 5 27-16,13 1-31 15,-7-5-17-15,0 0 0 16,0-4 4-16,4 0-6 16,-10 8 7-16,0 0 23 15,0-4 40-15,0 0-6 16,0 8-46-16,0-8-10 15,0 12-4-15,0-8 13 0,0 5 6 16,0-2-13-16,0 1 24 16,0 4-5-16,0-4 20 15,0-4-17 1,0 0-8-16,0-8-14 0,0 5 1 16,0 3-5-16,0-5-4 15,0 1 13-15,0-4-13 16,0 0 2-16,0 0-2 15,0 0-5-15,0-24-11 16,0-28 16-16,18-16 18 16,16-8 0-16,1-9 2 0,-4 1-17 15,3-12 23 1,6-1-26-16,6-11 0 0,-11-3 7 16,-1 14-7-16,-10 17-6 15,-8 16 1-15,-4 20 4 16,-12 8-13-16,7 11-2 15,-7 9 11-15,6 0-12 16,0 9-62-16,3-10-31 16,4 1-93-16</inkml:trace>
  <inkml:trace contextRef="#ctx0" brushRef="#br0" timeOffset="212403.26">32049 14730 62 0,'0'0'111'0,"0"0"-71"0,0 0-19 0,0 0-3 16,0 0 5-16,0 0-17 15,0 0 8-15,6-4-6 16,-6 0-7-16,9 0 48 16,-9-4-3-16,0 8-1 0,6 0-19 15,-6 0 9 1,13-8-16-16,-1-8-1 0,10-4-1 16,12-5 0-1,-15-2 5-15,15-1-8 0,6 0 9 16,-21 0-2-16,2 3-5 15,-2 1-10-15,9 1-6 16,-10 6 0-16,4 1 0 16,-3 0 0-16,-7 8-7 15,-3 8-4-15,-9 0-29 16,0 0 2-16,0 0 38 16,0 0 9-16,0 0-6 0,13 0 8 15,-7 16-6 1,0 12-4-16,10 4 8 15,-10 5-8-15,0 7 3 16,0 0-2-16,1 0-2 0,-7 4 5 16,0 1-2-16,0-10 0 15,0-6 21-15,0 3-16 16,0-8-8-16,0-4 24 16,0 4-17-16,-7-5 6 15,1-10-12-15,0 7-1 16,6-9 1-16,-6-2-1 15,6 3 2-15,-10 0-1 16,10 0 3-16,0-4-1 16,0-4 5-16,0 4-8 15,0-4-7-15,0-4-45 16,0 0-3-16,0 0-9 0,0 0-50 16,0 0-142-16</inkml:trace>
  <inkml:trace contextRef="#ctx0" brushRef="#br0" timeOffset="-181956.46">2881 10664 50 0,'0'0'57'0,"0"0"54"0,0 0 24 0,0 0-56 0,0 0-8 15,0 0-59-15,0 0-11 16,0 0 6-16,0 0-7 0,6 0 4 16,-6 0 13-1,0 0 9-15,0 0 13 0,0 0-2 16,0 0-33-16,0 0 13 15,6 0-15-15,6 0-4 16,-5 0 7-16,2 0-2 16,3 0-1-16,1 8 14 15,8 0-6-15,-8-8 2 16,15 12 16-16,-4-4-18 16,4-5 12-16,-3-3-21 15,9 8-1-15,13-3 4 16,-7-5 0-16,7 3 11 15,15 6 8-15,3-1 8 0,3 0-17 16,6-8 15-16,4 8-29 16,9-8 1-16,9 0 12 15,3 0-16-15,0 0 6 16,4 0-3-16,-17 0 3 16,-5 0-3-16,-3 0 0 15,2 8 3-15,-12-1-7 16,13 6 8-16,-10-10 0 15,10 6 1-15,6-5-5 16,-7-4 4-16,1 4-1 0,-7 0 2 16,7 3-2-1,6 6 16-15,0-1-12 16,18-4 1-16,10-8 4 0,-4 0-12 16,4 0 1-16,-16 0 0 15,-2 0-1-15,-11-4 6 16,-5 4-7-16,-4 0 2 15,20 0-2-15,-11-4 18 16,7-4-17-16,7 4 7 16,8-4-11-16,-9 3 4 15,7-2 0-15,2 3-5 16,13 4 12-16,0 0-16 16,-15 0 14-16,2 0-12 15,-9 0 14-15,-6 0 0 16,0 0-3-16,10 0-8 15,-16 0 3-15,6 0 1 16,12 0-1-16,-3 0 9 16,4 0-13-16,8 0 11 0,-8 0-8 15,2 0 7-15,4 0-7 16,-3 0 2-16,11 0-8 16,14 0 7-16,-7-8 2 15,12-17-11-15,-18 18 20 16,7-9-15-16,-8 0 17 15,-8 7-24-15,3 6 19 16,-10-13-8-16,10 4 1 16,0-1 0-16,-10 2-1 0,-12 11 5 15,-6-9-14 1,-13 9 14-16,-15 0-10 0,3 0 3 16,-15 0-2-16,5 0 9 15,11 0-4-15,8 0 0 16,9 0 7-16,-5 0-17 15,12 0 6-15,-28 0 4 16,9 0-18-16,6 0 13 16,-15 4-3-16,16 12-1 15,-10 1-10-15,3 2 19 16,-15-2-6-16,5-6 17 16,11-6-22-16,5-5 21 15,19 0-20-15,-6 0 8 16,-13 0 0-16,-15 0-2 15,-18 0 4-15,-1 0 0 0,13 0-2 16,-7 0-3-16,7 0 10 16,9 8 0-16,-3-5 6 15,9 2-16-15,-3-5 5 16,3 0 0-16,-15 0 0 16,-6 4 2-16,-13-1-2 15,6 5-2-15,6-3 2 16,-11-2 3-16,5 10 7 15,0-1-4-15,1-1-5 16,11-2-1-16,1-1 0 16,0 0-1-16,-4 0 0 15,-18-5-3-15,3 2 8 16,-12-1-8-16,-3 0-11 16,-1 4 13-16,4 1 2 0,-10-6 5 15,16 1-5-15,-15 0 2 16,-1 0-4-16,-12 0-1 15,16-4-8-15,-16 4 17 16,6 4-12-16,6 0-7 16,-6 8-4-16,10 1 15 15,-10 2 2-15,0 1 12 16,16 5-7-16,-3-2-3 16,-7 1 7-16,22-7-4 15,-12 10-3-15,-10-7-1 16,13-4 1-16,-16 17-2 0,4-5 0 15,-7 8 8 1,-6 4-4-16,12-8 1 0,-12 9-2 16,0-10 5-16,0 2-11 15,22 6 7-15,-16-6-4 16,0-2 0-16,1-6-4 16,-7 3 1-16,0-9 3 15,0 6-6-15,0-1 18 16,0 4-20-16,-7-4 16 15,-5 13-8-15,-10-10 3 16,10 5-3-16,0-3 0 16,-10-6-3-16,3-2 2 15,7-6-10-15,-10 1 6 16,-12-4 2-16,9 4-1 0,-9 9-2 16,-12 3 4-16,5 8-4 15,-5 0 5-15,-1 0 1 16,19-8 0-16,0-4 2 15,10-8 7-15,-1-7-12 16,4-1 7-16,-4 0-8 16,-9-5-31-16,-12-3-5 15,-7 8 30-15,13 1 10 16,-18-1 7-16,-1 0-4 16,0 0-5-16,-15-4 12 15,15-4-20-15,1 0-6 16,11 0 8-16,-15 0 8 15,-2-20-3-15,-11 3-11 0,-2 1 14 16,-25 8 7-16,-3 0 0 16,-7 8 12-16,-2 0-16 15,8 0 15-15,14 0-18 16,-1 0 0-16,6-12-4 16,13 1-3-16,15-10 7 15,-12-3-19-15,3 4 8 16,-3 0 0-16,-3 12 7 15,0 8 8-15,-10 0 12 16,-3 0 3-16,1 0-13 16,-1 0 15-16,13 0-15 15,-3 0 7-15,-4 0-7 16,1 0-8-16,-7 0 2 16,16 0-19-16,-15 0 19 0,-1 0 15 15,-6 0-7-15,6 0 5 16,10 0 3-16,3 8-15 15,9-8-2-15,-3 0 10 16,-3 0-23-16,-10 0 11 16,1 0 1-16,-7 0-1 15,10 0 5-15,-9 0-2 16,-7 0 1-16,0 8 9 16,0 8-3-16,0-4 5 15,7 1-1-15,5-5-14 16,1-1 3-16,-7-3-4 15,4 5 0-15,-10-9 3 16,0 0-21-16,-9 0 22 0,3 0 10 16,0 3-6-16,-6 5-1 15,6-3 2-15,18-2 3 16,-5-3-8-16,-1 0 0 16,0 0 1-16,-5 0 3 15,-1 0-4-15,-13 0-4 16,-2 0-6-16,-16 0 19 15,-3 0-20-15,-27 0 17 16,8 0-6-16,7 4 0 16,12 0 1-16,15 5 6 15,-8-1 0-15,8-5-9 16,-9 5 9-16,1-8-14 0,8 0 0 16,13 0 7-1,-15 0 0-15,21 8-5 0,-6 4-4 16,-6 4 18-16,-4 1-2 15,10-6-6-15,7-3 15 16,11-3-16-16,16-5 0 16,0 0-20-16,-9 0 11 15,9 0 8-15,-3-5 1 16,3-3 0-16,-9 8 10 16,-3 0-8-16,-16 0 7 15,6 0 1-15,1 0-7 16,-1 0 2-16,13 0-1 15,9 0-4-15,0 0-26 0,-3 0 26 16,9 0-3-16,-9 0 13 16,-3-3-16-16,-15 3 15 15,5 0-6-15,4 0 7 16,3 0 7-16,3 0-15 16,9 0-1-16,3 0-1 15,-6 0-28-15,3 0 28 16,-15 0 0-16,-3 0 3 15,15-5 0-15,-10 2-3 16,10 3 4-16,-9-5-2 16,9 2 0-16,13 3 6 15,-10 0-16-15,10-4-3 16,-1 4 10-16,-6 0 2 16,7 0-5-16,-1 0 5 0,7-5-1 15,12 2 0-15,3-5-4 16,-3 8 3-16,-6-5-1 15,-12 2-7-15,-22 3 7 16,9 0-2-16,-16 0-15 16,10 0 18-16,19 0 1 15,18-5 3-15,9 1-3 16,4-4-22-16,8 0 17 16,1-3-42-16,0-2 25 15,6 6 22-15,-6-1 9 16,0 0-5-16,-4-1 12 0,10 1-8 15,0-8-8-15,0-12 10 16,0-4-9-16,0 0-2 16,0-4 7-16,0 0-12 15,0 12 12-15,0-1-2 16,10 10-3-16,-4 10 5 16,-6-6 2-16,0-14-6 15,12 1 1-15,7-7 3 16,2-5-12-16,7-9 5 15,-3 5-1-15,-3 4-13 16,3 8 8-16,-19 8-12 16,9 4 19-16,-2-1-4 15,-7 1 4-15,9-7-7 16,-2-2 14-16,5-2-14 0,4-1 2 16,12-5-3-16,-9 5 7 15,15 0-8-15,-5-4 6 16,-29 8-4-16,12 3-9 15,-8 2 8-15,-4 2-4 16,0 14 23-16,-6-9-15 16,0-4 4-16,0-8-1 15,6-9-1-15,7-6 2 16,8 2-4-16,-2 5 0 16,3 4 3-16,-4 8 2 15,-12 4-8-15,4-4 7 16,8 4-2-16,4-12-2 15,3 0 8-15,3-4-10 16,-22 12 5-16,0 4 0 0,-6 7 2 16,0 6-1-16,0 3 8 15,0 0-10-15,13 0 2 16,-4 0-27-16,-9 0 11 16,0 0-53-16,0 0-121 15</inkml:trace>
  <inkml:trace contextRef="#ctx0" brushRef="#br0" timeOffset="-177771.15">3774 15408 104 0,'0'0'132'0,"0"0"-115"0,0 0 12 0,0 0 24 16,0 0-3-16,0 0-35 16,0 0 13-16,0 0-18 15,9 12 21-15,-9-12 14 16,0 0 33-16,0 0 14 15,0 0-42-15,0 0-9 0,0 0-22 16,0 0 9-16,0 0-27 16,0 16 13-16,18 8-7 15,-5 12 19-15,15 8-12 16,0 17 1-16,-10 6 2 16,16-2-17-16,7 7 17 15,-1-4-15-15,13-8-1 16,-7-4-1-16,-5 1 0 15,-14-13-2-15,4-12 2 16,-15-13 0-16,-4-10-7 16,1-9 6-16,-13 0-20 0,0 0 7 15,0-24-29-15,15-36 43 16,4-20 15-16,9-9-10 16,6 1-5-16,12-1-2 15,7 14 1-15,6 10 2 16,-19 17-13-16,-6 9-12 15,-6 9-1-15,-9 7-22 16,3 15-71-16,-22 8-37 16,0 0-143-16</inkml:trace>
  <inkml:trace contextRef="#ctx0" brushRef="#br0" timeOffset="-175227.78">5398 15740 72 0,'0'0'51'0,"0"0"-48"0,0 0 7 15,0 0 12-15,0 0 8 16,0 0 5-16,0 0 14 15,-6 0-49-15,6 0-64 16,0 0-15-16,0 0 79 16,0 8 23-16,0-8 38 15,0 0-21-15,0 0 21 16,0 0-29-16,0 0 2 16,0 0-30-16,0 8-4 0,0-8-17 15,0 13 10 1,-12-9 7-16,12 12 46 0,-13 0 26 15,-2-8-5-15,9 12-30 16,6-16-30-16,0 9 10 16,0-10-17-16,0-3 0 15,0 0 8-15,0 0 24 16,0 0 14-16,0 0-15 16,0 0 8-16,0 0-33 15,0 0-6-15,0-3-8 16,6-27-1-16,40 7 18 15,-5-5-8-15,-1-1 0 16,-6 6-1-16,0 3-49 16,-15 4-7-16,-4 11 16 15,-9 5-26-15,-6 0-33 0,0 0-36 16,0 0-100-16</inkml:trace>
  <inkml:trace contextRef="#ctx0" brushRef="#br0" timeOffset="-174929.02">5318 15656 429 0,'0'0'35'0,"0"0"-21"0,0 0 24 0,0 0-18 16,0 0 1-16,0 0-17 15,176 125 1-15,-138-109-1 16,-10 0-3-16,-1 4 1 16,-2-16-2-16,-9-4-3 15,2 8-29-15,-5-8-19 16,2 0-89-16,-2 0-143 15</inkml:trace>
  <inkml:trace contextRef="#ctx0" brushRef="#br0" timeOffset="-174162.37">6508 15444 112 0,'0'0'233'0,"0"0"-210"0,0 0 65 0,0 0 11 0,0 0-43 16,0 240 2-16,0-176-51 16,0 1 13-16,0-1-9 15,0 0 9-15,0 5 0 16,0-2 10-16,0-3-22 16,0-3 0-16,0-20-10 15,0-10 2-15,0-15-13 16,0-16-54-16,0 0-76 15,0-20-57-15,0-24-161 16</inkml:trace>
  <inkml:trace contextRef="#ctx0" brushRef="#br0" timeOffset="-173813.03">6000 15452 364 0,'0'0'178'0,"0"0"-147"16,0 0 77-16,0 0-40 15,0 0-35-15,363 0-20 16,-242 0 7-16,18-8-12 16,-6-9-8-16,-5 2-41 15,-14-1-40-15,-8 3-78 16,-47 6-187-16</inkml:trace>
  <inkml:trace contextRef="#ctx0" brushRef="#br0" timeOffset="-173148.3">7538 15886 537 0,'0'0'112'0,"0"0"-107"0,0 0 67 0,0 0-47 0,0 0-1 0,381 0-16 15,-294-5-8 1,-13 5-10-16,-9 0-22 0,-24 0-12 15,-7 0-47-15,-6 0-1 16,-16 0-106-16</inkml:trace>
  <inkml:trace contextRef="#ctx0" brushRef="#br0" timeOffset="-172898.98">7727 15640 437 0,'0'0'104'16,"0"0"-24"-16,0 0 21 15,0 0-92-15,0 0 6 16,0 0-15-16,338 0-77 16,-282-3-115-16</inkml:trace>
  <inkml:trace contextRef="#ctx0" brushRef="#br0" timeOffset="-172516.76">8815 15043 36 0,'0'0'0'0</inkml:trace>
  <inkml:trace contextRef="#ctx0" brushRef="#br0" timeOffset="-172331.03">8815 15043 119 0,'134'27'168'0,"-134"30"9"15,0 7-66-15,0 5-31 0,0 3-32 16,6 4 7-16,6 0-18 15,4 5-15-15,2-9-9 16,-2 0-9-16,-16 3-1 16,0-3 4-16,0 2-2 15,0-10-5-15,0 0-9 16,-16-12-17-16,-9-12-15 16,10-13-38-16,-4-10-37 15,19-5 25-15,-6-12-71 16</inkml:trace>
  <inkml:trace contextRef="#ctx0" brushRef="#br0" timeOffset="-171765.57">8815 15756 67 0,'0'0'52'0,"0"0"-21"0,0 0 31 0,0 0 26 0,0 0-1 16,0 0-4-16,-6-8-23 16,6 8 23-16,0 0-14 0,0-15-10 15,0 7-39 1,0-13 8-16,47-7-19 0,5-3 3 16,23-10-6-16,18 2-1 15,0-10-5-15,15 1 6 16,-21 0-10-16,6 0 5 15,0 0-2-15,-34 20-16 16,-9 7-31-16,-32 13-43 16,-18 8-58-16,0 0-98 15</inkml:trace>
  <inkml:trace contextRef="#ctx0" brushRef="#br0" timeOffset="-171215.26">8747 15684 149 0,'0'0'39'0,"0"0"30"0,0 0 3 0,0 0-14 16,0 0-2-16,0 0-18 15,0 0-7-15,0 0 0 16,22 0 4-16,3 0-16 16,2 0 10-16,20 0 0 15,-1 20 9-15,7 5-8 0,3-6-1 16,3 22-5-16,3-1-10 15,-3 0 6-15,6 13-19 16,3-6 19-16,0 6-15 16,10-9 2-16,-10 0 1 15,-9-13-14-15,-3-10 6 16,-10-9-19-16,-12-9-29 16,-3-3-152-16,-9 0-364 15</inkml:trace>
  <inkml:trace contextRef="#ctx0" brushRef="#br0" timeOffset="-55676.52">3222 14951 117 0,'0'0'46'0,"0"0"-38"0,0 0 48 0,0 0 19 15,0 0-32-15,0 0 8 16,0 0-23-16,0 0 2 15,-35 180-15-15,35-156 15 0,0-4-12 16,-6 13-5-16,6-5 4 16,-9 3-6-16,3 10 9 15,6-2-11-15,-13 2 21 16,7-2-16-16,6-6 7 16,0 0-17-16,0 6 3 15,0 2 5-15,-6 6-12 16,0-2 8-16,-4-9-7 15,4 3 6-15,-6 5-4 16,-1 5 2-16,4-5 2 16,-9 4-6-16,11-12 2 0,1 5-3 15,-9-5 0 1,15 0-6-16,0-8-5 0,0 0 16 16,0 4-14-16,0-4 18 15,0 0-14-15,0 8 15 16,0 0-7-16,0-3-3 15,0 3 1-15,0-8 6 16,0-5-6-16,0-7 6 16,0 9-3-16,0-1-7 15,0-1 10-15,9 2-7 16,-3-1 3-16,7 4-3 16,-1 0 0-16,-6-4 4 0,16 0-7 15,-10-8 3-15,-6-3-8 16,16-2-2-16,-9-7 7 15,-1 0 3-15,10-4-2 16,6 4 5-16,3-4-3 16,9 5 2-16,6 3 0 15,10-1 0-15,3 1 9 16,0 0-12-16,3 0 4 16,-3 0-6-16,3 0 6 15,-3 1-3-15,0-1 0 16,3-5 1-16,-3 2-2 15,3-2 5-15,-3-3-13 16,-7 0 16-16,10 0-14 16,-15 0 13-16,12 0-9 0,-6 0 6 15,2 0-3-15,-2 0 0 16,6 0 3-16,-3 0-7 16,-3 0 9-16,5 0-5 15,-11 0 3-15,15 0-2 16,-9 0 0-16,12 0-1 15,-3 0 0-15,-3 0 2 16,3 0-5-16,-3 0 14 16,-13 0-11-16,16 5 5 15,-15-5-2-15,12 0 3 16,9 0-8-16,-3 0 2 16,-3 0 0-16,3 0-4 15,-3 0 5-15,3 0-4 16,-12 0 6-16,9 0-6 15,-16 0 8-15,13 0-11 0,3 0 12 16,-3 3-4-16,-12 1-1 16,5-4-1-16,-5 0 0 15,3 0 8-15,2 0-14 16,-11 0 15-16,5 0-6 16,-6 0 2-16,1 0-2 15,11 0-3-15,-5 5 17 16,-7-5-16-16,28 3 7 15,-15-3-10-15,6 0 7 16,3 0-8-16,-9 0 9 16,6 0-8-16,-7 0 7 0,4 0-1 15,-3 0 7-15,6 0-7 16,15 0 11-16,1 0-13 16,-1 0 9-16,4 0-5 15,-23 0-6-15,4-3 7 16,-6-6-8-16,3 1 6 15,15 0-5-15,4 5 11 16,-1-2-7-16,-9-3 3 16,-3 1-3-16,-9-1 1 15,-13 0 0-15,7 0-1 16,-7-1-4-16,7 1 0 16,-7 5 9-16,13-5-8 15,-13 3 1-15,6-3 6 0,1-4-11 16,-1 4 15-1,10-4-23-15,-19 0 23 0,13 0-17 16,3 4 5-16,-13 0 0 16,13-9-2-16,6 6 6 15,-4-5-5-15,-2-4 5 16,-6 0-7-16,-1 4 8 16,-5 4-7-16,-1-1 3 15,-6 2-1-15,-3-1 0 16,3-4-3-16,-6-4 2 15,6-1 2-15,6-2-13 16,-15-2 25-16,3 9-17 16,-3 5 9-16,-10-2-8 0,-2 6 3 15,8-1 0-15,-8-5-2 16,-1-7 2-16,1 12-4 16,8-8 8-16,-2 1-9 15,-3 2 14-15,-4 1-9 16,0 0 0-16,10 0 0 15,-10 4 0-15,10-4 1 16,-9 0-5-16,14-4 11 16,-14 0-10-16,12-4 11 15,-4 0-16-15,-2-4 14 16,-4 8-12-16,4 4 7 16,-13-1-1-16,-6 10 0 15,16-2 2-15,-10 5-5 16,6-7 7-16,-5-1-7 0,14-8 10 15,-2-9-11 1,-4 9 8-16,10-7-2 0,9-5-2 16,-15 3-1-16,-4 1 0 15,10-1 2-15,-9 10-12 16,-4-9 24-16,16-1-24 16,-16-2 22-16,7-5-21 15,-3 0 10-15,-10-1-5 16,6 2 5-16,-12-2 0 15,6 2 0-15,-6-2 1 0,0 5-3 16,0 0 10 0,0 0-10-16,0-9 3 0,0 1-2 15,0 0 0 1,0-3 1-16,0 6-3 0,0 5 9 16,0 0-7-16,0 4 6 15,-12 1 0-15,0 6-4 16,-4 1 4-16,-3 0-5 15,13-1 0-15,-15 10 5 16,8-5-4-16,7-8 10 16,-16 12-9-16,-3-8-4 15,-3-1 4-15,22 6-7 16,-28-1 10-16,28 4-5 16,-13 3 9-16,4-6-7 15,-4 11 17-15,-9-9-15 0,-6 1-7 16,-6-3 15-1,0-1-23-15,2-1 14 0,-2 2-4 16,0 6 1 0,0 1 0-16,5 1 6 0,-5 3-4 15,-13 0-2-15,13-5 6 16,6 5-12-16,0-3 12 16,9 3-10-16,-9 0 6 15,0 0-2-15,6 0 0 16,-3 0 0-16,-3 0-4 15,-6 0 11-15,-7 0-13 16,-6 0 19-16,-9 0-25 16,10 0 14-16,-7 0-3 15,3 0 2-15,16 0-1 0,-13 0 0 16,0 0-8-16,7 0 5 16,-7 0 6-16,-3 0-4 15,25 0 8-15,-19 0-14 16,4 0 7-16,-13 0 0 15,13 0-3-15,-13-5 9 16,-3 5-13-16,-4-3 14 16,4 3-11-16,-3 0 15 15,-15 0-22-15,12 0 7 16,-7 0 4-16,16 0-1 0,6 0 0 16,-15 0 0-1,9 0 1-15,-21 0-5 16,-7 0 12-16,6 0-13 0,7 0 17 15,15 0-13 1,0 0 2-16,3 0 0 0,10 8-4 16,-7-5 6-16,7 2-9 15,-7-2 14-15,19 1-20 16,-13 1 28-16,1-5-26 16,-16 11 11-16,15-3-10 15,-6-3 7-15,-5-5 3 16,-4 7-2-16,15-2 10 15,-6-2-17-15,1 2 15 16,-10 3-11-16,9-5 10 16,-6 6-5-16,-3-9 0 15,3 11-3-15,13-3 3 0,-1-3 3 16,-3-5 0-16,4 12 5 16,21-8-15-16,-15 0 18 15,-1-1-22-15,1 5 9 16,0 1-1-16,0-1 3 15,-1 0 0-15,7 0-3 16,-6 0 7-16,9 0-11 16,-16-8 14-16,13 0-14 15,0 0-3-15,-6 0 5 16,21 4 8-16,-15 0-3 16,-6-4 5-16,18 0-3 15,-9 8-2-15,-3-8 8 0,0 4-14 16,6-4 16-1,-3 0-16-15,3 3 12 0,-6-3-6 16,0 0 5-16,-3 0-5 16,-4 9-6-16,1-5 5 15,6 0-6-15,-6 0 14 16,-7-4-10-16,13 0 7 16,-6 0-6-16,-1 0 2 15,7 0-13-15,3 0 11 16,3 0 2-16,0 0-1 15,4 0 11-15,-4 0-17 16,-6 0 19-16,3 0-14 16,-4 0 6-16,23 0-2 15,-10 0-2-15,10 0 0 0,-10 0-1 16,-3 0-13-16,4 0 8 16,-4 0 12-16,-3 0-10 15,0 0 11-15,3 0-8 16,-9 0 2-16,0 0-1 15,9 0 0-15,10 0 3 16,2-4-8-16,-8 4 14 16,-4-4-19-16,3 4 24 15,-3-4-20-15,4 4 12 16,8-9-6-16,1 9 0 16,-4 0-3-16,-2-3 2 15,-10-1 2-15,15-4-9 0,-8 8 18 16,15 0-12-1,-7 0 9-15,7-4-5 0,6 4-2 16,0 0 5-16,0 0-5 16,0 0 0-16,0 0 0 15,-6 0 7-15,-10 0-7 16,10 0 8-16,-6 0-16 16,12 0 2-16,0 0 4 15,0 0-17-15,0-4-25 16,0 4-57-16,0 0-88 15,0 0-229-15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48:22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15317 922 162 0,'0'0'190'0,"0"0"-157"0,0 0 44 0,0 0-12 16,0 0-34-16,0 0-17 16,0 0-2-16,0 0 30 0,0-20-13 15,0 20 10 1,0 0-12-16,0 0 2 15,0 0-5-15,0 0-17 16,0 0-6-16,0 0 6 0,0 0-8 16,0 0 1-16,0 0-3 15,0 0-13-15,0 0 9 16,0 15-1-16,0 26 8 16,0 7 6-16,0 4-1 15,0 4 4-15,0 4-6 16,0 9-4-16,0-5 3 15,0 12 3-15,0-11-4 16,-12-10-1-16,6-7 5 16,0-4 3-16,-1-11-5 15,7-2-1-15,0-10-4 0,0-17 8 16,0-4-14-16,0 4-2 16,0 0 7-16,41-1 3 15,-1 2 1-15,6-5 10 16,1 8-6-16,0 0 6 15,-1 4-8-15,-6-1 4 16,-6-2-3-16,-3-5-3 16,4 0-1-16,-14-4-4 15,-2 4-26-15,3-4-14 16,-10 0-38-16,0 0-42 16,-5 0-133-16</inkml:trace>
  <inkml:trace contextRef="#ctx0" brushRef="#br0" timeOffset="566.22">15953 1435 157 0,'0'0'42'0,"0"0"-35"0,0 0 14 0,0 0 47 16,0 0-27-16,0 0 16 15,62 13-14-15,-43 2-12 16,-7 9 1-16,-3-8-1 0,-9 12 24 16,0 0-12-16,0 16 15 15,0-3-19 1,0 3-11-16,0-4-26 0,0-16 2 16,0-4-6-16,0 0 2 15,0-4-13-15,-15 9-28 16,2-14-6-16,7-3-51 15,6-4-11-15,-6-4-113 16</inkml:trace>
  <inkml:trace contextRef="#ctx0" brushRef="#br0" timeOffset="815.01">15879 1163 64 0,'0'0'192'0,"0"0"-176"16,0 0 61-16,0 0-24 0,0 0-27 16,0 0-15-1,108-77 0-15,-108 77-11 0,0 0-1 16,0 0-6-16,0 0-12 15,0 0-87-15,0 0-210 16</inkml:trace>
  <inkml:trace contextRef="#ctx0" brushRef="#br0" timeOffset="1348.06">16496 1291 126 0,'0'0'241'0,"0"0"-167"0,0 0 1 0,0 0-13 0,0 0-27 16,0 0-16-16,0 104 16 15,0-64-27-15,0 4 14 16,0 8-13-16,0 4-4 16,0 1-2-16,0-6 1 15,0-7 3-15,0-14-4 16,0-7-6-16,0 1-2 15,-7-4-1-15,1-12-30 16,6-3-17-16,-9-5 4 0,9 0-18 16,-6 0-19-1,-7 0-47-15</inkml:trace>
  <inkml:trace contextRef="#ctx0" brushRef="#br0" timeOffset="1665.05">16182 1291 233 0,'0'0'127'0,"0"0"-97"16,0 0 21-16,0 0 0 16,0 0-31-16,0 0-8 15,193 0 0-15,-153 0-9 16,0 0-3-16,1 0-21 16,-7 0-14-16,-9 0-4 15,2 0-33-15,-2 0-23 16,3 0-62-16</inkml:trace>
  <inkml:trace contextRef="#ctx0" brushRef="#br0" timeOffset="2264.03">16734 1219 143 0,'0'0'90'16,"0"0"12"-16,0 0-21 0,0 0-27 16,0 0-34-16,0 0 39 15,0 80-10-15,0-40-16 16,0 4-19-16,16-7-11 15,-10-6 6-15,-6-3-7 16,0-4 2-16,0-7 2 16,0-6 0-16,0-3-3 15,0-4 12-15,0-4-11 16,0 0-2-16,0 0 12 16,0 0-9-16,0 0 21 15,0 0-18-15,0 0-7 16,0 0-1-16,0-7-8 0,0-17-2 15,-6-9 6-15,0 5-9 16,6 0 0-16,0 0-6 16,0 9 11-16,0-6 0 15,0-3-35-15,0 12 20 16,12 0-32-16,7 8 42 16,-4-1 6-16,4-2-3 15,-7-6-15-15,10 14-6 16,-10 3 26-16,-5 0-25 15,2 8 6-15,-9 24 4 16,0 8 20-16,0 8 7 16,0-4 5-16,0-8 14 15,0-8-14-15,0-4 25 16,0-7 10-16,0-9 4 16,0 3-17-16,0-2-11 0,0 7-9 15,18-1-11-15,17 22 13 16,5-1 6-16,0 4-20 15,7-4 1-15,-7-12 4 16,-9-4 1-16,-3-8-16 16,-22 4 8-16,0 8-1 15,-6-7-1-15,0 2-5 16,0-2 7-16,0-14-16 16,0-3-48-16,0 0-92 15,0 0-186-15</inkml:trace>
  <inkml:trace contextRef="#ctx0" brushRef="#br0" timeOffset="2713.89">17370 1644 280 0,'0'0'99'0,"0"0"-37"0,0 0-44 0,0 0-6 0,0 0-12 0,0 0 0 16,74 15 18-16,-61-15 4 15,2 0 17-15,-2 0 10 16,-1-31 19-16,1-5-35 16,2-8-12-16,-3-1-21 15,1-2-27-15,-13 6-83 16,0 5 1-16,0 16 85 16,-40 16-28-16,-13 4 52 15,-18 0 53-15,-4 24-27 16,13 0-9-16,16-7-1 0,15-17-16 15,15 0-35-15,10 0-60 16,6 0-37-16,0 0-91 16</inkml:trace>
  <inkml:trace contextRef="#ctx0" brushRef="#br0" timeOffset="3213.78">17913 1230 4 0,'0'0'291'0,"0"0"-222"0,0 0-4 0,0 0 1 16,0 0-20-16,0 0-39 15,0 21-7-15,0-6 0 0,24 10 4 16,11-1-2-1,11 16 7-15,1 0-6 0,8 0-6 16,-2-4 3-16,-6 5-14 16,-7-2 7-16,13 2-7 15,-19-5-57-15,-22 3 65 16,-12-11 6-16,0-7 17 16,0 2 50-16,-59 7 9 15,-9-7 17-15,9-7-42 16,13 0-22-16,18-12-13 15,3 1-16-15,-3-5-7 16,-6 0-26-16,-6 0-7 16,-1 0-59-16,10 0-99 15</inkml:trace>
  <inkml:trace contextRef="#ctx0" brushRef="#br0" timeOffset="4912.85">20666 573 105 0,'0'0'228'0,"0"0"-167"0,0 0-25 0,0 0-18 16,0 0 10-16,0 0 1 15,0 0-3-15,0 0-3 16,0 8 21-16,0 24 10 16,0 4 2-16,0 8-19 15,0 5-23-15,0 10 8 16,0-2-19-16,12 2 8 0,-5 7-7 16,-7 6 0-16,21 0-1 15,-14 11-3-15,-1-2 3 16,15 11-2-16,4-4 7 15,-3 13-3-15,3-14-9 16,-4 6 8-16,-2-9-4 16,-3-7 7-16,-10-5-7 15,-6 3 0-15,0 2 0 16,0-1-2-16,0 4 1 16,0 0 1-16,0 0 0 15,0-3 1-15,0-5-1 16,0 5 0-16,0 3-6 15,0-4 6-15,0 4 0 0,0-3 1 16,-6 10-1-16,-10-7-1 16,4 0-4-16,-7-3 10 15,-3-5-9-15,10 0 12 16,-4 5-8-16,4-9 0 16,-7 8 0-16,-2 0 0 15,15 1 0-15,-22 3-4 16,9-5 13-16,7 2-17 15,-16-1 13-15,15 4-5 16,-8-3 0-16,8 6-2 16,-5 2 2-16,2-1 0 15,4 17-1-15,-1-14 2 16,13 10 5-16,0-9-5 0,0-11-1 16,0-1 3-16,0 4-3 15,0-3 6-15,0 14-6 16,0-2 0-16,0-1 6 15,0 4 5-15,-9-4 8 16,-3-4 0-16,-7 4-2 16,3 1-3-16,-8-4-7 15,-4-10 8-15,15-11-15 16,-15-15-2-16,28-13-8 16,-6-4-11-16,-12-5 4 15,-10 6-32-15,-13-5-3 16,1-12-81-16,0-16-168 0</inkml:trace>
  <inkml:trace contextRef="#ctx0" brushRef="#br0" timeOffset="6463.58">14598 2265 57 0,'0'0'162'0,"0"0"-161"0,0 0 2 0,0 0-1 0,0 0 28 16,0 0 38-16,-161 0 15 16,148 0 15-16,-2 0-41 15,-4 0-5-15,13 0-8 0,-9 0 3 16,8 5-21-16,7-5-9 15,0 0 3-15,0 0 6 16,0 0 12-16,0 0-9 16,0 0 10-16,0 0-29 15,0 0-10-15,0 0-14 16,47 8 14-16,15 0 14 16,9 4-8-16,4-1-5 0,5 6-1 15,1-1 0-15,12 0 2 16,12-8 6-16,-2-1-8 15,18 1-2-15,6 0 2 16,-10 1 0-16,11-1 0 16,14 0 0-16,-2-5-4 15,-1-3 2-15,1 0-3 16,-4 5 5-16,-18 3 0 16,15 0-7-16,-12-1 7 15,-6 1 6-15,6-3-3 16,0-1-6-16,3-4-13 15,3 0 15-15,16 0-23 16,-4 0 18-16,7 0 2 16,-10 0 4-16,-12 0-1 15,-3 0 9-15,-12 0-16 0,-16 12 18 16,12 0-11 0,10 0 2-16,-6-4 3 0,2 0-2 15,4-3-1-15,-10-2 1 16,16 1-2-16,0 0 0 15,0 4 4-15,12-4-11 16,1 4 6-16,-1-3-6 16,0 3 5-16,1 3 1 15,-13 1-6-15,-13-4 6 16,10-3-6-16,-3-5-1 16,12 0-21-16,0 0 2 15,6 0 9-15,1 0-7 0,-7-5 21 16,0-3-2-16,-12 0-1 15,-16 8-9-15,-12 0 11 16,12 0 4-16,3 0 1 16,-3 0 2-16,10 0 4 15,9 0 0-15,-3 0-3 16,-1 0 1-16,-2 0 5 16,-16 0-9-16,-3 0-9 15,-6 0-3-15,-7 8 11 16,7 0 1-16,6-8 1 15,7 0-1-15,8 0-12 16,10 0-1-16,-10 0 9 16,-2 0 1-16,-4 0-6 0,-3 0 6 15,1 0 3 1,21 0 7-16,-1 0-6 16,8 0 1-16,-7 0-2 15,-1 0-12-15,-8-8 0 0,3 4 11 16,-10 4 2-16,10 0-1 15,0 0 9-15,6 0 12 16,-4 0 16-16,4 0-17 16,-6 0-4-16,-22 0-15 15,-6 0-1-15,-6 0 0 16,-7 4-2-16,-3-4 0 16,-3 8 4-16,19-3 5 15,-12-2-7-15,-10-3 0 16,-12 0 2-16,-7 0-2 0,-6 0-45 15,7 0-27-15,9 0 14 16,-16 0-26-16,-15 0 42 16,3 0-62-16,-28-8-200 15</inkml:trace>
  <inkml:trace contextRef="#ctx0" brushRef="#br0" timeOffset="9041.5">21637 1860 281 0,'0'0'57'0,"0"0"-55"0,0 0 24 0,0 0 34 15,0 0-15-15,0 0-11 16,86 221-16-16,-45-209 4 0,-4-4 15 15,12-8 24-15,4 0-8 16,6 0-7-16,9-44 10 16,-3-25-21-16,10-14-7 15,-1-22-28-15,-33-7-17 16,-23-12-16-16,-18 16 13 16,0 11 20-16,0 29-9 15,-46 23 2-15,-35 21 7 16,0 17 24-16,-24 7-9 15,3 7-15-15,-10 37 4 16,19 5-9-16,25 3 0 16,21 1-12-16,19-10-28 15,28 9-16-15,0 9 22 16,0-9 5-16,0 0-9 0,28-16-30 16,19-19 2-16,6-14-12 15,2-3 18-15,10 0-5 16,4 0 32-16,18-20 38 15,-7-1 6-15,-9 14 19 16,-15 7 44-16,-3 0-15 16,-13 24-17-16,-21 36 84 15,3 4-32-15,-10 0-33 16,-6-7 16-16,16-9-45 16,-10-8-15-16,7-8-8 15,15-13-8-15,0-14-20 16,19-5-97-16,-7 0-80 15,-5-8-71-15</inkml:trace>
  <inkml:trace contextRef="#ctx0" brushRef="#br0" timeOffset="9414.34">22753 1957 461 0,'0'0'33'0,"0"0"-20"0,0 0-13 0,0 0-2 15,0 0-7-15,0 0-20 0,254 112 26 16,-195-112-4-16,-13 0 14 15,-18 0 13-15,3-20 0 16,-9-5 13-16,-16-3-14 16,-6-11 5-16,0-2-24 15,0 5-21-15,0 8-30 16,0 17 47-16,0 6 1 16,0 5-13-16,0 0-28 15,0 0-46-15,0 0-93 16</inkml:trace>
  <inkml:trace contextRef="#ctx0" brushRef="#br0" timeOffset="9558.6">23472 1929 328 0,'0'0'70'0,"0"0"-23"15,0 0-1-15,0 0-36 16,0 0-10-16,0 0-20 15,0 0-75-15,62 100-193 16</inkml:trace>
  <inkml:trace contextRef="#ctx0" brushRef="#br0" timeOffset="9740.58">23460 1503 646 0,'0'0'52'16,"0"0"-37"-16,0 0-15 15,0 0-45-15,0 0-66 16,0 0-156-16</inkml:trace>
  <inkml:trace contextRef="#ctx0" brushRef="#br0" timeOffset="10090.86">23940 1628 406 0,'0'0'70'0,"0"0"-67"15,0 0 1-15,0 0 48 16,0 216-18-16,0-180 2 15,0-3-19-15,0-10-1 16,0-10-9-16,0 10 26 16,7-15-3-16,14 0-4 0,-2-3-26 15,9-5-15 1,0 0 15-16,3 0 10 0,-3 0 12 16,-1 0-16-16,-8 0-6 15,3 0-6-15,-4 0 5 16,-5 0-30-16,2 0-16 15,-2 0-16-15,15 0-9 16,-4 0-22-16,11-21-170 16</inkml:trace>
  <inkml:trace contextRef="#ctx0" brushRef="#br0" timeOffset="10460.91">24610 1844 81 0,'0'0'347'0,"0"0"-346"0,0 0 40 0,0 0 7 16,0 0-2-16,0 0-40 16,279 69 7-16,-198-69-11 15,-7 0 2-15,-15 0 16 0,-19-28-20 16,-18-13 4-16,-9-3 9 16,-13 8-3-16,0 0-8 15,-28 8-4-15,-44 12-22 16,-8 16-6-16,-13 0 30 15,0 0 12-15,12 24-12 16,25 4-15-16,16 0-89 16,9-16-77-16</inkml:trace>
  <inkml:trace contextRef="#ctx0" brushRef="#br0" timeOffset="10593.09">24610 1844 180 0</inkml:trace>
  <inkml:trace contextRef="#ctx0" brushRef="#br0" timeOffset="10807.71">24610 1844 180 0,'487'56'418'0,"-453"-56"-409"0,0-7-5 16,19-17 106-16,-7-9-101 15,-5 21-9-15,-7 4-9 16,-9 8-51-16,2 0 45 15,-20 0-20-15,21 0 18 16,-16 0 17-16,16 0 26 16,-3 0 16-16,15 0-38 15,0 0 14-15,-6 0-4 16,1 0-14-16,-11 0-2 0,10 0 2 16,-6 0 12-1,-9 0-12-15,21 0-16 0,-12 0-5 16,6 0-64-16,-3 0-18 15,10-8-32-15,-7 8-40 16</inkml:trace>
  <inkml:trace contextRef="#ctx0" brushRef="#br0" timeOffset="10973.95">26074 1844 309 0,'0'0'55'15,"0"0"-33"1,0 0-4-16,0 0-9 0,121 113-9 15,-69-105-22-15,1-1-31 16,-13-7 8-16,13 0 24 16,-19 0-55-16,-6 0-26 15</inkml:trace>
  <inkml:trace contextRef="#ctx0" brushRef="#br0" timeOffset="11173.32">26074 1844 604 0,'186'5'51'0,"-165"-5"8"15,-2 0 20-15,3 0-73 16,-4 0-6-16,-18 0-60 15,0-8-217-15</inkml:trace>
  <inkml:trace contextRef="#ctx0" brushRef="#br0" timeOffset="11323.11">26328 1695 495 0,'0'0'124'15,"0"0"-124"-15,0 0-81 16,0 0-65-16</inkml:trace>
  <inkml:trace contextRef="#ctx0" brushRef="#br0" timeOffset="11523.51">26774 1595 228 0,'0'0'236'16,"0"0"-226"-16,0 0-8 0,47 221 36 16,-19-165-38-16,6-12-31 15,-22-11-200-15</inkml:trace>
  <inkml:trace contextRef="#ctx0" brushRef="#br0" timeOffset="12206.02">26768 1503 353 0,'0'0'411'15,"0"0"-393"-15,0 0 3 16,0 0-9-16,0 0-12 16,0 0-13-16,127 12 3 15,-86-4-45-15,-1 12-70 16,-12 1 38-16,-3 18 45 16,-4 10 35-16,4 7 5 15,3 0 4-15,6-12 1 16,-9-3 0-16,9-5 0 15,-12-8-5-15,-16-5 6 16,0-10-8-16,-6-5 2 16,0-8 2-16,0 0 3 15,0 0 2-15,-6-8-4 0,-22-33 4 16,9-11-10 0,19-12-1-16,0 8-7 0,0-8 13 15,19 12 5-15,9 24-4 16,-3 8-1-16,-16 20 0 15,3 0 0-15,1 0 17 16,9 36 6-16,-10 0-23 16,0 0-1-16,4 0-11 15,3-8 12-15,-19 4-9 16,0 0 18-16,0 9 16 16,0-10 44-16,0-11-20 15,12-7-35-15,22-5-14 0,6-5-5 16,7 2-35-1,15 2 22-15,-3-2 14 0,-19-5 4 16,0 8-1 0,-6 0-6-16,-15-8 7 0,9 0-21 15,-3 0 14-15,-3-25-14 16,2-11-19-16,-8 0-29 16,-16 0-93-16,0 4 97 15,0 16 65-15,-56 12 13 16,-3 4 125-16,-15 0-92 15,27 0-34-15,-6 0-12 16,19 0-12-16,22 0-222 0</inkml:trace>
  <inkml:trace contextRef="#ctx0" brushRef="#br0" timeOffset="12538.7">28058 1652 360 0,'0'0'66'0,"0"0"-23"0,0 0-27 0,0 0-13 0,0 0 1 16,0 0 1-16,-40 124-7 0,86-100 3 15,10-8-2-15,3 4-5 16,-6-7 5-16,3-2-3 16,-19-7 8-16,-22 4 0 15,-9-3 0-15,-6 3 21 16,0-5 29-16,-6 9 70 16,-46-4-86-16,-4 8-38 15,-3 1-7-15,-3-1-88 16,3 7-61-16</inkml:trace>
  <inkml:trace contextRef="#ctx0" brushRef="#br0" timeOffset="16819.8">15993 4243 151 0,'0'0'80'0,"0"0"16"0,0 0-33 0,0 0-2 0,0 0-42 0,0 0 12 0,0 0-4 16,13 0-5-16,-13 0-1 15,0 0 14-15,0 0 19 16,0 0-17-16,0 0 8 16,0-5-21-16,0-6 11 15,0 2-28-15,0-15 16 16,0-4-20-16,15-3-1 0,-2-10 7 16,-7 9-9-1,0 0 11-15,-6 0-9 0,9-8 18 16,4-4-14-1,-7-8 1-15,13-4-4 0,-4-1-3 16,-3 1 0-16,1 0 3 16,-13 7 1-16,9 10 0 15,-3-5 11-15,1-1-9 16,-1 1-9-16,6 0 3 16,4-4-7-16,-10 12 1 15,0 4 5-15,-6 15 1 16,0 10-4-16,0 7-6 15,0 0-18-15,0 0 27 16,0 0-2-16,0 0-1 0,0 0-6 16,0 4-16-16,0 16 25 15,0 12 1 1,0 4 3-16,0 12 5 0,-34-4-2 16,-6 8-2-16,-7 1-1 15,7-9-1-15,6-8-2 16,15-8-15-16,13 0-69 15,-6-8-92-15,-4-8-78 16,4-12-65-16</inkml:trace>
  <inkml:trace contextRef="#ctx0" brushRef="#br0" timeOffset="17485.41">16877 3308 250 0,'0'0'135'0,"0"0"-120"0,0 0 72 0,0 0 2 16,0 0-51-16,0 0 3 15,-22 12-24-15,22-12 4 16,0 0-16-16,0 0 9 16,0 0-14-16,0 0-28 15,0 0 7-15,0 0 20 16,0 0-2-16,7 4 6 16,20 16-6-16,-14 0-1 15,9 8-5-15,-16 12 13 0,-6 8-8 16,0 13-9-1,0 11 13-15,0 8 5 0,-41 0-1 16,14-11 10-16,8-13 13 16,-3-20 10-16,22-12-32 15,0-12-4-15,0 0-1 16,0 0-7-16,28-4 4 16,6 4 3-16,7-8 21 15,5 3-7-15,7-2-14 16,-1-5 9-16,4 0-7 15,-9 8 0-15,-7 0-2 16,-9 8-7-16,-9 4 7 16,6-8 4-16,-3 0-4 15,2-4-3-15,-2-8-66 16,3 0-96-16</inkml:trace>
  <inkml:trace contextRef="#ctx0" brushRef="#br0" timeOffset="18834.02">16775 3405 122 0,'0'0'15'0,"0"0"29"0,0 0-10 0,0 0 12 0,0 0-10 15,0 0 8-15,-25 3-1 16,19-3 5-16,-4 0 10 16,4 5-19-16,0-5-5 15,6 0-33-15,0 0 17 16,-6 0-15-16,6 0 16 16,0 0 1-16,0 0 4 15,0 0 20-15,0 0-16 16,0 0 6-16,0 0-28 15,0 0 14-15,0 0-18 16,0 0 6-16,0 0-6 16,0 0 6-16,0 0 0 15,0 3 3-15,0-3 2 0,0 5-10 16,0-5 1 0,0 0 0-16,0 0-7 0,0 0 5 15,0 0-4-15,0 0 2 16,0 0-1-16,0 0-2 15,0 0 6-15,0 0-6 16,0 0 2-16,0 0-4 16,0 0-39-16,0-5 15 15,0-15 10-15,6-4 19 16,16 1 11-16,2-6-11 16,-8 17-15-16,-4 9 12 15,1 3-5-15,-1 0-10 0,10 0-13 16,-3 0-15-1,2 0 46-15,4 0-1 0,9 0-19 16,-6 0-129 0,-22 0-254-16</inkml:trace>
  <inkml:trace contextRef="#ctx0" brushRef="#br0" timeOffset="21814.2">23078 4379 72 0,'0'0'369'0,"0"0"-322"0,0 0-8 0,0 0 41 0,0 0-9 16,0 0-22-16,-34-64-31 15,28 59 15-15,6-10-20 16,0-9 7-16,0-12-1 16,0-8-13-16,0-12-2 0,0-1-4 15,28-7 12 1,-9-5-3-16,-4 5-17 0,16 12 18 16,-15 1-12-16,-10-2 4 15,12 9-3-15,10-5 1 16,-15 13-12-16,2-3-1 15,-9 11 2-15,7 4-4 16,9-4-30-16,-4 8 37 16,10-5-31-16,-9 14-32 15,-13 6 41-15,-6 5 12 16,0 0-20-16,0 20 13 16,-53 32 25-16,-6 9 8 15,-3-9-6-15,-3 4 3 16,25-12-10-16,-1 0-1 15,-5-8-59-15,-16-3-64 0,9-13-218 16</inkml:trace>
  <inkml:trace contextRef="#ctx0" brushRef="#br0" timeOffset="22713.12">23615 4235 50 0,'0'0'250'0,"0"0"-193"0,0 0 16 0,0 0-24 0,0 0 3 0,0 0-7 15,0 0 18-15,0 0-9 16,0 0-26-16,0 0 13 16,0 0-12-16,0 0 6 15,0 0-25-15,0 0 3 16,0 0-13-16,0-20-3 16,6-1 2-16,13-10 1 15,15-2 0-15,0-11 7 16,6-4-16-16,0-1 6 15,-9-6 2-15,4 7-4 16,-14-4 2-16,-2-9-4 16,3 1-8-16,-16 0-13 0,-6 8-26 15,0 19 46-15,0 10 8 16,0 7 0-16,0 8 1 16,-6 3 26-16,-16 2-6 15,9 3-16-15,-8 0-5 16,2 0-18-16,13 0-7 15,-10 0-23-15,4 0 44 16,-7 0 4-16,13 11 3 16,-15 17 1-16,8 5 16 15,-2 3-11-15,15 0-9 16,0-4-3-16,0 4-12 16,0-4 4-16,0 4-6 15,21 0 16-15,7 0-5 0,-3 1 6 16,9 6 0-1,0 1-13-15,7-8-35 0,-1-3-13 16,-9-5 16-16,-3-4 7 16,-16 4 17-16,-12-3-18 15,0 6 39-15,0 2 65 16,0-1 6-16,-18-9 3 16,-17 2-17-16,17-9-22 15,-22-4-32-15,5 4 15 16,-11-4-16-16,-7-4 6 15,4-4-6-15,2-4-2 16,16 0-1-16,3 0-59 0,0-20-143 16,16-17-135-1</inkml:trace>
  <inkml:trace contextRef="#ctx0" brushRef="#br0" timeOffset="23196.73">24229 4182 129 0,'0'0'61'0,"0"0"-31"0,0 0-7 0,0 0 15 15,0 0-6-15,0 0 0 16,161 33-11-16,-127-41 5 16,3-17 28-16,4-11 19 15,5-8-3-15,10-3-35 16,-3-6-20-16,-13-4-9 15,-21 10-2-15,-19-9-4 16,0-5-7-16,0-3-3 16,0 9-25-16,-31 10 7 0,-19 13 22 15,19 20 6-15,-16 12 15 16,-8 0 31-16,-23 0-10 16,-3 23-33-16,13 10-3 15,-12-5 0-15,14 4 0 16,4 0 5-16,16 9-10 15,12-2-6-15,9 5-19 16,3 5-102-16,4-9-78 16</inkml:trace>
  <inkml:trace contextRef="#ctx0" brushRef="#br0" timeOffset="26459.84">18127 3380 22 0,'0'0'63'0,"0"0"-16"0,0 0-30 16,0 0 3-16,0 0 18 15,0 0-6-15,0 0-6 16,0 0-8-16,0 0 13 16,0-3-14-16,0 3 0 15,0-5 0-15,0 5 31 16,0 0 14-16,0 0-9 0,0 0-11 15,0 0-14-15,0 0-13 16,0 0-14-16,0 0 2 16,0 0-3-16,0 0 0 15,0 0 4-15,0 0 9 16,0 0 13-16,0 0 11 16,0 0-5-16,0 0-25 15,0 0 2-15,0 0-2 16,0 0-9-16,0 13 7 15,0 2 2-15,0 6 3 16,0 10-1-16,0 5 0 16,0 8-7-16,0 5 12 0,0-1-13 15,0 4 11-15,0-8-10 16,0 4 0-16,0-4-2 16,0-3 2-16,0-1 0 15,0-8 1-15,0 8-3 16,0 0 1-16,-7 0-5 15,7-4 8-15,-6-4-5 16,6-4 4-16,0 0-6 16,0-3 3-16,-9 3 0 15,9-4-2-15,-6 4 4 16,-1-8-8-16,7-1 4 16,0-2-4-16,0-9 6 15,0-8-2-15,0 0-4 0,0 0-17 16,0 0-35-16,0 0 31 15,0 0 27-15,0 0 1 16,7 0 17-16,21 0-14 16,6 0-1-16,6 0-1 15,13-5 0-15,6-10 2 16,-7-1-1-16,4 4-3 16,-9 8 1-16,-23 4-1 15,4 0 6-15,0 0-13 16,-15 0 3-16,-1 0 1 15,4 0 6-15,-4 0 7 16,0 0-10-16,4 0-73 0,-16 0-121 16</inkml:trace>
  <inkml:trace contextRef="#ctx0" brushRef="#br0" timeOffset="28358.12">25832 4135 230 0,'0'0'66'0,"0"0"-9"0,0 0-19 0,0 0 15 0,0 0-25 0,0 0-26 16,0 0 0-16,-19 124 44 15,19-112-12-15,0-1 1 16,0-2 5-16,0-5-22 16,0 0-18-16,0-4 0 15,0 0-2-15,0 0-17 0,0 0 10 16,0 0-34-16,0 0 6 16,0 0 34-16,0 0 3 15,0 0 11-15,0 0 21 16,0 0 18-16,0 0-34 15,0 0-16-15,0 0-26 16,0 0 25-16,0-12 1 16,6-9 4-16,7-7 6 15,8-8 0-15,4-3 32 16,16-10-21-16,-7 13 3 16,-6 0-20-16,-10 4 13 15,10 11-14-15,0-6-1 16,3-1-2-16,16-4-11 0,-20 3 10 15,8 6-28-15,-11 15 29 16,-24 3 1-16,0 5 3 16,0 0 12-16,0 0-16 15,0 0 19-15,0 0-19 16,16 0-18-16,-10 0 2 16,0 0 7-16,-6 0 4 15,6 0 5-15,-6 0 12 16,7 0-4-16,-1 0-4 15,9 0 24-15,19-15-28 16,7-6 1-16,18-15-9 16,0 5 2-16,-4-2-34 0,-14 9-66 15,-29 12-25-15,-12 12-101 16</inkml:trace>
  <inkml:trace contextRef="#ctx0" brushRef="#br0" timeOffset="28826.69">25872 3657 256 0,'0'0'51'0,"0"0"41"0,0 0-6 0,0 0-20 0,0 0-10 16,0 0 41-16,56 88-36 15,-44-40-33-15,1 1 6 16,-13-10-30-16,0 10 8 16,0 3-9-16,0-9 1 15,0 2-4-15,0-5 0 16,-7-4-2-16,1-8-53 15,0 0-50-15,6-8-53 16,0-12-59-16</inkml:trace>
  <inkml:trace contextRef="#ctx0" brushRef="#br0" timeOffset="29224.35">25900 4034 130 0,'0'0'154'0,"0"0"-81"15,0 0 0-15,0 0-29 16,0 0-20-16,0 0-7 16,279 101 3-16,-251-70 2 15,-16-6-10-15,4 6 19 16,-4-2-4-16,-6-6 22 15,1 5-28-15,-1-3-3 16,9-9-18-16,-8-8-15 16,27-8-68-16,0 0-72 15,3-8-92-15</inkml:trace>
  <inkml:trace contextRef="#ctx0" brushRef="#br0" timeOffset="30109.36">27029 3829 220 0,'0'0'146'0,"0"0"-101"0,0 0 26 0,0 0-9 0,0 0-41 16,0 0 8-16,28 169-27 15,-28-142 19-15,0 6 5 16,0-9 22-16,0-4 13 16,0-12-39-16,0-4-8 0,0-4-12 15,0 0-4 1,0 0-3-16,18-20-35 0,16-16 34 16,7-8 4-16,5-8-12 15,28 4-32-15,1-1-15 16,-16 18-21-16,-6 11 46 15,-19 15 17-15,-16 5 13 16,-2 0 6-16,-16 28 119 16,0 16 18-16,0 5-51 15,0-9-21-15,0-12-42 16,6-12-18-16,6-8-5 16,16-8-6-16,13 0-20 15,5 0 14-15,13-4 12 16,3-8 12-16,-15 8-3 15,-7 4-9-15,-9 0 0 0,-9 0-3 16,5 0 1-16,-2 0 2 16,-3 0 0-16,24 0-48 15,-11 0-45-15,-17 0-248 16</inkml:trace>
  <inkml:trace contextRef="#ctx0" brushRef="#br0" timeOffset="35003.24">10812 12617 107 0,'0'0'83'0,"0"0"-66"0,0 0 13 0,0 0 22 16,0 0-9-1,0 0-39-15,0 0 24 0,0 7 11 16,0-7 2-16,0 0-27 16,0 0 5-16,0 0-9 15,0 0-5-15,0 0 10 16,0 0 2-16,0 0 24 16,0 0-10-16,0 0 14 15,0 0-14-15,0 0-7 16,0 0-22-16,0 0-1 15,0 0-1-15,0 0-1 16,0 0-4-16,0 0 8 16,0 5-6-16,0-5 6 15,0 3 1-15,0 10-1 0,0-5 2 16,0-4 1-16,0-4-5 16,0 8-1-16,0-5 4 15,-6 2-7-15,0 3 7 16,-7 4-4-16,-8-4 6 15,21 0 4-15,-7 0-5 16,1-4-4-16,-6 0 2 16,12-4-3-16,0 0-1 15,0 0 1-15,0 0 6 16,0 0-6-16,0 0-14 16,0 0 1-16,0 0 8 15,18-21 5-15,23-10 0 16,5-2 0-16,16-14 7 0,-9-2-2 15,21 1-5-15,-9-8-3 16,-3 12-21-16,-24 8 19 16,2 12-10-16,-12 16-5 15,-16 4-19-15,-12 4-12 16,10-5-19-16,-4-3-44 16,-6 8-29-16</inkml:trace>
  <inkml:trace contextRef="#ctx0" brushRef="#br0" timeOffset="35352.83">10862 12219 130 0,'0'0'238'0,"0"0"-200"0,0 0-21 0,0 0 30 0,0 0 13 16,0 0-13-16,-10 0 28 15,10 41-22-15,56 10-6 0,16 6-15 16,24 3-3-1,3-8-18-15,6-3 6 0,-9-10-15 16,-24-6-2-16,-10-17-4 16,-10-4-32-16,-11-12-69 15,-23 0-104-15</inkml:trace>
  <inkml:trace contextRef="#ctx0" brushRef="#br0" timeOffset="48824.02">16561 6043 81 0,'0'0'193'0,"0"0"-180"0,0 0-7 0,0 0 8 15,0 0 37-15,0 0-16 16,0 0 13-16,-25 29-8 16,25-29 4-16,0 3-3 15,-6-3 19-15,6 0-8 16,0 0-19-16,0 4-24 15,0-4-3-15,0 0-4 16,0 0-1-16,0 5-2 16,-10 3 7-16,-2 3 2 0,0 1 2 15,5-4 35-15,1 0-28 16,6-8 2-16,0 0-11 16,0 0-7-16,0 0-1 15,0 0 2-15,0 0 2 16,0 0 15-16,0-23-7 15,6-13-10-15,41-16 11 16,18-5-12-16,9-15 7 16,19-4-4-16,1-21 3 15,8 1-11-15,-3-8 4 16,0 3-1-16,-12 21-23 16,-19 16 11-16,-27 33-16 15,-23 10 29-15,-18 21 1 0,0 0 1 16,0 0-2-16,0 0-33 15,0 0-4-15,0 0-49 16,0 0-31-16,0 0-98 16</inkml:trace>
  <inkml:trace contextRef="#ctx0" brushRef="#br0" timeOffset="49408.68">16555 5201 66 0,'0'0'223'0,"0"0"-192"0,0 0 8 0,0 0 54 16,0 0-29-16,0 0-31 15,0 0-26-15,0 0 6 16,0 0 23-16,40 8 19 16,22 32 16-16,3 9-21 15,9 11-28-15,1 4-10 16,-4 0 4-16,-3-4-14 15,-15 0-2-15,-6-8 1 16,-7 0 0-16,0 4-1 16,0-7 4-16,-5 3 16 0,-1-1-17 15,-9-15 13-15,9 5-15 16,-16-16-2-16,4-6-3 16,-22-11-22-16,6-4 1 15,-6-4-48-15,0 0-60 16,0 0-111-16</inkml:trace>
  <inkml:trace contextRef="#ctx0" brushRef="#br0" timeOffset="50574.32">18554 4993 391 0,'0'0'40'0,"0"0"11"0,0 0-5 0,0 0 18 0,0 0-23 16,-6 208 1-16,6-148-35 15,-15-4 9-15,2 8 16 16,1 5 6-16,-10-5 11 16,10-4-24-16,6-4 3 15,-1 5-14-15,-2-14 1 16,9-3-14-16,-12-3 14 15,12-18-15-15,0-2-7 16,0-1 6-16,0-16-1 16,0 4-2-16,12-8-20 15,10 8 19-15,-4-8 2 0,10 4-3 16,6-4 12-16,1 0 2 16,-4 0 0-16,-10 0 2 15,-2 0 1-15,-13 0-10 16,10 0-2-16,2 0-14 15,4 0-46-15,-10 0-73 16,1 0-98-16</inkml:trace>
  <inkml:trace contextRef="#ctx0" brushRef="#br0" timeOffset="54119.73">22356 5317 307 0,'0'0'60'0,"0"0"-43"0,0 0 28 0,0 0-13 16,0 0-31-16,0 0-1 15,0 0 8-15,115-19-7 16,-94 14 7-16,17-3-2 16,-23 8 12-16,25-4 9 0,-9 4-25 15,-3 0 3 1,0 0 1-16,-3 0-12 0,-10 0-12 16,-8 0 18-16,-7 17 13 15,0 14 14-15,-22 10 4 16,-31 11-2-16,-6-4 15 15,19-12-28-15,6-8-16 16,15-4 10-16,19-8-20 16,0 4-1-16,0-12-19 15,25 0-35-15,37-8-1 16,9 0 46-16,10 0 2 16,-13 0 7-16,-27 0-2 15,-10 0 7-15,-31 8 6 16,0 4 22-16,0 8 68 15,-53 9-17-15,-22 10-21 0,-36 22-21 16,-10 6 14-16,0 10-19 16,16-13-4-16,18-12-16 15,31-16-6-15,31-11-45 16,25-22-91-16,0-3-128 16</inkml:trace>
  <inkml:trace contextRef="#ctx0" brushRef="#br0" timeOffset="54541.51">23112 5951 6 0,'0'0'76'0,"0"0"-4"0,0 0 42 0,0 0-16 0,0 0-13 15,382-12-17-15,-308-28 12 16,-9-13-27-16,4-11 20 0,-17 0-45 15,-18-4-13-15,-9 9-3 16,-19 6-11-16,-6 21-2 16,-12 7-12-16,-69 14-3 15,-18 11 16-15,-22 0 16 16,10 0 24-16,2 24-4 16,16 4-31-16,25 0-5 15,37 0 0-15,22 0-51 16,9 1-130-16,0-10-50 15</inkml:trace>
  <inkml:trace contextRef="#ctx0" brushRef="#br0" timeOffset="54906.81">23841 5763 186 0,'0'0'53'0,"0"0"17"16,0 0 7-16,0 0-14 16,0 0-28-16,0 0-23 15,301 96 7-15,-233-96-2 0,10-5 15 16,8-39 13-1,-5-15 3-15,-7-6-11 0,-21-3-28 16,-12 4-9 0,-35-1-12-16,-6 14-17 0,-19 2 28 15,-43 18-5-15,-15 23 12 16,-20 8 25-16,-8 0-3 16,-10 48-23-16,10 7-5 15,24-2-7-15,29-5-56 16,30-16-149-16</inkml:trace>
  <inkml:trace contextRef="#ctx0" brushRef="#br0" timeOffset="55870.83">25832 5510 277 0,'0'0'188'0,"0"0"-157"0,0 0 2 0,0 0 15 0,0 0 24 15,0 0-8-15,46 128-44 16,-30-80-14-16,-10-4 10 15,0 0-14-15,-6-3-4 16,0-2 1-16,0-2-1 16,0-10-12-16,0-2 10 15,-12-5 1-15,-4 4-14 16,10-16-65-16,0 4-15 16,-13-12 14-16,19 0-12 15,-6 0 48-15,6 0 47 0,0 0 21 16,0-12 19-16,0-12 6 15,0-8-11-15,0 0-9 16,6-8 31-16,25 0-2 16,10-13-7-16,14-3-47 15,11-4 41-15,-4 8-42 16,-4 12 0-16,-11 12-4 16,-19 15 2-16,-10 10-16 15,-11 3-5-15,-7 0 17 16,6 0-32-16,-6 0 28 15,0 16 10-15,0 7 34 16,0 10-16-16,-25 0-4 0,-21-6-12 16,11 1-2-1,8-11-1-15,8-1-3 0,7-4 4 16,12-9 12-16,0 5 11 16,0-3-12-16,0-2 11 15,0 2-12-15,0-5-5 16,18 7 16-16,-5 1-3 15,2-3 7-15,-3 3-17 16,1 4 7-16,2-1-10 16,-8-3 16-16,11-3-21 15,-12-5-16-15,16 0-30 16,3 0-132-16,3 0-41 0</inkml:trace>
  <inkml:trace contextRef="#ctx0" brushRef="#br0" timeOffset="56450.9">26629 5570 379 0,'0'0'126'0,"0"0"-44"0,0 0 36 0,0 0-10 0,0 0-38 16,0 0-41-16,0 160-5 15,0-132-22-15,0-4 5 16,0-7-3-16,0-14-7 16,0-3 3-16,0 0-16 15,0 0 0-15,6 0 7 16,28-23-7-16,12-13 12 16,13-13-20-16,10 9-22 15,-4 8 4-15,-16 16-21 0,-24 12 22 16,-19 4 8-16,-6 0 33 15,0 4 77-15,0 28 13 16,0-4 0-16,0-8-35 16,0-7-17-16,0-5-38 15,16-8-19-15,24 0 2 16,19 0 7-16,0 0 7 16,22 0 3-16,-19 0 7 15,-3 0-7-15,-19 0 0 16,-6 11-15-16,-15 22 10 15,2-2 0-15,4-6-23 16,-3-9-75-16,-4-16-328 16</inkml:trace>
  <inkml:trace contextRef="#ctx0" brushRef="#br0" timeOffset="79948.98">29255 2350 38 0,'0'0'149'16,"0"0"-77"-16,0 0-29 0,0 0-16 0,0 0-3 15,0 0 6-15,0 0-17 16,0 0 7-16,0 0-6 0,0 0-7 15,0 0-7 1,0 0 11-16,0 0-9 0,0 0 9 16,0 0 18-16,0 8-22 15,0 7 8-15,0-7-11 16,0-3-3-16,-6 3-1 16,6 4 4-16,-13 4-6 15,4 0 5-15,-3-4 10 16,5-4 1-16,1 0 19 15,0-8-12-15,6 4 9 16,0-4-8-16,0 0-21 16,0 12 3-16,-6 4 2 0,-3 5-10 15,2 2 10-15,-5-2-5 16,12-6 5 0,0-7 2-16,-6-8 6 0,-1 0 16 15,7 0 2-15,0 0-16 16,0 0-7-16,0 0-3 15,0 0-1-15,0 0-5 16,0 0 24-16,0 0-22 16,0 0 8-16,0 0-2 15,0 0 5-15,0-28 9 16,0-16-15-16,13 0 24 16,21-12-25-16,-9-8 14 15,9-8-20-15,0-13 12 0,0-3-9 16,-9-8-3-1,9 0 2-15,0-9 0 16,-9 13 1-16,3-4 3 0,-22 19-4 16,16 5 5-16,-16 21 7 15,0 10-11-15,0 13-4 16,1 0 1-16,-7 12 0 16,6-4-1-16,3-1-10 15,-3 6 8-15,0-1-18 16,1 8 15-16,-1 8-35 15,-6 0-31-15,6 0-56 16,-6 0-115-16,0 0-131 16</inkml:trace>
  <inkml:trace contextRef="#ctx0" brushRef="#br0" timeOffset="81079.88">29323 1431 85 0,'0'0'78'0,"0"0"-55"0,0 0-23 0,0 0 2 16,0 0-1-16,0 0 2 15,0 0 51-15,0 0 32 16,0 0 12-16,0 0-10 16,0 0-14-16,0 0-40 15,0 0-17-15,0 0-17 16,0 0-7-16,19-19 7 16,9 2 11-16,-4-11 17 15,11-8-13-15,5-4 28 0,13-21-21 16,15-11-5-1,12-8-13-15,-8-4-4 0,30-4-3 16,-21 16-25-16,-10 8 12 16,-25 20 3-16,-24 31 13 15,-16 9 7-15,-6 4 43 16,0 0-33-16,0 4-9 16,0 17 12-16,0 2-12 15,0 1-8-15,0 9 8 16,0 6-12-16,0 14 8 15,0 24 4-15,0 3-5 16,0 7 3-16,0 1-6 16,0-19 0-16,0-5 0 15,0-20 12-15,0-20-15 0,0-12 6 16,0-7 2-16,0-5-1 16,0 0 8-16,0 0 9 15,0 0 17-15,0 0-1 16,0 0-14-16,0 0-3 15,0 0-14-15,0 0-9 16,0 0 10-16,0 0-11 16,0 0 4-16,0 0-7 15,0 0 1-15,0 0 6 16,0 0-3-16,0 0-7 16,0 7 9-16,-6-7-3 15,-22 16-8-15,-3-8 14 16,-31 0-4-16,-12 0 4 15,-4 9 0-15,-24-9 9 16,15 0-9-16,7-5 18 0,-1-3-18 16,10 0 5-16,9 0 2 15,21 0-9-15,10 0 2 16,16 0-4-16,15 0 1 16,0 0-24-16,-6 0 15 15,6 0-14-15,-7 0 22 16,7 0 2-16,-6 0-9 15,6 0-5-15,0 0 6 16,0 0-8-16,0 0-94 16,0-11-49-16</inkml:trace>
  <inkml:trace contextRef="#ctx0" brushRef="#br0" timeOffset="97383.51">13386 2366 101 0,'0'0'163'0,"0"0"-130"0,0 0 21 0,0 0-12 16,0 0 7-16,0 0-24 15,0 0-3-15,0 0 14 16,0 0-34-16,0 0 21 16,0 0-9-16,0 0 16 15,0 0-15-15,0 0-3 16,0 0-6-16,0 0 13 16,0 0 7-16,0 0-8 15,0 0 6-15,0 0-23 0,0 0 2 16,0 0 1-1,0 0 3-15,0 0-1 0,0 0-6 16,0 0 3-16,0 0-3 16,0 0 16-16,0 0 2 15,0 0 18-15,0 0-10 16,0 0 2-16,0 0-27 16,0 0 7-16,0 0-4 15,0 0 17-15,0-32-2 16,21-9-7-16,7-10 5 15,-3-6-8-15,9-11 16 16,0-8-21-16,7-8 10 16,-1-13-9-16,-3 1-3 15,19-32-2-15,-3 4 0 0,-7-9-2 16,1 0 12-16,-7 25-17 16,6 16 15-16,-24 24-10 15,-3 20 6-15,-13 8 0 16,0 23-2-16,-6 6 8 15,0 7-10-15,0 4 1 16,0 0-2-16,0 0 1 16,0 0-10-16,0 0-26 15,0 0 23-15,0 0-25 16,22 0-47-16,-4 0-70 16,-8 0-135-16</inkml:trace>
  <inkml:trace contextRef="#ctx0" brushRef="#br0" timeOffset="98400.59">13696 986 39 0,'0'0'105'0,"0"0"-62"0,0 0 13 0,0 0 5 16,0 0 13-16,0 0-24 16,71-3 1-16,-43-18-8 15,0 1 7-15,-3-5-22 16,9-6 7-16,0 15-15 16,-3-9 7-16,9 2-6 15,-6-1-3-15,0-4-10 16,-6-5-4-16,3 13-4 15,-3-7 5-15,6 7-10 16,-15 7 11-16,-4 9-12 16,-8 4 1-16,-7 0-12 15,0 0-3-15,0 24 20 0,0 5 0 16,-16 10 10-16,-2 9 20 16,5-4-8-1,-9 5-16-15,10 3-3 0,0 0 3 16,-10 8 0-16,3 0-5 15,4-7 8-15,2-9-8 16,13-13-1-16,0-14-8 16,0-6-3-16,0-6-3 15,0-5 5-15,0 0-19 16,0 0 28-16,0 0 4 16,0 8 4-16,0-4-8 0,0 4 1 15,-6 0-3 1,-6 0 4-16,2 0 5 15,-8 8-3-15,-4-16-4 16,-9 8 2-16,3-8-1 0,-12 0-2 16,6 0 7-16,-19-8 8 15,-6-8-13-15,-15 0 21 16,15 0-22-16,-9-4 8 16,-1 0-3-16,32-1-2 15,-3 6 11-15,12 7 40 16,6 3-39-16,16 5-13 15,-6 0 6-15,6 0 4 16,-22 0-20-16,15 0 20 16,-8 0-3-16,-4 0-5 0,19-3 6 15,6 3-9-15,0 0-1 16,0-5-8-16,0 5-41 16,0-7-24-16,6 2-113 15,12-3-153-15</inkml:trace>
  <inkml:trace contextRef="#ctx0" brushRef="#br0" timeOffset="105127.74">7966 1379 342 0,'0'0'120'0,"0"0"-34"0,0 0 4 0,0 0-38 16,0 0-42-16,0 0 32 15,0 0-29-15,34-8 27 16,-34 8 8-16,0 0 44 15,0 16-61-15,0 36-3 16,0 12-7-16,0 17-14 16,28-13-7-16,-16 8-9 15,0-12-6-15,10-12-39 0,-3 0-22 16,-7-12-51-16,-3-4-112 16</inkml:trace>
  <inkml:trace contextRef="#ctx0" brushRef="#br0" timeOffset="105482.52">7513 2426 413 0,'0'0'65'0,"0"0"-61"0,0 0 82 16,366-84 6-16,-251 35-23 16,-29-7-18-16,1-12 21 15,-6-5-40-15,-22-2 6 16,-7-5-24-16,-24 11-12 16,-28-11 16-16,0 4-16 15,0-20-4-15,0 7-15 16,-40 14 16-16,-34 18-5 15,-26 34-9-15,-21 18 7 16,1 5-16-16,8 12 24 0,19 28 0 16,18 16 0-1,-18 8-64-15,-3 13-101 0,10 3-197 16</inkml:trace>
  <inkml:trace contextRef="#ctx0" brushRef="#br0" timeOffset="106126.08">8902 1412 418 0,'0'0'191'0,"0"0"-191"0,0 0 2 0,0 0 12 16,0 0-10-16,0 0 14 15,99 240-8-15,-71-172 9 16,0-4-11-16,-9-12-4 15,-13-3 12-15,-6-13 9 16,0-8-4-16,0-5-7 0,0-15 0 16,0-3-11-16,0-5 9 15,0 0-6-15,0 0-12 16,-19-28-5-16,-21-16 11 16,0-17 0-16,12-15 0 15,15-20 1-15,13-12-1 16,0-1 1-16,0 9-1 15,0 24 0-15,0 16-8 16,0 16 5-16,19 16-18 16,27 8 21-16,16 4 6 15,4-4-4-15,14 4 0 16,7-1 9-16,6 6-22 16,-6 2 0-16,-7 5-2 15,-33 4-15-15,-19 0-12 16,-28 13 5-16,0 26 35 15,0 17 24-15,-12 16 13 0,-82 13 17 16,-33 7-18-16,0-4 3 16,-6 1-7-16,12-21-14 15,19-24-13-15,37-12-5 16,24-19-5-16,41-13-79 16,0 0-168-16</inkml:trace>
  <inkml:trace contextRef="#ctx0" brushRef="#br0" timeOffset="116402.03">6000 14474 323 0,'0'0'64'0,"0"0"-29"0,0 0 25 0,0 0 1 0,0 0-27 16,0 0-17-16,0 0 3 16,-13 23 35-16,13-23-19 15,0 0 21-15,0 0-16 16,0 0-1-16,0 0-15 15,0 0-4-15,0 0-3 0,0 0 0 16,0 0 4 0,0-20-22-16,-12-24 24 0,6 0-23 15,-10-20 14-15,16-13-12 16,0-14 19-16,0-26-20 16,0-7 0-16,0-12 0 15,0 7-2-15,0 21-3 16,0 24-2-16,0 28 0 15,0 27 1-15,0 29-5 16,0 0-4-16,0 0 6 16,0 16 7-16,0 25 12 15,-34 11-5-15,-12 4-5 16,-1 8-4-16,-6 16 1 0,1 4-9 16,5 4-44-16,13-11-49 15,22-21-101 1,12-23-68-16</inkml:trace>
  <inkml:trace contextRef="#ctx0" brushRef="#br0" timeOffset="116984.71">6375 13571 208 0,'0'0'86'0,"0"0"-52"0,0 0 11 0,0 0 38 0,0 0-24 16,0 0-59-16,0-52 36 0,34 28 3 16,6 0-7-16,-5-4-15 15,11 11 10-15,-6 9-18 16,-15 8-9-16,3 0-11 15,-16 8 11-15,-5 41 19 16,-7 10-1-16,0 18 0 16,0 3-14-16,-13 9 1 15,-21-1 4-15,0-16 5 16,15-16 2-16,19-15-14 16,0-10 7-16,0-3-5 15,0-12-8-15,35-8-7 16,45-8-10-16,19 0 21 15,35-27 21-15,21-18 1 16,-10 1 13-16,17 4-22 0,-29 20-13 16,-18 8-29-16,-38 12-56 15,-27 0-48 1,-50 32-108-16</inkml:trace>
  <inkml:trace contextRef="#ctx0" brushRef="#br0" timeOffset="117732.88">5566 15111 361 0,'0'0'30'0,"0"0"-27"0,0 0 6 0,0 0 17 0,0 0 28 0,0 0 21 16,-93-8-12-16,86 8 20 16,7 0-25-16,0 0 5 15,-6 0-16-15,6 0-4 16,0 0-11-16,0 0-17 16,0-8-15-16,0 8-11 15,19-12-10-15,68-8 21 16,40-17 27-16,40-6 3 15,19-6 2-15,10-6-23 16,-16 14-8-16,-13 5-1 0,-12 8-18 16,-22 16-24-16,-27 12-67 15,-32 0-84-15,-61 0-219 16</inkml:trace>
  <inkml:trace contextRef="#ctx0" brushRef="#br0" timeOffset="118448.43">5786 16150 10 0,'0'0'28'0,"0"0"96"0,0 0-29 0,0 0-4 0,0 0-37 16,0 0-6-16,22 12-15 15,-16-12-7-15,0 0 28 16,6 0-28-16,22 0 45 16,7-21-17-16,21-23 6 15,9-12 10-15,16-24-6 16,0 5-31-16,9-6-19 16,-19 9-3-16,-15 7-6 15,-9 17-5-15,-13 4 0 16,-12 0-10-16,3 8-33 15,-3-8-31-15,-22 16-26 16,-6 8-58-16,0 4-6 16,0 16-90-16</inkml:trace>
  <inkml:trace contextRef="#ctx0" brushRef="#br0" timeOffset="118749.76">6000 15319 545 0,'0'0'72'0,"0"0"-19"0,0 0 6 15,0 0-4-15,0 0-3 16,248 261-16-16,-149-173 6 15,-3-8-18-15,3 1-23 16,-12-9-2-16,0 0-2 16,-13-7-5-16,-2-6-10 15,2-10-73-15,-21-18-8 16,-13-14-223-16</inkml:trace>
  <inkml:trace contextRef="#ctx0" brushRef="#br0" timeOffset="121479.93">8046 15087 87 0,'0'0'319'0,"0"0"-257"0,0 0 0 0,0 0-3 0,0 0 12 16,0 0-43-16,0 4 3 15,0-4 14-15,0 0-14 16,6 0 17-16,-6 0 10 16,13 0-8-16,27 0-39 15,16 0 6-15,15 0 6 16,16 0 14-16,0-4-36 15,9-13 8-15,-9-2-9 0,0-1-7 16,-22 12-13-16,-3-8-38 16,-16 12 0-16,-33-9-55 15,-7 6-81-15,-6-9-201 16</inkml:trace>
  <inkml:trace contextRef="#ctx0" brushRef="#br0" timeOffset="121746.84">8201 14702 321 0,'0'0'129'16,"0"0"-109"-16,0 0 39 15,0 0 47-15,0 0-16 16,0 0 6-16,239 28-37 16,-130-15-22-16,2-13-37 15,4 0-3-15,0 0-52 16,-16 0-76-16,-25-5-169 16</inkml:trace>
  <inkml:trace contextRef="#ctx0" brushRef="#br0" timeOffset="123845.9">10366 14541 39 0,'0'0'332'0,"0"0"-298"0,0 0 29 0,0 0 8 0,0 0-25 16,0 0 33-16,0 0-28 15,0 20-6-15,0-20-3 16,0-15 18-16,0-34-2 15,12-34-21-15,22-34-14 0,13-23-13 16,-1-13 3 0,-6 9-10-16,-5 15 3 0,-17 17-2 15,-9 27-3-15,4 26-1 16,-13 18-9-16,0 33 3 16,0 8-5-16,0 0 7 15,0 0-38-15,0 5 22 16,-28 23 7-16,-25 20-3 15,-27 9-3-15,21 6-35 16,-3 10-28-16,31-1-23 16,9-12-17-16,22-12-116 15</inkml:trace>
  <inkml:trace contextRef="#ctx0" brushRef="#br0" timeOffset="124359.97">11135 14261 4 0,'0'0'484'0,"0"0"-447"0,0 0-13 0,0 0 11 0,0 0-15 0,133-232 9 15,-80 171 0-15,9 9-6 16,-31-9-20-16,3 2 7 16,-28 2-4-16,-6 1-4 15,0 12-1-15,0 12 11 16,-47 12-10-16,-5 16 23 15,-7 4 26-15,3 0-13 16,-9 12-13-16,25 20-20 16,-1 16-5-16,13 1-6 15,16 2 1-15,12 14 5 16,0 3-6-16,28 17-2 16,37 2 7-16,9 1-4 15,1-3 1-15,-10-9-2 0,-12-4-4 16,2-4-3-16,-20-15-11 15,-23-6 5-15,-12-2 10 16,0-5 4-16,-40-4-4 16,-47-8 9-16,-12-16-38 15,2-12-28-15,26-8-40 16,25-44-104-16</inkml:trace>
  <inkml:trace contextRef="#ctx0" brushRef="#br0" timeOffset="124676.4">12037 14514 132 0,'0'0'152'0,"0"0"-81"0,0 0 38 0,394-45-3 0,-261-15-13 16,-12-20-42-16,-22-12-32 16,-37-8-14-16,-56 7 18 15,-6 6-6-15,-21 13-2 0,-79 31 10 16,-5 19-20 0,-38 24 38-16,10 0-42 0,-7 28-1 15,20 32-42-15,14 4-28 16,32 8-124-16,27-8-191 15</inkml:trace>
  <inkml:trace contextRef="#ctx0" brushRef="#br0" timeOffset="125293.54">10192 15448 177 0,'0'0'151'0,"0"0"-98"0,0 0 63 0,0 0-15 0,0 0 16 15,0 0-39-15,-214-40-3 16,214 40-63-16,0 0-7 16,74-4-5-16,66 0 35 15,21-8 17-15,31 4-35 16,4 0 7-16,12-4-21 16,-10 12-3-16,-9 0-8 15,-15 0-46-15,-22 0-55 16,-44 0-110-16,-43 8-133 15</inkml:trace>
  <inkml:trace contextRef="#ctx0" brushRef="#br0" timeOffset="126008.24">10279 15660 512 0,'0'0'151'0,"0"0"-122"0,0 0-10 16,0 0-4-16,0 0 8 15,0 0-21-15,127-92 4 0,-99 92-6 16,-16 0-7-16,-6 0-30 15,-6 0 36-15,0 20 1 16,0 21 17-16,0 6 4 16,0 2-19-16,-6-5 3 15,-6-8-5-15,12-12-8 16,0-3-4-16,0-10-7 16,25 1-30-16,21 1 5 15,-6-5 44-15,-5 3 2 16,5 6 11-16,-28 2 2 15,4 9 5-15,-16 5 18 0,0 11 1 16,-16 0 17-16,-36 7-31 16,-17-6 16-16,4-5-22 15,3-8 12-15,-3-8-31 16,12-4-15-16,7-7-46 16,12-5-60-16,12-8-132 15</inkml:trace>
  <inkml:trace contextRef="#ctx0" brushRef="#br0" timeOffset="126325.93">10725 16166 530 0,'0'0'142'0,"0"0"-142"0,0 0-1 0,0 0-15 0,0 0 16 16,0 0 14-16,329-28 27 15,-236-28-6-15,-6-13-4 16,-31 1-16-16,-38 0 4 16,-18 4-6-16,0 7 1 15,-40 18-11-15,-41 15-6 16,-12 15-15-16,-6 9 6 15,-3 0-28-15,21 41 38 16,22 15-19-16,19-4-110 0,27 1-140 16</inkml:trace>
  <inkml:trace contextRef="#ctx0" brushRef="#br0" timeOffset="126641.75">11296 16038 332 0,'0'0'42'16,"0"0"12"-16,0 0 25 15,0 0-20-15,0 0-11 16,0 0-29-16,301 200 10 0,-202-195-27 16,0-5 6-1,16 0-6-15,-16-41 5 0,-3-23 0 16,-37-8 11-16,-31-5 9 15,-28 1-10-15,0 0 17 16,-34 23-23-16,-47 17 55 16,-18 21-65-16,-16 15 53 15,7 7-37-15,15 46-17 16,12 10-6-16,50 6-15 16,16-5-91-16,15-15-190 15</inkml:trace>
  <inkml:trace contextRef="#ctx0" brushRef="#br0" timeOffset="135969.74">7163 15930 80 0,'0'0'266'0,"0"0"-266"0,0 0-17 16,0 0 14-16,0 0 6 0,0 0 28 15,0 0 53-15,-19 0-10 16,19 0-8-16,0 0-24 16,0 0-28-16,0 0-5 15,0 0-4-15,0 0-5 16,0 0 18-16,0 0 8 15,0 0 12-15,0 0 3 16,0 0 1-16,0 0 4 16,0 0-36-16,0 0-8 15,0 0 0-15,0 0-4 16,0 0-1-16,0 0 0 0,0 0 3 16,34-21 8-1,13-2 25-15,5-10-25 0,7 0-2 16,-3 2-6-1,9-10-10-15,10-3-38 0,-7 0-7 16,-9 4-48-16,0 16-32 16,-4 8-4-16,-14 9-60 15</inkml:trace>
  <inkml:trace contextRef="#ctx0" brushRef="#br0" timeOffset="136318.25">8406 15267 120 0,'0'0'200'0,"0"0"-186"0,0 0-12 16,0 0-4-16,0 0-11 0,0 0-12 15,223-100 25-15,-186 84 1 16,4 1 17-1,-20 6-16-15,4-7-2 0,-3 8-8 16,-10-12-95-16</inkml:trace>
  <inkml:trace contextRef="#ctx0" brushRef="#br0" timeOffset="136568.1">9169 14890 402 0,'0'0'39'16,"0"0"39"-16,0 0-27 16,0 0-38-16,0 0-13 15,381-208-1-15,-322 176-37 16,3 8 10-16,-15 3-9 15,-20 10-36-15,-27 3-131 16</inkml:trace>
  <inkml:trace contextRef="#ctx0" brushRef="#br0" timeOffset="138098.29">18341 13880 428 0,'0'0'80'0,"0"0"-56"0,0 0 49 0,0 0-22 0,0 0 11 0,0-236-27 16,0 171-3-1,0 1-27-15,0-17-3 16,0 6-2-16,0-13 9 16,0-9-15-16,18 17 12 0,-12 11-8 15,10 30 2-15,-10 14 0 16,-6 14 8-16,6 11-6 16,-6 0-2-16,6 0-4 15,-6 0-20-15,0 24-24 16,0 35 44-16,-46 18 8 15,-7 3 1-15,-15 1-5 16,15-1 0-16,13-13-1 16,0-6-2-16,15-17-32 15,9-20-163-15</inkml:trace>
  <inkml:trace contextRef="#ctx0" brushRef="#br0" timeOffset="138698.01">18849 13519 307 0,'0'0'97'0,"0"0"-84"0,0 0-13 0,0 0 0 0,0 0 11 15,0 0 2-15,0 0 13 16,146-209-12-16,-140 153 3 15,9 9-7-15,-15-10 1 16,0 4-11-16,0-6 3 16,0 18 3-16,-27 5-6 15,-20 12 20-15,13 17 10 16,-6 7 14-16,12 0 15 16,-3 0-29-16,-10 20-28 0,7 16 7 15,34-8-9-15,0 8-3 16,0 4 3-16,0-4-13 15,0 4 12-15,34 1-25 16,13 14 23-16,-1 1 3 16,1 5-4-16,-1-6-1 15,-5 9-10-15,-1-11-4 16,-6-9-22-16,-9 0 28 16,-16-8 13-16,-9 5 3 15,0-5 17-15,0 3 33 16,0 2-20-16,-28-13-7 15,0-12-26-15,4-16-10 0,-4-8-94 16,22-44-85 0</inkml:trace>
  <inkml:trace contextRef="#ctx0" brushRef="#br0" timeOffset="139033.16">19503 13639 30 0,'0'0'226'0,"0"0"-220"0,0 0 66 0,0 0 17 0,0 0-23 0,233-213-11 15,-218 154-6-15,-15 2-13 16,0 18-6-16,-15 14 41 16,-38 5-1-16,-21 12-11 15,9 8-15-15,-22 0-32 16,0 4-12-16,13 36-10 16,8 8 6-16,17 4-45 15,18-4-53-15,9-7-138 16,22-13-50-16</inkml:trace>
  <inkml:trace contextRef="#ctx0" brushRef="#br0" timeOffset="139581.66">20319 13595 457 0,'0'0'116'0,"0"0"-90"0,0 0 31 0,0 0-22 0,0 0 4 16,180-208 3-16,-118 147-24 16,-10 6-6-16,1 6-6 15,-19 1-8-15,-15 12 4 16,2 0-4-16,-2 12-30 15,-13 0-9-15,0 16-45 16,-6 0-4-16,0 8-30 16,0 0-13-16</inkml:trace>
  <inkml:trace contextRef="#ctx0" brushRef="#br0" timeOffset="139831.04">20371 13005 189 0,'0'0'330'16,"0"0"-285"-16,0 0 27 15,0 0 10-15,0 0-39 16,0 0-5-16,180 225-9 16,-118-173-7-16,3 0-19 15,-9-7-3-15,-9-1-7 16,-7 0 7-16,-9 0-32 0,3-4-14 15,-12 4-41-15,-4-12-32 16,-11-8-141-16</inkml:trace>
  <inkml:trace contextRef="#ctx0" brushRef="#br0" timeOffset="140563.97">21714 13498 270 0,'0'0'234'0,"0"0"-183"0,0 0-28 0,0 0-7 15,0 0-6-15,0 0 19 16,174 0 1-16,-118 0-21 16,-10 0 2-16,7 0-8 15,-1 0-6-15,-11-3-10 16,-7-5-28-16,-6 0-20 0,-3 0-48 15,-4-4-101 1</inkml:trace>
  <inkml:trace contextRef="#ctx0" brushRef="#br0" timeOffset="140914.51">21509 13338 351 0,'0'0'66'16,"0"0"4"-16,0 0 7 15,0 0 15-15,0 0-12 16,0 0-23-16,332 0-5 16,-229 0-26-16,-17 0-26 15,-5-12-12-15,-22-4-41 16,-6 0-129-16,-26 4-167 15</inkml:trace>
  <inkml:trace contextRef="#ctx0" brushRef="#br0" timeOffset="142482.5">7873 13724 312 0,'0'0'97'0,"0"0"-9"0,0 0 11 0,0 0-35 0,0 0-9 15,0 0 14-15,0 48-23 16,6-40-46-16,22 3 24 15,12 2-20-15,-15-1-8 16,3 4 1-16,6 7-35 0,-9 5-44 16,3 13-124-16,-10-5-280 15</inkml:trace>
  <inkml:trace contextRef="#ctx0" brushRef="#br0" timeOffset="142794.51">8828 14489 234 0,'0'0'311'15,"0"0"-283"-15,0 0 25 16,0 0-36-16,0 0-17 16,0 0-12-16,133 97-5 15,-105-78-5-15,0 2-48 16,-10-1-13-16,-11-4-75 15</inkml:trace>
  <inkml:trace contextRef="#ctx0" brushRef="#br0" timeOffset="143028.14">9404 14967 232 0,'0'0'212'16,"0"0"-174"-16,0 0 9 15,0 0-11-15,0 0-36 16,0 0-2-16,273 184-38 16,-254-168-21-16,-4-8-38 15,-15 0-81-15</inkml:trace>
  <inkml:trace contextRef="#ctx0" brushRef="#br0" timeOffset="143194.26">10052 15629 400 0,'0'0'67'0,"0"0"-45"15,0 0-22-15,0 0-25 16,0 0-73-16,0 0-101 16</inkml:trace>
  <inkml:trace contextRef="#ctx0" brushRef="#br0" timeOffset="146374.68">23268 13094 41 0,'0'0'281'0,"0"0"-276"0,0 0 13 0,0 0 41 0,0 0-30 16,0 0-29-16,0 0-8 16,0 0 8-16,204 8 36 15,-204 20 55-15,0 4 2 16,0 13-34-16,-18-6-36 16,-41 9-12-16,18-11 1 0,7-14-12 15,22-10 0 1,12-9-9-16,0-4 4 0,0 0-40 15,0 0 11 1,0 0 1-16,18-20 33 0,35 3 10 16,0 1-9-16,3 8 0 15,-10 8 11-15,-12 0-6 16,-3 0 0-16,-9 21 10 16,-22 27 28-16,0 7 10 15,0 18-19-15,-34-1-2 16,-25-4-1-16,-9-7-17 15,3-14 1-15,3-6-14 16,-3-5 7-16,2-13-5 16,11-2-8-16,11-1-4 15,1-8-19-15,6 12-20 0,-12 4-45 16,11-12-126 0,11-12-215-16</inkml:trace>
  <inkml:trace contextRef="#ctx0" brushRef="#br0" timeOffset="146991.51">24154 13010 111 0,'0'0'386'0,"0"0"-358"0,0 0-3 0,0 0 39 0,0 0 3 16,0 0-35-16,-238 156 14 15,216-84-13-15,-12 8 26 16,9 0-41-1,3-7 10-15,10-1-19 0,12-15-1 16,0-6-8-16,6-11 2 16,47 0-6-16,21-4 0 15,7-15 4-15,-13-13-42 16,25-8 7-16,-22 0-1 16,-9-21 19-16,-15-18-25 15,-29-6 24-15,-8 5 6 16,-10 8 12-16,0 8 9 0,-41 8-9 15,-27 16 3-15,-19 0 29 16,1 16-16-16,-7 33-8 16,0 10-4-16,18-7 7 15,41-3-11-15,34-17-8 16,0-24-224-16</inkml:trace>
  <inkml:trace contextRef="#ctx0" brushRef="#br0" timeOffset="149023.47">24957 13431 12 0,'0'0'294'0,"0"0"-247"0,0 0 20 0,0 0-10 15,0 0-15-15,0 0 9 16,-6 0 10-16,6 0-3 16,0 0-13-16,0 0-15 15,0 0 9-15,0 3-6 0,0 17-20 16,0-3-10-1,0 10 14-15,0 6-5 0,0 0 17 16,0 6-14-16,6-3 5 16,13-8-15-16,21-8-2 15,-6 1-6-15,13-5-4 16,-1-9 7-16,10 1-9 16,9-8 4-16,10 0-12 15,5-15 8-15,7-45 1 16,-15-17 8-16,-10-12 0 15,-22 14-30-15,-40 3-21 16,0 11 12-16,0 17 24 16,-87 16 8-16,-15 12 7 0,-16 12 29 15,-3 4-10 1,6 0 4-16,10 24-23 0,18 25 2 16,13 18-2-1,21-10-42-15,19-5-167 0</inkml:trace>
  <inkml:trace contextRef="#ctx0" brushRef="#br0" timeOffset="149411.94">25832 13767 397 0,'0'0'38'0,"0"0"-27"0,0 0 7 0,0 0 1 0,387 8-11 16,-278-56 10-16,-4-15-4 15,-9-6 17-15,-9-11 15 16,-22-4 33-16,-18-9-33 16,-25 9-24-16,-22 8-20 15,0 24 3-15,-56 20 17 16,-43 24-21-16,-7 8 37 0,-43 24-3 16,4 44-4-16,11 8-31 15,26 1-10-15,33-1-99 16,29-16-181-16</inkml:trace>
  <inkml:trace contextRef="#ctx0" brushRef="#br0" timeOffset="153601.84">19944 15026 110 0,'0'0'6'0,"0"0"91"0,0 0 21 0,0 0-52 16,0 0-50 0,0 0 2-16,0 0 9 0,0 0 19 15,0 0 12-15,0 0 7 16,0 0-4-16,0 0-24 16,0 5 2-16,0 3-17 15,0 8 14-15,0-8-6 16,0-1 14-16,0-7-21 15,0 9 8-15,0-9-7 16,0 0-6-16,0 0 17 16,0 0-19-16,0 0 20 15,0-12-35-15,12-32 0 16,44-20 7-16,31-16-3 0,12-9-3 16,0-3 0-16,10 4-2 15,-23 11-2-15,-17 21-12 16,-17 12-16-16,-5 25 24 15,-29-1-17-15,-11 15-1 16,8 2-9-16,-15-2 13 16,6-7-26-16,1-4-131 15,-7 13-34-15,0-6-93 16</inkml:trace>
  <inkml:trace contextRef="#ctx0" brushRef="#br0" timeOffset="153886.19">20210 14466 672 0,'0'0'74'0,"0"0"-73"0,0 0 44 0,0 0 31 0,0 0-6 16,254 260-18-16,-157-184-23 16,-4 1-2-16,-13-13-27 15,-15 0-5-15,10-16-6 0,-29-8-1 16,1-16-84-16,-7-12-64 16,-21-12-131-1</inkml:trace>
  <inkml:trace contextRef="#ctx0" brushRef="#br0" timeOffset="154268.7">21482 15055 572 0,'0'0'88'0,"0"0"-50"16,0 0 53-16,0 0-15 0,0 0-42 15,415 81-18 1,-322-81-16-16,6 0-10 0,-37 0-35 16,-21 0-31-16,-29 0-67 15,-12 0-69-15</inkml:trace>
  <inkml:trace contextRef="#ctx0" brushRef="#br0" timeOffset="154453.01">21643 14918 720 0,'0'0'62'0,"0"0"-62"15,0 0 0-15,0 0-7 16,366 16-27-16,-280-52-166 16</inkml:trace>
  <inkml:trace contextRef="#ctx0" brushRef="#br0" timeOffset="155167.54">23078 14505 507 0,'0'0'105'0,"0"0"-13"0,0 0-12 0,0 0-27 16,0 0-53-16,0 0-22 16,-18 0 15-16,43 0 7 15,2 0 14-15,14 0-14 16,-7 0-5-16,-9 0-31 15,9 12 36-15,-12 12 0 16,-10 4 17-16,-6 8 7 16,-6 5-22-16,0 3-1 15,0 4 1-15,-6-12 4 16,-28 5-6-16,15-18 0 0,10-10-8 16,3-2-8-16,6-3-47 15,0 1 56-15,15-1-35 16,44 3-3-16,-6 9 42 15,3 5 3-15,-32-1-3 16,-11 7 3-16,-13 2 31 16,0 6 12-16,-53 10-12 15,-27 7-22-15,-7-12-2 16,-6-3 3-16,6 2-10 16,6-22-13-16,22 2-54 0,7-23-43 15,36 0-145 1</inkml:trace>
  <inkml:trace contextRef="#ctx0" brushRef="#br0" timeOffset="155668.15">23940 14626 479 0,'0'0'28'0,"0"0"-5"0,0 0 45 0,0 0-25 16,0 0-15-16,-99 241-15 16,99-193-12-16,0 4 20 15,19-4-18-15,30-8 21 16,-11-12-24-16,17-4-13 16,-8-20 13-16,-13-4-15 15,25 0 4-15,-19 0 11 0,1-24-10 16,-7-16 10-1,-22 0-8-15,-6 8 8 0,-6-4-5 16,0 15 10-16,0 6-10 16,-46 10 7-16,-13 5-2 15,-16 0 47-15,1 25-28 16,0 19 8-16,21-4-27 16,34 4 0-16,19-8-31 15,0-4-66-15,13-15-58 16,39-2-213-16</inkml:trace>
  <inkml:trace contextRef="#ctx0" brushRef="#br0" timeOffset="156033.21">24477 14959 322 0,'0'0'72'16,"0"0"36"-16,0 0 15 15,0 0-27-15,0 0-75 16,0 0-21-16,158 120 23 16,-96-120-30-16,-3 0 14 0,3-9 8 15,3-30 11 1,-3-9 24-16,-16-9-23 15,-11 1-13-15,-29 1 1 0,-6 14 2 16,0 1-1-16,-34 13-16 16,-35 6-27-16,-2 12 27 15,-9 9 40-15,-1 0-40 16,13 25-5-16,21 11 2 16,35-4-21-16,12 0-74 15,0-4-68-15,0-7-80 16</inkml:trace>
  <inkml:trace contextRef="#ctx0" brushRef="#br0" timeOffset="156317.51">25292 14918 386 0,'0'0'142'0,"0"0"-126"15,0 0 51-15,0 0 5 16,0 0-34-16,0 0-8 16,307 49 1-16,-242-54 0 15,10-31-22-15,-29-11-9 16,-12 2 4-16,-6-2-13 16,-28-6 3-16,0 5-14 15,-6 12 3-15,-50 12 16 16,-3 16-76-16,-9 8 51 15,-12 0 12-15,8 23-119 0,-8 34-138 16</inkml:trace>
  <inkml:trace contextRef="#ctx0" brushRef="#br0" timeOffset="156932.97">23007 15701 234 0,'0'0'241'0,"0"0"-150"0,0 0 20 0,0 0-55 0,0 0-31 16,0 0-24-16,31-4 6 16,62-9 7-16,44 13 11 15,27-8 11-15,44-3 14 16,12-9 5-16,22-8-25 16,12-9 5-16,0-3-34 0,13 4 2 15,-41 8-3 1,-3 12-38-16,-49 16-22 0,-62 0-251 15,-38 0 163-15</inkml:trace>
  <inkml:trace contextRef="#ctx0" brushRef="#br0" timeOffset="157681.81">23695 16506 10 0,'0'0'148'0,"0"0"-138"16,0 0 42-16,0 0 6 0,0 0 12 0,0 0-38 15,0 0 16-15,0 5-5 16,0-5 27-16,0 0 5 16,0 0-16-16,0 0-13 15,0 0-25-15,0 0 9 16,0-21-13-16,0-10-13 15,0-18 8-15,0-15 17 16,0 0-22-16,0-12-3 16,7 0-4-16,11-1 0 15,10 5-35-15,-3 21-36 0,-10 18 4 16,-15 17-7 0,0 16 38-16,0 0 36 0,-6 32 0 15,-56 32 23 1,-12 17-17-16,-4 2-5 0,4-6-1 15,12-21-29-15,25-24-144 16</inkml:trace>
  <inkml:trace contextRef="#ctx0" brushRef="#br0" timeOffset="157936.51">23695 16506 483 0</inkml:trace>
  <inkml:trace contextRef="#ctx0" brushRef="#br0" timeOffset="158251.76">23695 16506 483 0,'428'-204'71'0,"-428"160"-67"0,65-8 2 0,10-16 46 0,5-9-50 15,-49 26-2 1,-9-1-18-16,-22 3 17 0,0 13 2 16,0 8 10-16,0 12-2 15,-34 7-1-15,-6 2 41 16,6 7 8-16,9 0-37 15,-3 0-16-15,9 0 13 16,-2 7-11-16,2 23-1 16,13-3 1-16,6 5-12 15,0 0 6-15,0 4-11 16,31-3 9-16,31-2-19 16,9 2 3-16,4-5-18 15,-7 11 23-15,-3-3-15 16,-9 5 3-16,-25-1-7 0,-25-4 32 15,-6-7 9 1,0 2 51-16,-31-6-1 0,-44-17-36 16,1 0-23-16,-7-8-32 15,-5 0 28-15,27 0-44 16,12-8-15-16,19-17 3 16,22 9-65-16</inkml:trace>
  <inkml:trace contextRef="#ctx0" brushRef="#br0" timeOffset="158550.34">24883 16306 186 0,'0'0'96'0,"0"0"37"0,0 0-59 0,0 0 19 0,381-24-18 16,-281-20-6-16,-14-20-43 16,-11-8-9-16,-29 8-13 15,-39 7-4-15,-7 17 0 16,0 12 4-16,-47 16 12 16,-24 12-1-16,-16 0 17 15,-15 8-32-15,9 24-7 16,12 4-65-16,16 0-170 15</inkml:trace>
  <inkml:trace contextRef="#ctx0" brushRef="#br0" timeOffset="159647.44">26663 15837 575 0,'0'0'43'0,"0"0"-1"0,0 0 28 0,0 0-24 0,0 0-14 16,0 0-26-16,412-56 2 15,-325 48-8-15,9 8-5 16,-25-4-3-16,-18 4-36 16,-25-4-14-16,-16-5-67 0,-12-2-54 15</inkml:trace>
  <inkml:trace contextRef="#ctx0" brushRef="#br0" timeOffset="159863.34">27230 15355 720 0,'0'0'89'0,"0"0"-56"16,0 0 8-16,0 0-41 15,0 0-27-15,0 0-115 0,347-80-307 16</inkml:trace>
  <inkml:trace contextRef="#ctx0" brushRef="#br0" timeOffset="160962.38">25010 16498 142 0,'0'0'9'0,"0"0"1"0,0 0 36 0,0 0 27 0,0 0-30 16,0 0-5-16,6 36-3 16,-6-36 4-16,0 5 17 15,0-5-6-15,0 0 2 16,0 0-29-16,0 0-12 15,0 0 4-15,0 0-9 0,10 0 13 16,-10 0 8-16,6 0-3 16,-6-5-23-16,18-14 22 15,-5-6-4-15,9-11 15 16,18-8-8-16,19-12-17 16,21-16-9-16,20-16 0 15,8 4-2-15,-9-4-10 16,-6 7 2-16,-18 13-66 15,-29 15-13-15,-12 30-38 16,-12 10 51-16,-22 13-69 0,0 0-126 16</inkml:trace>
  <inkml:trace contextRef="#ctx0" brushRef="#br0" timeOffset="161762.97">25559 15039 228 0,'0'0'87'0,"0"0"-15"0,0 0 13 15,0 0-10-15,0 0-39 16,0 0 0-16,99-108-8 15,-43 56 30-15,3-12-34 16,34-5 19-16,-6-11-31 16,15-4 6-16,-9-1-12 15,-6 5-6-15,-22 8-14 16,3 16-81-16,-34 28-67 16,-9 15-87-16</inkml:trace>
  <inkml:trace contextRef="#ctx0" brushRef="#br0" timeOffset="162579.23">27016 15340 10 0,'0'0'215'0,"0"0"-50"0,0 0-36 0,0 0-10 15,0 0-27 1,0 0-53-16,360 0-6 16,-279 0-28-16,-1 4 7 0,1-1-10 15,-22-3 7-15,9 0-7 16,-15 0-2-16,-19 0 0 15,0 0-32-15,-16-3-55 16,-11-17-119-16,-7 12-301 16</inkml:trace>
  <inkml:trace contextRef="#ctx0" brushRef="#br0" timeOffset="166927">28467 15496 161 0,'0'0'81'0,"0"0"-76"0,0 0 11 0,0 0 17 16,0 0-26-16,0 0 5 0,0 0 18 16,-6 0 31-16,6 0 3 15,0 0 10-15,0 0-9 16,0 0-11-16,0 0-39 16,0 0-7-16,0 0 4 15,0 0 9-15,0 0 1 16,0 0-14-16,0 0 16 15,0 0-23-15,0 0 26 16,0 0-15-16,0-8-9 16,0-17 6-16,0-6-4 15,0-5-5-15,0-5 5 0,0 2 4 16,13-2 1-16,21 5-20 16,-10 5 27-16,11-2-17 15,-1 17 0-15,6 4-15 16,0 1-26-16,7 11 11 15,-1 0 24-15,1 0-22 16,-7 11 8-16,-12 42 20 16,-28 27 6-16,0 20 1 15,-28 13 9-15,-71 6-15 16,-28 9 1-16,-16-12 0 16,10-3 3-16,-1-21-10 15,29-23 12-15,9-17-8 16,31-24 2-16,25-20 12 0,27-8-13 15,4 0-18-15,9 0-26 16,0 0-2-16,0 0 34 16,40 0 12-16,16 0 0 15,3 25 24-15,15 2 31 16,-9-15-11-16,4 4-17 16,5-16-27-16,-3 0-5 15,16-24 3-15,-6-16-57 16,-7-4-42-16,-21 8-88 15,-25 8-253-15</inkml:trace>
  <inkml:trace contextRef="#ctx0" brushRef="#br0" timeOffset="167789.8">29013 15845 76 0,'0'0'290'0,"0"0"-240"0,0 0-22 0,0 0 33 0,0 0-42 16,0 0-8-16,-25 28-10 15,25-24 2-15,0 0-6 16,0 9 6-16,0-6 14 15,-6 5 14-15,6-3 9 16,0-6-11-16,0 2-18 16,0-2-10-16,0 1 5 15,0 4-3-15,0 0-1 0,0 0 8 16,0 0-7 0,0 4 21-16,0-4-22 0,0 0 23 15,0-3-16-15,0-5 0 16,6 8-8-16,-6-8-1 15,6 3 19-15,-6 1-19 16,0 1 7-16,0-5-4 16,13 3 13-16,-7-3-10 15,3 13 11-15,-2-5-15 16,11-1-2-16,-12 1 4 16,10 5-3-16,2-5-1 15,10 7 8-15,-3-2-1 16,9 3-6-16,0-4 17 15,-6 0-11-15,19 0-4 0,-7-8-3 16,-9-4-13-16,9 0 3 16,7 0 10-16,9-36 2 15,3-20 16-15,-7-16-13 16,10 0-5-16,-15-13 0 16,-1-4-14-16,-11 9 1 15,-23 0 8-15,-12 0-3 16,0 12 5-16,-6 0 6 15,-41 4-12-15,-5 15 3 16,-4 13 5-16,9 16-4 16,1 20-34-16,-1 0 39 0,-21 13 2 15,-10 54-1 1,-18 10-1-16,10 7 13 0,14-4-4 16,16-8-3-1,25 0-6-15,3-15-29 0,28-17-58 16,0-16-133-1</inkml:trace>
  <inkml:trace contextRef="#ctx0" brushRef="#br0" timeOffset="170194.09">18579 4952 179 0,'0'0'163'0,"0"0"-105"0,0 0-13 0,0 0 1 0,0 0-9 15,0 0 7-15,0 0 25 16,-6-20-13-16,-6 20 22 15,-1 0-3-15,-8 0-28 16,8 0-35-16,-15-3 2 16,16-5-13-16,-22 0-1 15,9-5-5-15,-9 1 5 16,-6 4 14-16,-13 0-11 0,-3 4 33 16,-3 4-30-16,-9 0 5 15,3-8-11-15,3-3-1 16,9-6-15-16,0-4 11 15,-6 2 2-15,-3 11-2 16,-3-1-7-16,3 6 24 16,-3 3-21-16,-15 0 18 15,-1 0-4-15,0 0-4 16,1-4-1-16,15 4 0 16,-4 0-8-16,1 0 7 15,3 0-17-15,-16 20 17 0,7 16-11 16,-13-4 10-1,7 0 4-15,-7 1-2 0,15-13 0 16,10 4 1-16,10-4-2 16,11-1-1-16,7-2 1 15,-6 7-4-15,-19 8 0 16,6 0 9-16,-21 12-4 16,15 1 0-16,3-9 9 15,16 3-5-15,21 5 0 16,7 0-4-16,3 9 0 15,2-6-7-15,1 6 16 16,6-9-18-16,0 8 9 0,0-4-1 16,0 4-14-16,0-11 2 15,0 10 7 1,0-7-2-16,0-11 1 0,0 6 11 16,28-3-15-16,-3-3 11 15,9-5-2-15,6 13-12 16,-6-5-3-16,13 3 3 15,6-3-5-15,15 0 7 16,6 0-6-16,25-3 6 16,7-1-6-16,9 0-12 15,-1-4 3-15,-2 0-4 16,9 1-13-16,0-9 25 16,0 4-10-16,0-4-11 15,-10-1 22-15,16-7 9 0,7-12 2 16,-1 0-11-16,10 0-35 15,-4-12-48-15,-12-20-18 16,-6 1-25-16</inkml:trace>
  <inkml:trace contextRef="#ctx0" brushRef="#br0" timeOffset="170571.66">18700 6296 1 0,'0'0'30'0,"0"0"33"0,0 0-34 0,0 0 22 0,0 0-32 15,354-160 2-15,-305 132 14 16,-24-1 11-16,28-7-21 15,-13-12-22-15,7-8-3 16,2-4-9-16,-18 4-27 16,-15 7 36-16,-10 5 7 15,-6 13 52-15,0-2 46 0,0-3-15 16,-6-8-66 0,-28-8-17-16,0-4-7 0,-7 0-1 15,1 4-19-15,-13 7 20 16,-6 5 15-16,-3 8 14 15,-3 8 49-15,9-16-34 16,16 8-44-16,0-4 3 16,-7 3 0-16,1 5 3 15,-1 5-12-15,-24 2-1 16,9 6 7-16,-25-1 9 16,0 3-7-16,7 1 10 15,-1 4-8-15,28-3-8 0,1-1-7 16,11-1-3-1,1 10-17-15,-7 3-113 0,-5 0-182 16</inkml:trace>
  <inkml:trace contextRef="#ctx0" brushRef="#br0" timeOffset="172369.91">30123 15136 156 0,'0'0'95'0,"0"0"-93"0,0 0 59 0,0 0 10 0,0 0-31 0,0 0-28 15,0-17 10 1,0 17-13-16,0 0-9 0,0 0-3 16,0-8-24-16,16 8 22 15,-10 0-2-15,-6 0 7 16,0 0-13-16,0 0 13 15,0 0 33-15,0 0 10 16,0 0 13-16,0 0-16 16,6 0-1-16,-6-4-22 15,0 0 12-15,12-4-23 16,-12 0 17-16,0 4-16 16,16-9 1-16,-16 13 7 15,0-3 13-15,0-9 10 0,6 8-18 16,-6-4 10-16,0-4-3 15,0 12-4-15,0 0-21 16,6 0-2-16,1 0-1 16,5 0-21-16,10 32 22 15,18 16 6-15,0 13 17 16,1 14-21-16,-10 2-2 16,-10 11 4-16,-21 4-8 15,0-3 8-15,0-6-4 16,0-11 0-16,-21-11 0 15,-4-14 4-15,9-9 1 16,4-10-6-16,6-5 7 0,6-7-4 16,-7 4-2-16,7-7-5 15,0-5-15-15,0 0 0 16,25 4 8-16,31-9 4 16,3 5 4-16,28-8 8 15,12 0 8-15,16 0 0 16,-1-8 20-16,-8 0-12 15,-32 8-15-15,-21 0-5 16,-13 0 2-16,-18 0-10 16,3 8 12-16,-10 0-8 15,-8-8-18-15,-7 0-56 16,0 0-154-16</inkml:trace>
  <inkml:trace contextRef="#ctx0" brushRef="#br0" timeOffset="-198621.67">30005 3945 490 0,'0'0'35'0,"0"0"42"0,0 0 18 0,0 0-45 16,0 0-44-16,0 0 27 15,0 0-24-15,0 0 6 0,-34 0 3 16,34 0 5-1,0 0 1-15,0 0-22 0,0 0-2 16,0-11-2-16,6 2-4 16,28-7 11-16,25 5-10 15,3 7 1-15,10 4 1 16,2 0-17-16,-9 0 2 16,-3 31-4-16,-15 18 11 15,-29 15 2-15,-18 4 15 16,0 5-8-16,0-6 2 15,-6-11-1-15,-25-7-7 16,3-18 8-16,16-14-12 0,3-9-16 16,9-8-10-16,0 0-59 15,0 0 14-15,21 0 58 16,32 0 22-16,-7 0 6 16,-5 0-2-16,-19 8 16 15,-4 25 15-15,-18 6 31 16,0 13-9-16,0 17 8 15,-53 18-11-15,-33-2-16 16,-7-5-12-16,-4-8-2 16,32-27-13-16,13-18-3 15,24-15-10-15,28-12-13 16,0 0-87-16,6-20-123 16,56-24-138-16</inkml:trace>
  <inkml:trace contextRef="#ctx0" brushRef="#br0" timeOffset="-198242.92">30700 4739 334 0,'0'0'72'0,"0"0"-72"0,0 0 4 0,0 0 12 0,0 0 2 0,0 0 23 16,226 36 3-16,-179-27-5 16,15-5 48-16,-10-4-44 0,7 0 10 15,16 0-14-15,-1-8 13 16,-3-48-22-16,10-12 1 16,-13-9-21-16,-15-15 3 15,-19 0-13-15,-9 7 0 16,-25 2-7-16,0 19-23 15,-6 11 15-15,-59 25-3 16,-10 20 10-16,-5 8-6 16,-20 12 14-16,20 37-2 15,12 10-3-15,37 6-86 0,15-1-88 16,16-8-45 0</inkml:trace>
  <inkml:trace contextRef="#ctx0" brushRef="#br0" timeOffset="-197942.87">31540 4559 213 0,'0'0'95'16,"0"0"-22"-16,0 0-21 16,0 0-7-16,0 0 22 15,0 0-20-15,254 129-28 16,-161-109 9-16,16-8-13 15,12-12 34-15,-10 0-31 16,10-48 12-16,-12-21 22 0,-28-11-22 16,-29-12-4-1,-33 16-5-15,-19 8-10 0,0 8-11 16,-47 12 0 0,-33 19 0-16,-7 17-37 0,-12 12-1 15,6 0-24 1,0 56-50-16,6 9-262 0</inkml:trace>
  <inkml:trace contextRef="#ctx0" brushRef="#br0" timeOffset="-197027.88">29410 6392 62 0,'0'0'156'0,"0"0"-73"0,0 0 0 0,0 0-15 0,0 0 10 0,0 0-29 0,-40 8-2 16,40-8-23-16,0 0 34 16,0 0-23-16,0 0-1 15,0 0 2-15,0 0 3 16,0-12 7-16,18-32-34 16,44-20 13-16,25-16-11 15,19-12 15-15,-7-1-25 0,9 17 5 16,-21 4-9-16,-13 20-7 15,-21 11-26-15,-25 18-24 16,-22 15-13 0,-6 8-21-16,0 0-64 0,-68 8-117 15</inkml:trace>
  <inkml:trace contextRef="#ctx0" brushRef="#br0" timeOffset="-196844.89">29568 5815 404 0,'0'0'147'0,"0"0"-48"0,0 0 42 15,236 224-27 1,-131-143-43-16,10 2-67 0,-7-11 11 16,-2-3-15-16,-1-13-75 15,-15-20-72-15,-31-15-221 16</inkml:trace>
  <inkml:trace contextRef="#ctx0" brushRef="#br0" timeOffset="-195761.97">31280 6184 3 0,'0'0'94'0,"0"0"-17"0,0 0 11 0,0 0 27 16,0 0-36-16,0 0 0 0,-13 108 18 15,13-108 14-15,0 0-47 16,0 0 1-16,0 0-3 16,0 0-41-16,0-45 25 15,0-14-41-15,0-21 2 16,13-21-1-16,27 1 2 16,-6 0-6-16,-6 3-2 15,-9 22-16-15,-13 14-10 16,-6 25 4-16,0 28-10 15,0 8 31-15,0 0-36 16,-47 31-7-16,-12 22 43 0,-3 7-7 16,16-4-92-1,21-15-130-15,3-13-187 0</inkml:trace>
  <inkml:trace contextRef="#ctx0" brushRef="#br0" timeOffset="-195213.76">31835 5586 245 0,'0'0'246'0,"0"0"-159"0,0 0-3 0,0 0-27 16,0 0-35-16,0 0-22 15,21-20 12-15,20 12-8 16,-1 0 24-16,-3 4 4 16,-3 4-17-16,-6 0-8 0,-9 0-7 15,-10 28-11-15,-9 20 11 16,0 24 9-16,-40 8-4 16,-35 5-2-16,1-1-5 15,15-20 4-15,19-7-2 16,12-18 0-16,28-11-6 15,0-12 6-15,0-4-29 16,12-12 10-16,63 0 19 16,12 0 4-16,15 0 16 15,-9 0-8-15,-6 0-4 16,-1-7 2-16,-20 2-7 16,-11 2-6-16,-2 3-15 0,-13 0-73 15,-15 0-94 1,-15 0-341-16</inkml:trace>
  <inkml:trace contextRef="#ctx0" brushRef="#br0" timeOffset="-194546.98">28567 7050 31 0,'0'0'47'0,"0"0"-44"0,0 0 105 0,0 0-23 0,0 0-12 15,0 0 11-15,-186 0 9 16,186 0-19-16,0 0 22 15,0 0-43-15,0 0 31 16,0 0-34-16,0 0-5 16,0 0-23-16,52 0-21 0,103 0 27 15,78 0 18 1,74-16 16-16,80-16-12 0,41-12-10 16,34 3 5-16,0 5-10 15,-43 16-35-15,-32 17-2 16,-52 3-44-16,-53 0-61 15,-61 31-12-15,-82 14-76 16,-52 2-175-16</inkml:trace>
  <inkml:trace contextRef="#ctx0" brushRef="#br0" timeOffset="-192048.31">32095 7375 358 0,'0'0'52'0,"0"0"-3"0,0 0 28 0,0 0-13 0,0 0-38 16,0 0 19-16,0-4-9 15,0 4 2-15,0 0-28 16,0 0 8-16,-12 28-10 16,6 0 4-16,-1 12 1 0,7 0-11 15,0 0 7-15,0-4-7 16,0-11 3-16,19-5 3 15,15-12-4-15,0-8 0 16,6 0 4-16,-9 0 6 16,31-13 2-16,-15-27 20 15,0-8-25-15,-20-12 7 16,-27-8-2-16,0-4-11 16,0 8-5-16,-9 15 0 15,-56 17-21-15,-28 16 0 16,-22 16-11-16,-18 16-48 15,6 45-2-15,12 19-80 16,28-4-130-16</inkml:trace>
  <inkml:trace contextRef="#ctx0" brushRef="#br0" timeOffset="-191431.44">31159 7587 68 0,'0'0'283'0,"0"0"-234"0,0 0 6 0,0 0 13 0,0 0 2 16,0 0-37-1,-13 0-9-15,13 16-8 0,0 1 7 16,0 2-11-16,13-2 6 15,27-6-6-15,22-11-12 16,3 0 19-16,16-8 0 16,6-36 19-16,-13-12-5 15,-6-16-4-15,-21 0-26 16,-22 0 5-16,-25 8-8 16,0 7-31-16,0 9 1 15,-72 24-7-15,-24 12-2 0,3 12-10 16,-12 0-34-16,-10 44 4 15,22 32-4-15,12 4 26 16,29 0-65-16</inkml:trace>
  <inkml:trace contextRef="#ctx0" brushRef="#br0" timeOffset="-190116.84">30470 7138 220 0,'0'0'119'0,"0"0"-69"0,0 0 25 0,0 0 0 16,0 0-28-16,0 0 22 15,0 0-23-15,-12 0-12 16,-7 0 3-16,-15 0-3 0,0 0-14 16,-12 25-2-1,-13 6-16-15,-9 13 28 16,-7 17 0-16,16 7-19 0,13 8-3 15,12 9-5-15,27-5-6 16,7-5 6 0,0-2-7-16,47-21 4 0,34-8-16 15,18-11-3-15,9-14-18 16,-2-15 26-16,2-4 0 16,-21 0 9-16,0-12-27 15,-28-32 21-15,-19-8 8 16,-28-4 3-16,-12-8-3 15,0 4-5-15,0 15 2 16,-18 21-5-16,-35 16 5 16,-21 8-6-16,-13 21 9 0,-12 35 10 15,24 16-3 1,29-8-7-16,24 0-18 0,22-24-98 16,0-23-120-16</inkml:trace>
  <inkml:trace contextRef="#ctx0" brushRef="#br0" timeOffset="-189218.61">31788 8779 89 0,'0'0'407'0,"0"0"-337"0,0 0 34 0,0 0-35 0,0 0-25 16,0 0 38-16,202-33-28 15,-81 13-9-15,-4 1-40 16,-14-2-5-16,-23 9-13 16,-14 1-30-16,-32 6-61 0,-22 5-14 15,-12 0-74 1,0 0-83-16</inkml:trace>
  <inkml:trace contextRef="#ctx0" brushRef="#br0" timeOffset="-188961.11">31770 8481 407 0,'0'0'182'15,"0"0"-138"-15,0 0 82 16,0 0-78 0,0 0-28-16,0 0-20 0,0 0-30 15,387-152-60-15,-340 145-110 16,-23 7-213-16</inkml:trace>
  <inkml:trace contextRef="#ctx0" brushRef="#br0" timeOffset="-188448.76">31841 9028 407 0,'0'0'94'0,"0"0"-22"0,0 0-2 0,0 0-16 0,0 0-7 16,0 0 3-16,74-182-27 16,19 71 3-16,41-30-4 15,21-8-9-15,0-3-12 16,-10 20 4-16,-30 20-5 16,-44 35-14-16,-24 33-21 15,-25 20 19-15,-16 24-11 0,-6 0-73 16,0 24-82-16,-19 20-246 15</inkml:trace>
  <inkml:trace contextRef="#ctx0" brushRef="#br0" timeOffset="-185454.91">31208 8702 169 0,'0'0'169'0,"0"0"-135"0,0 0 55 0,0 0-7 15,0 0-18-15,0 0-9 16,-86-12 1-16,76 12-24 15,10 0 8-15,-6 0 5 16,-6 0 13-16,5 0-28 16,-8 0-14-16,-4 17-16 0,7 11-4 15,12 3 4-15,0-2-10 16,0 7 1-16,0-8 9 16,0-5-2-16,0-6-4 15,31-1 5-15,3-8-8 16,13-8-20-16,-1 0 14 15,16 0-4-15,-3-20 18 16,-13-32 1-16,-5-12 3 16,-13-13 4-16,-28 2-7 15,0-6 0-15,0 13-5 16,0 12-4-16,-34 15 5 16,-7 22-5-16,1 14 15 0,-7 5-23 15,-5 0-1 1,-16 41-11-16,-13 3-187 0</inkml:trace>
  <inkml:trace contextRef="#ctx0" brushRef="#br0" timeOffset="-184937.2">30092 8846 270 0,'0'0'56'0,"0"0"-17"0,0 0 67 0,0 0-27 16,0 0-33-1,0 0-45-15,53 218 13 0,-7-207-12 16,1-11 31-16,27 0 6 15,-15 0-2-15,9-32 6 16,-9-24-27-16,0-13 10 16,-9-18-26-16,-25-6-9 15,-25 1-44-15,0 12-15 16,-7 11-44-16,-67 30-33 16,-19 23-49-16,0 16 119 15,6 11 75-15,0 54 41 16,13 14 60-16,15 2-101 15,12-8-220-15</inkml:trace>
  <inkml:trace contextRef="#ctx0" brushRef="#br0" timeOffset="-184120.19">28914 8546 119 0,'0'0'238'0,"0"0"-237"0,0 0 8 0,0 0 14 0,0 0 82 0,0 0-3 16,-53-21 16-16,53 18-71 16,0-5-2-16,0-9-45 15,6-6 0-15,47-6 4 16,15 6-4-16,-3 10 0 16,4 10-16-16,-10 3 13 15,-13 0-28-15,-12 0-22 0,-12 19-22 16,-16 22 69-16,-6 11 6 15,0 4 5-15,0 8 11 16,-34-8-1-16,6-7 13 16,9-13-25-16,19-16-3 15,0-9-9-15,0-3-2 16,13-8-53-16,55 0 40 16,-3 0 15-16,3 5 5 15,-15 7-6-15,-6 4-18 16,-26 7 1-16,-21 6 18 15,0 7 9-15,-34 4 46 16,-46 0-4-16,-7 5-11 0,12-14-7 16,4-3 32-16,15-4-49 15,19 4-7-15,3-3-80 16,6-6-33-16,16-7-244 16</inkml:trace>
  <inkml:trace contextRef="#ctx0" brushRef="#br0" timeOffset="-183656.6">27844 8802 377 0,'0'0'209'0,"0"0"-175"0,0 0 45 0,0 0-17 0,0 0-61 0,0 0 4 16,0 80-3-16,40-15 12 15,-5 3-11-15,17 0 2 16,-18-7-5-16,0-5-19 15,-9-4-59-15,-3-8-54 16,-3-12-40-16</inkml:trace>
  <inkml:trace contextRef="#ctx0" brushRef="#br0" timeOffset="-183439.07">27404 9071 532 0,'0'0'62'0,"0"0"-49"16,0 0 19-16,0 0 20 15,341-32 0-15,-202 4-41 16,-5-4-11-16,15 4-4 15,-10 8-98-15,-24 4-96 16</inkml:trace>
  <inkml:trace contextRef="#ctx0" brushRef="#br0" timeOffset="-182856.83">27751 9588 288 0,'0'0'56'0,"0"0"-29"0,0 0 57 0,0 0-21 16,0 0-5-16,0 0-35 0,-53 21-17 16,94-13 10-16,52 15 52 15,34-6-36-15,59-9 4 16,62-5-16-16,53-3-3 15,58 0-17-15,51-7 0 16,30-25 9-16,34-12-2 16,1-1 22-16,-1 9-24 15,-24 8-5-15,-29 17-5 16,-55-2-20-16,-43 13-12 0,-69 0-62 16,-74 0-211-16</inkml:trace>
  <inkml:trace contextRef="#ctx0" brushRef="#br0" timeOffset="-182152.15">32142 9950 465 0,'0'0'73'0,"0"0"-42"0,0 0 32 0,0 0 4 16,0 0-51-16,0 0 15 15,-87 180-1-15,87-132 3 0,40-8-21 16,28-7-2 0,-3-13-9-16,4-12-1 0,11-8 7 15,7-8-5-15,-6-48 16 16,-10-17-15-16,-9-27 18 16,-15-4-21-16,-29-1-7 15,-18 9-30-15,0 20-5 16,-46 27-20-16,-35 30-4 15,-24 19 66-15,-10 0 10 16,-12 24 8-16,-7 32-18 16,23 13-3-16,9-2-115 15,30-7-228-15</inkml:trace>
  <inkml:trace contextRef="#ctx0" brushRef="#br0" timeOffset="-181658.69">30908 10025 329 0,'0'0'135'0,"0"0"-67"0,0 0 43 0,0 0-25 0,0 0-54 0,-75 241-21 15,115-197-8-15,13-8-6 16,28-11 16-16,-7-14-29 16,-2 2 19-16,-4-13-3 15,6 0 3-15,13-44 8 16,-9-41-8-16,2-19-1 16,-24-16-2-16,-37 8-62 15,-19 11-35-15,0 17-11 16,-19 32 20-16,-49 27 33 0,-13 25 55 15,-12 8 135-15,-6 58-97 16,3 21-35-16,9 9 8 16,28-7-11-16,25-17-133 15</inkml:trace>
  <inkml:trace contextRef="#ctx0" brushRef="#br0" timeOffset="-181022.34">29677 9725 429 0,'0'0'106'0,"0"0"-105"0,0 0 59 0,0 0-4 0,0 0-26 0,-261 269-1 16,249-197-18-16,2 8 6 15,10-11-10-15,0-10-4 16,35-2-6-16,39-9 8 15,19-4-13-15,22-8 10 16,3-12-4-16,2-8-13 0,8-16 0 16,-20 0-8-1,-15-16-6-15,-12-36 11 0,-35-20 14 16,-12-8 3-16,-34 0-13 16,0 11-18-16,-34 29 1 15,-34 16 31-15,-3 24 7 16,-16 0 91-16,-9 24-48 15,3 40-25-15,12 4-11 16,22 0-8-16,25-7-12 16,28-13-33-16,6-12-73 15,12-24-125-15</inkml:trace>
  <inkml:trace contextRef="#ctx0" brushRef="#br0" timeOffset="-180209.2">28207 9938 431 0,'0'0'205'0,"0"0"-164"0,0 0 10 0,0 0 2 16,0 0-41-16,0 0-14 16,71-69 4-16,16 42-2 15,15 6 0-15,-21 9-2 16,-22 12-12-16,-6 0-26 15,-19 0-12-15,-16 36 52 16,-8 13 8-16,-10 7-7 0,0 8 9 16,-41 0-10-1,-27-12 0-15,15 4 0 0,7-20-3 16,18-12-2 0,16-16-5-16,12 0 3 0,0-4-39 15,52-4-7-15,47 0 35 16,16 0 10-16,0 5 4 15,-16 6-7-15,-24 1 4 16,-17 12-16-16,-42 1 21 16,-16 6 2-16,0 10 75 15,-56 6 15-15,-31 2-28 16,-12-1-8-16,0-7-28 16,12-5-26-16,6-13-3 0,7-10-48 15,15-13-124-15,10 0-190 16</inkml:trace>
  <inkml:trace contextRef="#ctx0" brushRef="#br0" timeOffset="-179709.78">29336 10418 289 0,'0'0'24'16,"0"0"-23"-16,0 0 0 0,0 0 10 0,0 0-5 15,0 0-6-15,-28-39 73 0,15 39 51 16,-5 0-8-16,8 0-48 15,4 0-1-15,0 0-56 16,6 0-7-16,0 0-4 16,0 0 5-16,0 0-5 15,-6 0 9-15,6 0-9 16,0 0 2-16,0 0-2 16,0 0-21-16,0 0-64 15,18 0-75-15,10 0-187 16</inkml:trace>
  <inkml:trace contextRef="#ctx0" brushRef="#br0" timeOffset="-173529.46">7671 13672 246 0,'0'0'64'0,"0"0"-54"0,0 0 1 0,0 0 23 0,0 0-21 15,0 0 25-15,0 0-11 16,0 0 14-16,0 0-7 16,0 0 23-16,0 0-11 15,0 0 5-15,6 0-11 16,-6 0-24-16,0 0 15 16,0 0-30-16,0 0-2 15,0 0-5-15,0 0 2 16,10 0 7-16,-4 0-3 15,6 0 0-15,10 0-6 16,3 3 5-16,3 5-5 16,6 0 3-16,-3 4 6 15,3 1 7-15,12-2-7 0,-12 1-6 16,-6 13 0 0,-3-9-7-16,3 0 5 0,-3 4 5 15,3 0 8-15,6-4-4 16,-9 0 7-16,3-4-6 15,12 4-10-15,-12-4 10 16,3 4-3-16,-3 0-2 16,6-8 3-16,-9 12-9 15,-4-4 14-15,-2-4-7 16,9 0 0-16,-10 4 4 16,17-3 0-16,-20 7-5 15,10-4 2-15,9 4-2 16,6 4 0-16,-12-4-11 15,3 3 10-15,-3 1 1 0,-15-7-4 16,21 2 8-16,-16-2 0 16,4-1-3-16,-3-4 0 15,-4 12 0-15,10-8 0 16,-3 8-2-16,12 8 0 16,-16-4-4-16,10-3 10 15,-3-6-4-15,-10 1 2 16,4 1-4-16,3-1 1 15,-10 0-3-15,1-1 1 16,-7 1 4-16,15-4-4 16,-8 12 10-16,9-7-15 0,-4 2 14 15,10-2-12 1,-9-1 11-16,2 0-3 0,-8 0 2 16,-1-4-4-16,4-3-1 15,-10 10-5-15,0 1-2 16,13 1 5-16,2-2 2 15,-8 1 1-15,-1-4 15 16,4 5-16-16,-4-6-10 16,1-2 10-16,2-1 0 15,4 7-2-15,-7-6 6 16,10 7-8-16,-10 0 12 16,4-9-16-16,-4 10 8 15,0-1 0-15,-5-7 3 16,-1 2-1-16,-6-7-2 15,15-4 0-15,-2 0 5 16,-7 9-4-16,0 2-2 0,3 1 1 16,-2 1 0-16,5-1 0 15,-6 0 1-15,7-1-4 16,2-6 6-16,-2-1-5 16,-1-1 7-16,4 2-10 15,2 7 6-15,10 0-4 16,-3 4 3-16,-3 4-4 15,5 0-2-15,4-4 6 16,-3-7 0-16,-9-6 8 16,-4 6-16-16,-2-6 16 15,-1 1-12-15,16 1 7 16,-15-2-4-16,14 5 2 0,-8-4-1 16,9 1 0-16,-9 2 1 15,8-7 2-15,-14 0 3 16,2 0-12-16,-2 1 9 15,-7-5-10-15,-6 3 6 16,6-2-19-16,-6-5 18 16,0 0 2-16,0 0-2 15,0 0 6-15,0 0 0 16,0 0 0-16,0 0 8 16,0 0-10-16,0 0 13 15,0 0-2-15,0 0 3 0,0 0 13 16,0 0-29-16,-31 0 0 15,-9-8-17-15,-16-9 15 16,10-2-2-16,-7-6-5 16,-15 2 15-16,3-1-6 15,12-1 7-15,-3 5 1 16,16 1-8-16,2-2 13 16,4 9-15-16,-6-8 4 15,12 7 12-15,-18-2-14 16,12-6-4-16,-7-6-16 15,-5-1 20-15,15 0 11 16,-3 8-10-16,0-1 2 16,6 6 3-16,3 2 25 0,-3-2-19 15,9 7-12 1,-2-8 3-16,8-1-6 0,-9-7 1 16,-2 12 2-1,2-12 1-15,3 12 1 0,-2-4-4 16,2 4 4-16,-3 4-1 15,-2-8 2-15,2 12-1 16,9-8 0-16,-5 0-2 16,-4-4 0-16,4-4-2 15,-17-4-1-15,8 7 6 16,2-6-3-16,-3 10 0 16,15 2 1-16,-8 2-2 0,2-2 2 15,-3-9 2 1,10 7 0-16,-16-7-6 0,22-4 0 15,-7 8-10 1,1-4 15-16,-10 4-5 0,10-4 3 16,-16 8-1-16,16-4 0 15,-10 4 1-15,10 4 5 16,-1 0-4-16,-9-3 4 16,10-10 1-16,0 1-12 15,-10 4 13-15,3-4-22 16,-2 0 19-16,2 4-5 15,7-1 2-15,-10 1-1 16,16 1 0-16,-16-9 6 16,3 7-12-16,-2 1 12 15,2-15-12-15,0 6-2 16,10-7-1-16,9-4-26 0,-6 12 27 16,0 3-1-16,-7 6 9 15,7-6 5-15,-9 10-3 16,2-9 2-16,1 0 5 15,-10-1-17-15,16 2 9 16,0-6-1-16,0 10 0 16,-1-1 0-16,7 8-5 15,0-1 14-15,-9 6-14 16,3-5 10-16,0 0-10 16,-1 3 6-16,1 2-13 15,6-2 12-15,0 5 0 0,0 0 0 16,0 0-7-1,0 0 4-15,0 0 3 0,0-8-1 16,-6 1 1-16,-9-6-11 16,8 1 6-16,1 4 5 15,-6 0 5-15,-4 0-2 16,4-8 3-16,6 12-4 16,6-7-2-16,-7 2 1 15,7 5-2-15,-6 0 1 16,6 4-19-16,0 0-45 15,-15 0 33-15,15 0 23 16,0 0-6-16,0 0-14 16,-6 0-33-16,-19 0-171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53:31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14089 1536 126 0,'0'0'150'0,"0"0"-87"0,0 0 21 0,0 0-31 0,0 0-21 0,0 0-10 16,0 0 11-16,0 0-5 16,0 0 8-16,0 0 21 15,0 3-6-15,0-3 5 16,0 0-23-16,0 0 8 16,0 0-13-16,0 0 2 15,0 0-18-15,0 0-9 16,0 0 0-16,0 0-3 0,0 0-1 15,0 4-31-15,0 32 22 16,7 21 10-16,45 27 2 16,10-4 3-16,-3-3-5 15,0-13-28-15,-3-9 28 16,-25 1-6-16,-3-19 12 16,-16-9-7-16,4-13 10 15,-10-15-9-15,0 0 0 16,0 0-20-16,1-19 9 15,21-49 11-15,6-36 36 16,12-29-30-16,13-23 2 16,3-1-6-16,-15 21-4 15,-7 23-12-15,-21 50 5 16,-7 26 6-16,-3 26-16 16,-9 11-12-16,0 0-99 0,0 23-171 15</inkml:trace>
  <inkml:trace contextRef="#ctx0" brushRef="#br0" timeOffset="421.88">14843 1916 174 0,'0'0'175'0,"0"0"-161"0,0 0 13 0,0 0 14 0,0 0-13 16,0 0 34-16,155 197-33 16,-87-148-4-16,4-5-24 15,2-13 17-15,-9-3-18 16,3-12-12-16,-15-4 12 0,-13-12 15 16,1 0-7-1,-7 0-2-15,-6 0-1 0,3 0-5 16,-10-31-3-16,-8-10-59 15,-13-3-129-15</inkml:trace>
  <inkml:trace contextRef="#ctx0" brushRef="#br0" timeOffset="583.65">14951 2060 622 0,'0'0'5'0,"0"0"0"15,0 0-2 1,0 0 1-16,0 0-4 0,0 0-1 16,81 17-67-16,-68-17-104 15,-13-25-223-15</inkml:trace>
  <inkml:trace contextRef="#ctx0" brushRef="#br0" timeOffset="748.42">14951 2060 371 0,'128'-200'319'16,"-116"209"-315"-16,16-9-4 15,12 0-16-15,13 0-33 0,12-5-32 16,3-26-22 0,-21-2-155-16</inkml:trace>
  <inkml:trace contextRef="#ctx0" brushRef="#br0" timeOffset="1264.58">15699 1600 462 0,'0'0'56'16,"0"0"-13"-16,0 0-28 15,93 236 37-15,-78-172-28 16,-2-7-17-16,-1-5-5 15,4-12 4-15,-4-8-12 0,0-12 2 16,16-4-1-16,6-4-19 16,1-9 3-16,2 2 6 15,3-5 15 1,-6 0 13-16,0 0-11 0,-21 0 0 16,-7 0 5-16,-6 0-14 15,0 0 0-15,9 4-19 16,4 4-33-16,-7 0 23 15,0 0-16-15,0 0 25 16,3 0 24-16,-2 0 3 16,5 1 43-16,7-1-13 0,2-5 12 15,7 1-34 1,9-4-8-16,19 0 2 0,-3 0 1 16,15 0 9-1,-3-7-10-15,-6-22 16 0,3-3-15 16,-28-8 38-16,-3-5-24 15,-15-2 9-15,-16 6-25 16,0 10-2-16,-6 19 2 16,-69 12 0-16,-5 0 27 15,-7 0-5-15,6 20 16 16,22-4-30-16,19 4-9 16,24-12-4-16,16-5-70 15,0 2-110-15,0-5-296 16</inkml:trace>
  <inkml:trace contextRef="#ctx0" brushRef="#br0" timeOffset="1730.44">17404 1720 304 0,'0'0'37'0,"0"0"38"0,0 0 17 0,0 0-62 0,0 0-3 15,0 0 10-15,-186 188-3 16,186-131-14-16,0-6-5 16,6-10-9-16,47-9-6 15,6-12-5-15,3-8-4 16,-3-7 9-16,-6-5 12 16,2 0 2-16,-2 0 2 15,-13 0-9-15,-12 0 2 0,-28-9-8 16,0 9 6-1,0 0-3-15,0 0-4 0,0 0-10 16,13 0 5-16,5 0 5 16,10 4 24-16,6 1-24 15,7-5-65-15,-17 0-102 16,-2-13-90-16</inkml:trace>
  <inkml:trace contextRef="#ctx0" brushRef="#br0" timeOffset="1817.18">17404 1720 736 0</inkml:trace>
  <inkml:trace contextRef="#ctx0" brushRef="#br0" timeOffset="1881.66">17404 1720 736 0,'295'-100'173'0,"-308"124"-155"0,13 4 5 0,0-12-122 16,0-9-58-16,0-7-212 15</inkml:trace>
  <inkml:trace contextRef="#ctx0" brushRef="#br0" timeOffset="2063.66">18058 1800 522 0,'0'0'112'16,"0"0"-107"-16,0 0 52 15,0 0-26-15,47 165-28 16,-25-129-6-16,-10-8-42 0,-6-5-32 15,-6-2-32-15,0-1-13 16,0-8-28-16</inkml:trace>
  <inkml:trace contextRef="#ctx0" brushRef="#br0" timeOffset="2330.06">18086 2141 72 0,'0'0'133'15,"0"0"-6"-15,0 0-8 16,0 0-6-16,0 0-9 15,341-28-18-15,-260-12-19 16,-16-9 20-16,-18-10-48 16,-20 7-31-16,-20-1 12 15,-7 1-15-15,0 16-10 0,-13 8-20 16,-49 12 12 0,-3 8-29-16,-9 8-2 15,27 0 9-15,7 0-46 0,12 0-15 16,16 0 18-16,12 16 41 15,0 4 8-15,0 0-4 16,52-4-42-16,17 0 10 16,5 4-38-16,-15-4-116 15</inkml:trace>
  <inkml:trace contextRef="#ctx0" brushRef="#br0" timeOffset="2548.69">18675 1908 251 0,'0'0'200'15,"0"0"-85"-15,0 0-71 16,0 0-9-16,0 0 3 0,0 0-21 15,205-169-17-15,-143 110-6 16,-28 7-2-16,-15 32 0 16,-13 7 6-16,9 13-29 15,4 17-24-15,0 23 34 16,2 20 21-16,-2 4 21 16,-4-7-13-16,4-2 0 15,-19-2-8-15,12-9-14 16,-2-5-66-16,-4-14 49 15,0-17-112-15,0-8-138 16</inkml:trace>
  <inkml:trace contextRef="#ctx0" brushRef="#br0" timeOffset="3162.68">18641 1929 458 0,'0'0'171'0,"0"0"-97"0,0 0 24 0,0 0-18 15,0 0-3-15,335 95-51 16,-264-87 8-16,-2 1-34 16,-10-9 0-16,-19 4-14 15,-6-4-29-15,-15 0-43 0,-4 0-46 16,-15 0-104-1</inkml:trace>
  <inkml:trace contextRef="#ctx0" brushRef="#br0" timeOffset="3478.86">19364 1880 611 0,'0'0'61'16,"0"0"3"-16,0 0-25 16,0 0-38-16,0 0-1 15,192 209-37-15,-170-181-80 16,-22-4-67-16</inkml:trace>
  <inkml:trace contextRef="#ctx0" brushRef="#br0" timeOffset="3900.2">19364 1880 450 0,'99'277'0'16,"-59"-293"105"-16,35-29 0 15,2-10-38-15,-15-6-66 16,-9-6 0-16,-31 3-1 15,-22-1-54-15,0 20-36 16,-34 14 22-16,-41 15-6 0,1 16 30 16,2 0 44-1,4 8 44-15,9 31 12 0,3-2-39 16,32-5 18 0,11-12-35-16,4-4-27 0,9-8-14 15,0 4-17-15,22-4 17 16,43 0 41-16,3 0 8 15,-9 0 0-15,-3 4 16 16,-25 9-10-16,-10-1 4 16,-2 3 25-16,9-2-21 15,6-1-13-15,13-4-8 16,11-4-1-16,11-1-13 16,-4-3 6-16,3-8-25 15,-9 0 14-15,3 0-50 0,-16 0-61 16,7 0-19-1</inkml:trace>
  <inkml:trace contextRef="#ctx0" brushRef="#br0" timeOffset="4111.71">20012 1816 806 0,'0'0'70'0,"0"0"-38"0,0 0-27 0,0 0-5 0,0 0-39 16,0 0-61-16,0 8-191 0</inkml:trace>
  <inkml:trace contextRef="#ctx0" brushRef="#br0" timeOffset="4261.68">20012 1816 617 0,'-127'-164'96'0,"139"164"-96"16,16 0 8-16,12 0-3 16,13 0-5-16,0 0-42 0,-13-8-183 15</inkml:trace>
  <inkml:trace contextRef="#ctx0" brushRef="#br0" timeOffset="5077.22">21534 881 228 0,'0'0'216'0,"0"0"-170"0,0 0 22 0,161 229 7 0,-92-137 4 16,2 13-31-16,3 15-2 15,-15 25 15-15,-12-1-43 16,-7 12 19-16,-18 13-36 15,-10 16 8-15,-12 27 4 16,0 29-13-16,-25 11 6 16,-49 29-4-16,-13 3 3 15,-21 6-4-15,2 6 15 16,-8-3-12-16,2-1 30 16,16-7-28-16,-3-16-6 15,18-12 10-15,0-17-16 16,22-15 12-16,25-12-12 0,16-25 0 15,18-16-28 1,0-7 7-16,0-24-63 0,0-25-127 16,0-36-219-16</inkml:trace>
  <inkml:trace contextRef="#ctx0" brushRef="#br0" timeOffset="6126.62">14049 2815 451 0,'0'0'40'0,"0"0"-40"0,0 0 0 0,0 0 5 16,0 0 20-16,0 0-17 16,-322-52 20-16,257 52 43 15,12 0 19-15,19 0-11 16,0 0-16-16,21 0-13 16,13 0-42-16,0 0 12 0,0 0-14 15,0 0-6 1,0 0-5-16,0 0 1 0,0 0 1 15,0 0 6 1,65 16 3-16,56 0-3 0,81-1 14 16,65-2-13-16,61-13 20 15,44 0-20-15,38 0-2 16,30 0-4-16,16 0-3 16,18 4-3-16,53-4-23 15,28 0 19-15,25 0-31 16,9-17 27-16,-12-14-3 15,-10-5 19-15,-12-5 13 16,0 5 18-16,-34 16-17 16,-18 1-6-16,-29 11-8 0,-40 8 11 15,0 0-21-15,-28 0 17 16,-12 0-13-16,3 0 12 16,3 0 2-16,-6 0-6 15,-13 0 14-15,-21 0 5 16,-31 0-20-16,-16 0-1 15,-3-17-3-15,-9 1-11 16,-22 0-9-16,-3 1 6 16,-44 2-22-16,-46 9 4 15,-43 4 15-15,-72 0-9 16,-31 0-43-16,-24 0 22 16,-16 0 46-16,0 0-120 15,0-12-334-15</inkml:trace>
  <inkml:trace contextRef="#ctx0" brushRef="#br0" timeOffset="7297.03">23466 1315 185 0,'0'0'188'0,"0"0"-181"0,0 0 83 0,0 0-19 16,0 0 0-16,0 0-27 15,0 0 31-15,-34-49-31 16,34 49-1-16,0 0-18 16,0 0 23-16,-13 0-42 15,13 8-6-15,0 49-21 16,0 24 21-16,0 19 20 16,0 8-17-16,0-4 3 15,0-12-6-15,-6 8-10 16,0-15-57-16,-6-5-7 0,-22-8-80 15,6-12-72-15,-19-20-148 16</inkml:trace>
  <inkml:trace contextRef="#ctx0" brushRef="#br0" timeOffset="7576.17">22784 1379 391 0,'0'0'48'15,"0"0"-29"-15,0 0-5 16,415 0-10-16,-275 0-8 16,9-3-23-16,-10-27-182 15</inkml:trace>
  <inkml:trace contextRef="#ctx0" brushRef="#br0" timeOffset="7991.77">23974 1769 157 0,'0'0'185'0,"0"0"-169"16,0 0 50-16,0 0 41 15,0 0-25-15,0 0-1 16,-133 196-20-16,133-148-42 15,0-9 5-15,34 2-24 16,25-5 0-16,9-3-7 16,-3-6 1-16,10-10-26 15,-7-6 25-15,-3-11-53 16,-6 0-28-16,-19 0 4 16,-18 0-2-16,-9-24-46 15</inkml:trace>
  <inkml:trace contextRef="#ctx0" brushRef="#br0" timeOffset="8209">23894 1921 252 0,'0'0'191'0,"0"0"-191"16,0 0-1-16,0 0-3 0,0 0-11 16,0 0-43-16,28 3-69 15</inkml:trace>
  <inkml:trace contextRef="#ctx0" brushRef="#br0" timeOffset="8360.4">23894 1921 120 0,'40'-105'493'16,"-40"105"-458"-16,0 0 5 16,0 0-7-16,0 0-33 15,28 0-9-15,6-8-14 16,19 0-39-16,0-8-88 16,-1 1-172-16</inkml:trace>
  <inkml:trace contextRef="#ctx0" brushRef="#br0" timeOffset="8758.12">24582 1941 578 0,'0'0'107'16,"0"0"-77"-16,0 0 49 15,0 0-15-15,0 0-54 16,0 0-10-16,22-17-5 15,-3-11 0-15,8 4 0 16,-14 4-7-16,-1 9 8 0,-2 6 3 16,-4 5-10-1,-6 0 11-15,0 0-19 0,0 0-6 16,12 5-1-16,1 18 26 16,8 1 43-16,13-7-1 15,13-6-42-15,18-6-9 16,16-5-27-16,-1 0 34 15,-5 0 2-15,-4 0 4 16,-9 11-4-16,-22-2-16 16,7 15 4-16,-7-9 12 15,0 1 0-15,1 4-28 16,-10 1-23-16,3-1 0 0,-12 0-56 16,-4-4-46-16,-12-8-72 15</inkml:trace>
  <inkml:trace contextRef="#ctx0" brushRef="#br0" timeOffset="9481.51">25819 2093 329 0,'0'0'38'0,"0"0"-22"0,0 0-6 0,0 0 22 16,0 0-28-1,0 0 3-15,0 0 11 0,-6 120-3 16,6-120 43-16,0 0 26 16,-28-4-62-16,10-32-22 15,-10-5 0-15,3-2 3 16,-3-5-3-16,6 0 4 15,16 4 1-15,6 0-10 16,0 8 10-16,0 11-17 16,0 5 11-16,34 12-6 15,-12 8 2-15,9 0 3 16,-3 0-9-16,18 0 7 16,1 0-2-16,-7 0-5 0,7 0 3 15,-13 0-1-15,-6 0 6 16,-16 0-22-16,-12 17 12 15,0 2 13-15,-22 1 77 16,-30 1 3-16,5-6-43 16,7-2-8-16,6-5-29 15,21-5-12-15,7 6-43 16,6-9-49-16,0 8-21 16,0 0 31-16,34-8-12 15,-3 8 44-15,19-8 23 16,-13 7 2-16,13-7 17 15,-4 8 17-15,7-3 6 16,-13-2 5-16,-6 2 4 16,-15 3-5-16,-7 4-6 15,22-4 57-15,-6 0-1 16,13-5 42-16,11-3-74 0,23 0 13 16,5 0-25-16,-2-16 13 15,-4-28-13-15,-5 4 7 16,-29-7-13-16,-9 3-7 15,-9-5-4-15,-22 17 4 16,0 8 10-16,-22 8-5 16,-31 16 20-16,-6 0 2 15,-9 19-7-15,9 26-15 16,19-1-5-16,34-16-175 16</inkml:trace>
  <inkml:trace contextRef="#ctx0" brushRef="#br0" timeOffset="13736.98">16843 3429 63 0,'0'0'247'0,"0"0"-186"0,0 0-23 0,0 0 9 0,0 0-9 15,0 0-14-15,0 0 12 16,0 0-20-16,0 0 18 16,0 0-10-16,0 0 17 15,0 0-9-15,0 0 6 16,-6 0-23-16,-10 0 6 15,4 0-3-15,-1 0-18 16,-8 0 15-16,8 0-14 16,-5 0 16-16,-4 0-6 15,3 0 13-15,-2 0-10 16,-4 0-1-16,-9 0-3 16,0 0-2-16,-7 0 13 15,7 0-16-15,-6 0 18 0,0 0-21 16,-7 0 18-16,-6 12-15 15,1 7 1-15,-1 1-6 16,6 1 0-16,-2 2-4 16,-4 2 8-16,19 7-9 15,-6 4 8-15,3 9-6 16,2 2 1-16,1 1-3 16,6 1 5-16,10-2 0 15,12-6-4-15,6-5-2 16,0-4 1-16,0 4-11 15,0-4 6-15,18-7 12 16,10 2-10-16,6-7 1 0,13-4-8 16,-1-4-6-16,1-4-3 15,-1-4 13 1,1-4 11-16,-7 0-5 0,0 0-2 16,-12 0 7-16,9-7-11 15,-9-6 4-15,-6-3-11 16,-3 4 13-16,-7-4 5 15,10-4-6-15,-4-8 2 16,-2-4-29-16,-4 4 32 16,-12 0-12-16,0 11 13 15,0 1 0-15,0 5 19 16,-12 11-4-16,-28 0-13 16,-7 0 16-16,-9 0-14 0,4 0 5 15,5 0-3-15,-6 0-6 16,7 0 7-16,6 16 14 15,-1-5-19-15,20 6-2 16,2-1-1-16,13 0-9 16,6 4 4-16,0 0-37 15,0-4-57-15,0 0-47 16,6-12 6-16,34-4-79 16</inkml:trace>
  <inkml:trace contextRef="#ctx0" brushRef="#br0" timeOffset="14253.54">16734 3934 176 0,'0'0'10'0,"0"0"-10"0,0 0 1 0,0 0 12 0,0 0 18 15,0 0 48-15,10 0-12 16,-10 0-9-16,0 0-8 16,0 0-17-16,12 11-2 15,0 6-24-15,10-1 10 0,-3-5-15 16,-7 2 0-16,22-9 4 15,0-4-4-15,-6 0 3 16,-3 0 16-16,15 0 15 16,-12 0-36-16,-3 0 20 15,3 0-8-15,12-20 6 16,-12-21-9-16,19-10 0 16,-16-9-9-16,-10-1-31 15,-8 1 16-15,-13 12-19 16,0 4 33-16,0 11-4 15,-19 13 4-15,-15 4 2 16,-6 16 1-16,-7 0-2 16,-5 0 0-16,-1 0 8 0,-3 13-1 15,16 7-7-15,9 8-30 16,-3 4-58-16,6 4-73 16,9-4 0-16</inkml:trace>
  <inkml:trace contextRef="#ctx0" brushRef="#br0" timeOffset="14786.9">17953 3537 161 0,'0'0'24'0,"0"0"37"0,0 0 39 0,0 0-37 16,0 0 3-16,0 249-39 16,0-190 23-16,0-6-10 15,0-6 8-15,0 2-26 16,6-5 27-16,-6-4-29 0,0-4-8 16,6-15-12-16,1-10-14 15,14-11-72-15,-2 0-54 16,3 0-6-16,-4-4 15 15</inkml:trace>
  <inkml:trace contextRef="#ctx0" brushRef="#br0" timeOffset="15057">17987 3878 91 0,'0'0'127'0,"0"0"2"16,0 0-17-16,0 0-63 15,0 0-18-15,0 0-29 16,112-97-2-16,-84 78 0 15,6 2-34-15,-16 6-27 16,4 2-65-16,-16 9-68 16</inkml:trace>
  <inkml:trace contextRef="#ctx0" brushRef="#br0" timeOffset="15319">17987 3878 336 0,'-34'20'136'0,"34"-20"-111"15,0 0-25-15,34-25 12 16,19-11 10-16,12-8-21 16,-3 4 11-16,-22 8-11 15,-15 9 4-15,-3 10 7 16,-16 9 9-16,13-4-14 15,8 0-7-15,8-12-42 16,5-8-69-16,-6-1-119 16</inkml:trace>
  <inkml:trace contextRef="#ctx0" brushRef="#br0" timeOffset="15768">17999 3894 149 0,'0'0'83'0,"0"0"-27"0,0 0 55 16,0 0-40-16,0 0-33 0,0 0 8 15,7 8-1 1,33 7 32-16,6 10-24 0,13-5-13 16,-3 12-17-16,-9-8-10 15,-1 4-8-15,-5-4-5 16,-17-8 0-16,-2 8-10 16,-10-4-4-16,-5 8-45 15,-7 13-82-15,0-10-53 16</inkml:trace>
  <inkml:trace contextRef="#ctx0" brushRef="#br0" timeOffset="16501.46">18527 3962 257 0,'0'0'31'0,"0"0"-29"0,0 0 66 0,0 0-23 0,0 0-5 15,0 0 14-15,-35 0-13 16,35 0-24-16,0 0 18 16,0 0-27-16,0-4-2 15,0-4-5-15,0 8 5 16,0 0-3-16,0 0 21 15,-6 0 21-15,0 0-21 16,0 0-11-16,6 12 6 16,0 20 9-16,0-4-17 15,0-4 1-15,0 0-7 16,0-8-5-16,0-3 2 16,0-13-2-16,0 0 0 15,0 0-17-15,0 0 6 0,6 0-21 16,6-8 26-16,35-33 6 15,9-3-1-15,3 0-45 16,-7 7-35-16,-24 14 17 16,-9 19 2-16,-19 4 55 15,0 0-6-15,0 0 13 16,0 16 64-16,0 15 27 16,0-14-35-16,0 3-30 15,22-13-26-15,-4-7-13 16,4 0-50-16,-3 0 29 15,8 0 34-15,-20 0 7 16,14 0 8-16,-2 0-8 16,-7 9 34-16,22-5-34 0,-12 8-6 15,18-8-1-15,-9 0-37 16,10-1-23-16,-1 2-37 16,0-1 15-16,-12-4-40 15</inkml:trace>
  <inkml:trace contextRef="#ctx0" brushRef="#br0" timeOffset="16901.75">19804 3272 126 0,'0'0'245'0,"0"0"-180"0,0 0 30 0,-68 213 44 0,43-141-62 16,-9 8-34-16,6 4-24 15,-12-7-6-15,15-10 7 16,-9-2-18-16,6-1 6 16,3-8-2-16,-9 8-12 15,6-7-22-15,9-10-7 16,7-19-167-16,12-19-76 15</inkml:trace>
  <inkml:trace contextRef="#ctx0" brushRef="#br0" timeOffset="17450.57">19857 3734 193 0,'0'0'59'0,"0"0"54"0,0 0-20 0,0 0-15 0,0 0-46 15,0 0 0-15,40 216-12 16,-40-180 9-16,6-8-14 15,-6-8-1-15,0-12 8 16,0-4-10-16,6-4 3 16,-6 0-15-16,16 0-7 15,-16 0-25-15,19 0 3 16,8 0 29-16,-2 0 15 16,9 0-1-16,-6 0 2 0,-3 0-13 15,-3 0-3 1,-16 0-8-16,16 20 8 0,-16 16 8 15,6 4 12-15,1 0 3 16,8-4-23-16,14-11-14 16,-17-17-136-16,22-8-87 15</inkml:trace>
  <inkml:trace contextRef="#ctx0" brushRef="#br0" timeOffset="20264.99">25230 3175 253 0,'0'0'76'0,"0"0"-21"0,0 0-28 0,0 0 17 0,0 0-4 0,0 0-7 16,34 0 17-16,-34 0 7 16,0 0 5-16,0 0-21 15,0 0-2-15,0 5-17 16,0 18 4-16,-12 6-19 16,-22 8-7-16,6 2 7 15,-12 13-7-15,-7 1 4 16,-6 2-1-16,7 1 0 15,-7 5 1-15,0-14-6 16,-2 6 9-16,24-4-9 16,-3-10 6-16,6-3-3 0,-6-8-1 15,27-7 0-15,7-6-5 16,0-7-18-16,0 5 9 16,0-9-44-16,22 0 40 15,9 3 9-15,9-2 8 16,-6-5-22-16,7 0-6 15,-7 0 10-15,0 0-1 16,-3 0 11-16,-3-12 2 16,-6 8-1-16,-4-8 10 15,-5 4-6-15,8-5 1 16,-2 6 0-16,9-9-20 16,-10-4 2-16,4-4 4 15,3-1-34-15,-3 1-10 0,-16 9-32 16,6-2 43-16,-2 9 28 15,-10 0 22-15,0 0 2 16,0 0 38-16,0 8 37 16,0-4 4-16,0 4-4 15,0 0-47-15,0 0-4 16,0 0-21-16,0 0-5 16,0 0-14-16,0 0 3 15,0 17 11-15,-10 10 29 16,-8 21 31-16,5 4-30 15,-8 4 8-15,8 5-11 16,13-1-11-16,0-7-6 0,0 2-8 16,0-10 4-16,0 2-6 15,-6-6 3-15,-3-10-3 16,2-10-5 0,1-9-31-16,0-9-47 0,6-3-117 15,0 0-133-15</inkml:trace>
  <inkml:trace contextRef="#ctx0" brushRef="#br0" timeOffset="21199.92">25813 3244 91 0,'0'0'194'0,"0"0"-99"0,0 0-33 0,0 0-17 0,0 0-34 16,0 252 5-16,0-196-15 16,6 9 13-16,-6 7 5 15,0 1 5-15,0-6 20 16,0-2-11-16,0-1-8 16,0-4-20-16,0 0-5 15,0-3 2-15,0-10-5 16,0 1 4-16,0-7-1 15,0-13 0-15,-6-4 2 16,0-16-6-16,0-1 11 0,6-7-7 16,0 0 0-1,0 0-9-15,0 0-27 0,0-23 11 16,0-10 22 0,0-11 2-16,12 8-3 0,16 5-4 15,-3-2 2-15,-13 13 1 16,16 1 4-16,6 2-2 15,-9 9-8-15,-3 8-11 16,6 0 2-16,-16 0-13 16,7 4 33-16,-4 32 18 15,10 8 4-15,3 13 4 0,0-6-26 16,-10 1 9 0,10 1-9-16,-3-9 0 15,-3-11 12-15,3-2-7 0,3-18 28 16,-1-6-33-16,-2-3-5 15,16-4 5-15,-7 0-1 16,12-4 1-16,-5-32-52 16,-7-9-166-16</inkml:trace>
  <inkml:trace contextRef="#ctx0" brushRef="#br0" timeOffset="24979.26">17324 10382 108 0,'0'0'240'0,"0"0"-168"0,0 0 0 0,0 0-1 0,0 0-58 0,0 0-5 16,34 0 6-16,-6 0 0 16,-4 0 22-16,4 8-16 15,6-3 17-15,-3 3-16 16,3 0 3-16,7-4-13 16,5 4 4-16,7 0 9 15,9-4-19-15,-3 0 3 0,9 0-5 16,-3 0 4-16,3-4-3 15,-9 12 10-15,3-4-14 16,-3-4 10-16,-6-4 6 16,15 8-11-16,-3-8 6 15,4 8-10-15,11-8 0 16,1 12 11-16,-10-4-10 16,-3-4 5-16,7 16-7 15,-16-16 2-15,-7 8 2 16,4-8 3-16,3-4-2 0,-6 0 3 15,21 0-4 1,-6 0 0-16,19 8 2 0,-9-8-5 16,2 0-1-1,-5 0-3-15,-1 0 3 0,-15 0 1 16,16 0 0-16,-17 0 4 16,11 0-1-16,-10 0 1 15,-7 0-4-15,-2 0 2 16,-4 0-6-16,-5 0 0 15,11 0 3-15,1 0 2 16,0 0 3-16,-7 0-10 16,1 0 16-16,-7 0-10 15,0 0 4-15,-12 0 4 16,0 0-8-16,-9 0 1 16,3 0-2-16,-4 0 4 0,-5 0-8 15,-7 0 10-15,9 0-2 16,-2 0 3-16,-1 0 4 15,16 0 3-15,-9 0-1 16,2 0-11-16,7 0-2 16,-3 0-8-16,3-8-38 15,6-8-43-15,-9-12-60 16,-19 8-95-16</inkml:trace>
  <inkml:trace contextRef="#ctx0" brushRef="#br0" timeOffset="27909.6">15820 6015 171 0,'0'0'165'0,"0"0"-134"0,0 0 48 0,0 0-24 0,0 0-34 0,0 0 7 16,0 0-15-16,0 0 29 16,0 0 24-16,0 0 17 15,0 0-39-15,0 0-2 16,0 0-33-16,-13 0 3 15,7 0 7-15,-9-8-15 16,8 4 9-16,-5-12-13 16,12 4 0-16,0 0 16 15,0-12-19-15,0-4 6 16,0-4 0-16,0-1-3 16,19-3 4-16,8-8-9 15,8-4 5-15,-4-4-10 0,-4 0 2 16,1-1 0-16,-9-6 0 15,-3 7 7 1,-4-9-28-16,-6 22 5 0,-6 3 14 16,0 7 10-16,0 9 7 15,0 4-1-15,-18-4 27 16,-10 8-24-16,-7 4-9 16,17 5 0-16,2-5 0 15,4-1 17-15,0 9-12 16,5 0-10-16,7 0 9 15,-9 0-8-15,9 0-14 16,0 17 10-16,0 19 8 0,0 3 4 16,0-3-4-16,0 8-6 15,9 1-12-15,16-6-10 16,3 2 19-16,-3-9-7 16,3 4 10-16,0 1-14 15,-3-1 18-15,9 0-3 16,-6 0-32-16,-10 3 7 15,16 5-1-15,-21 1 18 16,-13-5-9-16,0-8 22 16,0-8 18-16,-13-4 43 15,-21 0-18-15,16-8-21 16,-4 0-10-16,3-4-8 16,-9 0-4-16,4-4-4 0,-17 4-34 15,1-3-102-15,-7-5-64 16,-2 0-194-16</inkml:trace>
  <inkml:trace contextRef="#ctx0" brushRef="#br0" timeOffset="28375.08">16555 5827 47 0,'0'0'99'0,"0"0"-62"0,0 0 35 0,0 0 33 0,0 0-41 15,0 0-26-15,62 32 3 16,-44-32 11-16,10 8-30 16,3-8 22-16,9 0-22 15,1 0 12-15,5-13-10 16,-5-26-5-16,5-10-19 0,4-2 0 16,-19-14 26-1,-10 1-25-15,-8 0 6 0,-13 0-7 16,0 8 19-1,-13 12-16-15,-27 3 7 0,-13 17-10 16,-15 4 3 0,3 20 19-16,-16 0 9 0,13 0-31 15,3 41 3-15,9 3-8 16,25-4-51-16,22 4-59 16,9-8-43-16,0-4-117 15</inkml:trace>
  <inkml:trace contextRef="#ctx0" brushRef="#br0" timeOffset="28808.68">17872 5329 144 0,'0'0'83'0,"0"0"-57"0,0 0 57 0,0 245-9 0,0-189-14 0,0-4-54 15,0 1 19-15,0-9-14 16,0 4-7-16,0-8-8 15,0-8-1-15,0 0-5 0,0-24-109 16,7-8-123 0</inkml:trace>
  <inkml:trace contextRef="#ctx0" brushRef="#br0" timeOffset="29306.79">17711 5638 63 0,'0'0'295'0,"0"0"-238"16,0 0-7-16,0 0 9 0,0 0-44 16,0 0 1-16,109-116-13 15,-50 75 18-15,-1 5-15 16,-2 5-4-1,-9 6 1-15,-22 17-6 0,-4 5-1 16,-15 3-20-16,-6 0-6 16,0 0-28-16,0 0-32 15,0 0 31-15,0 28 17 16,-18 0-23-16,-22 8 40 16,-1 0 25-16,1 0 34 15,0-8 36-15,12-7-38 16,9-10 6-16,13-7 7 0,6 0 15 15,0-4-33 1,0 0 6-16,0 0-33 0,0 0-17 16,19 0 17-16,27 17 53 15,1 6 27-15,-7 9-36 16,-6 1 17-16,-6-2-38 16,-3 5 11-16,3-3-18 15,6-2-2-15,-16-10-12 16,10-9-2-16,-9-12 0 15,3 0-90-15,2 0-38 16,-8-12-45-16</inkml:trace>
  <inkml:trace contextRef="#ctx0" brushRef="#br0" timeOffset="29889.62">18421 5494 220 0,'0'0'164'0,"0"0"-76"0,0 0 5 16,0 0-13-16,0 0-40 0,0 0-2 15,0 197-25-15,0-178 1 16,0-11-6-16,0-8-2 15,0 0-3-15,0 0-3 16,13 0-37-16,14-16-26 16,4-15 53-16,25-10-20 15,-3 2-5-15,6 2 1 16,-13 8-42-16,1 10 18 16,-25 15 23-16,-10 4 30 15,-6 0 5-15,4 16 110 0,-4 12-28 16,0 4 16-16,6-8-69 15,1 1-18-15,8-10-11 16,7-7-10-16,-3-8-24 16,3 4 23-16,-9 5 11 15,-4-1 5-15,-2 0-5 16,-7-1 7-16,15-2 3 16,-2 6-10-16,9-3-18 15,-3 0-87-15,3-8-147 16</inkml:trace>
  <inkml:trace contextRef="#ctx0" brushRef="#br0" timeOffset="30374.51">20024 5057 193 0,'0'0'185'0,"0"0"-148"0,0 0 20 15,0 0 25-15,0 0 9 16,0 0-30-16,-80 260 0 15,45-163-34-15,-5 3 15 16,22 8-19-16,-23-3-6 16,-5-1 4-16,-13 4-12 0,-16 0-9 15,-11 4-2-15,5-11-16 16,7-20-54-16,33-45-35 16,23-28-259-16</inkml:trace>
  <inkml:trace contextRef="#ctx0" brushRef="#br0" timeOffset="31056.5">20220 5438 417 0,'0'0'180'0,"0"0"-120"0,0 0 13 16,0 0-67-16,0 0 8 16,0 0-9-16,0 132 24 15,0-67-18-15,0 2 21 16,0-6 3-16,0-1-2 16,0-16-28-16,0 0 4 15,0-24-6-15,0-8 3 16,0-4-12-16,0-8 1 0,0 0-9 15,0 0-19-15,0 0-22 16,18-20-27-16,22-12 62 16,7 12 5-16,-1 0 15 15,-5 7-20-15,-7 13-7 16,-9 0 14-16,-4 0 13 16,7 0 18-16,-3 21 26 15,-9 11-6-15,8 0 6 16,-2 0-13-16,-3-8-31 15,15-8-26-15,6-16-131 0,-21 0-193 16</inkml:trace>
  <inkml:trace contextRef="#ctx0" brushRef="#br0" timeOffset="34668.99">24629 6324 208 0,'0'0'115'0,"0"0"-32"0,0 0-1 0,0 0-2 0,0 0 7 16,0 0-72-16,0 0-14 15,21-16-1-15,-14 8 18 16,-1 0-1-16,16 0-17 16,-10-1 7-16,7-6-1 15,8-1-6-15,1-8 1 16,13-8 0-16,11-9 11 15,1-3-10-15,6-8 10 16,9-4-7-16,-9 4-6 16,3 0 1-16,3 4-10 15,-3 0 7-15,-15 4 3 16,-1 0 0-16,-5 3-5 16,-7 5 2-16,-10 8-7 0,-2 4-21 15,-9 16-15 1,-1 4 0-16,-12 4-59 0,0 0-90 15</inkml:trace>
  <inkml:trace contextRef="#ctx0" brushRef="#br0" timeOffset="35337.98">25165 5378 135 0,'0'0'50'0,"0"0"16"0,0 0 19 0,0 0-17 15,0 0-10-15,0 0 3 16,0 72-15-16,13-61 1 16,-7 2 11-16,0-6-10 15,3-2-18-15,4 3-8 16,15 0 4-16,-10 4-24 15,-5 4 5-15,21 8 1 16,-13-8-8-16,-2 5 4 0,21 2-4 16,-6-2 2-16,-3 7 1 15,3 0-6-15,7-1 12 16,5 13-10-16,-12-3 3 16,19-1-2-16,-19 0 0 15,-12-4 0-15,3 12-6 16,-4-12 13-16,-8 8-9 15,15 1 4-15,-16-13 26 16,7-4-21-16,-10-17-7 16,-3-7-35-16,13 0-42 15,-7 0-155-15,-12-31-257 16</inkml:trace>
  <inkml:trace contextRef="#ctx0" brushRef="#br0" timeOffset="36554.42">24889 6120 126 0,'0'0'37'0,"0"0"-6"0,0 0 41 0,0 0-13 0,0 0-16 16,0 0-8-16,81-77 8 15,-53 62-15-15,6-6 1 16,-3 9 10-16,3-8-9 15,12-1-3-15,10-10-17 16,9-13 5-16,16 0-13 16,-7-9-2-16,-2 9-7 15,-4 5-15-15,-15-6 16 16,-1 13-10-16,-18 1 10 0,-6 1 6 16,6 11 2-1,-9-5 0-15,22 0-2 0,-7-4 9 16,7-8-9-16,-1-5 0 15,4 2-9-15,-4 6-63 16,-5-11-146-16</inkml:trace>
  <inkml:trace contextRef="#ctx0" brushRef="#br0" timeOffset="37251.61">25379 5370 276 0,'0'0'56'0,"0"0"-36"0,0 0-2 0,0 0-16 0,0 0 2 15,0 0-1-15,34 19 40 16,-21 14 19-16,21 3-7 15,6 0-7-15,13-5-31 16,6 10 1-16,21-5-15 16,-12 0 6-16,-9 12 0 15,-6-7-9-15,-19-5-5 16,6-4-4-16,-21-12-33 0,-3-4-68 16,-16-12-110-1</inkml:trace>
  <inkml:trace contextRef="#ctx0" brushRef="#br0" timeOffset="38517.18">25450 5345 148 0,'0'0'4'0,"0"0"7"16,0 0 18-16,0 0-21 0,0 0-4 0,0 0-4 16,0 0 0-16,0 0 24 15,0 0 45-15,0 0 38 16,0 0-27-16,0 0-21 16,0 0-45-16,0 0-13 15,0 0-1-15,0 5-7 16,0 3 5-16,0-5 4 15,0 17 2-15,0-12 2 16,0 12 9-16,16 1-8 0,2-6-6 16,17 14-1-1,-1-5 6-15,-9 8-6 0,24-4 2 16,-18-4-2-16,3 4-1 16,-12-3 1-16,24-2 0 15,-21 1-4-15,9-4 0 16,-6-4 8-16,3 12-8 15,-9-3 12-15,-3-5-15 16,-10-4 7-16,-3-8 0 16,0 8-11-16,-6-4 11 15,6-1 0-15,-6 2 3 16,7 7-3-16,-7-8 0 16,0 7-1-16,0-6 1 0,12 7 0 15,-3-8 1 1,-2 0-1-16,-1 0-7 0,6-4 6 15,4 4 1-15,-4 9 0 16,-12-10 0-16,13 6 3 16,-7-1-5-16,3-4 4 15,-9-1-4-15,0 2-8 16,0-10 10-16,0 1-7 16,6-4-14-16,-6 0-12 15,0 0-14-15,0 0-27 16,0 0-67-16</inkml:trace>
  <inkml:trace contextRef="#ctx0" brushRef="#br0" timeOffset="107840.76">6989 9324 43 0,'0'0'19'0,"0"0"-14"0,0 0 23 0,0 0 28 15,0 0 13-15,0 0 9 16,0 0-23-16,-19 4-24 16,19-4-13-16,0 0-10 15,0 0-5-15,0 0 0 16,0 0 6-16,0 4-5 0,0 0 2 16,-6 4 22-1,6-8-22-15,-6 0 14 0,6 0-7 16,0 0 1-16,0 0-7 15,0 0-5-15,0 0 11 16,0 0-13-16,0 0 27 16,0 0-17-16,0 0 19 15,0 0-21-15,0 0 15 16,0 0-11-16,0 0-4 16,0 0-8-16,0 0 7 15,0 0-8-15,0 0 2 16,0 0 20-16,0 0-6 15,0 0 8-15,0 0-14 16,0 0 13-16,0 0-10 16,0 0-9-16,0 0-3 0,0 0 7 15,0 0-17 1,0 0 20-16,0 0-15 0,0 0 11 16,0 0 2-16,0 0-8 15,0 0 1-15,0 0-1 16,0 0-6-16,12-4 6 15,22-4-10 1,-3-8 4-16,-3 11 12 0,0-2 6 16,-3-1-10-16,3 4 2 15,6-5 1-15,6 1 1 16,-9 1-12-16,25-9 12 16,-15 11-8-16,-1 2 9 0,0-2-1 15,-3 5-3 1,-3 0 0-16,1-3-1 0,-8 3-2 15,14-5 1-15,-4 2 6 16,3-6-12-16,10 9 18 16,-4-8-10-16,1 5-3 15,-1 3 18-15,-5-5-10 16,-10 5 2-16,18 0-2 16,4 0-6-16,12 0 2 15,10-3 0-15,-13-2-5 16,3 2 12-16,3 3-16 15,-9 0 10-15,0 0-7 16,-19 0 2-16,22 0 0 0,-9 0-2 16,-7 0 5-1,7 0-8-15,-6 0 13 16,8 0-16-16,-2 8 21 16,-6-8-16-16,-1 3 5 0,-6 2-2 15,1-2 0-15,5 2 0 16,-12-2-4-16,13-3 11 15,-7 9-10-15,19-6 10 16,-3 2-12-16,3-5 12 16,-7 3-8-16,-5 2 1 15,-1-2 0-15,10 2-1 16,-3-5 9-16,6 0-16 16,9 0 11-16,-9 0-11 15,-12 0 16-15,21 0-11 0,-16-5 11 16,1 2-6-1,3-2 11-15,-16 2-10 0,-9 3-3 16,10-5 2-16,-1 2-5 16,6 3 15-16,1 0-20 15,9-9 15-15,-16 9-8 16,-9 0 1-16,3 0-7 16,-6 0 4-16,3 0 3 15,-9 0-1-15,6 0 5 16,12 0-3-16,-15 0 8 15,21 0-13-15,-5 0 4 16,-13 0 0-16,-4 0 1 0,-8 0 0 16,-4 0-1-16,7 0 2 15,-4 0-7-15,4 0 14 16,3 0-17-16,-4 0 18 16,-2 0-10-16,-4 0 2 15,1 0-1-15,-7 0 0 16,0 0 0-16,10 0-1 15,-4 0 6-15,0 0-16 16,-2 0 2-16,-4 0-24 16,-6-3-68-16,0-18-101 15,-28-7-260-15</inkml:trace>
  <inkml:trace contextRef="#ctx0" brushRef="#br0" timeOffset="116370.18">12579 2466 89 0,'0'0'103'0,"0"0"-64"16,0 0 26-16,0 0 0 0,0 0-45 0,0 0 8 16,0 0-13-16,0 0-2 15,0 8-1-15,0-4-10 16,0 0 11-16,0 3-9 15,0 2 3-15,0-5 5 16,0 4 20-16,0 1-22 16,0-6 10-16,0 5-13 15,0-8 5-15,0 4-12 16,0 0 1-16,0 0-5 0,0 4 8 16,-9 0 3-16,3 4-3 15,0 0 9-15,0 0-10 16,-7-4 1-16,13 4-4 15,0-12 0-15,0 13 9 16,0-10-7-16,0 13 33 16,0-12-24-16,-9 4 25 15,9-3-22-15,0-5 12 16,0 0-18-16,0 0 6 16,0 0-2-16,0 0-2 15,0 0 8-15,0 0-13 16,0 0 21-16,0 0-24 15,0 0 9-15,0-17-2 16,0-2 6-16,0-9-11 0,0-1 9 16,0-7 4-16,0 0-14 15,0 0 20-15,0-4-22 16,22-9 2-16,-10 2 8 16,-6 10-17-16,3-7 9 15,4 8-3-15,-1 0 0 16,-12 4 3-16,0 0-7 15,0 0 8-15,16-4-8 16,-10 0 13-16,0-4-17 16,-6 11 18-16,0 6-15 0,0 3 8 15,0-1-3-15,0 1 0 16,0-4 5-16,0-4-12 16,0-3 10-16,0 6-10 15,13-3 8-15,-7 4-10 16,-6-1 13-16,6 10-4 15,-6-1 1-15,0 0 0 16,0 4-1-16,15-4 3 16,-15-9-13-16,13 6 20 15,-13-9-19-15,0 3 17 16,0 9-9-16,0-7 1 16,6 15 0-16,-6-13 4 15,0 6 1-15,0 6 3 16,0 1-6-16,0 0 20 15,0-3-20-15,0-6-4 16,0-3 2-16,0-4-5 16,0 8 2-16,0 8-1 0,0 0-21 15,0 4-30-15,6-1-15 16,4-10-73-16,2-6-45 16,-12 5-178-16</inkml:trace>
  <inkml:trace contextRef="#ctx0" brushRef="#br0" timeOffset="118014.96">12477 1531 24 0,'0'0'57'0,"0"0"5"0,0 0-18 0,0 0-19 16,0 0 7-16,0 0-4 16,0 0 2-16,0 0-26 15,0 0 19-15,0 0-17 16,0 0 17-16,0 0-11 16,0 0-1-16,0 0 1 15,0 0-1-15,0 0 24 16,0 0 1-16,0 0 1 15,0 0-21-15,0 0 24 0,0 0-38 16,0 0 15-16,0 0-12 16,0 0 24-16,0 0-8 15,0 0 8-15,0 0 1 16,0 0-16-16,0 0 7 16,0-11-18-16,6-6 1 15,16-7-2-15,-3 1-2 16,-4-10 2-16,4 5 3 15,-7 9-3-15,-3-2 6 16,16-3-16-16,-3 0 21 16,-3 8-20-16,-7-12 7 15,3 8-1-15,10-1 1 16,-9-2 0-16,2 7-2 16,4-4 2-16,-3 0 0 0,-7 7 1 15,4-3-2-15,-4 8 8 16,-12 4-11-16,6 1 4 15,0-5 0-15,1 0-1 16,8-9 4-16,-9 1-6 16,13 0 5-16,-10 1-5 15,-3 2 6-15,-6 9-6 16,0 0 13-16,0 4-10 16,0 0 7-16,0 0-4 15,0 0 7-15,0 0-10 16,0 0 0-16,0 0-8 0,0 0 2 15,0 0 12 1,0 0-12-16,0 0 6 0,0 0 0 16,0 0-5-16,0 0 0 15,0 0 0-15,0 0-7 16,0 0 12-16,0 16-21 16,0 0 13-16,0 4 4 15,0 0 2-15,0 1 1 16,-6-2 1-16,-3 1 0 15,9 0 3-15,0 1-11 16,0-1-6-16,0 4 12 16,-6-4-4-16,-7 4 3 0,13 0-1 15,-6-8 3 1,0 8 1-16,-3-8 0 0,9 4-2 16,0-8 11-16,0 0-18 15,0 8-5-15,0-3 1 16,0 2-20-16,-7-7 33 15,1 0-5-15,6-4 0 16,-6 0 4-16,6 0 1 16,0 0-5-16,0 0 10 15,0-8-10-15,-12 0 0 16,12 0 3-16,0 0-2 16,0 9 4-16,0-1 0 15,0-5 0-15,0 5 0 16,0-8 5-16,0 0-11 15,0 0-1-15,0 0 3 0,0 0 8 16,0 0-3 0,0 0 4-16,0 0 6 0,0 0-3 15,0 0-6-15,0 0 5 16,0 0-2-16,-16 0-2 16,16 0 4-16,-6 0 26 15,-6 0-27-15,-10 0 6 16,9 0 1-16,-11 0-1 15,8 0-4-15,-18 0-2 16,22 0-10-16,-7 0 18 16,-3 0-17-16,10-3 7 15,-10 3 0-15,10 0-4 0,-7-5 0 16,10 5-6-16,9 0-17 16,-6 0-13-16,-7 0-54 15,1-8-276-15</inkml:trace>
  <inkml:trace contextRef="#ctx0" brushRef="#br0" timeOffset="130273.77">28994 886 209 0,'0'0'24'0,"0"0"37"0,0 0-20 15,0 0-35-15,0 0 4 16,0 0-6-16,0 0 11 15,0 0 18-15,0-20 36 16,0 20 1-16,0 0-6 0,0 0-43 16,0 0 7-16,0 0 0 15,0 0 4-15,0 0-12 16,0 0-13-16,0 0 4 16,0 0-4-16,0 0 11 15,0 0-10-15,-6 0 24 16,6 0-26-16,0 0 13 15,0 0-18-15,0 0 4 16,0 0 11-16,-12 7-15 16,3 6 17-16,2-1-14 15,-11 12 17-15,12-4-18 16,-10-4 0-16,10 0-3 16,6 4 0-16,-6 5-1 15,-7-2 7-15,-8 5-12 16,2 1 17-16,-9-1-2 0,9 3-2 15,-2-6-13-15,21-1 20 16,-6-9-23-16,6-7 9 16,0 13-1-16,-7 2-2 15,7 2 6-15,-6 7-13 16,0 4 24-16,6 0-21 16,0-8 12-16,0-3-10 15,0-2-1-15,0-7 6 16,0 4 0-16,0 1 0 15,0-1-4-15,-9 8 8 16,2 8 6-16,1 3-7 0,0 2 15 16,0-8-14-16,6-18-8 15,0 1 2-15,0-4 2 16,0 4-2-16,0 0 5 16,0 4-6-16,-6 1 7 15,-10-1-8-15,4-1 8 16,-1-2-4-16,13-6 0 15,0 2 3-15,0-1-6 16,0-4 4-16,-6 8-7 16,6 4 12-16,-15-4-4 15,8 4 8-15,1-4-20 16,0-1 15-16,0 2-10 0,-4-5 6 16,-2 3-1-16,6 2 0 15,-13 2 10-15,4 2-13 16,-10-5 11-16,25 0-12 15,-16 0 14-15,16 0-8 16,0-4-1-16,0 1-2 16,0-6-3-16,0 6 4 15,0-10-7-15,0 2 10 16,0-5-12-16,0 0 16 16,0 0-14-16,0 0 7 15,0 0-49-15,0-21-105 16,28-22-5-16,19 2-169 0</inkml:trace>
  <inkml:trace contextRef="#ctx0" brushRef="#br0" timeOffset="131752.81">28387 1949 75 0,'0'0'167'0,"0"0"-101"0,0 0 0 0,0 0-23 15,0 0-16-15,0 0-21 16,0 0 13-16,0 0-6 16,0 0 26-16,0 0-4 15,0 0 34-15,0 0-1 16,0 0-24-16,0 0-21 15,0 0-22-15,0 0 6 16,0 0 2-16,0 0-5 0,0 0 3 16,0 0-2-16,6 8 9 15,0 20 19-15,0-4 1 16,10-1-24-16,2 5 3 16,-5 1-9-16,9 3 1 15,5-4 4-15,-8 4-16 16,0-7 16-16,-10-2-17 15,-9-3 17-15,19-4-9 16,-19 0 0-16,6 1 0 16,-6-6 1-16,0 6 7 15,0-1-11-15,0-8 7 16,0 8-3-16,0-9 2 16,0-7-6-16,0 0 3 0,0 0 0 15,0 0-2-15,0 0 12 16,0 0-22-16,0 8 27 15,0-8-14-15,0 0 8 16,0 0-13-16,0 0 4 16,0 0-7-16,0 0 2 15,0 0 10-15,0 0-9 16,0 0 13-16,0-8-8 16,15 1 4-16,4-9-2 15,-1-8-3-15,23-9-2 16,5-3-5-16,10-4-4 15,-3-4 0-15,-7 3-23 16,-5 10 26-16,-13 7-7 0,-16 7 9 16,0 6 9-16,-5 3-8 15,2-9 5-15,-3 6-6 16,6-1-6-16,-12-1-3 16,0 5 13-16,0 0 4 15,0 8 0-15,0 0-1 16,0 0 22-16,0 0-7 15,0 0-7-15,0 0-9 16,-12 0 2-16,-10 0 1 16,-2 0 0-16,-11 0-1 15,-5 0 6-15,-6 0-7 16,-7 0 6-16,-15 0 17 0,-1 0-13 16,-8 0 10-16,3 0-10 15,-1 8-7 1,1-3 0-16,21-5 3 0,6 3-6 15,29-3 7-15,2 0-16 16,10 0 5-16,6 0 2 16,0 0-5-16,0 0 6 15,0 5 0-15,0-5-18 16,0 3 17-16,0 2-37 16,0-1-4-16,0-4-115 15,0 0-107-15</inkml:trace>
  <inkml:trace contextRef="#ctx0" brushRef="#br0" timeOffset="145308.94">5439 2201 363 0,'0'0'129'0,"0"0"-92"0,0 0 19 15,0 0 22-15,0 0-49 0,0 0 2 16,0 0-3-16,34 97 18 16,18-14 1-16,10 10-38 15,-3 11-1-15,-6-3-8 16,3 7-5-16,-10-13-49 15,-15-18 16-15,3-13-69 16,-27-15-47-16,-7-29-176 16</inkml:trace>
  <inkml:trace contextRef="#ctx0" brushRef="#br0" timeOffset="145925.84">5073 2398 541 0,'0'0'144'0,"0"0"-128"0,0 0 5 0,0 0 41 16,0 0-22-16,393-229 53 15,-265 165-81-15,-1 4-12 16,-16 11-29-16,-2 2-63 15,-28 14-41-15,-7 13-103 16,-49 20-161-16</inkml:trace>
  <inkml:trace contextRef="#ctx0" brushRef="#br0" timeOffset="146325.34">5178 3449 367 0,'0'0'98'0,"0"0"-71"15,0 0 77-15,0 0-30 16,422-237-65-16,-301 177-5 15,-10 3-4-15,-14 13-7 16,-11 5-42-16,-5 14-17 16,-22 1-58-16,-19 9-151 15</inkml:trace>
  <inkml:trace contextRef="#ctx0" brushRef="#br0" timeOffset="147190.4">6601 2198 213 0,'0'0'119'0,"0"0"-57"0,0 0 9 0,0 0 6 0,0 0-28 0,0 0-9 16,0 0-40-16,10 0 9 15,8 23-6-15,16 13 64 16,0 24-5-16,4 9-42 15,11-2 11-15,-2 6-19 16,6 0-6-16,5 2-4 16,-11 2-4-16,-1-9 4 15,-11-16-2-15,-1-11 0 16,-13-14-3-16,-14-10-2 16,-7-14 5-16,0-3-3 15,0 0-3-15,0-11-10 0,0-25 4 16,-62-17 7-16,9-4 3 15,0-7 4-15,0-11 7 16,4-2-9-16,8 1-2 16,17-12-3-16,-4 0 5 15,15 11-1-15,13-7 1 16,0 4-2-16,0 16-1 16,0 0 3-16,34 28-28 15,7 0 18-15,5 3 0 16,7 9-1-16,0-12 6 15,9 20-17-15,3 8-2 16,-12 8-10-16,9 0 10 16,-4 8-3-16,-5 32 24 0,-12 8-3 15,-20 9 4 1,-15-6 2-16,-6 1 21 16,0 1 7-16,-74 7 43 0,-19 12-12 15,-12 0-28-15,8-19-1 16,11 3-27-16,8-28-3 15,22-9-12-15,10-11-52 16,12-8-73-16,15 0-125 16</inkml:trace>
  <inkml:trace contextRef="#ctx0" brushRef="#br0" timeOffset="148022.91">5011 4094 336 0,'0'0'92'0,"0"0"-62"0,0 0 27 0,0 0 12 16,0 0-43-16,0 0-19 15,-41 20-7-15,128-32 0 16,56-32 32-16,55-32 58 16,72-28-15-16,49-29-27 15,75-24 25-15,34-10-33 16,34-10 13-16,19 17-42 16,-47 15-11-16,-59 41-28 15,-115 28-55-15,-114 39-80 0,-90 37-80 16</inkml:trace>
  <inkml:trace contextRef="#ctx0" brushRef="#br0" timeOffset="186173.9">4257 2286 185 0,'0'0'59'0,"0"0"-56"0,0 0 3 0,0 0 2 0,0 0 14 0,0 0-2 16,0 0 4-16,0 0-2 15,0 40 28-15,0-32-20 16,0 0 3-16,0 0 13 16,0 8-13-16,0-9-4 15,0 14-12-15,0-6 8 16,0 10-21-16,0 3 12 16,0-4 1-16,0 4 16 15,0 4-12-15,0 8-16 16,0 1-3-16,0 11 4 0,6-1 0 15,-6 6 0 1,0 2 3-16,13-2-4 0,-1 3 3 16,4 16-3-16,2-7 1 15,10 3-6-15,-3-8 0 16,3-3 12-16,0-2-8 16,-3-10 2-16,-4-2-3 15,-2 6 4-15,-4-1 1 16,-2 0 7-16,5-4-14 15,-2-4 16-15,9-8-17 16,-10-3 5-16,-8-13-3 16,-7-4-2-16,0-13 0 15,0 2 1-15,0-5-1 16,0 3-1-16,0 1 0 0,0 9-3 16,0-2 4-16,0 1 10 15,0-12-10-15,0 8-4 16,0-8-73-16,0 0-97 15,0-8-254-15</inkml:trace>
  <inkml:trace contextRef="#ctx0" brushRef="#br0" timeOffset="193367.31">4217 2081 265 0,'0'0'89'0,"0"0"-60"0,0 0 34 0,0 0-31 0,0 0 7 15,0 0 28-15,-22 12-19 16,22-12-31-16,0 0 11 16,0 0-5-16,0 0 15 0,0 0-22 15,0 0 16 1,0 0-20-16,0 0-12 0,0 0-4 16,0 0-10-16,34 0 6 15,13 0 8-15,21 0 14 16,13 0-8-16,18-20 0 15,6-4-5-15,4-1 9 16,18 10-6-16,-22-1-1 16,4 3 3-16,-10-2-5 15,22-1 0-15,-6-4 6 16,3-9-10-16,3 1 16 16,-1-3-23-16,1-10 11 15,0 5-2-15,6-4-2 16,1-17 1-16,-17 2-2 15,-2-14 6-15,12 5-9 0,-4 5 12 16,11-6-11-16,-1 1 6 16,-13 16 0-16,-21 15 2 15,-6 6-1-15,0 7-1 16,-6 0 5-16,6-1-5 16,12 5 6-16,-3 1-8 15,22 2 7-15,-25-7-10 16,-3 4 2-16,-19 4 2 15,-3-4 1-15,13-4 0 16,-10-4-2-16,-3 0-2 16,-15 8-4-16,-6 3 14 15,-32 10-14-15,4 3 2 16,-19 0-1-16,0 0 0 0,0 0 4 16,12 0 6-16,10 0 2 15,-4 0 4-15,4 0-6 16,-16 0 6-16,13 0-9 15,3 3-1-15,-4 14-4 16,10 2 5-16,0 6 3 16,9 3-1-16,4 12-1 15,-1 5 2-15,6 10 10 16,4 9-7-16,-4 5 7 16,13 7-9-16,-12-4-4 15,-7-4 0-15,1 4 1 16,-14 5-1-16,-2-5 2 15,3-4-4-15,-9-8 9 16,-4-8-18-16,-2-7 12 0,5 7-3 16,4-4-4-16,-16-4 5 15,-6 12 1-15,13-16 0 16,-13 5 0-16,0-1 0 16,0-13-6-16,0 2 12 15,0-9 2 1,0 7-8-16,0-6-2 0,0-5 0 15,0-1 2-15,0-2 0 16,0-9-1-16,0-4-2 16,0 0 6-16,-13-1-11 0,-15 6 21 15,-12-5-10 1,3 4-3-16,-19 1 5 16,3 6 4-16,-6-3-8 15,-9 8-2-15,3 0 9 0,3-4-12 16,9 9 11-16,7-6-9 15,-7 14 2-15,3-5 0 16,-9 0-4-16,-15 0 4 16,9 0 0-16,-9-4 3 15,-7-4-2-15,16-4 3 16,-16 0-5-16,-6-1 11 16,-6-2-2-16,-15 4-8 15,2-2 13-15,-15 1 4 16,1 0-17-16,5-4 6 15,34-8-3-15,4 8 9 0,21-7-11 16,-3 10 8 0,0-2-8-16,3 6-2 0,4 1-2 15,11 5 2-15,1-9-5 16,6 7 5-16,-7-2 1 16,4-6-2-16,-12 10-6 15,11-9 10-15,-17 4-6 16,14-1 8-16,10-2-7 15,-3-1 3-15,0 0 0 16,0 1-1-16,-12-2-4 16,11 1 4-16,4 4-11 15,-15-4 7-15,6 0 6 16,-10 9-9-16,13-9 8 0,3 4 0 16,-7-1-1-16,1-2 1 15,6 3-1-15,-13-1-7 16,13 2 7-16,-12-1-4 15,-1 3 1-15,-5 6-1 16,-10 3 2-16,3-4 3 16,6-4 0-16,-9 0-3 15,9-4-1-15,0 0 4 16,1 4 0-16,-10-4 1 16,28 0-1-16,-13-4 0 15,29-8-2-15,5 1 2 16,-15-6-1-16,22 5 3 15,-22 0-4-15,10 5 4 16,-10-5-6-16,0 4 14 0,-3 4-14 16,3-1 4-16,-6 2-2 15,9-1 2-15,-3-5-2 16,0 2 2-16,3-1 0 16,-3 8-6-16,-6 1 14 15,3-2-10-15,-9 1 4 16,6-4-4-16,6 1 2 15,16-9-6-15,5-5 9 16,-5-3-6-16,12 0 1 16,0 0-13-16,0 0-15 15,0 0 30-15,0 0 3 16,0 0 13-16,0-8-7 0,-16-8-6 16,-2 1-1-1,-10-10-2-15,16 1 12 0,-4-8-16 16,4-4 7-16,-7-4-5 15,3-4 4-15,-2 8 5 16,-10-4-7-16,3-4 2 16,3 3-2-16,4-3 2 15,2 0-5-15,4-4 8 16,0-1-8-16,-16 2 10 16,9-1-7-16,-9-1 4 15,-12 5-3-15,21 0 1 16,-21 8-2-16,12-9 0 15,3 6 1-15,-3-5-5 0,7-4 3 16,2 4-2-16,-9 0 6 16,3 11 3-16,-3 5-3 15,0 12 0-15,10 0-3 16,-1-4 3-16,4 4-3 16,2-4 10-16,1 0-14 15,-10 0 7-15,22-4-6 16,0-4-11-16,0 8 14 15,0-1 0-15,0 2 5 16,0-9-12-16,0 0 6 16,0-8-4-16,0 3 2 15,13 2 2-15,8 6 1 0,-8 6 3 16,-13 6-2-16,15-4-1 16,-2 6 0-16,-1-5 5 15,10-1-10-15,9 2 10 16,3-9-13-16,12-9 9 15,-5 18-1-15,-1-9 0 16,0 7 0-16,7 9 0 16,-1 0 1-16,-5-4-1 15,11-7 7-15,10-6-6 16,13-7-1-16,18 0 0 16,6-4-8-16,16-4 8 15,-4 4-6-15,-8 4 6 16,-23 4 1-16,-8 7 2 15,-10-2-6-15,-3 7 6 16,-1-1-12-16,-2 1 20 0,-3-7-16 16,6 10 10-16,-3-7-6 15,9-7 1-15,3 2-4 16,3 1 1-16,-9 0 6 16,13 0-6-16,-10 4 6 15,3-24-6-15,13 0 5 16,-4-5-4-16,10-7-9 15,0 4 6-15,-13 8-4 16,7 8-4-16,-41 8 13 16,7 4-3-16,-13 16-2 15,-9-16 10-15,3 16-9 16,6-8 13-16,0-4-14 0,25 0 5 16,0-8-2-16,3-4 1 15,-10 12 2-15,-5-8-3 16,-13 15 9-16,0 1-13 15,-22 8 12-15,16 0-10 16,-3-4 4-16,3 8 0 16,0-3 0-16,-3-5 0 15,15 3 0-15,13-7 4 16,9 4-9-16,31 8 14 16,-6-3-11-16,6 3 2 15,-6-5 0-15,-19 1-5 16,3 4 5-16,-9 0 0 15,-3 0 0-15,-6 0-3 0,-13 0 6 16,28 0-7-16,-9 0 7 16,9 0-6-16,-3 0 4 15,-15-12-2-15,-3 8 1 16,-7 4 0-16,-9 0 1 16,-3 0 1-16,12 0-1 15,-6 0 5-15,-9 0-10 16,9 0 6-16,-12 0-4 15,-16 0-1-15,6 0 2 16,-5 0 0-16,-1 0 2 16,9 0-5-16,-2 0 8 15,-1 0-8-15,-6 0-11 0,10 0-10 16,-10 16-7-16,22 12 32 16,-9 8 8-16,-1 0 1 15,10 4-7-15,-6 4 5 16,3-3-7-16,-4 11 1 15,-2 4 3-15,9-12-1 16,-16-4-5-16,10 9 2 16,-10-2 0-16,-5 14 0 15,-1 3 3-15,0-4-5 16,9-4 9-16,-8-12-11 16,5-8 10-16,-6 0-9 15,-6-3 8-15,28-10-4 16,-28 10-1-16,19-6 0 15,-13-2-2-15,3 3 1 16,10 4-7-16,-13-4 16 0,0 4-15 16,22 8 12-16,-28-4-5 15,22 4 0-15,-16-7-2 16,19-1 2-16,-10-4 0 16,4-8-2-16,3 0-1 15,-16-8 1-15,0 3-10 16,-6 2 12-16,0-1-10 15,0-8 9-15,0 4 1 16,0-4 0-16,0 4 7 16,0 4 0-16,0 0-10 0,0 0 7 15,0-4-8 1,0 4 8-16,0-4-3 0,0 1-1 16,0 2-1-16,-34 6 1 15,-6-5 4-15,6 12 5 16,-7-5-3-16,1 6 8 15,-13-1-9-15,19-5-3 16,3 2-1-16,-9-1-1 16,-1-4 0-16,1-4 1 15,-13 4 0-15,-2-8 1 16,-4 9-4-16,-9 2 7 16,-4-2-3-16,-2-1 1 15,-13 4 2-15,19-4 4 16,3-4 0-16,-4-1 5 15,4-2-5-15,-9 2-6 16,-7 6 2-16,16-5-1 16,-3-1-4-16,-6 2 0 0,2-1-7 15,-30 4 4-15,9-1 6 16,-6 11-5-16,-10-7 2 16,22 5 0-16,0 1-5 15,7-1 13-15,9-5-9 16,-10 6 3-16,7-6-4 15,8 5 3-15,-14 5-1 16,5 3 0-16,-5-4 1 16,-1 0-4-16,16 0 11 15,-9-12-14-15,5 0 14 0,4-4-11 16,-15 8 3-16,-13 0 0 16,-16 0 0-16,-12 9 2 15,-12-5-9-15,27 3 18 16,-2 2-11-16,9-14 6 15,6 9-1-15,12-11-2 16,7-1 10-16,9-5-11 16,-10 6 3-16,1-1-5 15,2 0 2-15,-2 1-7 16,21-2 13-16,13-7-16 16,6-4 16-16,6 5-12 15,9-6 6-15,7-3-2 16,-4 5 1-16,16-5 1 15,-12 0-2-15,12 0 0 16,-12 0 7-16,-10 0 3 0,22 0-15 16,0 0 11-16,-12 0-8 15,5 0 2-15,-8 0-13 16,2 0 5-16,-5-8 8 16,-10-9-5-16,15-2 15 15,-14-6-16-15,8 1 15 16,-9-8-12-16,0 0 7 15,3-1-5-15,-3-11 2 16,10 8 1-16,-4-12-2 16,4 1 0-16,8-6 0 0,-2 1 4 15,-7 4-2 1,4 12 2-16,-10 0-2 0,-3 4-1 16,9 4 0-16,-8 0 7 15,-1-1-6-15,9-7-1 16,-9 0 1-16,3-9-2 15,-15 9 2-15,6 9 3 16,0-5-3-16,-13 0-4 16,1-1 2-16,12 5 0 15,9-3-1-15,-3 11 7 16,16-4-9-16,-16 4 6 16,0 3-3-16,15 1 3 15,-5 0 0-15,2-4-3 16,-2 0 0-16,5-4-3 15,-9-4-3-15,22 4 2 0,-6-1 4 16,0 5-8-16,6-3 13 16,0-1-13-16,0-4 7 15,0 0 1-15,0-5-9 16,0 14 7-16,0-6 2 16,0 5 0-16,0 4 0 15,0-8 10-15,0-4-24 16,0-4 19-16,12-5-14 15,10 1 9-15,-9 8-2 16,5-3 2-16,4 7-2 16,3-1-1-16,3-3-6 15,0-3 9-15,12 6-2 0,-15 6-4 16,-4 2 6-16,-8 9 0 16,-1 4 0-16,4 4 0 15,2-12-5-15,23 0 5 16,-1-1-2-16,6-6 0 15,7 2-4-15,9 2-10 16,9-6 14-16,-9 2 2 16,13-6-5-16,-16 2 5 15,-7 10-2-15,10-10 0 16,-15 7-2-16,0-1-4 16,27-7 16-16,-15 4-15 15,21 4 14-15,-8-4-12 16,-4 4 10-16,6-4-6 15,-2-12 1-15,2 20 0 16,7-19-7-16,-7-7 18 0,19 2-21 16,0-3 23-1,-6 6-19-15,12 13 6 0,-3-4 0 16,-3 1-1-16,0-2 3 16,-6 9-6-16,0 0 9 15,0-4-11-15,0-11 12 16,0-5-12-16,-1-9 6 15,17 1-4-15,8 0 4 16,-2 0-1-16,2 3-6 16,-2 5-3-16,-16 8 5 0,-12 12 0 15,-23-4 1 1,23 4 4-16,-6-4-3 0,5-4 3 16,32 0 0-16,-16 3 0 15,-9 10 3-15,6-1-13 16,-41 8 10-16,1 4-8 15,0-9 1-15,-4 6 3 16,4-5-7-16,0 0 8 16,0 0-15-16,9-1-1 15,-10-2 3-15,1-1 0 16,9-9 14-16,-9 13 2 16,-7 1-6-16,-5 2 11 15,-23 2-9-15,10-2 4 16,-9-3-1-16,-10 8 1 15,3 0-9-15,-5 0 1 0,-1 0 8 16,6 0 5-16,4 0-5 16,2 0 0-16,-11 0-4 15,8 5-11-15,-15 6-5 16,12 14 20-16,10 3 8 16,9-4-7-16,9 16 7 15,1-4-4-15,-1-4-1 16,-6 4 2-16,6 0 3 15,-5 0-7-15,-4 4-2 16,9 1-3-16,-12 3 4 16,0 0-2-16,-16 0 8 15,13 12-10-15,3-8 9 16,0-4-6-16,-3 0 7 16,2-3-5-16,1-2-1 0,-3 18-2 15,-3-1 1-15,-16-4 1 16,6-4-6-16,-12-20 13 15,0 13-12-15,7-5 10 16,-7 0-10-16,0 8 7 16,0-5-2-16,0 6 0 15,0-1 4-15,0 0-8 16,0 0 10-16,6-4-9 16,9 0 9-16,-2-12-9 15,-7 5 7-15,0 3-7 16,-6-8 3-16,9 3 0 15,-9 2-2-15,0-1 4 16,0 0-6-16,0-4 17 0,0-4-16 16,-15 1 7-16,-4 2-8 15,-9-7 9-15,4 16-9 16,-26-3 8-16,-9-2-2 16,6 2 0-16,-15-1 3 15,9-8-5-15,-3 3 2 16,-3-2 28-16,19-5-15 15,-16 9 3-15,21-10-6 16,-11 1-1-16,5 5-5 16,1-6 2-16,-1 1-10 15,-6 0 5-15,7 1 0 16,-16-6 0-16,3 1 1 0,12-3 1 16,-8 2 14-16,-10 1-9 15,-4 4-8-15,-2-3-2 16,-10 3 6-16,7-8-11 15,0 4 13-15,-13 8-9 16,15-8 3-16,-14-8-4 16,-1 16 4-16,-9 0-4 15,18-3 2-15,-2 2 0 16,-7 1-4-16,18-4 8 16,4 4-12-16,-9 4 13 15,12-8-11-15,3 9 9 16,0-9-6-16,3-4 5 15,-3 4-2-15,-9 0 0 0,-9 4 6 16,2-4-13 0,-18 4 16-16,6-4-18 0,-15 5 15 15,-10 3-6-15,-15 3 0 16,6 1 0-16,0 1 4 16,7-10 4-16,15 5-5 15,12-7 2-15,-6-9-5 16,31 4 4-16,-3 0-1 15,12-4-1-15,-3 0-2 16,10 0 0-16,-1 0 1 16,-6 0-2-16,-6 0 11 15,4 0-25-15,-4 0 22 0,6 0-16 16,-9 0 18-16,31-7-11 16,-3-2 2-16,18-3-9 15,-8 0 8-15,17 0-3 16,-8 0-4-16,-10 0 8 15,3 0 8-15,-3 0-5 16,-9 0 7-16,6-3-10 16,-6-10-10-16,10-3 2 15,-4-4 8-15,3-5-9 16,-3 2 20-16,6-1-15 16,-3-4 17-16,4 8-10 15,-4 4 5-15,9-4 0 16,4-9-8-16,-7 14-6 15,13-13 5-15,-15-1 1 16,-7-2-8-16,9 3 21 0,-15 0-17 16,9-1 13-1,-15 5-9-15,6-8 13 0,-13 12-16 16,7 0 7-16,6-9 2 16,-7 6-6-16,14-5-9 15,8-5 4-15,0 1 10 16,-2 1-8-16,2-2 4 15,-9 5-1-15,-6 0 9 16,9 0-3-16,10 9-5 16,-16-14 1-16,31-3-4 0,-16-5-5 15,10-6-6 1,6 2 26-16,0 6-24 0,0-2 23 16,-6 2-13-1,6 6 1-15,0-7-4 0,0 0 1 16,0-4 3-16,0 4-2 15,0-4-3-15,18 0 2 16,10-5-11-16,13 1 12 16,-7 4 3-16,-9 4-1 15,9 0 0-15,-13 0 2 16,4 4-12-16,3-4 14 16,-3 3-17-16,15 1 13 15,-6-4-9-15,0 16 9 16,-6 4-2-16,-3 0 1 15,-3 12 1-15,-4-4-4 0,16-8 1 16,1 4-1-16,5-8-5 16,6-4 2-16,13 3-9 15,-12 2 15-15,6 2-3 16,2-2 4-16,-8 3-1 16,6-1 2-16,-7 1-4 15,1 4 11-15,-7 4-16 16,22 4 16-16,-3-11-13 15,6 2 11-15,16-7-8 16,15-8 2-16,-3 0 0 16,12-12 0-16,4-12 3 15,2 12-3-15,-8 3 0 0,-4 10 2 16,0 14 1-16,-12 1-6 16,9-7 1-16,22-2 2 15,-3-11 0-15,12-8 1 16,6 0-4-16,-6 0 6 15,-6 0-11-15,6 4 17 16,-6 4-15-16,-9 3 6 16,-4 1-5-16,-15 9-11 15,-28 2-66-15,10 6 9 16,-7 2 30-16,-15-3 15 16,-13-8-150-16</inkml:trace>
  <inkml:trace contextRef="#ctx0" brushRef="#br0" timeOffset="205657.37">5004 4186 29 0,'0'0'56'0,"0"0"5"0,0 0 10 0,0 0 5 16,0 0-34-16,0 0-11 16,0 0 5-16,0 0-8 15,0 13-7-15,0-13-17 0,0 0 18 16,0 0-2-16,0 3 12 16,0-3-25-16,0 0 9 15,0 5 0-15,0-5-7 16,0 11 17-16,0-2-22 15,-12 2 10-15,0 6-11 16,-10-9 20-16,3 8-1 16,-9-4 16-16,1-4-23 15,2 8-10-15,9-4 13 16,-9-1-2-16,4-3-11 16,2 1 6-16,7-1-4 15,2-4-2-15,-2 0 28 0,6-4-21 16,6 0 5-1,0 0-1-15,0 0-13 0,0 0-3 16,0 0-20-16,0 0 15 16,59-20 5-1,21-13 8-15,47-6 2 0,29-10 6 16,17-7-7-16,54-4 8 16,-1 1 6-1,10-2-14-15,12-3-1 0,-28 7 0 16,6-7-10-16,-31 8 11 15,-36 12-7-15,-26 12-2 16,-25 8-1-16,-15 0-5 16,7-4-1-16,8-5-1 0,19-6 8 15,-6-5-5 1,-22 0-18-16,16-1 5 0,-22-2-30 16,0-2-7-16,-6 5-61 15,-28 4-11-15,3 12-6 16,-37 20-73-16</inkml:trace>
  <inkml:trace contextRef="#ctx0" brushRef="#br0" timeOffset="206491.6">5392 4764 195 0,'0'0'3'0,"0"0"4"0,0 0 20 0,0 0 18 0,0 0 44 16,354-141-35-16,-252 110 14 15,3-10-47-15,38-3 24 0,9-7-20 16,15-6 29-16,29-11 1 15,24-4 7-15,19 4-12 16,15 4-33-16,-12 11 14 16,-44 9-29-16,-43 16-4 15,-56 0 10-15,-30 4-18 16,-11 16 4-16,-17-4 5 16,-19 12 1-16,-16 0 0 15,6-5-6-15,-12 5 14 16,6-8-14-16,4 8 16 15,-4-3-6-15,0 3-3 16,0 0 12-16,0 0 5 16,-6 0-3-16,0 0-15 0,0 0 7 15,7 0-10 1,-1 0 6-16,3 0-6 16,-9 0 1-16,0 0 0 0,0 0 3 15,0 0-1-15,0 0 0 16,0 0 2-16,0 0-7 15,0 0 8-15,0 0-10 16,0 0 6-16,6 0-19 16,-6 0-33-16,7 0-8 15,-7 0-6-15,6 0 20 16,15-12-17-16,-14-4-115 16</inkml:trace>
  <inkml:trace contextRef="#ctx0" brushRef="#br0" timeOffset="207325.19">5454 4567 226 0,'0'0'46'0,"0"0"-36"0,0 0-18 0,0 0 16 0,0 0 8 16,0 0 21-16,0 0-5 15,0 0-20-15,0 0 9 16,0 0 10-16,0 0 17 16,-9 0-24-16,9 0-22 15,-6 0 20-15,-7 0 14 16,1 5 1-16,-4-2-24 15,10 1 3-15,-6 1-2 16,12-5-11-16,0 0 5 16,0 0-2-16,0 0 1 15,0 0 4-15,0 0 25 16,0 0-22-16,0 0 0 16,0 0-14-16,0-9-1 15,65-27 1-15,22-16 36 0,27 0-2 16,20-8-17-16,15 0 3 15,18-4-11-15,13-5 8 16,-7 1-16-16,7 4 5 16,-6 8-4-16,-13 4-4 15,-28-4 1-15,-12 15 1 16,-21 2-4-16,-7 6-2 16,-7 9 3-16,-17 9-5 15,-4-2 0-15,-9 9-2 16,-16 0 8-16,-3 0-21 15,3-4-15-15,1-4-32 0,5 0-19 16,-18-1 14-16,0 2-62 16,-28 11-90-16</inkml:trace>
  <inkml:trace contextRef="#ctx0" brushRef="#br0" timeOffset="207856.63">5587 4539 209 0,'0'0'29'0,"0"0"31"0,0 0 8 0,0 0-41 0,435-68 4 16,-315 53-3-16,-2-2-5 16,3-7-22-16,6-4 30 15,7-8-11-15,14 0 16 16,-14 0-23-16,-13-8-3 16,-10 3 17-16,-18 2-12 15,-6 6 4-15,-19 13-16 16,-21 4 3-16,6 4 0 15,-7 0 0-15,-6-4-5 16,-5 8-1-16,-14-5 0 16,-15 6-5-16,13 3-19 15,3-4-46-15,-16 8-54 16,-6 0-159-16</inkml:trace>
  <inkml:trace contextRef="#ctx0" brushRef="#br0" timeOffset="-206554.12">15327 3734 23 0,'0'0'49'0,"0"0"-32"0,0 0 18 0,0 0-35 16,0 0-93-16</inkml:trace>
  <inkml:trace contextRef="#ctx0" brushRef="#br0" timeOffset="-204822.79">15327 3734 1 0,'0'0'93'16,"0"0"-29"-16,0 0-42 16,0 0-8-16,0 0-13 15,0 0 0-15,0 0 3 16,0 0 8-16,0 0-7 15,0 0 6-15,0 0 3 16,6 0-7-16,-6 0 0 0,0 0-6 16,0 0 13-1,0 0 4-15,0 0 6 0,0 0-8 16,0 0-9-16,6 0-7 16,-6 0 0-16,0 0 0 15,0 0 2-15,0 0 18 16,0 0 1-16,0 0 11 15,0 0-23-15,0 0 14 16,0 0-9-16,0 0-12 16,0 0-2-16,0 0 0 15,0 0 10-15,0 0-10 16,0 0 3-16,0 0 1 16,0 0-4-16,0 0 3 15,0 0-7-15,0 0 11 16,0 0-7-16,0 0 0 0,6-5-1 15,-6 5-1-15,6-4 4 16,-6 4 18-16,0 0-3 16,0 0 26-16,0 0-41 15,0 0 1-15,7 0-3 16,-7-4-2-16,9 0 1 16,-9 0 2-16,6 0-4 15,0 4 10-15,-6 0-11 16,0 0 8-16,0-3-2 15,0 3-2-15,0 0 0 16,7 0 0-16,-7 0 1 16,0 0-2-16,0 0 6 0,0 0-5 15,0 0 1-15,0 0 19 16,0-5-14-16,0 5-5 16,6-3-2-16,0-2 2 15,0 1-10-15,3 0 9 16,4 4-4-16,-13 0 7 15,0 0-12-15,6 0 0 16,-6 0 3-16,0 0 6 16,0 0 1-16,0-4 4 15,0 0-1-15,0 4-4 16,0 0 5-16,0 0-3 16,0 0 1-16,0 0-3 15,0 0-26-15,0 0 26 0,0 0 8 16,0 0-2-16,0 0-3 15,0 0-1-15,0 0 12 16,0 0-11-16,0 0 2 16,0 0-3-16,0 0 4 15,0 0-2-15,-6 4 7 16,-16 8 14-16,-9 1-11 16,3-6-4-16,10 5 2 15,-4 0-7-15,3 0 5 16,-2 1-9-16,8-5-1 15,7 0-6-15,-9 3 6 16,8 1-2-16,-5 4 2 16,-10 4 0-16,4 1 4 15,5-6 0-15,-2-2-7 0,2-1 3 16,1 4 0-16,-10 0 0 16,4-1-1-16,5 2 1 15,-8-1 0-15,2 0 0 16,3-4 0-16,-2 4 5 15,-4 0 1-15,10-4-6 16,-7 0 4-16,4 0-5 16,2 0 1-16,-9 8 0 15,4-4-4-15,5 4 4 16,-8 4 0-16,8 1 0 16,1-1 3-16,-4-4 4 0,4-4-1 15,0 4-6 1,-4-9 8-16,-2 2-8 0,5 2 0 15,-2 2-1-15,8 2 10 16,1 2-2-16,0-6-4 16,0 10-3-16,-10-5 12 15,10 9-9-15,-6-6-3 16,6-3 0-16,-1 4-6 16,7-4 19-16,-9 1-20 15,9-1 21-15,0-1-23 16,0 1 25-16,0-4-24 15,0 9 10-15,0-1-2 16,0 8 2-16,0 0 5 16,0-4-9-16,0-3 3 0,0-10-2 15,0 6 2 1,0 2-2-16,0-2 5 0,9-1-4 16,4-1 0-16,-1-2-1 15,1-1-5-15,8 4 12 16,-15-4-18-16,1 7 15 15,8 2-9-15,-15 7 10 16,13-4-5-16,-7-4 2 16,12 0 0-16,4-8-1 15,-3 8 0-15,9-4-2 16,-7-8 6-16,-8 9-11 16,-1-2 14-16,0 1-14 15,4-3 14-15,-4 2-10 16,-5-7 3-16,8 4 0 15,-9-3 0-15,0-1 2 0,1-1-5 16,5-3 13-16,-6 5-17 16,10-1 16-16,-4-4-18 15,10 8 8-15,3-1 1 16,-4 2 3-16,-2-1 0 16,9 0-3-16,-9-4 0 15,2-4-2-15,-8 4 9 16,-1-4-14-16,4 4 14 15,-4 0-16-15,7 0 9 16,-4 1 0-16,-9-2 4 0,0-3-2 16,1 0-2-16,-7-8 0 15,6 4-2-15,-6-4 14 16,6 0-18-16,3 0 6 16,-2 0-57-16,5 0 2 15,-6 0 15-15,-6 0 20 16,6 0-10-16,4 0-45 15,-10-4-145-15</inkml:trace>
  <inkml:trace contextRef="#ctx0" brushRef="#br0" timeOffset="-204020.32">15017 5694 289 0,'0'0'114'0,"0"0"-47"0,0 0 4 0,0 0-37 0,0 0-11 16,0 0-3-16,0 0 12 15,-13 5-10-15,13-5 11 0,0 3-4 16,0-3 1-1,0 5-22-15,0 3-3 0,0-5 1 16,28 14-4-16,19-9-2 16,5-5 14-16,-5 2-19 15,-1-5 13-15,-12 12-13 16,-6-9 5-16,-9-3-2 16,3 5-1-16,-4-2 6 15,-5 2-7-15,2-2 10 16,-9-3-6-16,-6 0 1 15,7 0-1-15,-7 0-13 16,0 0-15-16,6 0-8 0,0-16 36 16,-6-7 24-1,6-2-17-15,3 6 14 16,-9-1-18-16,7-5 4 16,-1-2-2-16,6-6-5 15,4-3 1-15,-16 0-1 0,0 16-1 16,0 7 1-16,0 10 0 15,0 3 4-15,0 0 10 16,0 0 16-16,-10 0-12 16,-2 0-18-16,0 0-33 15,5 0-36-15,-8 0-67 16,3 0-54-16</inkml:trace>
  <inkml:trace contextRef="#ctx0" brushRef="#br0" timeOffset="-202840.9">14883 3934 171 0,'0'0'30'0,"0"0"-4"0,0 0 9 0,0 0-12 16,0 0 27-1,0 0-14-15,0 0-1 0,0 0 0 16,0 0-4-16,6 0 4 16,10 0 1-16,3 0-9 15,2 0-18-15,10 0 22 16,3 0-16-16,7-9 10 15,-13-7-21-15,6 5 12 16,-3-6-7-16,-3 9 0 16,-10 0-9-16,4-7 5 15,-10 2 0-15,4 5-4 0,-10 4 11 16,-6 4-10-16,6 0-4 16,-6 0-11-16,0 0 4 15,0 0 8-15,0 0-8 16,0 0 1-16,13 17 8 15,-1 3 7-15,10-1-3 16,-4 14 24-16,-2-13-23 16,-4 8 5-16,-12 4 1 15,0-8 3-15,0-4 4 16,0-8-12-16,0-4 9 16,0-4-11-16,0-4-4 15,0 0-11-15,0 0-68 0,6 0-146 16,1-16-248-1</inkml:trace>
  <inkml:trace contextRef="#ctx0" brushRef="#br0" timeOffset="-193031.45">5404 13615 303 0,'0'0'120'0,"0"0"-73"15,0 0 18-15,0 0-25 0,0 0 6 0,0 0-5 16,0 0 16-16,0 0-2 16,-24 4-12-16,24-4 10 15,-13 0-38-15,4 0 16 16,3 0-31-16,6-4-27 15,-6-16 5-15,6-4 22 16,0-8 12-16,0-9-3 16,0 2-9-16,46-17 11 15,7-9-9-15,9-11-2 16,-3-4-7-16,9 0-17 0,-15-8-11 16,-13 11 11-16,-6-2 7 15,-15 2 16-15,-19 5-26 16,0 8 23-16,0 3 4 15,0 6 2-15,-34 14 0 16,-7 10 37-16,4 6 0 16,-3 14-26-16,6 2 19 15,0 5-1-15,15 4 4 16,-3 0-34-16,4 0-2 16,2 24-7-16,10 16 7 15,6 9-13-15,0-2 14 16,0 14-13-16,0-1 6 15,15 8 7-15,16-4 0 0,10 9-9 16,5-6 7-16,1 5 0 16,-13-8-4-16,0 1 1 15,-22-1 5-15,-5-8-3 16,-7-4 2-16,0 1 2 16,-7-14 20-16,-39 2 1 15,-7-13 25-15,-15-4-46 16,-3-20 21-16,-4 4-22 15,-5-8-7-15,-7 0-30 16,40 0 0-16,1 0-6 16,18-8-59-16,9-8-79 15,13 7-210-15</inkml:trace>
  <inkml:trace contextRef="#ctx0" brushRef="#br0" timeOffset="-192599.43">6133 13443 171 0,'0'0'162'0,"0"0"-138"0,0 0 18 0,0 0-12 0,0 0 12 16,0 0-28-16,301 40 12 16,-227-44-2-16,-5-44 18 15,17-12-8-15,-14-21 17 16,-17-15-44-16,-14-4 29 15,-16-5-26-15,-25 10-10 16,0 2-3-16,-13 13 3 16,-55 12 2-16,-10 24-1 0,-18 16 17 15,-21 23 7 1,-4 5 40-16,6 25-47 0,-6 31-10 16,16 24-8-16,24 4-44 15,0 0-165-15,7-8-344 16</inkml:trace>
  <inkml:trace contextRef="#ctx0" brushRef="#br0" timeOffset="-191931.58">4577 14032 274 0,'0'0'81'0,"0"0"-3"0,0 0 41 0,0 0-43 0,0 0-26 16,0 0-36-16,-25 0 4 0,31 0-16 15,53 0 24-15,34-8 11 16,50-8 2-16,15-4 3 16,37-4-20-16,19-8 15 15,12-4-27-15,10 8-3 16,-16 0-7-16,-21 7-5 15,-16 13-61-15,-38 8-44 16,-24 0-15-16,-28 0-23 16,-40 16-92-16</inkml:trace>
  <inkml:trace contextRef="#ctx0" brushRef="#br0" timeOffset="-190999.53">5271 14433 247 0,'0'0'179'0,"0"0"-166"16,0 0 17-16,0 0 18 0,0 0-3 0,0 0 12 15,-59-3-10-15,25 18-13 16,0 17-1-16,-6 8 11 0,9 4-18 16,-3 21 11-16,6-1-19 15,9 12 9-15,13 4-12 16,0 0 4-16,6 1-16 16,0 7 0-16,0-8 4 15,46 5-3-15,7-9-8 16,0-12 7-16,6-4-11 15,3-16 4-15,3-11-4 16,-16-13-2-16,10-12-10 16,-6-8-2-16,-7 0-16 15,1-17 37-15,-7-23 1 16,-6-16-6-16,-6 0-6 0,-22-8 12 16,-6-8-15-1,0 7-3-15,0 17-6 0,-27 12 10 16,-32 20 13-16,-10 16-8 15,-11 0 9-15,-19 0 22 16,12 41-9-16,-6-2 3 16,18 17-10-16,10-7-6 15,19-5-5-15,12-5 5 16,18 2-43-16,16-1-36 16,0-12-66-16,0-7-61 15</inkml:trace>
  <inkml:trace contextRef="#ctx0" brushRef="#br0" timeOffset="-190450.51">5953 15070 220 0,'0'0'212'0,"0"0"-206"0,0 0 47 0,0 0-16 0,0 0 1 16,0 0-18-16,0 0-7 15,-12 174-3-15,40-163-8 16,-10-6 11-16,17-5-5 16,11 0-2-16,-6 0-4 15,7-21 10-15,-1-23-3 16,7-20-3-16,-6-12 8 15,-7 0 6-15,-6-8-15 16,-22-1-5-16,-12 5-3 0,0 4-40 16,0 16 7-16,-46 19 17 15,-13 18 19-15,-22 15 1 16,-5 8 67-16,-14 8-11 16,4 31-50-16,3 25-7 15,6 10-9-15,22 1 5 16,9 2-6-16,32-5-22 15,11-13-95-15,13-18-164 16</inkml:trace>
  <inkml:trace contextRef="#ctx0" brushRef="#br0" timeOffset="-184848.95">4068 2289 74 0,'0'0'119'0,"0"0"-36"0,0 0-2 0,0 0-27 15,0 0 14-15,0 0-19 16,0 0 0-16,-59 0-30 0,59 0 5 15,0 0-1 1,-6 0-16-16,6 0 6 16,-6 0-8-16,6 0 23 0,0 0-21 15,0 0 32-15,0 0-6 16,0 0 5-16,0 0-19 16,0 0-5-16,0 0-12 15,0 0-2-15,0 0 2 16,0-8-2-16,6-16 0 15,34-7 4-15,32-14-4 16,8 1 3-16,13-8-2 16,28-1 0-16,22-7-1 15,15 1 0-15,31-5 3 16,3-9-5-16,4 13 10 0,-4 3-11 16,-12-15 10-16,-19 8-12 15,-12 4 9-15,-16-8-4 16,-6 4 0-16,-9 12 0 15,3-17-2-15,-12 9 2 16,11 1-2-16,-14 10 5 16,-7 1-10-16,-3 4 4 15,-9 8 0-15,-9-8-8 16,8 11 9-16,-5 5-1 16,-19 12 6-16,-15 9-11 15,-13 2 20-15,-16 5-17 16,16-8 7-16,13 8-4 0,27-3 2 15,38-5-4-15,37-9-1 16,9 1-13-16,3 13 1 16,-40 3-1-1,-34 0 17-15,-34 0-19 0,-13 0-2 16,13 23 3-16,-19 9 19 16,18-12 7-16,-11 1-5 15,-7 7-4-15,12-5 2 16,-12-2-6-16,7 15 12 15,5 4-7-15,1 9 3 16,21 6 12-16,-3 9-11 16,16 5-1-16,-7-2 5 15,-9-2-6-15,10-5-2 0,-29-3 7 16,7-1-18-16,-13 8 3 16,-12-4 1-16,0 4 0 15,3 0 8-15,19-12 0 16,-4 1-19-16,-6-1-50 15,7-1 26-15,-16-2 20 16,-22-1-57-16,-9 4 37 16,0 0 15-16,-21 4 27 15,-45-4 2-15,4 1 1 16,-3-6-1-16,-3 2-1 16,15-1 8-16,7 0-4 15,-1-4-4-15,19-4 5 16,-12 0-9-16,6 9 10 15,-12-2-6-15,-13 6 2 0,-22-1 1 16,-6-4 4-16,-6-4-7 16,0 5 12-16,-9-2-12 15,3-2 40-15,-10-6-13 16,16 2-6-16,-12 3 0 16,12 4 9-16,-35-4-15 15,-20 8-5-15,-4-4-8 16,-16-4 1-16,19 0-1 15,10-8 2-15,6-8 12 16,24 5-9-16,10-5 14 16,6-4 0-16,0 12 11 0,-3 4-9 15,-4 4-21 1,7 0 0-16,0 5 5 0,0-5-14 16,-3-8 4-16,19 4 1 15,2-8-6-15,1-4-12 16,-7 0 20-16,22 0 2 15,-15-4 1-15,0 8 4 16,15 0-14-16,-10 1-21 16,17-10-12-16,5-7-15 15,7-7-2-15,6-5 6 16,-7-4 45-16,-17 4 6 16,-1-1 11-16,-22-3 23 15,7 0-13-15,15 0 12 16,-3 0-33-16,21-23-4 0,1-29-16 15,9-4 20 1,-9-13-1-16,-1 5 2 0,-11-8 17 16,-4 7 8-16,-3 9 0 15,6 0-22-15,13 4 16 16,0 4-5-16,6 0-12 16,15 11-3-16,-15 6-45 15,18-1 31-15,4 7-34 16,-7 10-98-16</inkml:trace>
  <inkml:trace contextRef="#ctx0" brushRef="#br0" timeOffset="-169868.68">7699 14032 230 0,'0'0'33'0,"0"0"-1"0,0 0-11 0,0 0-21 0,0 0 0 0,0 0 0 16,0 0 65-16,0 0-7 15,0 5 4-15,0-5 10 16,0 0 3-16,0 0-44 16,0 3-2-16,0 1-6 15,6-4-4-15,-6 4 6 16,13 0-10-16,8 1 19 15,26 6-4-15,40-6 19 16,18-5-37-16,22 0 6 16,0 0-17-16,-12 0 0 15,-10-13-1-15,-2-3-17 0,-29-4-23 16,-2 4-44-16,-20 1-43 16,-24-2-157-16</inkml:trace>
  <inkml:trace contextRef="#ctx0" brushRef="#br0" timeOffset="-169519.03">7745 13703 586 0,'0'0'46'0,"0"0"22"0,0 0 31 0,369 0-38 0,-204-3-61 16,-4-17 24-16,0-9-24 15,-21 5-39-15,-25 4-90 16,-29 0-201-16</inkml:trace>
  <inkml:trace contextRef="#ctx0" brushRef="#br0" timeOffset="-168193.85">10787 12144 354 0,'0'0'95'0,"0"0"-53"0,0 0 12 0,0 0-47 0,0 0 9 16,0 0 18-16,-180 152 25 15,140-96-5-15,0-8 6 16,12 9-3-16,-12-10-18 16,15 1-2-16,9-7-32 15,4 6 10-15,-1-14-7 16,13 3-14-16,0-8 6 16,0-8-6-16,7 4-1 15,45-8 3-15,7-8-19 16,3 1 19-16,3-6-8 15,-3 1 12-15,-21-4-14 16,5 0-11-16,-12 0 3 16,-9 0-25-16,3 0-23 15,-16-12 59-15,1-8-13 0,9 0-15 16,-16-4-27-16,0 4-12 16,0-4 39-16,-6-4 6 15,0 0-7-15,0-8 3 16,0 8-49-16,10 7-5 15,-10 5 91-15,0 16 12 16,0 0 70-16,0 0 44 16,0 24-55-16,0 25-33 15,0 15 67-15,-10 12-7 16,4 4-27-16,-6 8-26 16,-1-3-22-16,-9-5-4 15,4-4 2-15,2-12-8 0,10-4-6 16,0-4-14-16,0-7 6 15,0-1-33 1,-16-1-103-16,-3-6-139 0</inkml:trace>
  <inkml:trace contextRef="#ctx0" brushRef="#br0" timeOffset="-167619.83">9429 14032 334 0,'0'0'145'0,"0"0"-97"0,0 0 41 0,0 0-28 15,0 0-54-15,0 0 59 16,242 61-10-16,-102-53-6 0,21-5-30 16,6-3-18-1,19 0 20-15,0 0-16 0,-9-8-5 16,-25 0-1-16,-12-7-33 16,-20 10-64-16,-27 5-123 15</inkml:trace>
  <inkml:trace contextRef="#ctx0" brushRef="#br0" timeOffset="-166951.42">9690 15372 53 0,'0'0'191'0,"0"0"-112"0,0 0 36 0,0 0-66 16,0 0-39-16,0 0-5 15,0 60 20-15,0-60-13 16,0 4 26-16,0 0 7 15,0 0 46-15,0-4-30 0,0 0-33 16,0 0-15 0,0 0-13-16,0 0-1 0,55-40 1 15,38-24 38-15,13-16-2 16,21-13-2-16,13-7-15 16,-13 0-6-16,15 3-5 15,-42 1-8-15,-7 12-4 16,-25 8-64-16,-22 15-31 15,-27 22-112-15,-19 22-61 16</inkml:trace>
  <inkml:trace contextRef="#ctx0" brushRef="#br0" timeOffset="-166671.18">9879 14707 394 0,'0'0'329'15,"0"0"-270"-15,198 276 40 16,-83-164-23-16,-10 1-22 0,4-13-54 15,-10-8-1 1,3-20-3-16,-21-7-76 0,-10-14-60 16,-30 6-136-16</inkml:trace>
  <inkml:trace contextRef="#ctx0" brushRef="#br0" timeOffset="-161826.59">7116 12905 9 0,'0'0'5'0,"0"0"36"0,0 0 47 0,0 0-7 16,0 0 10-16,0 0-33 15,0 0-7-15,0 0-33 16,16 9 16-16,-16-9-14 15,0 0 11-15,0 0-9 0,0 0-1 16,0 0-4-16,0 0 10 16,0 3 4-16,0-3-13 15,0 0 10-15,0 5-23 16,0-2-2-16,12 2-3 16,0 2 0-16,-12 1 2 15,7 5 0-15,-7-5 5 16,0 0-3-16,15 4 24 15,-9-9-19-15,0 10-3 16,16-1 1-16,-9 4-7 16,11 4 2-16,10 4 4 15,-6-1-6-15,7-2 3 16,-11 11 2-16,17-4-4 0,-1-4 1 16,0 0 10-1,-6-7-18-15,7-6 12 0,5 17-7 16,1-3 1-1,-1 6-5-15,1-2 4 0,-1 2 2 16,1 2 2-16,15-5 5 16,9 0-16-16,3-4 15 15,1-1-7-15,-29 2 0 16,1-1 1-16,6 4-3 16,-19 8-7-16,6 0 6 15,-6-3 3-15,6 3-2 16,7 0 12-16,-1-5-14 0,1-6 6 15,21 11-2-15,-15 0 0 16,0-8-1-16,-1 12-1 16,-5 0 4-16,-7 4-9 15,0-3 16-15,-5-2-17 16,-8-6 12-16,-8-2-8 16,9-3-13-16,-3-7-4 15,-4 2 17-15,14-2-3 16,-4 11 1-16,-3 0 12 15,-10 0-16-15,4 0 18 16,-10 4-13-16,10-16 7 16,3 8-2-16,3-7 0 15,-10 2 2-15,10-2-4 16,-15-6 5-16,14-2-6 0,-14-1 11 16,2-1-13-16,-2-3 12 15,-1 5-10-15,4-5 6 16,-10 4-3-16,12 4 3 15,-5-4 3 1,2 4 6-16,4-4-12 0,-4 1 5 16,-8-5 3-16,-1-8-14 15,-6 0 12-15,0 0-6 16,0 0 13-16,0 0 0 16,0 0 4-16,0 0-13 15,0 0-3-15,0 0-1 16,0 0-33-16,0 0-88 15,0 0-69-15,-28 0-135 0</inkml:trace>
  <inkml:trace contextRef="#ctx0" brushRef="#br0" timeOffset="-160476.71">15767 12304 255 0,'0'0'22'0,"0"0"1"0,0 0 30 16,0 0 10-16,0 0-9 16,0 0 23-16,233-196-28 0,-193 147 31 15,-12 9-21 1,6-17-14-16,-9 2-24 0,-4-9-19 15,-8-8 1-15,-1-1 2 16,-12 10-10-16,0 18 16 16,0 9-7-16,0 7 1 15,-31 6 35-15,-9 2-2 16,0 1-5-16,5 1-14 16,1 10-13-16,10-2-6 15,-4 11 4-15,6 0-13 16,3 0 19-16,13 0-19 15,-9 0 12-15,2 20-6 0,1 24 3 16,6-5 0-16,6 5-5 16,0 9-7-16,0-1 10 15,12 4-21-15,34 8 19 16,23 4 1-16,2 1-1 16,10 3-6-16,-7 0-6 15,7-8-21-15,-22 0-6 16,-19-12 16-16,-18-7-7 15,-16-9 34-15,-6 4 3 16,0 0 22-16,-22-4 3 16,-43-8 14-16,-3-4-32 15,-19-7-10-15,-12-14-4 0,6 2-30 16,-3-5 17 0,24 8 2-16,10-5 0 0,16 1-104 15,40-4-44-15,6 0-148 16</inkml:trace>
  <inkml:trace contextRef="#ctx0" brushRef="#br0" timeOffset="-160105.15">16514 12400 150 0,'0'0'156'0,"0"0"-75"16,0 0-14-16,0 0-34 0,0 0-2 0,0 0 29 15,47 52 37-15,-19-47-56 16,0-5 3-16,3 0-20 16,9 0-5-16,16-45 5 15,3-23 5-15,0-9 5 16,-13-7-19-16,-12-4-15 15,-18 0-6-15,-16 4-5 16,0 12 3-16,-16 15 8 16,-24 21 15-16,-19 13-15 0,-16 6 2 15,1 17-2 1,3 0 0-16,-10 12-18 0,7 40-9 16,21-8-70-16,13 12-47 15,27-15-15 1,13-10-254-16</inkml:trace>
  <inkml:trace contextRef="#ctx0" brushRef="#br0" timeOffset="-159610.35">17311 12360 438 0,'0'0'69'0,"0"0"-13"0,0 0 1 0,0 0 19 15,0 0-25-15,0 0-15 16,93-121-16-16,-25 65 7 16,4 4-9-16,2-4 6 15,-6 0-16-15,-3 4-8 16,-3 0-8-16,-15 19-24 16,-22 2-24-16,-10 6-72 15,-9 9 13-15,-6 0-132 0</inkml:trace>
  <inkml:trace contextRef="#ctx0" brushRef="#br0" timeOffset="-159360.48">17404 11730 456 0,'0'0'184'15,"0"0"-155"-15,0 0 77 16,0 0-55-16,99 265 4 16,-52-205-17-16,-7-4-29 15,0 0 2-15,1-4-5 16,-13-7-6-16,12-5-11 16,-6 3-20-16,-3-2-54 0,3-5-56 15,-6-3-121-15</inkml:trace>
  <inkml:trace contextRef="#ctx0" brushRef="#br0" timeOffset="-158909.97">18567 12255 428 0,'0'0'74'0,"0"0"-18"0,0 0 15 0,0 0 33 0,0 0-55 16,0 0-29-16,422 25-3 15,-317-25-17-15,-18 0-21 16,0 0-31-16,-25 0-48 16,-22 0-43-16,-28-8-67 15</inkml:trace>
  <inkml:trace contextRef="#ctx0" brushRef="#br0" timeOffset="-158627.65">18589 11995 573 0,'0'0'34'16,"0"0"92"-16,0 0-28 16,0 0-41-16,353 0-13 15,-248 0-44-15,-2 0-5 0,-16 0-82 16,-7-24-144-16,-27 0-241 16</inkml:trace>
  <inkml:trace contextRef="#ctx0" brushRef="#br0" timeOffset="-156513.81">6998 14998 19 0,'0'0'25'0,"0"0"42"0,0 0-47 0,0 0 10 16,0 0 40-16,0 0-4 15,-294 69 7-15,278-66-18 16,10-3-38-16,-6 0-17 0,-16 0-18 16,15 0-29-16,-5 0 34 15,8 9 13-15,10-5 27 16,-6 0 12-16,6 0-17 15,0 0-15-15,0-4-4 16,0 0 9-16,0 0-3 16,0 0 26-16,0 0-24 15,0 0 7-15,0 0-2 16,0 0 4-16,0 0-1 16,0 0-14-16,0 0 6 15,0 0-10-15,0 0 1 16,0 0-2-16,0 0 0 0,0 8-7 15,0-8 7-15,-6 4 5 16,-13 0 8-16,19 4 9 16,0 0-2-16,0-4-1 15,0-4-12-15,0 0 19 16,0 0-15-16,0 0 18 16,0 0-11-16,0 5 0 15,-9-5 6-15,-3 0-14 16,12 0 23-16,0 0-12 15,0 0-6-15,0 0-8 16,0 0 7-16,0 0-5 16,0 0-1-16,0 0-7 15,0 0-1-15,0 0 0 16,0 0 4-16,0 0 1 0,0 0-3 16,0 0 14-16,0 0-15 15,0 0-1-15,0 0-6 16,21 0 0-16,20 0 1 15,18-5 7-15,15-15-2 16,-9-4 3-16,16-8 3 16,-7 3-2-16,7-7-4 15,-1 5 2-15,7-5 0 16,0-8 4-16,12 3-3 16,7-3-2-16,-4 1 8 15,3 2-18-15,4 1 27 0,9 0-28 16,-10 7 17-1,-9-3-7-15,-18 8 0 0,-13-8-4 16,-3 5-3 0,10-5-11-16,-7-5 13 0,-9 5 10 15,0 8-10-15,-13 0 10 16,-5 4-8-16,5-1 6 16,4-6-6-16,-4-2 0 15,7-6-17-15,0-2-25 16,9 2 11-16,-10-2 28 15,-5 13-7-15,-13 12 7 16,-15 12 11-16,2 0-11 16,-14 0 9-16,5-16-3 15,16 12 1-15,-3-11 1 16,15-2-4-16,-12 1 4 0,6 0 6 16,6 4-4-1,-15 12-8-15,-9 0-5 0,-16 0-8 16,6 4 17-16,-6 0 4 15,0-5 7-15,0 5-8 16,0-8 5-16,0 8-2 16,0 0 14-16,0 0-13 15,0 0-7-15,0 0-7 16,6 0 7-16,-6 0 7 16,0 0-2-16,0 0-10 0,0 0 12 15,25-3-1 1,-10-2-4-16,4-2 7 0,3-1-5 15,-4 3-4-15,4-11 0 16,3-4-6-16,9 4-3 16,0 4 9-16,0-4-8 15,-3-4 16-15,-3 12-3 16,-9 0-1-16,2 0-4 16,-2 5 0-16,-10-2-4 15,-3 5-11-15,7 0 15 16,-7-8 1-16,0 4 0 15,10 1 8-15,-10 3-8 16,-6-5-2-16,12 2 2 16,10-6-1-16,-10 1 6 15,1 4-6-15,-7-4 0 16,3 4 6-16,10 1-15 16,-13-2 10-16,7-3-1 0,-13 8 0 15,15-8-9-15,-9 0 9 16,0 1 2-16,7 2-2 15,-4 1 5-15,-3 0-10 16,7 4 6-16,-1-4-1 16,10 0 1-16,-16 0 3 15,7-4-4-15,8 0-5 16,-15 8 4-16,7-4 2 16,2 4-2-16,-8-4 4 15,-1 0-3-15,6 0 4 16,-6-5-8-16,10 1-13 15,-4 1 9-15,1-1 8 0,2 0 3 16,-9 8-3-16,1 0-27 16,-7 0-7-16,6 0-65 15,-6 0-58-15</inkml:trace>
  <inkml:trace contextRef="#ctx0" brushRef="#br0" timeOffset="-154897.9">21082 11442 168 0,'0'0'78'0,"0"0"35"16,0 0-13-16,0 0-12 0,0 0-8 15,0 0 5-15,0 0-5 0,-255 44-46 16,221-28 11 0,0-1-44-16,-6 6 31 0,-1 2-31 15,-5 6 8-15,-7 7-7 16,1 9 9-16,-11 14-5 15,11 13 4-15,5 5-12 16,13-5 8-16,16-4-12 16,18-4 4-16,0 0-3 15,0-3-21-15,0 3 8 16,46-4 8-16,7 4-2 16,-1-8 9-16,4-4-9 15,-15-16 9-15,11-8-14 0,-11-15 5 16,-10-13-21-16,3 0-21 15,12 0 25-15,-12-21 29 16,19-18 17-16,3-18-12 16,3 1-5-16,-6-5-5 15,-13-3-38 1,-12 5-74-16,-22 2-6 0,-6 18-9 16,-6 14 132-16,-56 17 78 15,-10 8 2-15,-8 0 104 16,-7 16-156-16,0 24 34 15,13 9-36-15,9-5-7 16,24 0-19-16,1 4-18 16,18-8 12-16,16 5-25 0,6-14-50 15,0-7-62 1,0-4-46-16</inkml:trace>
  <inkml:trace contextRef="#ctx0" brushRef="#br0" timeOffset="-154415.15">21140 12376 321 0,'0'0'158'0,"0"0"-142"0,0 0-15 0,0 0 12 15,0 0-10-15,0 0 8 16,128 140-7-16,-82-116 21 16,-6-4-7-16,13-4-2 15,-25-16 10-15,25 0-7 16,-1-8 7-16,17-48 8 15,11-28-10-15,1-16-24 16,-10-4-10-16,-15-1-38 16,-25 21-18-16,-31 20 66 15,0 8 0-15,0 20 49 0,-6 3 8 16,-41 13 11-16,-5 4-25 16,-7 4 12-16,-16 12-30 15,-5 0-17-15,-7 0-8 16,-6 17-7-16,12 6-17 15,7 6-38-15,21-6 26 16,13 2-11-16,6-1-62 16,0 12-39-16,3-4-121 15</inkml:trace>
  <inkml:trace contextRef="#ctx0" brushRef="#br0" timeOffset="-153930.78">22356 12111 328 0,'0'0'211'0,"0"0"-122"0,0 0-1 0,0 0-15 0,0 0-35 15,0 0 20-15,0 0-19 16,0 17-31-16,0-17-2 16,0 0-12-16,0 0-11 15,0 0-29-15,0-9 36 16,0-2-8-16,0 3 4 16,0 3-12-16,0 5 24 15,0 0-21-15,0 0 23 16,0 0 14-16,0 0 10 0,0 5-24 15,-19 3-20 1,7-1-139-16,-10-7-188 0</inkml:trace>
  <inkml:trace contextRef="#ctx0" brushRef="#br0" timeOffset="-153232.8">23131 11229 63 0,'0'0'208'0,"0"0"-127"0,0 0 36 0,0 0-42 0,0 0-17 0,0 0-44 15,16 0 1-15,-16 24 9 16,0 8 47-16,0 12-3 16,-28 8-32-16,-13 0-12 15,-5 9-17-15,6-5-1 16,5-4-1-16,11-8-1 15,-4-4 1-15,22-8-10 16,6-4 5-16,0-3-2 16,0-9-4-16,12-1-9 15,56 1-1-15,-3-8-11 0,16 4 19 16,-13-4-25-16,-3-3 32 16,-15 3-24-16,-25-5 9 15,-4-3 0-15,-14 0 3 16,-7 0-3-16,0 0-37 15,0 0 11-15,0 0-21 16,18 0-38-16,-12-11 19 16,4-14 39-16,-10 9-6 15,0 0 28-15,0-4 19 16,0 0-9-16,0-4 11 16,0 4-8-16,12 0-53 15,-6 4-38-15</inkml:trace>
  <inkml:trace contextRef="#ctx0" brushRef="#br0" timeOffset="-153049.74">23432 11654 105 0,'0'0'191'0,"0"0"-55"16,0 0-53-16,0 0-9 16,0 0 31-16,0 0-10 15,-93 213-50-15,87-137 9 16,-13 0-30-16,-9 5 2 16,16-1-10-16,-10-5-13 15,-3-2-1-15,-3-5 3 16,0-24 10-16,22-4-15 15,6-8-9-15,0-15-57 16,0-9-8-16,0-8-128 16,0 0-258-16</inkml:trace>
  <inkml:trace contextRef="#ctx0" brushRef="#br0" timeOffset="-150918.75">16254 14137 182 0,'0'0'29'0,"0"0"13"0,0 0 0 0,180-229-22 0,-146 176 6 16,-6 2 27-16,-10-6 15 15,-2 1-28-15,-16 4 26 16,0 0-23-16,0-1 12 16,-28 2 5-16,-19-6-50 15,1 13 15-15,5 8-24 0,-5 16 26 16,30 20-23-16,4 0 28 16,-13 0 8-16,16 17-36 15,-3 27-2-15,5 12-2 16,7-1 6-16,0 6 1 15,7-5-13-15,51 4 14 16,11 1-16-16,11 7-3 16,7 4 6-16,-6-4-22 15,-16 4-10-15,-9-4-17 16,-25-7 4-16,-16-5 27 16,-15-4-13-16,0-8 36 15,-15-4 21-15,-32-8 20 16,-6-7 11-16,7-5-10 15,6-9-42-15,-1-6-5 0,-5-5-31 16,-13 0-80-16,3 0-49 16,25-25-304-16</inkml:trace>
  <inkml:trace contextRef="#ctx0" brushRef="#br0" timeOffset="-150501.81">17277 14253 363 0,'0'0'24'0,"0"0"-18"16,0 0-6-16,0 0 106 0,0 0-43 16,369-252-7-16,-270 159-53 15,-18-4 17-15,-16 10-14 16,-43 2-12-16,-22 17-16 15,0 12 2-15,-62 24 15 0,-38 16 5 16,-27 16 13-16,0 0 23 16,-12 48 28-16,18 16-60 15,15 1 11-15,38-6-15 16,28-7-42-16,27-3-115 16,13-9-119-16</inkml:trace>
  <inkml:trace contextRef="#ctx0" brushRef="#br0" timeOffset="-149801.34">18086 14197 467 0,'0'0'168'0,"0"0"-155"0,0 0 33 0,0 0 17 0,0 0-26 16,0 0-9-16,273-181-9 16,-192 125 18-16,-1 0-35 15,7-4 14-15,-12 7-13 0,-4 1-6 16,-9 4-45-1,-9 4-17-15,-25 12 1 0,-10 4-23 16,-18 12-83-16,0 4-161 16</inkml:trace>
  <inkml:trace contextRef="#ctx0" brushRef="#br0" timeOffset="-149601.22">18387 13600 598 0,'0'0'139'16,"0"0"-76"-16,0 0 30 0,81 244-32 15,-10-180-46-15,10-4 6 16,5-4-20-16,-11-7-2 16,-16-5-27-16,-3-8-20 15,-32-8-58-15,-2-8-110 16,3-9-125-16</inkml:trace>
  <inkml:trace contextRef="#ctx0" brushRef="#br0" timeOffset="-149116.85">19370 14024 351 0,'0'0'232'0,"0"0"-202"0,0 0 28 0,0 0-28 15,0 0-30-15,400 8-3 16,-319-8 2-16,-13 0-65 16,-16 0-55-16,-27-3-139 15</inkml:trace>
  <inkml:trace contextRef="#ctx0" brushRef="#br0" timeOffset="-148884.08">19516 13687 404 0,'0'0'456'16,"0"0"-446"-16,0 0 35 16,0 0-4-16,0 0-41 15,0 0-12-15,428 4-46 0,-335-36-71 16,-19-4-302-16</inkml:trace>
  <inkml:trace contextRef="#ctx0" brushRef="#br0" timeOffset="-146521.22">20840 13519 236 0,'0'0'148'0,"0"0"-73"0,0 0 36 0,0 0-15 0,0 0-15 15,0 0-53-15,0 4-19 16,0-8-2-16,0-20-7 16,12-4 12-16,35-8-12 15,-13 3-13-15,12 6 4 16,10 10 2-16,-19 14-13 16,4 3-3-16,-14 0 3 15,-5 0-12-15,-16 11 20 16,-6 34 12-16,0 15 17 15,-21 12-16-15,-66 12-1 16,-12 17-2-16,-16-6 2 16,9 2 1-16,20-12 1 15,24-18 0-15,15-15 2 0,13-12-4 16,15-7 4-16,19-17-8 16,0-5 1-16,0 6-2 15,41-1 2-15,11-8 3 16,1 4 13-16,-6-4-7 15,2-5 22-15,-18 2-9 16,-9-5-1-16,3 0-18 16,3 0-19-16,-16-12-70 15,10 0-80-15,-22 4-319 16</inkml:trace>
  <inkml:trace contextRef="#ctx0" brushRef="#br0" timeOffset="-145871.33">21714 13226 426 0,'0'0'33'16,"0"0"23"-16,0 0 1 0,0 0-20 0,0 0-10 0,-19 233-8 16,-15-158 3-16,0-2-18 15,16-13 35-15,5-3-29 16,-2-14 3-16,15-6-3 16,0-5 6-16,0-8-5 15,0-1-10-15,0 2-2 16,21-12-10-16,26-10-14 15,6-3-47-15,-1 0 40 16,-18 0 11-16,-21 0 16 16,9 0 0-16,-22 0 3 15,0 0-6-15,0 0 8 0,0 0-20 16,6-20-94-16,6-16-9 16,4 4-96-16</inkml:trace>
  <inkml:trace contextRef="#ctx0" brushRef="#br0" timeOffset="-145671.22">21922 13659 139 0,'0'0'245'16,"0"0"-104"-16,0 249-7 15,-40-149-44-15,-1 9-39 16,1-25-36-16,15-8-8 15,13-24-7-15,-4-4-23 0,16-20-41 16,0-16-96-16,0-12-69 16</inkml:trace>
  <inkml:trace contextRef="#ctx0" brushRef="#br0" timeOffset="-145289.68">22117 14181 211 0,'0'0'45'16,"0"0"-18"-16,0 0 23 15,0 0-22-15,0 0-13 16,0 0-10-16,285 103 14 16,-216-103 37-16,-1 0 3 15,-9-36-1-15,15-28-7 16,-3-16-1-16,-8-16-39 16,-11-4-10-16,-18 8-1 15,-34 0-51-15,0 19-39 0,-12 9 10 16,-62 41 80-1,11 14 6-15,-14 9 54 0,-19 24 3 16,3 48-23-16,-13 24-38 16,-2 9-2-16,15-13-70 15,18-7-327-15</inkml:trace>
  <inkml:trace contextRef="#ctx0" brushRef="#br0" timeOffset="-143418.95">17606 15604 126 0,'0'0'98'0,"0"0"-50"0,0 0-22 0,0 0 27 15,0 0-14-15,0 0 7 16,-56 36-20-16,56-31-5 15,0-5 20-15,0 0-8 16,0 0 8-16,0 0 0 16,0 0 4-16,0 0-26 15,0 0-12-15,0 0-6 16,0-8 16-16,28-25-11 16,40-6 12-16,9-22 11 0,26-7-27 15,8-13 25 1,4 1-24-16,-16 0 7 15,-18 16-10-15,-25 12-14 0,-19 20-28 16,-15 11-64-16,-22 14 20 16,0 7-46-16,0 0-34 15</inkml:trace>
  <inkml:trace contextRef="#ctx0" brushRef="#br0" timeOffset="-142940.81">17559 15131 445 0,'0'0'76'0,"0"0"-74"0,0 0 6 0,0 0 9 0,0 0-17 0,0 0 72 16,71 28 36-16,-2 24-37 16,5 4 11-16,-3 13-23 15,4-1 4-15,-7 0-53 16,-3-3 15-16,3-1-23 16,-9-9 2-16,-6-2-4 15,-6-14 0-15,-1-6-7 16,-12-9-51-16,-6-20-4 15,-16-4-73-15,-5 0-137 16</inkml:trace>
  <inkml:trace contextRef="#ctx0" brushRef="#br0" timeOffset="-142490.62">18920 15496 465 0,'0'0'27'0,"0"0"44"0,0 0-6 0,348 0-37 0,-246 0-23 15,-28 0-5 1,4 0-22-16,-22 0-8 0,-25 0-68 16,-10 0-65-16,-21 0-175 15</inkml:trace>
  <inkml:trace contextRef="#ctx0" brushRef="#br0" timeOffset="-142208.79">19069 15283 733 0,'0'0'35'0,"0"0"29"16,0 0 23-16,0 0-52 15,0 0-35-15,0 0-8 16,366 25-38-16,-285-30-64 15,-19-18-264-15</inkml:trace>
  <inkml:trace contextRef="#ctx0" brushRef="#br0" timeOffset="-141442.78">20740 14846 349 0,'0'0'9'0,"0"0"1"0,0 0-4 0,0 0-2 16,0 0 7-16,0 0-11 16,128-39 8-16,-122 39 45 15,-6 19 7-15,0 25 23 16,0 12-9-16,-22 16-55 16,-43 0-19-16,-9 13 7 15,-1-16-16-15,16-2 24 16,13-11-26-16,12-15 17 15,6 7-6-15,9-12 7 0,7-8 3 16,12-12-3-16,0 0-7 16,0-11-7-16,0-2-18 15,18-3 7-15,23 0 18 16,5 0 20-16,1 0-5 16,15 0 15-16,-3 0 5 15,-1 0-12-15,-8 0-9 16,-19 12-12-16,-9-7-4 15,-10 6-26-15,1 1-24 16,-13-4-128-16</inkml:trace>
  <inkml:trace contextRef="#ctx0" brushRef="#br0" timeOffset="-140710.08">21280 14722 390 0,'0'0'89'0,"0"0"-71"0,0 0 23 0,-6 217-9 15,-19-158 8-15,-3-2-9 16,6-9 56-16,4-7-49 16,-1-2 12-16,4-6 11 15,8-5-18-15,7-5-22 16,0-7-15-16,0 1-12 0,13-14-10 16,43 2 0-16,3-5-27 15,-1 0 36-15,-2 0 4 16,-15 0-13-16,-17 0 11 15,-8 0 5-15,-4 0-4 16,-5 0 4-16,-1 0-23 16,6 0-38-16,4-12 0 15,2-9-26-15,4-2-21 16,-10 2-22-16,-5 1-16 16,-7 4 18-16,0 4 128 15,0-4 25-15,0 4 8 0,0 1-16 16,0 3-14-1,0 8-3-15,6 0-29 0,0 0-12 16,-6 0 41-16,0 39 97 16,0 10 97-16,0 18-72 15,0 5-17-15,-12-3-3 16,-23-5-66-16,17-12-29 16,5-12-7-16,4-8-12 15,9-7-67-15,0-14 18 16,0-2-68-16,-12-9-204 15</inkml:trace>
  <inkml:trace contextRef="#ctx0" brushRef="#br0" timeOffset="-140310.04">21857 15508 250 0,'0'0'22'0,"0"0"-19"0,0 0 37 0,0 0 4 0,0 0-3 0,0 0-13 15,173 65 23-15,-126-86-5 16,-7-27 5-16,19-12-23 16,3-12-22-16,-15 0-6 15,-16-4-7-15,-16 3-14 16,-15 5-25-16,0 8-27 16,0 16-18-16,-46 19 90 15,-16 25 1-15,-10 0 38 16,4 29 35-16,-13 31-68 15,7 0-5-15,15-4-84 16,19 1-167-16</inkml:trace>
  <inkml:trace contextRef="#ctx0" brushRef="#br0" timeOffset="-139759.1">21950 16282 287 0,'0'0'105'0,"0"0"-5"0,0 0-10 0,0 0-41 0,0 0 13 15,0 0-30-15,80-100 4 16,7 28-7-16,19-16-14 15,27-17-15-15,34-15 11 16,22-12-5-16,10-4-1 16,15 3 0-16,-31 12-5 15,-31 13-6-15,-44 28-55 16,-43 19-88-16,-43 33-91 16</inkml:trace>
  <inkml:trace contextRef="#ctx0" brushRef="#br0" timeOffset="-139026.49">22511 16446 141 0,'0'0'123'0,"0"0"-20"0,0 0 44 16,0 0-45-16,0 0-27 16,0 0-31-16,19-108-36 15,30 72 4-15,4-8-3 0,-7 4-9 16,7-1 1-16,0-6 1 15,3 7 4 1,-25-9-3-16,3 5-6 0,-28-3-8 16,16 2 10-16,-22 1-41 15,0 20-32-15,0 7 28 16,0 17 46-16,0 0 15 16,-22 0 60-16,-31 17-35 15,19 19 7-15,-12 0 5 16,11 0-34-16,17 0 35 15,5 0-51-15,13 0 9 16,0 1-11-16,0-1-13 0,7 0 7 16,33 4-8-16,0 1-11 15,1-2-15-15,-1 2 29 16,-9 6-4-16,-9 9-11 16,-22-3 0-16,0-1 26 15,0-13 2-15,-34-3 57 16,-35-11-40-16,10-9 6 15,-9-12-4-15,15-4-18 16,1 0-5-16,18 0 2 16,9-4-4-16,3-20-73 15,-3 0-101-15,10 0-214 16</inkml:trace>
  <inkml:trace contextRef="#ctx0" brushRef="#br0" timeOffset="-138660.91">23627 16434 288 0,'0'0'5'0,"0"0"42"0,0 0-13 0,0 0-6 15,347-252 21-15,-300 180-28 16,-41-5-9-16,-6 2-12 16,0 3-7-16,-12 6 7 15,-56 30 2-15,-4 21 9 16,-15 15 55-16,13 0 46 15,0 40-97-15,8 7 14 16,20 6-21-16,18-4-8 16,22-10-126-16,6-11-206 15</inkml:trace>
  <inkml:trace contextRef="#ctx0" brushRef="#br0" timeOffset="-138028.93">24471 15604 333 0,'0'0'242'0,"0"0"-193"0,0 0-3 0,0 0-8 15,0 0 7-15,0 0 2 16,58-8-16-16,11 5-21 15,-4-2 24-15,9-3-33 16,7 1 0-16,-16-9-1 16,-3 11-44-16,-31-7-88 15,9 9-77-15,-24-2-132 0</inkml:trace>
  <inkml:trace contextRef="#ctx0" brushRef="#br0" timeOffset="-137762.9">24557 15308 569 0,'0'0'181'0,"0"0"-122"0,0 0 37 16,0 0-50-16,0 0-40 15,0 0-12-15,233-25-66 16,-152 2-88-16,-13 7-321 16</inkml:trace>
  <inkml:trace contextRef="#ctx0" brushRef="#br0" timeOffset="-137146.49">25726 14870 364 0,'0'0'269'0,"0"0"-158"0,0 0-23 0,0 0-29 16,0 0-27-16,0 0-32 15,-21 4-17-15,30-4-8 16,16 0 19-16,9 0-2 16,12 0-5-16,-18 0 7 15,3 0 0-15,-3 0-6 16,-6 29-9-16,-16 2 18 0,-6 14 3 16,0 2 0-16,-28 10 4 15,-12 4-4-15,-7-14 0 16,13-2-3-16,16-9-115 15,-4-12 99-15,22-9 10 16,-6-2-58-16,6 7-6 16,0-9-48-16,0 2 29 15,34-1 21-15,12-4-88 16</inkml:trace>
  <inkml:trace contextRef="#ctx0" brushRef="#br0" timeOffset="-137029.45">25934 15500 38 0,'0'0'202'16,"0"0"-133"-16,0 0 22 15,-93 209 37-15,19-145-29 0,-7-4-47 16,-6-4-3-16,-6-8-32 16,6-12-17-16,13-12-70 15,15-19-33-15,13-5-293 16</inkml:trace>
  <inkml:trace contextRef="#ctx0" brushRef="#br0" timeOffset="-136147.68">26315 14782 200 0,'0'0'268'0,"0"0"-184"0,0 0 47 0,0 0-26 16,0 0-23-16,0 265-30 16,-15-193-16-16,3 9-23 0,-16 2-9 15,3 2 4 1,-3-5-1-16,-6 4 7 0,9 1-8 16,-9-1 1-16,6-4-6 15,-3-8 0-15,3-8 2 16,16-12-5-16,-4-19 2 15,-2-10-18-15,18-15-4 16,0-3 14-16,0-5 2 16,0 0-59-16,0-13 38 15,0-18-19-15,0-5 19 16,0 0-10-16,0 0 27 16,34-5 10-16,6 1 3 15,7-9-1-15,5 13-1 0,1 0-2 16,6 5 2-16,-3 10-2 15,-4 9 1-15,-5 12 0 16,-7 0 0-16,1 17 24 16,-7 30 12-16,-10 9-31 15,-2 1-4-15,-9 7 10 16,-1 0-22-16,10-3-1 16,6-6-7-16,-10 1-31 15,10-3 50-15,-16 3 5 16,16-4-3-16,-3-8 15 15,-3-16-2-15,24-12-15 16,1-16-68-16,-7 0 35 16,7 0 23-16,-1-28-50 0,1-20-20 15,12-4-41-15,-19-12-127 16</inkml:trace>
  <inkml:trace contextRef="#ctx0" brushRef="#br0" timeOffset="-103389.55">20325 9275 62 0,'0'0'38'0,"0"0"-30"0,-47 241-8 0,47-104 40 16,0 7-13-16,69 9-6 15,24-17-13-15,18-15 1 16,23-21-9-16,14-33-8 16,-2-26 5-16,22-38-51 15,-13-3 36-15,6-59 11 0,-28-46 4 16,-34-43-74-16</inkml:trace>
  <inkml:trace contextRef="#ctx0" brushRef="#br0" timeOffset="-2089.75">3662 2057 410 0,'0'0'23'0,"0"0"-20"0,0 0 15 0,0 0 0 15,0 0-1-15,0 0-16 16,0 0-1-16,-87 16 11 16,59-8 3-16,3-8 39 15,-9 12-8-15,0-9 5 16,-6 14-49-16,6-1 11 0,15-8-9 15,-3 0-4-15,-2 4 5 16,2-4-4-16,-3 0 1 16,10 0 9-16,2-4 5 15,13 0-13-15,0 5 13 16,0-9-15-16,0 0-17 16,41 0-28-16,64 0 45 15,31-33 6-15,38-6 3 16,31-22-4-16,43-8 2 15,40-19 25-15,19-20-31 16,47-33 40-16,2-6-29 16,-9-2 13-16,-15 13-18 15,-31 31-6-15,-31 25 0 16,-38 21 10-16,-18 10-11 0,-18 9 3 16,-17 8-3-16,-11-4 0 15,-29 0 0-15,-5-9 0 16,-7 13 0-16,0 0 0 15,-12 0-1-15,-29 9 0 16,-5 2 2-16,-34 12-3 16,-1 6 2-16,-12-5-3 15,-3 0 3-15,10-4-9 16,-1-4 18-16,0 0-11 16,0-1 2-16,-18 14 0 15,-9-1-9-15,-7 4-6 16,-6 0 6-16,0 0 0 15,6 0 2-15,6 0 14 0,16 15 1 16,13 10-8-16,11 3 0 16,16 8 4-16,-15 16 0 15,0 9-4-15,-13 19-7 16,1 16-2-16,-7 21 16 16,6 7-27-16,-6-1 17 15,19 2-13-15,-13-4-3 16,0 3 17-16,1 9 0 15,-10 3 2-15,-10-9-8 16,-2-10 11-16,-3-13-6 0,2-15-16 16,-2-14 15-1,2-6 4-15,-5-5-2 16,-7-12 2-16,-6-8-24 0,0-11 3 16,0 3 2-16,0 0-3 15,-31 0 22-15,-9 0-8 16,12 0 15-16,9-4-8 15,-3-8 1-15,10 17 0 16,-1-5-4-16,-2 11 8 16,-19-2-10-16,-3 2 13 15,-4 10-9-15,-14-6 7 16,14 2-10-16,-5-4 0 16,-1-5-25-16,7-5-9 15,-19 2 18-15,-9-1 21 16,-19 0 0-16,-12-4 10 0,0-4-4 15,-16-13-3 1,-6 2 0-16,0-9-3 0,-19-9 0 16,1 2 11-16,-22-1-5 15,-25 12 4-15,-35 8 12 16,-27 12 3-16,-12 9 19 16,12-6-32-16,15 5 15 15,19 0-15-15,7 1 2 16,-13 7 15-16,24 4-11 15,-5 1 1-15,15 7-18 16,18 0 8-16,1 0-4 16,15 0-1-16,-9-7-4 15,15-2-1-15,9-10 1 0,20-6 0 16,2-3 0-16,6 13 0 16,4-1-1-16,12 7 10 15,0-10-17-15,12-9 10 16,1-7-4-16,11-9 1 15,-2 7 1-15,-10-7 0 16,7-4 0-16,0 1 4 16,27-14 1-16,28 5 9 15,-2-3-3-15,2-5 9 16,-3 0-20-16,4 0-27 16,-10-21 27-16,3 1 4 15,-9 4 8-15,-12-4-1 16,24 9 1-16,-18-10-5 15,21 1-3-15,7-24 5 0,-16-32-18 16,21-20 8-16,7-17 1 16,0-3-1-16,0 12-3 15,0 8 2-15,0 7 4 16,0 6-2-16,-6-10 7 16,-15-4-6-16,2-3 5 15,-9-3-1-15,3-7-2 16,-9 15 2-16,0 2-5 15,22 4 3-15,-10 6-10 16,9-1 18-16,7-1-17 16,0 5 15-16,-16 19-9 15,4 18 5-15,-4 11 11 16,3 16 5-16,4 12 5 0,15 4 21 16,0 0-38-16,0 0-9 15,0 0-10 1,0-5 9-16,0 2-34 0,0-2 30 15,0 5 1-15,0 0 2 16,9 0 2-16,4 0-10 16,-7 0 6-16,12-3-8 15,10-2 7-15,0-2-9 16,-15-1 1-16,5 3 22 16,-8-3-9-16,-4 0 2 15,0 8 6-15,28-8-8 16,13-4 1-16,5 1-6 0,23-9 5 15,-4 4 0 1,19-1-51-16,3-2-12 16,-12 2-59-16,24-11 71 0,-18 12 23 15,-7 8-3-15,-11 5-1 16,-23 3 4-16,1 0 24 16,-1 0-19-16,7-13 4 15,6 1-21-15,9-12-31 16,-15-8-67-16</inkml:trace>
  <inkml:trace contextRef="#ctx0" brushRef="#br0" timeOffset="10183.85">20632 3798 28 0,'0'0'147'0,"0"0"-38"0,0 0-14 0,0 0-35 0,0 0-27 15,0 0-24-15,0 0 11 16,0 0 1-16,0 0 20 16,0 0-11-16,0 0 17 15,0 0-15-15,0 3-1 16,0-3 0-16,0 0-11 16,0 0-6-16,0 0-10 15,0 0 4-15,0 0 5 0,0 0-14 16,0 0 1-16,0 0-1 15,0 0 0-15,0 0-6 16,0 0 0-16,0 0-3 16,0 0 3-16,0 0-2 15,0 0-4-15,0 0-16 16,0 0 18-16,0 0-4 16,6 5 15-16,10-5-4 15,-4 3 4-15,7-3-8 16,2 0-27-16,7 0 27 15,-22 0 6-15,13 0 2 16,-13 0 0-16,0 0 4 0,10 0 0 16,-4 0-4-16,10 0 0 15,3 0 0-15,3 0-1 16,-3 0 5-16,2 0-6 16,-5 0 6-16,-9 0-4 15,5 0 2-15,-2 0-2 16,-4 0 0-16,1 0 6 15,2 0-4-15,4 0-1 16,-1 0-1-16,10 0 5 16,0 0-3-16,-9 0-2 15,2 0 7-15,-8 0-6 16,-7 0 3-16,0 0-4 16,16 0 4-16,3 0-4 15,15 0 4-15,0 0-8 0,7 0-4 16,-7-3 8-16,0-2-9 15,-12 2 9-15,-15 3-3 16,-1 0-1-16,-12 0-5 16,16 0 3-16,-4 0 5 15,0 0 2-15,23 0 2 16,-1 0 1-16,0 0-2 16,-9 0 1-16,9 0-2 15,-13 0-1-15,-8 0-5 16,-1 0 0-16,4 0-7 15,-10 0 12-15,0 0 8 16,6 0 10-16,1 0-18 16,15 0 13-16,0 0 1 0,12 0-12 15,-15 0 9-15,9 0-10 16,-6 0 7-16,-22 0-1 16,19 0 8-16,-10 0-14 15,-2 0 15-15,21 0-16 16,-16 0 1-16,23 0-3 15,-7 0-2-15,0 0 2 16,-9 0 4-16,3 0 3 16,-16 0-1-16,4 0-5 15,-4 0 10-15,-6 0-6 16,16 0 10-16,3 0-7 16,3 0-6-16,6 0 3 15,-3 0-2-15,3 0 4 0,-6 0-5 16,-10 0 8-16,4 0-9 15,-10 0 2-15,1 0 2 16,9 0 2-16,-4 3-3 16,10-3-4-16,6 0 11 15,-3 0-18-15,-3 0 19 16,0 0-11-16,-16 0 3 16,-5 0 1-16,-1 0 0 15,-6 0 0-15,22 5 12 16,-4-5-10-16,-2 0 4 15,15 0-6-15,-3 0-3 0,6 0 1 16,0 0-2 0,-9 0 3-16,9 0-2 0,-22 0 2 15,-6 0-2-15,16 0-1 16,-22 0 1-16,6 0-3 16,0 0 12-16,-6 0-18 15,22 0 13-15,-10 0-5 16,1 0 1-16,9 0 0 15,-4 0-3-15,10 0 8 16,-9 0-2-16,2 0 0 16,-2 0-5-16,3 0 7 15,3 0-5-15,2 0 0 16,-14 0-1-16,9 0 1 16,-4 0 0-16,-18 0-4 0,0 0 12 15,0 0-14 1,0 0 20-16,16 0-19 0,-4 0 5 15,0 0-1-15,16 0-4 16,-3 0 4-16,-3 0-1 16,-16 0 4-16,-6 0-4 15,0 0 7-15,0 0-11 16,0 0 12-16,0 0 1 16,0 0-7-16,0 0-2 15,6 0 2-15,0 0 0 16,-6 0-2-16,7 0 10 15,2 0-5-15,-3 0 6 0,-6 0-12 16,0 0 6 0,0 0-5-16,0 0 2 0,0 0 0 15,0 0 3-15,0 0 2 16,0 0 1-16,0 0-2 16,0 0-8-16,6 0 4 15,-6 0-4-15,0 0-4 16,0-5-18-16,7-3-59 15,-7-7-64-15,0-6-113 16</inkml:trace>
  <inkml:trace contextRef="#ctx0" brushRef="#br0" timeOffset="13547.62">20852 5582 110 0,'0'0'52'0,"0"0"3"0,0 0-21 16,0 0 18-16,0 0 28 16,0 0-46-16,0 0-26 15,0 0-2-15,0-16 6 16,0 11-10-16,0 5 34 15,0 0 6-15,0 0 27 16,0 0-28-16,0 0 4 16,0 0-22-16,0 0-4 0,0 0-12 15,0 0-4-15,0 0 4 16,0 0-3-16,0 0 23 16,0 0 2-16,0 0 19 15,0 0-39-15,0 0-4 16,0 0-5-16,16-7 0 15,-10 3-2-15,28-8 5 16,-16 8-5-16,23-5 4 16,-7 6 5-16,0-9 5 15,13-4-10-15,5 3-2 16,7-10 2-16,9 7-5 16,-9-4 11-16,9 4-17 0,-21 8 16 15,6-1-14-15,-1 1 14 16,-5 8-4-16,3-3-3 15,-19-5-3-15,9 8-2 16,0-9 5-16,0 6-1 16,1-5 7-16,12 8-13 15,-7-5 24-15,16-3-20 16,3-4 6-16,-3 4-6 16,-3 5 9-16,9-5-8 15,-9 8 2-15,-6 0-8 16,3 0 5-16,-4 0 6 15,1 0-9-15,-6 0 21 0,5-8-28 16,4 3 18-16,-9-3-5 16,-1 8 0-16,-5 0 3 15,11 0-5 1,-5 0 4-16,-1 0-4 0,-5 0 7 16,11 0-18-16,4 0 25 15,-3 0-18-15,12 0 7 16,-9-4-1-16,-4-4 0 15,-5 8 1-15,-13 0-6 16,6 0 14-16,1 0-16 16,-10 0 15-16,9 0-16 15,-6 0 5-15,6 0 3 16,1 0-6-16,-1 0 5 0,7 8-1 16,-7-4-6-1,-6 9 1-15,-9-5 14 0,9-8-10 16,-12 8 14-16,18-5-12 15,-9-3 1-15,-3 0-4 16,0 8 2-16,3-4 2 16,-10 4-1-16,7-8 5 15,-9 8-13-15,-7-3 12 16,22 3-8-16,-12-5 9 16,-3 6-4-16,-13-1 0 15,16-5 0-15,-16-3-2 16,-6 0 4-16,0 0 1 15,0 0 7-15,0 0 1 16,0 0-2-16,0 0 31 0,0 0-22 16,0 0 4-16,6 0-20 15,-6 0 1-15,0 0-2 16,0 0 5-16,0 0-12 16,0 0 12-16,0 0-10 15,0 0 5-15,0 0-2 16,0 0-45-16,0 8-9 15,0 1-85-15,-34 2-272 16</inkml:trace>
  <inkml:trace contextRef="#ctx0" brushRef="#br0" timeOffset="16565.18">28573 4579 58 0,'0'0'30'0,"0"0"40"0,0 0 43 0,0 0-1 16,0 0-43-16,0 0-3 15,-25 36 32-15,25-36-8 0,0 0-6 16,-9 0-58 0,9 0-3-16,0 5-16 15,0-5-1-15,0 0 0 0,-7 0-3 16,1 0 40-16,-6 0-31 16,-1 0 13-16,-14 0-22 15,27 0 18-15,0-12-9 16,0 4-12-16,0-17 0 15,0-2-10-15,0-14 8 16,46-3 4-16,7-4-7 16,-7 4 14-16,1-4-14 15,-1-4 11-15,-5-1-12 16,-7 1 6-16,6 0-22 16,-6 8-4-16,-6-1-11 15,-16 2 21-15,-12 6-14 0,0-6 29 16,0 14 0-16,-21 6-7 15,-26-2 15-15,-12 14-7 16,7 3 0-16,11 3 7 16,1 5-19-16,12 0 12 15,9 0-1-15,4 0-19 16,15 8 11-16,0 20-23 16,0 8 13-16,0 5 19 15,0 19 3-15,15 4-3 16,16 4 2-16,10 8-14 15,-1-3 0-15,0-1-34 16,-12-8-37-16,-15 4 17 0,8-4 23 16,-14-8 37-16,-7-12 6 15,0 5 1-15,0-1 14 16,0-4 13-16,-34-8 25 16,-7-12-14-16,7-16 20 15,-12 1-37-15,11-9-7 16,-2 0-15-16,9-30-54 15,16-17 24-15,12-22-17 16,0 10-28-16,0 2-75 16</inkml:trace>
  <inkml:trace contextRef="#ctx0" brushRef="#br0" timeOffset="16944.24">29190 4559 339 0,'0'0'100'0,"0"0"-100"0,0 0 0 0,0 0 29 16,0 0-3-16,0 0 8 15,353-8-19-15,-288-8-14 16,10-12 17-16,-16-12 18 15,3-4 37-15,-22-16-38 16,0-4 3-16,-21 3-20 16,-13-3 1-16,-6 12-16 0,0 4 2 15,0 4-5-15,-65 3 0 16,-9 2-4 0,-1 14-8-16,4 2 6 0,-4 23-40 15,1 0 38-15,-7 15 6 16,-5 42 2-16,14 3 0 15,10-3-12-15,28-6-84 16,22-11-85-16,12-12-143 16</inkml:trace>
  <inkml:trace contextRef="#ctx0" brushRef="#br0" timeOffset="17444.14">30151 4418 163 0,'0'0'185'0,"0"0"-96"0,0 0 13 0,0 0-19 0,0 0-39 15,0 0-11-15,105-103-33 16,-30 43 16-16,-1-4-1 16,1 8-8-16,-16 7-7 15,-19 13 9-15,-12 8-18 16,-10 4 7-16,1 4-12 15,-3-8-25-15,2 8-33 0,4-12-76 16,-16-1-131-16</inkml:trace>
  <inkml:trace contextRef="#ctx0" brushRef="#br0" timeOffset="17760.95">30238 3757 536 0,'0'0'27'0,"0"0"-24"16,0 0 48-16,0 0-4 15,0 0 28-15,46 249-22 16,-12-185-36-16,7 1-4 15,5-9-9-15,7-1-4 16,-7-10 2-16,7-1-9 16,-12-4 2-16,-7 3-4 15,-6 2-22-15,-16-5-3 16,10 5-8-16,-4-9-12 16,-12-17-54-16,10-7-149 15</inkml:trace>
  <inkml:trace contextRef="#ctx0" brushRef="#br0" timeOffset="18194.28">31249 4251 572 0,'0'0'104'0,"0"0"-87"0,0 0-10 0,0 0-2 0,0 0 3 16,0 0-7-16,186-8 7 15,-146 8-1-15,-6 0-14 0,-3 0-8 16,-9-5-17-16,-4 2-33 15,4-2-20-15,-16-3-68 16,-6 1-169-16</inkml:trace>
  <inkml:trace contextRef="#ctx0" brushRef="#br0" timeOffset="18460.38">31249 4251 559 0,'-81'-281'54'0,"100"281"-40"0,9 0 65 16,6-8-41-16,12 8-30 15,13-12-5-15,15 7-6 16,-2-10-23-16,-4 10-51 16,-15-6-11-16,-25-1-77 15</inkml:trace>
  <inkml:trace contextRef="#ctx0" brushRef="#br0" timeOffset="22392.22">32442 3681 113 0,'0'0'115'0,"0"0"17"0,0 0-15 0,0 0-40 0,0 0-25 16,0 0-34-16,0 0 6 16,0 0-23-16,0 0 9 15,0 0-10-15,0 0 30 16,0 0 28-16,0 0 8 16,0 0-23-16,0 0-24 15,0 0-5-15,0 0-14 0,0 0 0 16,0 0-33-1,10-13 30-15,36-10 3 16,1-5 8-16,5-4-3 0,-5-1-4 16,-7 13-2-16,1 1 10 15,-7 7-18-15,-10 7 4 16,4 5 5-16,-9 0-31 16,9 0 14-16,-16 25-38 15,-2 19 52-15,-10 12 1 16,0 21-21-16,0-2 9 15,-56 17-11-15,-25-7-3 16,-24 15 21-16,-10-4 7 16,-6 1 4-16,9-13 21 15,10-12 19-15,31-15 7 16,18-14-14-16,19-19-32 16,28-8 0-16,-3-4-5 0,9-4-4 15,0 0-39-15,0-3-2 16,15-2 2-16,25-3 43 15,1 0 13-15,5 4 0 16,1-4 11-16,-1 0-16 16,-6 0-8-16,-5 0 0 15,-23 0-1-15,16 0-30 16,-16 13-4-16,7-10-24 16,9-3-10-16,12 0-51 15,7 0-94-15</inkml:trace>
  <inkml:trace contextRef="#ctx0" brushRef="#br0" timeOffset="23071.89">33100 3665 476 0,'0'0'92'0,"0"0"-87"0,-155 208 7 0,121-151-7 0,9-9 2 15,3-8-2-15,-3-3 48 16,4-10-9-16,8-10 2 16,13-6-16-16,0-3-29 15,0 1-2-15,0-6-35 16,25 2 30-16,37-5-6 15,12 0 6-15,-15 0 12 0,-18 0 0 16,-7 0-6 0,-16 0-22-16,-11 0 16 0,-1 0-7 15,-6 0 9-15,0 0-6 16,0 0 7-16,9 0-38 16,-3 0-35-16,7-5 13 15,8-15 62-15,-8 1 0 16,-13 2 2-16,0 1 7 15,0 8-7-15,0 4 24 16,0 0-23-16,0 4 4 16,0 0-4-16,0 0-2 15,0 28 0-15,0 16 11 16,-28 16 26-16,-12 1-17 16,-1 11 20-16,1-4-23 15,0-4-3-15,15-8-11 0,3-12-2 16,10-11-1-16,6-10-3 15,6-10-13-15,0-13-51 16,0 0-89-16,0 0-139 16</inkml:trace>
  <inkml:trace contextRef="#ctx0" brushRef="#br0" timeOffset="23421.14">33339 4271 123 0,'0'0'371'0,"0"0"-326"0,0 0 12 0,0 0-32 0,0 0-25 16,0 0-17-16,21 96 5 16,26-81-1-16,12-6 13 15,3-5 4-15,-10-4 5 16,23 0 31-16,-10-13-5 15,3-23 13-15,3-23-22 16,4-6-10-16,-22-2-7 16,-13-2-9-16,-25 8-7 15,-15 6 1-15,-15 15 2 16,-66 8-23-16,-24 12 23 16,-22 15-26-16,-7 5 26 0,26 0 4 15,37 13-6-15,9 26-47 16,49-2-83-16,13-5-109 15</inkml:trace>
  <inkml:trace contextRef="#ctx0" brushRef="#br0" timeOffset="33646.83">14195 14305 300 0,'0'0'39'0,"0"0"-29"0,0 0 44 0,0 0 44 0,0 0-12 0,0 0-19 16,0 0-3-16,74-140-30 15,7 79 13-15,12-6-11 16,0-6-11-16,0 0-25 16,-12 14 0-16,-19 7-7 15,-16 11-22-15,-21 18 23 16,-3 10-30-16,-22 1-3 16,0 8-48-16,0-8-6 15,0 4-100-15</inkml:trace>
  <inkml:trace contextRef="#ctx0" brushRef="#br0" timeOffset="33866.01">14502 13595 454 0,'0'0'122'0,"0"0"-104"15,0 0 98-15,0 0-29 16,68 237-41-16,7-161-33 15,-10-4-13-15,3-12-2 16,-3-7-13-16,-19-14-18 16,-11-11-44-16,-14-4 2 15,-21-7-13-15,0-1-19 16,0-13-112-16</inkml:trace>
  <inkml:trace contextRef="#ctx0" brushRef="#br0" timeOffset="34112.75">14114 13891 642 0,'0'0'71'0,"0"0"-55"16,0 0-12-16,0 0-2 15,0 0-1-15,0 0 35 16,317-8-19-16,-224 5 7 0,6-9-22 16,-37 12-4-16,-3-8-13 15,-13 3-61-15,-12 5-73 16,-15 0-136-16</inkml:trace>
  <inkml:trace contextRef="#ctx0" brushRef="#br0" timeOffset="34279.61">14716 14220 616 0,'0'0'4'15,"0"0"40"-15,-13-216 14 16,13 116-14-16,0 0-42 0,47 12 4 16,-1 19-6-1,1 9-37-15,-7 16-22 0,-6 20-51 16,-27 16-129-16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3:00:36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10741 637 219 0,'0'0'91'0,"0"0"-50"0,0 0 23 0,0 0-36 0,0 0-12 16,0 0-7-16,0 0 4 16,0 0-2-16,0 0 13 15,0 0 29 1,0 0-19-16,0 0 23 0,0 0-32 16,0 0 10-16,0 0-30 15,0 0-3-15,0 0 4 16,0 0-5-16,0 0-1 15,0 0-7-15,0 0-4 16,0 4 11-16,-16 17-1 16,4 2 4-16,12 5-3 15,-13 1 3-15,13 10-4 16,0 2 2-16,-6-1-2 16,0 0-15-16,6 4-2 0,0-4 17 15,0-7-3-15,0-2-6 16,0-7 3-16,0-4 5 15,0-8 1-15,0 4-3 16,0-3 4-16,0-5 0 16,0-1 0-16,0-2 0 15,0-5 7-15,0 0-7 16,0 0 0-16,0 0-1 16,0 0-2-16,0-12 3 15,0-12-6-15,0-4 6 16,0-8 3-16,0-13-3 15,0 5-7-15,0-4-3 16,0 4 18-16,0 3-8 0,0 2 1 16,0 6 5-16,0-7-6 15,0 8 0-15,0 4 0 16,12 4 2-16,-12 0-10 16,25 5 15-16,-25-6-17 15,16 5 0-15,2-1 5 16,-11-2 5-16,14 7-10 15,-8-4 6-15,-1 4-22 16,4 3 17-16,-4 1-26 16,0 4 17-16,4 5 0 15,-10 3 17-15,0 0-5 0,-6 0 4 16,0 0-1-16,0 0-14 16,0 0-16-16,0 3 33 15,0 17 14-15,0 4-9 16,0 4 10-16,0 8-9 15,-18 5 7-15,-10 7-1 16,-6-4-9-16,-7 5-3 16,-18-10-18-16,19 6-2 15,-13-13-39-15,13-17-92 16,0-7-63-16,12-8 162 16</inkml:trace>
  <inkml:trace contextRef="#ctx0" brushRef="#br0" timeOffset="566.7">11187 801 108 0,'0'0'23'0,"0"0"29"0,0 0 21 0,0 0-19 16,0 0 0-16,0 0 0 15,-12 97-20-15,12-69-3 16,-13-1-12-16,-2 6 40 15,15 0-34-15,0-2 15 16,0-3-32-16,0-4 3 0,15 1-10 16,10-14-1-16,3 1-7 15,-3-4 7-15,3-3 0 16,0-2-21-16,-3 2 17 16,-10-5-13-16,4 0 16 15,-19 0-11-15,6 0 11 16,-6 0-30-16,15 0-33 15,-2 0-4-15,-1 0-69 16,-6 0-86-16</inkml:trace>
  <inkml:trace contextRef="#ctx0" brushRef="#br0" timeOffset="866.23">11082 1070 177 0,'0'0'310'0,"0"0"-295"16,0 0 13-16,0 0-4 15,0 0 13-15,0 0-37 0,105 0 15 16,-92 0-15-16,8 0-4 16,-8 0-19-16,-7 0-21 15,-6 0-28-15,0-7-85 16,15-10-24-16</inkml:trace>
  <inkml:trace contextRef="#ctx0" brushRef="#br0" timeOffset="1050.58">11082 1070 266 0,'173'-168'251'15,"-173"168"-176"-15,0-4 22 0,0-4-49 16,0-1-42 0,13-10 3-16,27-6-4 0,0 2 4 15,-5 2-9-15,-11 6-16 16,4 2-66-16,-9-3-24 15,-10 9-95-15</inkml:trace>
  <inkml:trace contextRef="#ctx0" brushRef="#br0" timeOffset="1365.41">11603 798 250 0,'0'0'97'0,"0"0"-41"15,0 0-4-15,0 0 5 16,0 0-3-16,0 0-28 15,0 148-13-15,0-108-12 16,0 0 9-16,0 4-8 16,0-12 0-16,0 1-2 0,0-13-21 15,0-1-30 1,0-2-29-16,0-6-66 0</inkml:trace>
  <inkml:trace contextRef="#ctx0" brushRef="#br0" timeOffset="1748.56">11541 1222 1 0,'0'0'337'0,"0"0"-323"15,0 0 36-15,0 0-29 16,0 0-6-16,0 0 5 15,87-3 23-15,-60-22-22 0,-5 5 16 16,3-11-4-16,-13 7 10 16,10-9-9-16,-10-3-11 15,4 8-23-15,-10-4 1 16,-6 8 5-16,0 0-2 16,0 4-2-16,0 0 3 15,0 4-5-15,0 3 2 16,-6 10-2-16,-16-1-6 15,4 4 0-15,-4 0 6 16,-3 0 7-16,10 0-7 16,-4 0-15-16,4 0-25 15,-4 0-5-15,-9 0 2 0,22 4-47 16,-7 12-29 0,1-4-17-16</inkml:trace>
  <inkml:trace contextRef="#ctx0" brushRef="#br0" timeOffset="2464.27">11938 930 168 0,'0'0'68'0,"0"0"-57"0,0 0 25 0,0 0 3 0,0 0-6 16,0 0-3-16,0 44 17 16,0-16-17-16,0 4 0 15,0 0-15-15,0-4 14 16,0 0-27-16,0-12 8 15,0-4-10-15,0-7 1 16,0-5-5-16,0 0 8 16,0 0 8-16,0 0 7 15,0 0 0-15,0-20-19 16,0-13-7-16,0-3-1 16,0-4 16-16,0 0-17 0,0-4 13 15,0 8-8-15,0 11 4 16,0 2-11-16,0-1 11 15,0 4-11-15,0-4-11 16,0 7 4-16,0 1 2 16,0 4-1-16,0 9 10 15,6 3 10-15,6 0-6 16,10 0 4-16,-3 0-4 16,-7 0 2-16,16 0-16 15,-28 0-19-15,12 7-54 0,-12 14 88 16,0 2 2-1,0-2 13-15,0-6-12 0,0 1 19 16,0 1-13-16,0-6 28 16,0 2 1-16,0-5-12 15,0 0 1-15,16 7-18 16,2-6 30-16,4 3-17 16,-10 0 8-16,1 0-15 15,-1 4 34-15,-2 4-37 16,-4 1-5-16,-6 2 10 15,6-2-14-15,0-1-1 16,7-9-30-16,2-11-56 0,4 0-123 16,-7 0-87-1</inkml:trace>
  <inkml:trace contextRef="#ctx0" brushRef="#br0" timeOffset="2781.56">12471 898 188 0,'0'0'138'0,"0"0"-138"0,0 0 39 0,0 0-26 0,0 0-13 16,0 0-15-16,-6 112-8 0,40-100-23 15,-9-4-4-15,3 0 33 16,-1-8 7-16,-2 0-6 16,3 4-14-16,-15-4-9 15,-1 0-38-15</inkml:trace>
  <inkml:trace contextRef="#ctx0" brushRef="#br0" timeOffset="2966.31">12471 898 67 0</inkml:trace>
  <inkml:trace contextRef="#ctx0" brushRef="#br0" timeOffset="3047.76">12471 898 67 0,'-99'24'252'0,"99"-24"-252"0,0 0 0 15,6 0-21-15,22 0-14 16,-16 0-53-16,-12-5-87 15</inkml:trace>
  <inkml:trace contextRef="#ctx0" brushRef="#br0" timeOffset="3215.6">12431 822 148 0,'0'0'353'0,"0"0"-297"16,0 0 27-16,0 0-40 15,21 0-37-15,10-5-4 16,-3-6 0-16,19 3 4 15,-7-4-6-15,-6 4-39 16,-15-5-39-16,2-3-19 0,4 4-73 16</inkml:trace>
  <inkml:trace contextRef="#ctx0" brushRef="#br0" timeOffset="3382.13">12431 822 125 0,'421'-88'254'15,"-421"103"-209"-15,13 6 32 16,2-5-17-16,-2 7-46 16,-1 2-7-16,4-1-4 15,2 4-6-15,-12 8-20 16,7-12-21-16,-4-8-79 16,-9-16-162-16</inkml:trace>
  <inkml:trace contextRef="#ctx0" brushRef="#br0" timeOffset="3598.43">12933 577 378 0,'0'0'201'16,"0"0"-191"-16,0 0 20 15,0 0-30-15,0 0-5 16,0 0 3-16,-12 0-12 16,12 0 1-16,0 0-58 0,0 0-78 15,12 4-86 1</inkml:trace>
  <inkml:trace contextRef="#ctx0" brushRef="#br0" timeOffset="3831.88">12933 577 130 0</inkml:trace>
  <inkml:trace contextRef="#ctx0" brushRef="#br0" timeOffset="4312.92">12933 577 130 0,'301'240'60'0,"-301"-199"-58"0,0-1 30 16,0 12 65-16,0-8-69 15,0-16-11-15,0 0 1 16,0 0 1-16,0-12 17 15,0 0-30-15,0-12-2 16,0-4 9-16,0 0-10 16,0 0 10-16,0 0-13 15,0-12-8-15,-6-12 8 16,-10 1 7-16,4-2-5 16,-1-7-4-16,7-8 9 0,6-4-15 15,0 0 8-15,0 0-14 16,0 8-22-16,0 11-11 15,0 5 19-15,0 9 9 16,6 6 18-16,19 2-2 16,9 3 3-16,0-9-5 15,7 9-11-15,-17 0-22 16,4 0 20-16,-15 0-13 16,-4 9 13-16,-9 22 18 15,0 10 24-15,0-5 2 16,0-12 17-16,0-4-30 15,0-12-9-15,0-4-7 16,0 0 7-16,0 4 0 16,0 4 6-16,0-4 18 15,12 4-4-15,16-4 21 0,-9 0-2 16,-1-5-34-16,-2 6 12 16,-4-1-17-16,1 8-2 15,-4 4-2-15,-3 0 0 16,7 9 0-16,-13-6 0 15,0-2-12-15,0-14-47 16,0-7-76-16</inkml:trace>
  <inkml:trace contextRef="#ctx0" brushRef="#br0" timeOffset="4646.68">13801 970 151 0,'0'0'187'0,"0"0"-184"0,0 0 24 0,13 4-19 0,2-4 27 16,-9 0 11-16,28 0 28 16,-15-16-5-16,9-4-15 15,-16-1-17-15,1-2-18 16,-7 7 13-16,-6-9-28 15,0 6 4-15,0-9-8 0,0 8-9 16,0 4 1-16,-25 3-13 16,-15 13-4-16,-7 0-12 15,13 0 17-15,-6 0-7 16,21 8 6-16,13 8-73 16,6-4-8-16,0-4-77 15</inkml:trace>
  <inkml:trace contextRef="#ctx0" brushRef="#br0" timeOffset="4764.57">13801 970 56 0</inkml:trace>
  <inkml:trace contextRef="#ctx0" brushRef="#br0" timeOffset="5013.02">13801 970 56 0,'335'-285'144'0,"-335"285"-2"0,0 0-46 16,0 0 71-16,0 0-167 16,0 0-2-16,0 13-28 15,0 2 27-15,0-2-10 16,12-2 10-16,16 9 3 16,6-7 10-16,-9-5-3 15,3 4-3-15,-3-4 6 16,-10 3-6-16,-2 2-4 15,-1-1 3-15,-12 4-3 16,0 4 5-16,0-4 52 0,0 15-4 16,-6-6-5-1,-19-1-28-15,-3-12-19 0,28-4-1 16,0-4-56-16,0-4-89 16,0 0-230-16</inkml:trace>
  <inkml:trace contextRef="#ctx0" brushRef="#br0" timeOffset="7995.65">15351 565 144 0,'0'0'121'0,"0"0"-108"0,0 0-11 0,0 0 34 0,-34 97 8 15,34-86 11-15,0 1-31 16,0 4 6-16,0 0-18 16,0-4 5-16,0 16 20 15,-6-7-4-15,6 7 4 16,-6 3-13-16,0 2 15 15,0-1-31-15,-1 12 8 16,-2-4-9-16,3 4-3 0,0 0-2 16,-1 1 1-16,1-1 5 15,0 0-5-15,6 0 23 16,0 4-21-16,0 4 10 16,0 0-11-16,0 1-5 15,0-6 1-15,0 6 0 16,0 11 6-16,0-4-4 15,0 4 5-15,0-8-6 16,0 0 8-16,0-12-7 16,0-3 1-16,0 6-3 15,0-3 3-15,0 1-3 0,0-1 0 16,0 4 0-16,0 9 0 16,0-2 0-16,0-2 9 15,0 11-13-15,0-17 13 16,0 2-9-16,-6-1 1 15,-3-4-1-15,2 5 1 16,1 10-1-16,6-7 0 16,-6 1 0-16,6-1-2 15,-12-8 9-15,2 4-11 16,4 1 4-16,6 2-1 16,-6-2 1-16,6-2 5 15,0 2-5-15,-6-1 0 16,-1 0 2-16,-14 0-2 15,21 5 4-15,-13-6-4 0,1 6-1 16,6-6 1-16,-4 2 0 16,10-1 0-16,0-9 3 15,-6 6-9-15,6-1 14 16,0 0-17-16,0 0 20 16,0-3-14-16,0 3 3 15,0-12 0-15,-6 12-5 16,6-4 10-16,0 5-6 15,-12 2 2-15,5-6-2 16,1-2 5-16,-3 2-5 16,-3-1 1-16,5 4 0 15,1 4 1-15,0 0 0 16,-3 5 3-16,2-6-4 0,1 6-2 16,6-9 2-16,0 8 7 15,0-4 0-15,0 0-5 16,0 0 1-16,0-8-3 15,0 1 0-15,0-2 4 16,0 2-6-16,0-5 4 16,0 0-4-16,0-8 10 15,0 4-4-15,0-4-3 16,-18 4 11-16,-10 4-7 16,15-4-5-16,-21 13 13 15,0 7-4-15,0 0 10 16,9-9-18-16,10-2 12 0,2-13-3 15,7-8-10-15,-6 0 3 16,-4-8-3-16,10 8 0 16,0 0 0-16,-7 1 0 15,7-2-24-15,-16 1-41 16,10-12-7 0,-3-8-127-16</inkml:trace>
  <inkml:trace contextRef="#ctx0" brushRef="#br0" timeOffset="11061.63">10211 1688 42 0,'0'0'202'0,"0"0"-184"0,0 0 4 0,0 0 9 0,0 0 21 16,0 0-25-16,0 4-5 16,0-4-20-16,0 0 35 15,15 8-4-15,-3-8-13 16,10 8 23-16,-3 0-17 0,15 4 8 15,-9-1-14-15,30-6-4 16,-2 3-14-16,12-8 6 16,-3 0-6-16,-15 0 6 15,6 4-7-15,-13 0 8 16,13 0-5-16,2 4-1 16,-8-8-2-16,6 4 18 15,-1 4-2-15,1-8-9 16,-3 0 2-16,9 0 6 15,-7 8-10-15,1-8-2 16,28 0-2-16,-13 0 7 16,-3 0-7-16,9 8-2 15,-21 0 2-15,15 0 3 16,-15 0 0-16,28-4 4 0,-7 1-3 16,-3-2 3-1,10 2-7-15,-7-2 1 0,7-3 9 16,-7 5-10-16,-2-2-1 15,2 1 1-15,-6 4-1 16,-9-3-1-16,9 3 3 16,4-8-10-16,-4 3 17 15,-3-3-17-15,16 0 14 16,-1 0-14-16,1 0 10 16,12 0-3-16,0 0 0 15,3 0 4-15,-3 0 1 16,0 0-1-16,-6 0-8 15,0 0 8-15,6 0-4 16,-19 0 5-16,13 0-9 0,-13 0 11 16,13 0-8-16,6 0 1 15,0 0 0-15,0 0-6 16,-6 0 14-16,0 0-10 16,6 0 5-16,3 0-6 15,-3 0 3-15,13 5 0 16,-4 3 0-16,-9-5 3 15,6-3-4-15,-6 0 9 16,0 0-11-16,3 0 7 16,4 4-8-16,-7-4 1 15,0 0 3-15,9 0 4 16,-3 0 0-16,-6 0-4 0,0 0 4 16,3 5-9-16,-9-5 16 15,-16 0-17-15,10 0 14 16,0 0-11-16,-1 0 7 15,7 0-4-15,-6 3 0 16,-1-3 0-16,1 0-5 16,-4 0 15-16,4 0-20 15,6 0 19-15,-13 0-16 16,1 0 7-16,-23 0 0 16,14 5 0-16,8-2 0 0,0-3 0 15,7 0-5 1,6 0 0-16,6 0 10 0,6 0-7 15,-3 0 8-15,-3 0-6 16,-12 0 0-16,-4 5 4 16,-2 3-10-16,5-1 12 15,-5-7-6-15,-10 5 0 16,3-5 0-16,7 0 0 16,-10 0-3-16,9 0 6 15,0 0-6-15,-15 0 2 16,-6 0 1-16,15 8 0 15,-15-8 0-15,0 0-1 16,9 0 11-16,-3 0-9 16,15 0 2-16,-3 0-6 15,10 0 1-15,-7 8 2 0,-5-8 0 16,-4 0 0-16,-3 8-5 16,-3-8 10-1,0 0-9-15,9 0 10 16,-9 0-12-16,9 0 3 0,-9 0 1 15,3 0 2-15,-3 0 0 16,-7 0 0-16,4 0 4 16,9 0-1-16,-3 0 4 15,4 0-14-15,2 0 12 16,-9 0-5-16,9 0 0 16,-3 0 0-16,3 0-2 15,-15 0 8-15,6 0-11 16,-3 0 10-16,3 0-7 0,-7 0 9 15,4 0-4-15,-3 0-2 16,6 0 7-16,-7-8-2 16,23 8 0-16,-7 0-6 15,-3 0 3-15,10 0-7 16,-10 0 9-16,-3-8-7 16,-10 8 11-16,1 0-18 15,-13 0 8-15,7 0 1 16,-13 0 7-16,28 0-4 15,-15 0 11-15,12 0-10 16,-1 0-3-16,11 0 12 16,-1 0-18-16,-9 0 9 0,15 0-4 15,-15 0 0 1,-6 0 3-16,15 0 2 0,-15 0-2 16,15 0 2-16,3 0-1 15,4 0 4-15,-1 0-3 16,-9 0 0-16,-3 0-5 15,-3 0-1-15,3 0 0 16,-3 0 1-16,0 0-1 16,3 0 8-16,-9 0-9 15,-1 0 9-15,4 0-5 16,-9 0 1-16,5 0-2 16,-17 0-1-16,17 0 0 15,1 0-1-15,-7 0 3 16,16 0-3-16,-3 0 8 15,-12 0-9-15,6 0 8 16,2 0-6-16,-8 0 3 0,12 0-3 16,-6 0 2-16,2 0 1 15,-2 0-6-15,22 0 10 16,-10 0-1-16,3 0-5 16,12 0 3-16,-2 0 2 15,9 0-6-15,0 0 0 16,3 8 3-16,-4 0-6 15,1-8 12-15,0 7-5 16,-9-7 0-16,8 0-1 16,10 0 4-16,-15 0-5 15,-3 0-2-15,-10 0 0 0,6 0-1 16,-9 0 3 0,-3 0-5-16,3 0 11 0,4 0-7 15,-4 8 1 1,9-8-1-16,-6 0 4 0,-15 0-6 15,6 0 2-15,15 0 0 16,-15 0-1-16,16 5 7 16,-16-5-14-16,21 8 14 15,-11-5 0-15,-4-3-5 16,9 5 9-16,-12-1-1 16,9 0-6-16,-2 3-4 15,5-7 3-15,-3 0-4 16,10 0 6-16,-7 0-9 15,1 0 16-15,-10 0-18 0,3 0 15 16,-3 0-10-16,3 0 3 16,-2 0 1-16,2 0-3 15,-9 0 5-15,3 0-14 16,-22 0 11-16,7 0-4 16,-16 0-19-16,3 0 1 15,-6 5-26-15,12-2 11 16,-15 2-29-16,-4-5-62 15,-21 0-125-15</inkml:trace>
  <inkml:trace contextRef="#ctx0" brushRef="#br0" timeOffset="12905.67">23354 596 111 0,'0'0'313'0,"0"0"-235"0,0 0 38 16,0 0-40-16,0 0-25 16,0 0-13-16,0 0-14 15,0 61-12-15,7-37 2 16,27 4 16-16,3 5-21 0,3 11 22 15,-6 4-24-15,0 4 10 16,-6 12-14-16,-3 0 2 16,-19 5-5-16,22-2 1 15,-15 5 2-15,2 5 4 16,-3 3-14-16,-5-8 15 16,-7-3-18-16,0 3 6 15,0-5 0-15,0 7 0 16,0-7 4-16,0-11-5 15,0-4 7-15,0-3-12 16,0-1 16-16,0 4-15 16,-19 4 12-16,10 4-6 15,3 1 3-15,-7 3 0 0,1-4 0 16,-4-4 4 0,4-4-8-16,6-8 11 0,-1 9-14 15,1-2 16-15,-3 14-18 16,-3-6 18-16,5 5-12 15,-5 1 3-15,-4-5-2 16,4-8-16-16,6 5 3 16,-16-14 11-16,22 1 8 15,-6 0-12-15,-6 5 17 16,-10-5-16-16,3 4 7 16,1 8 0-16,8-4 0 15,4-8 3-15,-12 5-9 16,18-6 12-16,-7 1-11 15,-8-3 13-15,9 7-14 0,-7-4 10 16,1 0-7-16,3-3 3 16,-4-2 0-16,13 6-3 15,-12-9 7-15,-4 8-8 16,4-4 8-16,-7 0-6 16,-3 4 5-16,10 0-6 15,-10 4-5-15,4-4 8 16,12 0-1-16,-10 1 2 15,4-5-5-15,12 0 4 16,0 1-4-16,0 3 8 16,0-1-5-16,0 6 5 15,0-10-8-15,0 18 8 16,0-17-7-16,0 8 3 0,-7-8 0 16,7-12 3-16,-12 4 2 15,6 0-10-15,-3 4 14 16,-4 0-20-16,1 0 14 15,-4 5-3-15,10-5 6 16,-6 0-6-16,5-4 0 16,7-8 11-16,-6 5-16 15,6-6 11-15,0 1-12 16,-6-4 12-16,6 5-6 16,-15 2 0-16,2-7 0 15,7-4-4-15,0 12 14 16,-4-11-6-16,10 2 2 0,-6 6-2 15,6 3 4 1,-12 0 12-16,6 4-14 0,-1-4-1 16,7-3-5-16,0-2 6 15,0-7-14-15,-15 0 15 16,15-8-14-16,0-8 2 16,0 0 2-16,0 0-82 15,0 0-120-15,0-8-271 16</inkml:trace>
  <inkml:trace contextRef="#ctx0" brushRef="#br0" timeOffset="16752.73">18040 902 107 0,'0'0'85'0,"0"0"-50"0,0 0 13 0,0 0-26 0,0 0 0 15,0 0-1-15,0 0 44 16,0 0 5-16,0-12-7 15,0 12-11-15,0-4-23 16,0 4-21-16,0 0-4 16,0 0 3-16,0 0-5 15,0 0-4-15,0 0 4 16,0 0 3-16,0 0-1 16,0 0 6-16,0 0-10 15,0 0-2-15,0 12-5 16,0 36 7-16,0 4 53 15,0 8-18-15,-6 1-8 0,6-1-27 16,0 4 4-16,-10-8-4 16,4 12-7-16,0-4 6 15,6-16-9-15,-6-4 0 16,6-16-46-16,0-12-22 16,0-16-122-16</inkml:trace>
  <inkml:trace contextRef="#ctx0" brushRef="#br0" timeOffset="17555.41">17699 890 146 0,'0'0'54'0,"0"0"-18"0,0 0 35 16,0 0-10-16,0 0-33 0,0 0 11 15,260-56-30-15,-207 51 18 16,-7 2-8-16,1 3 13 15,-1 0-11-15,4 0-1 16,-3 0-4-16,-7 3-12 16,13 18-4-16,-13-5-10 15,6 4 8-15,7 8-22 16,-6 4-6-16,-13 5-19 16,-16 2 27-16,-18 2 2 15,10-2 20-15,-10-6 23 16,0 3-16-16,0 8 12 15,0-4-11-15,-28 4 24 0,-13 16-12 16,1-7 10-16,-6-2-10 16,-23 6-8-16,-8-10-2 15,-10 6 22-15,-9-14 5 16,3-3 1-16,0-19-1 16,12-13-37-16,22-4-15 15,3 0-28-15,19 0-1 16,9 0-136-16,0-8-273 15</inkml:trace>
  <inkml:trace contextRef="#ctx0" brushRef="#br0" timeOffset="18053.64">18896 1271 348 0,'0'0'70'0,"0"0"-40"0,0 0 49 15,0 0-24-15,0 0-25 16,0 0-16-16,0 241 0 0,0-202 0 16,0-11-13-16,0 13-2 15,0-17-7-15,6 4-6 16,-6-12-24-16,6-16-66 15,-6 0-122-15</inkml:trace>
  <inkml:trace contextRef="#ctx0" brushRef="#br0" timeOffset="18267.95">18815 958 360 0,'0'0'206'15,"0"0"-203"-15,0 0 13 16,0 0-16-16,0 0-36 16,0 0-75-16,65-20-63 15</inkml:trace>
  <inkml:trace contextRef="#ctx0" brushRef="#br0" timeOffset="18867.18">19094 1520 271 0,'0'0'139'16,"0"0"-80"-16,0 0 27 16,0 0-30-16,0 0-8 15,0 0-36-15,-6-57-11 16,6 25 33-16,0-8-13 16,0-5 11-16,0-2-23 15,0 7-2-15,0 0-7 16,0 0 0-16,0 4-1 15,15 12-18-15,-2 7 3 16,-7 14-12-16,0 3 24 16,-6 0-19-16,0 0-9 15,0 0 5-15,22 11 27 0,-4 17 2 16,-5 5 2 0,9 3-4-16,-10 8-12 0,-6 4 11 15,3 12-13-15,-9-7 7 16,0-2 14-16,0-2 0 15,0-13-2-15,7 0-5 16,-7 0-5-16,18-12-65 16,-18-1-19-16,22-10-22 15,-22-13 2-15,6 0-26 16,-6 0 47-16</inkml:trace>
  <inkml:trace contextRef="#ctx0" brushRef="#br0" timeOffset="19030.77">19094 1520 41 0</inkml:trace>
  <inkml:trace contextRef="#ctx0" brushRef="#br0" timeOffset="19101.68">19094 1520 41 0,'-78'-133'240'0,"103"133"-221"0,-3 0 88 16,18-11-13-16,-3-2-94 16,4-4-7-16,-1 2-42 15,-6-1-96-15,7 8-135 16</inkml:trace>
  <inkml:trace contextRef="#ctx0" brushRef="#br0" timeOffset="19816.89">19816 1083 246 0,'0'0'105'0,"0"0"-66"16,0 0-23-16,0 0 14 16,0-20-18-16,-12 20 17 15,-22 0-19-15,0 0 40 16,-19 0 20-16,13 0-7 16,-7 0 1-16,7 7-30 0,6 6 5 15,9-2-21-15,19 1 1 16,-10 1-17-16,16 3-4 15,0 4 1-15,-6-1 1 16,6 9-4-16,0-8 8 16,0 1-8-16,0-1 5 15,0 0-4-15,0-4 3 16,28 8-3-16,12-8-17 16,7 4 19-16,-1 0-5 15,1-4-3-15,-7 4 1 16,-21-4-15-16,15-4 22 15,-22-4-18-15,4-3 18 0,-10 2-14 16,-6 1 12-16,0 8 3 16,0-8 18-16,0 9 22 15,0-6-12-15,0 2 18 16,-6-1-35-16,-16-4 16 16,10-5-19-16,-16 2 1 15,15-2-9-15,-5-3-2 16,-10 0-30-16,16 0-35 15,-4 0-33-15,16-19-95 16,0-6-202-16</inkml:trace>
  <inkml:trace contextRef="#ctx0" brushRef="#br0" timeOffset="24930.72">25305 990 29 0,'0'0'106'0,"0"0"-92"0,0 0 50 0,0 0 4 0,0 0-20 16,0 0-5-16,0 0-18 15,0 0 29-15,0 0-27 16,0 0 5-16,0 0-17 15,0 0 10-15,0 0-6 16,0 0 4-16,0 0-1 16,0 0-5-16,0 0 24 15,0 0-7-15,0 0 14 16,0 0-30-16,0 0 3 16,0 0-15-16,0 0 9 15,0 0-2-15,0 0-6 16,0 0 11-16,0 0-13 0,0 0-10 15,0 0 12-15,0 0-17 16,0 0 1-16,0 0-1 16,0 29-1-16,-19 30 11 15,-3 21 0-15,-2 13 13 16,-4 7 1-16,15-16-12 16,-2-16-1-16,9 13-1 15,-7-29-5-15,13 0-17 16,0-20-50-16,0-28-72 15,0-4-121-15</inkml:trace>
  <inkml:trace contextRef="#ctx0" brushRef="#br0" timeOffset="25361.6">25419 1423 234 0,'0'0'48'0,"0"0"-45"0,0 0 37 0,0 0-16 16,0 0-2-16,0 0-22 15,295-36-5-15,-270 32-44 0,-4 0-78 16</inkml:trace>
  <inkml:trace contextRef="#ctx0" brushRef="#br0" timeOffset="25828.33">25801 917 101 0,'0'0'113'0,"0"0"-89"15,0 0 15-15,0 0 39 16,0 0-20-16,0 0 13 16,-16 189-19-16,16-132-5 0,0 7-36 15,0-4 20 1,0-8 11-16,0 4-8 0,0-8-20 16,-12 4-10-16,6-4 13 15,-1 4-15-15,-8-3 5 16,9-9-7-16,0-4-7 15,6-4-64-15,0-15-19 16,0-14-57-16,0-3-57 16</inkml:trace>
  <inkml:trace contextRef="#ctx0" brushRef="#br0" timeOffset="26427.73">26046 1391 182 0,'0'0'52'0,"0"0"21"0,0 0-15 0,0 0-42 0,0 0-7 15,0 0-6-15,9 112 26 16,-3-100-9-16,19-7 16 16,-9 3-22-16,8-8 16 15,4 0-15-15,-3 0 5 16,15-13 0-16,1-23 16 16,-1-16-24-16,0-4-12 15,1 0-15-15,-20 0 10 16,-21 4 4-16,0 3 2 0,0 10 3 15,0 3-2 1,0 8 13-16,-9-1-6 0,-10 9 5 16,-15 8-14-16,9 1-3 15,-2 6-12-15,-8 5 2 16,-5 0-18-16,6 0-5 16,-3 16 30-16,-3 12-15 15,12 0-5-15,9 8 19 16,4-3-15-16,2 11-47 15,13-5-38-15,0-6-94 16</inkml:trace>
  <inkml:trace contextRef="#ctx0" brushRef="#br0" timeOffset="27676.7">26595 1158 127 0,'0'0'41'0,"0"0"-21"0,0 0 29 0,0 0-16 0,0 0 31 15,0 0-13-15,0 88 2 16,0-47-7-16,0 3-1 15,0 8 1-15,0 4-12 16,0-8-11-16,-13 4-22 0,13-15 15 16,0 3-9-1,0-4 18-15,0-4-14 0,-12-13 20 16,12-14-16-16,0-5-12 16,0 0 9-16,0 0-11 15,-10 0 3-15,4 0-4 16,-6-13 0-16,6-30-28 15,-1-9 26-15,-2-9-14 16,9-7-6-16,0 20 20 16,0-4-4-16,0 4 6 15,0-4 0-15,0 3-3 16,0 1-20-16,16 4 14 16,8 13-3-16,-2-2-16 15,12 5 14-15,-9 0 1 16,15 4-1-16,7 0-23 0,-7 8 36 15,-6 4-20 1,0 4 21-16,-21 8-8 0,8 0-14 16,-21 0 4-16,7 8 18 15,-7 28 30-15,0 13-4 16,0 6 3-16,0-2-14 16,0-1-2-16,-28-9-3 15,15-10-6-15,-8-14-3 16,8-2-1-16,1-1 0 15,12-8 9-15,0 8-9 16,0-8-2-16,0-8-12 16,0 12 10-16,0-8 1 0,0 4-9 15,0 5 12-15,0 2 0 16,0 9 2-16,0-8 15 16,0 1 3-16,0-9-8 15,0-1-7-15,0 1-9 16,12 0 5-16,1 0-2 15,8-8-5-15,-8 0 5 16,-13 0 1-16,12 0 1 16,-12 0 14-16,0 0-2 15,0 0-13-15,16 0-7 16,-10 0 7-16,19-24 4 16,9-8 19-16,-6-8-17 15,-10 4-6-15,10-4 5 16,0 4-5-16,-9-5 1 15,-1 5 1-15,10-3 12 0,0-10-14 16,-15 1 0-16,21 1-6 16,-22 11 5-16,10 11-5 15,-16 9 6-15,-6 16 23 16,0 0-22-16,0 0 11 16,0 0-12-16,19 0-14 15,-4 0 11-15,-3 16-4 16,1 12 14-16,9 5-6 15,-4 3 6-15,-12 3-1 16,10 10-12-16,-4-1 14 0,-5 4-6 16,-7-12 1-16,12-8 1 15,-12 12-4 1,6-12 0-16,-6 4-14 0,0-7-9 16,0-14 9-16,9-7-38 15,-9-8-8-15,0 0-15 16,0 0-3-16,0 0-96 15</inkml:trace>
  <inkml:trace contextRef="#ctx0" brushRef="#br0" timeOffset="27909.98">27091 1207 155 0,'0'0'128'0,"0"0"-118"0,0 0 26 0,0 0 15 0,0 0-42 16,0 0-8-16,167-8-1 15,-142 3 0-15,9-3-30 16,-6-7-105-16</inkml:trace>
  <inkml:trace contextRef="#ctx0" brushRef="#br0" timeOffset="28375.74">27723 917 193 0,'0'0'108'15,"0"0"-74"-15,0 0 27 0,0 0-20 16,0 0-19-16,0 0-12 15,-146 97 10-15,146-73-10 16,0 4 7-16,0 5 9 16,0 3 8-16,7 0-18 15,27 0-10-15,6 0-6 16,-6-5-1-16,-3-6-5 16,-3-1 12-16,-6 4-11 15,-10-3 5-15,-12-6-5 16,0 6 5-16,0-6 33 15,0-2 50-15,-6 14-27 16,-28-15-10-16,12-7-28 16,4-1-7-16,5-8-4 15,-2 0-14-15,-4 0-3 0,-3 0-38 16,-2 8-64-16,-11 7-83 16</inkml:trace>
  <inkml:trace contextRef="#ctx0" brushRef="#br0" timeOffset="37568.6">12443 2281 31 0,'0'0'16'0,"0"0"-16"0,0 0 47 0,0 0 3 15,0 0 38-15,0 0-10 16,0 0-14-16,0-3-12 15,0 3-33-15,0-5-7 0,0 2-5 16,0 3 3 0,0 0-9-16,0 0 27 0,0 0 21 15,0 0 10-15,0 0-27 16,0 0-9-16,0-5-13 16,0 2-5-16,0 3-10 15,0-5 10-15,0 5-4 16,0 0 3-16,0 0 9 15,0 0 1-15,0 0 24 16,-6 0-21-16,6 0-8 0,0 0 0 16,0 0-6-1,0 0-6-15,0 0 1 16,0 0-8-16,-6 0-15 0,6 0 25 16,0 0 15-16,0 0-7 15,-13 0-8-15,13 0 4 16,-6 13-5-16,-16 10 3 15,4 1 7-15,-4 1-6 16,10 6-1-16,-1-6 1 16,4 3-4-16,-10-1 2 15,7 2-1-15,-4 3 0 16,-2-8 6-16,-4 8-3 16,10 0 4-16,-13-4 5 15,3 5-12-15,4-2 8 16,-4-6-5-16,16-6-3 0,-1 2-1 15,1-9 1 1,0-1-4-16,-3-2 11 0,9-1-12 16,0 0 14-16,0 4-17 15,0 0 8-15,0-4-1 16,0-4-5-16,0-1-4 16,0 2 2-16,0-1-24 15,28 0 17-15,0-4 8 16,12 4 7-16,-15 0 5 15,15-4-5-15,-6 0 0 16,-9 0-3-16,-3 0 0 16,-4 0 1-16,-2 0-1 0,-4 0 4 15,10 0-2-15,-10 0 2 16,13 0 2-16,-9 0-1 16,8-4 1-16,-8-4-3 15,-4-1-6-15,7 6-6 16,-10-5 8-16,-9 4-4 15,19-8 12-15,-13 3-15 16,0 1 16-16,3-3-15 16,4 2 9-16,-13 1 1 15,6-3-4-15,0 7 4 16,-6-4 0-16,0 0 6 16,0 3 1-16,0-3-7 15,0 0 6-15,0 1-4 16,0-1 13-16,0 8 0 15,0 0-1-15,0 0 8 0,0 0-15 16,0 0 5-16,0 0-7 16,0 0 1-16,0 0-4 15,0 0 3-15,0 0-4 16,0 0-1-16,0 0 15 16,0 0-11-16,0 0-8 15,0 0-5-15,0 0 4 16,0 8 6-16,0 12-4 15,0 4 6-15,0 8 6 16,0-4-4-16,0 4-1 16,0-1 1-16,0 2-1 15,0-5-3-15,0 4 3 0,0-4-5 16,0 0 4-16,0 5-3 16,0-2 1-16,0-3 3 15,16 5 7-15,-4-5-8 16,-12-9-3-16,13 2 7 15,-13-9-13-15,0-4 13 16,0 4 5-16,0 4-10 16,0-13 24-16,0 10-23 15,0-13-2-15,0 0 2 16,0 0 0-16,0 0-6 16,0 0 7-16,0 0-10 0,0 0 2 15,0 0 4-15,0 0-9 16,0 0-14-16,6 0-39 15,-6 0-19-15,0-13-82 16,0-18-227-16</inkml:trace>
  <inkml:trace contextRef="#ctx0" brushRef="#br0" timeOffset="41897.44">18145 3532 146 0,'0'0'84'0,"0"0"15"0,0 0-6 0,0 0-25 16,0 0-9-16,0 0-10 16,0 0-1-16,0 0-6 0,0 0-15 15,0 0-3 1,0 0-8-16,0 0 18 0,0 0-30 16,0 0 35-16,0 0-31 15,0 0 19-15,0 0-27 16,0 0-11-16,0 0 5 15,0-16 6-15,0-4 0 16,0-11 2-16,0 2 5 16,0-7 2-16,0-4-9 15,0-4 3-15,6-3-3 16,4 2 0-16,8-4 4 16,-5 2-13-16,2-2 14 15,4 1-16-15,3 4 4 16,2-4 5-16,-8 8-3 0,2 4 2 15,-11-4 3 1,14 4-7-16,-8 4-1 0,-1-4 4 16,-6 11-29-16,22-6 4 15,-15 14 25-15,-4 6-12 16,-3 6 16-16,-6 5-4 16,0 0 3-16,0 0 1 15,0 0 8-15,0 0-8 16,0 0-1-16,0 16-1 15,0 1-4-15,-15 14 3 16,-4 2 4-16,-15 6-1 0,-6 2 4 16,6-2-3-16,3-3-1 15,-4-3-3-15,1 11 0 16,6-11-68-16,4-2 5 16,2-15-58-16,3-4-78 15</inkml:trace>
  <inkml:trace contextRef="#ctx0" brushRef="#br0" timeOffset="42949.71">18849 2646 163 0,'0'0'166'0,"0"0"-95"0,0 0-17 0,0 0-10 0,0 0-33 16,0 0 12-16,0-4 13 16,0 4 27-16,0 0 13 15,-15 0-29-15,-4 0-1 16,13 0-33-16,0 0 6 0,-4 0-16 15,4 0 1 1,0 0 0-16,0 4-1 0,-16 8-1 16,22-7 1-16,-19 11 8 15,13-13-7-15,6 14 4 16,0-14-2-16,0 5-12 16,0-3 4-16,0-1-4 15,0 4-1-15,0 0 7 16,19-5-1-16,15 10-7 15,12-5 7-15,7-1-12 16,3 1 12-16,-3 0 2 16,-7 1-1-16,-6 2 0 15,-12-3-10-15,-15 5-1 16,-1-1 9-16,10-1 2 16,-16 6 0-16,6 7-5 15,-5 1 10-15,-7-6-7 16,0 13 4-16,0 0 19 0,0 9-12 15,-7-10 15-15,-21 2 3 16,-3-5-12-16,10 0-6 16,-4-4-5-16,3-4-2 15,4-4 3-15,-4-4-10 16,10-4 13-16,-16-5-15 16,9 10 7-16,-9-9-7 15,10-4-3-15,-10 0-7 16,9 0-12-16,-3 0-33 15,-2 0-23-15,8-12 15 16,-3-8 2-16,4-12-66 16,9-1-63-16</inkml:trace>
  <inkml:trace contextRef="#ctx0" brushRef="#br0" timeOffset="43847.33">18908 2558 211 0,'0'0'118'0,"0"0"-57"0,0 0 17 16,0 0-10-16,0 0-14 15,0 0-23-15,0 0-14 16,0 0-17-16,12 0 0 15,4 0 17-15,-10 0-4 16,19 0 25-16,3 0-19 16,0 0 16-16,-4 0-7 15,11 0-9-15,-1 0 11 16,6 0-17-16,7 0 14 0,5 0-11 16,1 0 3-16,3 0-15 15,3-3 2-15,-13-6-3 16,-12 1-3-16,0 0 4 15,-21 8 0-15,-13 0-4 16,0 0-9-16,0 0-11 16,0 0-81-16,0 0-98 15</inkml:trace>
  <inkml:trace contextRef="#ctx0" brushRef="#br0" timeOffset="51872.93">26616 2630 114 0,'0'0'97'0,"0"0"-12"0,0 0-5 0,0 0-46 16,0 0 8-16,0 0-4 0,0 0 15 16,0 0 1-1,-21 0-2-15,21 0-2 0,0 0-27 16,0 0 10-1,0 0-23-15,0 0 18 0,0 0-11 16,0 0 10-16,0 0 3 16,0 0-14-16,-13 0 1 15,13 0-10-15,0 0-1 16,-12-11-4-16,12 6 12 16,-16 5-14-16,4-12 8 15,6 12-8-15,-10-3-3 16,4-2-3-16,-1 5 1 15,-8 0 5-15,8-8 5 16,-15 8 4-16,16 0 4 0,-16 0-13 16,9 0 0-16,-15 0-2 15,9 0-1-15,-9 0-6 16,-12 0 7-16,6 13-9 16,-1 2 7-16,1 1-8 15,6 0 8-15,0 1-10 16,3-1 14-16,3 4-13 15,15-4 2-15,-8 4 5 16,-4-4-4-16,3-1 6 16,-6 1 8-16,-3 4-10 15,16 1 14-15,-10-1-14 16,3 0 13-16,4 4-10 16,-4-8 3-16,22 4 0 0,-12-4-4 15,12 1 5-15,0 2-7 16,-7-2 11-16,7-2-11 15,0 1 12-15,0 4-8 16,0-4 2-16,0 4 0 16,0 1-2-16,0-6 5 15,0-2-7-15,0 3-1 16,0-8 1-16,0 4-11 16,13-1 12-16,-7-2-13 15,16 2 14-15,-16 2 2 16,6-5 0-16,-12 0-1 15,22-4 4-15,-16 0-7 0,0-4-15 16,-6 0 18 0,13 0-18-16,2 0 11 0,-15 4 4 15,19-4 4-15,-13 3 1 16,16-3 2-16,-10 0-6 16,1 0 9-16,8 0-2 15,-8 0 1-15,8 0 4 16,4 0-2-16,-9 0-7 15,-4-3 0-15,7-1 8 16,-10 4-7-16,-3-4 1 16,-6 0-2-16,13 0 4 15,-1-4-2-15,-12-1-1 16,28 1 1-16,-22-3 4 16,7 2-6-16,-4 6 2 15,-3-2 2-15,0 2-4 0,0-5 7 16,-6 4-6-16,0 0 6 15,13-5-12-15,-7 6 10 16,-6-5-5-16,0 3 3 16,0-3-3-16,0 5 11 15,0-1-5-15,9-4 4 16,-9 0-8-16,0-5 3 16,0 1-1-16,0 4-8 15,0 0 3-15,0 5 1 16,0 3 1-16,0-5 6 0,0 1-9 15,0-4 11-15,0 5 7 16,0-5-10-16,0 0-4 16,0-1 3-16,0-2-8 15,-9 6 3-15,-10-7 0 16,13 12 0-16,-6-4-20 16,-4-4 14-16,4 8 6 15,0-4 16-15,-4 4-16 16,4-11 0-16,-1 6-10 15,7 1-16-15,-9-8-1 16,2 12 27-16,1-4-4 16,-4-4 5-16,4 8-1 15,6 0 4-15,-10 0 9 16,4 0-13-16,5 0 0 16,1 0-9-16,0 0-2 15,0 0 7-15,-3 0-4 16,-4 0 8-16,7 0 1 0,-16 0-1 15,22 0 1-15,-12 0-3 16,-1 0 2-16,7 0 0 16,0 0-2-16,-3 0 5 15,-4 0-5-15,13 0 5 16,0 0-6-16,-6 0 6 16,0 8-12-16,-16-4 22 15,22-4-21-15,-12 4 16 16,12 4-12-16,-6-4 4 15,-1 1 0-15,-8 3-1 16,15-5 3-16,0-3-10 16,0 4 3-16,0 4-30 0,0-4 15 15,0 0-15-15,0 9-45 16,0-13-75-16,0 0-243 16</inkml:trace>
  <inkml:trace contextRef="#ctx0" brushRef="#br0" timeOffset="60499.32">5051 11762 61 0,'0'0'51'0,"0"0"-5"0,0 0 11 0,0 0-9 0,0 0-17 16,0 0 19-16,0 0-21 15,0 0 8-15,0 0-5 16,0 0-4-16,0 0 7 15,0 0-23-15,0 0 13 0,0 0-6 16,0 0 14 0,0 0-14-16,0 0 16 0,0 0-26 15,0 0 11-15,0 0-3 16,0 0-15-16,0 0 14 16,0 0-15-16,0 0 22 15,0 0-22-15,0 0 12 16,0 0-10-16,0 0 12 15,0 0-6-15,0 0-6 16,0 0-3-16,0 0 2 16,0 0-8-16,0 0 10 15,0 0-10-15,0 0-2 16,0 0 8-16,0 0-14 16,0 0 4-16,0 0-3 15,6 0 6-15,10 0 7 0,-4 0-6 16,-6 0 2-16,7 0 5 15,-13 0-8-15,9 0 14 16,-3 0-8-16,-6 0 2 16,13 0 0-16,-7 0 5 15,16 0-5-15,-4 0 1 16,10 0-2-16,-9 0-3 16,15 0 1-16,-22 0 2 15,16 0 4-15,-9 0-3 16,-4 0 3-16,-2 0-4 15,-1 0 0-15,10 0 2 16,-10 0-10-16,10 0 16 0,-4 0-9 16,4 0 1-16,3 0-2 15,3 0-1-15,-10 0 3 16,4 0 4-16,-9 0 0 16,14 0-4-16,-2 0 0 15,-3 0 3-15,3 0 0 16,-4 0-6-16,4 0 5 15,3 9-2-15,6-6 2 16,-15 2-1-16,15-2-1 16,-6-3 0-16,-3 5-9 15,-4-5 9-15,4 0-1 16,-15 0 2-16,14 0 2 16,-8 0-3-16,2 0 0 0,-5 11 0 15,2-11 2-15,16 4-7 16,-3-4 16-16,6 0-15 15,-9 8 10-15,9-8-12 16,0 0 2-16,0 0 4 16,1 0 0-16,-4 5 0 15,3-5 3-15,-6 0-3 16,-4 0 0-16,11 0 6 16,-1 0-20-16,-6 0 24 15,3 0-12-15,-4 0 2 16,1 0 0-16,3 0 6 15,-3 0-6-15,6 0 5 16,-9 0 0-16,9 0-5 0,0 3 2 16,0-3-3-16,-3 5 6 15,4-2-2-15,5 6-3 16,0-1 0-16,1 0-1 16,-1 0 8-16,0 0 2 15,13-8-7-15,-7 7-2 16,10-2 3-16,-19-2-4 15,-3-3 1-15,13 0-12 16,-13 0 12-16,0 0 0 16,0 0-7-16,-9 0 14 15,9 0-13-15,0 0 18 16,0 0-14-16,-3 0 2 0,4 0 0 16,-8 0 1-1,8 0 1-15,5 0 5 0,-15 0-6 16,9-3 14-16,0-2-14 15,-9-2 3-15,9 7 4 16,-6 0-8-16,3 0 2 16,3 0 1-16,12 0 7 15,1 0-9-15,2 0-1 16,4 0 9-16,-6-8-18 16,12-5 15-16,-4-7-9 15,-2 9 6-15,-6-2-2 16,-7 9-1-16,-15 4 0 15,9 0-2-15,0-4 5 16,0-3-6-16,0 7 14 0,-3-8-15 16,3 3 6-16,0 2-4 15,-9-6 2-15,3 9 0 16,0 0 1-16,-3 0 1 16,9 0-1-16,0 0 5 15,0-4-4-15,-3 0 6 16,3 4-9-16,0-3 4 15,-6 3-3-15,-3-5 0 16,3-3 0-16,6 8-1 16,-3-3 6-16,-3 3-7 15,6-5 5-15,-15 5-6 16,9-8 6-16,-10 8-3 16,10 0 0-16,-6 0 0 0,-4 0 2 15,1 0-1-15,3-4 1 16,6 4 3-16,-16 0-5 15,13 0 9-15,9 0-10 16,-12 0 3 0,2 0-2-16,-8 0 0 0,3 0 0 15,2 0-3-15,-14 0 8 16,17 0-9-16,-14 0 10 16,2 0-8-16,-6 0 7 15,7 0-7-15,8 0 2 16,-14 0 0-16,20 0-1 15,-8 0 4-15,-7 0-7 16,4 0 13-16,-4 0-13 0,-5 0 11 16,14 0-11-16,-2 0 8 15,-7 0-5-15,22 0 2 16,-6 0 1-16,-3 0-2 16,-3-4 0-16,-10 4-5 15,10 0 15-15,-16 0-15 16,6 0 11-16,-12 0-9 15,22 0 7-15,-16 0-4 16,19 0 0-16,-25 0 0 16,16 0-3-16,-4 0 10 15,-12-4-7-15,13 1 4 16,8 3-8-16,-15-9 6 16,13 9-2-16,-3 0 0 15,-10 0 0-15,0 0 6 0,13 0-3 16,-4 0 4-16,4 0 1 15,-4 0-10-15,-2 0 7 16,-1 0-5-16,-6 0 0 16,10 0 2-16,-10 0-8 15,6 0 12-15,1 0-12 16,-13 0 12-16,21 0-10 16,-14 0 12-16,-7 0-14 15,0 0 12-15,12 0-5 16,-12 0-1-16,0 0 0 15,0 0-5-15,0 0 6 16,0 0-8-16,0 0 14 0,0 0-14 16,6 0 6-16,3 0-24 15,-2 0-31-15,-1-8-97 16,-6-16-359-16</inkml:trace>
  <inkml:trace contextRef="#ctx0" brushRef="#br0" timeOffset="62401.75">18105 5004 239 0,'0'0'116'0,"0"0"-107"0,0 0-9 0,0 0 0 0,0 0-4 16,0 0 4-16,0 0 16 15,-13 12 27-15,13-4 5 16,0-8 4-16,0 0 14 16,0 0-45-16,0 0-10 15,0 0-4-15,0 0-2 16,0 0 4-16,0 0 10 16,0 0 8-16,0 0 14 0,0 0 1 15,0 0-20 1,0 0-8-16,0 0-14 0,0 0 10 15,0 0 1-15,0 0-20 16,0 0 11-16,28-16-2 16,19-15 17-16,-1-5-10 15,13-5 6-15,16-10-10 16,-1-10 21-16,19-24-20 16,0 2 5-16,6 2-6 15,-12 5 7-15,9 12 3 16,-24 8 2-16,-10 12 4 15,-10 11-8-15,-11 5-4 0,-7 8 0 16,-9 1-7 0,-4 2 10-16,4-2-20 0,3 2-7 15,0 1-18-15,-3 0-6 16,3 4 0-16,-16 9 3 16,-12 3-23-16,0 0-13 15,0 0-33-15,0 0-92 16</inkml:trace>
  <inkml:trace contextRef="#ctx0" brushRef="#br0" timeOffset="63412.73">18415 4315 181 0,'0'0'151'0,"0"0"-107"0,0 0 4 0,0 0-40 0,0 0-2 16,0 0-3-16,6 0 5 15,-6 0 11-15,0 0 1 16,0 0 19-16,6 0 2 16,1 0-3-16,-1 8-17 15,15 0-6-15,-8 4-11 16,-7-4 5-16,6 0 3 15,4 4-8-15,-4 4 22 0,1 0-3 16,8 12 18 0,-2-3-27-16,3 3 10 0,-4-5-23 15,-2 1 2-15,15 1 0 16,-9-2-1-16,-4 1-1 16,10 4 3-16,-3 8-6 15,3 0 7-15,0-3-4 16,-10-1 5-16,4-12-8 15,-3 3 2-15,-7-2 0 16,4 7 0-16,2-8 2 16,4 0-6-16,-4 4 11 15,4-12-11-15,-3 4 12 16,2-3-15-16,-8-10 11 16,-1-3-8-16,-12 0-1 0,6 0 2 15,-6 0 2-15,0 0 2 16,0 0 12-16,0 4-8 15,0-4 28-15,0 5-9 16,0-5 19-16,0 0-37 16,0 0-2-16,0 0-4 15,0 0 1-15,0 0-6 16,0 0 11-16,0 0-4 16,0 0 2-16,0 3-8 15,7-3-16-15,2 0-29 16,-9 0-93-16,0 0-258 15</inkml:trace>
  <inkml:trace contextRef="#ctx0" brushRef="#br0" timeOffset="68425.23">12499 4138 149 0,'0'0'96'0,"0"0"-83"0,0 0-10 16,0 0 36-16,0 0-30 0,0 0 5 16,0 0 1-1,-40 4-5-15,40 0-5 0,-7-4 15 16,-2 0 29-16,-3 4-9 15,-1-4-20-15,1 5 6 16,-4-5 15-16,16 0-12 16,-6 3-11-16,0 2-12 15,-6-2-5-15,-4-3-2 16,10 0 1-16,-13 5 0 16,-9-2 1-16,16 5 22 15,-16 4-15-15,9 1 17 16,-9-5-12-16,10-5 8 0,2 1-4 15,16 1-16-15,-12-2 0 16,0 10 5-16,-16-1-6 16,0 4 5-16,3 4 3 15,-9-4-5-15,21-5 9 16,-8-2-7-16,2 2 2 16,19-3-14-16,0 5 6 15,0-1 0-15,-6-1-11 16,6 10 12-16,-9-6 2 15,-4 10 2-15,1-9-4 16,12 0 0-16,0 4 0 16,0-8 0-16,0 9-2 15,0-1 2-15,0 4-10 16,0-1 25-16,0 5-25 16,0-3 23-16,0 7-15 0,0-9 4 15,0-2-4-15,0 3-3 16,0-8-10-16,0 0 3 15,0 0 9-15,0 4 3 16,0 0 0-16,12 0 8 16,1 4-7-16,2-8 3 15,-2 1-4-15,-1-6 0 16,-12 1-9-16,15 4 18 16,-8-3-8-16,-7 7 4 15,6-4-1-15,-6-1-4 0,12 6 0 16,10-9-7-1,-10-1-2-15,10 2 4 0,-10-1 5 16,1-4 5-16,-1 0-5 16,4 0-4-16,-4-4-4 15,10 4 8-15,-10-4 0 16,7 3 0-16,-4-2 1 16,4-1 5-16,3 0-12 15,-4 0 9-15,1-4-13 16,3 0 2-16,6 0 7 15,-4 0-3-15,4 0 4 16,-9 0 0-16,3 0 1 16,-16 0 0-16,6-8 0 15,-6-8 5-15,16 8-3 16,-16-5 4-16,7 2 5 0,2-1-13 16,-15-1 2-16,0 5 0 15,13 5 1-15,-13-9-1 16,0-1 17-16,6-3-16 15,-6 1 6-15,6-1 2 16,-6 3-12-16,0 1 4 16,0 1 1-16,0 6-1 15,0-3-1-15,0 1-1 16,0-1 8-16,0-5-7 16,0 13 3-16,0-3 6 15,0-2 6-15,0 1 9 16,0 0-16-16,0 0-4 15,0 1 2-15,0-2-7 16,-12-3 0-16,-1 0 4 0,4-4-11 16,-10 9 14-1,13-2-9-15,0 2 10 0,-10 3-1 16,10-5-4-16,-6 1 2 16,-10-4-4-16,16 4 7 15,-13-5-9-15,19 3 10 16,-12-3-14-16,-4 5 7 15,-2 0-2-15,2 4 0 16,-2 0-6-16,5 0-18 16,-15 0 8-16,22 0 14 15,-6 0 4-15,-4 0 3 16,4 0 5-16,-1 0-10 16,-2 0 2-16,2 0-2 0,7 0 0 15,-6 0-8 1,-4 0 0-16,4 0 8 0,6 0-3 15,-10 0 8-15,4 0-5 16,6 0 3-16,-7 0-6 16,-2 4 4-16,9-4-5 15,-7 4 2-15,1-4 2 16,-4 4 0-16,16 4 0 16,0-5-9-16,-12 6 24 15,12-5-25-15,0-4 19 16,-6 8-12-16,6 1 3 15,0-1-4-15,0-1-4 0,0 5 8 16,0 5 2-16,0-6 0 16,0-2 0-16,0 2 4 15,-7-3-11-15,-8 4 6 16,9-4-2-16,6 0-2 16,-6-3-8-16,6-2 8 15,0 2-47-15,0-2-19 16,0 6-50-16,0-9 21 15,0 0-252-15</inkml:trace>
  <inkml:trace contextRef="#ctx0" brushRef="#br0" timeOffset="75204.23">25472 5165 111 0,'0'0'53'0,"0"0"-12"0,0 0-12 0,0 0-4 16,0 0 18-16,0 0 10 15,0 0-2-15,0 0 0 16,0 0-17-16,0 0 11 16,0 0-15-16,0 0 8 15,0 0-6-15,0 0-11 16,0 0 0-16,0 0-5 16,0 0 4-16,0-8-18 15,-6 8 20-15,6-8-8 16,0 0 10-16,-6-8-24 15,6 4 1-15,0-8-1 16,0 8-1-16,0-9 1 0,0-2 0 16,0-1-1-1,0-4 8-15,0 0-14 0,24-8 16 16,-2 0-18-16,19 3 11 16,-17-8-2-16,4 5 3 15,6-3-3-15,-3 3-5 16,-3 0-1-16,-6 3 5 15,-3 10 2-15,-7-1-2 16,3 4 5-16,-2-5-8 16,-1 1 4-16,10-4-1 15,-10 4 0-15,10 0 1 16,-16 3-2-16,-6 2 6 16,0-1-4-16,0 4 8 15,0-1-9-15,0 6 1 16,0-6 0-16,0 1 0 0,0 5-6 15,-15 2 3-15,2-2-19 16,1 11 13-16,-10-5 10 16,10 5-1-16,6 0 13 15,-16 0 4-15,16 0-16 16,0 0 0-16,-13 0-1 16,10 0 0-16,-4 0-2 15,1 0 10-15,-4 8-16 16,10 9 6-16,0 7 2 15,6-1-6-15,0 2 5 16,0 7-3-16,0-4 4 16,0 5-4-16,0-2 9 0,0-3-10 15,0 0 11-15,0 4-12 16,0-4 6-16,12 5-2 16,10-2-12-16,6 2 0 15,-16-1-19-15,1-8 7 16,-7-8 23-16,-6 0 3 15,15-8-8-15,-2 4 16 16,-1 4-10-16,4 1 4 16,-4 6-4-16,-6 1-3 15,16 1-11-15,-10 3 10 16,7-4-17-16,3-1 22 16,-10 2-12-16,10-6 12 0,-16 6-7 15,0 3 6-15,0-12 0 16,-6 0-3-16,0-8 3 15,0-1 2-15,0 10 2 16,0-9 1-16,0 12 14 16,0 1-14-16,0-10 1 15,0 9-1-15,-6-7-3 16,-15-6 1-16,8-3-1 16,-15-4 13-16,-3 0-2 15,-3 12 27-15,-6-12-37 16,-7 0 15-16,7 0 8 15,-6 0 11-15,5 0-13 16,7 0 5-16,0 0-3 16,9 0-17-16,3 0-7 15,4-4-1-15,-10-15-3 16,3-2-6-16,-9 9 10 0,0-8 1 16,6 8 8-16,3 3-9 15,19-2 0-15,-9 3-6 16,15 0 5-16,0-12-31 15,0-8-23-15,0 8-42 16,0-1-41-16,0 6-40 16,0 7-132-16</inkml:trace>
  <inkml:trace contextRef="#ctx0" brushRef="#br0" timeOffset="129791.5">9181 1684 136 0,'0'0'96'0,"0"0"7"0,0 0-35 0,0 0-48 16,0 0-2-16,0 0-4 15,0 0 16-15,0 0 0 16,-12 0 0-16,12 0-2 16,0 0-19-16,0 0 7 15,0 0-12-15,0 0 7 16,-6 0 3-16,6 0 16 15,0 0 3-15,0 0-7 16,0 0 2-16,0 0-12 0,-7 0 5 16,7 0-17-1,0 0 18-15,0 0-16 0,0 0-3 16,0 0-1-16,0 0 8 16,0 0 7-16,0 0-4 15,0 0 7-15,0 0-3 16,0 0 1-16,0-12-17 15,0-8-1-15,0-4-20 16,0-1 20-16,0-2 7 16,0-10 10-16,0-7-5 15,0 5-5-15,0-5-6 16,0-5 5-16,0 1 1 16,13-4-5-16,8-9-4 0,-8 5 8 15,-1 4-9 1,16 4 4-16,-15 12-1 0,-13 12 7 15,0 12-4-15,0-4 13 16,0-4-11-16,0-12-10 16,6-4 2-16,9 3 2 15,-9 2-8-15,1 3 8 16,-7 12 1-16,0 3 1 16,0 13-1-16,0 0-8 15,0 0-23-15,0 0-49 0,0 0-57 16,6 8-127-1</inkml:trace>
  <inkml:trace contextRef="#ctx0" brushRef="#br0" timeOffset="133404">9057 953 160 0,'0'0'0'0,"0"0"-16"16,0 0 16-16,0 0 39 16,0 0 25-16,0 0 33 15,65-103-30-15,-65 90 9 16,13-7-33-16,15 4 0 15,-16-7-33-15,16-6-3 16,-16 6 0-16,10-5-2 16,-3 3-3-16,-13 5 3 15,9 4-4-15,-9 5-1 16,1 6 0-16,-1-3 2 16,6 4-2-16,-12 4-2 15,16 0-4-15,-16 0-8 0,0 0 0 16,0 0 9-1,0 0 5-15,0 0 20 0,0 0-12 16,0 12 0 0,0 12-5-16,12 8-2 0,1 0 4 15,-4-4-8-15,-3 5 3 16,-6-5-2-16,0-9 1 16,19 1-3-16,-7-4 1 15,-12-3-15-15,9 2-3 16,-9-10-6-16,0-5 12 15,0 0 11-15,0 0 4 16,0 0 1-16,0 0 4 0,13 0 8 16,-13 0-13-16,0 0 12 15,0 0-11-15,0 0 11 16,0 4 2-16,0 0-12 16,0 0-2-16,0-4-2 15,0 4 1-15,-13 0 2 16,-2 4 2-16,2-5-2 15,-5 2 17-15,-16-5-13 16,6 0 5-16,-6 0-5 16,9 0-4-16,-3 0-1 15,16 0 0-15,-10-8 1 16,3-4 0-16,-15 0-2 16,22 8 2-16,-4-1-5 0,10 2 3 15,6-5-83-15,-6 4-239 16</inkml:trace>
  <inkml:trace contextRef="#ctx0" brushRef="#br0" timeOffset="144660.16">21072 742 60 0,'0'0'78'0,"0"0"-52"0,0 0-8 0,0 0-11 16,0 0-1-16,0 0 4 15,0 0 15-15,0 0 13 16,10-13 4-16,-10 10-17 15,0 3 12-15,0 0-5 16,0 0-16-16,0 0 2 16,0 0-5-16,0 0 24 0,0 0-17 15,0 0-4-15,0 0-8 16,0 0 1-16,0 0 8 16,0 0 2-16,0 0-7 15,0 0-8-15,0 0 5 16,0 0-7-16,0 0-4 15,0 0 3-15,0 8-1 16,0 15 7-16,0 6-5 0,0 7 4 16,0-5-5-1,0 2 13-15,0 3-4 0,0 0 8 16,-10 4-12 0,10-4-4-16,-12 0 1 0,12 0-3 15,-6 1 0 1,-1-6 2-16,1-3-6 0,0-3 12 15,-3-9-14-15,3 4 12 16,6 0-12-16,-7-4 1 16,1 8-23-16,6-1 1 15,-6-2-6-15,0 3 17 16,-10 8 3-16,-2 1 7 16,-10-10-16-16,15 1 19 15,-8-15-40-15,14-9-106 16,7 0-81-16</inkml:trace>
  <inkml:trace contextRef="#ctx0" brushRef="#br0" timeOffset="145526.49">20747 1399 17 0,'0'0'13'0,"0"0"-13"0,0 0 72 0,0 0-5 0,0 0-10 15,0 0-3-15,24-12-19 16,-14 8-18-16,2 4-5 16,-6 0-9-16,16 0 1 15,-3 0-2-15,-7 0 4 16,4 0-1-16,-10 0-2 15,-6 0 0-15,12 0-1 0,-12 0-1 16,6 0 2-16,-6 0-6 16,0 0 6-16,0 0-11 15,0 0 1-15,0 0-16 16,0 0-30 0,0 0 17-16,0 0 21 0,0 0-4 15,0 0-42-15</inkml:trace>
  <inkml:trace contextRef="#ctx0" brushRef="#br0" timeOffset="145609.16">20747 1399 192 0</inkml:trace>
  <inkml:trace contextRef="#ctx0" brushRef="#br0" timeOffset="146010.9">20747 1399 192 0,'99'-32'137'16,"-105"44"-118"-16,6 8 11 15,0 1 5-15,0 10-26 0,0-11 11 16,0 4 8-16,0 1 3 16,0-6-16-16,0 1-10 15,0-7-5-15,0-6 0 16,0-2-2-16,0-5 2 16,0 0-11-16,0 0-9 15,0 0 1-15,0 0 4 16,0 0 5-16,6-5-2 15,0-7 12-15,16-4 12 0,-4 13-12 16,-2-6 12-16,2 6-12 16,-11-2 11-16,8-3-11 15,-2 8 3-15,-1 0-3 16,-12 0-14-16,0 0-11 16,0 0 7-16,0 0 18 15,0 0 2-15,0 0 15 16,6 0-17-16,-6 0-21 15,0-3 4-15,0-5 15 16,0-1-3-16,0 1-15 16,0 0 11-16,16 0-20 15,-10-8 1-15,0 16-47 0,-6 0 26 16,6-7 34-16,7 7 7 16,-4-8-123-1</inkml:trace>
  <inkml:trace contextRef="#ctx0" brushRef="#br0" timeOffset="146378.23">20920 1463 144 0,'0'0'0'0,"0"0"-81"0,0 0 38 0</inkml:trace>
  <inkml:trace contextRef="#ctx0" brushRef="#br0" timeOffset="146449.69">20920 1463 224 0,'47'0'83'16,"-47"0"-83"-16,0 0-12 0,0-12-121 16</inkml:trace>
  <inkml:trace contextRef="#ctx0" brushRef="#br0" timeOffset="159364.57">5333 2049 53 0,'0'0'42'0,"0"0"-26"0,0 0 25 0,0 0 13 0,0 0-34 15,0 0-20-15,0 0-14 16,0 0 14-16,133 113 3 15,-133-113 46-15,0 0 2 16,0-21 8-16,0 1 4 16,-6-12-1-16,-22 0-13 15,0-9-47-15,4-3 6 16,2 13-4-16,10-5-4 0,-1 8 0 16,-2 0 3-1,15 3 12-15,-13 9-12 0,13-8 18 16,0 4-12-16,0-11-9 15,0-30-11-15,0 9-20 16,28 8-9-16,-15 11 11 16,-13 21 11-16,0 4 5 15,6 8 13-15,-6 0-1 16,0 0-21-16,6 0-2 16,3 25 24-16,-9 11 9 15,13 16 1-15,-13 12-9 16,0 5-1-16,0-5 10 15,0-12-9-15,0-1 7 0,0-2 4 16,0-5-4-16,-13-13-4 16,4-6-8-16,9-9-14 15,0-4-49-15,0-8-94 16,0 5-73-16</inkml:trace>
  <inkml:trace contextRef="#ctx0" brushRef="#br0" timeOffset="159781.26">5045 2242 234 0,'0'0'95'0,"0"0"-95"0,0 0-14 0,0 0 14 0,0 0 62 0,0 0-1 16,254-41-23-1,-173 5-11-15,-7 8-23 0,-15 0-3 16,-6 4-2-16,-7 8-18 16,1-4-39-16,-13 3-25 15,-6-2 1-15,-10 7-45 16</inkml:trace>
  <inkml:trace contextRef="#ctx0" brushRef="#br0" timeOffset="160231.06">4877 1620 432 0,'0'0'4'0,"0"0"25"0,0 0 18 0,0 0 0 16,335-225-23-16,-248 176 11 15,-6-6-27-15,-1 19-7 16,-15 11-1-16,-9 2-18 16,-19 10-35-16,-2 13-77 15,-14 0-70-15</inkml:trace>
  <inkml:trace contextRef="#ctx0" brushRef="#br0" timeOffset="161062.81">5953 1439 173 0,'0'0'86'0,"0"0"-79"0,0 0 44 0,0 0-14 15,0 0-2-15,34 220-32 16,1-163 1-16,-1-4-3 16,-16-22-1-16,-5 2 5 15,-4-2 6-15,-3-2-11 16,0-14 6-16,-6 1-6 0,0-8 1 15,0-8 3-15,0 0-2 16,0 0 36-16,0 0 10 16,0 0-41-16,0-11-2 15,-21-17-2-15,-10-9-1 16,-3-11 1-16,12 0-3 16,-3-28-2-16,19-5-3 15,-10 6-8-15,16-5 12 16,0 19-1-16,0 5-3 15,0 4 3-15,0 11 2 16,0 5 2-16,0 5-1 16,0-2-2-16,0 1-1 15,0 9 1-15,0 3-23 16,22 12 4-16,3-1-7 0,9 1-4 16,0 4-11-16,0 4-28 15,-3 0 16-15,-3 0 6 16,-6 16-61-16,-16 17 33 15,-6-6 76-15</inkml:trace>
  <inkml:trace contextRef="#ctx0" brushRef="#br0" timeOffset="161098.37">5953 1439 126 0</inkml:trace>
  <inkml:trace contextRef="#ctx0" brushRef="#br0" timeOffset="161147.49">5953 1439 126 0,'0'-12'110'0,"-59"48"-74"0,13-4-36 0</inkml:trace>
  <inkml:trace contextRef="#ctx0" brushRef="#br0" timeOffset="163177.88">6087 1070 214 0,'0'0'101'0,"0"0"-78"0,0 0 6 0,0 0-22 16,0-7 9-16,0-1-16 15,0 3 3-15,0 5 13 16,0 0 0-16,0 0 22 16,0 0 3-16,0-4-20 15,9 0-21-15,16-8 2 16,15 1 3-16,-6 11-1 16,-9 0-8-16,3 0-9 15,-6 0-2-15,2 0-7 16,-2 15 17-16,3 9 0 15,-3 4 5-15,-4-4 13 16,-12 1-13-16,-6-5 5 16,0 4 1-16,0 4 5 0,-46 0 3 15,-19 8 28-15,-10 16 6 16,-11 12-10-16,11 0 26 16,4-12-12-16,31-16-29 15,18-27-22-15,22-1-1 16,0-8-58-16,0 0-90 15,0-25-178-15</inkml:trace>
  <inkml:trace contextRef="#ctx0" brushRef="#br0" timeOffset="167276.26">11556 2735 280 0,'0'0'55'0,"0"0"-55"0,0 0 14 0,0 0 17 0,0 0-6 0,0 0 28 16,0 0-21-16,0 3-6 16,0-3-3-16,0 0 3 15,0 0-8-15,0 0 3 16,0 0-8-16,0 0-5 16,0 0-1-16,0 0-1 15,0 0 15-15,0 0-3 16,0 0 20-16,0 0-6 15,0 0-4-15,0 0-27 16,0 0 0-16,-6 0-1 16,6 0 0-16,-9 0-1 0,-4 5-8 15,1-2 4 1,-10 6 10-16,-3-1-11 0,4 0 13 16,2 3-10-16,-9 6 3 15,-12-1 0-15,15 4 2 16,3 0-1-16,4-4-1 15,2 0 6-15,-9 4-12 16,4-4 3-16,2 4 3 16,-3-4 0-16,4 0-7 15,12 1 7-15,-16-2-4 16,10 6 0-16,-16-1 8 16,3-1-8-16,-3 1 9 15,9 5-3-15,-2-1-2 16,2-1-3-16,4 2 2 0,-4-6-8 15,19 6-12-15,-6-1 5 16,0-4-6-16,-4 8 22 16,-2-8-2-16,-1 9 1 15,7-1-3-15,-9 0 8 16,8-1-8-16,1 6 3 16,-12 3 0-16,8 4-34 15,4-13 23-15,-6 6 9 16,12-5 4-16,0-12-3 15,0 4-5-15,0-8-9 16,0 4 12-16,0 0 4 16,0 4 0-16,0 4 4 15,0 1-7-15,0 3 6 0,0-5 4 16,0-2-7 0,0-6-2-16,12 6-1 0,16 2 1 15,-16 2-3 1,10 3 7-16,-9 8-4 0,-13-4 4 15,6-4-4-15,-6 0 4 16,12-8-4-16,4 1-2 16,2-6 0-16,10-2-14 15,-9-2-18-15,9 5 8 16,0 1-1-16,-10 2 27 16,1 1-3-16,3 1 5 15,-10-6 0-15,16 6 16 0,-10-9-12 16,4-1 1-1,-3 2-2-15,-13-9-3 0,22 4 0 16,0-5-20-16,12-3 20 16,-15 5 2-16,3-5 8 15,-3 4-9-15,-4-4-1 16,-8 4-1-16,2-4-11 16,-9 0 0-16,7 0-38 15,-13 0-86-15</inkml:trace>
  <inkml:trace contextRef="#ctx0" brushRef="#br0" timeOffset="168293.66">11048 4451 160 0,'0'0'76'0,"0"0"-55"0,0 0 61 0,0 0-17 15,0 0-30-15,0 0-9 16,0 0-10-16,99 0 0 16,-71-12-11-16,-10-4 10 15,4 0 5-15,-3-9-3 16,-13 10-17-16,16-1 3 15,-16 3 4-15,-6 6-1 0,0-1-3 16,0 0 3-16,0 8 8 16,0 0 17-16,0 0 27 15,0 0-36-15,0 0 15 16,0 0-23-16,0 0-14 16,0 0-1-16,12 8 1 15,4 7-1-15,2 2 14 16,4 3-15-16,-3 4 2 15,2-5 0-15,-8 2-2 16,5-9 2-16,-11-4-5 16,8-8-15-16,-9 0-1 15,1 0-20-15,-1 0 27 16,-6 0 14-16,0 0 1 16,0 0 21-16,0 0-3 0,6 0 8 15,-6 0-16-15,0-16-11 16,0-4 0-16,9-8-13 15,4 0 18-15,-7 4-9 16,-6 4 8-16,0 7-2 16,0 5 9-16,0 8-2 15,0 0-9-15,0 0-12 16,0 0 11-16,0 0 2 16,0 0 3-16,0 0-4 15,0 0-39-15,0-11-91 16,0-1-167-16</inkml:trace>
  <inkml:trace contextRef="#ctx0" brushRef="#br0" timeOffset="169159.22">11234 2975 201 0,'0'0'64'0,"0"0"-12"0,0 0 17 0,0 0-45 0,0 0-17 15,0 0 15-15,0-27 37 16,0 27 9-16,0 0-9 16,0 0 27-16,0 0-42 15,0 0-18-15,0 0-18 16,0 0 1-16,0 0-8 0,0 0 14 15,6 11 13 1,44 17-28-16,-19-8 32 0,9 12-22 16,6-7 3-16,-5-5-9 15,-7-4 2-15,-12-13-6 16,-16 2-17-16,0-5-19 16,-6 0-27-16,0 0-45 15,-6-21-88-15</inkml:trace>
  <inkml:trace contextRef="#ctx0" brushRef="#br0" timeOffset="169401.84">11234 2975 45 0</inkml:trace>
  <inkml:trace contextRef="#ctx0" brushRef="#br0" timeOffset="169472.68">11234 2975 45 0,'127'-160'159'0,"-127"220"-48"0,0 4-15 15,0-11 103-15,-13-2-145 0,1-19-28 16,12-7-22-16,0-2-4 16,0-10-5-16,0-10-128 15,0-3-167-15</inkml:trace>
  <inkml:trace contextRef="#ctx0" brushRef="#br0" timeOffset="170606.42">11147 2899 14 0,'0'0'102'0,"0"0"-3"0,0 0-7 16,0 0-29-16,0 0 6 0,81-17-20 16,-47-2 0-16,12-5-3 15,7 0-22-15,0 0-10 16,-4-1-9-16,-18 10 5 15,-3 7-4-15,-22 0-12 16,7 3 15-16,-13 5-4 16,0 0 5-16,0 0 36 15,0 0-13-15,0 5-31 16,0 23 0-16,0 4 20 16,0 8 21-16,0-8-32 15,0-4 13-15,0-8-23 16,0 4 3-16,0-7-8 0,0-2 14 15,0-11-15-15,0-4 6 16,0 0-2-16,21 0-57 16,-2 0-3-16,3 0-71 15,-16-16-7-15</inkml:trace>
  <inkml:trace contextRef="#ctx0" brushRef="#br0" timeOffset="176286.54">4617 13775 386 0,'0'0'29'0,"0"0"7"0,0 0 21 0,0 0-18 16,0 0-28-16,0 0 30 15,0 0-6-15,-12-20 19 16,12 20 16-16,-7 0-17 16,-2 0-4-16,-10 0-15 15,-9 0-28-15,-3 17-1 16,-9 7-10-16,0 12 12 16,-16 0-14-16,19 17 11 0,-3 10-5 15,-7 10 2-15,13 15 0 16,12 0-1-16,16-1 4 15,6-2-9-15,0-13-2 16,12-8 0-16,50-8-22 16,19-12 21-16,-10-8-9 15,4-6 7-15,-7-15-1 16,3-11-21-16,-21-4 27 16,-4 0-21-16,-15-16 18 15,-9-12-10-15,-16-4 18 0,-6-16 3 16,0 4-3-1,0 3-1-15,0 5 1 0,-6 13-9 16,-34 10 23-16,-19 9-10 16,-3 4-3-16,3 0 29 15,-9 36-18-15,-7 20-14 16,4 5 4-16,15-5 11 16,25-16-4-16,16-8-9 15,15-8-28-15,0-4-103 16,0-12-73-16</inkml:trace>
  <inkml:trace contextRef="#ctx0" brushRef="#br0" timeOffset="176949.84">3426 15183 263 0,'0'0'163'0,"0"0"-154"0,0 0 52 0,0 0 15 0,0 0-10 16,444 0-21-16,-292-11-3 16,9-17-34-16,6-5 26 15,-15 5-13-15,-9 0 2 16,-16 12-20-16,-22 0-3 15,-24 8-13-15,-13 0-58 0,-27 4-42 16,-29 4-87-16</inkml:trace>
  <inkml:trace contextRef="#ctx0" brushRef="#br0" timeOffset="177883.2">4155 15388 61 0,'0'0'46'0,"0"0"-40"0,0 0 125 0,0 0-36 16,0 0-37-16,0 0-10 15,28-8-1-15,-28 8-34 16,0 0 7-16,0 0-18 16,0 0 2-16,0 0-4 15,0 0 0-15,0 0 10 16,0 0 13-16,0 0 3 16,0 8 2-16,0 16 32 15,0 8-24-15,0 8-5 16,0 8-23-16,0 0 4 15,0 25-5-15,-19-6-4 0,-15 2 2 16,0-5-1-16,0-8 2 16,0-4 2-16,21-16 13 15,7-11-19-15,6-9-2 16,0-13-15-16,0 2 6 16,6-5 4-16,41 0-33 15,15 0 27-15,-3 0 9 16,0 0-1-16,-3 0-13 15,-4-8 5-15,-11-5-39 16,-7 13 14-16,-3-8-3 16,-10 1-18-16,-2-1-20 15,-13 3 4-15,3 2 9 16,-2-5 8-16,-1-1 16 0,0-7-55 16</inkml:trace>
  <inkml:trace contextRef="#ctx0" brushRef="#br0" timeOffset="178165.31">4443 15704 264 0,'0'0'172'0,"0"0"-136"0,-12 205 92 0,12-112-2 15,-6 7-29-15,6-8-40 16,0-16-12-16,0-16-43 16,0-8-2-16,0-16-5 15,0-8-49-15,12-12-36 16,7-16-178-16</inkml:trace>
  <inkml:trace contextRef="#ctx0" brushRef="#br0" timeOffset="179131.69">5687 15019 258 0,'0'0'134'0,"0"0"-48"0,0 0-14 0,0 0-25 16,0 0-1-16,0 0 2 15,0 0-3-15,145 7-26 16,-83-2 6-16,-15-5-24 16,12 0 3-16,-3 0-4 15,-16 0-31-15,-9 0-40 16,-9 0-42-16,-10 0-68 16,-12-5-186-16</inkml:trace>
  <inkml:trace contextRef="#ctx0" brushRef="#br0" timeOffset="180030.63">5739 14838 119 0,'0'0'90'0,"0"0"-66"0,0 0 47 0,0 0-37 0,0 0-34 15,0 0 2-15,0 0 3 16,0 0 33-16,0 0 16 15,-6 0 13-15,6 0-29 16,0 0-8-16,0 0-22 16,0 0 8-16,0 0-7 15,0 0 8-15,0 0-1 16,0 0-7-16,0 0 18 16,0 0-5-16,0 0 8 15,0 0-21-15,0 0 9 16,0 0-13-16,0 0-4 0,0 0-1 15,0-4-5-15,0 4 1 16,0 0 5 0,0 0-1-16,0 0 0 0,0 0 18 15,0 0-10-15,0-4-8 16,0 0-8-16,0-7-24 16,0 6-11-16,0-3-40 15,0 0-34-15,0 8-138 16</inkml:trace>
  <inkml:trace contextRef="#ctx0" brushRef="#br0" timeOffset="180982.95">5860 14774 306 0,'0'0'20'0,"0"0"8"0,0 0 18 0,0 0 25 0,0 0 6 15,0 0 31-15,47 0-22 16,-25 0-54-16,2 0 4 15,10 0-36-15,-6-8 20 16,25-7-20-16,6 2-13 16,-3-3-114-16,-4 4-41 15,-5 9-234-15</inkml:trace>
  <inkml:trace contextRef="#ctx0" brushRef="#br0" timeOffset="182962.81">7752 14859 36 0,'0'0'458'0,"0"0"-353"0,0 0 10 16,0 0-7-16,0 0-44 0,0 0-55 15,0 0-4-15,-13-141-1 16,19 53-4-16,35-12 2 16,5-13 8-16,-5 21-9 15,-23 7-1-15,-2 34 2 16,2 15-2-16,-18 20 0 16,7 16 0-16,-7 0-11 15,0 11 11-15,0 34 9 16,-41 15-9-16,-30 12-9 0,3-3-51 15,9-10-24-15,3-18-75 16,25-13-3-16,15-9-74 16</inkml:trace>
  <inkml:trace contextRef="#ctx0" brushRef="#br0" timeOffset="183565.92">8716 14029 398 0,'0'0'85'0,"0"0"-59"0,0 0 49 0,0 0-12 0,0 0-36 0,0 0 22 16,-155 3-5-16,127 9-17 16,9 1 30-16,7-5-8 15,-3 0 1-15,15 15-46 16,0 5-4-16,0 5-19 16,6 3 10-16,50-4-2 15,15 4 1-15,3 0 6 16,1-4 4-16,-1 8-1 15,-9-4 5-15,-12 0-8 16,-19 0 2-16,-12-8 0 16,-22 0-11-16,0 0 13 15,0 16 20-15,-56 1 9 16,-25 3 5-16,-18 0-33 16,0-4 9-16,-3-4-8 15,9-3-4-15,27-14-3 16,20-10-5-16,18-13-18 0,9 0 2 15,4-5-33-15,15-47-121 16,0-20-103-16</inkml:trace>
  <inkml:trace contextRef="#ctx0" brushRef="#br0" timeOffset="183745.26">8666 14080 805 0,'0'0'0'0,"0"0"-5"16,0 0-21-16,0 0 26 15,341 13-31-15,-226-33-132 16,-22-5-178-16</inkml:trace>
  <inkml:trace contextRef="#ctx0" brushRef="#br0" timeOffset="184413.62">6856 15352 180 0,'0'0'335'0,"0"0"-306"0,0 0 29 0,0 0-10 15,0 0 2-15,0 0-34 16,-25-33 27-16,105 25-19 16,54-7 62-16,39-1-11 15,35-4-8-15,-3 7-51 16,-16 2-7-16,3-1-9 16,-37 12-5-16,-15 0-23 15,-13 0-51-15,-28 0-51 16,-18 0-81-16,-35 23-102 15</inkml:trace>
  <inkml:trace contextRef="#ctx0" brushRef="#br0" timeOffset="185242.67">7451 16382 43 0,'0'0'202'0,"0"0"-194"0,0 0-5 0,0 0 3 0,0 0-5 0,0 0 19 15,0 44 36-15,0-44 3 16,0 8-2-16,-6-3-3 15,6-5-12-15,-6 4-28 16,6-1-3-16,0-3-9 16,0 0 13-16,0 5-11 15,0-5 28-15,0 0 17 16,0 0 19-16,0 0-36 16,0 0-27-16,12-17 1 15,50-19 11-15,25-19 35 16,12-14-26-16,16-15 8 15,-4 4-24-15,-2-5 0 0,-29 21-10 16,-14 12 0-16,-20 12-3 16,-24 16-51-16,-10 8-6 15,-12 7-73-15,0 9-19 16,0 0-18-16</inkml:trace>
  <inkml:trace contextRef="#ctx0" brushRef="#br0" timeOffset="185609.44">7439 15693 50 0,'0'0'453'0,"0"0"-384"0,0 0 30 0,279 268 14 15,-183-183-41-15,-9-9-16 16,6-12-42-16,-22-7-14 16,3-6-17-16,-12-2-58 15,-21-13-38-15,-23-12-109 16</inkml:trace>
  <inkml:trace contextRef="#ctx0" brushRef="#br0" timeOffset="196134.66">28653 1684 225 0,'0'0'39'0,"0"0"-39"0,0 0-2 0,0 0-5 0,0 0-5 15,0 0-23-15,0 0 35 0,0 0 0 16,7 0 50 0,-7 0 19-16,0 0-25 0,0 0-13 15,0 0-27-15,0 0 20 16,0 0 4-16,0 0 8 15,0 0-16-15,0 0 4 16,0 0-24-16,0 0 4 16,0 0 4-16,0 0-6 15,0 0 0-15,0 0 5 16,0 0-5-16,0 0 0 16,0 0-2-16,0 0 4 15,0 0-4-15,0 0 0 16,0 0-7-16,0 8 6 15,0-5 1-15,0 2 0 16,0-2 2-16,0 2 15 0,0-5-10 16,0 4 24-1,0-4-20-15,0 0 14 0,0 0 13 16,0 0-1-16,0 0 12 16,0 0-12-16,0 0 16 15,0-4-43-15,6-45-4 16,22-18 4-16,0-13 24 15,-4-9-12-15,4-3-19 16,0 7-3-16,-3 10-17 16,-3 10 6-16,-10 25-1 0,-6 16 12 15,1 16-8 1,-7 8 4-16,6 0-26 0,-6 0-9 16,0-4-118-1,0 0-40-15</inkml:trace>
  <inkml:trace contextRef="#ctx0" brushRef="#br0" timeOffset="203394.59">28681 1002 78 0,'0'0'83'0,"0"0"8"0,0 0-11 0,0 0-26 0,0 0-17 15,0 0 9-15,0 0 4 16,13 0-6-16,-1 0-27 15,4-8 22-15,2 0-13 16,4 0 5-16,-10 0 5 16,1-4-7-16,21 0-8 15,-6-4-6-15,3-12 5 0,3 7-18 16,6-2 0 0,-6 7 2-16,-15 3-3 0,-4 13-1 15,-15-3 0-15,0 3-8 16,0 0 8-16,0 0-9 15,7 0 12-15,-7 0-6 16,0 0 6-16,12 8 2 16,-6 3 23-16,0 17 7 15,-6-15-18-15,16 3-17 16,-10 4-6-16,-6-12-49 16,6-4-50-16,0-4-78 15,-6 0-155-15</inkml:trace>
  <inkml:trace contextRef="#ctx0" brushRef="#br0" timeOffset="204344.63">28781 1094 258 0,'0'0'50'0,"0"0"-42"0,0 0 5 0,0 0 21 16,0 0-31-16,0 0 9 15,139 12-11-15,-111-12-1 16,-9 0-5-16,-4 0 5 16,-9 0 10-16,-6 0 3 15,0-4 20-15,0-12-15 16,6 4 9-16,22 1-25 15,-9-2 0-15,-7 5-2 16,16-4 8-16,-6 4 7 16,3-4-13-16,9-8-2 15,0 0-3-15,-9 3-1 16,-10 6-6-16,-2 7 10 16,-7 4-19-16,-6 0 1 0,0 0 18 15,0 0 31-15,0 12 15 16,0 4-19-16,0-4 2 15,0 4-18-15,0-8 7 16,0 4-11-16,0-4 7 16,0-8-7-16,0 0-4 15,0 0 14-15,0 0-17 16,0 0 0-16,0 0-10 16,0-3-20-16,0-2 13 15,0 1 10-15,0 4-13 0,0 0 6 16,-19 0 14-16,10 0 9 15,-3 4 0-15,-7 12-6 16,4 0 18 0,-4 1-18-16,6-6 2 0,13-2 1 15,-9-6-12-15,9-3 6 16,0 0-14-16,0 0 7 16,-6-12-7-16,-6-7 14 15,-1-2 1-15,-2 9 8 16,-4 9-9-16,-3 3-4 15,16 0 4-15,0 0-10 16,-13 0 1-16,4 7-43 16,2 13-61-16,7-3-54 0</inkml:trace>
  <inkml:trace contextRef="#ctx0" brushRef="#br0" timeOffset="-210666.44">21835 713 35 0,'0'0'15'0,"0"0"-15"0,0 0 0 0,0 0 10 16,0 0 27-16,0 0 51 15,0 0-16-15,0 0-7 16,0-20-34-16,0 17-6 15,0-2-12-15,0 5 3 16,0 0 1-16,0 0 9 16,0 0 7-16,0 0-21 15,0 0 10-15,0 0-15 0,0 0 25 16,0 0-17-16,0 0 5 16,0 0-7-16,0 0-1 15,0 0 11-15,0 0-5 16,0 0 0-16,0 0-7 15,0 0 17-15,0 0-26 16,0 0-2-16,0 0-10 16,0 8-3-16,0 20 13 15,0 16 4-15,0 17 0 16,0-1-1-16,0 20 4 16,-6 9-4-16,-22-1 5 15,3 4-4-15,-9-4 3 16,6-8-1-16,9-12-4 0,-8 0-1 15,14-7-1-15,1-17-12 16,12-12-92-16,0-8-40 16,0-24-188-16</inkml:trace>
  <inkml:trace contextRef="#ctx0" brushRef="#br0" timeOffset="-209399.59">21562 1471 69 0,'0'0'112'0,"0"0"-41"0,0 0-26 0,0 0-45 0,0 0 0 0,0 0 6 15,0-36 0-15,0 36 25 16,0 0 7-16,0 0 30 16,0 0-36-16,0 0 11 15,0 0-2-15,0 0-24 16,0 0-12-16,0 13-4 15,0 2 27-15,6 9-19 16,7-8 1-16,2 9-8 0,-2-2 3 16,-7 2-4-16,6 7 7 15,-12 4-7-15,10-4-1 16,-10-8 0-16,6-16-22 16,-6-4-27-16,0-4-7 15,0 0 26-15,6 0 6 16,-6 0 24-16,0 0 16 15,0 0 1-15,0 0-17 16,0-4-16-16,0-9 8 16,0 6 16-16,0-5-5 15,0-12 0-15,0 8 7 0,0-4-9 16,0 4 5-16,0 11 11 16,0 2-11-16,0-5-6 15,0-4-19-15,6 4-6 16,-6 0 3-16,0 8 15 15,0 0-49-15,0 0 56 16,0 0 22-16,0 0 24 16,0 0-7-16,0 0-13 15,6-13-26-15,1-10 4 16,20-10 9-16,-8 2-3 16,9 6 21-16,-22 1-24 15,0 8 20-15,-6 4-7 0,0 0-7 16,10 8-11-1,-10 0 2-15,0 4-8 0,0 0-17 16,0 0-2 0,0 0 23-16,0 0 7 0,0 0-5 15,0 8 12-15,0-8-12 16,0 0 10-16,0 0-12 16,0 0-12-16,0 0 11 15,0 0-23-15,0-8 24 16,0 0 1-16,0-4 21 15,0 4-22-15,0 8 5 16,0 0-5-16,0 0-8 0,0-8-38 16,0 0-199-16</inkml:trace>
  <inkml:trace contextRef="#ctx0" brushRef="#br0" timeOffset="-205452.28">30746 1965 402 0,'0'0'68'0,"0"0"-7"0,0 0 7 0,0 0 5 15,0 0-42-15,-114 236 3 16,107-192 4-16,-11 12-18 16,-10 9 1-16,0 7-7 15,3 0-14-15,3-12-17 16,16-16-82-16,0-28-120 0</inkml:trace>
  <inkml:trace contextRef="#ctx0" brushRef="#br0" timeOffset="-205085.5">29996 2510 464 0,'0'0'146'15,"0"0"-106"-15,0 0 103 16,0 0-64-16,0 0-45 16,381-21-31-16,-300 10 7 15,-7-1-20-15,-21-4-13 16,-13 8-14-16,-21 4-22 16,-10 0-32-16,-9 4-24 15,0-4-2-15,0-4-67 0</inkml:trace>
  <inkml:trace contextRef="#ctx0" brushRef="#br0" timeOffset="-204703.58">30185 1941 314 0,'0'0'109'16,"0"0"-90"-16,0 0 70 16,0 0-8-16,0 0-16 15,0 0-6-15,422-85-4 16,-311 45-48-16,17 8 8 16,-20 4-6-16,-15 5-8 15,-18 6-1-15,-29 4-38 16,-6 13-41-16,-21 0-68 0,-13 0-52 15</inkml:trace>
  <inkml:trace contextRef="#ctx0" brushRef="#br0" timeOffset="-204170.4">31301 1776 205 0,'0'0'135'0,"0"0"-99"0,0 0 11 0,0 0 2 0,0 0-22 15,-80 233-15-15,67-190 8 0,-2 1-10 16,-10 5 4-16,10-9-11 15,-4 1 1-15,-9 3-2 16,9-13 2-16,-8 2-4 16,8-9 0-16,3-9 11 15,4-15-10-15,12 0-1 16,0 0 0-16,0 0-4 16,0 0-3-16,-12-23 3 15,-4-10-54-15,10 2 56 16,6-10-2-16,0-6-10 15,0 2-28-15,0 5 1 16,6 0-35-16,34-4-6 0,-5 3 0 16</inkml:trace>
  <inkml:trace contextRef="#ctx0" brushRef="#br0" timeOffset="-203901.14">31301 1776 39 0,'34'60'75'0,"-3"-72"-26"16,4 4-3-16,5 0-4 15,-6 8-10-15,13 0-3 16,-7 0 10-16,0 0-3 16,-15 8-27-16,-3 12 2 15,-22 0-7-15,0 4 27 16,0 4 5-16,0 5 40 16,0 11-14-16,-47-8-11 0,-15 3 8 15,16-10-16 1,-7-5-14-16,0-5-29 15,-9-6 0-15,3-5-15 0,-9-8-32 16,9 0-82-16,-9 0-58 16,3 0-176-16</inkml:trace>
  <inkml:trace contextRef="#ctx0" brushRef="#br0" timeOffset="-203053.04">31193 1972 118 0,'0'0'61'0,"0"0"-4"0,0 0 13 0,0 0 4 16,0 0-6-16,0 0 6 16,-25 16-12-16,16-3-10 15,-10 15 2-15,1 8-2 16,-10 12 17-16,6 12-32 16,-3 9 10-16,3-2-29 15,4-3-1-15,-4 1-12 16,22-5-5-16,-12-3 0 15,-13-10-17-15,3 1-12 16,-12-4-47-16,-6-16-140 16</inkml:trace>
  <inkml:trace contextRef="#ctx0" brushRef="#br0" timeOffset="-174477.91">9745 15432 85 0,'0'0'77'0,"0"0"-66"0,0 0-15 0,0 0 4 16,0 0 0-16,0 0 0 15,0 0 39-15,-74-12 38 16,62 12 4-16,2 0-23 16,4 0-15-16,0 0 5 15,6-4-39-15,0 0-9 16,0 4-14-16,0 0 14 15,0 0 13-15,0 0 11 16,-12 0 4-16,12 0 21 16,0 0-6-16,0 0-24 0,0 0 11 15,0 0-17-15,0 0 16 16,0 0-10-16,-7 0 15 16,7 0-19-16,0 0 0 15,0 0 5-15,0-4-20 16,0 0 0-16,0 0-15 15,0 0 14-15,25 4 1 16,37-8 0-16,-3 3 1 16,9 2 5-16,-15-5-6 15,-7-1-2-15,7 6-12 0,-19-5-47 16,0 0-39 0,-21-4-32-16,-7-1-57 0,-6-3-139 15</inkml:trace>
  <inkml:trace contextRef="#ctx0" brushRef="#br0" timeOffset="-174046.18">9556 15019 487 0,'0'0'211'0,"0"0"-182"0,0 0 19 0,0 0-14 0,0 0-25 0,0 0 13 16,220 0 0-16,-117 0-10 15,2 0-11-15,4-12-1 16,-16-5 0-16,-6-6-47 15,-22-1-75-15,-10-1-89 16,-36 10-178-16</inkml:trace>
  <inkml:trace contextRef="#ctx0" brushRef="#br0" timeOffset="-169133.97">12037 14910 97 0,'0'0'275'0,"0"0"-234"0,0 0-15 16,0 0 13-16,0 0 12 15,0 0 2-15,0 0-17 16,28-148 7-16,-3 112-13 16,2-8 9-16,8-8-4 15,-11-9-17-15,4 6-11 16,-9-9-5-16,-4-9 9 15,-2 1-11-15,-13 7 0 0,0 6 4 16,0-2 8 0,-6 9-12-16,-41 5 0 15,-15 6 7-15,-3 18-7 0,-3-2 0 16,9 17 19-16,6 8-11 16,25 0-7-16,6 0 11 15,4 24-12-15,18 29-6 16,0 3-5-16,0 7 7 15,0-2 1-15,0-2-8 16,18 2 8-16,23 7-9 16,-7-4 10-16,19-3-14 15,-19-9 10-15,-6 4-2 16,-10-12-3-16,-2 0 10 16,-10-8-6-16,-6 0 4 0,0 0 6 15,0 0 23-15,-22-3-3 16,-3-2 14-16,-15-3-18 15,12-3-4-15,0-9-10 16,16 0-1-16,6-12-8 16,6-1-20-16,0-3-27 15,0 0-165-15,0 0-136 16</inkml:trace>
  <inkml:trace contextRef="#ctx0" brushRef="#br0" timeOffset="-167719.19">12142 14646 144 0,'0'0'64'0,"0"0"-4"0,0 0 31 16,0 0-41-16,0 0-26 15,0 0-3-15,0 4 10 16,-6-4-19-16,0 4 8 16,-7-4-15-16,7 4 21 15,0-4-8-15,-16 4-9 16,10 4-5-16,-22 4 8 0,21 4 16 16,-14-4-22-1,-1 8 29-15,3-4-21 0,-9 4 2 16,15-4 0-16,-9 0 5 15,6 1-20-15,4 6 6 16,-10 1 16-16,22 4-19 16,-13 0 12-16,19 5-14 15,-6-5-2-15,6 0-11 16,0-12 8-16,0 4-2 16,0-8 5-16,0 0-4 15,0 0 4-15,6-4-3 16,34 0-6-16,7-8-7 15,0 0-21-15,5 0 37 0,1 0 0 16,-13 0-4 0,7 0 13-16,-19-4-9 0,-10-4 0 15,-2-8-7-15,-4-4-7 16,10-12 14-16,-4-4 14 16,-5-4-14-16,-7 4 16 15,-6 12-14-15,0 4 6 16,0-1 1-16,0 9 1 15,0 1 2-15,-6-2 1 16,-7 1 0-16,-14-4-13 16,-4 4-4-16,-10 1-37 15,1 6 11-15,6 5 11 16,6 0 19-16,22 0 27 16,0 0-27-16,-7 0-22 0,13 24-103 15,0 0-86-15</inkml:trace>
  <inkml:trace contextRef="#ctx0" brushRef="#br0" timeOffset="-166949.9">11141 15629 515 0,'0'0'57'0,"0"0"-51"0,0 0 8 0,0 0-10 15,0 0 77-15,363-113-7 16,-177 65-25-16,15-4-1 16,4 12-12-16,-4 19-36 0,-15 13-32 15,-12 8-9-15,-31 0-161 16,-44 0 36-16</inkml:trace>
  <inkml:trace contextRef="#ctx0" brushRef="#br0" timeOffset="-166269.65">11615 16002 226 0,'0'0'106'0,"0"0"-34"0,0 0-21 16,0 0-17-16,0 0 12 0,0 0 9 15,0-16 7-15,-6 16-21 16,-6 3 19-16,-10 30-30 16,3 19-6-16,-9 20-15 15,16 12-1-15,6 1-4 16,6-2 1-16,0-6-10 15,6-9 8-15,40-16-12 0,7-11-2 16,9-14 7-16,16-18-13 16,-10-9 9-16,0 0 0 15,-3-9-12-15,-12-35 17 16,-13-16 3-16,1-9 35 16,-14-3-23-16,-27 16-7 15,0 17 0-15,0 14-4 16,-34 17-1-16,-18 8-16 15,-23 4 16-15,10 48 18 16,-3 20-11-16,0 8-3 16,15-3-8-16,28-16-15 15,25-22-75-15,0-31-225 0</inkml:trace>
  <inkml:trace contextRef="#ctx0" brushRef="#br0" timeOffset="-158508.25">5104 16130 25 0,'0'0'0'0,"0"0"12"0,0 0-11 0,0 0 109 16,0 0-57-16,0 0-20 15,0 0 17-15,0 8 15 16,0-8-12-16,0 0-14 16,0 0-23-16,0 0-5 15,0 0 4-15,0 0-9 16,0 0-6-16,0 0-11 16,0 0 11-16,0 0 0 15,0 0 6-15,0 0-6 16,0 3 0-16,0-3-1 15,0 0 1-15,0 0 0 0,0 0 1 16,0 0 19-16,0 0-12 16,0 0 30-1,0 0-23-15,0 0-2 0,0 0-12 16,0 0 2-16,-6 0 1 16,6 0 0-16,0 0 19 15,0 0-11-15,0 0 11 16,0 0-15-16,0 0-3 15,0 0-5-15,0 0-2 16,0 0 2-16,-7 0 0 16,1 0-2-16,6 0 6 15,0 0 4-15,0 0-8 16,0 0 14-16,0 0-14 16,0 0 0-16,0 0-7 0,0 0 7 15,0 0 15-15,0 0-13 16,0 0 19-16,0 0-1 15,0 0 19-15,0 0-31 16,0 0 1-16,0 0-9 16,0 0-16-16,0 0 4 15,0 0 12-15,0 0 3 16,0 0 0-16,0 0 3 16,0 0-3-16,0 0-6 15,0 0-18-15,6-11-6 16,22-6 19-16,-9-6-19 15,9 7 26-15,-3-5-15 16,-4 9-8-16,7-4-28 0,-9 4-1 16,9-4-42-16,-16 0-32 15,7-4-127-15</inkml:trace>
  <inkml:trace contextRef="#ctx0" brushRef="#br0" timeOffset="-158058.39">5646 15693 113 0,'0'0'139'0,"0"0"-117"0,0 0-20 0,0 0 25 0,0 0 11 16,0 0-14-16,47-33 0 16,-25 18-22-16,2 7-2 15,4-9 3-15,-9 1 0 16,15 0-3-16,-6-4-18 15,-3 4-35-15,-4-4-52 16</inkml:trace>
  <inkml:trace contextRef="#ctx0" brushRef="#br0" timeOffset="-157677.21">6282 15300 156 0,'0'0'2'0,"0"0"-2"0,0 0 25 16,0 0-20-16,0 0-4 16,0 0 15-16,127-45-10 15,-114 34 4-15,14-9-1 16,-8 4 4-16,-3-1-6 15,2-2-14-15,-5 6 6 16,14 1-66-16,-20 1-108 16</inkml:trace>
  <inkml:trace contextRef="#ctx0" brushRef="#br0" timeOffset="-157344.36">6964 14830 67 0,'0'0'20'16,"0"0"-2"-16,0 0 31 15,0 0-26-15,0 0-15 16,0 0 12-16,0 0 1 16,140-64-11-16,-112 49-10 15,-4 2-2-15,-17 1-59 16</inkml:trace>
  <inkml:trace contextRef="#ctx0" brushRef="#br0" timeOffset="-157175.9">6964 14830 338 0,'354'-228'0'15,"-348"223"-136"-15,16-6 57 16,-4-6 38-16</inkml:trace>
  <inkml:trace contextRef="#ctx0" brushRef="#br0" timeOffset="-155516.49">13975 15303 35 0,'0'0'0'0</inkml:trace>
  <inkml:trace contextRef="#ctx0" brushRef="#br0" timeOffset="-155196.21">13975 15303 64 0,'0'0'96'0,"0"-67"-41"16,0 62-1-16,0-2 3 15,0 7-4-15,0 0-39 16,0 0-5-16,0 0 7 16,0 0 1-16,0 0-1 15,0 0 1-15,0 0 33 16,0 0-17-16,0 0 13 16,0 0-24-16,0 0 9 15,0-5-10-15,0 5-1 16,0 0 3-16,0-3-16 15,0 3 9-15,0 0-2 0,0 0 27 16,0 0-27-16,0-8 6 16,46-17-19-16,41 1 16 15,22-8 9-15,12-4 0 16,30-8-23-16,-11 4 1 16,3 0-3-16,-32 16-1 15,-18 12-44-15,-18 4-43 16,-29 8-83-16,-18 0-94 15</inkml:trace>
  <inkml:trace contextRef="#ctx0" brushRef="#br0" timeOffset="-154746">14062 14730 361 0,'0'0'16'0,"0"0"26"0,0 0 46 16,0 0-12-16,409-97-55 15,-263 58-4-15,-1-2-17 16,4 2-2-16,-22 6-108 0,-27 10-128 16</inkml:trace>
  <inkml:trace contextRef="#ctx0" brushRef="#br0" timeOffset="-154212.22">15131 14273 100 0,'0'0'93'0,"0"0"-60"0,0 0 19 0,0 0-3 0,0 0-23 16,0 0-25-16,323 80-1 15,-317-56 6-15,-6 13 1 16,0 7 42-16,0 20 11 16,0 0 21-16,-40 12-48 15,-1-4-2-15,7-4-26 16,0-3-5-16,16-1-2 16,2-12-25-16,16-12-61 0,0-12-55 15,0-16-135 1</inkml:trace>
  <inkml:trace contextRef="#ctx0" brushRef="#br0" timeOffset="-152232.39">18381 12989 76 0,'0'0'78'0,"0"0"15"0,0 0-7 0,0 0-29 0,0 0-19 16,0 0-1-16,0-20-27 0,0 17-7 15,0 3 0 1,0 0 4-16,0 0 28 0,0 0-7 15,0 0 15-15,0 0-3 16,0 0 31-16,0 0-35 16,0 0-20-16,0 0-12 15,-22 0 2-15,-3 0-6 16,-3 8 0-16,-18 15-3 16,12 5 8-16,-13 1-7 15,13 14 4-15,-6 1 10 16,0 5-11-16,-1 7-1 15,10 0 0-15,10 9 0 16,21-1-4-16,0-5 8 16,0 2-11-16,0-9 7 0,0-4-2 15,34 4-14-15,18-8 16 16,10-3-6-16,-3-10 0 16,-6 5 5-16,15-11-7 15,-9-14-1-15,-3-2-28 16,-10-9 25-16,1 0-10 15,-16 0 20-15,3-4-4 16,-12-16-6-16,-4-4 12 16,-2-9 3-16,-4-6 8 15,-6-5 0-15,1-9-22 16,-1 9-4-16,-6 5 5 16,0 3-3-16,0 11 13 15,-13 5-2-15,-27 8-3 16,-6 3 3-16,-23 9 2 15,17 0 7-15,-23 13-4 16,10 23 9-16,-3 4-9 16,15 9 3-16,25-2-6 0,4 1-5 15,24-7-14-15,0-9-34 16,0 0-52-16,24-16-32 16,17-13-47-16</inkml:trace>
  <inkml:trace contextRef="#ctx0" brushRef="#br0" timeOffset="-151765.95">18781 13603 154 0,'0'0'155'0,"0"0"-133"0,0 0-5 0,0 0 20 0,0 0-35 0,0 0 14 15,214 105-16 1,-140-105 7-16,-3 0-6 15,-8 0 1-15,2 0 4 16,-16-17-3-16,4-10 13 0,-13-10-15 16,-6-3 36-16,-3-13-21 15,-9-6 4-15,-3-6 5 16,-13 1-15-16,-6 0-2 16,0 4-8-16,0 12 17 15,-47 7-17-15,-12 10 22 16,-9 23 3-16,-12 8 11 15,-7 0-8-15,0 0 22 16,-6 32-49-16,28 8-1 16,-3 20-8-16,27-4-93 15,7 5-37-15,9-6-151 0</inkml:trace>
  <inkml:trace contextRef="#ctx0" brushRef="#br0" timeOffset="-149617.28">5380 14176 167 0,'0'0'287'0,"0"0"-270"0,0 0-1 15,0 0-14-15,0 0 11 16,0 0 0-16,0 0 4 0,86 64-12 16,-73-39-5-16,9-1 0 15,-4 1 0-15,10-2-20 16,-3 9-35-16,-10 4-82 16,-2 0-183-16</inkml:trace>
  <inkml:trace contextRef="#ctx0" brushRef="#br0" timeOffset="-149367.99">5832 14707 151 0,'0'0'49'0,"0"0"-42"16,0 0-2-16,0 0 1 15,0 0-6-15,0 0-3 16,109 103-11-16,-97-75-18 16,-12 1-64-16</inkml:trace>
  <inkml:trace contextRef="#ctx0" brushRef="#br0" timeOffset="-149150.03">6387 15183 341 0,'0'0'13'0,"0"0"-13"16,0 0-1-16,0 0-20 16,0 0-66-16,0 0-94 15</inkml:trace>
  <inkml:trace contextRef="#ctx0" brushRef="#br0" timeOffset="-148967.58">7029 15557 251 0,'0'0'0'0,"0"0"-55"15,0 0-100 1</inkml:trace>
  <inkml:trace contextRef="#ctx0" brushRef="#br0" timeOffset="-148785.02">7497 15917 323 0,'0'0'164'0,"0"0"-164"16,0 0-9-16,0 0-104 16,0 0-141-16</inkml:trace>
  <inkml:trace contextRef="#ctx0" brushRef="#br0" timeOffset="-147535.41">17779 14301 282 0,'0'0'196'0,"0"0"-179"0,0 0 49 0,0 0-31 16,0 0-13-16,0 0 0 15,0 0 4-15,0 0-14 16,0 0-6-16,0 0-6 16,59 0 7-16,34 4 62 15,41 11-27-15,27-6-7 16,28-1-29-16,9-8 1 15,29 0-5-15,8 0-2 16,-2-8-9-16,-19-4-69 16,-53 0-76-16,-34 12-134 0</inkml:trace>
  <inkml:trace contextRef="#ctx0" brushRef="#br0" timeOffset="-146469.5">18065 15007 288 0,'0'0'79'0,"0"0"-56"0,0 0 48 0,-106 237-29 0,100-178-8 15,6 1-10-15,0 1 22 0,0-1-39 16,19 8 25-16,15 0-29 15,0 9 16-15,-9-9 3 16,9-4-14-16,6-16-1 16,0-8-5-16,1-12-4 15,-7-15 2-15,0-13 0 16,12 0-38-16,-15-8 25 16,19-41-15-16,-13-15 28 15,-15 0 17-15,-4 8-15 16,-18 4-2-16,0 7-2 15,0 21-8-15,-6 4 20 0,-19 9-20 16,-15 3 4-16,-16 8-36 16,-3 0-19-16,-15 0 16 15,9 19 41-15,3 22 8 16,9 10 14-16,7 10-18 16,18 3 14-16,9-4-14 15,19-8-50-15,0-16-307 16</inkml:trace>
  <inkml:trace contextRef="#ctx0" brushRef="#br0" timeOffset="-145820.72">18700 15729 74 0,'0'0'163'0,"0"0"-135"0,0 0-15 0,0 0-6 0,0 0 1 15,0 0 44-15,0 0-3 16,0 0 21-16,0 0-12 15,0 0 13-15,0 0-16 16,0 0-12-16,0 0-43 16,34-36 8-16,25-17 28 15,16-11 6-15,11-8-16 16,1-8-23-16,0-4 7 16,0 11-10-16,-19 1-1 15,-9 13-4-15,-31 18-22 0,6 1-29 16,-22 16-53-1,-5 16 2-15,-7 4-85 0</inkml:trace>
  <inkml:trace contextRef="#ctx0" brushRef="#br0" timeOffset="-145487.03">18849 15091 220 0,'0'0'232'15,"0"0"-166"-15,0 0 41 16,0 0 7-16,19 220-29 15,33-159-46-15,29-6 2 16,12-6-23-16,-12 4-12 16,-19-6-4-16,3-3 4 15,-13-8-12-15,-2-8-9 16,-10-3-38-16,-15-1-56 16,-19-9-52-16,-6-7-170 15</inkml:trace>
  <inkml:trace contextRef="#ctx0" brushRef="#br0" timeOffset="-144454.78">20313 14569 131 0,'0'0'252'0,"0"0"-217"0,0 0 30 16,0 0 11-16,0 0-50 16,0 0 22-16,139 0 4 0,-92 0-3 15,15 0-22 1,3 0-11-16,-6 0-7 0,-4 0-7 16,-2 0-2-16,-19 0-50 15,-9 0-34-15,-3 0-20 16,-10 0-52-16,-12 0-166 15</inkml:trace>
  <inkml:trace contextRef="#ctx0" brushRef="#br0" timeOffset="-144172.58">20412 14189 467 0,'0'0'243'0,"0"0"-202"16,0 0 57-16,0 0-46 15,335 148-52-15,-230-148-2 16,16 0-45-16,-6-20-78 15,-35-16-118-15</inkml:trace>
  <inkml:trace contextRef="#ctx0" brushRef="#br0" timeOffset="-139358.91">22719 13976 303 0,'0'0'113'0,"0"0"-106"0,0 0 49 0,0 0-5 0,0 0-17 16,0 0 1-16,0 0 8 15,0 0 14-15,0 0 1 16,0 0-6-16,0-12-46 16,34-28-6-16,19-4 1 15,27-17 8-15,-15-3-3 16,3-4-4-16,-15-4-4 15,-25 4 6-15,-3 8-11 16,-10-1 12-16,-15 6-10 16,0-6-1-16,0 13-2 15,-28 0-11-15,-40 12 14 16,9 12 1-16,-15 11 8 0,21 13 4 16,1 0 0-16,5 0 3 15,13 0 5-15,6 13-17 16,9 7 10-16,19 8-18 15,0 0 8-15,0 13-4 16,0 6 1-16,19 6 0 16,9-1 0-16,12 0 8 15,1 4 1-15,24-4-5 16,3 1-4-16,6-6-15 16,-2-3 5-16,-10-7-8 15,-16-5 0-15,-21 8 21 16,-10-8 2-16,-15 8-1 0,0-4 22 15,-21 0 31-15,-44-8-21 16,-10 4-4-16,-12-15-21 16,7-1 2-16,5-16-9 15,23 7-17-15,-1-7 15 16,0 0-58-16,19 4-46 16,-6 8-166-16</inkml:trace>
  <inkml:trace contextRef="#ctx0" brushRef="#br0" timeOffset="-138727.21">21897 14541 223 0,'0'0'296'0,"0"0"-259"0,0 0-11 0,0 0 12 0,0 0 10 15,0 0-23-15,0 0 10 16,0-24-19-16,12 24-6 15,63 0 42-15,30-12 28 16,44 1-15-16,37-14-39 16,22-11-12-16,12 12-2 15,0 1-7-15,-12 6-5 16,-16 13-12-16,-31-8-56 16,-21 12-36-16,-53 0-65 15,-31 0-231-15</inkml:trace>
  <inkml:trace contextRef="#ctx0" brushRef="#br0" timeOffset="-137877.62">22799 14838 234 0,'0'0'173'0,"0"0"-173"0,0 0-5 0,0 0 5 0,0 0 24 15,0 0 28-15,-201 113 25 16,167-74-27-16,0 18 5 0,9 7 4 16,-3 8-19-16,15 12-13 15,-8 4-15-15,8-3 12 16,13-9-18-16,0-4-6 15,0-7 2-15,22-1-8 16,18-8 4-16,13-9-3 16,0-6 5-16,-1-5-8 15,10-16-1-15,-9-15-5 16,0-5 13-16,-13 0-26 16,1-13 20-16,-14-35 7 15,-20 0 1-15,-7-9-1 16,0 18 8-16,-22 3 0 0,-18 20-7 15,-7 16 18 1,-6 0-15-16,7 0 43 0,-7 44-19 16,19 16-16-16,12 16 9 15,22-4 1-15,0-3-22 16,0-17-68-16,28-24-151 16</inkml:trace>
  <inkml:trace contextRef="#ctx0" brushRef="#br0" timeOffset="-136360.29">24709 14605 328 0,'0'0'265'0,"0"0"-253"0,0 0 28 0,0 0 25 0,0 0-55 16,0 0 0-16,69 0-9 15,-23 5 42 1,13 3-3-16,22 0-4 0,5-4-20 16,14-4-13-16,8 0-3 15,-2 0-1-15,2-4-14 16,-9-12-32-16,-12 0-56 16,-19-1-110-16</inkml:trace>
  <inkml:trace contextRef="#ctx0" brushRef="#br0" timeOffset="-135928.34">24716 14377 429 0,'0'0'140'0,"0"0"-124"0,0 0 21 0,0 0 52 15,409 0-26-15,-270 0-59 16,10-8-4-16,-3 0-11 15,-13-8-59-15,-18 8-45 16,-44 0-97-16</inkml:trace>
  <inkml:trace contextRef="#ctx0" brushRef="#br0" timeOffset="-135445.55">25633 13960 393 0,'0'0'24'16,"0"0"-8"-16,0 0 12 15,0 0-10-15,0 0-12 16,372 169-6-16,-331-138 5 16,-7 6-12-16,-28 3 9 0,-6 7-2 15,0 6 38 1,0 4-2-16,0 7-9 0,-31-17-3 16,3 9 29-16,16-12-48 15,12-11-5-15,0-9-68 16,0-20-42-16,0-4-316 15</inkml:trace>
  <inkml:trace contextRef="#ctx0" brushRef="#br0" timeOffset="-133163.65">19798 15488 5 0,'0'0'44'0,"0"0"61"0,0 0-12 0,0 0-11 16,0 0-30-16,0 0-1 15,0 0-24-15,0 0-11 16,0-4 12-16,0-4-10 16,0 4 24-16,0 4-20 0,0-4 15 15,0-4 3 1,0-4 3-16,12-4-19 0,10-8-2 16,9-1-9-16,3-3-12 15,6-3 14-15,1 15-14 16,5-4-2-16,-12 4-1 15,-9 4-14-15,3-4-35 16,6-4-26-16,-15 7-49 16,2-3-163-16</inkml:trace>
  <inkml:trace contextRef="#ctx0" brushRef="#br0" timeOffset="-132748.96">20660 14987 419 0,'0'0'66'0,"0"0"-57"0,0 0 21 0,0 0-11 0,0 0-8 16,0 0-7-16,139-89-4 16,-98 70 0-16,-7 7-8 15,-9-1 8-15,2-3-28 16,-5 8-39-16,-9-7-122 16</inkml:trace>
  <inkml:trace contextRef="#ctx0" brushRef="#br0" timeOffset="-132514.84">21261 14614 0 0,'0'0'471'16,"0"0"-407"-16,0 0-3 15,0 0-33-15,0 0-24 16,0 0 18-16,106-84-18 16,-66 59-8-16,-12 1 2 15,19-4-29-15,-13 8-69 0,-10-8-107 16</inkml:trace>
  <inkml:trace contextRef="#ctx0" brushRef="#br0" timeOffset="-132299.12">21788 14261 209 0,'0'0'237'16,"0"0"-224"-16,0 0-13 16,0 0 0-16,0 0-1 15,0 0-25-15,202-181-21 16,-155 158-50-16,-20-5-4 15,-2 7 25-15,-19-3-11 0</inkml:trace>
  <inkml:trace contextRef="#ctx0" brushRef="#br0" timeOffset="-132165.54">22117 13944 269 0,'0'0'327'0,"0"0"-280"16,0 0-9-16,0 0-38 15,0 0-15-15,0 0-5 16,87-53-102-16,-75 30-204 16</inkml:trace>
  <inkml:trace contextRef="#ctx0" brushRef="#br0" timeOffset="-129962.34">27478 13479 107 0,'0'0'22'0,"0"0"-18"0,0 0-1 16,0 0 3-16,0 0 15 0,0 0 12 16,0 0-2-1,-68 16 6-15,62-16 14 0,-7 0-13 16,4 0-38-16,-3 0-24 16,6 0 12-16,-1 0 12 15,-5 0 29-15,12 0 44 16,0 0-18-16,0 0 0 15,0 0-20-15,0 0-29 16,0 0-6-16,0 0 0 16,0 0 5-16,0 0-3 15,0 0 28-15,0 0 6 16,0 0 18-16,0 0-31 16,0 0-23-16,0 0-1 15,0 0-18-15,0 3 18 0,-22 38 2 16,-6 7 5-16,-9 9-5 15,-3 7 5-15,-16 8-3 16,3 8 0-16,-6 0-1 16,-3 4 2-16,16-4-2 15,6 0 1-15,8-11-6 16,11-17 9-16,21-12-14 16,0-16 3-16,0-4-11 15,0-8 0-15,0 1 12 16,0-10-12-16,0 5 8 15,0-3 5-15,28-5-18 16,-3 0-22-16,9 0 20 16,0 0 21-16,0 0 2 15,6 0 1-15,-9 3-1 0,-3 5-3 16,-9 4-14-16,21-7-15 16,-12-5-4-16,-10 0-49 15,-2 0-16-15,-10 0 4 16,7 0-1-16</inkml:trace>
  <inkml:trace contextRef="#ctx0" brushRef="#br0" timeOffset="-129700.4">27295 14277 313 0,'0'0'117'0,"0"0"-50"0,0 0 20 0,-71 281-8 0,65-209-30 15,-16-4-24-15,22-15-20 16,0-10 3-16,0-11-7 16,0 1-1-16,0-13-5 15,0-1-14-15,0 1-105 16,0-4-158-16</inkml:trace>
  <inkml:trace contextRef="#ctx0" brushRef="#br0" timeOffset="-128984.83">27612 14830 293 0,'0'0'67'16,"0"0"1"-16,0 0-22 15,0 0-32-15,0 0 10 16,0 0-14-16,93-248 18 16,-59 196-24-16,12-4 8 15,-5-4-8-15,-1-4 8 16,-15-5-10-16,-4 0 1 15,-21 5-6-15,0 12 8 0,0 4-8 16,-15 16 6 0,-32 17 7-16,7-6 10 0,3 9 18 15,-4-8-34 1,7 4-6-16,13 8 2 0,2 0-11 16,19 0 3-16,-6 8-4 15,6 0 9-15,0 0-35 16,0 36 1-16,0 8 37 15,0 8 21-15,18 4-12 16,35-4-9-16,9 1-1 16,13-1-41-16,-16 0 36 15,15-4-20-15,-3 8 26 16,-9-7-56-16,3-2 29 16,-9 6-25-16,-25-6-44 0,-15-6 10 15,-16-5 78 1,0 0 8-16,0-3 31 0,0 3 20 15,0-8 23-15,-6 11-11 16,-35-6-31-16,-8-2 32 16,2-6-17-16,1-9-28 15,-1-8-5-15,1-8-14 16,-7 8-26-16,-9 0-49 16,9-4-180-16</inkml:trace>
  <inkml:trace contextRef="#ctx0" brushRef="#br0" timeOffset="-128118.73">28514 14738 193 0,'0'0'105'0,"0"0"-100"0,0 0 28 0,0 0 37 0,0 0-1 16,0 0 13-16,-6-8-29 15,6-12 19-15,0 4-26 16,0-20-12-16,40-12-7 15,19-16-9-15,0 7 1 16,15-7-15-16,-6 0-3 16,-15 4-1-16,0 7-7 0,-19 6-44 15,-6 19-21-15,-16 3-31 16,-6 6-25-16,-6 2-80 16</inkml:trace>
  <inkml:trace contextRef="#ctx0" brushRef="#br0" timeOffset="-127851.2">28647 14165 536 0,'0'0'43'0,"0"0"57"16,0 0 12-16,115 229-69 15,-56-157-28-15,-6-8-6 16,-7-17-9-16,16-6-1 16,-22-9-47-16,-9-12-75 15,3-13-104-15</inkml:trace>
  <inkml:trace contextRef="#ctx0" brushRef="#br0" timeOffset="-127220.33">29456 14505 523 0,'0'0'149'0,"0"0"-88"0,0 0-41 16,0 0-18-16,0 0 7 15,0 0 12-15,326-28-18 16,-239 20-6-16,0-3-10 16,-13 6-21-16,-21-3-52 15,-25-4-28-15,-16 4-127 0</inkml:trace>
  <inkml:trace contextRef="#ctx0" brushRef="#br0" timeOffset="-126986.45">29608 14193 437 0,'0'0'324'0,"0"0"-323"15,0 0 35-15,0 0-16 16,0 0-20-16,357 0-11 16,-270-9-67-1,-28-10-130-15</inkml:trace>
  <inkml:trace contextRef="#ctx0" brushRef="#br0" timeOffset="-124788.98">20266 13711 465 0,'0'0'39'0,"0"0"-14"0,0 0 4 0,0 0 7 16,0 0-23-16,0 0 18 16,118 93-20-16,-90-70 25 15,6 2-22-15,0-1 12 16,-15 4-24-16,27 0-2 15,-6 8-15-15,1 0-57 16,-7 0-17-16,-16-11-95 16</inkml:trace>
  <inkml:trace contextRef="#ctx0" brushRef="#br0" timeOffset="-124585.33">21026 14361 519 0,'0'0'3'0,"0"0"-3"0,0 0-12 16,0 0-60-16,0 0-54 15,0 0-47-15</inkml:trace>
  <inkml:trace contextRef="#ctx0" brushRef="#br0" timeOffset="-124422.45">22064 14975 249 0,'0'0'22'0,"0"0"-22"16,0 0-12-16,0 0-99 16</inkml:trace>
  <inkml:trace contextRef="#ctx0" brushRef="#br0" timeOffset="-124286.72">22830 15380 306 0,'0'0'0'16,"0"0"-6"-16,0 0-123 15</inkml:trace>
  <inkml:trace contextRef="#ctx0" brushRef="#br0" timeOffset="-122524.03">30811 13595 118 0,'0'0'34'0,"0"0"29"0,0 0 42 0,0 0-48 15,0 0-35-15,0 0 31 16,0 0 11-16,-40 8-10 16,40-8 2-16,-6 0 21 15,6 0-25-15,0 0 3 0,0 0-44 16,0 0 10-16,0 0-20 16,0 0-1-16,0 0-1 15,0 0 1-15,0 0 2 16,0 0 2-16,0 0-1 15,0 0 2-15,28 0-4 16,6 0-1-16,6 0-14 16,-9 0-45-16,-3 24 2 15,-28 21 34-15,0 14 23 16,0 14 7-16,-12 3 0 16,-50-8-6-16,15-8 3 15,1-11 6-15,5-18-9 16,23-10 0-16,-4-13-1 0,22-5-1 15,0-3-7 1,0 0-50-16,0 0-39 0,6 0 27 16,28 4 68-16,13 1 2 15,-13-2 0-15,-6 2 0 16,-9 15-1-16,-19 4 1 16,0 7 7-16,0 5 49 15,0 5-18-15,-35 23 8 16,-30 0-12-16,-21 0 24 15,5 1-28-15,-6-1 5 16,13-20-30-16,9-8-5 16,9-8-10-16,15-16-50 0,17-12-53 15,17 0-93-15</inkml:trace>
  <inkml:trace contextRef="#ctx0" brushRef="#br0" timeOffset="-121823.9">31388 13739 117 0,'0'0'257'0,"0"0"-207"0,0 0 38 0,-220 225-10 16,174-137 31-16,11 8-18 15,8-4-50-15,14-3 12 16,13-1-36-16,0-8-4 16,0-8-7-16,6 5-12 15,35-16 4-15,18-6-13 16,9-15-4-16,6-8 4 0,4-15 6 16,-4-14-18-1,1-3-3-15,-23 0-13 16,-5-16 39-16,-19-28-13 0,-28-16 4 15,0-12-59-15,0 4-6 16,0 12 44-16,-47 15 10 16,-15 25 10-16,16 9 14 15,-13 7 17-15,-3 3 59 16,-10 50-55-16,4 19-15 16,-6 8-5-16,9-11 34 15,31-5-10-15,21-28-25 16,13-17-83-16,0-10-191 15</inkml:trace>
  <inkml:trace contextRef="#ctx0" brushRef="#br0" timeOffset="-121374.83">32077 14541 315 0,'0'0'29'0,"0"0"-12"0,0 0-6 0,0 0 32 0,0 0-7 0,0 0 36 16,334-60-29-16,-268 4-7 16,-26-16 1-16,-12-8-15 15,-16 4-8-15,-12 3-8 16,0 9-12-16,-28 25 1 15,-43 14-3-15,-16 17 12 16,-15 8-4-16,3 0 48 16,-1 44-33-16,14 12-15 15,11 9-13-15,22-1-17 0,32 0-87 16,8-16-162-16</inkml:trace>
  <inkml:trace contextRef="#ctx0" brushRef="#br0" timeOffset="-117861.98">26970 16462 42 0,'0'0'76'0,"0"0"-43"0,0 0 28 0,0 0-47 0,0 0-6 16,0 0 13-16,0 0 50 16,0-3 7-16,0 3-50 15,0 0-11-15,0 0 2 16,0 0 20-16,0 0-32 16,0 0 3-16,0 0 3 15,0 0-1-15,0 0 0 16,0 0 2-16,0 0 0 15,0 0-12-15,0 0 0 0,0 0 3 16,0 0-4 0,0 0 3-16,0 0 0 0,0 0 11 15,0 0 18-15,0 0 3 16,0 0-5-16,0 0-25 16,0 0 1-16,0-16-14 15,0-9 14-15,18-14 2 16,23-17 5-16,21-9 6 15,-3-7-8-15,9-1-11 16,-16 6 7-16,1 10-5 16,-19 18-6-16,-15 11-6 15,-4 15-13-15,-8 5-46 16,-7 8 1-16,0 0-10 16,0 0-63-16,0 8-70 15</inkml:trace>
  <inkml:trace contextRef="#ctx0" brushRef="#br0" timeOffset="-117461.86">26957 15905 420 0,'0'0'79'0,"0"0"-43"0,0 0 8 0,0 0 12 15,0 0 28-15,0 0-19 16,193 185-36-16,-135-134 4 16,4 2-20-16,-9 3 19 15,-6-4-29-15,-1-8-3 16,-12 8-5-16,0-11-1 0,-15-5-20 16,-3-13-22-1,2-6-50-15,-12-17-103 0</inkml:trace>
  <inkml:trace contextRef="#ctx0" brushRef="#br0" timeOffset="-116911.21">27838 16306 470 0,'0'0'37'0,"0"0"-17"0,0 0 19 0,0 0 56 15,0 0-42-15,0 0-21 16,329-36-20-16,-264 32-8 15,-3 4 2-15,-10 0-6 16,-5 0-6-16,-19 0-79 0,-10-8-10 16,-11 8-87-1</inkml:trace>
  <inkml:trace contextRef="#ctx0" brushRef="#br0" timeOffset="-116656.83">27891 16110 132 0,'0'0'499'0,"0"0"-481"16,0 0-17-1,0 0 74-15,0 0-69 0,0 0-6 16,189 0-20-16,-143-5-66 16,13-10-21-16,-12-1-111 15</inkml:trace>
  <inkml:trace contextRef="#ctx0" brushRef="#br0" timeOffset="-115679.49">29174 15552 283 0,'0'0'113'0,"0"0"-7"0,0 0-35 0,0 0-22 0,0 0-30 16,0 0 0-1,16 0-13-15,2 0 10 0,10-12 16 16,-3 9-24-1,9-2 8-15,7 2-10 0,-7 3-12 16,6 0-3-16,-9 0-36 16,-9 0-25-16,-16 19 50 15,-6 13 20-15,0 8 2 16,0 0 9-16,0 1-8 16,-34-9 9-16,9 0-12 15,3-13 23-15,4-10-20 16,18-5-3-16,0 4-10 15,0-4-25-15,0 0 19 16,18 3-19-16,16-7 26 16,0 13 9-16,-15-1-2 0,3 4 2 15,-22 9-13-15,0 2 13 16,0 13 19-16,-28 9 14 16,-25 7 0-16,-15-4 3 15,9-12-29-15,-3-8 14 16,16-12-21-16,14-9-2 15,17-6-41-15,15-5-30 16,0-12-94-16</inkml:trace>
  <inkml:trace contextRef="#ctx0" brushRef="#br0" timeOffset="-115062.88">30117 15488 294 0,'0'0'116'0,"0"0"-35"0,0 0 31 0,0 0-27 15,0 0-11-15,-267 209-22 16,208-141-8-16,10 0 5 16,12 0-27-16,9-8 6 15,21-8-28-15,7-12 1 16,0-3 2-16,7-9-6 16,45-8-11-16,10-4-8 15,10-16 4-15,-10 0-5 16,3 0-2-16,-19 0 23 0,-5 0 0 15,-13-24 4-15,-16-4-2 16,3-8 4-16,-8-5-8 16,-7 5-5-16,0 8-28 15,0 17 15-15,-47 6 2 16,-9 5 20-16,4 5 2 16,-7 34 20-16,12 5-15 15,7-3-3-15,24-10-4 16,16-6-46-16,0-17-152 15,0-5-46-15</inkml:trace>
  <inkml:trace contextRef="#ctx0" brushRef="#br0" timeOffset="-114691.02">30539 15989 524 0,'0'0'0'0,"0"0"-10"0,0 0 10 0,0 0 8 0,0 0 12 15,0 0 11-15,328-92-20 16,-275 48 31-16,-19 0-29 16,-28 4 10-16,-6 0-1 15,0 8 1-15,0 3-20 16,-52 14-1-16,-10 15 2 16,-13 0 45-16,-2 0-12 15,-4 31-31-15,0 14-4 16,29-1-2-16,11 12-72 15,7-12-131-15,22 0-327 16</inkml:trace>
  <inkml:trace contextRef="#ctx0" brushRef="#br0" timeOffset="-113964.74">29029 16583 325 0,'0'0'97'0,"0"0"-55"0,0 0 21 0,0 0 15 16,0 0 27-16,0 0-29 16,406 0-20-16,-264-13-20 15,-2 6-13-15,12 7-5 16,-10 0-17-16,-14 0-1 16,-1 0-5-16,-9 16-16 15,-4 0-55-15,-27-8-148 16,-19-5-26-16</inkml:trace>
  <inkml:trace contextRef="#ctx0" brushRef="#br0" timeOffset="-113212.46">29348 16904 281 0,'0'0'61'0,"0"0"-49"0,0 0-6 0,0 0 17 15,0 0-12-15,0 0 32 16,22-5-3-16,-22 5 18 16,0 13 39-16,0 19-9 15,0 8-17-15,-16 0-64 16,-9 1 20-16,-15 3-26 16,12-8 39-16,3 3-30 0,4 2 10 15,14-5-10-15,1-5-4 16,6-6-6-1,0-5-2-15,0-12-5 16,19 0-48-16,27-8 48 0,4 0-25 16,-4 0 23-16,1 8-8 15,-7 0-4-15,-15 0-21 16,22 1 8-16,-13-6-30 16,-6-3-36-16,-10 0-3 15,-12 0-55-15</inkml:trace>
  <inkml:trace contextRef="#ctx0" brushRef="#br0" timeOffset="-112882.6">29630 17677 280 0,'0'0'169'0,"0"0"-64"0,0 0-33 0,0 0-28 16,0 0-15-16,13-228-16 0,33 128 4 15,-6 12-17-15,-12 3 9 16,-3 21-2-16,-9 17-7 16,-4 6-84-16,-6 21-25 15,-6 15-63-15,0 5-128 16</inkml:trace>
  <inkml:trace contextRef="#ctx0" brushRef="#br0" timeOffset="-112182.09">30064 17597 236 0,'0'0'116'0,"0"0"-16"0,0 0-16 0,0 0-37 0,0 0-28 0,0 0-19 16,-22-111 5-16,72 47 1 15,9-17 17-15,9-4 37 16,-9 5-29-16,0 8-14 15,-19 12-17-15,-12 15 0 16,-15 9 0-16,-13 5-3 16,0 3-30-16,0 12 2 15,-13 4 28-15,-27 4-10 16,0 8 9-16,-1 0-7 0,-5 0 11 16,18 0 2-16,3 28-1 15,-3 8-1-15,16-5 6 16,12 2-13-16,0-5 8 15,0 4-2-15,0 0-23 16,18-3-1-16,29 7-22 16,-7 0 11-16,7 4 29 15,-7 4-3-15,-12 0 8 16,-9 0 2-16,-19-4 0 16,0 4 4-16,-19-3 32 15,-49-2 46-15,-10-6-4 16,-2-17-34-16,5-8-33 0,16-8-11 15,3 0-23-15,32-5-44 16,2-19-101-16</inkml:trace>
  <inkml:trace contextRef="#ctx0" brushRef="#br0" timeOffset="-111214.79">25813 18476 244 0,'0'0'39'0,"0"0"45"0,0 0-12 0,0 0 8 16,0 0-35-16,0 0-3 15,0 0-19-15,0 0 3 16,0 0 15-16,0 0 6 16,0 0-2-16,0 0-38 15,0 0 23-15,0 0-21 16,0 0 15-16,0 0-13 15,0 0-11-15,0-20-3 16,0-17 3-16,40-10 18 16,26-1-1-16,-4-4-2 15,3-4-13-15,3 15-1 16,-9-3-1-16,-13 0-4 0,1 16-37 16,-13 3-30-16,-12 6-61 15,-16 2-16-15,-6 9-35 16,0 1-157-16</inkml:trace>
  <inkml:trace contextRef="#ctx0" brushRef="#br0" timeOffset="-110849.85">25847 17903 450 0,'0'0'108'0,"0"0"-64"0,0 0 35 0,0 0 29 16,0 0-39-16,239 264-20 0,-171-184-5 16,-9-11-26-16,-12-17-4 15,-7-12-13-15,0-4-2 16,-12-17-22-16,-3-2-43 16,-16-9-53-16,4-4-126 15</inkml:trace>
  <inkml:trace contextRef="#ctx0" brushRef="#br0" timeOffset="-110184.15">26790 18275 415 0,'0'0'164'0,"0"0"-126"0,0 0 1 0,0 0-32 16,0 0 24-16,0 0 1 16,167 13-25-16,-114-5 4 15,0-8-11-15,-1 0-16 16,-17 7-60-16,-1-2-15 15,-22-2-134-15</inkml:trace>
  <inkml:trace contextRef="#ctx0" brushRef="#br0" timeOffset="-109982.1">26790 18275 836 0</inkml:trace>
  <inkml:trace contextRef="#ctx0" brushRef="#br0" timeOffset="-109901.71">26790 18275 836 0,'12'-80'21'0,"47"93"-17"15,16-10 6-15,18-3-20 16,15 0-14-16,-21 0-64 16,-28-12-129-16</inkml:trace>
  <inkml:trace contextRef="#ctx0" brushRef="#br0" timeOffset="-84473.04">27953 17815 180 0,'0'0'118'0,"0"0"-7"0,0 0-10 0,0 0-17 0,0 0 6 16,0 0-48-16,-16 0-3 15,16 0-14-15,28 0-9 16,40 0 34-16,19-21-12 16,6-3 5-16,-12 8-43 15,-16 4 16-15,-19 8-12 16,-12 4-8-16,-6 0-9 16,-9 36 5-16,-13 24 8 15,-6 9 2-15,0 11 1 16,0 4 6-16,-6 0-18 15,-28 12 10-15,3 1-10 16,9-6 14-16,-12 6-6 0,9-13 1 16,4-8-13-16,8-12-16 15,7-8-37-15,6-15-6 16,0-17-74-16,0-12 21 16,0-12-24-16,-6 0 23 15</inkml:trace>
  <inkml:trace contextRef="#ctx0" brushRef="#br0" timeOffset="-84240.21">27919 18388 505 0,'0'0'39'16,"0"0"58"-16,0 0 13 0,0 0-31 0,0 0-37 0,0 0-19 15,434-44-23-15,-341 16-6 16,-13-8-61-16,-5 8-77 16,-29 3-69-16</inkml:trace>
  <inkml:trace contextRef="#ctx0" brushRef="#br0" timeOffset="-83940.4">28874 18263 298 0,'0'0'139'16,"0"0"-82"-16,0 0 33 15,0 221-8-15,0-132-5 16,-7 6-1-16,-27 2-21 0,3-6-11 16,-3-22-18-16,6-21-25 15,10-11-1-15,8-25-8 16,4-1-43-16,6-11-49 15,0 0-132-15,0-39-203 16</inkml:trace>
  <inkml:trace contextRef="#ctx0" brushRef="#br0" timeOffset="-83285.41">29798 17842 257 0,'0'0'104'0,"0"0"-32"0,0 0 4 0,0 0-43 16,0 0 25-16,0 0 23 15,-56-4-48-15,25 4-4 16,-10 8-11-16,7 8 15 16,-6 4-24-16,12 8 18 15,3-4-25-15,4 12 8 16,14 0-4-16,1 0 0 16,6 5 6-16,0 3-9 15,13-4-3-15,42 4 9 16,11 5-25-16,2-6 25 15,3-2-19-15,3 6 5 16,-12-3-1-16,-15 1-4 16,-7-5 4-16,-27 8 0 0,-13-4 6 15,0 12 9-15,0-4 7 16,-7-7 7-16,-33 2-21 16,-6-14 33-16,5-1-34 15,1-4 5-15,0-11-6 16,6-9 6-16,0-5-15 15,9-3-8-15,-3 0-14 16,0-32-69-16,3-24-17 16,-3 0-54-16,10 0-101 15</inkml:trace>
  <inkml:trace contextRef="#ctx0" brushRef="#br0" timeOffset="-83023.73">29537 18099 237 0,'0'0'265'0,"0"0"-216"0,0 0 2 0,0 0-31 16,0 0 29-16,0 0 10 15,285-116-13-15,-189 100 14 16,4 3-7-16,-7 5-5 15,-6 4-42-15,-7 1-6 16,-5-2-2-16,-23 2-29 0,-11-5-47 16,-23-5-66-16,-18 6-112 15</inkml:trace>
  <inkml:trace contextRef="#ctx0" brushRef="#br0" timeOffset="-79144.41">31227 18023 194 0,'0'0'115'0,"0"0"-48"0,0 0 11 0,0 0-30 0,0 0 2 15,-12 257-27-15,12-193-21 16,0 0 20-16,-7-12-16 15,-2-8 6-15,3-8-12 16,-7-3 18-16,1 3-17 16,12-8-2-16,-9-5-29 15,9-7-76-15,-6-3-112 16</inkml:trace>
  <inkml:trace contextRef="#ctx0" brushRef="#br0" timeOffset="-78743.71">30852 18753 379 0,'0'0'97'0,"0"0"-71"16,0 0 31-16,0 0-26 15,0 0 36-15,0 0-25 16,161-69 13-16,-127 30-23 15,0 3 12-15,-21-5-18 0,5 5-1 16,-2-4-5-16,-10-8-13 16,0 12 10-16,0 4-13 15,-6 0 7-15,0 4-11 16,0 0 0-16,0 3 0 16,0 1-7-16,0 1-8 15,-6 6 12-15,-22 9-2 16,3 4-1-16,-2 4 3 15,2 0-28-15,-3 0 11 16,6 0-35-16,-3 0 34 16,4 8-22-16,2 13-76 15,-3 2-5-15,10 5 17 0,12-4-19 16,0-4-35-16,0-7 67 16</inkml:trace>
  <inkml:trace contextRef="#ctx0" brushRef="#br0" timeOffset="-78511.28">31261 18352 199 0,'0'0'111'15,"0"0"-23"-15,0 0 3 16,0 0-39-16,34 232-18 15,-28-207-29-15,-6-14-5 16,0-3 0-16,0-4-31 0,0-4-16 16,0 0-25-16,0 0-9 15,0-12-141-15</inkml:trace>
  <inkml:trace contextRef="#ctx0" brushRef="#br0" timeOffset="-78344.41">31428 17970 691 0,'0'0'204'0,"0"0"-159"16,0 0-16-16,0 0-29 0,0 0-23 16,0 0-112-1,-27 36-40-15,27-36-23 0</inkml:trace>
  <inkml:trace contextRef="#ctx0" brushRef="#br0" timeOffset="-77979">31556 18568 559 0,'0'0'43'0,"0"0"-27"0,0 0-16 16,0 0 14-16,0 0-14 15,0 0 24-15,80-229-23 16,-49 153 23-16,-3 16-14 16,-9 20 2-16,2 12-5 15,-14 20-4-15,-1 8-6 16,-6 0-19-16,6 4-12 15,-6 40 34-15,0 20 12 16,0 13-11-16,0 3 2 16,0-4-3-16,0-4-8 15,-6-7-5-15,-7-6-2 16,1-15 15-16,12-11-48 0,0-17-3 16,0-16-45-16,0 0-153 15</inkml:trace>
  <inkml:trace contextRef="#ctx0" brushRef="#br0" timeOffset="-77825.72">31556 18568 479 0</inkml:trace>
  <inkml:trace contextRef="#ctx0" brushRef="#br0" timeOffset="-77760.03">31556 18568 479 0,'-62'-229'103'0,"148"186"-98"0,23-1 24 0,3-5 29 16,-10 13-89-16,-43 28-25 15,-6 0-76-15,-19 8-97 16</inkml:trace>
  <inkml:trace contextRef="#ctx0" brushRef="#br0" timeOffset="-77428.75">32170 18087 98 0,'0'0'246'0,"0"0"-184"16,0 0-3-16,0 0-6 0,-106 32-24 16,97-9-14-1,9 2-5-15,0 3-10 0,0-12-6 16,9 12 4-16,22-4-3 15,31 4 10-15,-15-3 6 16,12-2-4-16,-19-7-10 16,-6 5 8-16,-6-6-5 15,-22-2 0-15,-6 2 3 16,0 10-3-16,0 3 70 16,-22 8-38-16,-24 8 73 15,-7-4-58-15,-9-4-32 16,25-16 1-16,-3-8-16 0,6-12-7 15,12 0-41 1,9 0-99-16,7-15 16 0</inkml:trace>
  <inkml:trace contextRef="#ctx0" brushRef="#br0" timeOffset="-56927.91">19925 480 135 0,'0'0'89'0,"0"0"-75"0,0 0-3 0,0 0 23 0,0 0-23 16,0 0 2-16,0 0 11 16,0 0 4-16,0 0 3 15,0 0 9-15,0 0 25 16,0 0-28-16,0 0 0 15,0 0-29-15,0 0 18 16,0 0-20-16,0 0 12 16,0 0-6-16,0 0-2 15,0 0 5-15,0 0-5 16,0 0 23-16,-6 0-29 0,-4 0 8 16,4 0-10-1,0 0 2-15,-6 0 1 0,-4 0 8 16,4 0 2-1,-1 0-15-15,1 0 0 0,-4 0 11 16,4 0-15-16,-10 0 8 16,-2-3-8-16,-4 3 1 15,-6 0 3-15,3-4 0 16,15 4 1-16,-3-4 7 16,-2 0-5-16,8-1-6 15,-5 5 6-15,-4 0-4 16,-3 0 1-16,-9 0-5 15,-6 0 0-15,6-3 5 16,-7 3 6-16,7-8-6 16,3 3 0-16,-3 5-6 0,6-3 3 15,3 3 6-15,-2 0-6 16,-8 0-1-16,-5 0-1 16,-6 0 2-16,-13 0-5 15,3 0 2-15,9 0 5 16,7 0-9-16,0 0 2 15,9 0 3-15,-10 0-17 16,7 3 21-16,-6-3 1 16,0 0-2-16,-1 13 2 15,-5-10 0-15,12 2-3 16,-7-1 8-16,23-4-5 16,-4 4 6-16,-3 0-12 0,-3 4 7 15,-6 0-3 1,10-5 2-16,-4 6 0 0,3-5-4 15,-9 0 7-15,6 4-10 16,-6 0 10-16,3 4-6 16,-3-1 5-16,-1-3-4 15,1 9 4-15,0-4-4 16,9-2 2-16,-2 1 0 16,-8 4-7-16,11 0 15 15,-17 4-15-15,13 0 14 16,4-7-13-16,2-2 11 15,3 1-10-15,-9 1 3 16,10 10-2-16,-16-2 2 16,6 7 4-16,3-5-13 15,-3 1 18-15,9 4-14 0,-15-7-1 16,28 15-2-16,-22-8-3 16,0 0 11-16,4 0-1 15,-11 5 3-15,8 6-5 16,2-3 11-16,-3 0-6 15,9-3 3-15,-2-10-6 16,14 6 6-16,-5-6-5 16,6 2 2-16,-4 7 0 15,-2 4-2-15,0 0 4 16,-4 12-3-16,-3 4 7 16,-2-4-12-16,-4-4 5 15,13-11-2-15,-4-9-12 0,10 4-2 16,-13-5 5-16,10 2 3 15,-10 7 6-15,-9 0-17 16,4 4 14-16,-4 0-2 16,9-7 4-16,4-6 4 15,2-3-3-15,7 1-3 16,-6 2 5-16,12 6-2 16,-16-1 3-16,16 4-5 15,-6 0 11-15,-6 8-11 16,-4 0 10-16,-3 0-8 15,1 4 6-15,-10 0 0 16,6-3 2-16,4-2-3 16,5-2-4-16,-2-5 8 0,15-1-11 15,0 2 10 1,0 0-10-16,0-2-3 0,-7-3 7 16,7 16-4-16,-6-8 5 15,0 5-2-15,0-10 10 16,6-6-15-16,0 3 12 15,0-4-8-15,0-4 6 16,0 8-6-16,0-4-3 16,0 4-3-16,12 0-18 15,-6 4 14-15,-6 1 12 16,0 3-17-16,0 4 18 16,0 0 4-16,0 0 7 15,0-4-8-15,0-8-2 0,0 4-1 16,0 0 1-16,0 4-4 15,22-4-8-15,-9 4 4 16,-7 5-7-16,-6 3 12 16,0-1 4-16,0 6-2 15,0-13 13-15,0 0-5 16,0-8-8-16,0-8-2 16,0 4 0-16,6 4-20 15,0 5 22-15,-6 3-1 16,0 3-9-16,0 10 19 15,0-5-9-15,0-8 13 16,0-8-10-16,0-4-1 16,0 0 8-16,0 0-12 0,0 8 10 15,16-3-5-15,-10 2 1 16,6 5-3 0,-5-3-1-16,8 11 0 0,-3-4 2 15,1 8 1-15,2-3-6 16,-2-1 8-16,-1 3-11 15,10 1 3-15,-4 4-3 16,10 4 8-16,-15-3-4 16,-1 4 2-16,10-2-5 15,-16-2 5-15,22-9 0 16,-3 0 0-16,-10-16 0 16,10 11-1-16,-3-6 1 15,-4-9 0-15,4 8 1 0,-3 0 0 16,-7 0 4-16,4-11-5 15,2 2 0-15,4-3 0 16,-3-7-1-16,8 6 1 16,-2 1-1-16,3 1 2 15,0 2-2-15,3 10-3 16,-3-2 4-16,-9-2 8 16,21-1-6-16,-6-8-2 15,0 0 5-15,6-4-10 16,1 0 7-16,5 1-4 15,13-6-13-15,3 1 15 16,3 1 3-16,-9 2 0 16,-9 6 2-16,-7-2-1 0,0-7 10 15,13 1-11-15,-7-5-6 16,13-5 3-16,-6 14-5 16,3-9 5-16,-3-5 0 15,-7 2-1-15,7 7 3 16,-7-4-3-16,4 0 8 15,-13-5-9-15,13 10 6 16,-13-6-5-16,25-2 1 16,-9-5-6-16,15 0 4 15,-9 0 2-15,0 0-7 16,3 0 18-16,-10 0-10 16,10 0 3-16,-9 0 0 15,0 0-4-15,0 0 0 16,-7 0-6-16,-6-8 1 0,22-9 4 15,-9 1-11-15,0-4 12 16,9-8 3-16,-9 12-2 16,-7-4 0-16,1 1 12 15,-1-6-13-15,1-3-5 16,5-4-6-16,4-4 11 16,-3-4 2-16,-7 4 10 15,1 4-12-15,-7 0 1 16,-6 0 21-16,7-1-3 15,-1 10 7-15,0-10-24 16,7 5 4-16,-7-8 0 16,13-4-4-16,6 0-2 0,3-4 6 15,-3 0-14-15,-1 3 14 16,-8 5-7-16,-19 5 2 16,9-2 1-16,-6 2-2 15,1-2-3-15,-17 5-1 16,29-8 8-16,-13 4-3 15,0-13 5-15,0 9 2 16,-9-8-7-16,3 0 3 16,6 0-4-16,0-4 0 15,-3 0 17-15,3 4-17 16,0-5 11-16,6 2-8 16,1-6-6-16,5-2 3 15,-5 2-4-15,-1 9 5 0,-15 0-1 16,-10 8 3-16,4 0-1 15,-7-12-2-15,10 4 2 16,-3 0-2-16,8-9 5 16,1 6-5-16,-3-2 5 15,-3-7-6-15,-4 15 1 16,-5-6 0-16,15 3 0 16,-7 4 0-16,-2-1-4 15,0-3 11-15,-4 5-13 16,-9-2 12-16,13-3-6 15,3 8 0-15,-10-4 0 16,10-1-1-16,-4 5 1 16,-5-3-6-16,-4-2 13 0,4-3-7 15,-7 4 7-15,6-4-12 16,4-5 5-16,-10 2-2 16,0-6 1-16,-6 1-5 15,0 4 4-15,0 4-2 16,0 16 0-16,0-4 8 15,0 4 2-15,0 0-5 16,0-5 5-16,0-6 0 16,0-9-9-16,0-1 9 15,0 2-6-15,0 3 0 16,0-9 6-16,0 9-16 16,0-4 22-16,0 4-14 15,-19 0 4-15,-2 8-4 16,2 0 7-16,-3 3-5 0,4 1 8 15,2-8-8-15,-2 16 5 16,-4-12-2-16,3 8 11 16,7-8-12-16,-3-4-3 15,2 8 7-15,-6-1-4 16,4 5 2-16,-4-19-3 16,4-2-2-16,2-2 1 15,1-2 0-15,0 9-5 16,-10 3 2-16,-6 10 3 15,9-5 0-15,-8 8 2 16,8-1 5-16,-3 6 2 16,-3-10 9-16,4-3-18 15,2-3 4-15,-3-6-8 16,4 9 8-16,-4 12-18 0,-3-4 25 16,-3 8-11-16,10-4 8 15,-4 4-8-15,3-4 0 16,-2-1 3-16,8-6-7 15,-5-2 2-15,-4-3 0 16,3 4 2-16,-15 8 0 16,-6 3 0-16,6 10 4 15,-13-5-8-15,7-1 10 16,-6 2 11-16,12-6-13 16,-7 10 12-16,16-6-16 15,-21-2-2-15,12-1 2 0,6 4-3 16,-6-4 6-16,-7 3-1 15,-11 1-2-15,18 5 0 16,-4 2 7-16,4 5-3 16,0-3 3-16,0-1 2 15,9 0-5-15,-15 3-1 16,6 1-3-16,-6 0-13 16,-1 0 9-16,1 1-1 15,0 3 10-15,12-5-10 16,-9 5 13-16,2-3-10 15,14 3 13-15,-10-5-19 16,3 5 8-16,-6 0 0 16,9 0 5-16,-9 0-5 0,-7 0-1 15,-5 0-1 1,12 0-4-16,0 0 0 0,-7 0 4 16,7 0 4-16,16 0-4 15,-10 0 1-15,9 5 1 16,-2-5 1-16,-10 0 0 15,9 0-2-15,-12 3 3 16,3-3-3-16,3 5 2 16,9-5 5-16,-15 3-6 15,12 1 0-15,4 0-1 16,-16-4 2-16,15 4-8 16,-15-4 12-16,18 5-10 0,4-5 10 15,-13 0 0 1,16 0-5-16,-16 0-4 0,10 8 4 15,-4-8 0-15,7 8 0 16,5-5 8-16,-8 1-20 16,9 0 27-16,0-4-25 15,-1 0 17-15,-8 0-7 16,15 0 0-16,-13 4-1 16,1-4-1-16,-4 5-2 15,4-2-5-15,6 5 18 16,0 0-22-16,6-8 11 15,0 5-14-15,0-5-60 16,0 0-116-16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3:08:53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8152 4086 494 0,'0'0'69'0,"0"0"-64"0,0 0-5 0,0 0 28 0,0 0-5 15,0 0 14-15,0 0 42 16,-13-12-36-16,13 12 6 16,0 0-30-16,0 0 13 0,0 0-31 15,0 0 13-15,0 0-10 16,-6 0-1-16,-6 0 7 16,-10 0 5-16,10 0 18 15,-1 0-12-15,-2 0 12 16,15 0-23-16,0 0-10 15,0-24-5-15,46-24 2 16,57-20 3-16,48-21 11 16,39-19-9-16,42-12-2 15,50-4 6-15,13 3-2 16,6 18 14-16,-35 14-17 16,-46 32-1-16,-46 26-13 0,-59 23-37 15,-22 8-39-15,-53 3-71 16,-27 33-75-16,-13 5-155 15</inkml:trace>
  <inkml:trace contextRef="#ctx0" brushRef="#br0" timeOffset="664.99">8294 3596 243 0,'0'0'140'0,"0"0"-75"0,0 0-5 0,0 0 3 0,0 0-44 0,0 0 24 16,25-44-7-16,-3 41 5 15,-4-1-6-15,-11 4 0 16,-7 0-30-16,0 0 0 16,0 0 2-16,0 40 17 15,-25 24 3-15,-37 16-25 16,-9 0 20-16,2-8-15 15,17-8-1-15,-1-7-6 16,13-21 3-16,12-8-6 16,9-12 8-16,19-12 1 0,0-4-2 15,0 0-8-15,59 0-12 16,28 0 16-16,21-28 4 16,-2 0 12-16,-19 4 7 15,-29 16-11-15,-17-1-12 16,-20 9 1-16,-8 0-2 15,-13 0 2-15,0 0-14 16,0 0 13-16,28 0-45 16,-3 0-117-16,-4 0-455 15</inkml:trace>
  <inkml:trace contextRef="#ctx0" brushRef="#br0" timeOffset="1481.52">12158 2682 536 0,'0'0'97'0,"0"0"-91"0,0 0 15 0,-75 245-12 0,75-149-7 16,0 1 10-16,0-1-10 15,0-20 9-15,0 4-2 16,0-23-6-16,0-18 8 16,0-6 7-16,0-18-1 15,0-10 2-15,-6-5-14 16,-22 0-2-16,10-41-3 15,-16-31-22-15,-7-20 22 0,29-24 22 16,6-17-2 0,6-7-18-16,0 4-4 0,0 3-2 15,46 13-2-15,19 27-18 16,3 21 3-16,7 33-9 16,-10 14-8-16,3 17 27 15,-15 8 11-15,12 0 14 16,-3 8 2-16,-3 17 17 15,-3-9-32-15,-19 7 3 16,-3 10-4-16,-28 6-4 16,-6 18 4-16,-65 15 12 15,-62 17-2-15,-34 3-9 16,-7-4 9-16,29-16-10 16,30-16-26-16,38-20-48 0,37 0-94 15,34-20-229-15</inkml:trace>
  <inkml:trace contextRef="#ctx0" brushRef="#br0" timeOffset="1797.68">12418 3216 498 0,'0'0'87'0,"0"0"-69"0,0 0-9 0,0 0-9 16,0 0 6-1,0 0-6-15,422 153 4 0,-317-202 37 16,-12-19 7-16,10-20 1 16,-38-12-36-16,-25-5-9 15,-34 13-8-15,-6 12-24 16,-6 20-1-16,-81 15-13 15,-34 42 7-15,-12 3-15 16,0 0 41-16,18 36 8 16,16 12 0-16,40-1-128 15</inkml:trace>
  <inkml:trace contextRef="#ctx0" brushRef="#br0" timeOffset="2347.66">13321 2995 289 0,'0'0'239'0,"0"0"-201"16,0 0 30-16,0 0-35 16,0 0 0-16,0 0 8 15,0 157 3-15,0-117-44 16,0-8 16-16,12-4-14 15,-6-11 6-15,0-14-5 0,-6-3-2 16,0 0 14 0,0 0-2-16,0-12 15 0,0-40-20 15,0-33 11-15,0-18-1 16,10-10-10-16,30-12-8 16,6 6-12-16,7 6-1 15,12 16-10-15,-3 17 7 16,-15 24-4-16,12 25 7 15,-19 15-40-15,0 11-8 16,1 5 39-16,-7 8 22 16,-16 28 0-16,-2 5 0 15,-16 11-10-15,0 4-14 16,0 0 13-16,-34 0 22 0,-13-7-2 16,1-5-6-16,18-25 34 15,15-2-7-15,13-14-30 16,0 5-8-16,19 1 0 15,49 7 8-15,13 0 10 16,6 4 42-16,-7 8-32 16,-15 0 19-16,4 0-18 15,-17-1 29-15,-5-6-44 16,-7-9-6-16,-6 0-41 16,7-12-6-16,-17 0-57 15,-24 0-282-15</inkml:trace>
  <inkml:trace contextRef="#ctx0" brushRef="#br0" timeOffset="3103.5">16334 1949 122 0,'0'0'422'0,"0"0"-367"0,0 0 24 0,-341 88-14 0,261-29 8 0,15 14-29 15,24 7 18-15,20 5-47 16,21 3 8-16,0-8-23 16,0-19-4-16,55-14 2 15,17-11-14-15,15-19 11 16,6-17-14-16,9 0 14 15,-3 0-18-15,-6-33-19 16,-12-11-14-16,-7-4 2 16,-9-1-2-16,-3 2-11 15,-15 11 39-15,-13 11 23 0,-22 17 5 16,-12 8 6 0,0 0 24-16,0 0 56 0,6 33-19 15,10 11-35 1,15 4 0-16,25 0-31 0,15-8 0 15,16-7-2-15,15-6-5 16,4-7 5-16,-7-7-10 16,-12-10 11-16,-25-3-11 15,-22 0 9-15,-15 0-13 16,-16 0-59-16,-9-3 44 16,0-26 3-16,0-7-9 15,-49 0-45-15,-23-12-375 16</inkml:trace>
  <inkml:trace contextRef="#ctx0" brushRef="#br0" timeOffset="3281.6">17057 2358 639 0,'0'0'175'0,"0"0"-149"0,0 0 1 0,0 0 4 0,0 0-31 15,0 0-5-15,34-8-67 16,-9-33-156-16,-10-11-283 16</inkml:trace>
  <inkml:trace contextRef="#ctx0" brushRef="#br0" timeOffset="3429.85">17218 2029 870 0,'0'0'35'15,"0"0"-34"-15,0 0-2 16,0 0-10-16,0 0 5 16,0 0-6-16,279-100-24 15,-211 59-53-15,-9 9-292 16</inkml:trace>
  <inkml:trace contextRef="#ctx0" brushRef="#br0" timeOffset="3812.88">17798 2301 672 0,'0'0'136'15,"0"0"-136"-15,0 0 27 16,0 0-19-16,0 0 30 16,0 0-16-16,93-228-22 15,-31 168-17-15,9 12-56 16,4 19-52-16,-29 25 26 15,-12 4 18-15,-12 25 44 16,-3 39 37-16,-7 11 47 16,28 2-15-16,1-5-26 15,33-16-6-15,0-7-8 0,-2-18 7 16,2-10 2 0,-6-21 2-16,-9 0 2 0,16 0-5 15,-29-44 5 1,-5-16 90-16,-17-21-26 0,-8 1-61 15,-16-5-8-15,0 5-10 16,0 21-9-16,0 6 3 16,0 21 3-16,0 12-36 15,0 4 1-15,0 0-67 16,0 9-310-16</inkml:trace>
  <inkml:trace contextRef="#ctx0" brushRef="#br0" timeOffset="4046.3">19568 1893 424 0,'0'0'214'0,"0"0"-184"0,0 0 15 0,28 252-38 16,-15-188-7-16,21-11-12 15,-12-6 2-15,-10-14-29 16,-6-9 19-16,-6-17-14 16,0-7-154-16,0 0-192 15</inkml:trace>
  <inkml:trace contextRef="#ctx0" brushRef="#br0" timeOffset="4413.39">19475 1700 733 0,'0'0'217'0,"0"0"-217"16,0 0 11-16,0 0-11 15,0 0 8-15,0 0-5 16,357-116-3-16,-264 96-5 16,19 20 4-16,2 0-55 15,-8 8 11-15,-10 40 12 16,-9 12 27-16,0-7-11 15,-7-10 16-15,-2-11 1 16,2 1 2-16,7-18-2 16,15-15 0-16,-2 0-3 0,14-12-22 15,-14-40-2-15,-14-20 27 16,-17-20 13-16,-29-5-8 16,-40 9 11-16,0 12-16 15,-9 40 0-15,-91 12-3 16,-5 24 20-16,-31 16-12 15,18 48-4-15,-3 0-1 16,40 0-12-16,28-3-91 16,19-25-304-16</inkml:trace>
  <inkml:trace contextRef="#ctx0" brushRef="#br0" timeOffset="5679.2">13268 4572 437 0,'0'0'65'0,"0"0"-48"0,0 0 47 0,0 0 15 0,-40 220-2 15,40-140-41-15,6-3-19 16,40 3-7-16,-5-8-10 0,-7-5 4 16,-16-6-1-16,-5-9-4 15,-13-16 8-15,0-3-9 16,0-22 4-16,0-2 10 16,0-9 7-16,0-33-19 15,-31-43-71-15,-10-28 71 16,7-12 6-16,0-20-1 15,16-13 7-15,-4 16-3 16,22-3 5-16,0 24-10 16,0 28-2-16,0 11 1 15,53 26-6-15,15 11-1 16,6 15-27-16,-9 21-12 0,-9 0 19 16,-9 16 19-16,-23 33 5 15,-8 7 7-15,-16 8-3 16,0 8 9-16,-50 8 1 15,-37 0 0-15,10 4 5 16,3-11-8-16,12-9-5 16,15-24-6-16,35-24-44 15,12-8-127-15,0-8-229 16</inkml:trace>
  <inkml:trace contextRef="#ctx0" brushRef="#br0" timeOffset="5961.1">14055 4993 290 0,'0'0'212'0,"0"0"-193"0,0 0-19 0,0 0-2 0,0 0 2 16,0 0 17-16,283-69 88 15,-218-23-31-15,-19-20-46 16,-18 0-21-16,-28 3-13 15,0 25 6-15,-22 32 0 16,-43 27-24-16,-37 25-51 16,-16 13 75-16,-3 54 2 15,13 18-2-15,27-1-28 0,35-4-32 16,33-23-94 0,13-6-106-16</inkml:trace>
  <inkml:trace contextRef="#ctx0" brushRef="#br0" timeOffset="6411.13">14691 4752 557 0,'0'0'71'0,"0"0"-71"15,0 0-6-15,0 0 5 16,0 0-14-16,0 0 15 15,-40 184 11-15,40-184 4 16,0 0-2-16,0-12-11 0,0-35 1 16,-22-30 15-16,10-20-2 15,5-22 1-15,1-6-4 16,6 1-13-16,0 19-2 16,6 25-21-16,29 32 12 15,-4 24 11-15,-4 24-26 16,-5 0-39-16,-3 0 50 15,-7 36 15-15,4 8 7 16,-16 5 3-16,0 3-10 16,0 4 0-16,0 0 4 15,0-4-1-15,-10-8 7 16,4-8 15-16,6-11 25 0,0-14-49 16,47-7 13-16,27-4 1 15,7 0-3-15,-13 0 19 16,-15 5-2-16,-19 11-29 15,-9 12-11-15,-19 16 3 16,9 8 5-16,-9-8 2 16,1-12-216-16</inkml:trace>
  <inkml:trace contextRef="#ctx0" brushRef="#br0" timeOffset="6993">16989 4359 9 0,'0'0'612'15,"0"0"-518"-15,0 0-7 0,0 0-46 0,0 0-34 0,0 0-7 16,-112-249 29-16,78 153 14 15,0-4-30-15,15 11-4 16,-3 13 5-16,4 16-8 0,2 24 4 16,-2 20-9-16,5 16-1 15,13 0-53-15,-15 12 50 16,-16 37 2-16,-19 15 1 16,-2 3 0-16,-1-15-6 15,19-3-63-15,9-1-78 16,-15-1-57-16,-7 6-175 15</inkml:trace>
  <inkml:trace contextRef="#ctx0" brushRef="#br0" timeOffset="7309.34">17122 4235 347 0,'0'0'123'16,"0"0"-105"-16,0 0 23 15,0 0-40-15,468 56 17 16,-313-104 50-16,0-16 27 16,-21-9-49-16,-41-11-12 15,-41-8-11-15,-30 15-22 16,-22 2 2-16,-28 10 0 15,-71 17-6-15,-16 15-18 0,-12 30-48 16,-6 3 55-16,-1 24 12 16,13 40 0-16,35 8-46 15,33-8-29 1,31-15-140-16</inkml:trace>
  <inkml:trace contextRef="#ctx0" brushRef="#br0" timeOffset="7609.88">18514 3898 238 0,'0'0'95'0,"0"0"4"15,0 0 13-15,0 0-47 16,0 0-20-16,406-12-3 15,-303-40-5-15,-10-25 16 16,-13-15-14-16,-21-5-31 16,-31 22 5-16,-28 6 2 15,0 25-6-15,-68 20-9 16,-25 17-8-16,-13 7-1 16,-2 3 9-16,15 45-21 15,12 9-80-15,41 7-68 16,28-17-324-16</inkml:trace>
  <inkml:trace contextRef="#ctx0" brushRef="#br0" timeOffset="8259.29">17510 3188 511 0,'0'0'67'0,"0"0"9"0,0 0-20 0,0 0 10 16,0 0-41-16,0 0 13 15,155 0 16-15,-47-8-25 0,4-8 2 16,-10 0-30 0,-15-1 4-16,-22 6-5 0,-3 3-9 15,-9 4-71-15,-7-4-9 16,-12-5-73-16,-21-2-97 15</inkml:trace>
  <inkml:trace contextRef="#ctx0" brushRef="#br0" timeOffset="8560.04">17590 2995 497 0,'0'0'95'16,"0"0"-48"-16,0 0 58 15,0 0-25-15,0 0-50 16,403 0-15-16,-276 0-10 16,1-8-5-16,-17-20-34 0,-30 0-79 15,-13 9-112 1</inkml:trace>
  <inkml:trace contextRef="#ctx0" brushRef="#br0" timeOffset="24265.46">14502 7583 257 0,'0'0'20'0,"0"0"15"0,0 0-1 0,0 0-2 16,0 0-32-16,0 0 24 16,0 0 4-16,0 0 3 15,0 0-3-15,0 0 0 16,0 0-2-16,0 9-15 0,0-6-13 15,0-3 13-15,0 0-8 16,0 0-3-16,0 0 0 16,0 0 23-16,0 0 2 15,0 8 11-15,0-3-26 16,0-2-4-16,-13 6-5 16,7-6-1-16,-6 2 2 15,-4 6 3-15,4-3-5 16,0 4 0-16,5-12-2 15,-8 16 6-15,9-3-3 16,-7-1 0-16,7 4-1 16,-3-8 0-16,-4 12-1 15,7-8-2-15,-12 0 1 0,18 8-3 16,-16-8 4-16,10 8-1 16,-7 0 0-1,-2 0 2-15,9-3 1 16,-7 2-1-16,13 1 5 0,-6 0-11 15,0-4 7-15,-10 4-1 16,10-4 0-16,-6 0 0 16,-1-4-3-16,4 4 10 15,3-3-11-15,0-1 11 16,6 4-11-16,-6-4 6 16,6-1-4-16,0 6 2 15,0-6-2-15,0 5 0 16,0 1 1-16,0-1 1 15,0 4 1-15,0-4 7 0,0 0-7 16,0 4 10-16,0-4-9 16,-7 4-2-16,7 0 0 15,-6 1 0 1,-16-6-2-16,22 6 4 0,-6-1-2 16,6-1 5-16,0-2-10 15,-6-6 4-15,6 2 1 16,0-1 0-16,0-1 1 15,0 2-1-15,0 7-2 16,0 0 2-16,0-1 0 16,0 6 0-16,0-1 4 0,0 4-7 15,0-3 3 1,-6-2 0-16,0-3-2 0,6-4 6 16,0 0-14-1,0-8 12-15,0 4-9 0,0 1 13 16,-10 2-11-16,10 1 9 15,-6 5-4-15,0-6 0 16,0 1-1-16,6 1-2 16,-7 3 6-16,1-1-6 15,6 6 9-15,-9-1-12 16,9-1 11-16,0-2-7 16,0 3 2-16,0-8 0 15,0-3-7-15,0-6 14 16,0 1-13-16,0 5 9 15,0-2-5-15,0 5 4 0,0-4-4 16,0 1 3-16,0 2-3 16,0-2 2-16,0-2 0 15,0 1-4-15,0 1 4 16,0-2-2-16,0 6-4 16,9-6-3-16,4 6 9 15,-1-6-2-15,-6 2 2 16,4 3 0-16,-4-9-6 15,-6-2 6-15,6-2-1 16,6-3-8-16,-12 0 1 16,22 0-6-16,-16 0 7 15,7 0 12-15,8 0-17 0,-2 0 5 16,15 0-21-16,-9 0 21 16,9-19 7-16,-6-6 15 15,-3 5-11 1,3 9 5-16,-7-2 4 0,-8 10-11 15,5-6 1-15,-2 6 3 16,2-10 0-16,4 2-6 16,3-9-4-16,9-8 4 15,-6 3 0-15,-3 1 0 16,3 8 0-16,-16 4 0 16,1 4 4-16,-4 0-2 15,3 0 5-15,1-4-6 0,8-8-1 16,-2 4-3-1,3-12 3-15,-4 4 0 0,4-1 2 16,-3 2-4-16,2 2 4 16,-15 9-1-16,7 1 2 15,-7 3-1-15,0 3-2 16,0-7 1-16,4-4-5 16,-4 0 4-16,6-7-1 15,1-2-1-15,-4-3 0 16,-3 9-2-16,-6-2 4 15,6 5 13-15,-6 4-12 16,7 4 13-16,-7-1-8 16,0-2-3-16,0-1-3 0,0-4 8 15,12-4-4-15,-12 0-8 16,16-4 1-16,-10 4 3 16,0 4-8-16,0 0 17 15,-6 4 7-15,0-1-15 16,0-3 12-16,0 1-10 15,6-6-5-15,1-11 5 16,2 5-3-16,3-6 3 16,-12 5-3-16,7 8 0 15,-7-4 0-15,0 8 1 16,0-1 4-16,0 10 1 16,0-1 0-16,0 4-5 0,0-5-1 15,0-7 5 1,0-7-10-16,6-5 5 15,0 4-10-15,3-1 20 16,-9 5-11-16,0 4 3 0,0 4 2 16,0 4 1-16,0-8 4 15,0 4-9-15,0-12 0 16,0 0-1-16,0-8 3 16,0-8-4-16,0 8-4 15,0 12 6-15,0-4 8 16,-9 11-4-16,3-2 2 15,-7-9-4-15,7 15-2 16,0-15 7-16,-10 12-10 16,4-7 9-16,-10 6-12 15,4-7 13-15,-1 12-15 16,4-4 12-16,2 1-4 16,-9 3 0-16,10-1 8 0,6 1-13 15,-7 0 9-15,-2 5-8 16,3-2 8-16,-1-3-1 15,7 8-1-15,-16-8-2 16,10 8-24-16,-10 0-11 16,10 0 35-16,-1 0 16 15,13 0 3-15,-6 0-16 16,6-4-6-16,-9-4-20 16,-4 5 7-16,1 3 16 15,-3 0 0-15,-4 0 4 0,7 0-4 16,-4 0 27-16,4 0-20 15,5 0 9-15,7 0-15 16,-12 0 3-16,3 0-3 16,-4 0-1-16,1 0 0 15,6 0-15-15,-10 0 14 16,10 0-9-16,-6 3-22 16,-1 17-9-16,4-4 20 15,-4-8-33-15,1 4-8 16,-10-12 7-16,10 0-9 15,-22 0-100-15</inkml:trace>
  <inkml:trace contextRef="#ctx0" brushRef="#br0" timeOffset="55019.07">22650 6757 344 0,'0'0'52'0,"0"0"-38"0,0 0-9 0,0 0 15 0,0 0-3 15,0 0 6-15,0 0 23 16,0 0 4-16,-12 0-3 16,12 0 34-16,0 0-35 15,0 0 0-15,0 0-34 16,0-8 1-16,0-20 6 16,0-20 30-16,0-12-16 15,12-16 3-15,10-20 4 16,18-13-28-16,1-20-2 15,12-7-7-15,-1-8-6 16,16 12-29-16,-15 7 32 16,-6 29 0-16,-1 32-71 0,-6 28 69 15,-12 24-17-15,3 12-5 16,31 0-30-16,4 40 54 16,-4 23 3-16,9 14 11 15,-31 15-10-15,-12 9-4 16,-28-1-13-16,0-3-26 15,0-14-46-15,-6-6-104 16,-41-21-95-16</inkml:trace>
  <inkml:trace contextRef="#ctx0" brushRef="#br0" timeOffset="55236.92">22743 6028 238 0,'0'0'636'0,"0"0"-636"0,0 0 5 0,0 0 23 0,0 0 2 16,0 0-30-16,450-33-4 15,-329 1-75-15,-22 0-144 16,-6 0-218-16</inkml:trace>
  <inkml:trace contextRef="#ctx0" brushRef="#br0" timeOffset="55519.02">23686 5867 458 0,'0'0'153'16,"0"0"-116"-16,0 0 22 15,0 0 0-15,127 212-52 16,-59-176-7-16,-2-7-5 15,2-17-4-15,-16-4 5 16,4-8-17-16,-9 0 18 16,-1-5 3-16,-5-39 33 15,-10-12-11-15,-3-8 5 16,-22 8-6-16,-6-4-21 0,0 16 23 16,0 11-21-1,0 2 24-15,-6 11-26 0,-22-1-8 16,28 9-46-16,-7 12-94 15,7 0-223-15</inkml:trace>
  <inkml:trace contextRef="#ctx0" brushRef="#br0" timeOffset="55886.82">24564 5975 439 0,'0'0'228'16,"0"0"-175"-16,0 0-31 0,0 0 12 15,0 0-27-15,0 0-6 16,99-173-1-16,-77 153-15 16,-10 17-10-16,-12 3-8 15,0 0 33-15,12 23 42 16,-5 6 35-16,20-1-49 15,8-12-2-15,-1-12-26 16,12-4-8-16,19 0 8 16,3 0 1-16,4-12 18 15,-10-1-1-15,-22 5 12 16,13 5-17-16,-13 3-2 16,7 0-9-16,-7 0-4 0,13 0 0 15,-7 0-24 1,1 0-25-16,9 0-13 0,-4 0-67 15,1 0-53 1,-7-16-111-16</inkml:trace>
  <inkml:trace contextRef="#ctx0" brushRef="#br0" timeOffset="56085.04">25853 5795 325 0,'0'0'351'0,"0"0"-341"16,0 0 12-16,0 0-1 0,0 0-21 16,0 0-15-16,307 136-40 15,-207-136 28 1,-4 0-14-16,-25-20-53 0,-24-4-67 16,-19-4-45-16</inkml:trace>
  <inkml:trace contextRef="#ctx0" brushRef="#br0" timeOffset="56285.35">25974 5810 672 0,'0'0'3'0,"0"0"21"0,0 0-24 16,0 0 48-16,0 0-21 15,0 0-27-15,245-100-149 16,-245 61-275-16</inkml:trace>
  <inkml:trace contextRef="#ctx0" brushRef="#br0" timeOffset="56404.2">25974 5810 556 0,'128'-211'20'15,"-76"214"-20"-15,1-3-4 16,6 0 3-16,15 0-63 16,-12 4-117-16</inkml:trace>
  <inkml:trace contextRef="#ctx0" brushRef="#br0" timeOffset="56801.1">26808 5554 316 0,'0'0'256'0,"0"0"-176"15,0 0 45-15,0 0-95 16,0 0-23-16,0 0 22 16,121 88-9-16,-68-36-20 15,-6-3-20-15,5-10-6 16,-11-14-103-16,-1-17 129 16,-6-8 15-16,-6 0 24 0,6 0-24 15,3-33 29 1,-3-11-5-16,7-15-29 0,-1-2-8 15,0 1-2 1,-6 0 0-16,13 4-70 0,-7 12-35 16,-6 16 54-16,-15 19 47 15,-7 9-11-15,4 0 15 16,-10 17 85-16,13 19-25 16,9 11-10-16,-1 6-30 15,4 7 7-15,4-4-25 16,5 0-2-16,-6-4-3 15,-9-8-6-15,-10 9-15 16,-8-21 7-16,-7-12-16 16,0-16-80-16,0-4-42 0,0-16-40 15</inkml:trace>
  <inkml:trace contextRef="#ctx0" brushRef="#br0" timeOffset="57117.55">27590 5329 385 0,'0'0'294'0,"0"0"-277"0,0 0 63 0,0 0-17 15,0 0-23-15,0 0-13 16,301 52 2-16,-215-27-28 0,11-6-1 16,-4-2-18-16,6 2 17 15,0-6-12-15,10-9-14 16,24-4 13-16,-12 0 13 15,6-20-4-15,0-16 5 16,-6-25-7-16,-22 6-59 16,-24-9 63-16,-35 11-2 15,-40 9-2-15,-9 12 2 16,-78 23 3-16,-25 9 2 16,-9 5 55-16,-6 39 0 15,19 9-32-15,36-17-23 16,38-5-156-16,22-11-410 15</inkml:trace>
  <inkml:trace contextRef="#ctx0" brushRef="#br0" timeOffset="58417.14">30532 4427 430 0,'0'0'106'0,"0"0"-33"0,0 0 22 0,0 0-19 16,0 0-31-16,0 0-38 15,-133 80 9-15,133-36-8 16,59 5 6-16,15 3-9 15,7-1 11-15,24 10 17 16,10-5-29-16,0-4 14 16,-10 5-13-16,-12-1-8 15,-18 0 3-15,-23-4 0 0,-24 0-8 16,-9-8 8 0,-19 9 13-16,0-10 16 0,-59 17 26 15,-43-7-37-15,3-9 4 16,-1-8-18-16,20-16-4 15,11-12-15-15,11-8-6 16,5 0-42-16,-3-56-54 16,10-24-126-16</inkml:trace>
  <inkml:trace contextRef="#ctx0" brushRef="#br0" timeOffset="58600.18">30684 4672 448 0,'0'0'325'16,"0"0"-325"-16,0 0 11 16,0 0-11-16,0 0 7 15,0 0 1-15,329-113 7 16,-174 61-15-16,31-7-6 16,-12-7-160-16,-13 7-121 15</inkml:trace>
  <inkml:trace contextRef="#ctx0" brushRef="#br0" timeOffset="59017.08">32523 4155 566 0,'0'0'41'0,"-87"216"13"0,41-95 3 0,-7 7 10 0,19-12-41 16,0-3-10-16,9-13-15 15,3-17 12-15,4-14-9 16,18-5-8-16,-22-12-18 15,-3-16-19-15,3-4-70 16,-18-32-152-16</inkml:trace>
  <inkml:trace contextRef="#ctx0" brushRef="#br0" timeOffset="59300.15">31928 4323 719 0,'0'0'47'15,"0"0"-40"-15,0 0 2 16,0 0-18-16,0 0-21 16,0 0-148-16</inkml:trace>
  <inkml:trace contextRef="#ctx0" brushRef="#br0" timeOffset="59631.53">33038 4996 492 0,'0'0'199'0,"0"0"-176"15,0 0-4-15,0 0-15 16,0 0 1-16,0 0-5 16,0 12-21-16,6-12 3 15,9 0-22-15,-15 0 22 16,0 0 18-16,0 0 5 16,0 0 30-16,0 0 14 15,0 8-14-15,-15 8 17 0,-10 1-16 16,10-6-23-16,15-11-13 15,0 0-178-15</inkml:trace>
  <inkml:trace contextRef="#ctx0" brushRef="#br0" timeOffset="60298.02">32064 4382 37 0,'0'0'407'0,"0"0"-401"0,0 0 51 0,0 0 39 15,0 0-27-15,0 0-19 16,-49-72-8-16,49 72 28 16,-7 0-24-16,7 0 9 15,-6 0-3-15,0 0-20 16,6 0-9-16,0 0-13 15,0 0-10-15,0 0 4 16,0 0-6-16,0 0 3 16,0 0-2-16,0 0-17 15,0 0 11-15,0 0 7 0,0 0 0 16,0 0 14-16,-12 0-14 16,2 0-2-16,-2 0 2 15,12 0 22-15,0 0-19 16,0 0-6-16,0 0-23 15,0 0 1-15,0-3-20 16,0-2-36-16,0-6-46 16,0 2-107-16</inkml:trace>
  <inkml:trace contextRef="#ctx0" brushRef="#br0" timeOffset="60847.4">33218 5073 351 0,'0'0'43'0,"0"0"-33"0,0 0-7 0,0 0-3 0,0 0-4 16,0 0-1-16,-59-24 10 16,59 24-4-16,0 0 31 15,0-4 1-15,-7 0-7 0,1 0-25 16,-9-1-1-16,9 2 2 15,-1 3 31-15,1 0 2 16,6 0-24-16,0 0-10 16,0 0-1-16,0 0 1 15,0 0 0-15,0 0 5 16,0 0-6-16,0 0-29 16,0 0-78-16,0 0-20 15,0 0-82-15</inkml:trace>
  <inkml:trace contextRef="#ctx0" brushRef="#br0" timeOffset="84760.89">12390 12640 272 0,'0'0'66'0,"0"0"-56"0,0 0-5 0,0 0-5 0,0 0 8 16,0 0 5-16,0 0 28 15,0 0 3-15,22-16-11 16,-22 16 13-16,0 0-11 16,0 0-5-16,0 0-1 15,0 0-5-15,0 0 20 16,0 0-23-16,0 0 9 0,0 0-28 15,0 0 14 1,0 0-9-16,6 0-6 0,7 0 15 16,8 0-16-16,4 0 25 15,-3 0-12-15,9 0-2 16,3 5-10-16,6-5 10 16,7 11-8-16,-7-6-1 15,0-2 6-15,13 2-3 16,3-5 7-16,-10 0-7 15,13 0 10-15,3 0-12 16,3 0 10-16,4 0-3 16,-4 0 5-16,-3 0-9 15,3 0-4-15,-3 0 23 16,-9 0-23-16,-13 0 11 0,13 0-12 16,-7 0 13-16,13 0-9 15,3 0-4 1,-3 0 3-16,9 0-4 0,-3 0 0 15,-9 0 1-15,9 0-7 16,-18 4 18-16,9 4-21 16,-10-5 17-16,1 2-12 15,-7 3 8-15,6-8-4 16,-11 8 2-16,11-4-1 16,-6 4 5-16,-9 0-4 15,10 0 0-15,-1-4 1 16,0 4-5-16,7-4 7 15,-1 0-6-15,-5-1 2 16,-1 2-1-16,0-2 0 16,7-3 6-16,-1 5-9 0,1-1 7 15,9-4-8-15,3 0 10 16,-1 0-10-16,4 0 6 16,-9 0-2-16,-6 0 1 15,-7 0 1-15,-6 0-2 16,-6 0 2-16,-3 0-7 15,9 0 12-15,-6 0-11 16,3 0 13-16,-3 0-9 16,0 0 0-16,-10 0-7 15,-12 0 2-15,1 0 9 16,-1 0-9-16,-6 0 10 16,0 0-6-16,0 0 14 0,0 0-17 15,0 0 4-15,0 0-20 16,28 0-50-16,0 0-59 15,-16 0-215-15</inkml:trace>
  <inkml:trace contextRef="#ctx0" brushRef="#br0" timeOffset="86876.95">23407 11204 43 0,'0'0'67'0,"0"0"16"0,0 0-6 0,0 0 7 16,0 0-10-16,0 0-4 16,0 5-51-16,0-5-6 0,0 0-11 15,0 0 27-15,0 0 2 16,0 0-7-16,0 0 7 15,0 0-6-15,0 0-5 16,0 0-15-16,0 0 19 16,0-20-16-16,0 7 31 15,0-15-13-15,0 1-2 16,0-9-10-16,12-9 5 16,16-7-14-16,-3-4 0 15,15-8-10-15,-5 7 15 16,17 1-11-16,-5-4 3 15,2 12 3-15,-11-7-2 16,30-2-3-16,-15 1 0 0,2 0 4 16,-2 12-8-1,-13 3 8-15,7 5-9 0,-13 8 3 16,-9 8 1-16,9 1-9 16,-22 10-9-16,10-2-37 15,-3 3-61-15,-13 3-58 16,-6 5-215-16</inkml:trace>
  <inkml:trace contextRef="#ctx0" brushRef="#br0" timeOffset="87808.92">23218 10855 72 0,'0'0'77'0,"0"0"-15"0,0 0-14 0,0 0 9 0,0 0-44 16,0 0 10-16,28 0-5 15,-22 0-11-15,0 0-1 16,-6 0-6-16,0 0 16 15,0 0-9-15,0 0 35 16,0 0-3-16,0 0 19 16,0 0-16-16,0 0-5 15,0 0-13-15,0 0-5 16,0 0-19-16,10 0 2 16,-4 0 3-16,6 13 4 15,1 7 9-15,2 4-14 16,-15 4 25-16,6 0-22 15,-6 0 19-15,0 8-13 0,0-11 2 16,0-6-9 0,0 1-5-16,0-12 10 0,0 0-9 15,0 1 5 1,0-6 2-16,0 5-8 0,0-3-1 16,0-5-1-16,0 0 1 15,0 0 2-15,0 0 16 16,0 0-13-16,0 0-5 15,0 0-17-15,13-25 17 16,27-6 2-16,0-2 22 16,7 1-14-16,-13 9-6 15,-9 6-2-15,-4-2 3 16,-2 14-6-16,3-3 6 16,-16 4-10-16,-6 4 5 0,0 0-6 15,0 0-3-15,0 0-25 16,0 0 34-16,0 0 1 15,0 4 10-15,0 9-7 16,0-6 0-16,0-3-4 16,0 0-14-16,0-4-86 15,0 0-117-15,0 0-208 16</inkml:trace>
  <inkml:trace contextRef="#ctx0" brushRef="#br0" timeOffset="90723.62">25165 11016 62 0,'0'0'123'15,"0"0"-109"-15,0 0 17 0,0 0 5 0,0 0 13 16,0 0 16-16,0 0-20 16,0 0 6-16,0 0 9 15,0 0-4-15,0 0-12 16,0 0-1-16,0 0-16 15,0 0-8-15,0 0-14 0,0 0-2 16,0 0 3 0,0 0-3-16,0 0 24 0,0 0 2 15,0 0 5-15,0 0-22 16,0 0 2-16,0 0-14 16,0 0-19-16,0-31-2 15,13-5 21-15,21-17 17 16,6-11-8-16,0 7-2 15,13-7-2-15,0 4-2 16,-1 4-1-16,4 8-2 16,-9 8-3-16,-7 12-12 15,-21 3-3-15,9 18-13 0,-16 3 4 16,-12 4-22 0,0 0-5-16,0 0-16 0,0 11-115 15</inkml:trace>
  <inkml:trace contextRef="#ctx0" brushRef="#br0" timeOffset="91556.06">24858 10988 149 0,'0'0'0'0,"0"0"0"0,0 0 5 0,0 0 27 0,0 0 7 0,0 0 4 16,81-44-4-16,-81 44 11 15,6-4-21-15,0-4 10 16,0 8-15-16,1 0-5 16,-1 0-19-16,0 0 7 15,-6 0 6-15,22-4-9 16,-10 0 0-16,-6 1-4 16,-6 3-5-16,0 0 5 15,0 0 8-15,0 0-2 16,0 0 27-16,0 0 9 15,0 0-9-15,0 11-8 0,10 9 1 16,-10 4-8 0,0-12-11-16,0 4-8 0,0 1 5 15,6 2 4-15,-6 1 13 16,0 1 18-16,0-17-2 16,0 7-25-16,0-11-8 15,0 5 1-15,0-5-1 16,0 3-2-16,0-3-2 15,0 0-5-15,0 0 3 16,12 0-4-16,1 0 2 16,15 0-23-16,6-3-11 15,12-22 38-15,1 6 3 16,-7 2 10-16,-6 6-11 0,-15 3 5 16,-13-5-2-16,-6 9-8 15,0-4 3-15,0 8-10 16,0 0-4-16,0 0 14 15,0 0 5-15,0 0-3 16,0 0-2-16,0 0-16 16,0 0 15-16,6 0-85 15,-6 0-138-15</inkml:trace>
  <inkml:trace contextRef="#ctx0" brushRef="#br0" timeOffset="93836.74">24477 9681 112 0,'0'0'52'0,"0"0"22"0,0 0 21 15,0 0-21-15,0 0-6 16,0 0-42-16,0 0-6 15,0 0-14-15,0 0 17 16,0 0 4-16,0 0 10 16,0 0-6-16,0 0-6 15,0-13 8-15,0 2-15 16,0-9 3-16,0-8-19 16,0-5 6-16,0-6-6 0,0-5-2 15,0-5 0 1,0 1-3-16,0 8 3 0,0 8 1 15,0 8 2-15,0 7 7 16,0 6-20-16,0 3 9 16,0 4-9-16,0 4 9 15,0 0-4-15,0 0 0 16,0 0-21-16,-22 23-42 16,-9 10-27-16,3 11-90 15</inkml:trace>
  <inkml:trace contextRef="#ctx0" brushRef="#br0" timeOffset="94056.83">24477 9681 81 0</inkml:trace>
  <inkml:trace contextRef="#ctx0" brushRef="#br0" timeOffset="94203.52">24477 9681 81 0,'260'-105'88'0,"-226"105"14"0,7 0-32 0,-10-36 38 0,15-8-45 0,-18 0-37 16,-6 0 7-1,-10 8-10-15,-12 8-11 0,0 0 7 16,0 20-13-16,0 8 27 15,0 0-29-15,-34 0 2 16,-12 8-6-16,5 23-17 16,-11 2 1-16,11 0-23 15,7-14-41-15,6-11 1 16,16-4-11-16,12-4-48 16</inkml:trace>
  <inkml:trace contextRef="#ctx0" brushRef="#br0" timeOffset="94503.24">25063 9501 177 0,'0'0'27'16,"0"0"-7"-16,0 0 43 15,0 0-10-15,0 0-29 16,183 7 3-16,-137-39 39 15,-12 0-8-15,13 1 7 16,-22-2-12-16,-10 0-1 16,-9 2-2-16,-6-2-28 15,0 10 1-15,0-6-17 16,0 6 15-16,-28 15-21 16,-18 8-15-16,-7 0-4 0,7 0 13 15,-1 19-6-15,7 14-24 16,18-10-55-16,16-2-85 15,6-6-133-15</inkml:trace>
  <inkml:trace contextRef="#ctx0" brushRef="#br0" timeOffset="94937.25">25934 9095 430 0,'0'0'97'0,"0"0"-76"0,0 0-11 0,0 0-6 0,0 0 0 16,0 0-2-1,-201 233-4-15,166-189 5 0,1-12-2 16,10-15 4-16,17-10-5 16,-14-7-11-16,21 0-52 15,0-15-113-15</inkml:trace>
  <inkml:trace contextRef="#ctx0" brushRef="#br0" timeOffset="95135.36">25934 9095 349 0,'-294'-88'163'16,"312"88"-111"-16,10 0-12 15,0 0-25-15,3 0-15 16,9-12-39-16,16-8-51 15,-31-1-148-15</inkml:trace>
  <inkml:trace contextRef="#ctx0" brushRef="#br0" timeOffset="95369.09">26074 9239 477 0,'0'0'0'15,"0"0"-58"-15,0 0-13 16,0 0-233-16</inkml:trace>
  <inkml:trace contextRef="#ctx0" brushRef="#br0" timeOffset="96750.89">26126 9400 327 0,'0'0'144'0,"0"0"-144"0,0 0-2 0,0 0 2 0,0 0 0 16,0 0-1-16,0-20 1 16,0 20 44-16,0 0 31 15,0 0-8-15,0 0 2 16,0 0-17-16,0 0-52 16,0 0-9-16,0-4-29 0,0 0-50 15,0-4-17-15,0 0-21 16,0-1-15-16,0 6 62 15</inkml:trace>
  <inkml:trace contextRef="#ctx0" brushRef="#br0" timeOffset="98765.36">26536 9817 94 0,'0'0'240'0,"0"0"-222"0,0 0 17 0,0 0-3 0,0 0-19 16,0 0-10-16,46 41-3 0,1-34 1 16,-1-3 1-16,-6 0 16 15,-5 4 17-15,5 5-4 16,-9-10-12-16,-3 14 10 15,0-6-15-15,-10 2 16 16,-5-1 3-16,2-1 6 16,-15 6-14-16,0 7 5 15,0-1 17-15,0 18-35 16,-40-1 16-16,6-8-17 16,-7-16 19-16,7 4-27 15,10-20-3-15,8 0-11 16,-9 0-47-16,10-24-74 15,-4-24-83-15,1-12-241 16</inkml:trace>
  <inkml:trace contextRef="#ctx0" brushRef="#br0" timeOffset="98861.24">26536 9817 478 0</inkml:trace>
  <inkml:trace contextRef="#ctx0" brushRef="#br0" timeOffset="98949.2">26536 9817 478 0,'145'-224'141'0,"-111"224"-132"0,25 0 4 16,16-25 25-16,33-11-29 15,-36 5-9-15,2-2-9 16,-15 1-123-16,-13 0-74 16</inkml:trace>
  <inkml:trace contextRef="#ctx0" brushRef="#br0" timeOffset="99365.22">27711 9404 452 0,'0'0'97'0,"0"0"2"16,0 0 12-16,-140 208-36 16,112-155-30-16,16-6-4 15,0 2-39-15,-4-9-4 16,4-8 1-16,5-4-12 0,1-8-19 16,0-12-2-1,-3 0-49-15,3-8-75 0,-13 0-74 16</inkml:trace>
  <inkml:trace contextRef="#ctx0" brushRef="#br0" timeOffset="99636.21">27283 9400 761 0,'0'0'71'0,"0"0"-37"16,0 0 33-16,0 0-26 15,0 0-41-15,0 0-6 16,46 21-78-16,-30-14-54 15,-16-7-221-15</inkml:trace>
  <inkml:trace contextRef="#ctx0" brushRef="#br0" timeOffset="99914.66">27866 9737 339 0,'0'0'112'15,"0"0"-96"-15,0 0 62 16,0 0-47-16,0 0-31 16,0 0-26-16,31-56 6 15,-22 56-34-15,-9 0 54 16,0 0 18-16,0 0 35 15,0 0-27-15,0 12-17 16,0-8-9-16,0-4-77 0,0 0-266 16</inkml:trace>
  <inkml:trace contextRef="#ctx0" brushRef="#br0" timeOffset="126156.67">28908 13379 155 0</inkml:trace>
  <inkml:trace contextRef="#ctx0" brushRef="#br0" timeOffset="137294.17">33019 13078 245 0</inkml:trace>
  <inkml:trace contextRef="#ctx0" brushRef="#br0" timeOffset="145659.09">28728 15347 12 0,'0'0'110'0,"0"0"-105"0,0 0-5 0,0 0-21 0,0 0-85 0</inkml:trace>
  <inkml:trace contextRef="#ctx0" brushRef="#br0" timeOffset="168557.43">22771 7675 438 0,'0'0'131'0,"0"0"-111"0,0 0 17 0,0 210 49 0,0-187-21 0,0 9-35 0,13-7 13 16,-13 6 14-1,0 2-44-15,0 6 21 0,0 10-24 16,0-9-10-1,0-12-2-15,0-9-61 0,-19-10-10 16,-3-9-18-16,-9 0-28 16,-9 0 25-16,-16-9-194 15</inkml:trace>
  <inkml:trace contextRef="#ctx0" brushRef="#br0" timeOffset="168972.49">21888 7628 341 0,'0'0'385'16,"0"0"-376"-16,0 0 25 0,0 0 25 15,0 0-39-15,0 0 6 16,40-45 39-16,22 26-6 15,25-6-25-15,6 1 7 16,6 1-13-16,10-2-7 16,5-3-19-16,-8 4-4 15,-1 4-23-15,-2 12-14 16,-17 8 11-16,-27 0-4 0,-3 0 14 16,-31 28-2-1,-13 4 14-15,10 8-14 0,-16 4 20 16,-6 12-6-16,0 13 6 15,-53 11 6-15,-55 24 5 16,-38 8 8-16,-21 4-15 16,21-8-3-16,-3-14 7 15,50-22 10-15,25-25-18 16,39-19-2-16,23-20-63 16,12-8-73-16,0 0-250 15</inkml:trace>
  <inkml:trace contextRef="#ctx0" brushRef="#br0" timeOffset="169241.19">22911 7896 482 0,'0'0'33'0,"0"0"-32"0,0 0 35 0,0 0-31 0,0 0-1 16,341 128 1-16,-273-128 0 0,-3 0-5 16,-3-11-14-1,-15-14-13-15,-7-3-1 0,-15 4-42 16,-3-4-49-16</inkml:trace>
  <inkml:trace contextRef="#ctx0" brushRef="#br0" timeOffset="169458.2">23094 7716 738 0,'0'0'155'0,"0"0"-153"0,0 0 23 16,0 0-15-16,0 0-7 15,0 0-3-15,77-16-37 16,-30-12-32-16,-13-8-148 16,-12-8-354-16</inkml:trace>
  <inkml:trace contextRef="#ctx0" brushRef="#br0" timeOffset="169623.25">23094 7716 530 0,'180'-221'258'0,"-180"221"-253"15,0 0 28-15,34-3-11 16,19-14-16-16,27-7 9 16,-2 0-15-16,2 0-66 15,-12 0-90-15,-40 4-69 16,-28 4-87-16</inkml:trace>
  <inkml:trace contextRef="#ctx0" brushRef="#br0" timeOffset="169839.1">23547 7327 529 0,'0'0'164'16,"0"0"-65"-16,0 0-33 15,0 0-6-15,0 0-42 16,0 0 27-16,-13 124-36 16,94-92-9-16,6-12-1 15,-1 0-1-15,14-4 2 0,-20 1 0 16,-5 2 1-1,-35 1 6-15,6 13-9 0,-33 14 2 16,-13 9-11-16,0 1 11 16,-13-5 8-16,-42-15 4 15,2-10-12-15,19-15-7 16,3-12-55-16,-3 0-23 16,6 0-109-1,9-8-153-15</inkml:trace>
  <inkml:trace contextRef="#ctx0" brushRef="#br0" timeOffset="170373">24604 7307 181 0,'0'0'190'15,"0"0"-90"-15,0 0 33 16,0 0-19-16,0 0-38 16,0 0-27-16,-143-17 16 15,97 65-33-15,-1 13 6 16,7-1-21-16,15 4 12 16,10-8-13-16,15-7-11 15,0-10-5-15,15-6 0 16,44-9-1-16,15-12-16 15,19-12 7-15,7 0-16 16,2-20 12-16,-9-16-24 0,-12 0-18 16,-29 3-9-1,-18 5-74-15,-21 9 36 0,-13 11 57 16,0 8 46-16,0 0 39 16,0 0 77-16,0 0-28 15,6 0-76-15,28 0-3 16,7 3 21-16,11-3-12 15,16 0-10-15,-2-8-1 16,-11-32 1-16,-2 0-3 16,-34-8-4-16,-4 0 13 15,-15 8-8-15,0 7 10 16,-28 10 16-16,-31 15-31 16,-9 3-2-16,9 5-22 15,10 0 8-15,24 5-59 16,19 23-203-16</inkml:trace>
  <inkml:trace contextRef="#ctx0" brushRef="#br0" timeOffset="170839.87">25379 7583 73 0,'0'0'372'0,"0"0"-321"0,0 0 75 0,0 0 13 15,0 0-66-15,0 0-24 16,226-201-16-16,-198 165-6 15,-3 17-27-15,-3 2 0 16,-10 17-6-16,10 0-12 0,3 0-42 16,9 8 46-16,12 25 14 15,1-2 1-15,-7 5 4 16,7-11-2-16,5-9-3 16,-11-8 9-16,-1-8-7 15,-6 0 3-15,0-24 22 16,0-32 2-16,-27-4-22 15,5-1 6-15,-12 10-6 16,0-1-7-16,0-1-17 16,0 21-16-16,0 4-24 15,12 20 28-15,16 8-38 16,-9 0 3-16,3 0 34 0,-10 12 30 16,3 24 44-16,-2 4 25 15,-1 4-2-15,16 17-29 16,-3-6-12-16,-3 6-13 15,-4 3-4-15,10-8-9 16,0-7-12-16,-9-10-15 16,9-6-10-16,-22-14 34 15,6-10-15-15,-12-9 17 16,0 0-86-16,0-25-10 16,0-27-150-16</inkml:trace>
  <inkml:trace contextRef="#ctx0" brushRef="#br0" timeOffset="171172.48">26188 7174 652 0,'0'0'184'0,"0"0"-100"0,0 0-29 0,0 0 2 0,0 0-35 16,0 0-8-16,152 8-5 15,-65 0-9-15,-6 9 0 16,6 3-23-16,-1-1 18 15,-5 14-21-15,-22 3 13 16,3-16 1-16,3-1 2 16,-3-10 10-16,3-9-5 15,10 0-37-15,-1-25-5 16,-3-31 15-16,-9 1 5 16,-21-9-16-16,-23 0 18 0,-18 7 16 15,0 12 18-15,0 18 32 16,-46 23-3-16,-19 4 40 15,3 0-37-15,-4 23-22 16,-2 18 7-16,22 3-26 16,33-24-48-16,13-15-217 15</inkml:trace>
  <inkml:trace contextRef="#ctx0" brushRef="#br0" timeOffset="173486.22">29441 6873 381 0,'0'0'196'0,"0"0"-196"0,0 0 1 0,0 0 20 0,0 0-7 0,0 0-3 16,295-139 1-1,-221 130 0-15,-15 9 9 0,-10 0-21 16,-18 0 2-16,-3 9 2 16,-21 22-7-16,-7 5 6 15,0 16 29-15,0 1 6 16,-7 2-18-16,-27 2-10 15,9-9-9-15,4-15 7 16,15-2-7-16,6-11-1 16,0-12-16-16,0-3-20 15,6-5 25-15,40 0 9 16,1 8 2-16,5-8 2 16,-2 3 12-16,-19-3-7 15,3 16 5-15,-28 1-9 16,10 3 11-16,-16 11 5 0,0 13 15 15,-34 13 22-15,-47 7-2 16,-18 5-15-16,-16-5-23 16,7-12-8-16,36-9-2 15,10-19-12-15,44-7 6 16,5-17-8-16,13 0-38 16,0 0-46-16,7 0-108 15,58 0-14-15,15-33-224 16</inkml:trace>
  <inkml:trace contextRef="#ctx0" brushRef="#br0" timeOffset="173835.81">30458 7475 287 0,'0'0'263'0,"0"0"-262"16,0 0 23-16,0 0 3 0,0 0 23 0,0 0 12 15,394-8 7-15,-261-56-16 16,-12-12-21-16,-12-5 13 16,-38 9-21-16,-37-3 4 15,-34 10-21-15,0 1-7 0,-65 11 6 16,-31 14-18-16,-10 19 12 15,-8 20 0-15,2 0 1 16,-9 31 0-16,13 25 10 16,14 13-9-16,36-5-4 15,36-12-49-15,22-8-87 16,0-3-70-16,40-10-97 16</inkml:trace>
  <inkml:trace contextRef="#ctx0" brushRef="#br0" timeOffset="174219.42">32396 6825 635 0,'0'0'112'0,"0"0"-82"0,-192 241 21 0,130-165-10 0,15-11-29 16,1-1 8-16,12 0-20 15,9-17 0-15,-3-6-1 16,28-13-25-16,0-16-62 16,0-12-93-16,0 0-110 15</inkml:trace>
  <inkml:trace contextRef="#ctx0" brushRef="#br0" timeOffset="174417.69">31903 6773 509 0,'0'0'493'0,"0"0"-479"15,0 0 3-15,0 0-15 16,0 0-2-16,0 0-47 16,105-16-61-16,-58 16-230 15</inkml:trace>
  <inkml:trace contextRef="#ctx0" brushRef="#br0" timeOffset="174636.63">32783 7338 900 0,'0'0'152'0,"0"0"-145"15,0 0 15-15,0 0-22 16,0 0-82-16,0 0-68 0,-6-31-299 15</inkml:trace>
  <inkml:trace contextRef="#ctx0" brushRef="#br0" timeOffset="188904.99">24136 14217 215 0,'0'0'78'0,"0"0"-12"0,0 0 5 0,0 0-30 0,0 0 3 16,0 0-12-16,0 0 1 0,0 0-22 16,0 0 2-1,0 0-13-15,0 0 12 0,0 0 1 16,0 0 15-16,0 0 25 15,0 0-10-15,0 0-2 16,0 0-28-16,0 0 4 16,0 0-11-16,0 0 3 15,0 0-5-15,0 0 1 16,0 0 21-16,0 0-4 16,0 0 14-16,0 0-20 15,-7 0 12-15,7 0-24 16,0 0 11-16,0 0-14 0,0 0 10 15,0 0-4 1,0 0-2-16,0 16 11 0,0 4-15 16,0 8 17-16,0 8-13 15,13 0 14-15,27-3-17 16,7-2 1-16,5 5-1 16,1-8-1-16,3 5-1 15,-10-6 0-15,-5 1-4 16,-7 5-7-16,-16-9 2 15,10-4-30-15,-3-16-37 16,-3-4-128-16,-3 0-188 16</inkml:trace>
  <inkml:trace contextRef="#ctx0" brushRef="#br0" timeOffset="189705.72">23813 14458 22 0,'0'0'57'0,"0"0"0"0,0 0-18 0,0 0-2 0,0 0-4 0,0 0 34 16,81 0 11-16,-81 0-4 16,0 0-27-16,0 0 0 15,0 0-29-15,0 0-16 16,15 0 0-16,-8 0 1 16,-7 0 8-16,18 0 5 15,-18 0 36-15,6 0-23 16,1-13 14-16,2-2-12 0,-3-6-1 15,6-2-16-15,1-10-4 16,9 9-7-16,-4-4 6 16,-2-8-4-16,-10 4 5 15,12-4-7-15,-2-1 0 16,-16 14 5-16,19 3-8 16,-19 4-1-16,0 16-4 15,0-5-4-15,0 5-2 16,0 0-39-16,0 5 50 15,0 31 5-15,0 11 25 16,0 2-15-16,0-5-15 16,0-16 0-16,21 4-21 15,-2-8-16-15,9-16-84 0,-16 4-53 16,1-12-253 0</inkml:trace>
  <inkml:trace contextRef="#ctx0" brushRef="#br0" timeOffset="190471.28">24917 15007 50 0,'0'0'316'0,"0"0"-259"0,0 0 2 0,0 0 7 0,0 0-2 0,0 0-26 16,-6 12-3-16,6-28-9 15,0-8 9-15,0-12 9 16,0 8 16-16,0-13-17 16,0 5-16-16,0-8-10 15,18 1-10-15,4-1-6 16,-9-1 2-16,-1 9-3 15,3 15-38-15,-8 18 21 16,-7 3-9-16,0 0-11 16,0 0 37-16,0 24 18 15,-22 4-14-15,-3 0-4 0,3-8-4 16,16 0-31 0,0 1-81-16,6-6-98 0,0 1-262 15</inkml:trace>
  <inkml:trace contextRef="#ctx0" brushRef="#br0" timeOffset="190602.75">24917 15007 138 0</inkml:trace>
  <inkml:trace contextRef="#ctx0" brushRef="#br0" timeOffset="190840.15">24917 15007 138 0,'140'-64'168'0,"-112"83"-123"16,-10-14 17-16,16-5 40 16,7 0-73-16,-14 0 19 15,8 0-8-15,-4-8 39 16,15-20-37-16,-12-13-2 16,6 2-8-16,-18-2-20 15,-9 5 2-15,-13 13-3 16,0 10 16-16,0 9-8 15,0 4 6-15,-35 0-14 16,-11 0-16-16,6 0 5 16,-1 17-25-16,17 6-26 15,-4 5-32-15,15-4-28 16,13 1 10-16,0-9-89 16,0-4-81-16</inkml:trace>
  <inkml:trace contextRef="#ctx0" brushRef="#br0" timeOffset="191103.87">25506 14943 122 0,'0'0'109'0,"0"0"5"16,0 0 23-16,0 0-50 15,59 0-39-15,-31 0-23 16,12-4 8-16,-9-25-9 0,10-7 32 15,-13 0-18 1,-16 0-13-16,-12 8-20 0,0 5 14 16,0 10 27-16,0 13-17 15,-40 0-3-15,-7 0-26 16,1 0-8-16,12 8-23 16,9 8-43-16,3-4-82 15,22 4-95-15</inkml:trace>
  <inkml:trace contextRef="#ctx0" brushRef="#br0" timeOffset="191590.84">26080 14910 171 0,'0'0'520'0,"0"0"-450"0,0 0-4 0,0 0-22 16,0 0-25-16,0 0-2 15,167-212-12-15,-133 176-5 16,0-4-38-16,-21 12-26 0,15 3-78 16,-28 9-75-1</inkml:trace>
  <inkml:trace contextRef="#ctx0" brushRef="#br0" timeOffset="191803.37">25974 14497 543 0,'0'0'209'0,"0"0"-129"15,0 0-40-15,0 0-19 16,0 0-21-16,0 0-7 16,41 64-102-16,-16-56-225 15</inkml:trace>
  <inkml:trace contextRef="#ctx0" brushRef="#br0" timeOffset="192003.23">26195 14990 605 0,'0'0'102'0,"0"0"-78"16,0 0-13-16,0 0-11 15,0 0-42-15,0 0-23 16,24 0-81-16,-24 0-238 15</inkml:trace>
  <inkml:trace contextRef="#ctx0" brushRef="#br0" timeOffset="193435.71">25934 13788 177 0,'0'0'197'0,"0"0"-195"0,0 0-4 0,0 0-7 16,0 0-1-16,0 0 10 15,0 0 26-15,0 0 25 16,0 0 33-16,0 0-3 16,0 0-31-16,0 0 4 15,0 0-30-15,0 0 1 16,0 0-23-16,6 0 8 16,-6 0-5-16,13 0-5 15,-1 0 13-15,4 0-9 16,-10 0 14-16,22 3-10 0,-3 2 4 15,9 3-7-15,12 4 4 16,7-9-2-16,9 14 0 16,3-1-1-16,16-8-1 15,-1 0-3-15,1-8 10 16,12 8-11-16,-13-4 0 16,-5 7 6-16,-4-2-5 15,-9-1-2-15,-3 8 0 16,-12-16 2-16,-1 0-10 15,-18 0-2-15,-9 0 9 16,-19 0-14-16,0 0 11 16,0 0-11-16,0 0-22 15,0 0-118-15,0 0-260 0</inkml:trace>
  <inkml:trace contextRef="#ctx0" brushRef="#br0" timeOffset="194485.87">26160 13972 73 0,'0'0'117'0,"0"0"-98"0,0 0 6 0,0 0 12 16,0 0 7-16,0 0-8 0,35-4 6 15,-35 4-4-15,0 0 32 16,0 0 15-16,0 0 18 15,0 0-27-15,0-4-47 16,0-12-29-16,0 0-13 16,0 8 13-16,-22-8 9 15,3 8 16-15,-2-9-12 16,8 14 44-16,-5-9-23 16,2 4-19-16,16-8-15 15,-6 4-4-15,6-4-23 0,0 4 15 16,0-1 12-1,0 10 0-15,0 3 9 0,0 0-9 16,0 0-2 0,0 0-12-16,0 0 1 0,0 0 13 15,22 0 10-15,18-13 4 16,6 2-11-16,-15-14-3 16,10 10-64-16,-20-9-107 15,-8 4-284-15</inkml:trace>
  <inkml:trace contextRef="#ctx0" brushRef="#br0" timeOffset="198631.61">27652 13916 396 0,'0'0'72'0,"0"0"-46"0,0 0 4 0,0 0 0 0,0 0-12 16,0 0 14-16,0 0 34 0,18-8 39 15,-18 8-24 1,0-8-1-16,0 4-80 0,0-12-2 16,22-4-6-16,9 4 8 15,9-9 0-15,1 10-17 16,-7 7-12-16,0 8-12 15,-15 0 35-15,9 0-1 16,-16 0 3-16,3 8 4 16,-15 24 1-16,0 8 16 15,0-8-11-15,0 8 7 16,-34 5-13-16,0-14 0 16,6-7-1-16,-12 1 0 15,34-5-2-15,-13-4 3 16,19-1-8-16,0-2-45 0,0 3-10 15,0-4 15-15,13-4 30 16,-1 3 3-16,-12-6 13 16,0-1 4-16,0 0 6 15,0 0 54-15,0 12-1 16,0 4-22-16,-31 8-32 16,-9 8 8-16,-7 0-13 15,1-4-4-15,5-7-11 16,7-2-34-16,6-7-63 15,28-16-4-15,0 0-69 0</inkml:trace>
  <inkml:trace contextRef="#ctx0" brushRef="#br0" timeOffset="198946.97">28012 14201 326 0,'0'0'116'0,"0"0"-106"0,0 0-3 15,0 0 24-15,0 0-2 16,0 0 25-16,254-25-7 16,-214-3 24-16,-6-11 14 15,-15-2-35-15,-13-6-31 0,10 2-10 16,-16 1-9-1,0 16 0-15,0 7 12 0,-22 21-12 16,-31 0-1-16,0 8-6 16,-15 25-6-16,9 7-10 15,25-3-54-15,22-14-96 16,-4-10-155-16</inkml:trace>
  <inkml:trace contextRef="#ctx0" brushRef="#br0" timeOffset="199170.06">28012 14201 156 0</inkml:trace>
  <inkml:trace contextRef="#ctx0" brushRef="#br0" timeOffset="199297.8">28012 14201 156 0,'474'-28'417'0,"-446"0"-369"16,25-16 31-16,5-9 40 15,23-7-98-15,0 4-7 16,-7 0-11-16,1 7-3 0,-17 10-14 15,-11 6-39-15,-13 17 5 16,-15 13-48-16,-10 3 11 16,-9-5-48-16,0 5-122 15</inkml:trace>
  <inkml:trace contextRef="#ctx0" brushRef="#br0" timeOffset="199529.37">28647 13731 508 0,'0'0'303'0,"0"0"-221"15,0 0-1 1,0 0-9-16,0 0-67 0,-12 5-5 15,12-5-71-15,0 0-55 16,0 3-150-16,0 22-216 16</inkml:trace>
  <inkml:trace contextRef="#ctx0" brushRef="#br0" timeOffset="199713.75">28914 14184 303 0,'0'0'503'15,"0"0"-472"-15,0 0-31 16,0 0-15-16,0 0-14 16,0 0-152-16,99-119-155 15</inkml:trace>
  <inkml:trace contextRef="#ctx0" brushRef="#br0" timeOffset="203277.75">24864 16570 43 0,'0'0'26'0,"0"0"5"0,0 0 11 0,0 0-42 0,0 0-5 15,0 0-35-15,0 0-47 16</inkml:trace>
  <inkml:trace contextRef="#ctx0" brushRef="#br0" timeOffset="203682.98">24864 16570 133 0,'-21'25'180'15,"21"-17"-49"-15,0-8-50 16,0 3-17-16,0-3-49 16,0 0-13-16,0 0-2 15,0 0-23-15,0 0 1 16,0 0 22-16,0 0 0 0,0 5 24 15,0-1 20-15,-7 4-9 16,1 5 4-16,6-10-24 16,0 5-12-16,0-4-3 15,0-4-20-15,0 4 13 16,0 0 7-16,0 0 6 16,0 0 15-16,0 1 40 15,0-2-19-15,0-3-6 16,0 0-31-16,0 0-5 15,0-28-31-15,0-24 31 16,0-12 12-16,0-16 9 16,0-1 15-16,0-7-22 15,0 19 2-15,0 6-13 16,0 10-2-16,0 14 7 0,0 14-8 16,0 14 5-16,0 11-5 15,0 0-13-15,0 0 4 16,0 11 9-16,0 30 15 15,-40 11 3-15,-19 8-17 16,3-8 6-16,16-8-7 16,3-8-13-16,15-8-37 15,22-4-119-15,0-12-132 16</inkml:trace>
  <inkml:trace contextRef="#ctx0" brushRef="#br0" timeOffset="204761.26">25484 16467 186 0,'0'0'149'0,"0"0"-67"0,0 0-24 0,0 0-10 0,0 0-10 16,0 0-9-16,0 0-26 16,0 0 15-16,0 0-11 15,0 0 41-15,0 0 40 16,0 0-6-16,0 0 1 15,0 0-36-15,16 0-24 16,15 0-14-16,37 3 13 16,-3 2-13-16,38-5 11 0,-4 0-17 15,0 0 17-15,-3 0-19 16,-3 0-1-16,-28 0 0 16,-18 0 0-16,-25 0 0 15,-16 0-1-15,0 0-4 16,-6 0-22-16,0 0-8 15,0 0-101-15,-34 0-195 16</inkml:trace>
  <inkml:trace contextRef="#ctx0" brushRef="#br0" timeOffset="206458.11">26929 16013 262 0,'0'0'104'0,"0"0"-96"0,0 0 15 0,0 0-4 0,0 0-19 0,0 0-10 15,261-63 8-15,-221 63-8 16,-12 0 6-16,-3 0 4 16,-13 23 28-16,-12 6 26 15,0 2-17-15,0-3 6 16,0 1-25-16,-25 7-3 15,13-8-14-15,-3 0 2 16,-4-4-2-16,19-12 0 16,0 8-1-16,0-15-13 15,0 10 7-15,0-7-14 16,34-4 6-16,-9 5-27 16,15-6 36-16,-34 13 5 15,10 1 2-15,-16 2 21 0,0 9 24 16,0-3 8-1,0-2 3-15,0 6 10 0,-40-9-51 16,-16 4-11-16,-3-4-6 16,-16-4-18-16,10-12 6 15,19-4-5-15,12 0-37 16,21 0-64-16,13-20-59 16</inkml:trace>
  <inkml:trace contextRef="#ctx0" brushRef="#br0" timeOffset="206792.52">27810 16302 114 0,'0'0'21'0,"0"0"42"0,0 0 20 0,0 0 17 16,0 0-46-16,0 0-7 15,357-197-30-15,-351 153 21 16,-6 5-17-16,0 3 32 16,-47 0-28-16,-5 3-2 15,-10 10-12-15,15 10 17 16,1 9-13-16,18 4-7 0,-3 4 23 15,-19 45-31-15,13 7-29 16,3 4-60-16,12-16-135 16</inkml:trace>
  <inkml:trace contextRef="#ctx0" brushRef="#br0" timeOffset="207356.63">26821 16899 234 0,'0'0'149'0,"0"0"-47"0,0 0-33 0,0 0-26 0,0 0 0 0,0 0-9 15,-13 0-5-15,13 0-16 16,0-3 22-16,62-10 25 16,10 2 23-16,36-9-16 0,4 0-10 15,9-1-47 1,0 6-5-16,-6-1-5 0,-16 3-10 16,-6 1-46-16,-25 9-93 15,-37 3-151-15</inkml:trace>
  <inkml:trace contextRef="#ctx0" brushRef="#br0" timeOffset="207823.06">26908 17641 522 0,'0'0'51'0,"0"0"-11"0,0 0 22 0,0 0 7 0,0-240-28 0,0 168 9 15,0-4-34-15,15 4-7 16,-15 0-8-16,0 11-2 15,0 17-31-15,0 20-31 16,0 20 63-16,0 4-4 16,0 0-47-16,0 48 51 15,0 12-14-15,0 12-48 16,0-11-17-16,0-13-100 16</inkml:trace>
  <inkml:trace contextRef="#ctx0" brushRef="#br0" timeOffset="208121.98">27190 17356 409 0,'0'0'123'15,"0"0"-111"-15,0 0 31 16,0 0 5-16,0 0-19 15,0 0-7-15,208 33-11 16,-168-66 22-16,6-10-2 0,-11-9 38 16,-23-5-22-1,-6 6 4-15,-6 2-44 0,0 13 13 16,0 16-17 0,-28 12-3-16,-9 8-18 0,-3 0-19 15,-1 20 24-15,-5 29-21 16,6 2-67-16,18-2-131 15</inkml:trace>
  <inkml:trace contextRef="#ctx0" brushRef="#br0" timeOffset="208281.15">27190 17356 469 0</inkml:trace>
  <inkml:trace contextRef="#ctx0" brushRef="#br0" timeOffset="208440.2">27190 17356 469 0,'387'77'50'0,"-306"-77"4"0,12-11-13 16,0-38 37-16,9-19-52 15,-61 11 5-15,-23 10 11 16,-18-1-31-16,0 4 11 15,-12 3-5-15,-28 13-6 0,-7 12-10 16,-9 16-1 0,10 0-30-16,-7 8 14 0,7 36-13 15,5 4-83 1,23-7-126-16</inkml:trace>
  <inkml:trace contextRef="#ctx0" brushRef="#br0" timeOffset="208921.81">28579 16811 668 0,'0'0'75'0,"0"0"-58"0,0 0 12 0,0 0-21 0,62-8-10 0,-22 1 4 15,25-1-4-15,-24 0-10 16,5 0-74-16,-18-4-36 16,-22-4-118-16</inkml:trace>
  <inkml:trace contextRef="#ctx0" brushRef="#br0" timeOffset="209104.92">28548 16515 358 0,'0'0'225'15,"0"0"-199"-15,0 0 112 16,0 0-49-16,0 0-51 16,0 0-12-16,285-9-26 15,-223-7-65-15,-37-4-180 16</inkml:trace>
  <inkml:trace contextRef="#ctx0" brushRef="#br0" timeOffset="209787.44">29522 16695 283 0,'0'0'199'0,"0"0"-156"0,0 0 32 0,0 0-23 0,0 0-33 16,0 0 3-16,0-212 12 16,0 139-25-16,15-14-6 15,4 2-1-15,2 1-2 16,-14 16-8-16,-7 20-12 16,0 12 0-16,0 31 20 15,6 5 35-15,-6 0 12 16,0 5 4-16,0 39-40 0,0 12-2 15,-28 4-6-15,-12 4-6 16,9-8-24-16,-4-8-122 16,14-8-106-1</inkml:trace>
  <inkml:trace contextRef="#ctx0" brushRef="#br0" timeOffset="210206.48">30011 16519 632 0,'0'0'153'0,"0"0"-101"0,0 0-21 0,0 0 31 0,0 0-41 15,0 0-21-15,332 0-12 16,-257 0-77-16,-13-8-113 16,-22-13-227-16</inkml:trace>
  <inkml:trace contextRef="#ctx0" brushRef="#br0" timeOffset="212493.62">31053 16555 417 0,'0'0'18'0,"0"0"-7"0,0 0 35 0,0 0-23 0,0 0-9 0,0 0-1 15,-12 8 16-15,12-8 12 16,-6 12 32-16,-4 4 14 16,-2 8-52-16,6 5-6 15,0-6-19-15,6 1 12 16,0-4-21-16,0-4 2 15,0-4 0-15,0-4-3 16,0 5 6-16,0-6-3 16,18 1 1-16,10-3-1 15,-3-5-5-15,-3 0 7 16,24 0-10-16,-6-8-4 16,13-41 9-16,9-11 1 15,-3-12 15-15,-6 0-1 0,0 7-7 16,-19 6-10-1,-6 7 2-15,-16 7 0 16,-12 5-8-16,0 0-3 16,0 4 12-16,-6 4-4 0,-28 12 3 15,0 20-14-15,-19 0-17 16,12 0 31-16,-11 32 0 16,-1 0-62-16,0 12-29 15,13-3-25-15,6-14 10 16,22 13-12-16,-4-16 22 15</inkml:trace>
  <inkml:trace contextRef="#ctx0" brushRef="#br0" timeOffset="212885.86">31788 16639 492 0,'0'0'80'0,"0"0"31"0,0 0 4 0,0 0-61 0,0 0-52 16,0 0 12-16,-121 205-13 16,103-166-2-16,5-3-31 15,-2-3-6-15,2-9-70 16,13-12-106-16</inkml:trace>
  <inkml:trace contextRef="#ctx0" brushRef="#br0" timeOffset="213602.21">32204 16226 478 0,'0'0'121'0,"0"0"-13"0,0 0-24 15,0 0-48-15,0 0-35 16,0 0 3-16,0 32 6 0,0-32-13 16,0 0 6-1,12 0 1-15,22 0-4 0,6 0-2 16,7 0 1-16,0 0-6 16,-7 0-5-1,-12 0-24-15,-10 0 31 0,-5 24 0 16,-13 17 5-16,0-2 8 15,-6 17 11-15,-41-4-17 16,7-7-1-16,6-5-1 16,15-4 1-16,7-12-7 15,2-3 10-15,10-10-8 16,0 1-23-16,0-4-7 16,0-8 3-16,0 0 2 15,16 0-1-15,-10 0-8 16,13 0 31-16,-4 0 7 0,-15 0 19 15,6 0-9-15,-6 16 48 16,0 0 21-16,0 8-33 16,0-3-28-16,0-10-13 15,0 1-4-15,-21 4-1 16,-38 0 0-16,-34 1-26 16,12-9 24-16,7-8-11 15,15 0-95-15,31-5-157 16</inkml:trace>
  <inkml:trace contextRef="#ctx0" brushRef="#br0" timeOffset="-214680.32">28427 18006 475 0,'0'0'14'0,"0"0"21"0,0 0 20 0,0 0-36 0,0 0-15 15,0 0-4-15,-6 0 14 16,6 0 5-16,0 0 43 16,0 0 10-16,25 0-7 15,37 0-36-15,24 0-6 16,1 0-4-16,13 0-17 15,-7-3 6-15,-13-10 3 16,-12 2-22-16,-9-1 11 16,-18-1-38-16,-14 5-9 15,-14 1-33-15,-13-1-65 0,0 3-81 16</inkml:trace>
  <inkml:trace contextRef="#ctx0" brushRef="#br0" timeOffset="-214211.3">28532 17815 380 0,'0'0'121'0,"0"0"-86"0,0 0 14 0,0 0 26 16,0 0-8-16,0 0-4 15,242-13-21-15,-167 5-7 16,-4 1-19-16,3 2-13 15,1-7-3-15,-10 4-32 16,-9-5-41-16,-25 2-133 16,-16 3-253-16</inkml:trace>
  <inkml:trace contextRef="#ctx0" brushRef="#br0" timeOffset="-213497.5">29475 17995 39 0,'0'0'206'0,"0"0"-193"0,0 0-9 0,0 0 30 16,0 0 12-16,0 0 8 15,109 164-8-15,-85-160-34 16,17 0 9-16,-7 4-12 0,-6-3 18 15,-3-2-1-15,9-3 5 16,6 0-5-16,6 0-1 16,16-36-19-16,-9-12 30 15,0-9 13-15,-7-6-28 16,-5-6 10-16,-13 1-27 16,-4 8 22-16,-2 12-20 15,-22 4-1-15,0 8-1 16,0 4-4-16,0 0 0 15,0 8 9-15,-46-1 10 16,-23 14-18-16,-5-2-1 16,-4 13-20-16,4 0 20 0,0 0-1 15,21 5 1 1,0 31-2-16,19 11 2 0,0 10-6 16,0 7 6-16,15 0-6 15,-2-3-42-15,14-9-49 16,1-13-110-16,6-6-101 15</inkml:trace>
  <inkml:trace contextRef="#ctx0" brushRef="#br0" timeOffset="-213030.55">30607 17931 538 0,'0'0'28'0,"0"0"19"0,0 0 45 0,0 0-43 15,-81 216-18-15,81-160-10 16,-6 4-19-16,-10-4 23 16,4-15-19-16,-10-5 21 15,16-16-24-15,0-12-6 16,6-5-13-16,0-3-46 16,0 0-163-16</inkml:trace>
  <inkml:trace contextRef="#ctx0" brushRef="#br0" timeOffset="-212430.68">31035 17261 390 0,'0'0'320'0,"0"0"-296"0,0 0 25 0,0 0-14 16,0 0-30-16,0 0-5 15,87 40 2-15,-56-32 3 0,3 0-2 16,-6 8-2-1,-10-4 18-15,4 12 9 0,-10-1-24 16,7 10 4-16,-4 8-8 16,-2 3-3-16,-1 7 1 15,-12 10-11-15,0 7 12 16,0 4 1-16,0 4 0 16,0 1 0-16,-12-5 11 15,12-8-11-15,0-12-2 16,0-4-6-16,0 0-46 15,0-16-17-15,0-8-34 16,0-7 24-16,0-9 11 0,0 3 43 16,0-6 2-1,0-5-11-15,-13 0-88 0,-2 0-158 16</inkml:trace>
  <inkml:trace contextRef="#ctx0" brushRef="#br0" timeOffset="-212114.86">31013 17854 577 0,'0'0'98'0,"0"0"-26"0,0 0 25 0,0 0-36 0,0 0-57 16,0 0 0-16,434-16-4 15,-347-7-27-15,-13 2-22 16,-21 6-82-16,-31 10-117 15</inkml:trace>
  <inkml:trace contextRef="#ctx0" brushRef="#br0" timeOffset="-206785.31">4617 15291 443 0,'0'0'86'0,"0"0"-29"0,0 0 42 0,0 0-49 15,0 0-40-15,0 0-10 0,0 0 15 16,0 0-11 0,46 209 24-16,-30-157 14 0,-16 0-5 15,0-3 0-15,0 2-33 16,0-7 16-16,0 1-16 16,0-9 3-16,0-4-6 15,0-16-1-15,0-4 2 16,0-7 0-16,0-5 8 15,0 0-1-15,0-8 15 16,-16-41-22-16,-8-15-4 16,2-8 4-16,10-25-9 15,12 5-1-15,0-4-25 16,0 4 29-16,0 20-25 16,0 3 27-16,24 17 1 15,-2 12-2-15,18 16-7 16,-6 12-10-16,-21 12 1 0,21 0 5 15,-9 0-3-15,-10 40 0 16,-15 16-1-16,0 12-7 16,0 13 16-16,-15 2-11 15,-16 2 16-15,-10-13 8 16,14-8 1-16,27-8-4 16,0-12 17-16,0-8-4 15,27-7-14-15,51-9 0 16,3-4 9-16,-1-8 28 15,-5-1-16-15,-16 6 20 16,-25-1-19-16,-6 4-5 0,-10 9-15 16,4 11 3-16,-10 3 13 15,1 2-3-15,2-5-15 16,-15-16-116-16,0-12-94 16,0-8-176-16</inkml:trace>
  <inkml:trace contextRef="#ctx0" brushRef="#br0" timeOffset="-206270.17">5420 15319 101 0,'0'0'142'0,"0"0"-2"0,0 0 29 0,0 0-89 0,0 0-22 15,0 0 9-15,-115 33-35 16,115-17-28-16,0 4 1 16,0 8 4-16,0-4 5 0,41 4-4 15,-7 4 3-15,31 0-7 16,-3-7-3-16,3 6-2 16,9-15-1-16,-15 9 0 15,-3-9-2-15,-16-1-1 16,-15 6 0-16,-19 7-4 15,10 11 7-15,-16 2 27 16,0 7 20-16,0 9 7 16,-28-10-43-16,-6-11 5 15,3-11-12-15,-3-10-7 16,-7-15 3-16,7 0-34 0,-12 0-39 16,6-48-16-1,12-16-70-15,-3-4-323 0</inkml:trace>
  <inkml:trace contextRef="#ctx0" brushRef="#br0" timeOffset="-205986.44">5801 14879 582 0,'0'0'96'0,"13"257"-17"0,-13-126 10 0,0-2-45 0,0-17-44 0,12-19-1 16,-6-13-30-16,35-28-86 15,-7-12-54-15,12-20-89 16</inkml:trace>
  <inkml:trace contextRef="#ctx0" brushRef="#br0" timeOffset="-205253.35">6877 15837 156 0,'0'0'84'0,"0"0"-71"0,0 0 99 0,0 0-9 16,0 0-52-16,0 0-2 15,-6-192-7-15,6 104 27 16,0-1-64-16,0 1 29 15,0 16-22-15,0 8 13 16,-9 3-5-16,-4 14-17 0,13 14 1 16,-6 13 0-1,6 7 8-15,-12 13 7 0,-4 0-19 16,-2 0-11-16,-16 21-3 16,-25 39-11-16,-10 13 4 15,4 11-32-15,25-12-65 16,0-16-172-16</inkml:trace>
  <inkml:trace contextRef="#ctx0" brushRef="#br0" timeOffset="-204888.42">7318 15701 424 0,'0'0'0'0,"0"0"4"16,0 0 10-16,0 0 52 15,0 0-5-15,0 0-2 16,353-81 11-16,-297 13-11 15,-25-16-5-15,9-4-37 0,-40 4 0 16,0 12-17 0,0 20-14-16,-71 16-14 0,-25 27-15 15,-22 9 5-15,-18 17 10 16,2 39 28-16,16 19 3 16,28 2-3-16,38-9-20 15,46-12-86-15,6-16-150 16</inkml:trace>
  <inkml:trace contextRef="#ctx0" brushRef="#br0" timeOffset="-204570.58">8052 15656 233 0,'0'0'36'0,"0"0"15"16,0 0 16-16,0 0-24 15,382-24-9-15,-323-28-4 16,-19 1 65-16,-18-26-21 16,-22 5 10-16,0-8-40 15,0 4-34-15,-22 11-10 16,-24 17-1-16,-20 28-5 15,-8 16 2-15,15 4-8 16,-3 24 6-16,-12 48 3 0,15 5-38 16,0 3-132-16,3-8-382 15</inkml:trace>
  <inkml:trace contextRef="#ctx0" brushRef="#br0" timeOffset="-204304.39">8967 15805 550 0,'0'0'153'0,"0"0"-143"16,0 0 14-16,-105 261-24 15,71-197-38-15,9-20-52 16,9-24-170-16</inkml:trace>
  <inkml:trace contextRef="#ctx0" brushRef="#br0" timeOffset="-203905.12">9336 15756 373 0,'0'0'169'15,"0"0"-161"-15,0 0-8 16,0 0 29-16,0 0-1 16,0 0 8-16,354-176-9 15,-299 112 17-15,-24 0-13 0,-24 12 6 16,-7-4-25-16,0 8-7 15,-25 4-1-15,-37 16-4 16,3 15 0 0,-16 13 15-16,-5 8 28 0,2 56-20 15,4 16-19-15,0 5-2 16,33-9-4-16,41-24-122 16,0-11-281-16</inkml:trace>
  <inkml:trace contextRef="#ctx0" brushRef="#br0" timeOffset="-203538.44">10099 15748 100 0,'0'0'168'0,"0"0"-166"0,0 0 35 0,0 0 29 15,0 0-15-15,360-252 7 16,-332 183 5-16,-28 5-31 15,0 17-11-15,0 14-1 16,0 17 81-16,-41 9-29 16,-5 7-13-16,-16 0 3 15,15 31-41-15,-18 25-21 16,12 1-1-16,13-9-26 16,6-16-148-16</inkml:trace>
  <inkml:trace contextRef="#ctx0" brushRef="#br0" timeOffset="-195543.94">11076 15476 487 0,'0'0'75'0,"0"0"-26"0,0 0 17 0,0 0-43 0,0 0 0 0,0 0 15 16,0 0 6-16,0 0-25 15,124-188 18-15,-124 167 22 16,15 1-14-16,-2-3-11 15,-1 7-32-15,16-9-2 16,-6-3 3-16,-4 0-3 0,10-4-9 16,-3 7-21-1,-3 10-20-15,-16 11-11 0,-6 4-28 16,0 0-94-16,0 0 52 16</inkml:trace>
  <inkml:trace contextRef="#ctx0" brushRef="#br0" timeOffset="-195246.83">11007 15247 485 0,'0'0'133'0,"0"0"-109"0,0 0 26 16,0 0 1-16,0 0-18 16,0 0-24-16,233 237 34 15,-205-184-31-15,0-10 11 16,-3-3-20-16,9-7-3 16,-13-18-26-16,4 1-38 15,-12-3-42-15,8-9-47 16,-8-4-25-16,-7 0-63 15</inkml:trace>
  <inkml:trace contextRef="#ctx0" brushRef="#br0" timeOffset="-194695.86">11910 15512 386 0,'0'0'50'0,"0"0"13"0,0 0-20 0,0 0 6 15,0 0-28-15,0 0 10 16,201 100-22-16,-136-100 20 16,-3-8-2-16,-3-31 24 0,10-18 1 15,-23-15-13-15,-6-9-19 16,-21-7-13-16,-19-4-7 16,0 20-16-16,0 16-1 15,-53 24 17-15,1 20 0 16,-23 12 0-16,7 0 0 15,-3 28 0-15,-4 24-23 16,7 1-33-16,37 6-30 16,-3 6 34-16,6-9-72 15,28 0-123-15</inkml:trace>
  <inkml:trace contextRef="#ctx0" brushRef="#br0" timeOffset="-194379.57">12865 15697 284 0,'0'0'293'0,"0"0"-284"0,0 0 21 0,0 236 31 0,0-167-12 0,0-5-28 16,0-4-13-16,0-9-4 16,0-10-8-16,0-16-22 15,0-14-33-15,0-11-70 16,0 0-108-16</inkml:trace>
  <inkml:trace contextRef="#ctx0" brushRef="#br0" timeOffset="-193979.83">12967 15119 345 0,'0'0'160'16,"0"0"-146"-16,0 0 43 15,0 0 24-15,0 0-11 16,0 0-25-16,140-49-6 15,-100 46-31-15,19 3 10 16,-19 0-18-16,-6 0-5 0,0 0-38 16,-15 12 7-16,3 20 36 15,-10 16 2 1,-6 17 8-16,-6 11-10 0,0 0-3 16,0 0-18-16,6 1 10 15,-6-13-20-15,7-12 2 16,8-13-3-16,4-3-4 15,-4-23-38-15,-2-6-56 16,-7-7-126-16</inkml:trace>
  <inkml:trace contextRef="#ctx0" brushRef="#br0" timeOffset="-193730.3">13268 15472 639 0,'0'0'80'16,"0"0"-78"-16,0 0 86 15,0 0-39-15,0 0-35 16,353-84-14-16,-306 56-3 15,-1 4-63-15,-5 12-175 0</inkml:trace>
  <inkml:trace contextRef="#ctx0" brushRef="#br0" timeOffset="-193413.4">14148 15488 523 0,'0'0'224'15,"0"0"-214"-15,0 0 15 16,0 0 15-16,0 0-31 16,0 0-9-16,348 5-10 15,-308-5-56-15,-18 0-33 16,-16 0-49-16,-6 0-31 16</inkml:trace>
  <inkml:trace contextRef="#ctx0" brushRef="#br0" timeOffset="-193213.83">14148 15488 663 0,'13'-216'167'0,"-4"216"-163"16,31 0 11-16,19-12 13 15,10-4-28-15,8-4-24 16,4 7-100-16,-19 10-237 16</inkml:trace>
  <inkml:trace contextRef="#ctx0" brushRef="#br0" timeOffset="-192664.39">15258 14770 371 0,'0'0'46'0,"0"0"33"0,0 0-28 0,0 0-35 16,0 0-16-16,0 0-8 16,249-40-51-16,-243 61 59 15,-6 15 15-15,0 11 11 0,0 17 12 16,0 13-16-16,0 15-8 15,0 13-14-15,0-2-5 16,0 5-29-16,-6-7-49 16,6-12 35-16,0-17 11 15,0 0 36-15,0-20 0 16,0-12-249-16,0-12 143 16</inkml:trace>
  <inkml:trace contextRef="#ctx0" brushRef="#br0" timeOffset="-192414.72">15231 15396 519 0,'0'0'194'0,"0"0"-166"16,0 0 88-16,0 0-36 16,0 0-47-16,0 0-33 15,347-8 0-15,-285 3-74 16,-3 2-49-16,-25 3-174 16</inkml:trace>
  <inkml:trace contextRef="#ctx0" brushRef="#br0" timeOffset="-192115.75">15832 15540 552 0,'0'0'243'0,"0"0"-220"16,0 0 3-16,0 0-3 15,0 0-1-15,0 0-14 16,242 97-4-16,-168-141 0 15,7-9 10-15,-28-19-7 0,-13-8 1 16,-15-5-1 0,-16 6-7-16,-9 2-35 0,0 13 0 15,-34 24 8 1,-28 16-20-16,-3 20-23 0,-10 4 13 16,10 8 56-16,-3 39-21 15,9 19-26-15,3-7 18 16,16 6-2-16,0-1-306 15</inkml:trace>
  <inkml:trace contextRef="#ctx0" brushRef="#br0" timeOffset="-191832.32">16784 15637 614 0,'0'0'236'0,"0"0"-210"15,0 0 46-15,-28 244-9 0,28-200-63 0,-6-8-10 16,0-3-63-16,-4-5-42 0,4-4-132 16,6-4-6-16</inkml:trace>
  <inkml:trace contextRef="#ctx0" brushRef="#br0" timeOffset="-191483.07">17091 15620 354 0,'0'0'249'0,"0"0"-223"16,0 0 6-16,0 0-1 0,0 0-22 15,0 0 50-15,112 77-31 16,-72-77-27-16,-6 0 3 15,6 0 9-15,1-21-6 16,11-35-2-16,17-12 2 16,-11-12 10-16,-5-4-7 15,-25 4-5-15,-28 11-10 16,0 13 10-16,0 24-18 16,-28 17 28-16,-25 15-15 15,1 0 21-15,5 0-21 16,13 11-5-16,6 17-113 15,22 21-90-15,0-6-180 0</inkml:trace>
  <inkml:trace contextRef="#ctx0" brushRef="#br0" timeOffset="-191199.32">17972 15516 537 0,'0'0'90'16,"0"0"-46"-16,0 0-25 15,0 0 45-15,0 0-46 16,0 0-16-16,362-156 2 0,-343 87 26 16,-13-3-12-1,-6 8-11-15,0 16-3 16,0 11 15-16,-25 18-10 0,-30 11-9 15,-4 8 0-15,0 8-11 16,-3 44 10-16,15 4-19 16,13-4-15-16,9-11-174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3:13:16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2319 8826 272 0,'0'0'6'0,"0"0"58"0,0 0-22 0,0 0 24 16,0 0-17-16,0 0 7 15,0 0 6-15,-114 0-30 16,114 0 27-16,0 0-31 0,0 0 5 16,0 0-29-16,0 0 8 15,0 0 3-15,0 0 2 16,0 0-1-16,0 0 3 15,0 9-3-15,0 23-8 16,18 19 9-16,50 18 13 16,19 15-13-16,6-4-7 15,-25-12 0-15,-9-4-10 16,-12-7 5-16,-7-21-10 16,0-8 3-16,-12-11-17 15,-9-10-54-15,-7-7-26 16,-12 0-154-16</inkml:trace>
  <inkml:trace contextRef="#ctx0" brushRef="#br0" timeOffset="533">1898 9023 50 0,'0'0'386'0,"0"0"-386"16,0 0 0-16,0 0 3 0,0 0 16 0,0 0-6 15,86 8 10-15,-61-8 7 16,-9 0-5-16,9 0-13 15,9-28 25-15,-13-4-4 16,17-13-24-16,-4 1 13 0,21 0 5 16,-2 8 14-1,-6 8-40-15,-1 17-2 0,-40 6-8 16,-6 5-13-16,7 0-20 16,-1 21 42-16,16 7 58 15,2 3-9-15,4-2-29 16,0-9-20-16,6 0 0 15,-9 8-25-15,-3-4-80 16,3-4-165-16</inkml:trace>
  <inkml:trace contextRef="#ctx0" brushRef="#br0" timeOffset="1115.48">3587 9524 495 0,'0'0'48'0,"0"0"-32"0,0 0 53 0,0 0 8 16,0 257-45-16,0-188 6 16,22-10-21-16,31-7-11 15,0-16-6-15,-7-8-5 16,16-11-21-16,-15-17-33 16,-1 0-33-16,1 0-16 15,-13-40-68-15</inkml:trace>
  <inkml:trace contextRef="#ctx0" brushRef="#br0" timeOffset="1365.84">3634 9340 698 0,'0'0'139'0,"0"0"-125"15,0 0-13-15,0 0-1 16,0 0-24-16,0 0 24 16,16-32 0-16,2 7-46 15,-5 10-65-15,-13-1 44 16,0 3 48-16,0 2-72 0,0 2-1 16,0 9-3-16,0 0 94 15,0 0-11-15,0 0-172 16</inkml:trace>
  <inkml:trace contextRef="#ctx0" brushRef="#br0" timeOffset="9858.62">4859 10090 169 0,'0'0'182'0,"0"0"-168"0,0 0 109 0,0 0-60 16,0 0-42-16,0 0-20 15,0 0 3-15,0 0 2 16,285-52 1-16,-285 52 10 16,0 0 15-16,0-5-16 15,0-3-16-15,-25 0-132 16</inkml:trace>
  <inkml:trace contextRef="#ctx0" brushRef="#br0" timeOffset="10057.44">4859 10090 746 0,'-254'-281'194'0,"278"281"-180"16,10 0 13-16,13 0 9 15,15 0-27-15,9-3 0 16,-3-18-9-16,1-7-32 0,-17-8-87 16,-33-4-65-16,-19 12-260 15</inkml:trace>
  <inkml:trace contextRef="#ctx0" brushRef="#br0" timeOffset="10673.22">6000 9529 37 0,'0'0'71'0,"0"0"73"0,0 0-18 0,0 0-76 0,0 0 1 16,0 0 21-16,15 8-14 0,-8-8-33 16,-7 0 44-16,0 0-3 15,0 0-8-15,0 0-5 16,0 0-15-16,12-5-22 15,0-26 1-15,4-26 39 16,-4-7-23-16,-6-8 1 16,1-8-25-16,-7-9 23 15,0 1-29-15,9 8 4 16,-3 8-7-16,0 24-13 16,1 23 13-16,-7 22-12 0,0 3-24 15,0 23 8-15,-13 46 25 16,-43 15 6-1,-3 4-6-15,13-24-20 0,24-20-61 16,10-11-57 0,12-17-88-16,0-13-68 0</inkml:trace>
  <inkml:trace contextRef="#ctx0" brushRef="#br0" timeOffset="11089.56">6623 8983 402 0,'0'0'219'0,"0"0"-164"0,0 0 41 0,0 0-54 0,0 0-34 0,0 0-7 15,-53 36 16-15,53-8-6 16,0 0 23-16,0 5-12 16,0-2 5-16,19-3-23 15,21-3 4-15,28-6-8 16,-9 1 8-16,-6 1-6 16,-13-9-1-16,-5 4 0 15,-23-4 0-15,3 0-2 16,-15 8 10-16,0 12-7 0,0 12 24 15,-49 8-6-15,-29 12-13 16,4-4-7-16,-1-19 0 16,35-21-3-16,6-20-5 15,3 0-24-15,9-52-95 16,16-25-6-16,6-10-2 16,0 2-89-16</inkml:trace>
  <inkml:trace contextRef="#ctx0" brushRef="#br0" timeOffset="11173.88">6623 8983 474 0</inkml:trace>
  <inkml:trace contextRef="#ctx0" brushRef="#br0" timeOffset="11258.48">6623 8983 474 0,'-46'-40'216'0,"98"40"-183"0,23 0 45 16,18 0 22-16,28-25-94 15,-16-6 3-15,22-5-9 16,-6-5-130-16,-28 10-105 15</inkml:trace>
  <inkml:trace contextRef="#ctx0" brushRef="#br0" timeOffset="11807.87">5541 10318 285 0,'0'0'134'0,"0"0"-89"0,0 0 5 0,0 0 9 0,0 0-23 16,0 17 44-16,53-14 23 16,21 2-27-16,31-5 6 15,16 0-21-15,0 0-21 16,13 0-15-16,-23 0-6 0,-8 0-18 15,-23 0-1 1,-15 0-17-16,4 0-34 0,-23 0-71 16,-12 0-77-16,-28 0-154 15</inkml:trace>
  <inkml:trace contextRef="#ctx0" brushRef="#br0" timeOffset="12356.24">5773 11285 524 0,'0'0'88'0,"0"0"-62"0,0 0-18 0,0 0 22 0,0 0 41 0,59-241 7 16,-25 154-20-16,-18 6-11 15,-4 9-10-15,-12 4 11 16,0 4-48-16,0 7 15 15,0 25-10-15,0 16 3 16,0 16-8-16,0 0-19 0,0 16-52 16,-12 40 32-1,-38 33 31-15,4 7-12 0,-7-4-10 16,13-15-45 0,15-22-34-16,10-10-5 0,15-21 0 15,0-9-135-15</inkml:trace>
  <inkml:trace contextRef="#ctx0" brushRef="#br0" timeOffset="12655.09">5773 11285 396 0,'134'-124'40'16,"-112"148"-8"-16,2 3 38 15,23 9-17-15,-1-6-2 16,4-15-16-16,15-7 8 0,-6-8-18 15,15 0-25-15,-5-8 14 16,-10-48 53-16,-25-5-13 16,-6-14 9-16,-22-5-20 15,-6 16-35-15,0 11 30 16,0 17-33-16,-41 15 1 16,-11 10-6-16,-10 11-28 15,-19 0-4-15,0 11-7 16,4 30-12-16,15 3-31 15,15 0-54-15,29-8-107 16</inkml:trace>
  <inkml:trace contextRef="#ctx0" brushRef="#br0" timeOffset="12938.73">6508 11121 60 0,'0'0'376'0,"0"0"-337"15,0 0 27-15,0 0-22 16,0 0-9-16,0 0-3 16,388 68 15-16,-286-112-11 0,-9-20 7 15,-28-13 46-15,4-3-39 16,-51 3-20-16,-18 22-5 15,0 7-11-15,-65 23 3 16,-3 22-17-16,-13 3-33 16,-6 0 7-16,1 51 9 15,14 14-80-15,4 7-153 16</inkml:trace>
  <inkml:trace contextRef="#ctx0" brushRef="#br0" timeOffset="14092.63">7966 10382 329 0,'0'0'103'0,"0"0"-31"0,0 0 10 0,0 0-7 0,0 0-32 16,0 0 0-16,0 0 2 16,-19-3-2-16,19 3 18 15,0 0-13-15,0 0-17 16,0 0-31-16,6 0 0 0,41 0-15 15,27-8 12-15,4-4-1 16,-4-1-4-16,-6-2-11 16,-15-1-56-16,-6 0-4 15,-13-1-97-15,-22 1-3 16,-12 1-215-16</inkml:trace>
  <inkml:trace contextRef="#ctx0" brushRef="#br0" timeOffset="14354.4">7932 10122 391 0,'0'0'189'0,"0"0"-189"16,0 0 2-16,0 0 61 16,0 0 6-16,0 0 1 15,201 0-64-15,-142-8 7 16,9 0-13-16,-15 4-5 16,-19-8-118-16,-15 12-235 0</inkml:trace>
  <inkml:trace contextRef="#ctx0" brushRef="#br0" timeOffset="16985.66">7283 9516 205 0,'0'0'27'0,"0"0"-27"0,0 0-2 0,0 0-52 15,0 0-103 1</inkml:trace>
  <inkml:trace contextRef="#ctx0" brushRef="#br0" timeOffset="18117.79">7283 9516 105 0,'0'0'128'0,"0"0"-39"0,0 0-46 16,0 0-25-16,0 0-17 15,0 0 4-15,0 0 5 16,0 0-10-16,0 0 1 16,0 0 6-16,0 0 19 15,0 0 10-15,0 0 7 16,0 0-13-16,0 0-15 15,0 0 15-15,0 0-23 16,0 0-12-16,0 0 5 16,0 0-9-16,0 0 1 0,0 8 4 15,0-3 0 1,0-2 4-16,0 9 11 0,-6-4-4 16,0 0 11-16,-6 0-14 15,2-3-8-15,10-2 2 16,0 6 2-16,-6-1 0 15,0 0 2-15,-6 3 8 16,12-6-7-16,-13 15 11 16,4-8-10-16,-4-4-1 15,13-4-1-15,0 0-4 16,-6-4-8-16,6 3 4 16,-6 2 5-16,-9-2 2 0,15 2 2 15,-7 15-2-15,1-17 1 16,0 14 1-16,-6-13-5 15,12 0 2-15,0-4-8 16,0 0-10-16,0 0 1 16,0 0 13-16,0 0 1 15,0 0 1-15,0 0-2 16,0 0 4-16,0 0-15 16,0 0-1-16,0 0-23 15,0 0 3-15,0 0 29 16,0 0-5-16,0 0 6 15,0 0 6-15,0 0 0 16,0 0-3-16,0 0-1 16,0 0-4-16,0 0 3 0,0 0 5 15,0 0 0-15,0 0 30 16,0 0-6-16,0 0 2 16,0 0-26-16,0 0-1 15,0 0-4-15,12-4 1 16,7-4-2-16,-4-5 6 15,-3 6 0-15,1-1 2 16,2-5-2-16,-8 2 7 16,17-1 0-16,10 4-6 15,-18 0 2-15,3 3-3 16,-19 5 15-16,0 0 24 16,0 0-26-16,0 0-5 15,0 0-6-15,0-3 5 0,6-2-7 16,0-7-16-16,16-4 14 15,-10 1-5 1,-6 2-4-16,10-3 10 0,-16 13 0 16,0-2 2-16,6 1-1 15,-6 1 1-15,0-2 3 16,0 5 0-16,0-3 0 16,0 3-4-16,0 0 9 15,0 0 10-15,0 0 3 16,0 0 2-16,0 0-14 15,0 0 5-15,0 0-15 16,0 0-5-16,0-5-44 16,0 5 49-16,0 0 0 15,0 0 17-15,0 0 0 0,0 0-2 16,0 0 8-16,0-8-5 16,0 8 10-16,0 0-26 15,0 0-4-15,0-8-3 16,0 8 5-16,0 0 11 15,0 0-4-15,0 0-7 16,0 0 0-16,0 0-8 16,0 0-14-16,0 0 17 15,0 0-21-15,0 0 13 16,0 0-5-16,0 0-3 16,0 0 0-16,-6 0-13 15,-34 0-21-15,-23 0-215 0</inkml:trace>
  <inkml:trace contextRef="#ctx0" brushRef="#br0" timeOffset="28225.73">8976 10025 165 0,'0'0'168'0,"0"0"-71"0,0 0-33 0,0 0-35 0,0 0-29 0,0 0-20 16,0 0 1-16,0-8 19 0,0 8 14 15,-9 0 27 1,9 0 34-16,-6 0-14 0,6 0-10 15,0 0-38-15,-6 0 0 16,6 0-13-16,0 0-3 16,-13 0 0-16,1 0 3 15,-4 5 14-15,-2-2 12 16,-4 10 9-16,10-9-23 16,-1 4 9-16,7 8-19 15,-3 8-1-15,3 0-1 16,6 8 3-16,0-4-3 15,0-3 0-15,0-6-4 16,15 1 8-16,16-4-8 16,9-4 0-16,7-4-8 0,-7-8-4 15,16 0-15-15,-9 0 22 16,-1-8 9-16,1-32 0 16,-1-15 1-16,-6-10 23 15,-15-3-22-15,3-9-2 16,-15 5-9-16,-13 0-4 15,0 0-32-15,0 16 14 16,-13 4 30-16,-27 16-45 16,-13 20 46-16,7 16-32 15,-29 0 2-15,-5 47 11 16,-13 38 9-16,-7 7-22 16,20-4-50-16,27-24-105 0</inkml:trace>
  <inkml:trace contextRef="#ctx0" brushRef="#br0" timeOffset="28475.6">9584 10210 320 0,'0'0'352'0,"0"0"-323"0,0 0 52 0,0 0-68 16,-40 208-13-16,34-167-75 16,6-13-68-16,0-16-233 15</inkml:trace>
  <inkml:trace contextRef="#ctx0" brushRef="#br0" timeOffset="29010.38">9984 10326 316 0,'0'0'73'0,"0"0"-39"16,0 0-11-16,0 0 8 16,40-252-5-16,-40 175 35 15,0 10-3-15,0-2 46 16,0 14-40-16,0 6-35 15,0 13-9-15,0 12-1 16,0 8-19-16,0 8-5 16,0 3 1-16,-6 5-20 15,0 0 18-15,-22 0-8 16,3 0-77-16,-3 5 44 16,-6 26 30-16,-6 22 16 15,-6-1-54-15,18 4-10 0,15-12-34 16,13-20-162-16</inkml:trace>
  <inkml:trace contextRef="#ctx0" brushRef="#br0" timeOffset="29574.48">10459 9612 158 0,'0'0'259'0,"0"0"-220"0,0 0 52 0,0 0-66 0,0 0-17 0,0 0-2 16,0 5-6 0,0 2 18-16,0 1 0 0,0 0 16 15,0-3-15 1,28-1-5-16,6 8-4 0,12 0-9 15,-6 8 7 1,19-1 3-16,-12 2-5 0,-1 3-6 16,-12-3 0-16,-15-2 5 15,-10 5 3-15,-2 0 1 16,-7 4 30-16,0 5-34 16,0 11 18-16,0 8-14 15,-16-4 12-15,-30 4 1 16,5-16 10-16,16-8 37 15,-2-16-59-15,20-4 5 16,-11-4-15-16,8-4 0 16,-8 0-25-16,5 0-29 0,-2 0-56 15,-10-4-24-15,3-36 26 16,16-16-150-16</inkml:trace>
  <inkml:trace contextRef="#ctx0" brushRef="#br0" timeOffset="29790.79">10567 9516 450 0,'0'0'169'0,"0"0"-145"0,0 0-15 0,0 0 3 0,0 0 0 16,0 0 8-16,326-72-20 15,-239 41-71-15,-13-2-38 16,-6 17-54-16</inkml:trace>
  <inkml:trace contextRef="#ctx0" brushRef="#br0" timeOffset="37486.54">27016 7110 519 0,'0'0'63'0,"0"0"-20"0,0 0 35 0,0 0-14 0,0 0-24 15,0 0-3-15,0 0 3 16,-6 32-24-16,40-24 48 16,31 5-25-16,22 6 6 15,46-7-16-15,35 1-9 16,12-13-16-16,34 0 22 15,15 0-17-15,16-13-4 16,15-10 2-16,-11-6-2 16,-20-3-10-16,-43 8-13 15,-40-4-35-15,-38 4 46 16,-43 8-46-16,-37 12-18 16,-15 4-48-16,-13 0-89 15,0 8 25-15</inkml:trace>
  <inkml:trace contextRef="#ctx0" brushRef="#br0" timeOffset="39133.24">15767 9476 171 0,'0'0'33'0,"0"0"56"0,0 0 38 0,0 0-92 0,0 0-15 16,0 0-14-16,0 48 23 16,0-40-10-16,0 0 28 15,0-8 13-15,0 4-3 16,0-4-22-16,0 5-3 15,0-5 10-15,0 3-17 16,0-3 16-16,0 0 9 16,0 0-3-16,0 0-22 15,0 0 16-15,0 0-13 16,0-15 4-16,0-46 4 16,-22-7-27-16,4-32 3 15,-10-8-7-15,22-5 7 0,-13-3-8 16,13 12-2-16,-4 16-2 15,10 24-3-15,-12 23-7 16,12 25 8-16,0 16 2 16,-6 0-23-16,-22 13-10 15,-25 51 33-15,-27 24 0 16,-7-4-3-16,12-12-8 16,29-23-27-16,27-18-39 15,19-7-43-15,0 1-32 16,0-10-25-16,34-7-296 15</inkml:trace>
  <inkml:trace contextRef="#ctx0" brushRef="#br0" timeOffset="39915.48">16722 9421 214 0,'0'0'149'0,"0"0"-11"0,0 0 29 0,0 0-36 16,0 0-65-16,0 0 6 16,-40-41-35-16,21-3-17 15,-3-20-10-15,16-13 4 16,0-7-14-16,0 4 10 16,0 3-9-16,-4 18 2 15,4 18-3-15,6 13-5 16,-6 17 3-16,6 11-30 15,0 0 6-15,0 0-42 16,-19 8-84-16,-2 12-130 0</inkml:trace>
  <inkml:trace contextRef="#ctx0" brushRef="#br0" timeOffset="40132.68">16269 9095 663 0,'0'0'82'0,"0"0"-36"16,0 0 59-16,0 0-26 16,372 8-37-16,-257-19-37 0,0-14-5 15,-28 1-65 1,-35 0-153-16,-18 12-298 0</inkml:trace>
  <inkml:trace contextRef="#ctx0" brushRef="#br0" timeOffset="42197.45">17972 9192 44 0,'0'0'171'0,"0"0"-133"0,0 0 86 0,0 0-7 0,0 0-19 16,0 0-15-16,52-121-21 15,-52 49-35-15,0-9 8 16,0 1-19-16,0 0 15 16,-46 12-6-16,-13 16 7 15,-9 16-1-15,-4 20 12 16,-8 16-2-16,-1 0-24 15,0 28 10-15,7 36-24 16,15 21-6-16,19 11-3 0,12 8-27 16,16-3-53-1,12-6-46-15,0-23-77 0,0-20-91 16</inkml:trace>
  <inkml:trace contextRef="#ctx0" brushRef="#br0" timeOffset="42596.17">18647 9031 612 0,'0'0'212'0,"0"0"-201"0,0 0 19 0,0 0-30 0,-108 216-14 0,108-180-28 16,0-11-113-16,0-1-79 15</inkml:trace>
  <inkml:trace contextRef="#ctx0" brushRef="#br0" timeOffset="43095.89">19109 9003 363 0,'0'0'7'16,"0"0"22"-16,0 0 62 15,0 0-22-15,0 0-34 16,0 0 30-16,66-36 28 16,-32-8-29-16,-6-16-13 0,18-16-13 15,1-9-15-15,-7-7-23 16,0 4-4-16,-6 8-7 16,-15 16 8-16,-7 19-22 15,-12 18 18-15,0 18 7 16,0 9 11-16,0 0 10 15,0 9-1-15,-52 35 6 16,-17 15-23-16,-8 10 8 16,3-9-6-16,11-8-6 15,26-12 1-15,16-12-47 0,21-12-37 16,0-8-88 0,0-8-90-16</inkml:trace>
  <inkml:trace contextRef="#ctx0" brushRef="#br0" timeOffset="43513.33">20151 8289 475 0,'0'0'73'0,"0"0"-30"0,0 0 11 0,0 0-53 0,0 0 10 15,0 0 38-15,81 0-24 16,-56 12-19-16,9 9 3 15,12 2-2-15,-12 10 1 16,7 3-8-16,-29 3 1 16,10 5 1-16,-22 9 3 15,0 7 3-15,-6 4 1 16,-63 0 3-16,11 0-12 16,-17-12 2-16,22-11-3 15,1-18 7-15,2-18-12 0,4-5-2 16,-1-12-90-1,7-45-53-15</inkml:trace>
  <inkml:trace contextRef="#ctx0" brushRef="#br0" timeOffset="43696.59">20266 8168 913 0,'0'0'105'15,"0"0"-101"-15,0 0 1 16,0 0 0-16,0 0-5 0,0 0-15 16,400 5-67-16,-301-49-116 15,-18 3-350-15</inkml:trace>
  <inkml:trace contextRef="#ctx0" brushRef="#br0" timeOffset="44079.95">21295 8686 474 0,'0'0'458'0,"0"0"-456"16,0 0 30-16,0 0 3 0,0 0-32 16,400 4-3-16,-325-4-56 15,-10 0-100-15,-43 0-178 16</inkml:trace>
  <inkml:trace contextRef="#ctx0" brushRef="#br0" timeOffset="44277.57">21401 8414 912 0,'0'0'55'0,"0"0"-41"15,0 0 22-15,0 0-3 0,0 0-30 16,0 0-6-16,400-13-59 15,-326 6-103-15,-27 7-349 16</inkml:trace>
  <inkml:trace contextRef="#ctx0" brushRef="#br0" timeOffset="44695.51">22880 8658 194 0,'0'0'447'0,"0"0"-446"16,0 0 41-16,-40-233 35 15,40 158-52-15,0 3 2 16,0 3-5-16,0 17-21 16,0 8 21-16,-10 16 4 0,4 16 13 15,0 4-38 1,6 8 18-16,-12 0-18 0,5 3-1 15,-33 38-11-15,-22 11 11 16,-3 8 0-16,12-3-9 16,19-10-14-16,6-11-72 15,16-8-172-15</inkml:trace>
  <inkml:trace contextRef="#ctx0" brushRef="#br0" timeOffset="44927.59">23447 8707 505 0,'0'0'231'15,"0"0"-194"-15,0 0 33 16,-86 219-70-16,79-178-8 16,-8-1-112-16,9-12-253 15</inkml:trace>
  <inkml:trace contextRef="#ctx0" brushRef="#br0" timeOffset="45543.95">24148 8430 528 0,'0'0'170'16,"0"0"-108"-16,0 0-17 0,0 0-35 0,0 0 11 15,0 0-18-15,6-152 4 16,-6 99 3-16,16-7-4 16,-16 4 37-16,0 7-19 15,0 13-7-15,0 16-15 16,0 12 25-16,0 8-19 16,0 0 13-16,0 0 12 15,0 28-21-15,-47 16-12 0,-15 5 5 16,10-1-13-1,5 0-6-15,1-8-4 0,39-8-52 16,7-3-74 0,0-18-151-16</inkml:trace>
  <inkml:trace contextRef="#ctx0" brushRef="#br0" timeOffset="45960.9">24750 7965 488 0,'0'0'109'0,"0"0"-34"0,0 0-20 0,0 0-55 15,0 0 11-15,0 0-28 16,220 167 22-16,-164-134-10 16,-10 3 4-16,-15-4 1 15,-9 5 0-15,-10-1 0 16,-12-5 1-16,0 10 5 15,0-2 26-15,-6 2-18 16,-40-2 2-16,-13-11 20 0,3-15 6 16,9-5-39-16,-5-8-3 15,5 0-29-15,-6-21-75 16,-2-26-16-16,14-14-442 16</inkml:trace>
  <inkml:trace contextRef="#ctx0" brushRef="#br0" timeOffset="46126.7">24778 8049 856 0,'0'0'89'16,"0"0"-23"-16,0 0 3 16,0 0 24-16,387-77-70 15,-260 49-23-15,-21 0-56 16,-20-3-71-16,-39 10-283 0</inkml:trace>
  <inkml:trace contextRef="#ctx0" brushRef="#br0" timeOffset="55052.42">14778 10647 157 0,'0'0'117'0,"0"0"-50"0,0 0 9 0,0 0-29 0,0 0 1 16,59-224 45-16,-59 180-34 15,-6 8 27 1,-35 8-15-16,-5 3-11 15,5 6 24-15,7 2-39 0,3 6-24 16,3-6-21-16,7 6 0 16,2 6 2-16,7 2 1 15,-10 3 3-15,-3 0 19 16,16 0-6-16,-10 3 10 16,13 25-28-16,0 5 8 15,6 3-18-15,0 11 18 16,0-2-18-16,0 10-8 15,40 2 12-15,13-1-8 16,0 8 5-16,-7-3 3 0,1 2 0 16,-1-2 2-1,-6 3-7-15,-5 0 10 0,-14-12-17 16,-8 4 17-16,-13-12 0 16,0-16 7-16,0 5 1 15,0-9 2-15,-41-16 3 16,-11 12-6-16,5-17 16 15,7-3-23-15,6 0 5 16,6 0-5-16,9 0-12 16,-9-27-51-16,28-13-72 15,0 7-158-15</inkml:trace>
  <inkml:trace contextRef="#ctx0" brushRef="#br0" timeOffset="55669.48">14477 11081 364 0,'0'0'91'0,"0"0"-34"0,0 0 27 0,0 0-40 15,0 0-18-15,174-237 4 16,-140 201-5-16,-9 3-24 15,-4 2 20-15,4 3-21 16,-9 0-1-16,-4 4-82 0,-12 7-247 16</inkml:trace>
  <inkml:trace contextRef="#ctx0" brushRef="#br0" timeOffset="56101.28">14976 10844 303 0,'0'0'337'0,"0"0"-302"16,0 0 51-16,0 0-44 16,-31 204-21-16,44-192-18 15,33 1-6-15,-5-10-5 16,11-3 8-16,10-8 2 16,3-44 34-16,16-20 7 15,-7-12-28-15,-9-16-1 16,4-9-7-16,-23 1-7 15,-5 12-37-15,-29 16 11 16,-12 23-8-16,0 29 22 16,-47 28 12-16,-39 0 20 0,-7 53-4 15,-22 27-11 1,9 16 4-16,13 1-9 0,31-10-13 16,44-18-95-16,18-17-369 15</inkml:trace>
  <inkml:trace contextRef="#ctx0" brushRef="#br0" timeOffset="56668.71">16148 10932 490 0,'0'0'35'0,"0"0"65"0,0 0-11 0,0 0-68 15,267-213-21-15,-208 174-15 16,-13 18-8-16,-11 1-28 15,-8-4 1-15,-14 9-2 16,-13 7-30-16,0-9-111 16</inkml:trace>
  <inkml:trace contextRef="#ctx0" brushRef="#br0" timeOffset="56884.92">16241 10631 491 0,'0'0'378'0,"0"0"-371"15,0 0-6-15,0 0 44 16,0 0-44-16,0 0-1 16,115 165-19-16,-84-137-31 15,16-5-6-15,-26-2 1 16,-2-1-69-16,-19 4-65 15</inkml:trace>
  <inkml:trace contextRef="#ctx0" brushRef="#br0" timeOffset="58100.68">17472 11012 211 0,'0'0'79'0,"0"0"-3"0,0 0 32 0,0 0-18 0,0 0-27 16,0 0-14-16,-15-16-25 16,15 16-21-16,0 0 1 15,0 0 1-15,0 0 16 16,0 0 4-16,0 0-3 16,0 0-22-16,0 0 1 15,0 0-2-15,0 0-5 16,0 0 4-16,0 0 4 15,0 0 12-15,0 0 17 16,0 0 10-16,0 0 16 0,0 0-25 16,0-28-30-16,-19-16 1 15,4-16-6-15,2-8 6 16,7-12 5-16,6 0-6 16,0-5-2-16,0 5 0 15,0 20-5-15,0 8-10 16,0 11-39-16,0 25 45 15,0 13 2-15,0 3 4 16,0 0-12-16,0 0 15 16,0 0 0-16,0 0-21 15,0 0-13-15,0 8 7 16,0 11-13-16,0 14-65 0,0 3-39 16,-28 8-135-16</inkml:trace>
  <inkml:trace contextRef="#ctx0" brushRef="#br0" timeOffset="58516.92">17953 11004 689 0,'0'0'62'0,"0"0"-6"0,0 0 25 0,-102 233-4 0,83-169-48 16,-9-7 8 0,22-10-31-16,-6-10-6 0,12-18-13 15,0-6-16-15,0-13-42 16,0 0-108-16,0 0-285 15</inkml:trace>
  <inkml:trace contextRef="#ctx0" brushRef="#br0" timeOffset="59049.95">18440 10985 373 0,'0'0'192'0,"0"0"-182"0,0 0 20 0,0-218 36 0,34 143-16 0,-16-6-40 16,23 5 11-16,-20 12-14 16,4 11 25-16,-9 17-30 15,-10 13 8-15,-6 10-8 16,6 13 0-16,-6 0-2 16,0 0-5-16,0 13 0 15,0 31-32-15,-6 0 12 16,-34 8-25-16,-7-8 14 15,7-4 5-15,6 0-5 16,15-12-1-16,4-7-46 16,15-13-156-16</inkml:trace>
  <inkml:trace contextRef="#ctx0" brushRef="#br0" timeOffset="59483.65">19075 10399 468 0,'0'0'131'16,"0"0"-94"-16,0 0 70 16,0 0-55-16,0 0-25 15,0 0-23-15,-21 168 5 16,21-135-9-16,15 3 0 16,10-8 1-16,3 11 3 15,0-6 0-15,-16-2-4 16,-6 13 9-16,-6 0 5 15,0 1 17-15,0 4-4 16,0-2 15-16,-28-3-19 0,10-11-22 16,-1-13 12-16,-9-17-13 15,0-3 0-15,-3 0-14 16,-18-36-36-16,2-20-41 16,-5-16 34-16,24-8-271 15</inkml:trace>
  <inkml:trace contextRef="#ctx0" brushRef="#br0" timeOffset="59649.11">19075 10399 110 0,'-86'-64'600'0,"92"64"-565"0,22 0 47 16,3 0-26-16,18 0-4 15,16 0-52-15,4-20-3 16,24-13-24-16,-13-6-93 15,-15-2-301-15</inkml:trace>
  <inkml:trace contextRef="#ctx0" brushRef="#br0" timeOffset="60031.67">19990 10736 909 0,'0'0'26'16,"0"0"1"-16,0 0 7 15,0 0-25-15,0 0-9 16,394 3-108-16,-332 18 73 15,-28-1-237-15,-15-4-313 16</inkml:trace>
  <inkml:trace contextRef="#ctx0" brushRef="#br0" timeOffset="60249.28">20446 10379 586 0,'0'0'114'16,"0"0"66"-16,0 0-83 16,0 0-51-16,0 0-43 15,0 0-3-15,353 3-107 16,-325-3-219-16</inkml:trace>
  <inkml:trace contextRef="#ctx0" brushRef="#br0" timeOffset="62379.61">24976 1988 5 0,'0'0'238'0,"0"0"-148"0,0 0 8 0,0 0-30 16,0 0-4-16,0 0-30 16,0 0 33-16,0 0-33 15,0 0 5-15,0 0-10 16,0 0 19-16,0 0-16 0,0 0 20 15,0 0-5-15,0 0-23 16,0 0 10-16,0 0-5 16,0-3 9-16,0-25-28 15,0-8-5-15,0-21 1 16,-6-23 9-16,-7-20 3 16,7-17-12-16,-6-7-6 15,-4-4 12-15,4 20-13 16,-1 3 12-16,-2 17-22 15,3 20 13-15,-1 16-10 16,-2 31 14-16,15 14-12 16,-7 7 2-16,1 0-39 0,-12 15 41 15,-23 42-4-15,-14 19 2 16,-4 9 4-16,0-5-31 16,3-13-28-16,9-6-17 15,29-17-68-15,-4-19-120 16,10-14-226-16</inkml:trace>
  <inkml:trace contextRef="#ctx0" brushRef="#br0" timeOffset="62729.55">25801 1536 387 0,'0'0'198'0,"0"0"-10"0,18 203-104 0,-18-134-14 0,0-13-30 0,0-15-29 16,0-5 4-16,0-5-4 15,0 2 1-15,0-1-10 16,0 4-4-16,0 0-37 16,-18-4-71-16,-16-11-191 15</inkml:trace>
  <inkml:trace contextRef="#ctx0" brushRef="#br0" timeOffset="63278.91">26768 1748 317 0,'0'0'225'0,"0"0"-146"0,0 0 14 0,0 0-48 0,0 0 4 16,0 0-8-16,-59-292 8 15,31 187-6-15,10 17-13 16,-10 8 18-16,9 7-22 15,-2 18 11-15,21 10-33 16,-13 9 6-16,13 15-10 16,-12 18 0-16,12 3-14 15,-10 0-41-15,-8 33 10 16,-4 39 43-16,-24 23 2 0,-1 1 10 16,-6-3-10-1,7-20-22-15,33-22-10 0,-2-19-47 16,15-7 16-1,0-9-63-15,0-13-40 0,0-3-125 16</inkml:trace>
  <inkml:trace contextRef="#ctx0" brushRef="#br0" timeOffset="63881.01">27543 822 234 0,'0'0'346'0,"0"0"-272"0,0 0 40 0,0 0-43 15,0 0-25-15,0 0-33 16,-179 80 9-16,179-60-20 16,0 4 4-16,0 4-6 15,0 8 15-15,40 4 7 16,6 1-9-16,7-2-7 16,9-3 2-16,-9-3-8 15,6 11 9-15,-13-4-12 16,-6 0 6-16,1 0-6 15,-19 0-3-15,-16 13 3 0,-6-6 2 16,0 14 1 0,-34 3 24-16,-25-4-10 0,-3-15 19 15,15-9-32-15,1-33-1 16,5-3-9-16,-11 0-34 16,-17-39-16-16,4-6-18 15,3-15-31-15,10-9-56 16,27-11-184-16</inkml:trace>
  <inkml:trace contextRef="#ctx0" brushRef="#br0" timeOffset="64028.46">27565 842 538 0,'0'0'67'0,"0"0"-3"16,0 0-14-16,0 0-34 15,0 0-16 1,394-100-85-16,-295 64-275 0</inkml:trace>
  <inkml:trace contextRef="#ctx0" brushRef="#br0" timeOffset="64728.25">24737 2887 422 0,'0'0'148'0,"0"0"-111"0,0 0 15 0,0 0-36 0,0 0-8 16,0 0 16-16,6 52 53 15,-6-12 2-15,-12 20-25 16,-56 4-10-16,9 5-27 16,-16 11-11-16,1-8-6 15,3 12-7-15,15-15-5 16,3-17-41-16,13-16-17 16,6-20-130-16,9-16-114 0</inkml:trace>
  <inkml:trace contextRef="#ctx0" brushRef="#br0" timeOffset="64931.5">24108 3059 805 0,'0'0'47'15,"0"0"-45"-15,0 0 9 16,0 0 41-16,0 0-24 15,394 161-13-15,-273-125-15 16,-13-4-3-16,-9 12-56 0,-12-4-56 16,-28-7-105-16</inkml:trace>
  <inkml:trace contextRef="#ctx0" brushRef="#br0" timeOffset="65793.87">26595 3139 164 0,'0'0'234'0,"0"0"-145"0,0 0 17 0,0 0-35 16,0 0-22-16,0 0 16 0,0 0-45 15,46-200 7-15,7 160-20 16,3 0 6-16,15-12-6 15,-15-4-5-15,-25-13 9 16,-3 1-7-16,-22 9-5 16,-6 2 2-16,0 21 9 15,-6 8-10-15,-35 8-2 16,-5 12 2-16,12 4 7 16,-7 4 23-16,1 0-25 15,15 7 0-15,4 26 3 16,8 7-15-16,13 12 14 15,0 0-7-15,0 4 0 16,0 1-8-16,28-5 2 0,31-1-23 16,0-2 20-16,15-5 9 15,1 0-6-15,-16-4 0 16,3 4-2-16,-31-3-12 16,-10-2-3-16,-21 6-4 15,-21-1 23-15,-72 0 4 16,6-8 23-16,-6-20 21 15,18-16-37-15,16 0-6 16,25 0-1-16,16-28-61 16,12 0-72-16,6-9-157 15</inkml:trace>
  <inkml:trace contextRef="#ctx0" brushRef="#br0" timeOffset="66076.8">27422 3144 26 0,'0'0'328'0,"0"0"-293"0,0 0 61 0,416-72-31 15,-317 12-9-15,-18-9 46 16,-41 5-64-16,-18-8-19 15,-22 3-3-15,0 10-16 0,-62 22 0 16,-3 5 16-16,-16 16-13 16,-6 8 12-16,19 8-15 15,-13 0-50-15,10 28-137 16,3 21-87-16</inkml:trace>
  <inkml:trace contextRef="#ctx0" brushRef="#br0" timeOffset="66544.77">23066 4230 163 0,'0'0'353'0,"0"0"-318"0,0 0 92 0,0 0-4 15,0 0-92-15,0 0-17 0,161 52 55 16,84-52-5-16,71 0-15 16,106-60-8-16,77-20 18 15,84-20-20-15,71-12-20 16,22-1-15-16,-3 13-4 15,-9 15-9-15,-75 38-23 16,-84 19-36-16,-95 28 0 16,-144 0-275-16</inkml:trace>
  <inkml:trace contextRef="#ctx0" brushRef="#br0" timeOffset="70223.12">27931 4507 211 0,'0'0'232'0,"0"0"-184"0,0 0 23 0,0 0-19 16,0 0 2-16,62 225-11 15,-3-205-5-15,15-20-4 16,-2 0-9-16,18 0-9 16,3-64 35-16,-7-24-6 15,-14-13-16-15,-17-11-22 16,-24 7 1-16,-31 9-3 15,0 9-4-15,0 13-1 16,-65 19 0-16,-9 15-19 0,0 24 19 16,-4 16 3-1,-9 3 5-15,0 62-8 0,1 19-6 16,5 5 1-16,19 2-71 16,28-14-77-16,15-25-217 15</inkml:trace>
  <inkml:trace contextRef="#ctx0" brushRef="#br0" timeOffset="70842.62">27063 4756 422 0,'0'0'101'0,"0"0"-60"0,0 0-6 0,0 0-27 0,0 0-8 15,0 0-9-15,282 160-10 16,-195-160 16-16,-10-8 3 16,-15-36 9-16,-9-20 20 15,-7-16 24-15,-18-17-10 0,-15-6-37 16,-13-2-6-16,0 17-8 15,0 20-28-15,-41 19 36 16,-33 21 29-16,-13 28-11 16,-24 0 51-16,-4 45-14 15,16 30-30-15,6 22-9 16,46-1-16-16,19-4-10 16,22-7-104-16,6-21-220 15</inkml:trace>
  <inkml:trace contextRef="#ctx0" brushRef="#br0" timeOffset="71504.93">25466 4892 332 0,'0'0'307'0,"0"0"-268"0,0 0 67 0,0 0-39 0,0 0 2 15,0 0-42-15,-121 121-5 16,121-85-9-16,28-4-4 16,37-4-1-16,28-12-5 15,16-9-3-15,36-7-10 16,4-7 9-16,-9-50 1 15,-1-23 19-15,-24-12-17 16,-28-20 6-16,-41-5-5 16,-18 9 2-16,-28 12-5 15,0 28 4-15,-40 24 1 16,-35 31-5-16,-11 13 0 16,-14 29 3-16,-2 55-3 15,-3 16-4-15,24 5-5 0,28-5-59 16,19-15-177-1</inkml:trace>
  <inkml:trace contextRef="#ctx0" brushRef="#br0" timeOffset="72604.58">28393 5550 426 0,'0'0'130'0,"0"0"-106"0,0 0 80 0,0 0-58 0,381-44-37 0,-281 19-9 16,-7-3 2-16,-7 0-1 15,-5 5-2-15,-19-1-1 16,-22-4-23-16,-9 7-71 16,-15-2-55-16,-10 2-107 0</inkml:trace>
  <inkml:trace contextRef="#ctx0" brushRef="#br0" timeOffset="72887.7">28306 5337 352 0,'0'0'57'0,"0"0"-50"0,0 0 125 15,0 0-49-15,0 0-44 16,0 0-16-16,186-31-6 16,-118 6-12-16,7-3-5 15,2-4-11-15,-2 0-37 16,-1 8-31-16,-27 12-93 15,-13 8-141-15</inkml:trace>
  <inkml:trace contextRef="#ctx0" brushRef="#br0" timeOffset="73304.11">28619 5715 522 0,'0'0'81'0,"0"0"-45"16,0 0 60-16,75-281-43 16,-29 176-35-16,1-3-7 15,21 12-11-15,-15 12-4 16,-7 20-4-16,-6 19-22 15,-5 26 29-15,-17 6-11 16,-12 13-90-16,10 0-86 16,-16 0-116-16</inkml:trace>
  <inkml:trace contextRef="#ctx0" brushRef="#br0" timeOffset="75006.67">27612 5306 236 0,'0'0'41'0,"0"0"-28"0,0 0 45 0,0 0-27 0,0 0-20 0,0 0 17 16,0 0 31-16,0 0 19 16,0 0 31-16,0 0 8 15,0 0-67-15,-7 0 10 16,-14 0-35-16,-4 39 4 15,-9 5-4-15,6 12 4 16,3 9-10-16,10-5-14 16,8 0 4-16,7-4-9 15,0-7 0-15,0-5 9 16,34-8-15-16,19-5 6 16,6 2-2-16,9-21-2 0,7-4-7 15,-4-8-5-15,-3 0-31 16,-9-20 40-16,-9-36-2 15,-13-21 4-15,-3-6 1 16,-18-10 3-16,-16 4-5 16,0 17-23-16,0 13 23 15,-41 15-1-15,-33 19 7 16,-13 9 24-16,-6 4 26 16,-9 12-50-16,15 0-4 15,16 32-13-15,9 33 5 16,37 10-25-16,9 2-113 15,10-18-321-15</inkml:trace>
  <inkml:trace contextRef="#ctx0" brushRef="#br0" timeOffset="76301.07">26195 341 226 0,'0'0'164'0,"0"0"-111"0,0 0 3 0,0 0-6 16,0 0-31-16,0 0 11 15,0 0-7-15,-7 0 10 16,7 0 19-16,0 0 19 15,0 0-21-15,0 0-24 16,0 0 15-16,0-8-16 16,0 8-19-16,0-5-6 0,0 5-8 15,0 0 8-15,0-8 18 16,0 4 17-16,0-4-19 16,-9 8-3-16,9 0-13 15,-6 0-4-15,-7 0 4 16,7 16 7-16,-6 20-1 15,-28 20-6-15,18 5 4 16,-12-5 1-16,-7-4-5 16,17-4 6-16,-4-11-4 15,3-6 0-15,3-6 1 16,16-6 4-16,0 6-8 0,6-17 1 16,0-5-6-1,0-3-25-15,0 0-7 0,25 0 21 16,21 0-4-1,-6 0 15-15,-5 0 8 0,-1 9-4 16,-6-9-5-16,-10 0 5 16,10 0-25-16,-16 0-3 15,1 0-6-15,-7 0 12 16,3 0 23-16,-2-4-22 16,-7-17 16-16,0-2-4 15,0 2 5-15,0 6-8 16,0-1 6-16,0 7 7 0,0 9 2 15,0 0 4 1,0 0-4-16,0 0 22 0,0 0-21 16,0 0-4-16,0 0-12 15,0 0 14-15,0 9 3 16,0 35 17-16,0 20 36 16,0 11-10-16,0 2-11 15,0-1-16-15,0-16-5 16,0-16-13-16,0-3-2 15,0-21-1-15,0-1-6 16,0-10-26-16,0-9-60 16,0 0-166-16</inkml:trace>
  <inkml:trace contextRef="#ctx0" brushRef="#br0" timeOffset="79931.98">26120 5489 155 0,'0'0'348'0,"0"0"-336"0,0 0 8 0,0 0 0 0,0 0 11 16,0 0 9-16,0 0 31 16,140-51-11-16,-100 38-9 15,-12 5-22-15,12 5 10 16,-6 3-36-16,-3 0-3 0,-3 0-5 16,6 20 3-1,-27 16 2-15,-7 8 0 0,0 8 11 16,-28 12-8-16,-13 0 8 15,-11-7-8-15,-1 2 1 16,-9-10-1-16,37-9-2 16,-3-8 3-16,10 0-4 15,18-8 17-15,0-16-13 16,0 0 16-16,24-8-20 16,38 0 3-16,13 0 1 15,-10-8 23-15,3-12-8 16,-3-1 11-16,-3 10-3 0,-9-9-12 15,-7 8-13 1,1 8 7-16,-1-12-18 0,16 4-30 16,-9-13-75-16,-19-2-79 15,-9-9-243-15</inkml:trace>
  <inkml:trace contextRef="#ctx0" brushRef="#br0" timeOffset="80797.4">24129 577 51 0,'0'0'41'0,"0"0"46"0,0 0 32 0,0 0 26 0,0 0-40 15,0 0-10-15,0 0-23 16,0 0-54-16,0 0-8 16,0 0 4-16,0 0 24 0,-6 0-10 15,6 0 18-15,0 0 9 16,0 0-28-16,0 0-8 16,0 24-3-16,0 32-10 15,0 16 5-15,6 28 30 16,35 1-35-16,-10-12 1 15,3-6-7-15,6-19-3 16,-6-15-34-16,-9-18-41 16,-16-26-59-16,-9-5-282 15</inkml:trace>
  <inkml:trace contextRef="#ctx0" brushRef="#br0" timeOffset="84127.67">25085 5718 22 0,'0'0'198'0,"0"0"-138"0,0 0-15 0,0 0-16 16,0 0-26-16,0 0 4 15,0 0 5-15,0 0 37 16,0 0-26-16,0 0-13 0,0 0 23 16,0 0-10-1,0 0 2-15,0 0-7 0,0 0 7 16,0 0-13-16,0 0 33 15,0 0 2-15,0 0 10 16,0 0-19-16,0 0-25 16,0 0-7-16,-28 0 13 15,15 0 8-15,1 0-12 16,-4 0-13-16,10 17 5 16,6-1-8-16,0 4 2 15,0-9 3-15,0 17 0 16,40-11-1-16,7-9-3 15,6 0-11-15,15-8-3 16,0 0 14-16,-9-16-10 0,22-29 10 16,-23-7-1-1,-11-7 1-15,-13-6 3 0,-21 9-3 16,-13 16-7-16,0 4 2 16,0 12 5-16,-31 16 0 15,-16 8-10-15,-15 0 10 16,-3 3 17-16,-3 33-16 15,3 8 0-15,15 5 2 16,25-5 1-16,10 9 0 16,15-14 2-16,0-3 2 15,15-3-11-15,38-17 6 16,0-4-6-16,2-12-19 16,10 0-20-16,-6 0 3 0,-9-25 16 15,-19-11-2 1,3 0-1-16,-21 8 25 0,-13 4 2 15,0 12 9-15,0 8 12 16,0 4 7-16,0 0-22 16,0 0 34-16,0 0-41 15,0 12-8-15,0 20 8 16,0 9-13-16,49 3 12 16,4-5-33-16,6-3 21 15,-13 5-27-15,1-10 20 16,-13 2-12-16,-22-9-20 15,4-4 10-15,-16 0 33 0,0-7 9 16,0 2 21 0,-47-7 17-16,-27 8-16 0,-13 1 9 15,-28 7-16-15,-6 4 20 16,16 0 44-16,18 0-42 16,41-9-23-1,18-6-14-15,28 2-29 0,0 2-175 16,0 2-146-16</inkml:trace>
  <inkml:trace contextRef="#ctx0" brushRef="#br0" timeOffset="84660.92">24374 7130 348 0,'0'0'98'0,"0"0"-13"0,0 0 3 0,0 0-15 15,0 0-37-15,0 0-5 16,22 12 13-16,99-12-4 16,47-4 8-16,64-44-16 15,69-24 23-15,86-29-4 16,63-19-2-16,55-20-20 16,26-1-22-16,30-3 16 15,-6 8-19-15,-50 20-8 0,-55 24-6 16,-69 18-28-16,-95 31-27 15,-73 23-41-15,-70 20-90 16,-90 0-93-16</inkml:trace>
  <inkml:trace contextRef="#ctx0" brushRef="#br0" timeOffset="85543.66">24570 6051 190 0,'0'0'259'0,"0"0"-169"0,0 0-3 0,0 0-22 16,0 0-34-16,0 0 15 15,-121-23 2-15,121 23-3 16,0 0-26-16,0 0-19 16,0 39 9-16,0 5 37 15,28 9 1-15,12-1-35 16,0 0-7-16,-15-9-3 15,22 2-2-15,-19-13-50 16,-22-4-44-16,-6-8-96 0,0-7-85 16</inkml:trace>
  <inkml:trace contextRef="#ctx0" brushRef="#br0" timeOffset="85760">24374 6239 165 0,'0'0'310'0,"0"0"-287"0,0 0 62 16,0 0-9-1,416 0-43-15,-301 0-33 0,-22 0-7 16,-13-31-73-16,-33 7-114 15</inkml:trace>
  <inkml:trace contextRef="#ctx0" brushRef="#br0" timeOffset="87825.57">22164 10302 131 0,'0'0'310'0,"0"0"-247"0,0 0 11 0,0 0 18 15,0 0-18-15,0 0-18 16,0 0-33-16,0 0-10 16,0 0-13-16,0 0-8 0,0 5-5 15,0 6 13-15,0 6 12 16,0 2 11-16,0 9-6 15,34-3 5-15,12 3-6 16,1-9-3-16,6-6-11 16,-1-9-2-16,4-4-23 15,-3 0 21-15,-13 0 4 16,13-36 6-16,-19-20 1 16,-16-13 3-16,-2-3-6 15,-16 0-12-15,0 12-8 16,-16 4-8-16,-36 23 22 0,-1 13-9 15,-15 17 6 1,-7 3 3-16,-2 0-8 16,2 20 16-16,17 16-16 15,8 4 7-15,19 12 1 0,15-4-2 16,16 5 2-16,0-2-2 16,0-7 4-16,56-3-4 15,-3-9 2-15,6-20-5 16,9-4-25-16,-3-8-19 15,3 0-18-15,-15-13 15 16,-6-23-23-16,-13-3 11 16,0-5-21-16,-22 7 27 15,-12 10 31-15,0 7 15 16,0 12 12-16,0 8 55 16,0 0 1-16,0 0-13 0,0 0-16 15,0 19-18 1,0 6-8-16,0 3 3 0,0 8-2 15,0 0-1 1,0 12 1-16,28 7 4 0,3 2-4 16,9 15-1-16,-5-4 0 15,-7 0-1-15,6-4-4 16,-16 5-12-16,-5-13-1 16,-13-7-2-16,0-2 19 15,-13-3 7-15,-39 4 38 16,-29-4-22-16,-6 1 34 15,-6-5 42-15,0-12-39 0,12-8-5 16,13-15-31-16,28-5-24 16,0 0-22-16,9 0-10 15,3-5-58-15,6-7-147 16</inkml:trace>
  <inkml:trace contextRef="#ctx0" brushRef="#br0" timeOffset="88723.99">23559 10246 287 0,'0'0'89'0,"0"0"25"0,0 0-38 0,0 0-11 0,0 0-8 16,0 0-7-16,0 0-15 16,-40 0-5-16,40 0 21 15,0 0-11-15,0-8 12 16,0-4-40-16,0 1-10 16,0-5-2-16,9-5-16 15,31 5-1-15,13-4 12 16,0 4 2-16,6 4-2 15,-4 12 0-15,-2 0-25 0,-19 0 4 16,-34 40-25-16,0 21 47 16,0 11-1-16,-62 12 5 15,-18-1-12-15,14-2 12 16,-2 7 5-16,9-8 14 16,7-16 6-16,24 1-4 15,9-12-1-15,19-10-6 16,0-7-2-16,0-7 3 15,53-14-15-15,12-11 1 16,9-4-1-16,7 0 6 16,-7 0-1-16,-21-16 5 15,0 8-3-15,-13 5-7 16,-18 3 0-16,-10 0-21 16,-6 0-24-16,7 0-20 0,-4 0-175 15</inkml:trace>
  <inkml:trace contextRef="#ctx0" brushRef="#br0" timeOffset="89773.23">24576 10415 212 0,'0'0'7'0,"0"0"6"0,0 0 70 16,0 0 5-16,0 0-9 15,0 0-3-15,0 0-25 16,0 0-40-16,0 0-2 16,0 0 4-16,0 0 19 15,0 0 1-15,0 0 6 0,0 0 9 16,0 3-21-16,0 2 4 15,0 7-11-15,0 0 14 16,-6 0-14-16,-7 12 3 16,-2 4-4-16,-4 8-5 15,13 9-1-15,0-6-10 16,6 18 15-16,0-9-10 16,0-1 7-16,46 2-15 15,20-17 1-15,14-8-1 16,1-8-4-16,6-16 3 15,-7 0-8-15,-5 0 5 16,-4-44-6-16,-3-24-1 0,7-24 20 16,-23-13-24-16,-18-3 13 15,-34 0-14-15,0 3-18 16,-15 17-9-16,-56 16 11 16,-10 32 32-16,-6 24-8 15,-15 16 16-15,9 0-9 16,0 56 1-16,6 12-10 15,13 4-17-15,27-11-104 16,28-17-264-16</inkml:trace>
  <inkml:trace contextRef="#ctx0" brushRef="#br0" timeOffset="90739.87">25767 10559 345 0,'0'0'125'0,"0"0"-108"0,0 0 46 0,0 0-2 0,0 0-16 15,0 0-25-15,-75 141 1 16,75-113-14-16,0-4 17 15,0 4-1-15,22-8-6 16,24 4-4-16,1-4 0 16,-7-12-2-16,19-8-10 15,9 0-1-15,-2-5-33 16,-4-46 3-16,-4-17 1 0,-11-13 14 16,-7-15 15-16,-21-8 5 15,3 8-5 1,-22-4-18-16,0 3 17 0,0 17-14 15,-22 8-3-15,-9 28 16 16,-25 16 1-16,3 28 1 16,-12 0 41-16,-15 15-11 15,5 42-13-15,10 19-16 16,-3 8 7-16,28 8-8 16,5-11-111-16,-5-5-309 15</inkml:trace>
  <inkml:trace contextRef="#ctx0" brushRef="#br0" timeOffset="93386.53">26641 10595 113 0,'0'0'143'0,"0"0"-22"0,0 0-47 0,0 0-16 15,0 0-18-15,0 0-12 0,0 0-20 16,0 0-3-16,0 0-1 16,0 0-1-16,0 0 13 15,0 0 4-15,0 0 40 16,0 0-17-16,0 0 4 15,0 0-21-15,0 0 0 16,0 0-11-16,0 0-11 16,0 0-4-16,0 5-18 15,0-5 18-15,0 11 1 16,0-7 24-16,0-4-21 16,0 0 20-16,0 8-24 15,0-8 9-15,0 5 7 0,0 3-3 16,0-5-13-16,0 13 2 15,0 4 5-15,0 0 0 16,0 4-14-16,0 1 17 16,0-5 2-16,0-9 6 15,0-3-13-15,0 5-1 16,0-9 0-16,0 4-4 16,0 3 4-16,0 2-7 15,0-1 8-15,0-4-9 16,0-5 6-16,0 2-2 15,0-1 0-15,0-4 2 0,0 4-7 16,0-4 10 0,0 12-8-16,0 0 11 0,0-8-14 15,0 4 12-15,0-4-8 16,0-4 2-16,0 0 0 16,0 0-4-16,0 4 8 15,0 0-1-15,0 1 0 16,0-2-4-16,0 5 7 15,0 4-8-15,0 1 4 16,0-2 0-16,0 1 1 16,0-4-3-16,0 0 0 15,0-8 0-15,-6 0-7 16,6 0 15-16,0 0-8 16,-6 0 0-16,6 8 0 0,-7 0 4 15,1 9-4-15,-3-6 2 16,-3 1-1-16,12-4 2 15,0 0-3-15,0-3 4 16,0-2-4-16,0-3 0 16,0 5 2-16,0-1-1 15,0-4-2-15,0 0-4 16,0 0 3-16,0 0-5 16,0 0 0-16,0 0 0 15,0 0 1-15,0 0-18 16,0 0-51-16,0-28-106 15,-13-13-377-15</inkml:trace>
  <inkml:trace contextRef="#ctx0" brushRef="#br0" timeOffset="100048.07">26219 1972 51 0,'0'0'0'0,"0"0"-31"0,0 0 11 15,0 0 20-15,0 0 0 16,0 0 3-16,0 0 70 15,69 0 78-15,-69 0 19 16,0 0-63-16,0 0-12 0,0 0-37 16,0 0-27-1,0 0 2-15,0 0-33 0,0 0 15 16,0 0-9-16,0 0-12 16,0 0 16-16,0 0-7 15,0 0-1-15,0 13 12 16,0-13 6-16,0 3-2 15,0-3-10-15,0 0-4 16,0 5 3-16,0-2-3 16,0-3 9-16,0 0 14 15,0 5-8-15,0-5-1 16,0 4-12-16,12 0 1 0,3 3-6 16,-2 1 2-16,-1-3 0 15,10-2-6-15,-10 2 3 16,7-1 0-16,3 4 4 15,-10-5-1-15,-6 2-3 16,22-2-4-16,-15-3 1 16,15 0-2-16,-22 5 5 15,15-5 2-15,-14 4 8 16,11-4-8-16,-2 0 2 16,-4 4-3-16,22-4 2 15,-15 0-3-15,15 0 0 16,-9 0 3-16,9 4 0 15,-12-4-1-15,2 0 3 16,10 8-5-16,-6-4 4 0,6-4-4 16,-2 4 0-1,2-4 6-15,0 3-12 0,-16-3 12 16,10 0-13-16,-15 0 11 16,8 5-8-16,-8 3-1 15,15-8 5-15,3 4 2 16,-3 0 2-16,6-4-3 15,0 4 5-15,-9 1-9 16,2-5 7-16,8 3-5 16,5-3 1-16,-9 0 0 15,3 0-8-15,-6 3 8 16,-3-3 1-16,3 0 0 0,-10 0-2 16,10 0 6-16,0 0-7 15,-9 0 7-15,9 0-10 16,-4 0 3-16,4 0-2 15,6 0-1-15,0 0-6 16,-3-3 4-16,4-5-3 16,-7-4 8-16,6-1 4 15,-10 2 3-15,11-1-2 16,-8 4-5-16,-2 0 2 16,9 0 0-16,0-4 3 15,7-1-1-15,-16 2 9 16,-4 3-5-16,-2 8-12 15,-4-4 13-15,-8-1-10 0,11-3 3 16,4 0-3-16,3-7 3 16,3 7 0-1,6 0-1-15,-3 0 1 16,-3-9-1-16,0 6 2 0,-16 3-2 16,-6-4 3-16,0 12-4 15,1 0 4-15,-7 0 6 16,0 0-2-16,0-5-2 15,0 5 6-15,0 0-1 16,0 0-3-16,0 0-4 16,0 0 4-16,0 0 0 15,0 0 4-15,0 0 6 16,0 0-3-16,0 0 5 0,0 0-16 16,0 0 1-16,0 0 1 15,0 0-8-15,0 0-2 16,0 0 6-16,0 0-12 15,0 0-3-15,0 0-10 16,0 0-22-16,0 0-40 16,0-8-149-16</inkml:trace>
  <inkml:trace contextRef="#ctx0" brushRef="#br0" timeOffset="107242.51">24182 10592 269 0,'0'0'59'0,"0"0"6"0,0 0 0 0,0 0-39 16,0 0-21-16,0 0-5 16,0-17-19-16,0 17 16 15,0 0 3-15,0 0 43 16,0 0 19-16,0 0 11 16,0 0-21-16,0 0 0 15,0 0-37-15,0 0 4 16,0 0-10-16,0 0-2 15,0 12 3-15,0-4-10 16,0 8 7-16,0 4-5 16,0-4 16-16,0 1-15 0,0-1 11 15,0 4-14-15,0-4 10 16,0 7-10-16,0-2 2 16,0-1-5-16,0 0 9 15,0-1-8-15,0-2 4 16,-6-1 2-16,6 0 1 15,0 1-7-15,0-2 2 16,0 6-1-16,0-2-1 16,0-2-7-16,0 2 8 0,-6-7-3 15,6-4-4 1,0 12 10-16,0-4-3 0,0 0 2 16,0-4 3-16,0 9-4 15,0-9 0-15,0 4-5 16,0-4 7-16,0 4-7 15,0-5 10-15,0 2-10 16,0 2 7-16,0 6-4 16,0-6 2-16,0 10-2 15,0-9-3-15,0 0 10 16,-16-7-5-16,16 2 3 16,0-7-6-16,-6 4 1 15,0-8-32-15,0 0-128 16,-1 0-94-16</inkml:trace>
  <inkml:trace contextRef="#ctx0" brushRef="#br0" timeOffset="109143.55">28139 10042 317 0,'0'0'226'0,"0"0"-198"0,0 0 76 0,0 0 4 16,0 0-34-16,-186-281 3 0,152 177-51 15,6-16 10-15,3-9-36 16,9-4 3-16,16 2-3 16,0 6 18-16,0 5-17 15,0 16 3-15,41 16-8 16,-1 23 10-16,0 29-12 15,-18 16 3-15,3 20-38 16,-4 0 12-16,-2 0 1 16,3 20 28-16,-16 24 1 15,-6 13 8-15,0 7-7 16,-6 3-4-16,-50 6-9 16,-3-1 7-16,-15-12 4 0,21-16 32 15,13-20-4-15,21-12-21 16,19-12 12-16,0 5-6 15,0 11-1-15,0 4-8 16,53 16 6-16,12 0-2 16,9 0 4-16,1 0-5 15,-16-4 2-15,-4-4-2 16,-24-4-4-16,-15-3-3 16,-4-2 3-16,-6-7-1 15,-6 9 3-15,7-14-10 16,-7-7-26-16,21 0-55 15,4 0-143-15,3-36-173 16</inkml:trace>
  <inkml:trace contextRef="#ctx0" brushRef="#br0" timeOffset="109572.86">28722 8746 379 0,'0'0'69'0,"0"0"13"0,0 0 5 0,0 0-27 0,0 0-41 0,-22 233 0 16,84-197-15-16,9 0-7 16,4 5 7-16,11 3 1 15,1-5 16-15,-6 2 2 16,-7-5-1-16,-15-5-20 16,-18 2-2-16,-23-2 4 15,-18-2-4-15,0-1 11 16,0 4 26-16,-46 0 7 15,-26 1-5-15,-8-5 21 0,11-13-32 16,11-10-3 0,11-5-25-16,1 0-13 0,5-41-54 15,13-15-76-15,10-16-206 16</inkml:trace>
  <inkml:trace contextRef="#ctx0" brushRef="#br0" timeOffset="109873.68">29202 8329 576 0,'0'0'199'0,"47"213"-137"0,-35-81 13 0,-12 9-47 16,0-2-28-16,-25-6-12 16,-15-9-63-16,6-19-27 15,21-17-105-15,4-20-237 16</inkml:trace>
  <inkml:trace contextRef="#ctx0" brushRef="#br0" timeOffset="110704.86">30018 8718 176 0,'0'0'207'0,"0"0"-186"0,0 0-5 0,0 0-5 0,0 0 1 0,0 0 16 0,341-83-2 15,-282 26-9-15,-25 1-7 16,-22 4 4-16,-12 7 0 16,0 9 0-16,-40 8 14 15,-19 12 44-15,-9 4-38 16,9 12 16-16,6 0-20 15,0 0-29-15,4 28 17 16,24 12 8-16,9 4 10 16,16 0-18-16,0 5-18 15,50-5 0-15,15-8-3 0,10-4-5 16,-10-11 2 0,-3-10-3-16,-16-11-36 0,-5 0-36 15,-17-11-5-15,-14-25 52 16,2-5 11-16,-12-3-49 15,0 12 10-15,0 8 57 16,0 11 5-16,-12 10 39 16,2 3 48-16,-2 0-15 15,12 16-14-15,0 20-23 16,0 12-9-16,0 4-7 16,22 4-18-16,18 1-2 15,-9 2 10-15,-3 2-13 16,-16-1 7-16,-12-4-6 15,0-7 3-15,0-13 0 16,-24-13 41-16,-39-7-27 0,-2-11-14 16,-9-5-5-1,-13 0 1-15,13 0-62 16,-7 0-48-16,10 0-48 16,3 0-75-16</inkml:trace>
  <inkml:trace contextRef="#ctx0" brushRef="#br0" timeOffset="111238.72">31041 8417 435 0,'0'0'93'0,"0"0"-62"0,0 0 27 16,0 0-5-16,0 0-33 0,0 0-16 16,285-59 3-16,-269 59-4 15,-16 31 37-15,0 18 8 16,-41 15-8-16,-27 8-23 16,-12 8-13-16,14-4 20 15,14-4-7-15,18-11 11 16,18-21-23-16,16-4-4 15,0-12 3-15,0-4-4 16,16-4-4-16,36-8-9 16,7 0 12-16,9-8-3 15,-9 4 4-15,-3-4 0 0,-3 0 0 16,0 0-2 0,-7 0 1-16,16 0-26 0,-3-24-32 15,0-4-119-15,-13-8-159 16</inkml:trace>
  <inkml:trace contextRef="#ctx0" brushRef="#br0" timeOffset="111487.67">31822 8967 133 0,'0'0'695'0,"0"0"-651"0,0 0 7 15,0 0-25-15,-28 216-24 16,10-180-2 0,-4 5-50-16,-9-5-35 0,-9-4-137 15,-1-13-102-15</inkml:trace>
  <inkml:trace contextRef="#ctx0" brushRef="#br0" timeOffset="111838.14">32204 8915 360 0,'0'0'47'15,"0"0"48"-15,0 0-33 16,341-25 22-16,-220-22-5 16,-16-9-4-16,-6-13-62 15,-24 1 2-15,-35-4-8 16,-21 8-2-16,-19 11-2 15,0 14-6-15,-59 11-2 16,-28 15 5-16,-12 13 47 16,-10 0-42-16,4 25-10 0,30 19 1 15,16 3-33-15,25 6-92 16,28-9-81-16,6 4-236 16</inkml:trace>
  <inkml:trace contextRef="#ctx0" brushRef="#br0" timeOffset="112088.01">33159 8810 180 0,'0'0'263'0,"0"0"-214"15,0 0 68-15,0 0-60 16,0 0 10-16,335-232-62 15,-329 172 9-15,-6 3-14 16,-13 10-16-16,-61 14-65 16,0 22 81-16,2 11 58 15,-8 0-48-15,5 47-10 16,-5 14-1-16,14 3-33 16,-8 0-267-16</inkml:trace>
  <inkml:trace contextRef="#ctx0" brushRef="#br0" timeOffset="125442.95">2713 15769 187 0,'0'0'219'0,"0"0"-199"0,0 0 16 0,0 0 16 0,0 0-23 15,0 0-2-15,0 0 23 16,0 0 18-16,-40 12-22 16,40-12 26-16,0 0-27 15,0 0 2-15,0 0-26 16,-6 0 6-16,-16-8-6 15,3-17-19-15,-27-22 4 16,5-17-5-16,7-21 29 0,0-15-29 16,6-12-1-16,10-9 0 15,-10-3 5-15,15 8-5 16,7 24-26-16,-6 15 17 16,12 29-10-16,0 29 14 15,-16 10-10-15,10 9 5 16,-12 32-49-16,-23 40 59 15,-12 33 9-15,-15 15-8 16,0-8-1-16,-3 4-44 16,-4-19 32-16,-5-22-18 0,15-22-74 15,30-21-63 1,35-32-83-16</inkml:trace>
  <inkml:trace contextRef="#ctx0" brushRef="#br0" timeOffset="125826.9">2899 15200 487 0,'0'0'196'0,"0"0"-196"0,0 0-17 0,0 0 17 0,0 0 33 16,0 0 28-16,174-25-23 15,-153 25-18-15,4-3 1 16,3-10-4-16,12 5-17 16,13-12-4-16,-12 0-7 15,17 4-41-15,-17 4-55 0,-13-1-116 16</inkml:trace>
  <inkml:trace contextRef="#ctx0" brushRef="#br0" timeOffset="126394.45">3563 14838 394 0,'0'0'225'0,"0"0"-225"16,0 0-10-16,0 0 10 15,0 0 22-15,0 0-4 16,180-144 11-16,-122 136-26 16,-5 8-3-16,-6 0-20 0,-13 0 16 15,-6 32-7-15,-22 16 11 16,-6 20 8-16,0 29 4 16,-34 15 6-16,-13 12-9 15,1-8 40-15,18-11-6 16,3-25-9-16,25-19-32 15,0-22-2-15,0-11 0 16,12-7-5-16,35-18-10 16,-7-3-8-16,35 0 23 15,-16 0 30-15,9 0 5 16,-9 0-22-16,3 0 0 16,-10-8-4-16,1-3-9 0,-6 3-7 15,-1-5-25-15,-18 13-29 16,0 0-91-1,-22 0-26-15,0 0-108 0</inkml:trace>
  <inkml:trace contextRef="#ctx0" brushRef="#br0" timeOffset="126694.43">4536 15500 297 0,'0'0'133'0,"0"0"-95"16,0 0 17-16,0 0-31 15,0 0-20-15,0 0 20 16,69 0 4-16,-29 0 8 0,-6 0-19 16,-3-16 42-1,15-32 9-15,-5-16 7 0,-1-12-24 16,-6-12-15-16,-21-1-19 16,-7 1-9-16,-6 0-7 15,0 15-1-15,-53 5-5 16,-18 24-13-16,3 16 11 15,-13 24-25-15,6 4-26 16,-2 40 57-16,9 32 1 16,9 13 0-16,19-5-35 15,18-13-57-15,22-18-153 16,0-13-169-16</inkml:trace>
  <inkml:trace contextRef="#ctx0" brushRef="#br0" timeOffset="127091.96">5820 14430 351 0,'0'0'171'0,"0"0"-129"0,0 0 32 0,-87 268 9 0,53-184-70 15,-6 4 18-15,-1-7-10 16,4-6-5-16,3-6-15 16,6-5 2-16,10 1-3 15,-4-14-8-15,9-15-43 16,-8-23-121-16,8-13-208 16</inkml:trace>
  <inkml:trace contextRef="#ctx0" brushRef="#br0" timeOffset="127257.86">5287 14710 112 0,'0'0'917'0,"0"0"-892"16,0 0-25-16,0 0-9 15,0 0 1-15,0 0-46 16,111-52 10-16,-64 35-112 15,-26 6-183-15</inkml:trace>
  <inkml:trace contextRef="#ctx0" brushRef="#br0" timeOffset="127457.87">5987 15015 474 0,'0'0'507'16,"0"0"-507"-16,0 0-9 15,0 0-8-15,0 0-97 16,0 0-142-16,28-40-141 0</inkml:trace>
  <inkml:trace contextRef="#ctx0" brushRef="#br0" timeOffset="128008.42">6862 15055 558 0,'0'0'94'0,"0"0"-78"0,0 0 10 0,0 0 7 0,0 0 18 15,0 0-4-15,223-88-30 16,-176 80-6-16,5-8-6 16,7 4-10-16,-3-4-27 15,-9-4-52-15,-23-8-97 16,-24-1-137-16</inkml:trace>
  <inkml:trace contextRef="#ctx0" brushRef="#br0" timeOffset="128191.1">6663 14730 754 0,'0'0'19'15,"0"0"-17"-15,0 0 3 16,0 0-2-16,0 0-3 16,372-64-38-16,-297 24-88 15,-35 0-148-15</inkml:trace>
  <inkml:trace contextRef="#ctx0" brushRef="#br0" timeOffset="129239.55">8387 14851 99 0,'0'0'169'0,"0"0"-153"0,0 0 61 0,0 0 36 0,0 0-19 16,0 0-21-16,0 8 1 16,0-8-16-16,-6 0 2 15,-9 0-26-15,-4-25-34 16,13-19 1-16,-16-24 9 16,16-16 3-16,0-21 14 15,0 2-20-15,6-2-2 16,0 5 21-16,-7 12-25 15,1 24 1-15,-3 20 0 16,9 23 12-16,0 17-14 16,-6 4-10-16,-1 0-22 15,-17 36 14-15,-17 33 7 16,-8 23 4-16,-10 4-21 0,-6-12-32 16,9-15-14-16,9-14-29 15,1-7-204-15</inkml:trace>
  <inkml:trace contextRef="#ctx0" brushRef="#br0" timeOffset="129639.26">8775 14522 464 0,'0'0'269'0,"0"0"-255"0,0 0 13 0,0 0-6 0,0 0 44 16,0 0-13-16,242-17-27 15,-171-11-18-15,4-4-14 16,-1-4-24-16,-15-4-76 15,-19 8-160-15</inkml:trace>
  <inkml:trace contextRef="#ctx0" brushRef="#br0" timeOffset="130341.09">9904 13764 202 0,'0'0'361'0,"0"0"-328"0,0 0 25 0,0 0-58 0,0 0-12 0,0 0 12 15,27-61 40-15,20 41-15 16,-28 9-7-16,8 3-18 0,-5 8-5 16,-16 0-8-1,7 19-9-15,-13 29 22 0,0 12 38 16,0 9-9-16,-19 15-28 16,-43 16-1-16,9 4 2 15,7-4-2-15,-1-7 0 16,32-20 3-16,15-29-8 15,0-13-11-15,0-23-32 16,40-8-42-16,41 0 50 0,-1-20 39 16,14-16 2-16,-14 0 10 15,-5 8-1-15,-17 4-10 16,-23 24-51-16,-17 0-118 16,-18 0-79-16</inkml:trace>
  <inkml:trace contextRef="#ctx0" brushRef="#br0" timeOffset="130657.65">10480 14314 326 0,'0'0'73'0,"0"0"-55"0,0 0 37 15,0 0 34-15,0 0-60 16,0 0 52-16,320-266-15 16,-286 194-39-16,-22 0 14 15,-12 12-30-15,0 4 22 16,-25 7-30-16,-37 18-6 16,-3 14 16-16,-9 13-9 15,6 4-1-15,3 0-3 16,12 21-13-16,-3 18-69 15,9 18-86-15,13-1-126 16</inkml:trace>
  <inkml:trace contextRef="#ctx0" brushRef="#br0" timeOffset="131072.1">9659 14967 290 0,'0'0'142'0,"0"0"-77"0,0 0 60 0,393-113 11 15,-200 66-53-15,14 2-1 16,-11 9-71-16,-10 12-11 0,-40 16-49 16,-32 8 33-16,-61 0-226 15,-31 4-140-15</inkml:trace>
  <inkml:trace contextRef="#ctx0" brushRef="#br0" timeOffset="131503.96">9885 15829 175 0,'0'0'403'0,"0"0"-377"16,0 0 6-16,6-249 22 15,7 173-25-15,-13-1-19 16,0 13-1-16,0 12-1 16,0 8 0-16,0 16 4 0,0 13-12 15,-41 10-15 1,1 5 10-16,0 0 0 0,2 5 5 16,11 31-2-1,5 7-8-15,16 9-8 0,-1 1-97 16,7-9-84-16</inkml:trace>
  <inkml:trace contextRef="#ctx0" brushRef="#br0" timeOffset="131786.71">10037 15580 542 0,'0'0'51'0,"0"0"-12"15,0 0 40-15,0 0-23 16,0 0-32-16,381 37 8 16,-294-86 10-16,-19-7 0 15,-9-4 8-15,-43 8-28 16,-4-1 10-16,-12 9-32 16,0 1 31-16,-40 14-16 15,-7 14-15-15,-21 7-19 16,-3 8-26-16,-4 0 17 15,7 11-44-15,15 30-6 16,19 7-70-16,22-9-49 0</inkml:trace>
  <inkml:trace contextRef="#ctx0" brushRef="#br0" timeOffset="132087.57">10700 15440 141 0,'0'0'414'16,"0"0"-396"-16,0 0 13 0,0 0-23 16,0 0 12-1,0 0-3-15,342-100 38 16,-284 27-2-16,-11-3-1 15,-32-4-47-15,-15 12 21 0,0 12-13 16,-34 8-12-16,-40 12-1 16,-7 23-66-16,1 13 8 15,8 0-37-15,17 0 40 16,14 36-76-16,29 5-143 16</inkml:trace>
  <inkml:trace contextRef="#ctx0" brushRef="#br0" timeOffset="132486.84">11730 14870 463 0,'0'0'290'0,"0"0"-278"0,0 0 30 0,0 0 2 0,0 0-4 0,0 0-37 16,214-55-6-16,-155 38 2 16,-25 6-70-16,-6-6-79 15,-28 5-47-15</inkml:trace>
  <inkml:trace contextRef="#ctx0" brushRef="#br0" timeOffset="132658.64">11562 14569 819 0,'0'0'163'0,"0"0"-163"16,0 0 2-16,0 0 15 15,0 0-7-15,422-64-10 16,-323 28-64-16,-40 0-267 16</inkml:trace>
  <inkml:trace contextRef="#ctx0" brushRef="#br0" timeOffset="133352.63">13386 14522 669 0,'0'0'50'0,"0"0"-25"0,0 0 8 0,0 0 9 16,0 0-20-16,0 0 27 15,-53-265 7-15,34 165-16 16,13-5-25-16,-16-3-1 15,16 8-5-15,6 23-9 16,-12 21-6-16,12 28 1 16,0 20-2-16,-9 8-1 15,2 0-49-15,-11 16 51 0,-4 48 6 16,-9 25 0-16,-19 11-12 16,13-12-94-16,3-16-135 15</inkml:trace>
  <inkml:trace contextRef="#ctx0" brushRef="#br0" timeOffset="138715.64">13748 14325 13 0,'0'0'370'0,"0"0"-316"0,0 0 24 0,0 0 34 15,0 0 6-15,-40 4-48 16,40-4-22-16,0 0-3 16,0 0 14-16,0 0-38 15,0 0 1-15,0 0-21 16,6 0 1-16,35 0 4 15,5 0 1-15,22-12-1 16,-9-4-2-16,9-1-8 16,-2-2-14-16,-4 2-6 15,3-6-44-15,-3-1-26 0,-10-9-70 16,-27 2-61-16</inkml:trace>
  <inkml:trace contextRef="#ctx0" brushRef="#br0" timeOffset="139563.56">14772 14101 275 0,'0'0'42'0,"0"0"-32"0,0 0 41 0,0 0 14 16,0 0-23-16,0 0-5 16,-10 164-4-16,10-124-5 15,0-16 18-15,10 0 14 16,14-8-12-16,-2-4-28 16,12 1 6-16,3-6-18 15,4-7-2-15,5 0 7 16,10 0-8-16,-9-32 16 15,12-12-3-15,-13-20 18 0,1-4-11 16,-13-8-5 0,-13-9-20-16,-8 1 0 0,-13 4-2 15,0 16-19 1,0-1-22-16,-13 13 16 0,-33 9 15 16,-16 14 12-16,3 14 4 15,-3 2 4-15,9 13 7 16,0 0-15-16,1 20 2 15,-10 32 9-15,3 5-11 16,12-1-10-16,19-9-9 16,22 10-67-16,6-9-66 15,0 4-55-15,0-7-189 16</inkml:trace>
  <inkml:trace contextRef="#ctx0" brushRef="#br0" timeOffset="140130.97">15668 13988 507 0,'0'0'68'0,"0"0"31"0,0 0 7 0,-22 205-56 16,22-141-22-16,0-1-9 16,-12 3 4-16,-4-11-23 15,-2-7-24-15,-4-15-9 16,3-14-90-16,7-14-182 15</inkml:trace>
  <inkml:trace contextRef="#ctx0" brushRef="#br0" timeOffset="140779.29">16080 13564 442 0,'0'0'131'0,"0"0"-98"0,0 0 75 0,0 0-30 0,0 0-54 0,0 0-12 0,-93 80-6 16,87-73-8-16,0 14 4 16,0-13 3-16,6-1 0 15,0 6 5-15,0-2 1 0,0 2-9 16,0-1 1 0,0-9 1-16,0 5-8 0,0 0 0 15,0 4 4-15,12 1 0 16,13 3 11-16,3 4-10 15,-7 8 12-15,-2 4 13 16,-13-4 13-16,22 0 8 16,-16 4-35-16,1-3 21 15,15-6-30-15,0-2 6 16,-4-1 3-16,11-4-6 16,-1-5 1-16,6-2-3 15,13-9-4-15,6 0-12 0,15-5-36 16,13-39-26-16,-13 1-23 15,-21 2-152-15,-31 13-311 16</inkml:trace>
  <inkml:trace contextRef="#ctx0" brushRef="#br0" timeOffset="141761.87">15854 13667 26 0,'0'0'157'0,"0"0"15"0,0 0-48 0,0 0-23 0,0 0-33 15,0 0 11-15,0 49-29 16,0-49-16-16,0 0-14 15,0 0 14-15,0 0 19 16,0 0-16-16,0 0-10 16,0 0-21-16,0 0-4 15,0 0 2-15,6-16-4 16,34-4 10-16,7-9-4 0,6 5-5 16,9-3 3-1,-4 6-4-15,-11 6-8 0,-19 15 2 16,-10 0-45-16,-11 0 17 15,-7 11 34-15,0 21 6 16,0 8-1-16,0 4-3 16,0 4-2-16,-25 9-11 15,-9 2 11-15,6 2 0 16,3-5 11-16,-3 4-1 16,10-12-8-16,11-16 11 15,-2-15-1-15,9-14-12 16,0-3-28-16,0 0 28 15,34 0 8-15,34 0-1 0,4-28-2 16,14 4 6 0,-5 9-11-16,-13 2 0 0,-15 13 3 15,-25 0-3-15,-9 0-3 16,-4 0 3-16,-9 0 0 16,7 0-9-16,-1 0-10 15,10-8-55-15,3-4-26 16,2-12-77-16,1 0-99 15</inkml:trace>
  <inkml:trace contextRef="#ctx0" brushRef="#br0" timeOffset="143229.01">18167 14160 585 0,'0'0'164'0,"0"0"-153"0,0 0 26 0,0 0 27 0,347-103-45 16,-254 70-1-16,-6 2-10 16,-28 6-4-16,-3 1-4 15,-31 4-42-15,-4 4-11 16,-21-1-93-16,0 6-34 16,0-1-123-16</inkml:trace>
  <inkml:trace contextRef="#ctx0" brushRef="#br0" timeOffset="143429.54">18114 13727 439 0,'0'0'455'0,"0"0"-445"16,0 0 8-16,0 0 55 0,0 0-37 15,372-16-1-15,-269-8-12 16,-17-4-23-16,-8-12-45 16,-16 8-110-16,-37 4-253 15</inkml:trace>
  <inkml:trace contextRef="#ctx0" brushRef="#br0" timeOffset="144842.62">19556 14073 554 0,'0'0'40'0,"0"0"-22"0,0 0 9 0,0 0-16 16,0 0-9-16,0 0 14 15,236 144 14-15,-165-144 9 16,16-52 4-16,0-25 26 16,-13-18-22-16,-6-15-15 15,-27 15-21-15,-23-2-1 16,-18 17-10-16,0 8-3 15,0 20 1-15,-34 12 2 16,-37 19-1-16,-16 21 9 16,-15 0-16-16,2 57-15 15,-8 19 23-15,27 16 0 16,29 4-66-16,17-7 23 16,23-9-227-16</inkml:trace>
  <inkml:trace contextRef="#ctx0" brushRef="#br0" timeOffset="145160.47">20666 14073 244 0,'0'0'511'0,"0"0"-508"0,0 0 37 0,-34 256-16 0,15-184-24 16,-9-7-69-16,-6-9-219 16</inkml:trace>
  <inkml:trace contextRef="#ctx0" brushRef="#br0" timeOffset="146027.44">21147 14029 385 0,'0'0'89'0,"0"0"-67"0,0 0-17 0,0 0 8 16,0 0-2-16,0 0 9 15,155-161 13-15,-81 109-18 16,-21-9 5-16,0-3-5 0,-13-4 7 15,-22 0-11-15,-2 3-11 16,-16-2-6-16,0 3-4 16,0 15-7-16,-40 18 17 15,-13 14 19-15,19 17 44 16,-7 0 18-16,1 0-57 16,12 25-4-16,10 19-20 15,18 7-3-15,0 14-10 16,0-1 11-16,40 0 0 15,25 0-39-15,10-3 28 16,-1-6-58-16,-3 1 5 16,-9 1 5-16,-15-4 34 15,-19 2 19-15,-28-2 8 0,0-2 13 16,0 6 65 0,-69-10 60-16,-17-11-45 0,-7-16-13 15,-16-20-40-15,28 0-36 16,4-39-4-16,37-25-37 15,24 11-60-15,16 1-196 16</inkml:trace>
  <inkml:trace contextRef="#ctx0" brushRef="#br0" timeOffset="148594.67">24691 14305 277 0,'0'0'130'0,"0"0"-19"0,0 0 12 0,0 0-38 0,0 0-43 0,0 0-8 16,0 0-1-16,0 0-7 15,0 0 18-15,0 0 21 16,0 0-27-16,0 0 11 15,0 0-21-15,0-24 4 0,0-17-17 16,-28-23-10-16,22-24 17 16,-16-16-16-16,16-25 1 15,6 1 3-15,0 4-17 16,0 11 13-16,0 26-12 16,0 18-4-16,0 25 4 15,0 20 5-15,0 12-4 16,0 12 5-16,0 0-33 15,0 0-1-15,-19 40 22 16,-15 20 12-16,-19 12 0 16,-9 0-8-16,-3 5-28 0,12-5-1 15,19-3-22-15,6-10-47 16,22-15-54-16,6-11-140 16</inkml:trace>
  <inkml:trace contextRef="#ctx0" brushRef="#br0" timeOffset="149173.84">25345 13564 558 0,'0'0'59'0,"0"0"38"0,0 0-39 0,0 0-47 16,0 0-9-16,0 0 13 0,186-49 11 16,-118 32-24-16,-15 17-2 15,-19 0-6-15,-6 0-38 16,-28 36-33-16,0 25 77 15,0 16 19-15,-56 26-19 16,-3 13 0-16,7 14 3 16,11-3 13-16,7-18 23 15,34-37 6-15,0-15-31 16,0-34-14-16,19-15-11 16,43-8 9-16,12 0 2 15,13-23 9-15,0-18 4 16,-10 17-9-16,-15 0-4 15,-21 8-8-15,-7 16-6 0,-9-5-45 16,-4 5-62-16,-8-3-94 16</inkml:trace>
  <inkml:trace contextRef="#ctx0" brushRef="#br0" timeOffset="149455.62">26402 14225 387 0,'0'0'125'0,"0"0"-71"16,0 0 58-16,372-165-4 16,-217 81-42-16,-21-12 1 15,-35-4 7-15,-31 11-30 16,-40 17-4-16,-28 8 2 15,-9 16-6-15,-90 20 7 16,-22 20-32-16,-13 8-11 16,-27 19-11-16,9 38-4 15,19 15-26-15,40 9-38 16,37-6-122-16,37 5-285 16</inkml:trace>
  <inkml:trace contextRef="#ctx0" brushRef="#br0" timeOffset="150438.94">27739 14001 294 0,'0'0'324'0,"0"0"-265"0,0 0 33 0,0 0-30 0,0 0-34 15,0 0 16-15,180-146-6 16,-81 79-10-16,9-5-1 15,-15 7-20-15,-18 17 7 16,-23 9-14-16,-11 9-25 16,-7 15-40-16,-22 7-17 0,-6 4-81 15,-6 4-87 1</inkml:trace>
  <inkml:trace contextRef="#ctx0" brushRef="#br0" timeOffset="150661.74">27959 13575 661 0,'0'0'163'0,"0"0"-108"16,0 0 31-16,0 0-13 15,180 205-53-15,-106-166 0 0,1 2-20 16,-10-1-15-16,-19 4-64 15,-33 8-82-15,-13-8-208 16</inkml:trace>
  <inkml:trace contextRef="#ctx0" brushRef="#br0" timeOffset="151238.87">29283 13724 206 0,'0'0'130'0,"0"0"-22"0,0 0-11 0,87-241-32 15,-87 192-24-15,-16 18-14 16,-49 7 6-16,-9 16 38 16,-19 8-5-16,0 0-7 0,-16 47-13 15,-3 25-15-15,4 2-16 16,27 6-11-16,41-13-8 16,28-11-92-1,12-19-111-15,0-22-158 0</inkml:trace>
  <inkml:trace contextRef="#ctx0" brushRef="#br0" timeOffset="151470.97">29717 13932 530 0,'0'0'108'16,"0"0"13"-16,0 236-47 15,0-187-65-15,-6-18-9 16,-16-2-87-16,-3-17-96 16,-3-12-332-16</inkml:trace>
  <inkml:trace contextRef="#ctx0" brushRef="#br0" timeOffset="151986.79">30337 13852 366 0,'0'0'243'0,"0"0"-213"16,0 0-30-16,0 0 8 15,0 0 1-15,195-213 18 16,-136 157 31-16,-6-4-42 15,-3 4 27-15,-26-1-24 0,4 6 10 16,-28 2-15-16,0 18 30 16,0-2 1-16,-34 17-19 15,-6 8-14-15,-19 8-5 16,25 0 12-16,-6 0-15 16,5 16 2-16,11 28-6 15,14 0-9-15,10 12-3 16,0-4-10-16,0 9 12 15,0-9-5-15,34 1 3 16,1-2-21-16,5-11 24 16,-6 8-3-16,-9 9 7 15,-10-1 0-15,-15 8-1 0,0 8-4 16,-40-8-57-16,-28-15-20 16,-19-30-13-16,-12-19-57 15,-22 0-193-15</inkml:trace>
  <inkml:trace contextRef="#ctx0" brushRef="#br0" timeOffset="152736.71">28802 13564 242 0,'0'0'131'0,"0"0"-85"0,0 0 37 0,0 0-5 15,0 0 11-15,0 0-39 16,-155 183 8-16,149-150-34 0,0-9 18 15,6 12-19 1,0-8-14-16,0 0-9 0,46-3-13 16,26-6 8-16,14-2 5 15,-5-2 9-15,6-11-6 16,-7-4-6-16,-5 0-9 16,-1-32 12-16,7-16 5 15,-4-16-4-15,-8-13 17 16,-10 5-13-16,-13-4-3 15,-18 8-2-15,-22 8 0 0,-6 7-10 16,0 14 4 0,-65 11-9-16,-16 7-6 0,-21 21-18 15,9 0-2-15,-6 0-7 16,-10 49 46 0,32 15 2-16,-10 8 9 0,25 8-9 15,16-8-94-15</inkml:trace>
  <inkml:trace contextRef="#ctx0" brushRef="#br0" timeOffset="155535.49">22703 16423 528 0,'0'0'140'0,"0"0"-136"0,0 0 5 0,0 0 60 16,397 0-59-16,-285 0-2 16,-10 0-7-16,-21 0 10 15,-16 0-11-15,-19-13 0 16,-18-2-4-16,-15-1-46 0,-13-9-69 15,0-6-21 1,0 6-252-16</inkml:trace>
  <inkml:trace contextRef="#ctx0" brushRef="#br0" timeOffset="155735.41">22672 16053 371 0,'0'0'454'0,"0"0"-440"16,0 0 1-16,0 0 89 0,0 0-58 15,372 33-14-15,-217-33-27 16,-21-20 6-16,-7-8-11 16,-28-13-71-16,-25 5-47 15,-40 20-197-15</inkml:trace>
  <inkml:trace contextRef="#ctx0" brushRef="#br0" timeOffset="166690.93">24424 15886 426 0,'0'0'84'0,"0"0"-38"0,0 0-2 0,0 0-3 0,0 0-23 0,0 0 0 0,0 0 2 15,0 0 20-15,406 172 8 16,-313-172-7-16,10-45-19 16,-10-15 20-16,6-16-33 15,-25-8-3-15,-15-5-6 16,-19 5-10-16,-40 21-22 15,0 10 32-15,0 17 2 16,-46 20 26-16,-35 16-24 16,-18 0 27-16,-3 16-6 15,3 32-23-15,12 12-2 16,28 9-7-16,19 3 3 16,24 4 3-16,16-8-7 0,0 1 0 15,16-18-25-15,49-10-2 16,3-17 20-16,-3-9 5 15,3-15 2 1,-9 0-12-16,3-11-41 0,-9-29-12 16,-13-9 29-16,-27 1-16 15,2 4 35-15,-15 12 17 16,0 8 8-16,0 8 38 16,0 16 21-16,-15 0 22 15,2 0-28-15,7 0-14 16,6 0-36-16,0 0-3 15,0 36 0-15,0 4 3 0,0 4 1 16,19 0-3-16,21 12-1 16,-25 4 0-16,4 9 9 15,-13 3-9 1,-6 0 20-16,0 0-7 0,-6 5 28 16,-53-1-12-16,-28-16 17 15,-15-8-16-15,-4-12-7 16,-14-16 2-16,-8-7 3 15,8-2-14-15,8-7-9 16,25-3-10-16,19-2-5 16,15-3-44-16,7 8-81 15,18-3-149-15</inkml:trace>
  <inkml:trace contextRef="#ctx0" brushRef="#br0" timeOffset="167278.57">25981 15537 538 0,'0'0'91'0,"0"0"-1"0,0 0 12 0,0 0-30 0,0 0-18 16,-341 283-25-16,300-178-9 16,20-5 1-16,21 5 0 0,0-9-2 15,0-7-8 1,34-9-3-16,34-8-8 0,-3-5 0 16,9-10 2-16,7-12-4 15,-7-14-8-15,-8-18 7 16,-4-13-16-16,15 0 3 15,-15-53-11-15,-15-19 12 16,-20-4 3-16,-20 3 6 16,-7 13 3-16,0 20-2 15,-69 16 5-15,-24 24 4 16,-6 0 37-16,-22 24-8 16,-6 32-20-16,0 28-4 15,34 1 8-15,31-13-7 16,31-3-10-16,31-18-20 0,0-11-79 15,25-12-29-15,49-11-133 16,-9-9-299-16</inkml:trace>
  <inkml:trace contextRef="#ctx0" brushRef="#br0" timeOffset="167508.07">26728 16410 663 0,'0'0'183'0,"0"0"-148"0,-65 281 59 0,43-200-28 16,16-17-59-16,6-20-7 0,0-8-57 15,0-12-51-15,0-16-62 16,0-8-106-16</inkml:trace>
  <inkml:trace contextRef="#ctx0" brushRef="#br0" timeOffset="167890.87">27137 16323 387 0,'0'0'140'15,"0"0"-108"-15,0 0 43 16,0 0 37-16,0 0-18 16,0 0-16-16,0 147-27 15,53-119-44-15,15-11 0 16,19-9-6-16,18-8-1 15,16 0 4-15,6-56 19 16,13-24-7-16,-7-17-11 0,-24-7 12 16,-44-5-4-1,-25 5-13-15,-40 8-27 16,0 24 23-16,-59 15-10 0,-55 38 11 16,-26 19 0-16,-15 0 0 15,9 55 3-15,7 22-2 16,30 12 1-16,29-6-10 15,33-6-115-15,35-10-150 16</inkml:trace>
  <inkml:trace contextRef="#ctx0" brushRef="#br0" timeOffset="168241.03">27884 16210 456 0,'0'0'83'15,"0"0"-23"-15,0 0 38 16,0 0-46-16,0 0-13 16,329 216-38-16,-196-208 3 15,-5-8-4-15,17 0 2 16,-2-31 20-16,-10-34 12 15,-15-23-1-15,-28-12-29 16,-37-9 49-16,-47 13-48 16,-6 12-1-16,-13 20-1 0,-83 23 25 15,-9 33-26 1,-28 8 37-16,-29 41-12 0,10 51-27 16,4 16-3-16,27-7 0 15,49-5-95-15,23-24-256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3:16:44.5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16235 36 295 0,'0'0'168'0,"0"0"-70"0,0 0 11 0,0 0-14 16,0 0-52-16,0 0 15 15,0 0-26-15,19-16-8 16,-19 16-10-16,0 0 10 16,0 0 3-16,0 0-8 0,0 0 12 15,0 0-16 1,0 0 9-16,0 0-23 16,0 0 14-16,0 0-4 0,0 0 10 15,-6 0-7-15,-53 0-8 16,-22 0-6-16,-12 44-26 15,-22 23 25-15,1 22 0 16,8 27-12-16,4-3 26 16,15 7-22-16,34-12 9 15,28-23 0-15,25-10-1 16,0-18-5-16,7 2 1 16,64-6-17-16,16-25 14 15,28-24-30-15,24-4 7 16,29-40-48-16,5-36-133 15,-24-9-109-15</inkml:trace>
  <inkml:trace contextRef="#ctx0" brushRef="#br0" timeOffset="455.69">16871 986 512 0,'0'0'191'0,"0"0"-145"0,0 0 39 0,0 0-60 15,0 0-16-15,0 0 12 16,-22-180-1-16,22 119-19 16,6 17 12-16,10 16-7 15,-10 17-5-15,0 11-1 16,-6 0-10-16,0 0-17 0,0 0-34 15,6 15 39-15,7 29 22 16,21 8 7-16,0 9 8 16,0-9-15-16,6 4-9 15,-9-4-23-15,-9-8-54 16,-16 1-16-16,-6-6 16 16,0-6-18-16,0-17-43 15</inkml:trace>
  <inkml:trace contextRef="#ctx0" brushRef="#br0" timeOffset="579.53">16871 986 569 0</inkml:trace>
  <inkml:trace contextRef="#ctx0" brushRef="#br0" timeOffset="998.92">16871 986 569 0,'-301'0'156'0,"338"0"-156"0,38-20-15 15,11-20 13-15,1-13 5 16,-6 17 1-16,-13 8-4 16,-15 12-49-16,-13 9-12 15,-6 7 42-15,-9 0-17 16,3 0 22-16,6 28 14 16,13 20 34-16,-1 7 14 15,1 6-11-15,12-9-21 16,-13-8-13-16,1-8 2 15,-13-19 0-15,-13-6 2 0,-21-6-7 16,0-5 21 0,0 0 62-16,0 0-19 0,0-33-18 15,-40-14-46-15,-6-14 5 16,11-11-5-16,29-13-11 16,6 2-16-16,0 2-13 15,6 9 29-15,53 15-15 16,3 14-4-16,-15 19-8 15,-7 16-10-15,-27 8-3 16,-13 0 43-16,0 8 8 16,0 20 42-16,0 8 7 15,-13 5-24-15,-40 6 7 0,-15 9-19 16,-19 8 15-16,-21 1-3 16,2-6-2-16,7-18-1 15,31-17-22-15,28-20-17 16,27-4-34-16,7 0-75 15,6 0-129-15</inkml:trace>
  <inkml:trace contextRef="#ctx0" brushRef="#br0" timeOffset="1199.91">17665 942 302 0,'0'0'337'0,"0"0"-329"0,0 0-3 0,0 0-3 0,0 0-2 15,86 108-18-15,-45-103-33 16,11-5-43-16,-11 0-99 16</inkml:trace>
  <inkml:trace contextRef="#ctx0" brushRef="#br0" timeOffset="1365.37">17959 477 777 0,'0'0'126'0,"0"0"-112"16,0 0 8-16,0 0-22 15,0 0-64-15,0 0-50 16,-40 60-93-16,68-60-259 15</inkml:trace>
  <inkml:trace contextRef="#ctx0" brushRef="#br0" timeOffset="1582.65">17959 477 319 0,'329'208'423'15,"-329"-151"-401"-15,0 7 15 0,0-4-15 16,0-9-22-16,0-6-6 16,0-9-13-16,0-4 14 15,0-16-44-15,12-7 13 16,-12-9-34-16,0 0-71 16,0-45-81-16</inkml:trace>
  <inkml:trace contextRef="#ctx0" brushRef="#br0" timeOffset="1732.75">18074 560 714 0,'0'0'44'0,"0"0"15"0,0 0-25 16,0 0-34-16,0 0-32 15,0 0-22-15,232 89-89 16,-173-85-96-16</inkml:trace>
  <inkml:trace contextRef="#ctx0" brushRef="#br0" timeOffset="1998.55">18620 829 262 0,'0'0'358'0,"0"0"-345"16,0 0-13-16,0 0 71 15,0 0-28-15,0 0-29 16,189-152-8-16,-149 128-6 0,-9 4-2 15,9 13-19 1,-18 7-52-16,12 0 21 0,-15 3 52 16,15 38 7-16,-9 15 22 15,3 8 4-15,-7 4-23 16,-2 0 0-16,-13 0-7 16,16-16-3-16,-10-20-21 15,-6-8-35-15,-6-24-14 16,0 0-59-16,0 0-117 15</inkml:trace>
  <inkml:trace contextRef="#ctx0" brushRef="#br0" timeOffset="2117.58">18620 829 605 0</inkml:trace>
  <inkml:trace contextRef="#ctx0" brushRef="#br0" timeOffset="2182.91">18620 829 605 0,'300'16'98'0,"-259"-16"-98"0,-7 0 0 16,6 0-98-16,7-16-8 15,-20-12-98-15</inkml:trace>
  <inkml:trace contextRef="#ctx0" brushRef="#br0" timeOffset="2448.75">19423 649 424 0,'0'0'100'0,"0"0"-44"15,0 0 31-15,0 0-12 16,21 129-51-16,-21-90-14 16,0 2 4-16,0-13-12 15,19 3 5-15,-13-6-5 16,0-9 3-16,10 4-5 15,-4-8 0-15,22-4 10 16,7 4 0-16,11 0-10 16,1-4 8-16,0 4-10 0,15-12 4 15,-21 0-4-15,-1 0-40 16,-6 0-99-16,-6-28-204 16</inkml:trace>
  <inkml:trace contextRef="#ctx0" brushRef="#br0" timeOffset="3564.37">21113 934 379 0,'0'0'89'0,"0"0"-53"0,0 0 12 0,0 0 16 15,0 0-2-15,0 0-20 16,334 12-34-16,-259-12-8 15,-16 0 9-15,-25-12-13 16,-6 4 12-16,-22 4-8 16,-6-12 10-16,0 8-10 0,0-4-35 15,-34-12-143 1,-41 4-360-16</inkml:trace>
  <inkml:trace contextRef="#ctx0" brushRef="#br0" timeOffset="3729.93">21113 934 87 0,'-193'-148'603'0,"193"148"-579"16,0 0-23-16,6 0-1 16,69-16 0-16,18-25 7 15,0 10-7-15,-6-2-12 16,-25 13-199-16</inkml:trace>
  <inkml:trace contextRef="#ctx0" brushRef="#br0" timeOffset="4063.96">22198 601 420 0,'0'0'76'0,"0"0"-14"16,0 0 2-16,0 0 45 15,0 0-59-15,0 0-9 16,25 144-35-16,-19-108-6 16,15-11-4-16,-8 3-32 15,-7-4-30-15,3 4-16 16,-9-12-54-16,0 12-343 16</inkml:trace>
  <inkml:trace contextRef="#ctx0" brushRef="#br0" timeOffset="4332.95">22170 1063 189 0,'0'0'188'0,"0"0"-122"16,0 0 55-16,0 0-43 15,0 0-26-15,428-237-1 16,-354 160-45-16,-15 5 12 15,-6-9-18-15,-31 22-3 16,-22 7-11-16,0 16 14 16,-47 23 12-16,-40 6 16 15,7 7-28-15,-7 0 3 0,12 0-3 16,1 15-19-16,21 14-67 16,28-1-41-16,4-5-68 15</inkml:trace>
  <inkml:trace contextRef="#ctx0" brushRef="#br0" timeOffset="4513.64">22743 817 336 0,'0'0'129'0,"0"0"-105"16,0 0-21-1,0 0-3-15,0 0-38 0,0 0-121 16,115 169-36-16</inkml:trace>
  <inkml:trace contextRef="#ctx0" brushRef="#br0" timeOffset="4696.72">22939 372 558 0,'0'0'216'0,"0"0"-216"0,0 0-44 16,0 0-81-16,0 0-230 16</inkml:trace>
  <inkml:trace contextRef="#ctx0" brushRef="#br0" timeOffset="5478.66">22939 372 322 0,'127'285'100'0,"-127"-249"-68"15,0-3-1-15,0-2-9 16,0-10 9-16,0-6-15 0,0-2-16 15,0-5 0 1,0-5 1-16,0 2-1 0,0-5 10 16,0 0 1-16,0 0 35 15,0-5 10-15,0-26-42 16,-6-18-10-16,6 2-4 16,0-2-12-16,0-7-29 15,6 0 24-15,28 7 15 16,13 5-13-16,-23 13-22 15,4 11 13-15,-15 20 17 16,-13 0 7-16,0 0 16 16,0 0 10-16,0 0-26 0,0 0 0 15,0 0-48 1,0 0 34-16,6 0-4 0,-6 0 13 16,0 0 1-16,0 0 8 15,0 0 26-15,0 0-4 16,15 0-26-16,-15 0-27 15,19 0 21-15,-3 0-8 16,-16 0 14-16,6 0 0 16,0 0 7-16,-6 0 8 15,0 3-13-15,0-3-4 16,0 0 4-16,6 0-6 16,-6 0 1-16,0 0 1 15,0 0 4-15,13 5 3 16,-13-5-5-16,0 0 16 15,0 0-5-15,0 0-9 0,0 0-2 16,9 0 1-16,-3 12-2 16,0 7-8-16,7-2 9 15,-7 11 14-15,9-1-13 16,10-2 3-16,3-1-1 16,6-9-3-16,-15-2 8 15,9-9-18-15,-4-4 10 16,-2 0-8-16,18 0-30 15,-15-4 38-15,3-24 12 16,0-1 2-16,-28 9-11 16,12 4 0-16,-5 1 18 15,-7-1-14-15,0 3-1 0,12-10-5 16,10-2-2-16,3-7-66 16,9 0 8-16,-13 8-10 15,4 4-139-15</inkml:trace>
  <inkml:trace contextRef="#ctx0" brushRef="#br0" timeOffset="5795.2">24021 429 461 0,'0'0'114'0,"0"0"-82"0,0 0 29 0,0 0-26 16,0 0-33-16,-19 224 9 15,19-200-11-15,0-3-9 16,13-2-20-16,21-7 13 15,0 1-1-15,6 2-7 16,7-10-6-16,-1-5-32 16,-5 0-37-16,-10-13-81 0</inkml:trace>
  <inkml:trace contextRef="#ctx0" brushRef="#br0" timeOffset="5983.59">24021 429 313 0,'-12'100'312'0,"30"-100"-310"16,22 0-2-16,1 0 18 15,21-5-16-15,-16-18-2 0,-27-13-79 16,9 0-185-1</inkml:trace>
  <inkml:trace contextRef="#ctx0" brushRef="#br0" timeOffset="6112.39">24288 292 62 0,'0'0'180'16,"0"0"-180"-16</inkml:trace>
  <inkml:trace contextRef="#ctx0" brushRef="#br0" timeOffset="6360.85">24288 292 407 0,'-53'24'162'0,"41"12"-98"16,-10 8 52-16,3 4-29 16,-9 21 7-16,-3-1-52 15,-9-8-31-15,6 0-10 16,12-19-2-16,10-10-3 16,6-6 4-16,6-14-56 15,0-3 0-15,-7 9-19 16,-21-6-47-16,-6 2-91 0</inkml:trace>
  <inkml:trace contextRef="#ctx0" brushRef="#br0" timeOffset="6680.63">24102 605 192 0,'0'0'108'15,"0"0"-18"-15,0 0-8 16,0 0-30-16,0 0-21 15,0 0-4-15,266 72-16 16,-238-72-11-16,19 0-23 16,-13 0-45-16,-9-7 2 15,-4-10-54-15,-21 5-104 16</inkml:trace>
  <inkml:trace contextRef="#ctx0" brushRef="#br0" timeOffset="6902.63">24598 413 247 0,'0'0'358'0,"0"0"-286"16,0 0 31-16,-75 213-47 15,29-158-23-15,24-10-25 16,-9-6-8-16,31-11-5 0,-9-12-17 15,9-8-50 1,0-3-60-16,0-5-16 0,0 0-98 16</inkml:trace>
  <inkml:trace contextRef="#ctx0" brushRef="#br0" timeOffset="7177.53">24604 613 371 0,'0'0'132'0,"0"0"-69"15,0 0 25-15,0 0-27 16,0 0-33-16,0 0-26 16,25 136 28-16,3-107-27 15,12-14-3-15,0-2-12 16,1-5 6-16,-1-8-1 15,-15 0 7-15,9 0-2 0,6 0-34 16,-6 0-2-16,6 0-14 16,-5 0 19-16,-11 0-37 15,-2-13-46-15,-9-2-62 16</inkml:trace>
  <inkml:trace contextRef="#ctx0" brushRef="#br0" timeOffset="7329.15">24604 613 545 0</inkml:trace>
  <inkml:trace contextRef="#ctx0" brushRef="#br0" timeOffset="7393.81">24604 613 545 0,'71'-4'21'0,"-71"4"-12"0,56 0 10 0,-3 0-66 15,-7-13-58-15,-40-18-201 16</inkml:trace>
  <inkml:trace contextRef="#ctx0" brushRef="#br0" timeOffset="7661.03">24818 408 485 0,'0'0'140'0,"0"0"-134"15,0 0 18-15,0 0-7 0,146 25-14 16,-94-25 3-16,4 0 6 16,-3 0-6-16,-13 3-6 15,-6 2-56-15,-3 3-12 16,-3 12-19-16,0-1 22 16,-3 9 55-16,3 5 10 15,-3 11 17-15,-4 0 24 16,-8 4 27-16,2-4-11 15,-2 0-33-15,5-3 1 16,-2-13-11-16,-4-8-14 16,-12-12-73-16,19-8-104 15,-19 0-140-15</inkml:trace>
  <inkml:trace contextRef="#ctx0" brushRef="#br0" timeOffset="7827.64">25506 248 183 0,'0'0'0'0</inkml:trace>
  <inkml:trace contextRef="#ctx0" brushRef="#br0" timeOffset="8415.36">25760 781 164 0,'0'0'97'15,"0"0"-27"-15,0 0-43 16,0 0 70-16,0 0-83 16,0 0 6-16,-80-180-20 0,80 128-1 15,0 4-25-15,12 12 0 16,10 12 10-16,9 16 5 16,-9 8-25-16,-4 0 36 15,-18 0 27-15,16 32 54 16,-16-1-4-16,0 10-55 15,0-9 0-15,0-5-15 16,0 3-11-16,-16 1 8 16,4-7-1-16,6 4 11 15,-1-8 19-15,7-4 24 16,0 9-23-16,0-14 0 16,0 1-34-16,47 1-2 15,-1-5-6-15,7 0-5 0,6 4 1 16,-9 7-14-16,-4 1-14 15,7 5-38 1,-7 3-122-16,1-8 200 0,-7-8 0 16,7-8-25-16,-13-4-11 15,0 0 36-15,-9 0 9 16,9-16 49-16,6-24-13 16,1 0-20-16,-7-12-25 15,-10 0 7-15,-14 3-3 16,-10 6 14-16,0 6-4 15,-62 21-11-15,-19 16 14 16,-18 0-34-16,12 9 8 16,6 27-1-16,7 3-50 0,34-6-327 15</inkml:trace>
  <inkml:trace contextRef="#ctx0" brushRef="#br0" timeOffset="9225.34">25438 393 284 0,'0'0'92'0,"0"0"6"0,0 0-42 0,0 0 7 0,0 0 11 0,0 0 4 15,0-5-38-15,0 5-1 16,0 0-6-16,0 0-16 16,0 0-10-16,0 5 0 15,0-5-14-15,0 0-13 16,0 0 0-16,0 0-45 15,0 0-1-15,0 0 62 16,0-5-6-16,0 5-23 16,0 0 33-16,0 0 8 15,-12 0-3-15,-16 0 16 0,9 0-21 16,13 0 0-16,6 0-19 16,0 0-50-16,0 0-50 15,0 0-93-15</inkml:trace>
  <inkml:trace contextRef="#ctx0" brushRef="#br0" timeOffset="13506.79">15699 2165 471 0,'0'0'59'0,"0"0"-35"0,0 0 18 0,0 0 3 0,0 0 4 16,0 0 10-16,-19 265-36 15,7-169-6-15,-10-3-16 16,3 10 3-16,-30-6 23 16,18-4-14-16,-25-13 19 15,19-8-29-15,-4-24-3 16,26-24-8-16,15-24-39 15,0 0-141-15,0-44-81 0</inkml:trace>
  <inkml:trace contextRef="#ctx0" brushRef="#br0" timeOffset="13754.75">15231 2289 446 0,'0'0'53'15,"0"0"-49"-15,0 0 48 0,0 0 45 16,0 0-5-16,362-40-42 16,-222 17-19-16,6-5-14 15,-19-1-10-15,-19 9-7 16,-27 3-43-16,-16 2-87 15,-19 3-95-15</inkml:trace>
  <inkml:trace contextRef="#ctx0" brushRef="#br0" timeOffset="14054.39">16443 2213 379 0,'0'0'128'16,"0"0"-116"-16,0 0 7 15,-87 209-19-15,87-157-10 16,0-4 10-16,25 0 3 16,37-16-3-16,3 8-1 15,3-8 1-15,4-7 2 16,-4-2 2-16,-16-2-8 15,1-5-7-15,-12-9-14 16,-14-2 6-16,1-5-17 16,-21 0-24-16,-7-5 30 15,0-26-31-15,0-2-17 0,0-6-80 16</inkml:trace>
  <inkml:trace contextRef="#ctx0" brushRef="#br0" timeOffset="14273.03">16455 2394 596 0,'0'0'45'15,"0"0"-44"-15,0 0 2 16,0 0-3-16,0 0-18 15,0 0-46-15,180 0-63 0,-158-21-289 16</inkml:trace>
  <inkml:trace contextRef="#ctx0" brushRef="#br0" timeOffset="14406.65">16455 2394 788 0,'239'-168'23'0,"-230"176"-9"15,4-8 33-15,15 0-47 16,3 0-23-16,15-5-71 16,10-23-124-16</inkml:trace>
  <inkml:trace contextRef="#ctx0" brushRef="#br0" timeOffset="14737.35">17243 2519 636 0,'0'0'308'0,"0"0"-308"16,0 0-21-16,0 0 18 15,0 0-48-15,0 0 26 16,121-125 3-16,-47 73-46 16,-15 19-18-16,-19 13 15 0,-12 20 29 15,-28 0 39 1,0 0 3-16,0 20 2 15,0 21 136-15,0 11-46 0,0-9-16 16,0-6-6-16,0-9-65 16,13-8-5-16,39-16-19 15,17-4 11-15,-17 0 1 16,1 0 6-16,-19 0-6 16,-21 0-25-16,-13 0 8 15,9 8-22-15,-3-4 2 16,7-4-123-16,-1 0-176 15</inkml:trace>
  <inkml:trace contextRef="#ctx0" brushRef="#br0" timeOffset="15136.75">18105 2478 445 0,'0'0'52'15,"0"0"-31"-15,0 0-21 16,0 0-2-16,0 0-16 16,0 0-10-16,40 152 0 15,-40-152 28-15,0 0 6 16,0-20 40-16,0-12 8 16,0-12-31-16,-18-8-2 15,18 0-19-15,0-12-2 16,0-1-10-16,0 6 1 15,52 2-37-15,1 4 2 16,15 17-48-16,-9 21-7 0,-12 11 83 16,-13 4 16-16,-6 0 17 15,-4 24 28-15,4 7 12 16,0-6-43-16,-15-5-5 16,-7 1-9-16,-6-6-3 15,0 14 3-15,-28 2 41 16,-43 5-25-16,-4 13-12 15,-5-13 2-15,46-16-6 16,9-17-112-16</inkml:trace>
  <inkml:trace contextRef="#ctx0" brushRef="#br0" timeOffset="15437.95">18815 2434 327 0,'0'0'96'0,"0"0"-96"0,0 0 10 0,0 0 0 0,0 0 25 16,0 0 14-16,366-45-1 15,-298-2-16-15,-9-6-22 16,-25-2 9-16,-22 6-14 0,-12 13 23 15,0 13-26-15,-37 10-2 16,-25 13 0-16,-25 0-11 16,-6 32 1-16,13 21-11 15,27-14-58-15,25-6-207 16</inkml:trace>
  <inkml:trace contextRef="#ctx0" brushRef="#br0" timeOffset="15970.67">20632 2602 679 0,'0'0'73'0,"0"0"-73"0,0 0-7 0,0 0 6 0,347 0-29 0,-254 0-57 16,-31-16-75-16,-28 0-266 15</inkml:trace>
  <inkml:trace contextRef="#ctx0" brushRef="#br0" timeOffset="16186.94">20719 2289 697 0,'0'0'23'0,"0"0"16"0,0 0 21 16,0 0-38-16,0 0-22 15,375-32-104-15,-316-4-364 16</inkml:trace>
  <inkml:trace contextRef="#ctx0" brushRef="#br0" timeOffset="20034.49">15779 3742 285 0,'0'0'189'0,"0"0"-145"0,0 0 30 0,0 0 40 16,0 0-26-16,0 208-34 16,-12-124 4-16,-10 0-45 15,-3-8 24-15,4-15-29 16,8-14 18-16,1-18-26 15,6-14-6-15,6-6-46 16,0-9-64-16,-10 0-130 16,-2-17-170-16</inkml:trace>
  <inkml:trace contextRef="#ctx0" brushRef="#br0" timeOffset="20233">15373 3717 593 0,'0'0'401'0,"0"0"-401"16,0 0 8-16,0 0-11 15,0 0 6-15,0 0 3 16,267-16 16-16,-128 4-21 16,1-9-2-16,-4-2-51 15,-18-1-7-15,-9 4-49 0,-35 0-153 16</inkml:trace>
  <inkml:trace contextRef="#ctx0" brushRef="#br0" timeOffset="20599.62">16530 3886 487 0,'0'0'278'16,"0"0"-234"-16,0 0-1 16,0 0-9-16,0 0-10 15,0 0-12-15,18-121-7 0,16 57-5 16,1 0-3-16,-4 12-18 16,-4 12-12-16,-14 19 5 15,-7 21-12-15,3 0-34 16,-9 8-36-16,0 28 110 15,0 28 17-15,0 5 2 16,0 3 31-16,0 0-15 16,0-8-24-16,0-11-11 15,0 3-9-15,0-16-7 16,0-7-32-16,0-14 14 16,0-7 10-16,0-12 8 15,-21 0-26-15,-20 0-191 16</inkml:trace>
  <inkml:trace contextRef="#ctx0" brushRef="#br0" timeOffset="20711.06">16530 3886 633 0</inkml:trace>
  <inkml:trace contextRef="#ctx0" brushRef="#br0" timeOffset="20817.7">16530 3886 633 0,'-270'-36'33'0,"270"36"-8"0,28 0 19 16,40 0 42-16,10 0-75 16,2 0-11-16,7 0-6 15,6-28-43-15,3-8-42 0,-15-1-99 16</inkml:trace>
  <inkml:trace contextRef="#ctx0" brushRef="#br0" timeOffset="21198.62">17122 3986 797 0,'0'0'21'0,"0"0"-21"15,0 0 13-15,0 0-8 16,40-121-5-16,22 78 4 16,-3 2-8-16,-6 2-4 15,3 3 7-15,-4-2-45 0,-17 7-71 16,-17 11-63-16,-18 4-130 16</inkml:trace>
  <inkml:trace contextRef="#ctx0" brushRef="#br0" timeOffset="21465.06">17144 3596 632 0,'0'0'22'0,"0"0"38"16,0 0-7-16,0 0-17 16,145 213-28-16,-110-164 6 15,11-5-13-15,-12-4-1 16,6-4-24-16,7-8-39 16,-28-4-69-16,8-4-104 15</inkml:trace>
  <inkml:trace contextRef="#ctx0" brushRef="#br0" timeOffset="22002.22">17798 4074 558 0,'0'0'0'0,"0"0"4"16,0 0-8-16,0 0 8 15,53-257 11-15,-4 202-1 16,-18 6-6-16,10 4 2 16,-7 6-10-16,-6 6-5 15,-10 18-20-15,4 2 5 16,-22 13-18-16,0 0 11 15,18 0 20-15,-18 20 7 16,7 13 79-16,-7 3-28 0,6 0-6 16,3 0-45-16,4-8-20 15,-1 4-31-15,0 1 21 16,-2 3-23-16,-10-8 10 16,0 3-11-16,0 2 29 15,0-1 5-15,-16-12 6 16,-2-4 10-16,11-12-59 15,7-4-209-15</inkml:trace>
  <inkml:trace contextRef="#ctx0" brushRef="#br0" timeOffset="22265.09">17798 4074 417 0</inkml:trace>
  <inkml:trace contextRef="#ctx0" brushRef="#br0" timeOffset="22347.89">17798 4074 417 0,'68'-260'105'0,"-68"263"-59"0,40 2 33 0,32-2 130 0,15-3-190 15,-1 0 6 1,-5 0-24-16,0 0-1 0,-13 0-33 16,-9-16-61-1,-25 5-150-15,-28 2-286 0</inkml:trace>
  <inkml:trace contextRef="#ctx0" brushRef="#br0" timeOffset="24846.5">20660 3989 149 0,'0'0'258'0,"0"0"-258"0,0 0 0 0,0 0-5 0,0 0-20 16,319 0-43-16,-263 0-18 15</inkml:trace>
  <inkml:trace contextRef="#ctx0" brushRef="#br0" timeOffset="25049.84">20660 3989 686 0,'-236'-180'57'0,"236"180"-26"15,0 5-28-15,56-5 34 16,15 0-6-16,4 0-9 16,5-5-22-16,1-26-6 15,-16-5-96-15,-18-8-272 16</inkml:trace>
  <inkml:trace contextRef="#ctx0" brushRef="#br0" timeOffset="25827.85">23038 1916 194 0,'0'0'307'0,"0"0"-236"0,0 0 3 0,0 0 11 16,0 0-62-16,0 0-11 15,0-3 14-15,0 3 17 16,0 0 3-16,0 0 2 16,0 23-2-16,0 13-41 0,-19 37 11 15,-21 11-14-15,6 4-4 16,0-4-18-16,9 4 3 15,10-15 13-15,2-1 2 16,13-12-1-16,0-12 0 16,0 1-18-16,0-13-44 15,47-8 49-15,-1-9-78 16,10-6-57-16,-3-13-8 16,-13 0 16-16,0 0-69 15</inkml:trace>
  <inkml:trace contextRef="#ctx0" brushRef="#br0" timeOffset="26161.03">22396 2342 568 0,'0'0'23'0,"0"0"50"0,0 0 71 0,0 0-67 0,0 0-8 0,0 0-24 15,456 0-22-15,-316 0-23 16,-1-25-28-16,-18 6-110 16,-47-1-287-16</inkml:trace>
  <inkml:trace contextRef="#ctx0" brushRef="#br0" timeOffset="27013.2">28247 1055 108 0,'0'0'520'0,"0"0"-505"15,0 0 10-15,0 0 21 0,0 0 41 16,0 0-44-16,174 0-11 16,-121-9-23-16,-7 5-9 15,-18 0-10-15,3 0-14 16,-16 0 15-16,-8 4-33 15,-7-8-83-15,0-4-33 0,-28-4-123 16</inkml:trace>
  <inkml:trace contextRef="#ctx0" brushRef="#br0" timeOffset="27211.01">28247 1055 328 0,'-80'-246'496'0,"80"263"-477"16,24-1 23-16,17 4 53 16,21-9-64-16,9-11-14 15,25 0-12-15,3 0-5 0,7-11-2 16,15-17-74-16,0-8-76 16,-35-5-291-16</inkml:trace>
  <inkml:trace contextRef="#ctx0" brushRef="#br0" timeOffset="27593.58">30464 485 468 0,'0'0'93'0,"0"0"-51"16,0 0 17-16,0 0 38 15,0 0-76-15,0 0 8 16,-406 52-19-16,313 20 27 15,6 20 25-15,31 5-11 16,32-5-7-16,24 8-40 16,0-16-4-16,40-15 1 15,47-18-3-15,24-15-7 16,16-20-9-16,28-16-10 0,7-3-20 16,18-54-30-1,-19-15-66-15,-34-4-111 0</inkml:trace>
  <inkml:trace contextRef="#ctx0" brushRef="#br0" timeOffset="29108.55">22430 3998 271 0,'0'0'186'0,"0"0"-158"0,0 0 36 0,0 0-21 15,0 0-43-15,81 232-2 16,-13-211-25-16,-9-1-26 0,0-9 39 16,-13-6 14-16,-11-5 0 15,-14 0-6-15,4 0-8 16,-19-13-107-16</inkml:trace>
  <inkml:trace contextRef="#ctx0" brushRef="#br0" timeOffset="29475.52">22492 3444 366 0,'0'0'98'0,"0"0"-95"16,0 0 22-16,0 0-15 15,0 0-10-15,0 0-5 16,53 0 5-16,-34 0 4 16,2 0-3-16,-14 0 8 15,-1 0 4-15,-6 0-1 0,0 0 24 16,0 0 16 0,0 0-19-16,0 0-33 0,0 0-15 15,0 0-119-15,0 0-49 16</inkml:trace>
  <inkml:trace contextRef="#ctx0" brushRef="#br0" timeOffset="33871.75">27150 3067 209 0,'0'0'161'0,"0"0"-63"0,0 0-2 0,0 0-12 16,0 0-19-16,0 0-10 15,0 0-30-15,-69 0 1 16,69 0-22-16,-6 0 25 16,6 0-16-16,-12 0 20 15,12 0 1-15,-6 0 8 0,6 0-6 16,0 0-10-1,0 0-8-15,0 0-16 0,0 0-2 16,0 0-19-16,18 0 1 16,57 0 18-16,24 0 9 15,16 0 6-15,12 0-5 16,-6 0-5-16,-16 0-5 16,-12 0-17-16,9 0-33 15,-21 0 0-15,-16 0-68 16,-3-8-34-16,-31-3-23 15,-22 2-129-15</inkml:trace>
  <inkml:trace contextRef="#ctx0" brushRef="#br0" timeOffset="34271.05">27590 3072 379 0,'0'0'123'0,"0"0"-100"0,0 0 29 15,0 0 12-15,0 0-13 16,56 244-22-16,-25-175-17 0,9-2-7 15,-12 2 2-15,-10-5 0 16,-8 4 1-16,-10-4-4 16,0 0 15-16,0-8 8 15,-50 1 28-15,-15-6 10 16,-16-7-15-16,1-8 6 16,-1-19-47-16,10-13 25 15,9-4-21-15,-3 0-13 16,9-28-26-16,9-8 2 15,23-12 1-15,14 8-10 16,10-9-29-16,0 5-69 16,41 5-184-16</inkml:trace>
  <inkml:trace contextRef="#ctx0" brushRef="#br0" timeOffset="34955.22">28694 3753 325 0,'0'0'229'0,"0"0"-163"0,0 0 14 0,0 0-39 0,0 0-38 16,0 0 31-16,80-8 20 15,-27 5 0 1,0-2-24-16,3-7-3 0,-4 4-24 16,-11 0-6-16,5 5-8 15,-18-2-43-15,-3 2-13 16,-13-2-63-16,-12 1-64 16,0 0-183-16</inkml:trace>
  <inkml:trace contextRef="#ctx0" brushRef="#br0" timeOffset="35170.07">28694 3753 613 0,'18'-257'220'0,"-18"257"-213"16,22 0 10-16,25 0 14 15,5 0-3-15,10 0-25 16,10-8-6-16,2-8-37 16,-6-4-117-16,-21-3-262 15</inkml:trace>
  <inkml:trace contextRef="#ctx0" brushRef="#br0" timeOffset="106192.65">26520 3100 196 0,'0'0'113'0,"0"0"-95"0,0 0 10 0,0 0 9 0,0 0-16 16,0 0 42-16,0 0-7 0,34-5-17 15,-34 5-3 1,0 0 3-16,0 0-2 0,6 0-35 16,-6 0 33-16,0 0-14 15,10 0 32-15,-10 0-24 16,0 0 14-16,0 0 4 16,0 0-10-16,0 0-5 15,0 0-31-15,0 0 6 16,0 0 6-16,0 0-20 15,0 0 22-15,0 0-14 16,0 0 1-16,0 0 16 16,0 0-2-16,0-8-8 15,-10-7-4-15,-21-6 5 16,-9 6-9-16,-16-9 9 16,10 4-18-16,-13-1 14 15,-9-7-12-15,-13 0 6 0,-12 0-1 16,-6-4 1-16,6 0 1 15,-16-4-10-15,10 4 17 16,-9-1-17-16,14 2 12 16,8-2-4-16,-1 2 1 15,-6-2-2-15,12-6 6 16,-6-10 5-16,-6-4-3 16,7-2 6-16,-14-1-16 15,-8 12 18-15,21 3-13 16,6 10 10-16,22 14-10 15,13 9 1-15,18 0 2 0,9 8-3 16,4-4 4 0,9 4-12-16,6 0-1 15,0 0-23-15,0-4-34 0,0-4-136 16,6-12-128-16,34 8-119 16</inkml:trace>
  <inkml:trace contextRef="#ctx0" brushRef="#br0" timeOffset="107114.09">24142 2389 29 0,'0'0'54'0,"0"0"18"0,0 0-15 0,0 0 6 16,0 0-10-16,0 0-42 0,146 17 15 15,-112-17-21 1,-22 3 11-16,-3-3 22 0,-9 0 6 15,0 0 18-15,0 0-12 16,0 0 54-16,0 0-5 16,0 0-20-16,0 0-38 15,0-23-10-15,0-21-30 16,0 0 3-16,-15-9 5 16,-10-3-6-16,-9-4 11 15,0-4-9-15,0 12-3 16,3-4 7-16,-10 15-6 15,14 13 1-15,8 9 0 16,-3 2-1-16,10 14 7 16,12-2-10-16,0 5 11 15,0 0-22-15,0 0-4 16,0 0 11-16,0 0-16 0,12 0 20 16,29 8 5-16,11 4-5 15,4-12 6-15,9 8 6 16,3-8-9-16,13 0 6 15,6 8-5-15,-16-3 6 16,-24-2-15-16,-13 2 5 16,-12-5 0-16,-22 0 0 15,0 0-2-15,0 0-5 16,0 0 14-16,0 0-16 0,0 0 20 16,0 0-22-16,0 0 4 15,0 0-41 1,6 0-78-16,-6 0-108 0,0 0-82 15</inkml:trace>
  <inkml:trace contextRef="#ctx0" brushRef="#br0" timeOffset="107460.35">24548 1996 517 0,'0'0'37'0,"0"0"20"0,0 0-7 0,0 0 9 0,0 0-52 16,0 0 11-16,0 0 3 16,-245 205-11-16,223-185-8 15,10-12 3-15,12-3 9 16,0-5-13-16,0 0-1 15,0 0-6-15,0 0 3 16,0 0-6-16,0 0 9 16,12 0 0-16,-5 0 0 15,21 0-4-15,-22 0-20 16,15 0-28-16,-8 0-36 16,5 0 15-16,4 0-69 0,-3-5-164 15</inkml:trace>
  <inkml:trace contextRef="#ctx0" brushRef="#br0" timeOffset="110922.81">26861 5425 33 0,'0'0'66'0,"0"0"-66"0,0 0 0 0,0 0 2 0,0 0 85 16,0 0-42-16,9 0 34 15,-9 0-24-15,0 0 6 16,0 0-53-16,0 0-8 16,0 0-20-16,0 0-67 15,7 0-18-15,-1 0 105 16,-6 0 33-16,0 0 82 16,0 0 25-16,0 0-36 0,0 0-10 15,0 0-53 1,0 0-41-16,0 0 0 15,0 0-2-15,0 0-3 0,0 0 0 16,0 0 5-16,0 0 2 16,0 13 26-16,0-6 4 15,0 6-20-15,0-1-10 16,0 7-2-16,0-2 7 16,0 2-6-16,0 2 35 15,0-13 0-15,0-1 26 16,0-7-41-16,0 0 15 15,0 0-15-15,0-47 2 0,0-33-16 16,0-25 4 0,0-15-13-16,25-4 2 0,-4-1-3 15,-14 9-32-15,-1 24 32 16,0 28-17-16,-6 32 19 16,0 28 1-16,0 4 0 15,0 4 0-15,0 76-4 16,-12 33 4-16,-16 18 5 15,3 6 14-15,25-25-11 16,0-24-10-16,25-24 2 16,55-31-8-16,23-33 6 15,2-25-19-15,28-50 16 16,10-30-23-16,-19 0 11 0,-9 17-39 16,-41 21 25-16,-33 34 10 15,-23 33 21-15,-18 0 2 16,0 49 13-16,-6 27 72 15,-47 8-54-15,19 0 10 16,0 0-42-16,22-7-2 16,5-2-4-16,7 5-50 15,0-14-54-15,0-27-158 16</inkml:trace>
  <inkml:trace contextRef="#ctx0" brushRef="#br0" timeOffset="111359.58">28520 5350 380 0,'0'0'209'0,"0"0"-185"0,0 0-3 0,0 0 71 0,0 0-76 0,0 0 0 15,-34 72-9-15,80-72 4 16,10 0-2-16,-3-33 17 15,0-19 29-15,-13-4-50 16,-12-4 15-16,-22 4-14 16,-6 12-7-16,-6 11 2 15,-75 18-2-15,-27 15 1 16,-19 0 0-16,0 0-10 16,21 12 0-16,19 16-3 15,41 8-37-15,30 4-48 16,16 5-85-16,0-14-115 15</inkml:trace>
  <inkml:trace contextRef="#ctx0" brushRef="#br0" timeOffset="111755.18">28520 5350 261 0,'47'128'309'16,"-47"-161"-309"-16,12-10 15 15,10-1 9-15,18 0-15 16,0-5 5-16,-9 18-14 16,3 14-3-16,-6 9-1 15,0 8-18-15,-9 0 22 16,9 12 0-16,-3 32 39 16,9-3-33-16,12 3 9 0,-6-13-14 15,19-6 6-15,10-14-1 16,-10-11 6-16,-4 0 17 15,-8 0-14-15,-7-11 33 16,0-37-32-16,1-12 14 16,-16-4-29-16,2-13-2 15,-8 8-1-15,-19 13-15 16,16 17 12-16,-16 18 5 16,0 17-5-16,0 4 4 15,0 0-22-15,0 9-105 16,6 18 34-16,19 1-77 15,2 0-210-15</inkml:trace>
  <inkml:trace contextRef="#ctx0" brushRef="#br0" timeOffset="111938.43">29717 5109 138 0,'0'0'50'0,"0"0"5"16,0 0 60-16,0 0-27 15,0 0-26-15,0 0 9 16,46 68-38-16,-46-24-13 15,0 0-20-15,0-3-4 16,0-2-33-16,0-3-5 16,0-11 16-16,-6-6-1 15,-9-14-30-15,15-5-86 16,-13 0-54-16</inkml:trace>
  <inkml:trace contextRef="#ctx0" brushRef="#br0" timeOffset="112104.36">29717 5109 524 0,'-68'-173'303'16,"68"173"-262"-16,21 0-35 15,14 0 4-15,2 0-8 16,37 0 0-16,7-7-4 16,18-9-26-16,10-12-8 15,-10-1-126-15,-12 1-7 16,-35 8-135-16</inkml:trace>
  <inkml:trace contextRef="#ctx0" brushRef="#br0" timeOffset="112504.18">30573 5177 521 0,'0'0'50'0,"0"0"-29"15,0 0-6-15,0 0-9 16,0 0-3-16,18-241-6 15,23 185 3-15,-7 17-6 16,0 14-17-16,-22 17 16 16,-6 8-16-16,-6 12 23 15,0 40 8-15,0 17 47 16,0 3-8-16,0-4-44 16,0-8-3-16,0 0-10 15,0-12-8-15,0-4-14 16,0-8 21-16,0-7-38 15,0-9-24-15,0-9-104 16</inkml:trace>
  <inkml:trace contextRef="#ctx0" brushRef="#br0" timeOffset="112621.27">30573 5177 706 0</inkml:trace>
  <inkml:trace contextRef="#ctx0" brushRef="#br0" timeOffset="112688.75">30573 5177 706 0,'-149'-64'39'0,"189"72"-39"0,16-8-14 15,22 0-89-15,2 0 4 0,-12 0-110 16</inkml:trace>
  <inkml:trace contextRef="#ctx0" brushRef="#br0" timeOffset="113105.02">30985 4960 367 0,'0'0'169'0,"0"0"-140"15,0 0 9-15,0 0 18 16,0 0-51-16,75 153-5 16,-48-149 0-16,-2 0-5 15,-3-4 10-15,-10 0 5 16,10 0 7-16,-3-36 37 15,9-12-33-15,-16-4-19 16,10-4-2-16,-16-1 0 16,0 9-17-16,6 8-46 0,1 12-9 15,2 20 25-15,-2 8 6 16,-7 0-39-16,9 0 43 16,4 0 37-16,0 16 0 15,2 4-2-15,7 4 11 16,-9-4-9-16,0 12 10 15,-4 13 8-15,-9 7-6 16,7 7 35-16,2 10-25 16,-2-13-8-16,5 1-4 15,-2-13-10-15,-4-21 0 0,-6-3-6 16,0-7 3 0,1-13-49-16,2 0 1 15,-3-13 5-15,-6-30 6 0,0-10-95 16</inkml:trace>
  <inkml:trace contextRef="#ctx0" brushRef="#br0" timeOffset="113436.75">31481 4708 516 0,'0'0'159'0,"0"0"-25"16,0 0-30-16,0 0-55 16,0 0 8-16,0 0-44 15,-6-24-13-15,31 24 10 16,37 0-9-16,3 0 2 15,16 0 2-15,-13 0-5 16,-9 0-3-16,-7 4-5 0,-11 28-20 16,-7 12 26-1,-6 0-13-15,-3 0 11 0,-4 4-17 16,-2-4 18-16,9-3-10 16,12-5 0-16,7-8 7 15,11 0-5-15,23-12 5 16,-13 4-23-16,7-12-26 15,-16-4 2-15,-13-4 9 16,-6 0-26-16,-21 0 23 16,-3 0 30-16,-16 0 17 15,0-8-10-15,0-24 7 16,-22-4-52-16,-25-5-228 16</inkml:trace>
  <inkml:trace contextRef="#ctx0" brushRef="#br0" timeOffset="113620.76">32309 4664 799 0,'0'0'53'0,"0"0"-37"16,0 0 2-16,0 0 1 16,0 0-9-16,0 0-10 15,174 31-32-15,-128-31-43 16,-5-15-158-16,-35-17-100 15</inkml:trace>
  <inkml:trace contextRef="#ctx0" brushRef="#br0" timeOffset="113755.65">32504 4375 451 0,'0'0'280'0,"0"0"-258"16,0 0-13-16,0 0 14 15,0 0 23-15,0 0-45 16,233-52-1-16,-171 39-136 15,-37 5-234-15</inkml:trace>
  <inkml:trace contextRef="#ctx0" brushRef="#br0" timeOffset="114754.87">27196 6953 250 0,'0'0'264'0,"0"0"-206"0,0 0 13 0,0 0 36 0,0 0-59 0,0 0-28 16,22 13-5-16,18-9 13 15,25-4-1-15,-12 8-18 16,9-5-9-16,-22 2-6 16,1-5 0-16,-17 0-38 15,10 0 10-15,-15 0-50 16,-3 0-26-16,-4 0 13 0,-12-8-10 15,0-17-89 1</inkml:trace>
  <inkml:trace contextRef="#ctx0" brushRef="#br0" timeOffset="114969">27196 6632 789 0,'0'0'55'16,"0"0"-54"-16,0 0 14 15,0 0-9-15,0 0-4 16,0 0-2-16,220 0-10 16,-117 0-53-16,-10-19-181 15,-28-13-307-15</inkml:trace>
  <inkml:trace contextRef="#ctx0" brushRef="#br0" timeOffset="117001.07">29757 6408 351 0,'0'0'153'0,"0"0"-152"0,0 0 16 0,0 0 27 0,0 0 7 16,0 0 10-16,-74 0 10 15,46 0-19-15,-3 0 8 16,-16 0-32-16,-8 0 12 16,-4 0-8-16,-10 8 11 15,-2-3-31-15,-16 6 16 0,7 9-8 16,-23 8-17-16,17 8-3 15,-14 16 7-15,14 12-7 16,11 21 6-16,16 7-4 16,31-4 1-16,28-4-3 15,0-7 0-15,28-17-2 16,59-7-5-16,6-9-18 16,16-21 9-16,2-3-20 15,4-20 14-15,24 0-47 16,-11-23 3-16,-8-30-75 15,-14 1-137-15</inkml:trace>
  <inkml:trace contextRef="#ctx0" brushRef="#br0" timeOffset="117950.03">30163 6601 238 0,'0'0'74'0,"0"0"-28"16,0 0 14-16,0 0-10 0,0 0-21 0,0 0 28 0,0-13-9 16,0 13 21-1,0 0-28-15,0 0 25 16,0 0-19-16,0 8-7 0,0 17-9 16,0 7-5-16,0 8-12 15,0 9-12-15,0-2 5 16,0 6 2-16,0 2-12 15,0 9 12-15,0-3-18 16,-12-5 9-16,-7-16-12 16,19-8-29-16,0-8-29 15,0-16-5-15,0-8-88 16,0 0-12-16,0 0-2 0,0-8 44 16</inkml:trace>
  <inkml:trace contextRef="#ctx0" brushRef="#br0" timeOffset="118417.56">29822 6945 237 0,'0'0'129'0,"0"0"-25"0,0 0-24 0,0 0-24 0,0 0-40 16,0 0 22 0,0 0 18-16,103-7 27 0,-17 3-30 15,14 0 2-15,14-1-3 16,-8 5-29-16,-4 0-22 15,-9 0 9-15,-21 0-20 16,-10 0-36-16,-16 0-23 16,1-16-42-16,-20-4-85 15,-8-4-171-15</inkml:trace>
  <inkml:trace contextRef="#ctx0" brushRef="#br0" timeOffset="118999.72">31140 6432 205 0,'0'0'349'0,"0"0"-272"0,0 0 7 0,0 0-53 16,0 0-26 0,0 0 43-16,140 0 6 0,-47-8-1 15,3 0-26-15,-3 0 19 16,-6 0-44-16,-13 4-2 16,-15 0-11-16,-13 4-50 15,-5 0-9-15,-23 0-46 16,-2 0-44-16,-16 0-125 15</inkml:trace>
  <inkml:trace contextRef="#ctx0" brushRef="#br0" timeOffset="119286.97">31723 6392 376 0,'0'0'52'0,"0"0"32"16,0 0 8-16,0 0-13 15,0 0-76-15,78 221 9 16,-44-161-4-16,-13 4-8 16,-8 8 1-16,-13 0-1 15,0 5 30-15,-13-1 21 16,-49-4-3-16,-24-15-5 16,-7-5 36-16,0-16-36 15,12-16 1-15,0-12-19 16,22-8-9-16,7 0-16 15,18-28-1-15,6-16-33 16,21-21-31-16,7 5-3 0,0 3-82 16,7 2-89-16,14 23-290 15</inkml:trace>
  <inkml:trace contextRef="#ctx0" brushRef="#br0" timeOffset="134703.31">16694 13900 133 0,'0'0'36'0,"0"0"-4"0,0 0 39 0,0 0-8 0,0 0-2 0,0 0-14 16,0 0 15-16,0 0-25 15,0 0-29-15,0 0 3 16,0 0-11-16,0 0 9 16,0 0 0-16,0 0-1 15,0 0 11-15,0 0 15 16,0 0-6-16,0 0-13 16,0 0-8-16,0 0-5 15,0 0 20-15,0 0-5 0,0 0 2 16,0 0-17-1,0 0 6-15,0 0-8 0,0 0 6 16,0 0-6 0,0 0 0-16,0 0-2 0,0 0 10 15,0 0-2-15,0 0 1 16,0 0-4-16,0-4 0 16,0 4 6-16,0 0-9 15,0 0-6-15,0 0 1 16,0 0 10-16,0 0-2 15,0 0-1-15,0 0 10 16,0 0-4-16,0 0-4 16,0 0-4-16,0-5-1 0,0 5-26 15,0 0-21 1,0-8 30-16,9 5-82 0,-9-9-152 16</inkml:trace>
  <inkml:trace contextRef="#ctx0" brushRef="#br0" timeOffset="136283.81">17925 13667 10 0,'0'0'88'0,"0"0"-32"0,0 0-39 0,0 0-1 16,0 0-16-16,0 0 6 16,6 0 18-16,-6 0 18 15,0 0 5-15,0 0-9 16,0 0-25-16,0 0 3 15,6 0-15-15,-6 0 14 16,0 0-13-16,0 0 14 16,0 0-7-16,0 0 39 15,0 0 4-15,0 0-5 16,0 0 24-16,0 0-51 0,0 0 20 16,0 0 1-1,0 0 22-15,0 0-31 0,0 0 3 16,0 0-11-16,0 0 3 15,0 0-24-15,0 0-3 16,0 0-11-16,0-20-92 16,16-4-89-16,-4 1-111 15</inkml:trace>
  <inkml:trace contextRef="#ctx0" brushRef="#br0" timeOffset="137149.97">19128 13571 249 0,'0'0'286'0,"0"0"-219"0,0 0 23 0,0 0-9 0,0 0-32 16,0 0-31-16,22 0-2 15,-22 0-12-15,0 0-8 16,6 0 13-16,-6 0-20 15,12 0-21-15,1-7-59 16,-13-2-89-16,15-7-178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3:21:11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15045 2173 204 0,'0'0'196'0,"0"0"-170"0,0 0 10 0,0 0 11 0,0 0-28 15,0 0-18-15,0 0-1 16,0-77 13-16,0 70-12 16,0 7 43-16,0-4 8 15,0 4 22-15,0 0-58 0,0 0 2 16,0 0-18-16,0 0 0 15,0 0 0-15,0 0 2 16,0 0 4-16,0 0 11 16,0 0 5-16,0 0-16 15,0 0 13-15,0 0-17 16,0 0-4-16,0 11 2 16,0 19 0-16,0 6 0 15,0 8 11-15,0 15-7 16,0 10 10-16,0 6 12 15,0-2-22-15,0 8 2 0,0-9 1 16,0 8-4 0,0-4-3-16,0 4 3 0,0-8-9 15,0 8 15 1,0-11-10-16,0-5 10 0,0 8-13 16,0 5 9-16,0 10 1 15,0 1-2-15,0 0 2 16,0-3-6-16,0-4 8 15,0 2-16-15,0-2 17 16,0 7-18-16,0-4 21 16,0-8-2-16,0 0-7 15,0-3-2-15,0-1-1 0,0 4 3 16,0 1-6 0,0-2 7-16,0 10-6 0,0-9 11 15,6 9-18-15,0-2 7 16,-6-11 2-16,0 9 0 15,0-1 2-15,0 5 4 16,0-10-5-16,0-3-2 16,0 5 11-16,9-9-15 15,-3 0 10-15,13 1-6 16,-7 3 2-16,4 8-2 16,-4-4 0-16,-5 0 1 15,-7 8-6-15,6-4 16 16,-6 5-20-16,0-1 24 15,0-4-12-15,0-3 2 16,21-10-4-16,-14 2 0 0,-1-13 2 16,-6 16-4-16,0 5 4 15,0 3 5-15,0 4 2 16,0 4 5-16,0-8 1 16,-6-11 5-16,-22 3-10 15,15-8-5-15,7-4 0 16,0 8-2-16,0 0-6 15,-10 13 8-15,-2-9-9 16,18-12 15-16,-13-12-10 16,4-8-1-16,9-8 0 15,-6 0-9-15,6 8-17 16,-6-12 6-16,-7 4-49 16,7-12 12-16,-3-15-53 15,2-5-88-15,7-49-151 0</inkml:trace>
  <inkml:trace contextRef="#ctx0" brushRef="#br0" timeOffset="1937.35">13060 6717 141 0,'0'0'16'0,"0"0"-9"0,0 0 60 0,0 0 10 0,0 0-1 0,0 0 7 15,-87 0-12-15,81 0-22 16,-3 0-14-16,3 0-11 16,-1 0 4-16,7 0-11 15,-6 0-7-15,6 4 25 16,-6-4-19-16,-6 0 45 15,12 0-38-15,0 0 10 16,0 0-14-16,0 0-18 0,0 0 7 16,0 0 3-16,0 0-22 15,0 0 20-15,0 0-19 16,0 0-10-16,0 4 18 16,0 5-6-16,37-1 1 15,19 3-7-15,2-3 14 16,1 1 1-16,10-1 5 15,-17-1 8-15,4 1-9 16,-9 0 5-16,18 0-5 16,-13 5 10-16,17-10-15 15,11 6 4-15,-5-9-2 0,12 3-2 16,-1 2 26-16,-8-2-19 16,12 2 7-16,-13-5-8 15,19 0 3-15,-3 0-3 16,13 0-3-16,-13 0-2 15,-6 0 0-15,0 0 2 16,-7 0 5-16,1 0-7 16,6 0 6-16,6 0 14 15,15 0-18-15,-2 0 3 16,2-8 1-16,-9-5-4 16,4 9 7-16,-4 1-6 15,-12 3 1-15,-13 0-3 16,-3 0-3-16,10 0 6 15,0-8-10-15,12 0 10 16,15-1-5-16,-9-3 0 0,10 0 1 16,-16 0-8-16,0 4 16 15,-19 8-13-15,-9 0 9 16,10 0-10-16,6 0 10 16,5 0-3-16,20 0 1 15,-4 0 0-15,4 0-3 16,14-8 2-16,-5 5-4 15,-3-5 10-15,-10 3-15 16,-9 1 15-16,-6 0-7 16,6-4-1-16,0-1-5 0,0 2 5 15,9-1 0 1,-15-4 0-16,6 3 0 0,6-6-2 16,-6 2 5-1,16-2-6-15,-4 3 6 0,4 0-6 16,-10 7 3-16,10-3 0 15,-29 8-3-15,13-7 7 16,-6 7-1-16,6-13 6 16,0 10-18-16,16-13 9 15,-10 4-2-15,-12 12 4 16,-7-13-2-16,-5 13 0 16,-23 0-3-16,-5 0 0 15,-7 0 6-15,1 0-11 16,-1 0 14-16,0 0-16 15,7 0 20-15,12 0-9 0,3 0-1 16,15 0-1 0,-2 0-3-16,-17 0 8 0,4 0-4 15,-3 0 6-15,-3 0-11 16,3 0 10-16,-6 0-8 16,27 0 9-16,1-8-8 15,12 8 2-15,-19-3 0 16,-15 3-11-16,-6-9 22 15,-13 9-15-15,16 0 8 16,3-3-2-16,0 3 4 16,22-8-1-16,-1 8 3 15,7-8-7-15,-12 8-1 0,-17-13 1 16,-2 9-6 0,-15 1 16-16,-10-2-22 0,-10 5 17 15,-2 0-13-15,9-3 7 16,-16 3 0-16,29-8-9 15,-7 0 9-15,12-1-8 16,13-15-18-16,3-16-16 16,-37-4-126-16,-25-5-513 15</inkml:trace>
  <inkml:trace contextRef="#ctx0" brushRef="#br0" timeOffset="3631.18">14852 2486 213 0,'0'0'68'0,"0"0"-43"0,0 0-14 0,0 0 1 0,0 0-9 0,0 0 1 0,0 0 21 16,47-80 16-16,-41 47 27 15,6-6-33-15,10-9-10 16,-3-4-19-16,9 3 1 16,-10 13 1-16,-12 13-7 15,-6 10 25-15,0 13 29 16,7 0 16-16,-7 0-39 15,0 0-25-15,0 0-7 16,0 0-1-16,0 0 1 0,0 0-9 16,0 0 4-16,0 0-33 15,0 13 24-15,0 14 14 16,0-3-8-16,0-3-31 16,21 7-75-16,-2-17-10 15,15-11-59-15</inkml:trace>
  <inkml:trace contextRef="#ctx0" brushRef="#br0" timeOffset="4749.71">22350 5971 365 0,'0'0'67'0,"0"0"-53"0,0 0 39 0,0 0 37 0,0 0-52 16,0 0-9-16,-13 13-23 15,13-10-2-15,0 5 1 16,13 4 23-16,21-4 0 16,12 5-19-16,-5-2-9 15,5 1 13-15,-18 1-10 16,12-2-1-16,-27 1-4 15,-1 4-1-15,-6 4-7 0,-6 9 8 16,0 3 2-16,0 15 10 16,-18 2-6-16,-35 7 21 15,0 4-11-15,13-4 4 16,0-7-18-16,12-13 0 16,15-5-33-16,13-18-22 15,0-13-75-15,0 0-209 16</inkml:trace>
  <inkml:trace contextRef="#ctx0" brushRef="#br0" timeOffset="7360.63">13876 1102 183 0,'0'0'15'0,"0"0"-6"0,0 0 91 0,0 0-4 0,0 0-20 0,0 0-13 15,0 0-5-15,-41-124-4 16,41 124-12-16,0 0-7 16,0 0-22-16,0 0-13 15,0 32-11-15,0 32 11 16,0 28 10-16,13 25 19 0,15 3-26 15,-16 0 7 1,22-7 8-16,-15-10-16 16,-4-26-4-16,-2-13-9 0,-13-28 0 15,0-20-4-15,0-7 8 16,0-9-9-16,0 0 3 16,0-9-39-16,0-43 50 15,0-20-27-15,-28-3 29 16,9-14-5-16,-15-7 10 15,15-4-10-15,4-9 5 16,15 13-1-16,0-1-9 16,0 9 4-16,28 8-12 15,12 8 10-15,-6 32 2 0,-3 19 9 16,-3 13-3 0,-6 8 2-16,9 0 3 0,9 0-2 15,13 8 5-15,-4 20-8 16,-8-3 0-16,-23 23-4 15,1 4 11-15,-19 16-13 16,0 21 21-16,-25 7 1 16,-49-8 2-16,9-12-6 15,9-28 23-15,25-16-7 16,9-24-9-16,16-8-8 16,6 0-11-16,0 0-3 15,0 0-17-15,28 0 12 16,31 12 8-16,-7 1 7 0,17 7 13 15,-17 4 0 1,-5 20-19-16,-25-8-1 16,-4 12 1-16,-12 0-6 0,-6-12 0 15,0-12-18-15,0 4-19 16,0-20-75-16,13-8-123 16,2 0-111-16</inkml:trace>
  <inkml:trace contextRef="#ctx0" brushRef="#br0" timeOffset="7810.98">14917 978 252 0,'0'0'265'0,"0"0"-238"0,0 0-19 0,0 0 46 0,0 0 1 16,0 0-15-16,-105-16-33 16,105 16-7-16,0 0-8 15,0 28 8-15,12 12-3 16,22-4 6-16,7 4-10 0,5 4 14 15,1 13-6-15,-1-1-1 16,-5-4 0-16,-7 12 0 16,-16-16 6-16,-11 4-12 15,-7-3 16-15,0 7-3 16,0-4 16-16,-25-12 26 16,-22 0-12-16,-2-12-11 15,2-3-12-15,1-10-9 16,-1 1-5-16,1-16-15 15,-7 0-11-15,13 0-39 16,12-24-95-16,15-28 83 16,7-28-74-16,6-8-173 15</inkml:trace>
  <inkml:trace contextRef="#ctx0" brushRef="#br0" timeOffset="8092.73">14831 545 301 0,'0'0'145'16,"0"0"-145"-16,0 0 0 16,0 0 8-16,0 0 6 15,0 0 22-15,341-104-29 16,-301 104 10-16,0 55-13 15,-15 18 83-15,3 20-1 16,-6 23-50-16,-4-4-23 0,-5 20 8 16,-4 4-14-16,-3-15-7 15,-6-1-7 1,0-24-100-16,0-7-129 0</inkml:trace>
  <inkml:trace contextRef="#ctx0" brushRef="#br0" timeOffset="9425.14">25246 5381 443 0,'0'0'84'0,"0"0"-59"0,0 0-2 0,0 0 18 0,-81 229-3 16,47-96 13-16,0 3-26 16,15 0-5-16,19-4 2 15,0-19-19-15,19-17 4 16,49-11 6-16,38-22-26 16,14 1 0-16,8-19-14 15,-7-18-46-15,12-14 4 0,-28-13-41 16,-9 0-7-16,-30-8 34 15,-26-28 31-15,-18-5-4 16,-22-14-79-16</inkml:trace>
  <inkml:trace contextRef="#ctx0" brushRef="#br0" timeOffset="9742.61">24582 5931 590 0,'0'0'183'15,"0"0"-182"-15,0 0 18 16,0 0-7-16,0 0-12 16,0 0 62-16,202 0 3 15,-81-8-38-15,6-8-27 16,19-12 0-16,2-5-35 16,10-11-70-16,-15 0-166 15,-44 1-277-15</inkml:trace>
  <inkml:trace contextRef="#ctx0" brushRef="#br0" timeOffset="16637.1">15333 6865 44 0,'0'0'70'0,"0"0"-66"0,0 0 8 0,0 0 31 16,0 0 11-16,0 0 25 15,-56 29-47-15,44-29-15 16,-1 0-9-16,1 3 13 16,-4 2-15-16,4 2 1 15,0-2-6-15,2-2 3 16,4-3-7-16,0 0 6 0,6 0 28 16,-6 5-13-16,6-5-2 15,-7 0-2-15,7 0-13 16,0 0 0-16,0 0 5 15,0 0-6-15,0 0 3 16,0 0 9-16,0 0 11 16,0 0 14-16,0 0-23 15,0 0-14-15,0 0-20 16,0 0 20-16,0 0-7 16,0-8 17-16,0-9-5 15,7-2-3-15,21-6 7 16,12 1-7-16,-9 1-4 0,3-10 2 15,6 2 0 1,1-2 6-16,-7 1-4 0,0 8-2 16,-3-8 11-1,3 12-14-15,0-4 7 0,-9-4-8 16,24-5 10-16,-2 2-6 16,-7-5 5-16,7 3 7 15,-7 5-12-15,-9-4 5 16,16 0-6-16,2 0 2 15,-2-4-2-15,-1 0 1 16,7 0 0-16,-7 4-1 16,1 0-1-16,-13 4-5 15,0 0 7-15,-9 7-4 0,-3 6 5 16,-10-10-3 0,10 6 4-16,9-14-2 0,9 0 2 15,7 2-4-15,8-10 2 16,-14 10 0-16,-1-2-5 15,-9 14 12-15,3-9-14 16,6 0 14-16,-12-5-12 16,25-6 10-16,-13-2-8 15,7 5 3-15,-1 0-10 16,1 3-3-16,-7 2-4 16,-6 3 16-16,0 4 1 15,-3-1-7-15,16-6 14 0,3 6-6 16,2-15 2-1,1 8 0-15,-6 8-3 0,5-4 0 16,-5 4-2-16,-7 4 10 16,0 4-16-16,-6-8 16 15,-6 0-10-15,19-4 8 16,-1-8-5-16,7 0-1 16,0-5-3-16,9 10 1 15,-16-10-6-15,13 2 6 16,-3 3-8-16,-9-1 8 15,-7 5-2-15,-15-1 0 16,15-3 1-16,-12 0 3 16,18-3 0-16,-5 6-1 15,18 5 0-15,-7-8 2 16,-11 4 0-16,5 0 6 0,-6 0-12 16,-5 4 5-1,-1 0 0-15,6-5-6 0,6-3 6 16,7 0-2-16,0 0 11 15,9 0-13-15,-9 8 4 16,-7 4-3-16,-18 4-19 16,-3 8 20-16,-16 0 4 15,10-8 9-15,15 0 2 16,6-8-9-16,7-4-2 16,-1-4 0-16,7 4-4 15,0-5 14-15,-4 6-21 16,-2 3 9-16,-7 0 0 0,-9 3-1 15,3 1 4 1,0 1-6-16,7-2 9 0,-1-3-12 16,0-8 12-16,1 4-11 15,-10-1 10-15,9 5-7 16,0 0 4-16,-12 4-2 16,6 1 0-16,-3 6 0 15,3-2-7-15,0-2-8 16,7-7 2-16,5 0-18 15,1-3 23-15,-7-2-23 16,0 5 15-16,-6 4 3 16,-9-1 13-16,3-6-1 15,19 3-1-15,-1-5 1 0,-6-3 2 16,13 5-1-16,3-13 4 16,-9 11-5-16,-1-3 1 15,-12 4 0-15,-3 4 1 16,-3 4 3-16,-9 4 25 15,9 3-27-15,-7 2 7 16,-8-1-7-16,21 0-4 16,-16-4-8-16,16-5 3 15,1-3 7-15,-4 4-3 16,-4-7 0-16,14 3 3 16,-7 3 1-16,-9-3 1 15,3 4-4-15,-10 4 4 16,10 0 0-16,-15 0-1 15,27-4 11-15,6-8-5 0,-5-8-1 16,5 0-6-16,4 3 5 16,-10 5-9-16,-9 1 8 15,9 6 3-15,-12 5-6 16,-15 4 5-16,8 4-5 16,-2-4-1-16,-7-4 2 15,29-4 2-15,-13 4-8 16,12-8 10-16,6 4-15 15,-5-4 9-15,-1-8-1 16,-15 11 1-16,9 6 1 16,-12 2-1-16,-4 6 2 0,-5-5-7 15,8-1 10 1,-2 6-11-16,-3-6 12 0,2 1-7 16,-2 0 2-1,-4-4-2-15,13 0 1 0,-3 4 0 16,-4 0 12-16,-9 4-11 15,10-1 1-15,-7-2 5 16,10 2-11-16,-3-10 11 16,-4 7-11-16,-15 0 5 15,0 4-1-15,0 7 13 16,0 5 19-16,0 0 9 16,0 0-31-16,0-3-10 15,13-2-10-15,-7-6-18 16,16-6-18-16,-16 1-65 0</inkml:trace>
  <inkml:trace contextRef="#ctx0" brushRef="#br0" timeOffset="26927.46">15293 6806 33 0,'0'0'71'0,"0"0"0"0,0 0-23 0,0 0-16 15,0 0-17-15,0 0-7 16,0 0 22-16,-53 8-7 16,53-5 17-16,-9-3-11 15,2 0 15-15,1 0-10 16,0 0-16-16,6 0 9 16,0 0-11-16,0 0 6 0,0 0-20 15,0 0 12-15,0 0-8 16,0 0-3-16,0 0 2 15,0 0-4-15,0 0 3 16,0 0 0-16,0 0 1 16,0 0-3-16,0 0-2 15,0 0 7-15,0 0-14 16,0 0 3-16,0 5 0 16,0 2 4-16,0-2 1 15,12-2 6-15,10 2-4 16,-3-5 8-16,9 3-11 15,-16-3 5-15,10 0-3 0,-4 5 9 16,-5-5 4 0,2 0-8-16,4 3 3 0,2-3-2 15,4 0-8-15,-3 0 15 16,3 0-18-16,3 0 11 16,-10 0-4-16,10 0-3 15,-9 0 8-15,9 0 12 16,6 0-5-16,-6 0-16 15,3-11 3-15,-3 3 3 16,-10-1-5-16,4 9 1 16,-10 0-2-16,1 0-1 15,2 0 1-15,-2 0 8 16,15-3-2-16,3 3-4 0,3-5 9 16,6 2-5-1,-12-2 0-15,-3 2 2 0,3-2-8 16,0 1 1-16,-10 0-2 15,10 0 0-15,-3 0 1 16,-3-3 0-16,5 7 2 16,4-5 3-16,-3 2 0 15,0-2-10-15,19-3-2 16,-7 0 6-16,-9-4-6 16,9 4 7-16,-12-4 4 0,6 8-2 15,-9-5 3 1,3 6-2-16,0-1 0 0,3-4-2 15,3 0-1-15,6-5 0 16,-12-2-2-16,19 7 2 16,-22-5 0-16,9 6 7 15,-22 3-4-15,16 4-6 16,-6 0 6-16,-4-8-3 16,17 4 1-16,11-4 7 15,-6-5-7-15,13 2 1 16,-6-1 0-16,-7-4-2 15,0 12 2-15,0-4 2 16,-5-5-8-16,5 13 8 16,-9-8-4-16,9-4 3 15,-6 9-3-15,0-13-4 16,1 3-26-16,-4 6 23 16,9-9 0-16,0 8 2 0,0-4 5 15,-5-1 19-15,-1 5-19 16,6-4 9-16,0 1-8 15,1-2-1-15,-1-3 0 16,-15 1-2-16,15-2 1 16,-6 1 2-16,0 4-7 15,-3-4 11-15,-3 4-10 16,-6-4-17-16,3 3 22 16,-4 2 4-16,4-9-1 15,9 0-3-15,0-1-7 0,7-2 7 16,11-6 0-1,-11 9 8-15,5-3-4 0,-12-2-4 16,0 6-1 0,-3-2 1-16,-3 9-3 0,6-8 7 15,1-1 0-15,5-2 0 16,-9 3-4-16,9-12 1 16,7 12 3-16,-1-8-4 15,-5 4-2-15,-7-1 2 16,0 6 1-16,0-6-1 15,-9 2 0-15,9-6 0 16,12 1 8-16,1 0-10 16,-7-3 4-16,13 2-4 15,3-3 11-15,-16 4-14 16,0 4 5-16,-15-4-7 0,3 4 2 16,6-1 6-16,-3-3-1 15,3 5 6-15,-6 2 4 16,6 1-10-16,-15 1-1 15,9 6-3-15,-10 1 0 16,-5-12-1-16,27-4 10 16,-12-4-10-16,6 0 10 15,-9 0-6-15,3 0 12 16,0 7-14-16,-4-2 5 16,-2 2-2-16,-3-3 0 15,-7 5 4-15,10-6-1 16,-4 1 0-16,10-3-4 0,-9-2 5 15,3 5-8-15,-10 0 8 16,10-4-11-16,-4-4 7 16,-2-4 0-16,-4-17-11 15,7 6 20-15,3-6-12 16,2 5 6-16,-2 0-6 16,-3 4 10-16,2 12-2 15,-8 4-5-15,-1 0-3 16,-2-4 3-16,-10 0 5 15,18-5-5-15,-18-3 0 16,6 0-3-16,16 0 11 16,-16 8-10-16,0 4 8 15,-6 12-9-15,0 4 3 0,0-4 0 16,0-9-4 0,0-2 2-16,0-2-5 0,0-3 6 15,0 8-4-15,0 0 9 16,0 0-9-16,0 9 10 15,0-6-5-15,0 5 0 16,0 4 3-16,0-12-14 16,0 4 20-16,0-12-17 15,0 0 11-15,0 3-6 16,0 10-8-16,0-2 7 16,0 9 4-16,0-8 2 15,0 0-2-15,0-3 4 0,0-6-14 16,0 0 10-1,0 6 0-15,7-5-6 0,-1 0 0 16,0-1-4-16,10 5 7 16,-16 0 3-16,6-3 0 15,-6-2 2-15,6 1 5 16,-6 8-14-16,0-8 12 16,6 4-17-16,-6-5 12 15,0 6-2-15,6-5 1 16,-6 0 1-16,0-1 0 15,0 2 0-15,0-10 0 16,0 5 1-16,0 0-1 16,0 0-1-16,0 0-2 15,0 4 0-15,0 3 3 16,0 1 3-16,0 0 1 16,0-3-4-16,0-10 9 0,0 10-18 15,10-10 16-15,-10 2-11 16,6-2 4-16,-6 8-3 15,6 6-1-15,-6 7 7 16,0 4-14-16,0-1 22 16,0 2-14-16,0-9 8 15,0 4-3-15,0-8-2 16,0 4-2-16,0-4 2 16,0-5 0-16,0 5-5 15,0 4-13-15,0 4 18 16,0 4 1-16,0-4-1 0,0 0 0 15,0-4 7-15,-6-1-7 16,6 2 0-16,0-21-12 16,0 20-8-16,0-4 19 15,0 0-21-15,0 15 22 16,0-2 0-16,0-10-2 16,0 9 0-16,0-8-2 15,0-8 0-15,0-4 0 16,0-4-28-16,0 0-23 15,0 8 33-15,0 8 3 16,6 0 16-16,-6 8-4 0,0-1 7 16,0-2 4-1,0 7-3-15,0-13 4 16,0 1-3-16,0-7-4 16,0-2-3-16,0 5 0 0,0 4 10 15,0 4 23-15,0 8-16 16,0 0 2-16,0 3-10 15,0 6-1-15,0-5-6 16,0 0 2-16,0-4 0 16,0 4 1-16,0-4-9 15,0 0 19-15,0 8-10 16,0-1 0-16,0-3-1 16,0 8 1-16,0-3 8 15,0-5-7-15,0 8 4 0,0-4 3 16,0-4-6-1,0 3 2-15,0-3 4 0,0-3-11 16,0 2 3-16,0 6 0 16,0-5 0-16,0 8 2 15,0 0-2-15,0 0 5 16,0 0 6-16,0 0 11 16,0 0-7-16,0 0-15 15,0 0-1-15,0 0-6 16,0 0 5-16,0 0-10 15,0 0-27-15,0 0 5 16,0 0-27-16,0 0-39 16,0 0-73-16</inkml:trace>
  <inkml:trace contextRef="#ctx0" brushRef="#br0" timeOffset="35321.05">20204 3228 50 0,'0'0'69'0,"0"0"-45"0,0 0 19 0,0 0-15 0,0 0-9 16,0 0-3-16,0-4-15 15,0 0 11-15,0 4-12 16,0-4 9-16,0-4 7 15,0 3-15-15,0-3-1 16,0 5-3-16,0-5 3 16,-6 4 13-16,-7-1-13 15,13 2 28-15,-21 3-10 16,15 0 6-16,-7 0-1 16,7 0-14-16,0 0-9 15,-4 0 0-15,-2 0-7 16,12 0 1-16,0 0 4 15,0 0-9-15,0 0 10 16,0 0 2-16,0 0 4 0,0 0-5 16,0 12-1-1,0-4-3-15,0 0-24 0,12-5 15 16,10 2-12-16,-3-5-8 16,2 0 7-16,14 0 7 15,-17 0 15-15,-12 0 4 16,-6 0 2-16,13 0 13 15,-13-8 44-15,0-4-21 16,0-4-38-16,0 0-5 16,0-1-3-16,0-2 1 15,0 2-4-15,0 6-4 0,0-2 6 16,0 6-2 0,0 2 11-16,0 5 22 0,0 0-5 15,0-3 21-15,0 3-26 16,0-5-12-16,0 5-2 15,0-3 2-15,0 3 3 16,0 0-3-16,-19 0-17 16,19 0-4-16,0 0 2 15,-6 0 19-15,6 8 21 16,0 3-14-16,0-2-7 16,0-6 0-16,0 5-26 15,0-3 7-15,0-5 14 0,6 8 4 16,0-8-7-1,16 0 7-15,-10 0-34 0,7 0 34 16,3-5-4 0,-10-19-36-16,4 4-98 0</inkml:trace>
  <inkml:trace contextRef="#ctx0" brushRef="#br0" timeOffset="35404.15">20353 3031 163 0,'0'0'115'0,"0"0"-22"0,0 0-72 0,0 0-9 0,0 0-11 16,0 0-2-16,-87 36-40 15,87-31-130-15</inkml:trace>
  <inkml:trace contextRef="#ctx0" brushRef="#br0" timeOffset="54454.39">20220 6144 5 0,'0'0'149'0,"0"0"1"0,0 0-89 0,0 0-21 0,0 0 1 0,0 0-2 15,0 0-1-15,0 0-2 16,-35 0-8-16,35 0 19 16,-6 0-6-16,-9 0-22 15,9 3-12-15,-7 6-7 0,7-1 12 16,0-8-10-16,-4 8 25 16,-2 0-22-16,12 4 12 15,-6 7-6-15,0 1-4 16,-1 5 8-16,7 3-10 15,-9-1 1-15,9 3-4 16,0 1 4-16,0-3-6 16,0 4 3-16,0 4-3 15,0-3 0-15,0 3 5 16,0-5-4-16,0-3-2 16,0-3 4-16,0 7-6 15,0 8 6-15,0-8-7 16,0 0 11-16,0-4-9 0,0-4 7 15,0-8-5-15,0-4 0 16,0-7-7-16,0-5-42 16,0 0-82-1,16 0-8-15,-4 0-87 0</inkml:trace>
  <inkml:trace contextRef="#ctx0" brushRef="#br0" timeOffset="55553.87">19944 7872 49 0,'0'0'90'0,"0"0"-2"0,0 0-22 16,0 0-17-16,0 0-19 0,0 0-3 16,0 0-4-1,0 0-3-15,0 0-5 0,0 0 23 16,0 0-9-16,0 5 11 16,0 3-5-16,0-8 8 15,0 0 7-15,0 0-32 16,0 0 14-16,0 0-20 15,0 0-12-15,0-13-18 16,0-19 2-16,0 0 16 16,0-12 14-16,0-9-10 0,12-7 8 15,10-8-12 1,-4-8-12-16,10 4 11 0,-6 0-46 16,-10 16 9-1,-12 7 8-15,0 18 18 0,0 6 12 16,13-3 0-16,-7 4-17 15,-6 4-60-15,6 8 39 16,-6 0 14-16,0 0 13 16,0 8-25-16,0 4 32 15,0 0 4-15,0 0 20 16,0 0 8-16,-12 20-3 16,-22 12-17-16,-7-3-1 15,1-6 13-15,9 10 1 0,-9-2 2 16,-1 1-9-1,7 9-4-15,0-5-10 0,16-13 0 16,11-14-110-16,-8-9-290 16</inkml:trace>
  <inkml:trace contextRef="#ctx0" brushRef="#br0" timeOffset="56370.6">19770 7936 19 0,'0'0'51'0,"0"0"17"0,0 0 5 0,0 0 9 0,0 0-54 15,0 0 12-15,276-8-31 16,-245 8 13-16,3 0 19 15,0 0-11-15,0 0 25 0,-3-4-21 16,-3-4-16-16,19 0-16 16,-13 8 3-16,-6-4-4 15,-4 4 0-15,11-8-1 16,-1 4 0-16,-3-11-34 16,-3-10-46-16,-28-7-142 15</inkml:trace>
  <inkml:trace contextRef="#ctx0" brushRef="#br0" timeOffset="72222.2">17370 5117 127 0,'0'0'27'0,"0"0"-6"0,0 0 37 0,0 0-4 16,0 0-13-16,0 0-40 15,0 0 22-15,0 0-8 16,-239 56-15-16,239-40-4 15,0-7 4-15,0-1 0 16,0-5 2-16,19 5-4 16,15-4-21-16,0-4 23 0,-15 0 0 15,9 0 8 1,-16 0 3-16,-6-12 8 16,-6 9-1-16,0-14 8 0,0 5-23 15,0 8 5-15,0-4-16 16,0 8 5-16,-12 0-40 15,-10 0 40-15,-3 0-13 16,4 12 14-16,14 9 2 16,1-10 9-16,6 1-8 15,0 1 4-15,0-5-5 16,6-8 7-16,28 7-7 16,-6-7-1-16,-3 0 1 15,9 0 4-15,0 0-1 0,-9-15 5 16,-3-10-8-1,-3 5 6-15,-19-1-12 0,0 10 11 16,0 3-5-16,0 8 0 16,-13 0 4-16,-15 0 8 15,-12 4-1-15,21 20-2 16,1 5 4-16,8-6-3 16,10-10-7-16,0-2 5 15,0 1-7-15,16-4 10 16,15 0-11-16,3-8-7 15,-12 0 3-15,-10 0 4 16,-12 0 1-16,0 0 0 16,0 0 25-16,0 0-10 15,0 0-13-15,0 0-3 0,0 0-39 16,0-16-136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03:39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15265 10346 194 0,'0'0'145'0,"0"0"-123"0,0 0 30 0,0 0-27 0,0 0-9 16,0 0-13-16,0 0 34 15,0 0-2-15,-7 0 2 16,7 0 3-16,-6 0-12 16,0 0 4-16,0 0-23 15,6 0-15-15,0 0 22 16,0 0-15-16,0 0 20 15,0 0 16-15,0 0-16 16,0 0-3-16,46 0 4 16,35 8 13-16,31-3 10 15,15-5-27-15,22 0-18 0,-4 0 9 16,-5-16-20-16,-19-9-2 16,-34 6-17-16,-29 10 2 15,-30 9-16-15,-21 0 10 16,-7 0-46-16,0 0 35 15,0 0-16-15,0 4-40 16,-19-4-321-16</inkml:trace>
  <inkml:trace contextRef="#ctx0" brushRef="#br0" timeOffset="350.93">16062 10338 17 0,'0'0'406'0,"0"0"-371"16,0 0 16-16,0 0-24 15,0 0-22-15,0 0-4 16,0 33-1-16,0 7 52 16,12 11-10-16,28 15 16 15,7 1-31-15,-7 13-12 16,7 0-14-16,-26 5-2 15,4-13 0-15,-25-12 1 0,0-3 4 16,-12-18 40 0,-57-6 3-16,-11-17-21 15,-7-16 54-15,-12 0-72 0,6-21-8 16,6-31-11 0,34-16-3-16,19-4-5 0,34-4-54 15,0 0 43-15,0 16-129 16,19 7-80-16</inkml:trace>
  <inkml:trace contextRef="#ctx0" brushRef="#br0" timeOffset="2247.21">17144 11008 326 0,'0'0'199'0,"0"0"-133"0,0 0 15 0,0 0 2 0,0 0-76 0,0 0 33 0,-28 217-6 16,22-128 0-1,6-14-30-15,0-11 0 0,-19-3-8 16,-9-6-29-16,-25 18 9 15,-21-8-60-15,-7-21-121 16</inkml:trace>
  <inkml:trace contextRef="#ctx0" brushRef="#br0" timeOffset="4128.87">18527 10382 255 0,'0'0'116'0,"0"0"-100"0,0 0 13 15,0 0-8-15,0 0-21 16,0 0 0-16,6 0 0 0,-6 0 8 16,0 0 42-1,0 0 49-15,0 0-19 0,0 0-10 16,0 0-47-16,0 0-23 15,0 0 0-15,0 0 7 16,0 0-15-16,0 0 16 16,0 0 12-16,0 0-11 15,-25 0-9-15,-22 0-1 16,-8 0-6-16,-10 0 2 16,-16 8-1-16,13 9 0 15,3-1 9-15,3 8-15 16,3 12 17-16,6 4-19 15,6 12 21-15,7 20-7 16,-6 9 0-16,18 10 2 16,9-2-2-16,10-9 8 0,9-16-5 15,0-15-3-15,15-13-5 16,44-16-15-16,22-4 20 16,18-8 2-16,10-8 2 15,12 0-4-15,-10 0-1 16,-9-13 0-16,-30-10-94 15,-10-5-15-15,-28-4-55 16,-9 4-212-16</inkml:trace>
  <inkml:trace contextRef="#ctx0" brushRef="#br0" timeOffset="4811.57">18976 10836 92 0,'0'0'7'0,"0"0"48"0,0 0 31 0,0 0-4 16,0 0-36-16,0 0 6 15,19 0-13-15,-13 0 43 16,9 0-13-16,-2 0 6 15,5 0-33-15,17 0 5 16,-1-4-27-16,12-4-12 16,7-8-8-16,-13 0-19 0,7-9-6 15,-19 18-71-15,-22 2 0 16,-6 5-48-16,0 0-54 16</inkml:trace>
  <inkml:trace contextRef="#ctx0" brushRef="#br0" timeOffset="5044.68">18889 10535 403 0,'0'0'165'0,"0"0"-155"0,0 0 11 15,0 0 50-15,0 0-8 16,0 0-53-16,267 12-9 16,-208-12-1-16,3 0-40 15,-22 0-78-15,7-4-20 16</inkml:trace>
  <inkml:trace contextRef="#ctx0" brushRef="#br0" timeOffset="6043.7">20185 10318 208 0,'0'0'215'0,"0"0"-167"0,0 0-14 0,0 0-16 0,0 0-4 15,0 0-6-15,0 0-6 16,0 0 5-16,0 0 38 16,0 0 28-16,0 0 6 15,0 8-39-15,-6-8-16 16,-9 5-17-16,15-1 5 15,-6-4-20-15,6 3 19 16,0-3-21-16,0 0 23 16,0 0-19-16,0 0 9 15,0 0-3-15,0 0 0 16,0 0-2-16,0 0 1 16,0 0-8-16,0 0 0 15,0 0-12-15,0 0 18 16,0 0-5-16,0 0 8 0,0 0 10 15,0 0-5-15,0 5 13 16,-13 11-17-16,-21 7 25 16,0 6-20-16,-6 3 11 15,-7-4-9-15,7 4-9 16,9-4 1-16,3 0 0 16,0 5-2-16,16-10 10 15,-1 1 5-15,13-8-11 16,0 1-4-16,0-1-14 15,19-1 10-15,49 10-19 16,31-9 25-16,0 7 6 0,-2 2 5 16,-4 7-8-1,-35-4 2-15,-5 0-10 0,3 4 10 16,-37-12-16-16,9 5 22 16,-16 11-15-1,-12 3 8-15,0 22 6 0,-6 7 43 16,-75 8-33-16,-12 4-4 15,-9-19-5-15,24-9-18 16,10-16 23-16,28-16-32 16,15-17 7-16,3-3-21 15,-6-23-73-15,10-42-127 16,5-19-115-16</inkml:trace>
  <inkml:trace contextRef="#ctx0" brushRef="#br0" timeOffset="6260.82">19996 10331 336 0,'0'0'105'0,"0"0"-29"15,0 0 34-15,0 0-61 0,375-52-49 0,-282 27-74 16,-18-3-150-16</inkml:trace>
  <inkml:trace contextRef="#ctx0" brushRef="#br0" timeOffset="6642.86">20759 10703 249 0,'0'0'8'0,"0"0"0"16,0 0 5-16,0 0 29 15,-12 249 3-15,36-216 44 16,4-6-29-16,6-10-4 16,1-9-24-16,5-1-2 15,31-3 10-15,4-4-26 16,-1 0-14-16,-9-44 4 15,-18-28-4-15,-7-20-9 16,-34-9-43-16,-6 1-87 0,0 28-115 16</inkml:trace>
  <inkml:trace contextRef="#ctx0" brushRef="#br0" timeOffset="6726.65">20759 10703 135 0,'68'-103'53'16,"-155"150"-53"-16,13 1 2 15,34 1 1-15,27-10-3 16,13 2-150-16</inkml:trace>
  <inkml:trace contextRef="#ctx0" brushRef="#br0" timeOffset="7009.62">21367 11008 36 0,'0'0'78'16,"0"0"-4"-16,0 0 8 16,0 0-4-16,0 0-30 15,0 0 19-15,387 49-8 16,-340-66-25-16,-7-27 1 15,-6-8-14-15,-21-24-21 16,-13-17-12-16,0-2-83 16,-13 15-158-16</inkml:trace>
  <inkml:trace contextRef="#ctx0" brushRef="#br0" timeOffset="7093.9">21482 10535 198 0,'0'0'166'16,"0"0"-157"-16,0 0-9 15,0 0-97-15,-115 209-125 16</inkml:trace>
  <inkml:trace contextRef="#ctx0" brushRef="#br0" timeOffset="7392.85">22009 10896 367 0,'0'0'71'0,"0"0"0"16,0 0-21-16,0 0-13 15,0 0-37-15,0 0 21 16,183 100-13-16,-118-100 16 16,3 0 8-16,-3 0-7 15,-3-16-25-15,-22-32 24 16,7-16-46-16,-29-21 22 15,-11 5-69-15,-7 0-43 16,0 24 1-16,-34 20-79 0,-66 16 147 16</inkml:trace>
  <inkml:trace contextRef="#ctx0" brushRef="#br0" timeOffset="10224.87">24223 10760 4 0,'0'0'315'0,"0"0"-228"0,0 0-19 0,0 0-25 0,0 0 32 16,0 0-31-16,0 0 13 16,0 0-53-16,0 0 21 15,0 0 4-15,0 0 15 16,0 0-14-16,0 0-27 15,-13 0-3-15,-9 0 9 16,-12 7-9-16,9 9 6 16,-21 25 14-16,-10 3-13 15,-3 20 1-15,-15 8-8 16,9 5-2-16,-3-10 0 16,15-3-14-16,0-11 2 0,25-25-56 15,0-20-80-15,10-8-215 16</inkml:trace>
  <inkml:trace contextRef="#ctx0" brushRef="#br0" timeOffset="10790.09">25072 10600 393 0,'0'0'78'0,"0"0"-12"0,0 0-13 0,0 0 54 0,0 0-45 15,-40 224-32-15,40-193-19 16,0 6-3-16,0-5-10 15,25 1 4-15,3 6-4 0,-16 5-55 16,-6 1 5 0,16-13-79-16,-16-25-72 15,6-7-141-15</inkml:trace>
  <inkml:trace contextRef="#ctx0" brushRef="#br0" timeOffset="10989.88">24998 10222 51 0,'0'0'265'16,"0"0"-243"-16,0 0-22 15,0 0-6-15,0 0-77 16</inkml:trace>
  <inkml:trace contextRef="#ctx0" brushRef="#br0" timeOffset="11757.13">25686 10860 521 0,'0'0'122'0,"0"0"-103"0,0 0 25 0,0 0 5 0,0 0-7 16,0 0-36 0,254 0-4-16,-213-5-4 0,-7 2 15 15,-9-2-28-15,-4-2-1 16,-2 3-50-16,3-4-71 15,-10-1-23-15,-6-2-195 16</inkml:trace>
  <inkml:trace contextRef="#ctx0" brushRef="#br0" timeOffset="11989.04">25733 10523 218 0,'0'0'184'0,"0"0"-116"16,0 0 51-16,0 0-26 16,0 0-21-16,0 0-69 15,294 0-3-15,-266 0-14 16,-3 0-81-16,-3 0-71 15,-22 0-224-15</inkml:trace>
  <inkml:trace contextRef="#ctx0" brushRef="#br0" timeOffset="14952.98">26942 10382 92 0,'0'0'112'0,"0"0"-65"0,0 0 11 0,0 0-23 16,0 0-5-16,0 0-27 15,0 0 20-15,0 0-7 16,0 0 18-16,0 0 7 15,0 0-11-15,0 0-22 16,0 0 4-16,0 0-22 16,0 0 20-16,0 0-9 15,0 0 14-15,0 0 12 0,0 0 16 16,0 0-16 0,0 0 4-16,0 0-22 0,0 0 11 15,0 0-13-15,0 0-14 16,0 0 4-16,0 0 3 15,0 0 11-15,0 0 1 16,0 0-12-16,0 0-7 16,0-3-6-16,0-17 14 15,6 4-4-15,28-9-12 16,0 14 7-16,7-2-17 16,-7 9-10-16,-22 4-12 0,0 0-23 15,-5 0 53 1,-7 28 17-16,0 13 24 0,0 11-22 15,0-1 21-15,0 6-22 16,-41-1-2-16,-11 16-5 16,-20 9 6-16,-2 15-2 15,-1 1-6-15,-18-6 5 16,19-18 6-16,28-26 0 16,21-14-3-16,-3-22 0 15,28-6 0-15,0-5-14 16,0 0-27-16,0 0-24 15,0 0 65-15,28 0 35 0,-3-8 41 16,15 0-4-16,0 4 11 16,-6 0-56-1,0 4 8-15,-9 0-15 0,-3 0-20 16,-4 0-31-16,-5 0-63 16,9 0-30-16,-16 0-83 15</inkml:trace>
  <inkml:trace contextRef="#ctx0" brushRef="#br0" timeOffset="15553.92">27919 10299 37 0,'0'0'284'0,"0"0"-239"0,0 0 70 0,0 0-19 0,0 0-5 16,0 0-43 0,-87 44 2-16,53-16-14 0,-13 24-21 15,7-4 5-15,-25 24-11 16,-4 0-6-16,-5-7 5 15,9 15-9-15,-3-16 8 16,15-3-14-16,6-14 4 16,35-11-11-16,3-24-14 15,9-12-63-15,0 0-79 16,0-16-110-16</inkml:trace>
  <inkml:trace contextRef="#ctx0" brushRef="#br0" timeOffset="15802.97">27636 10282 360 0,'0'0'209'0,"0"0"-139"15,0 0-67-15,0 0-3 16,0 0-170-16</inkml:trace>
  <inkml:trace contextRef="#ctx0" brushRef="#br0" timeOffset="16119.12">27723 10921 435 0,'0'0'234'0,"0"0"-157"15,0 0-32-15,0 0-19 16,0 0-26-16,0 0-20 15,0 0-86-15,0 0-148 16</inkml:trace>
  <inkml:trace contextRef="#ctx0" brushRef="#br0" timeOffset="16852.84">27636 10343 92 0,'0'0'141'0,"0"0"-29"0,0 0-29 15,0 0-10-15,0 0 18 16,0 0-36-16,0 0-1 16,0 0-40-16,0 0 36 0,0 0-14 15,0 3 26 1,0 5-2-16,0-3-35 0,0-5-1 16,0 8-16-16,-6-8-16 15,6 0-64-15,0 0-91 16,0 0-264-16</inkml:trace>
  <inkml:trace contextRef="#ctx0" brushRef="#br0" timeOffset="18651.07">28501 10880 282 0,'0'0'41'0,"0"0"-37"0,0 0-3 0,0 0-2 0,0 0 14 15,0 0 1-15,0 0-3 16,0 0 20-16,0 0 18 15,0 0 8-15,0 0-34 16,0 0 1-16,0 0-8 16,0 0-2-16,0 0-24 15,0 0 20-15,0 0-20 16,0 0 5-16,0 0 2 16,0 0 4-16,0 0-1 15,0 0 1-15,0 0 2 0,0 0-1 16,0 0 7-16,0 0-18 15,0 0 17-15,0 0-21 16,0 0 19-16,0 0-6 16,0 0 1-16,0 0 5 15,0 0 25-15,0 0-12 16,0 0 2-16,0 0-19 16,0 0 8-16,0 0 3 15,0 0-16-15,0 0 9 16,0 0-5-16,0 0-1 15,0 0 0-15,0 0-4 16,0 0 13-16,0 0-13 16,0 0 19-16,0 0-11 0,0 0-4 15,0 0-3-15,0 0-18 16,0 0 21-16,0 0 13 16,0 0-4-16,0 0 3 15,0-16-4-15,0-8 7 16,0-12-2-16,13-4-22 15,5 4 18-15,-2 0-9 16,15 3 2-16,-9-3-2 16,2-12 0-16,11 4 2 15,11-8-9-15,-6 4-1 16,1 16-7-16,-20 15-25 16,-14 17 32-16,-7 0-14 0,0 0 22 15,0 41 18-15,0-2 11 16,0 2 12-16,0-1-32 15,12-8-3-15,10 1 19 16,-10-2-41-16,1-6 30 16,2 11-17-16,-15 0 3 15,0-5 0-15,0 6 6 16,0-9-6-16,0-8-1 16,0-8-52-16,0 0 25 15,0 0-20-15,0-4 25 16,0 0 20-16,0-4 2 15,0-4 1-15,0 0-20 16,0 0 18-16,0 0-44 16,-9 0-34-16,-4 0-106 15</inkml:trace>
  <inkml:trace contextRef="#ctx0" brushRef="#br0" timeOffset="19167.75">28492 10700 22 0,'0'0'149'0,"0"0"-102"0,0 0 7 0,0 0-3 15,0 0-32-15,0 0-9 0,75-25 28 16,-54 22 5-16,-2-5 7 0,-1 8-23 16,4 0 25-1,6 0-21-15,-22 0 31 16,25 0-6-16,-3 0-12 0,0 0 4 16,6 0-23-16,-3 0-21 15,16-9 4-15,-7-7-16 16,7-8 7-16,-1 9-8 15,-18 2 9-15,-16 1-3 16,-12 12-13-16,0 0-30 16,0 0-33-16,0 0-62 15,-24 0-172-15</inkml:trace>
  <inkml:trace contextRef="#ctx0" brushRef="#br0" timeOffset="19882.36">29317 10819 32 0,'0'0'206'0,"0"0"-160"0,0 0 1 0,0 0-23 15,0 0-18-15,0 0 30 0,-16 0 19 16,10 0 25-16,6 0-9 16,0 0 25-16,0 0-81 15,0 0-15-15,0 0-11 16,-6 0-17-16,0 0-33 16,0 0 41-16,-4 0 20 15,4 0 0-15,-6 0 23 16,-1 0-1-16,4 0-6 15,3 0-16-15,6-3-86 16,0-5-238-16</inkml:trace>
  <inkml:trace contextRef="#ctx0" brushRef="#br0" timeOffset="20900.05">29776 10949 98 0,'0'0'100'0,"0"0"-13"0,0 0 5 0,0 0-36 0,0 0 6 0,0 0-25 15,0 0-4-15,0 0 7 16,0 0-3-16,0-5 41 16,0-15-45-16,0-16 5 0,0-20-31 15,15-12-6-15,16-8-1 16,3-1-4-16,-6 13-7 16,-3 4 9-16,-9 12-5 15,-4 8 7-15,0 0-10 16,-5 24-4-16,2 4 7 15,-9 12 6-15,6 0-13 16,-6 0 14-16,0 0 7 16,0 0 18-16,0 15 0 15,0 10-4-15,6 3-11 16,1-4-4-16,-1-4-3 16,9-4 7-16,-2-8-10 0,5-4-8 15,10-4-18-15,6 0 22 16,-9 0-8-16,9 0 24 15,7-24-11-15,-7 8 7 16,12-4-9 0,-6-1 12-16,-5 10-12 0,-11 3 1 15,-8 8-10-15,-10 0 9 16,-6 0 1-16,0 11 20 16,0 30 11-16,0 7-6 15,0 16-12-15,0 12-7 16,-6-12 10-16,-16-11-19 15,16-14 3-15,6-23-22 0,0-16-3 16,0 0-19 0,0 0-42-16,0-19-75 0,6-26 19 15</inkml:trace>
  <inkml:trace contextRef="#ctx0" brushRef="#br0" timeOffset="21614.59">30753 10847 245 0,'0'0'16'0,"0"0"0"0,0 0 40 0,0 0-11 0,0 0 13 0,0 0-17 16,6-39 5-16,-6 39 1 16,0 0 53-16,0 0-70 0,0 0-27 15,0 0 37 1,0 0-10-16,0 0-30 0,0 0 12 15,0 0-22 1,0 0 24-16,0 0-4 0,0 0-2 16,0 0 15-16,0 0-21 15,0 3 5-15,0 5-1 16,0-8-6-16,0 0-9 16,0 0-17-16,0 0 22 15,0 0-22-15,0 0 26 16,0 0-38-16,-25 0-100 15,-9 0-111-15</inkml:trace>
  <inkml:trace contextRef="#ctx0" brushRef="#br0" timeOffset="28125">31335 10968 91 0,'0'0'126'0,"0"0"-10"0,0 0-33 0,0 0-10 0,0 0-23 0,0 0 22 16,0 0-23-16,0 0 5 16,0 0-29-16,0 0 17 15,0 0-9-15,0 0-31 16,0 0 9-16,0 0-6 0,0 0 5 15,0 0 4 1,0 0-14-16,0 0 0 0,0 0 10 16,0 0-6-16,0 8-3 15,-15 12 0-15,-4 5 6 16,13 14 21-16,-16 10-17 16,-2 3-2-16,-17-1-9 15,1 10-22-15,-16-1-59 16,4-12-33-16,-1 4-49 15,6-16-20-15,13-27-181 16</inkml:trace>
  <inkml:trace contextRef="#ctx0" brushRef="#br0" timeOffset="28874.82">32008 10431 13 0,'0'0'143'0,"0"0"-81"0,0 0 21 0,0 0-11 0,0 0-17 0,0 0-19 16,7 0-8-16,-7 0 46 15,0 0-19-15,0 0 7 16,0 0-40-16,0 8-22 16,0 24 0-16,-19 20-4 15,-15 12-12-15,15 0 16 16,-2 4-4-16,14 9 12 0,7-9 14 15,0-8 4 1,0-8-19-16,0 1-2 16,34-9-10-16,32-13-23 0,8-11-6 15,7-7 8-15,-23-5-26 16,4-5 45-16,-37-3 7 16,-3 9-10-16,-22-9 8 15,12 0 0-15,4 0-25 16,-4 0 8-16,1-9-15 15,-7 1-65-15,-6-8-249 16</inkml:trace>
  <inkml:trace contextRef="#ctx0" brushRef="#br0" timeOffset="29558.32">31956 10543 345 0,'0'0'27'0,"0"0"37"0,0 0-12 0,0 0-12 0,0 0 26 16,0 0-14-16,40 16 31 16,-28-8-45-16,4 0 2 15,2 0-3-15,4-4-10 16,3 1 9-16,3-5-29 15,12 0 4-15,7 0-6 16,-7 0 0-16,13 0-5 0,-1 0-2 16,-5 0-34-16,-1 0-13 15,-5 0-21-15,-20 0-135 16,-21-17-279-16</inkml:trace>
  <inkml:trace contextRef="#ctx0" brushRef="#br0" timeOffset="30291.63">32731 10957 246 0,'0'0'147'0,"0"0"-55"0,0 0-1 0,0 0-29 16,0 0-52-16,0 0-10 15,248 0-12-15,-208 0-44 16,-15-8 25-16,-3 8-20 0,-16 0 21 16,-6 0-25-1,0 0-11-15,-6 0-228 0</inkml:trace>
  <inkml:trace contextRef="#ctx0" brushRef="#br0" timeOffset="30481.42">32731 10957 313 0</inkml:trace>
  <inkml:trace contextRef="#ctx0" brushRef="#br0" timeOffset="30556.86">32731 10957 313 0,'-81'-182'169'0,"143"182"-128"15,-3 0 9-15,9-8-62 16,-15-4-133-16,-34 9-246 16</inkml:trace>
  <inkml:trace contextRef="#ctx0" brushRef="#br0" timeOffset="33587.07">31956 12400 28 0,'0'0'78'0,"0"0"47"0,0 0 2 0,0 0-34 16,0 8-40-16,0-8 7 16,0 0-38-16,-7 0 23 15,7 0-36-15,0 0 19 16,-6 0-17-16,6 0 16 16,0 0 14-16,0 0-24 15,-6 4 4-15,6-4-17 16,0 0-1-16,0 0 5 15,0 0 3-15,0 0-7 16,0-4 20-16,0-28 4 16,0-16-25-16,0-16-2 15,0-5 7-15,25-11-16 16,9 0 9-16,-6-1-8 16,-3 1-2-16,9 8-6 0,-22 24-21 15,16 16-11-15,-16 28 27 16,-12 4 5-16,0 0 12 15,0 44 6-15,-6 17 26 16,-46 14-21-16,-23 6 24 16,-5-5-21-16,-1-12 10 15,16-11-19-15,3-22 7 16,37-15-9-16,19-11 0 16,6-5-7-16,0 0-96 15,0 0-148-15,12-16-185 16</inkml:trace>
  <inkml:trace contextRef="#ctx0" brushRef="#br0" timeOffset="34237.4">32430 12328 100 0,'0'0'137'0,"0"0"-65"0,0 0-28 0,0 0 16 0,0 0-2 15,0 0 8-15,-34 36 13 16,28-36-17 0,0 4 13-16,6-4-26 0,0 0 6 15,0 0-55-15,0 0 0 16,0-8-8-16,0-20 8 16,0-8 19-16,0-13-12 15,40-7 18-15,0-16-20 16,13 4-10-16,15-8-23 15,-3 16-46-15,-3 12-57 16,-22 40 25-16,-15 8 19 16,-25 31 56-16,0 33 31 15,0 25 15-15,0-13 6 0,-6 0-18 16,-6-7 13 0,-4-14 33-16,10-2-2 0,0-1-20 15,0-16-5-15,6-16-22 16,0-4-16-16,0-16-120 15,0 0-102-15</inkml:trace>
  <inkml:trace contextRef="#ctx0" brushRef="#br0" timeOffset="34441.82">32430 12328 357 0</inkml:trace>
  <inkml:trace contextRef="#ctx0" brushRef="#br0" timeOffset="34469.58">32430 12328 357 0,'93'-92'99'16,"-71"92"-80"-16,18 0-13 0</inkml:trace>
  <inkml:trace contextRef="#ctx0" brushRef="#br0" timeOffset="34892.33">32846 12408 141 0,'0'0'51'16,"0"0"39"-16,0 0 44 16,0 0-42-16,65-64-4 15,-59 44-48-15,22 0-22 16,0 4-18-16,-10 0-11 16,4 16-46-16,-16 0 36 15,7 0-22-15,-1 0 37 16,3 19 6-16,4 1 26 0,-7-7-9 15,-2-1-1 1,15-12 16-16,9 0-8 0,6 0-3 16,13 0-12-16,-1 0 4 15,10-36 4-15,-15-9 19 16,12 6-19-16,-19-2 4 16,-6 2-21-16,0-2-14 15,-9-3-26-15,-9 12-113 16,-10 8 0-16,-6 24-10 15,0 0 114-15,0 8 35 16,-6 24 12-16,-22 0-31 16,9-8-111-16</inkml:trace>
  <inkml:trace contextRef="#ctx0" brushRef="#br0" timeOffset="35136.14">33580 12247 35 0,'0'0'81'0,"0"0"-47"16,0 0-2-16,0 0 62 15,0 0 28-15,0 0-24 16,208 61-40-16,-177-61 10 16,9 0-34-16,22 0 7 15,-9-25-23-15,0-14-6 16,-7-5-12-16,-18 3-23 16,-28 1 18-16,0 16-33 15,-12 12 27-15,-56 12-42 16,-7 0 49-16,4 0 1 15,15 8-5-15,10 16-27 16,21 0 5-16,19-4-31 0,6-7-383 16</inkml:trace>
  <inkml:trace contextRef="#ctx0" brushRef="#br0" timeOffset="38982.11">6502 12260 204 0,'0'0'159'0,"0"0"-126"0,0 0 28 0,0 0 38 15,0 0-50-15,0 0 45 16,0 0-48-16,-18-5-27 16,18 5-3-16,0 0 17 15,-10 0 23-15,10 0-21 16,0 0 11-16,0 0-39 15,0 0-7-15,0 0-4 16,0 0 0-16,34 0 8 16,59 0 7-16,22-8 11 0,12 5-19 15,41-10 2-15,-16 10 11 16,-4-6-24-16,-20-2 8 16,-42 6-19-16,-21-3-34 15,-24 4 7-15,-20 4-25 16,-21 0-71-16,0 0-38 15,0 0-166-15</inkml:trace>
  <inkml:trace contextRef="#ctx0" brushRef="#br0" timeOffset="39365.56">7411 12236 373 0,'0'0'31'15,"0"0"4"-15,0 0 22 16,0 0 2-16,0 0-38 16,0 0 5-16,-34 88-2 15,55-48 5-15,7 4 5 16,-15 8-23-16,-1 4 31 15,0-4-29-15,-12 4 18 16,10-7-12-16,-10 11 11 0,0-9 4 16,0 15-29-16,-34-2 18 15,-35-4-17-15,-30 4 24 16,-9-16-27-16,-4-16 19 16,-3-32-13-16,22 0-9 15,13 0-2-15,14-24-23 16,-2-24-48-16,9-9-17 15,25 5-163-15,6 12 14 16</inkml:trace>
  <inkml:trace contextRef="#ctx0" brushRef="#br0" timeOffset="39766.1">8381 12814 492 0,'0'0'63'0,"0"0"-47"0,0 0 30 0,0 0 0 16,0 0 22-16,0 0-33 15,273 19-12-15,-226-19-23 16,-13 0-15-16,-22 0 10 15,-6 0-50-15,10 0-10 16,-16-4-25-16,6-8-12 16,-6 0-154-16</inkml:trace>
  <inkml:trace contextRef="#ctx0" brushRef="#br0" timeOffset="39933.69">8381 12814 674 0,'59'-125'20'0,"-59"125"-20"0,22 0 0 15,18 0-16-15,19 0 14 16,22 0-26-16,-22-16-118 16,3-12-149-16</inkml:trace>
  <inkml:trace contextRef="#ctx0" brushRef="#br0" timeOffset="40398.96">9625 12552 341 0,'0'0'100'0,"0"0"-92"16,0 0 24-16,0 0-4 0,0 0-27 15,0 0 59-15,0-28-8 16,0 25 15-16,-41-6-43 15,-12 1-2-15,4 8-20 16,12 0 16-16,-13 0 9 16,19 40-14-16,-3 20 0 15,6 4-8-15,22 1 1 16,6-9-1-16,0-12-10 16,0-12-1-16,12-11 6 15,29-2-11-15,-1-10 11 16,16-1 0-16,-4-8 9 15,13 0-23-15,16 0-18 0,-6-25-14 16,-1-11-67 0,-15-8-106-16,-25 0-56 0</inkml:trace>
  <inkml:trace contextRef="#ctx0" brushRef="#br0" timeOffset="40631.61">10192 12704 465 0,'0'0'238'0,"0"0"-184"0,0 0-13 15,0 0 11-15,0 0-48 16,0 0-4-16,0 0-20 15,0 0-101-15,0 0-85 16,0 0-5-16</inkml:trace>
  <inkml:trace contextRef="#ctx0" brushRef="#br0" timeOffset="40997.32">10995 12448 239 0,'0'0'273'0,"0"0"-237"15,0 0 6-15,0 0 2 16,0 0-14-16,0 0-24 16,31 209-5-16,9-177-2 0,16-4 2 15,9 0-6-15,3-16-14 16,-9-12-104-16,-12 0 62 15,-19 0-120-15</inkml:trace>
  <inkml:trace contextRef="#ctx0" brushRef="#br0" timeOffset="41181.36">11014 12087 738 0,'0'0'174'0,"0"0"-163"15,0 0-11-15,0 0-61 16,0 0-87-16,0 0-133 16</inkml:trace>
  <inkml:trace contextRef="#ctx0" brushRef="#br0" timeOffset="41614.08">11795 12725 538 0,'0'0'195'16,"0"0"-145"-16,0 0 16 0,0 0-64 16,0 0-4-16,0 0-23 15,0 0-18-15,0 0 15 16,0 0 28-16,0 0 24 16,0 0 4-16,0 0 9 15,0 0-37-15,0 0-14 16,0 0-48-16,0 0-85 15,0 0-227-15</inkml:trace>
  <inkml:trace contextRef="#ctx0" brushRef="#br0" timeOffset="42112.32">12685 12136 410 0,'0'0'80'0,"0"0"0"0,0 0-25 0,0 0-31 0,0 0 21 0,0 0-29 16,74-85 8-16,-74 85-20 15,0 0 53-15,0 8-43 16,0 44 13-16,-28 9-3 15,10 6-5-15,12 5-13 16,6 5 9-16,0-5-19 16,0-3 6-16,0 3-4 15,0-16-19-15,18-9 20 16,23-11-36-16,24-19-16 0,25-9 15 16,3-4 25-16,-13-4-16 15,-15 0-99-15,-18 0 121 16,-25 0-110-16,-22-24-18 15,0 0-175-15</inkml:trace>
  <inkml:trace contextRef="#ctx0" brushRef="#br0" timeOffset="42463.84">12229 12247 468 0,'0'0'150'0,"0"0"-64"0,0 0 8 0,0 0-59 0,341 57 11 0,-239-57-18 16,4 0-28-16,-32-21-17 16,-5-2-43-16,-23 2-67 0,-15 1-121 15</inkml:trace>
  <inkml:trace contextRef="#ctx0" brushRef="#br0" timeOffset="78698.6">30833 13302 100 0,'0'0'50'0,"0"0"-31"0,0 0 7 0,0 0-14 0,0 0 61 16,0 0 7-16,0 0-31 16,0 0-41-16,0 0 8 15,0 0-3-15,0-8-11 16,0 8-4-16,0 0 4 15,0 0-7-15,0 0 11 16,0-4 7-16,0-4 2 16,-6-8 6-16,-10 4-1 15,10-4 11-15,0 4-15 16,6 8-10-16,-6-4 26 16,6 1-29-16,0 7 19 0,0 0-21 15,0 0 45-15,0 0-24 16,0 0 14-1,0 0-24-15,12 0-10 0,50 0 17 16,-3 0-19-16,28 0 14 16,-6 0-6-16,18 0-16 15,-12-5-27-15,-19 1 3 16,-15 0-41-16,-19 4-9 16,-28 0-19-16,-6 0-106 15</inkml:trace>
  <inkml:trace contextRef="#ctx0" brushRef="#br0" timeOffset="79366.1">31280 12941 33 0,'0'0'117'0,"0"0"4"0,0 0-41 0,0 0 13 16,0 0 5-16,0 0-38 15,235 9-35-15,-210-9-12 16,3 0-13-16,-9 0 3 15,-19 0-7-15,0 0-28 16,0 0-3-16,0 0-6 16,0 0 32-16,0 0 1 15,0 0-14-15,0 0 21 16,-19 0 2-16,7 0 24 16,-4 0-19-16,4 0 25 15,-7 0-30-15,4 0 16 16,-4 0-17-16,-3 0-49 15,-3 0-48-15,-2 0-128 0</inkml:trace>
  <inkml:trace contextRef="#ctx0" brushRef="#br0" timeOffset="79548.25">31280 12941 169 0,'-25'9'133'16,"3"-9"-90"-16,4 0 1 16,2 0-18-16,4 0-4 15,-7 0 17-15,19 0-33 16,-22 8-1-16,16-8-5 15,0 0 11-15,0 0-11 16,6 0-7-16,0 0-28 16,0 0-29-16,0 0-21 15,0 0-20-15,0 0 38 0,0 0-68 16</inkml:trace>
  <inkml:trace contextRef="#ctx0" brushRef="#br0" timeOffset="80747.46">31869 13619 0 0,'0'0'70'0,"0"0"24"0,0 0-20 0,0 0-36 16,0 0 0-16,0 0 9 16,0 45 11-16,0-34-19 15,0 1 10-15,0-8 2 0,0-4 24 16,0 9-15-1,0-9-8-15,0 0-29 0,0 0-22 16,0 0 19-16,0 0-20 16,0 0 34-16,0-9-33 15,0-15 16-15,0-16-15 16,0-8 1-16,0-12-3 16,0-8-4-16,28-4-3 15,-3 3-25-15,9 13 30 16,-16 9-34-16,-2 22 18 15,-4 9-4-15,-12 12 16 16,0 0 3-16,0 4 3 0,0 0 12 16,0 0-5-1,0 0 1-15,0 4 0 0,0 24-14 16,-18 4 13-16,-38 12-14 16,-16 8-1-16,-8-8-45 15,-1 1 15-15,7-9 38 16,27-20 8-16,13-4-8 15,34-12-34-15,0 0-101 16,16 0-138-16</inkml:trace>
  <inkml:trace contextRef="#ctx0" brushRef="#br0" timeOffset="81547.03">32309 13118 14 0,'0'0'55'0,"0"0"18"0,0 0 17 0,0 0-22 15,0 0-28-15,0 0-2 16,-6 8 38-16,6-4-19 16,-6-4 5-16,6 0-26 15,0 0 14-15,0 0-20 0,0 0-6 16,0 0-22-1,0 0 9-15,0 0 4 0,0 0-11 16,0 0 3-16,0-4-1 16,0-4 11-16,0 8-12 15,0 0 8-15,12 0-7 16,10 0-12-16,-16 0-2 16,6 32 3-16,-12 8-7 15,0 13-4-15,0 11 13 16,-40 0-10-16,-25-1 8 15,3-7-13-15,9-15 18 16,13-13 0-16,6-4 20 16,9-7 8-16,3-2-9 15,22-3-8-15,0 5 0 0,0-10 10 16,0 6-3 0,0-5 2-16,41 0-15 0,21-5 26 15,9 5 10-15,10 1-8 16,-7 2 14-16,-15-6-24 15,-19 10 15-15,-34-10-30 16,-6-2-12-16,0 5 6 16,0-8-4-16,0 0-38 15,0 0-45-15,0 0-70 16,-31-31-179-16</inkml:trace>
  <inkml:trace contextRef="#ctx0" brushRef="#br0" timeOffset="82379.53">32690 13575 190 0,'0'0'120'0,"0"0"-47"0,0 0-30 0,0 0 9 0,0 0 9 16,0 0 11-16,0 0 10 15,0-4-47-15,0-20-3 16,0-12-27-16,28 0 2 15,-3-5-7-15,9 5-4 16,-6 12-9-16,-9 1-28 16,3 15-26-16,-16 8 27 15,0 0 26-15,-6 0 7 0,0 8 7 16,0 23 7-16,0 5 42 16,0-3-31-16,0-9-3 15,0-16-15-15,0-8-8 16,0 0-13-16,6 0 21 15,16 0 9-15,3-16-2 16,3 0 23-16,6-1-23 16,-10 6 6-16,4 6-9 15,-9 2-1-15,3 3-3 16,-16 0 4-16,-6 3 10 16,0 33-7-16,0-3 35 15,0-5-36-15,0-9-5 16,0 2-1-16,0 3-33 0,0 0-17 15,0-4-60-15,0-7-92 16</inkml:trace>
  <inkml:trace contextRef="#ctx0" brushRef="#br0" timeOffset="82662.56">33180 13564 1 0,'0'0'424'0,"0"0"-407"0,0 0-7 0,0 0-4 15,0 0-3-15,0 0-6 16,72 51-1-16,-32-51 2 15,-6 0-27-15,-21 0 16 16,8 0-30-16,-21 0-34 16,6 0-44-16,-6 0 94 15,0 0 26-15,0 0-17 16</inkml:trace>
  <inkml:trace contextRef="#ctx0" brushRef="#br0" timeOffset="82862.86">33180 13564 432 0,'65'-138'257'16,"-65"146"-236"-16,0-8 7 16,7 13-6-16,27-13-22 15,-16 0-18-15,10 0 15 16,0 0-91-16,-28-16-23 15,0-20-156-15</inkml:trace>
  <inkml:trace contextRef="#ctx0" brushRef="#br0" timeOffset="83494.99">33466 13207 5 0,'0'0'384'0,"0"0"-283"0,0 0-47 15,0 0 1 1,0 0 3-16,0 0-25 0,6 183 34 16,34-150-47-16,-18-5 3 15,-4 4-18-15,-11-17 15 16,-7 10-18-16,0-5 3 16,0-8-5-16,0 4 2 15,0-8-8-15,0 0 13 16,-19-8-16-16,-3 0-8 15,4 0 6-15,5 0-59 16,-2 0-37-16,15 0 15 0,0-12-80 16,0-4 52-16,0 4 73 15,0-1 46-15,15 10 1 16,10 3 51-16,-3 0 66 16,3 0-4-16,-10 0-21 15,-9 0-16-15,13 0-10 16,-19 0-32-16,0 8-10 15,6 4-20-15,-6 1 6 16,0 2-9-16,9 1 13 16,-2 4-12-16,5 1-4 15,10-6-7-15,-10 1 4 16,7-8-20-16,-10-3-21 16,3-2 22-16,-5-3-3 15,5 0 14-15,16 0-11 16,0 0 12-16,3 0-72 15,-3-11-62-15,-10-14-42 0</inkml:trace>
  <inkml:trace contextRef="#ctx0" brushRef="#br0" timeOffset="83677.91">33788 13487 671 0,'0'0'37'0,"0"0"-34"0,0 0-6 0,0 0-43 15,0 0-23-15,0 0-57 0,65 8-115 16</inkml:trace>
  <inkml:trace contextRef="#ctx0" brushRef="#br0" timeOffset="83830.09">33788 13487 579 0,'-22'-153'114'0,"29"157"-114"16,8-4-4-16,25 0-24 16,-15 0-56-16,3 0-18 0,-15-4-222 15</inkml:trace>
  <inkml:trace contextRef="#ctx0" brushRef="#br0" timeOffset="108857.18">23916 11979 167 0,'0'0'243'0,"0"0"-195"0,0 0-1 0,0 0-16 16,0 0 9-16,0 0-36 15,0 0 12 1,0 0-12-16,0 8 1 0,0-8 23 16,0 0 14-16,0 0 18 15,0 0-35-15,0 0 12 16,0 0-31-16,0 0 9 16,0 0-10-16,0 0-5 15,0 0-9-15,6 0-4 16,6 0 13-16,-6-8 12 15,1 8 8-15,8-4-18 16,-3 4-4-16,10-4 9 16,-3 4-8-16,-7 0 1 15,4 0-18-15,-10 0-8 16,-6 32 26-16,0 24 3 16,0 21 0-16,-28 3 4 0,-6-5 0 15,9-11-11-15,10-3 7 16,15-13-3-16,0 0 0 15,0-16 0-15,0-11-1 16,55-5 2-16,4-13-5 16,22-3-7-16,6 0 11 15,6 0 9-15,-19 0 8 16,1 0-2-16,-29 0-13 16,-15 0 2-16,-3 0-4 15,0-3-9-15,-22-10-67 16,7 10-50-16,-7-10 2 0,-6 1-61 15</inkml:trace>
  <inkml:trace contextRef="#ctx0" brushRef="#br0" timeOffset="109439.46">23599 12793 236 0,'0'0'121'0,"0"0"-29"0,0 0-3 0,0 0-44 0,0 0 3 16,0 0-23-16,0-24 7 16,0 12 6-16,0 8 14 15,16-9-6-15,24 6-3 16,31-5 10-16,32 0-18 15,24-4 5-15,19 4-21 16,21 4 0-16,0 3-14 16,1-6-10-16,-16 11-17 15,-19 0-7-15,-12 0-58 16,-28 0-66-16,-18 0-81 0,-35 0-145 16</inkml:trace>
  <inkml:trace contextRef="#ctx0" brushRef="#br0" timeOffset="110056.48">23788 13627 155 0,'0'0'213'0,"0"0"-191"0,0 0 32 0,0 0 17 0,0 0-24 15,0 0 39-15,87-212-9 16,-74 151-16-16,8 1-22 16,-8-8 6-16,12 0-30 15,-4-4-9-15,-2 0-12 0,9 8-18 16,0 19-5-1,-22 21 6-15,-6 21 9 0,0 3-47 16,0 36 9-16,-6 31 49 16,-41 18 3-16,-2-1-54 15,18-20-5-15,9-7 23 16,9-21-87-16,13-12-41 16</inkml:trace>
  <inkml:trace contextRef="#ctx0" brushRef="#br0" timeOffset="110406.25">24154 13318 88 0,'0'0'275'16,"0"0"-257"-16,0 0-12 15,0 0 32-15,0 0-2 16,0 0 5-16,81 169-18 15,-35-161 0-15,-18-5 2 16,-3-3 0-16,3 0 18 16,0 0-18-16,-3 0 12 15,3-27-14-15,0-21 27 16,3-13-24-16,-10-7-20 16,-15 17-6-16,7 10-16 15,-13 17-3-15,0 12 1 16,-13 12-11-16,-39 0-9 0,-1 0 27 15,-9 0 11-15,16 8-18 16,5 8 1-16,13-4-20 16,10 4-66-16,5-4-146 15</inkml:trace>
  <inkml:trace contextRef="#ctx0" brushRef="#br0" timeOffset="110771.02">24756 13266 35 0,'0'0'121'0,"0"0"-71"16,0 0 22-16,0 0-18 0,0 0-16 15,0 0-10-15,87 80 25 16,-87-75-1-16,21-5 1 15,-14 0 15-15,-1 0-3 16,6 0-19-16,10 0-35 16,6 0 24-16,-3-20-32 15,9-17 19-15,-16-3-11 16,-2 0 8-16,-16-8 3 16,0 8-22-16,0 4-8 15,-22 12-18-15,-12 12 16 0,-3 12 3 16,3 0-3-1,0 0 10-15,-7 24-5 0,1 16-43 16,28 4-32-16,-4-12-101 16,10-12-229-1</inkml:trace>
  <inkml:trace contextRef="#ctx0" brushRef="#br0" timeOffset="111804.47">25559 12753 66 0,'0'0'158'0,"0"0"-97"0,0 0 21 0,0 0-32 15,0 0 16-15,0 0-7 16,0 0-9-16,0 0-23 0,6 0-7 16,-6 0 29-16,6 0-10 15,-6 0 15-15,7 0-25 16,20 0 1-16,1 0-24 15,-3 0-2-15,9 0-1 16,0 0-3-16,-15 0-8 16,9 0-39-16,0 0-2 15,-22 0-59-15,0 0-30 16,-6-16-166-16</inkml:trace>
  <inkml:trace contextRef="#ctx0" brushRef="#br0" timeOffset="111957.62">25559 12753 106 0</inkml:trace>
  <inkml:trace contextRef="#ctx0" brushRef="#br0" timeOffset="112038.08">25559 12753 106 0,'99'-241'305'0,"-99"241"-268"0,34-8-6 16,19 8 133-16,9-3-143 16,-22-2-21-16,-9-3-12 15,10 0-70-15,-26 0-112 0</inkml:trace>
  <inkml:trace contextRef="#ctx0" brushRef="#br0" timeOffset="113152.91">26374 12568 250 0,'0'0'135'0,"0"0"-68"0,0 0 5 0,0 0-18 0,0 0-38 15,0 0-12-15,0 0-4 16,0 0-7-16,0 0 7 16,0 13 7-16,0-1 7 15,0-1 10-15,28-6 7 0,-3 3-6 16,9-1 9-1,13-7-26-15,-1 0 15 0,-5 0-7 16,5-31 2-16,16-18-15 16,-15-15 11-16,11 0 5 15,-17 0-19-15,-20 16 0 16,-14 16 0-16,-7 27-9 16,0 5-8-16,-69 0-39 15,-30 5 10-15,-15 31-39 16,8 8 20-16,4 4 34 15,15-8 22-15,53-8 9 16,15-16 5-16,19-3-5 16,0-13-118-16,13 0-161 15</inkml:trace>
  <inkml:trace contextRef="#ctx0" brushRef="#br0" timeOffset="113419.32">27081 12629 360 0,'0'0'143'0,"0"0"-61"0,0 0 9 0,0 0-15 0,-18 240-54 0,-16-159 18 0,-13 2-40 0,-6 2-42 15,7-21-53-15,12-32-91 16</inkml:trace>
  <inkml:trace contextRef="#ctx0" brushRef="#br0" timeOffset="113919.6">27612 12681 219 0,'0'0'89'0,"0"0"0"0,0 0-49 16,0 0-12-16,0 0-12 16,341-64-6-16,-301 23 28 15,-9-6-28-15,-16-2 26 16,-15 1 21 0,0-1-10-16,0 2-41 0,0 22 14 15,-34 10-20-15,-34 7-26 16,-19 8 9-16,10 0 17 15,-4 23 0-15,13 30 1 16,9 7 2-16,19 4-3 16,12-8-4-16,22-12-55 15,6-23-49-15,0-21-188 0</inkml:trace>
  <inkml:trace contextRef="#ctx0" brushRef="#br0" timeOffset="114568.44">28381 12136 141 0,'0'0'65'0,"0"0"-28"0,0 0 93 0,0 0-19 0,0 0-41 16,0 0-6 0,-87 36 8-16,87-36-37 0,0 0 4 15,0 0-19 1,0 0-20-16,0 0-4 0,0 0-12 15,12 0 16-15,16 0 16 16,-3 0-16-16,3 11-22 16,-10 22 17-16,-2 15 10 15,-10-1 11-15,-6 10-9 16,0-1-7-16,0 0 4 16,0-12-7-16,0-8 6 15,0-15 0-15,0-9 1 16,0-4-1-16,0-5-3 0,34 2 2 15,37-5-8-15,32 8 14 16,24-8 0-16,-15 0-6 16,-4 0 5-16,-3 0-7 15,-30 0-9-15,-22-13 5 16,-13 2 3-16,-28 6-62 16,-12 1-140-16,0 4-173 15</inkml:trace>
  <inkml:trace contextRef="#ctx0" brushRef="#br0" timeOffset="120862.6">6549 13921 244 0,'0'0'85'0,"0"0"-56"0,0 0 12 0,0 0 9 15,0 0-27-15,0 0 19 16,0 0-27-16,0 0 8 15,0 0 8-15,0 0 7 16,0 0-21-16,0 0-15 16,0 0-2-16,0 0-5 15,0 0 5-15,0 0 1 16,0 0 31-16,0 0-4 0,0 0 22 16,0 0-18-1,0 0-15-15,0 0-5 0,0 0-12 16,0 0 0-16,0 0 6 15,0 0 15-15,0 0-20 16,0 0 35-16,0 0-9 16,0 0 5-16,0 0-19 15,21 0-13-15,51-13-2 16,49-12 2-16,27-3 28 16,26 0-22-16,-16 5-1 15,-24 7-5-15,-32 3-4 16,-43 13-54-16,-31 0-51 15,-28 0-136-15,0 13-291 0</inkml:trace>
  <inkml:trace contextRef="#ctx0" brushRef="#br0" timeOffset="121296.05">6911 13819 215 0,'0'0'248'0,"0"0"-232"0,0 0 20 0,0 0 5 16,0 0-12-1,0 0-5-15,338 233-14 0,-257-192 7 16,-41 11 23-16,-6 4 5 16,-6 24-5-16,-21 0-24 15,-7 0-9-15,0-7 8 16,-7-18 2-16,-48-14 35 0,-17-21 2 15,-30-20-22-15,-4 0-16 16,-2 0 15-16,15-33-28 16,28-3-3-16,9-3-42 15,37 11-31-15,19-8-58 16,0-5-106-16</inkml:trace>
  <inkml:trace contextRef="#ctx0" brushRef="#br0" timeOffset="121745.41">8139 14369 541 0,'0'0'204'0,"0"0"-181"0,0 0-19 0,0 0-4 0,0 0 1 0,0 0 6 16,109 0-7-16,-84 0-5 15,-10 0-2-15,-9-4-3 16,-6-8-45-16,0 4-30 15,0-8-12-15,-28-8-182 16</inkml:trace>
  <inkml:trace contextRef="#ctx0" brushRef="#br0" timeOffset="121928.39">8006 14029 481 0,'0'0'223'16,"0"0"-217"-16,0 0 36 15,0 0-16-15,0 0-26 16,0 0 13-16,202 51-24 16,-150-83 11-16,-5 5-7 15,-19 2-81-15,-28 5-93 16,0 12-323-16</inkml:trace>
  <inkml:trace contextRef="#ctx0" brushRef="#br0" timeOffset="124026.72">9243 13827 58 0,'0'0'204'0,"0"0"-145"0,0 0 1 0,0 0 31 16,0 0-19-16,0 0-12 0,0 0-12 15,0 0-30-15,0 0 17 16,0 0-30-16,0 0 14 16,0 0-9-16,0 0 6 15,0 0-3-15,0 0 16 16,0 0-1-16,0 0-9 15,0 0 7-15,0 0-12 16,0 0 15-16,-12 5-28 16,-16 3 2-16,-12 7 0 15,-7 10 6-15,-6 3-10 16,7 4 1-16,5-4-13 16,1 0 13-16,12 0-15 15,10-8 16-15,8-4-5 16,10-3 4-16,0 7-13 0,0-9-14 15,50 2 2-15,15-1 1 16,16 7 13-16,6 6 7 16,-13 3 8-16,-15-4-7 15,-19 4 14-15,0-8-22 16,-27-4 6-16,-7 15-7 16,-6 10 0-16,0 15 12 15,-6 16 33-15,-34 0-24 16,-1-11 12-16,-5-13-19 15,-1-11-2-15,22-14-11 16,-9-10-17-16,0-13-8 16,6 0-22-16,-9-36-149 15,3-30 45-15</inkml:trace>
  <inkml:trace contextRef="#ctx0" brushRef="#br0" timeOffset="124227.28">9042 14029 628 0,'0'0'50'0,"0"0"-50"0,0 0-76 15,0 0 45-15,0 0-46 16,0 0-26-16</inkml:trace>
  <inkml:trace contextRef="#ctx0" brushRef="#br0" timeOffset="124642.44">9584 14353 209 0,'0'0'28'0,"0"0"-7"15,0 0 30-15,0 0 3 16,0 0 0-16,0 0 10 15,248 33 7-15,-189-54-41 16,-6-30 17-16,-13-23-33 16,0 2-14-16,-27-3-7 15,-4 11 0-15,-9 15 6 16,0 13 1-16,-34 24 58 16,-47 12-18-16,1 0-14 15,-13 28 11-15,12 16-32 16,22 9 1-16,10 2-12 0,30-7-35 15,19 9-9 1,0-13 8-16,0-16-41 0,0 3-26 16,34-22-154-16</inkml:trace>
  <inkml:trace contextRef="#ctx0" brushRef="#br0" timeOffset="124993.01">10186 14289 234 0,'0'0'210'0,"0"0"-175"0,0 0 25 16,0 0 1 0,0 0-7-16,0 0-23 0,133 200-30 15,-74-172 3-15,-3-12-4 16,-3-11 13-16,-13-5-8 15,6 0 0-15,-12-5 11 16,-3-39 0-16,-3-12-16 16,-21-16 0-16,-7-24-12 15,0 7-54-15,0 6-24 16,-53 22 1-16,0 30 62 16,-9 31 27-16,-9 0 0 15,3 15 4-15,-7 29-4 0,29 0 0 16,12 5-8-1,34-5-79-15,0-4-78 0</inkml:trace>
  <inkml:trace contextRef="#ctx0" brushRef="#br0" timeOffset="125360.66">10673 14481 246 0,'0'0'29'16,"0"0"-19"-16,0 0 25 0,0 0 24 16,0 0-18-1,0 0-11-15,288 116 4 0,-195-116-19 16,-12 0 10-16,-16-11-24 15,3-34-2-15,-22-19-5 16,-12-19-4-16,-21-6-14 16,-13-4 22-16,0 13-16 15,-13 21 2-15,-55 23 13 16,-12 23-35-16,-7 13 38 16,-6 8 54-16,22 44-54 15,15 12 0-15,31 5 3 16,25-21-3-16,0-8-139 0</inkml:trace>
  <inkml:trace contextRef="#ctx0" brushRef="#br0" timeOffset="127074.13">11810 14189 199 0,'0'0'172'0,"0"0"-84"0,0 0 7 0,0 0-27 0,0 0-8 15,0 0-20-15,0 0-7 16,0 0-13-16,0 0-12 16,0 0 11-16,0 0-14 0,0 0-3 15,0 4 2 1,7 4-8-16,-7-8-10 0,0 0-16 15,0 0-8-15,0 0 2 16,0 0 36-16,0 0 13 16,0 0 12-16,0 0-25 15,0 0 0-15,0 0-15 16,0 0 4-16,0 0-21 16,6 0-63-16,22 0-137 15</inkml:trace>
  <inkml:trace contextRef="#ctx0" brushRef="#br0" timeOffset="133069.25">13228 13664 157 0,'0'0'8'0,"0"0"7"0,0 0 49 0,0 0 0 16,0 0-1-16,0 0-1 0,0 0-8 15,0-5-23-15,0 5 14 16,0 0-24-16,0 0-20 15,0 0 5-15,0 0-5 0,0-8 25 16,0 8-16 0,-16-4 19-16,16-4-22 0,0-4 3 15,0-4-6-15,0-8-1 16,0-4-1-16,56 0 6 16,-16-5-16-16,7 18 4 15,-23 3 1-15,4 12-52 16,0 0 30-16,-15 0-16 15,5 8 16-15,-12 28 25 16,-6 20 5-16,0 12-5 16,-65 20 0-16,-9 4-32 15,-25-3-58-15,12 4 68 0,19-21 22 16,15-13 45 0,13-7 18-16,27-19-10 0,13-13-9 15,0-9-44-15,0-11 0 16,13 0-35-16,46 0 33 15,21 0 4-15,-12-15 20 16,7-1 6-16,-16 0-5 16,-13-1-23-16,1 6-8 15,-13-5-48-15,-16 4-75 16,17 4-38-16,-20 8 53 16,-9 0 45-16</inkml:trace>
  <inkml:trace contextRef="#ctx0" brushRef="#br0" timeOffset="133802.73">12524 14517 196 0,'0'0'99'0,"0"0"-45"0,0 0-1 0,0 0-27 0,0 0 3 0,0 0-7 15,173-28 1-15,-92 20 29 16,6 1 1-16,15-9 37 15,3 3-50-15,10 1-19 16,-9-4-14-16,21 4 1 16,-19 1-8-16,10 3-8 15,-9 8-16-15,-10 0-55 16,-12 0-14-16,-19 3-109 16</inkml:trace>
  <inkml:trace contextRef="#ctx0" brushRef="#br0" timeOffset="134701.1">12772 15291 7 0,'0'0'55'0,"0"0"3"0,0 0 23 0,0 0-26 0,0 0 12 16,0 0-16-16,-53 89-12 0,47-81-3 15,6 0-8 1,0-4 19-16,0-4-15 0,0 0 15 15,0 0 0-15,0 0-5 16,0 0-8-16,0 0-22 16,0-28 1-16,0-20-13 15,0-1 24-15,0-15-23 16,0-11 4-16,0 6 6 16,12 9-22-16,-6 12 11 15,-6 20-4-15,0 7 0 0,0 14 4 16,0-1 1-1,0 3 6-15,0 5-14 16,0 0-46-16,0 0 7 0,0 13-45 16,-6 38 86-16,-47 10-27 15,13-6-16-15,0-6 26 16,12-13-26-16,16-16-15 16,12-12-40-16,0 0-93 15</inkml:trace>
  <inkml:trace contextRef="#ctx0" brushRef="#br0" timeOffset="135100.73">13206 14990 164 0,'0'0'201'0,"0"0"-183"0,0 0-12 0,0 0-5 0,0 0 18 16,0 0 4-16,0 61 2 15,6-42-6-15,16 2 47 16,3-1-30-16,-4-4-10 16,7-7-26-16,3-1 18 15,-3-8-12-15,0 0-5 16,-3 0-2-16,15-25 2 15,-28-7 10-15,16-12 9 16,-21-9-14-16,-7 6-6 0,0 7-53 16,0 4-33-16,0 20 42 15,-59 11 35-15,-16 5 9 16,-18 8 40-16,6 33-24 16,13-5-2-16,21-8-7 15,25-4-14-15,28-17-46 16,0 6-150-16</inkml:trace>
  <inkml:trace contextRef="#ctx0" brushRef="#br0" timeOffset="135355.18">13206 14990 227 0</inkml:trace>
  <inkml:trace contextRef="#ctx0" brushRef="#br0" timeOffset="135552.17">13206 14990 227 0,'415'141'115'0,"-415"-121"-96"0,6-4-7 0,13-8 37 0,21 12-34 0,-12-7 22 0,19-5-13 16,6-8 15-16,9 0-18 15,-10 0-17-15,1-41-4 16,-19-7 22-16,-6-9 8 16,-16-6-25-16,-12 10 4 15,0 9-1-15,0 8-11 16,0 16 6-16,-34 12-6 15,-6 0-4-15,-13 8-3 16,1 0 5-16,-10 0-14 16,15 0-16-16,-6 0 0 15,25 32 10-15,4-7-95 16,2 3-179-16</inkml:trace>
  <inkml:trace contextRef="#ctx0" brushRef="#br0" timeOffset="138781.85">14558 14305 554 0,'0'0'93'0,"0"0"-84"0,0 0 11 0,0 0-5 0,0 0-13 16,0 0-2-16,0-8-8 15,0 8 8-15,0 0 5 16,0 0 49-16,0 0-10 16,0 0-19-16,0 0 19 15,0 0-38-15,0 0-6 16,0 0-13-16,0 0 13 15,0 0 7-15,0 0 5 16,0 0-10-16,0 0-2 0,0 0-23 16,0-13-81-16,0 2-68 15</inkml:trace>
  <inkml:trace contextRef="#ctx0" brushRef="#br0" timeOffset="141911.14">15317 14381 179 0,'0'0'98'0,"0"0"-17"0,0 0-8 0,0 0-5 0,0 0-50 16,0 0 17-16,0 5-5 15,0-5 8-15,0 0-10 16,0 0 0-16,0 0-3 16,0 0-14-16,0 0 8 15,0 0-12-15,0 0 10 16,0 0-13-16,0-17 3 15,0-11-5-15,0-24 28 16,0-12-3-16,0-16-21 0,0-13 7 16,0 1-9-1,0 8-4-15,22 12-15 0,-3 23-5 16,-4 25-17-16,-2 9 20 16,-7 15-45-16,0 0-22 15,0 0 58-15,-6 39 26 16,0 22 37-16,-6 3-9 15,-47 13-28-15,7-26-20 16,5-2-6-16,14-26-2 16,14-10 9-16,7-2-36 15,6-11-29-15,0 0-123 16</inkml:trace>
  <inkml:trace contextRef="#ctx0" brushRef="#br0" timeOffset="142532.22">15755 13819 125 0,'0'0'229'0,"0"0"-194"0,0 0-33 0,0 0 9 0,0 0-10 0,0 0 31 16,12-39-13-16,0 39-15 15,10 0-3-15,-10 0 17 16,-5 11 0-16,14 30 22 15,-21 10-13-15,0 14-7 16,0 16 3-16,-9-1-21 16,-37 4 4-16,5-12-1 15,16-8 6 1,4-16 16-16,21-20-4 0,0-16 12 16,0 1-23-16,46-13-12 15,22 0-10-15,19 0 10 16,6-21 10-16,7 1 10 15,2 0-17-15,-9 12 0 16,-19 0-2-16,-15 8 1 0,-12 0-2 16,-19 0-22-16,-10 0-63 15,-18 0-167-15</inkml:trace>
  <inkml:trace contextRef="#ctx0" brushRef="#br0" timeOffset="143993.92">6484 16041 167 0,'0'0'141'0,"0"0"-84"0,0 0-28 16,0 0 5-16,0 0-14 0,0 0 7 16,-10 5-21-1,4-5 10-15,6 0-5 0,0 0 35 16,0 0 25-16,0 0 16 15,0 0-25-15,0 0-27 16,0 0-9-16,0 0-11 16,0 0-15-16,0 0-7 15,74 0 5-15,47 0 2 16,37 0 24-16,32 0 5 16,2 0-22-16,-3 4-7 15,-31-4-3-15,-21 0-29 16,-20 0-57-16,-20 0-52 15,-26 0-52-15,-43 0-150 16</inkml:trace>
  <inkml:trace contextRef="#ctx0" brushRef="#br0" timeOffset="144342.85">7377 16346 327 0,'0'0'82'16,"0"0"-35"-16,49 217-22 0,-2-149-24 15,-29-4 21 1,-12 4-15-16,-6 1 21 0,0 3 11 15,-6 4 21-15,-46-8-16 16,-17-12-15-16,-24-23-12 16,-28-22-8-16,-24-11 18 15,-10-31-27-15,21-34-29 16,23-15 12-16,42 12 17 16,42 11 7-16,27 13-7 15,0 13-54-15,55 11-44 16,45 12-77-16</inkml:trace>
  <inkml:trace contextRef="#ctx0" brushRef="#br0" timeOffset="144792.49">8682 16916 698 0,'0'0'66'0,"0"0"-66"0,0 0 0 0,0 0 2 0,0 0 0 15,0 0-4 1,313-72-4-16,-266 72-65 0,-32 0-7 16,-15 0-28-16,0 19-13 15,-15-6-267-15</inkml:trace>
  <inkml:trace contextRef="#ctx0" brushRef="#br0" timeOffset="144960.37">8533 16490 741 0,'0'0'115'0,"0"0"-115"15,0 0 5-15,0 0 8 16,0 0-13-16,0 0-7 16,316 0-71-16,-263-36-140 0,-34-8-353 15</inkml:trace>
  <inkml:trace contextRef="#ctx0" brushRef="#br0" timeOffset="179413.03">10238 14674 36 0,'0'0'157'0,"0"0"-113"0,0 0 46 0,0 0-38 0,0 0-34 16,0 0 9-16,0 0-14 15,0 0 15-15,0 0 8 16,0 0 8-16,0 0-19 15,0 0-5-15,0 0-17 16,0 0 2-16,0 0 0 16,0 0-4-16,0 0 1 15,0 0-1-15,0 0 23 16,0 0-19-16,0 0-1 16,0 0-4-16,7 0-22 15,21-4-9-15,6-33 31 0,12-19 38 16,7-16-13-16,0-8-5 15,9-16-4-15,-3 4-2 16,-7 3-9-16,4 9-10 16,-19 16-2-16,4 4-51 15,-7 20-55-15,0 4-261 16</inkml:trace>
  <inkml:trace contextRef="#ctx0" brushRef="#br0" timeOffset="180028.7">11020 14758 30 0,'0'0'204'0,"0"0"-140"0,0 0 19 0,0 0-31 0,0 0 3 16,0 0-11-1,-13 4-6-15,13-4-33 0,0 0 32 16,0 0 10 0,0 0-42-16,0-4 1 0,0-32-6 15,41-20 46-15,33-24-27 16,4-17 18-16,30-23-23 15,-9-9 0-15,10 1-14 16,-4-4-7-16,-12 12-81 16,-18 15-96-16,-29 41-149 15</inkml:trace>
  <inkml:trace contextRef="#ctx0" brushRef="#br0" timeOffset="181094.91">13014 15504 146 0,'0'0'69'0,"0"0"1"0,0 0-7 0,0 0-38 16,0 0-25-16,0 0 14 16,0-28 1-16,0 24 0 15,0 0 11-15,0-1-1 16,0 5 17-16,0-3-13 16,0-5 16-16,0-4-35 15,0-8-1-15,0-4-8 16,6-12 0-16,0 0-1 15,13-5 0-15,15-6 13 16,-19-6-11-16,16 1 27 16,-9-9-4-16,12 14-2 15,-3-9-20-15,3 7-6 0,-12 1-33 16,-4 4-35-16,10 8 3 16,-21 12-36-16,-7 9-8 15,0 15 27-15,0 0 5 16</inkml:trace>
  <inkml:trace contextRef="#ctx0" brushRef="#br0" timeOffset="181845.15">13569 15448 110 0,'0'0'111'0,"0"0"-30"0,0 0-6 0,0 0-7 0,0 0-35 15,0 0 11-15,-10 4-8 16,10-4 9-16,0 0-5 15,0 0 5-15,0-12-26 16,0-32 5-16,62-28 36 16,25-28-44-16,28-21 27 0,3-15-16 15,3 7-20-15,-22 21-5 16,-19 28 0-16,-33 24-2 16,-25 23-51-1,-22 33-5-15,0 0-39 0,0 21-4 16,-53 23-203-16</inkml:trace>
  <inkml:trace contextRef="#ctx0" brushRef="#br0" timeOffset="193872.19">9863 17153 82 0,'0'0'101'0,"0"0"-50"0,0 0-14 0,0 0 4 0,0 0 6 0,0 0 3 15,0 0-2-15,-25 23-4 16,25-18 13-16,0-5-17 16,0 0 1-16,0 0 11 15,0 0-21-15,0-13-18 16,0-26-12-16,0-14 44 15,0-19-23-15,0-20 20 16,0-12-34-16,25-9-5 16,9 1-3-16,0 4-5 0,-6 20-6 15,-3 19-3-15,3 25 6 16,-16 28-3-16,-12 12 9 16,0 4-25-16,0 0-13 15,0 36 31-15,0 33 9 16,-40 31 15-16,-25 20-15 15,-16 0-41-15,7-23-130 16,15-30-215-16</inkml:trace>
  <inkml:trace contextRef="#ctx0" brushRef="#br0" timeOffset="194400.31">10688 16334 474 0,'0'0'97'0,"0"0"-11"0,0 0 14 0,0 0-51 16,0 0-32-1,0 0-17-15,-22 0 0 0,22 0 0 16,0 0 4-16,0 0-4 16,0 0-3-16,0 4-10 15,0 20 13-15,0 20 5 16,-28 17 6-16,-18 15-1 15,-1 0-5-15,-11 4-5 16,17-7 10-16,-5-13-17 16,12-12 13-16,21-20-6 15,13-17 0-15,0-11-21 16,31 0 10-16,44 0 5 0,18-11 6 16,15-14 24-16,-27 2 52 15,-1 10-45 1,-27 10-31-16,-19 3 0 15,-15 0-5-15,3 0-7 0,-10 16 11 16,0 0-17-16,4 7-68 16,-16-3-44-16,0-7-113 15</inkml:trace>
  <inkml:trace contextRef="#ctx0" brushRef="#br0" timeOffset="194800.24">11336 16811 167 0,'0'0'264'0,"0"0"-192"0,0 0 9 0,0 0 3 0,0 0-42 16,0 0-41-16,25 0-1 15,43 0-32-15,13-39 32 0,-10-17 66 16,10-13-12 0,-19-8-18-16,-31-3 15 0,-16 13-42 15,-15-10 5-15,0 21-14 16,0 9-13-16,0 22 8 15,-34 25-1-15,-25 0-14 16,-15 40-50-16,-25 40 52 16,-22 5-58-16,6-10-25 15,22-26-56-15,40-29-92 16</inkml:trace>
  <inkml:trace contextRef="#ctx0" brushRef="#br0" timeOffset="195189.24">12204 16555 357 0,'0'0'54'0,"0"0"19"16,0 0-27-16,0 0 11 15,0 0-26-15,0 0-3 16,301 148-26-16,-227-148 2 16,4 0 14-16,-16-31-12 15,-15-26 1-15,-13-7 15 0,-16-4-1 16,-18-5-10-16,0 6 7 15,-6 6-18-15,-75 13-3 16,-18 8 0-16,-34 23-30 16,-16 17-11-16,9 0-6 15,20 13 47-15,27 23-9 16,40 4-3-16,25 0-50 16,28-3-160-16</inkml:trace>
  <inkml:trace contextRef="#ctx0" brushRef="#br0" timeOffset="196182.22">10024 16855 141 0,'0'0'111'0,"0"0"-86"0,0 0 43 0,0 0-7 0,0 0-8 15,0 0 23-15,0-8-17 16,0 8 9-16,0 0 17 15,0 0-5-15,0 0-51 16,0 0-7-16,0 0-22 16,0 0-7-16,13 0-31 15,2-3-37-15,4-9-69 16,3-4-112-16</inkml:trace>
  <inkml:trace contextRef="#ctx0" brushRef="#br0" timeOffset="197066.18">12998 16667 496 0,'0'0'227'0,"0"0"-178"0,0 0 0 0,0 0 34 0,0 0-60 15,0 0-9-15,28 196 5 16,-28-132-15-16,0 5 6 16,0 3-3-16,0 8-7 15,0-3-2-15,0-1-20 16,0-8-96-16,0-24-139 16</inkml:trace>
  <inkml:trace contextRef="#ctx0" brushRef="#br0" timeOffset="197599.55">13472 16752 130 0,'0'0'262'0,"0"0"-202"0,0 0 10 0,0 0-33 16,0 0-10-16,0 0-13 16,-12 103-14-16,52-103 5 15,1 0 18-15,-1-28 54 16,6-16-37-16,7-16 10 15,-6-12-26-15,-7-4-1 16,-18-9-21-16,-10 18-2 16,-12 14-13-16,0 17-15 0,0 25 23 15,-12 11-1-15,-41 0 4 16,-3 39-2-16,-15 17-1 16,15 1-16-16,10-13-132 15,11-16-32-15,35-12-69 16</inkml:trace>
  <inkml:trace contextRef="#ctx0" brushRef="#br0" timeOffset="197947.02">14130 16599 156 0,'0'0'214'16,"0"0"-204"-16,0 0 23 15,0 0-33-15,0 0 6 16,0 0 5-16,226 60 26 16,-167-60 12-16,9-12-10 15,-9-36 17-15,9-8 8 16,-15-8-27-16,-13-9-19 15,-12 1 6-15,-28 4-20 16,0 4-4-16,0 8 0 0,-55 20-13 16,-11 16 11-1,-2 20-19-15,-3 0 7 0,-10 40 14 16,7 24-7-16,-1 0-98 16,29-16-160-16</inkml:trace>
  <inkml:trace contextRef="#ctx0" brushRef="#br0" timeOffset="210553.1">18341 16234 225 0,'0'0'190'0,"0"0"-182"0,0 0 4 0,0 0 51 16,0 0-18-16,0 0-17 16,0 0 4-16,-7 20 33 15,7-16-13-15,0 8-4 16,0-12-13-16,0 0-5 15,0 0-11-15,0 0 13 16,0 0 6-16,0-12-22 0,-9-40-8 16,-10-24 2-1,1-29-8-15,9-15 6 0,-10-12-7 16,13-9-1-16,6 2-8 16,0 1-14-16,0 14-30 15,0 24 9-15,0 36-31 16,0 28 48-16,0 36-1 15,0 0 2-15,0 52 25 16,0 16 2-16,0 17 20 16,0-10-10-16,0-18 3 15,0-21 2-15,0-28-9 16,25-8-8-16,30 0-47 16,17-36 22-16,8-8 25 0,7 3 13 15,0 10 0-15,-19 23-13 16,-15 8-32-16,-19 3-6 15,-9 61 38-15,-4 33 58 16,-14 24-21-16,5 7-5 16,-3 4-23-16,-2-4 30 15,-1-7-38-15,-6-13-1 16,0-19-41-16,0-30-138 16</inkml:trace>
  <inkml:trace contextRef="#ctx0" brushRef="#br0" timeOffset="211038.7">19516 15917 392 0,'0'0'166'0,"0"0"-130"0,0 0 73 0,0 0-48 0,369 0-42 16,-283 0-9-16,-11 0-10 0,-22 0-24 16,-13 0-59-1,-21-4-39-15,-19-12-161 0</inkml:trace>
  <inkml:trace contextRef="#ctx0" brushRef="#br0" timeOffset="211220.22">19758 15476 570 0,'0'0'252'0,"0"0"-240"16,0 0 5-16,0 0-17 0,381 8-17 15,-282-44-84 1,-12 0-206-16</inkml:trace>
  <inkml:trace contextRef="#ctx0" brushRef="#br0" timeOffset="214449.43">21286 16434 56 0,'0'0'45'0,"0"0"-36"0,363 129 73 16,-264-129 52-16,-24 0-35 0,-29-29-23 15,-27-30 3-15,-19-13-3 16,0-8-46-16,0 7-22 0,-31 0-4 15,-25 14-4-15,-22 15-19 16,-8 23 14-16,-23 21 10 16,10 24 52-16,-4 65-44 15,26 27-1-15,21 12 4 16,44 1 4-16,12-21-20 16,12-32-92-16,63-32-138 15</inkml:trace>
  <inkml:trace contextRef="#ctx0" brushRef="#br0" timeOffset="-214198.08">21736 15236 346 0,'0'0'121'0,"0"0"-89"0,0 0 65 0,0 0-7 16,0 0-33-16,0 0-10 15,-22-41-47-15,16 41 16 16,-7 0 5-16,-14 0 13 16,2 0-33-16,-31 0 37 15,-15 21-38-15,-16 23 8 16,0 7-9-16,-6 10 2 16,6 15 1-16,7 13 1 15,5 14 9-15,16 13-9 16,10-3-3-16,24-9-2 0,25-11-16 15,0-5 13-15,74-12-4 16,32-4 1-16,27-4 3 16,16 8 0-16,-3-11-2 15,-13-6-21-15,-18-10-16 16,-44-17 1-16,-15-11 14 16,-16-21-10-16,-28 0-29 15,-12-25 40-15,0-16 28 16,0-6 8-16,0 3-8 15,0-1-9-15,-52 1-77 16,-4 5-4-16,9 22-70 16,-12 9 82-16,13 8 78 0,-7 17 132 15,-3 30-132-15,4 14-64 16,18-5-179-16</inkml:trace>
  <inkml:trace contextRef="#ctx0" brushRef="#br0" timeOffset="-213382.18">22390 15463 364 0,'0'0'105'0,"0"0"-38"0,0 0 15 0,0 0 29 0,0 0-38 16,0 0-65-16,-40 0-5 16,40-3-3-16,6-21 14 15,50 0 2-15,3 0-15 16,0 8-1-16,9 16-7 16,-28 0-48-16,-12 8-13 15,-28 44 26-15,0 20 33 16,0 17-54-16,-56 11 2 15,-9 12 5-15,3-4 34 16,3-4 22-16,13-16 31 16,24-16 39-16,22-23-47 0,0-17-11 15,40-8-11-15,69-8 7 16,30-8 18-16,23-8 23 16,17 0-30-16,-39 0-7 15,-32 0-2-15,-42 0-10 16,-45 0-68-16,-21 0-11 15,0 0-27-15,0 0-66 16</inkml:trace>
  <inkml:trace contextRef="#ctx0" brushRef="#br0" timeOffset="-213080.54">23447 16190 1 0,'0'0'375'16,"0"0"-355"-16,0 0 39 16,0 0-13-16,0 0 3 15,0 0 15-15,341-108-21 16,-294 39-8-16,-28-3-23 16,-19-8-2-16,0 16-10 15,-13 0-39-15,-27 15-9 16,-13 33 46-16,-21 16-2 15,-13 0 4-15,-12 52-1 16,6 25 3-16,24 7-4 16,29-7-5-16,40-22-12 15,0-18-96-15,47-26-155 16</inkml:trace>
  <inkml:trace contextRef="#ctx0" brushRef="#br0" timeOffset="-212814.02">24223 15933 445 0,'0'0'195'15,"0"0"-167"-15,0 0 14 16,0 0 29-16,0 0-70 16,0 0 17-16,167 61-17 15,-62-61 11-15,4-25 11 16,24-19 16-16,-12-20-14 0,-28 0-16 15,-28-16-2-15,-24-5-7 16,-26 5-15-16,-15 12-69 16,0 24 53-16,-74 28-39 15,-35 16-26-15,-18 24 58 16,0 36-57-16,15 0-96 16</inkml:trace>
  <inkml:trace contextRef="#ctx0" brushRef="#br0" timeOffset="-212349.36">25894 15829 611 0,'0'0'233'0,"0"0"-217"0,0 0 8 0,-41 212 37 0,35-148-45 15,-22 8-3-15,10 5-13 16,-38-1-57-16,25-11-14 16,-25-26-115-16,3-22-263 0</inkml:trace>
  <inkml:trace contextRef="#ctx0" brushRef="#br0" timeOffset="-211999.44">26173 15961 503 0,'0'0'16'0,"0"0"-11"15,0 0 22 1,422-20-10-16,-283-27 9 0,4-10-13 16,-16-15-1-16,-28 0-2 15,-40-4 31-15,-31 11-37 16,-28 17 11-16,0 7-26 16,-53 22 11-16,-55 15-59 15,-19 4 42-15,-13 36-29 16,0 28-56-16,20 0 91 15,33-3 7-15,40-22-58 16,41-10-246-16</inkml:trace>
  <inkml:trace contextRef="#ctx0" brushRef="#br0" timeOffset="-211716.13">27224 15709 300 0,'0'0'208'0,"0"0"-130"16,0 0 3-16,0 0-33 16,0 0-19-16,366 111 4 15,-279-111-30-15,21-47 9 16,-21-22-10-16,-13-15 19 16,-27-4 4-16,-22 8-13 15,-25 11-12-15,0 22 1 0,0 19 2 16,-6 16 1-1,-53 12-4-15,-16 7 0 0,-18 50-4 16,19 10-59-16,15 2-76 16,25-25-209-1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05:22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24067 11635 502 0,'0'0'131'0,"0"0"-86"0,0 0 3 0,0 0-7 0,0 0-40 16,0 0-1-16,0 7-21 16,0-7-135-16,0 0-140 15</inkml:trace>
  <inkml:trace contextRef="#ctx0" brushRef="#br0" timeOffset="184692.65">13755 10503 322 0,'0'0'61'0,"0"0"-29"0,0 0 23 0,0 0-13 15,0 0-17 1,0 0-12-16,0 0 10 0,-19 0-20 16,19 0 31-16,0 0-10 15,0 0 9-15,0 0-8 16,0 0-7-16,0 0 6 16,0 0-12-16,0 0-3 15,0 0-2-15,0 0 0 16,0 0-4-16,0 0-2 15,0 0 3-15,0 0 4 0,12 0 0 16,7 0 1 0,9 0-4-16,-9 0 4 0,2 4 2 15,13 0-8-15,-3-4 7 16,25 0-5-16,15 0 2 16,4 0-1-16,6 0-4 15,-7 0-2-15,-3 0 0 16,-9 0 5-16,-3 0-5 15,-6 0-3-15,-4 17 3 16,-2-10 6-16,-7-7-6 16,-21 0 0-16,-7 0-2 15,4 0-6-15,-16 0 8 16,0 0 1-16,0 0 19 16,0 0-19-16,0 0-2 15,0 0 0-15,0 0-8 0,0 0-36 16,0 0-153-16</inkml:trace>
  <inkml:trace contextRef="#ctx0" brushRef="#br0" timeOffset="207105.28">6375 12989 171 0,'0'0'138'0,"0"0"-127"0,0 0 13 0,0 0-2 0,0 0 11 16,0 0-13-16,0 0-6 15,0 0-11-15,12-3 13 16,-12 3 36-16,0 0-9 16,0-5-18-16,0 5-24 15,0 0 5-15,22-7-2 16,-9 7 4-16,14 0-8 16,-2-5 0-16,-9 5 7 15,2 0-1-15,10 0-6 16,-15 0 1-16,15-3 16 15,-4-2-17-15,4 2 21 16,-15-5-9-16,21 8 10 0,0 0-5 16,-9 0-14-1,9 0-2-15,0 0-1 0,6 0 6 16,7 0-2-16,-1 0 7 16,1 0-11-16,5 0 1 15,10 0 4-15,-15 0-5 16,-1 0 3-16,1 0 0 15,-25 0-3-15,18 0 2 16,-9 0-2-16,-3 0 5 16,12 0-5-16,1 0 1 15,-1 0-2-15,13-5 1 16,-7 1-1-16,1 4 1 16,-1 0 0-16,10 0 1 15,-10 0 0-15,1 0 10 0,34 0-10 16,-16 0 8-16,15 0-8 15,-5 0 2-15,-4 0-3 16,-9 0 8-16,-3 0-8 16,-6 0 5-16,-13 0-8 15,16 0 13-15,-16 0-17 16,-9 0 12-16,16 0-5 16,-13 0 1-16,6 0 2 15,0 0-1-15,-6 0 4 16,13 0 3-16,-7 0-3 15,13 0 10-15,-13 0-15 0,1 0 7 16,-1 0-8 0,-6 0 6-16,6 0-6 0,7 0 1 15,-1 0-3-15,7 4 4 16,6 9 1-16,-3-10 1 16,9 2 1-16,3-5-4 15,-15 0-2-15,6 0 4 16,-10 0-3-16,-18 0 0 15,-3 0-24-15,-9 0 9 16,-4 0-35-16,-8 0-78 16,-7 0-182-16</inkml:trace>
  <inkml:trace contextRef="#ctx0" brushRef="#br0" timeOffset="208504.66">5271 15476 176 0,'0'0'26'0,"0"0"-13"0,0 0 29 0,0 0 56 0,0 0-7 15,0 0-35-15,0 0-6 16,0 0 3-16,0 0-1 16,0 0 6-16,0 0-12 15,0 0-6-15,0 0-18 16,0 0-6-16,0 0 6 15,0-16 3-15,0-20-17 16,0-25-8-16,16-22 30 16,-4-22 7-16,22 0-31 15,-21-6-11-15,8 3 5 16,10 8-26-16,-3 11-7 16,-9 21-30-16,2 27 26 0,-8 26-19 15,-7 15 34-15,-6 0-46 16,0 44 68-16,0 20 39 15,0 0-7-15,0-4 5 16,0-20-13-16,0-24-24 16,0-12-13-16,0-4 2 15,9 0-48-15,38-43 58 16,18-22 1-16,9-7 30 16,1 8-14-16,-16 36-14 15,-25 16-2-15,0 12-81 16,-22 23 79-16,1 46 2 15,-13 19 40-15,0 9-28 16,0 6 18-16,0-6-13 16,0-1-17-16,34 4-12 0,0-11-37 15,13-14-70-15,-7-14-217 16</inkml:trace>
  <inkml:trace contextRef="#ctx0" brushRef="#br0" timeOffset="209005.22">6409 15079 437 0,'0'0'136'0,"0"0"-131"0,0 0 19 0,0 0 34 15,0 0-33-15,0 0-11 16,360-9-14-16,-314 2-27 16,-18-1-12-16,-9 8-1 15,-19 0-51-15,0 0-117 16</inkml:trace>
  <inkml:trace contextRef="#ctx0" brushRef="#br0" timeOffset="209222.12">6409 15079 552 0,'40'-241'153'0,"1"241"-145"15,18 0 48-15,15 8-4 16,-9 0-32-16,3 0-19 15,-3-8-2-15,-9 0-46 16,-15 0-70-16,-17-16-117 16</inkml:trace>
  <inkml:trace contextRef="#ctx0" brushRef="#br0" timeOffset="211402.11">7718 15355 74 0,'0'0'107'0,"0"0"-58"0,0 0 50 0,0 0-6 0,0 0-40 15,0 0 7-15,9 5 24 16,-9-5 5-16,0 0-16 16,0-16-30-16,0-17-13 15,0-18-17-15,0-18 20 16,0-11-14-16,0-8-3 0,0 4-15 16,0 15-1-16,12 14-6 15,-6 14 5-15,1 10-3 16,-1 6 2-16,16 5-36 15,-16 12-3-15,-6 8 14 16,0 0-64-16,0 48 91 16,-59 21 7-16,-3 11-7 15,-3-13-10-15,15-14 2 16,25-13-18-16,4-17-81 16,21-6-161-16</inkml:trace>
  <inkml:trace contextRef="#ctx0" brushRef="#br0" timeOffset="211803.03">8313 15144 476 0,'0'0'52'0,"0"0"-33"0,0 0 6 16,0 0 20-16,0 0-15 16,0 0-10-16,316 80-12 15,-244-121 32-15,-4 5 3 0,-28-16 1 16,-15-4-37-16,-10-16-7 15,-15 0-9-15,0 7-40 16,0 9-83-16,-62 25 104 16,-9 18-22-16,-16 13 50 15,-15 13 25-15,3 46-16 16,-10 13-1-16,32-7 3 16,15-17-11-16,49-16-28 15,13-20-66-15,0-12-172 16</inkml:trace>
  <inkml:trace contextRef="#ctx0" brushRef="#br0" timeOffset="212152.85">8967 14951 380 0,'0'0'24'16,"0"0"-9"-16,0 0 22 15,0 0 9-15,0 0 2 16,0 0-16-16,310 112-28 0,-238-128 8 16,-4-28 52-16,-16-5-47 15,-11-15 8-15,-29 4-8 16,-12-4 4-16,0 8-21 15,0 12-7-15,-46 11-10 16,-26 22-4-16,-8 11-13 16,-7 0 30-16,0 48-6 15,13 16 18-15,15 9-16 16,9-6-51-16,32-18-88 16</inkml:trace>
  <inkml:trace contextRef="#ctx0" brushRef="#br0" timeOffset="212518.07">9476 14918 196 0,'0'0'209'0,"0"0"-196"16,0 0-2-16,0 0 25 15,0 0-9-15,0 0 29 16,114 121-2-16,-39-93-1 16,5-4-11-16,-2-8-18 15,3-12-16-15,12-4-8 0,3 0-16 16,-3-24 16 0,-19-32 8-16,-15-13-1 0,-12-6 18 15,-13-2-19-15,-28 5-6 16,-6 11-9-16,0 14-35 15,-53 19-23-15,-40 12 55 16,-22 16-9-16,-6 0-165 16,22 40 175-16,12 20 11 15,41 12-5-15,12-4-78 16,21-15-235-16</inkml:trace>
  <inkml:trace contextRef="#ctx0" brushRef="#br0" timeOffset="213084.07">11082 14967 482 0,'0'0'88'0,"0"0"-76"0,0 0-5 0,0 0-2 16,0 0-7-16,0 0 2 15,0 0-3-15,0 0 3 0,0 0-16 16,0 0 19-16,-16 0-3 16,-2 0 0-1,-4 0-5-15,10 20-19 0,12-9-4 16,0-6 0-16,0-1-71 16,0-4 47-16,0 0 52 15,-7 0 51-15,-5 0-22 16,-10 0-29-16,10 8-74 15,0 0-197-15</inkml:trace>
  <inkml:trace contextRef="#ctx0" brushRef="#br0" timeOffset="213800.75">11810 15224 120 0,'0'0'260'0,"0"0"-256"15,0 0-4-15,0 0-13 0,0 0 5 0,0 0 8 16,7 15 40-16,-7-15-11 16,0 0 36-16,0 0 23 15,0 0-12-15,0 0-38 16,0 0 17-16,0-15-43 15,-7-1 3-15,-33-9 1 16,0-3-15-16,-13-16 29 0,-3-20-15 16,4-21-14-16,5-10-1 15,19-14-51 1,28-3 32-16,0-1-41 0,28 5 39 16,53 3 5-16,6 10-15 15,-7 23-131-15</inkml:trace>
  <inkml:trace contextRef="#ctx0" brushRef="#br0" timeOffset="-212813.75">12390 15151 244 0,'0'0'141'0,"0"0"-67"0,0 0-35 0,0 0 1 16,0 0-19-16,0 0 4 15,0 0-15-15,-6 4 20 16,6 0 17-16,-6-4 5 15,6 0 2-15,0 0-42 16,0 0 2-16,0 0-4 16,-6 0-10-16,6 0 5 0,0 0 9 15,0 0 10 1,0 0-14-16,-6-28 2 0,-10-16-2 16,10-20 5-16,0-16-15 15,6-12-3-15,0-1-51 16,0 12 44-16,0 18-24 15,12 18-18-15,-12 22 22 16,6 23-1-16,-6 0 26 16,0 0-47-16,0 0 42 15,0 0-15-15,0 0 1 16,0 0 2-16,0 0 22 16,0 0 52-16,0 7 13 15,-6 26-65-15,-28 3-6 16,3-8-60-16,-3-4-203 15</inkml:trace>
  <inkml:trace contextRef="#ctx0" brushRef="#br0" timeOffset="-211967.43">12967 14686 73 0,'0'0'37'0,"0"0"-5"0,0 0 65 0,0 0-7 0,0 0-47 16,0 0-19-16,31 0-1 15,-31 0 4-15,9 0 5 16,4 0 8-16,-7 24-4 15,6 17 43-15,16 15-35 16,-28 7-16-16,0 6-22 0,0 7 4 16,0 0-4-16,0-8 9 15,-21-16-6-15,14-11-9 16,-5-13-23-16,12-12-103 16,0-16-27-16,0 0-177 15</inkml:trace>
  <inkml:trace contextRef="#ctx0" brushRef="#br0" timeOffset="-211549.48">12812 15023 391 0,'0'0'131'0,"0"0"-106"16,0 0 98-16,0 0-15 0,0 0-50 0,456 0-19 0,-317-16-28 0,-18-4 2 15,-9-5-13-15,-38 2-20 16,-21 2-98-16,-13 6-178 15</inkml:trace>
  <inkml:trace contextRef="#ctx0" brushRef="#br0" timeOffset="-206736.92">22564 12729 379 0,'0'0'112'0,"0"0"-107"0,0 0 1 0,0 0 35 16,0 0 12-16,0 0 3 15,0 0 18-15,34 221-55 0,12-197 25 16,-12 7-23 0,19-3-21-16,0-7-29 0,-7-6-59 15,-5-15-21-15,-13 0-153 16</inkml:trace>
  <inkml:trace contextRef="#ctx0" brushRef="#br0" timeOffset="-206504.84">22477 12336 649 0,'0'0'143'0,"0"0"-143"15,0 0 0-15,0 0-3 16,0 0 0-16,0 0-21 16,0 8-110-16,0-8-308 15</inkml:trace>
  <inkml:trace contextRef="#ctx0" brushRef="#br0" timeOffset="-206068.22">23361 13025 481 0,'0'0'58'0,"0"0"17"0,0 0 34 0,0 0-22 16,0 0-53-16,0 0-11 16,359 8-23-16,-306-8-19 15,-19 0-64-15,-28-11-104 16,-6-9-122-16</inkml:trace>
  <inkml:trace contextRef="#ctx0" brushRef="#br0" timeOffset="-205871.44">23308 12629 613 0,'0'0'138'15,"0"0"-138"-15,0 0-15 16,0 0 15-16,0 0 16 16,0 0-16-16,232 0-62 15,-173 0-210-15</inkml:trace>
  <inkml:trace contextRef="#ctx0" brushRef="#br0" timeOffset="-205387.91">24716 12958 338 0,'0'0'45'0,"0"0"-45"16,0 0 0-16,0 0 40 15,0 0 19-15,0 0 50 16,-81-108 52-16,75 72-105 16,0-9-21-16,6-15-25 15,0-17-10-15,0 10-20 16,0-2-36-16,6 21-14 0,15 24 2 16,-14 16 47-16,-7 8 21 15,0 8 1-15,0 28 22 16,-22 5-8-16,-15-5-15 15,9-13-55-15,6 1-35 16,3-4-18-16,13 5-84 16</inkml:trace>
  <inkml:trace contextRef="#ctx0" brushRef="#br0" timeOffset="-205237.42">24716 12958 126 0</inkml:trace>
  <inkml:trace contextRef="#ctx0" brushRef="#br0" timeOffset="-205072.73">24716 12958 126 0,'148'-13'210'0,"-2"18"-204"0,9-5 1 16,-3-25 116-16,-9-50-103 15,-78-18-16-15,-12 4-8 16,-19 5-21-16,-13 12-20 16,-21 17-31-16,0 22 12 15,-28 21 8-15,-58 12 56 0,-35 9 43 16,-13 42-40 0,1 14-3-16,28-1 0 0,24-8-11 15,47-1 11-15</inkml:trace>
  <inkml:trace contextRef="#ctx0" brushRef="#br0" timeOffset="-204688.78">25981 12933 550 0,'0'0'50'0,"0"0"21"0,0 0-32 0,272-200-26 0,-197 140 14 16,12 11-27-16,-28 6-29 15,3 2-66-15,-28 5-39 16,-22 8-266-16</inkml:trace>
  <inkml:trace contextRef="#ctx0" brushRef="#br0" timeOffset="-204454.78">26207 12308 340 0,'0'0'666'0,"0"0"-657"16,0 0-9-16,0 0-41 16,0 0-74-16,0 0-165 15</inkml:trace>
  <inkml:trace contextRef="#ctx0" brushRef="#br0" timeOffset="-204238.9">26322 12958 577 0,'0'0'0'0,"0"0"-115"16,0 0-209-16</inkml:trace>
  <inkml:trace contextRef="#ctx0" brushRef="#br0" timeOffset="-203839.68">27177 13002 561 0,'0'0'114'16,"0"0"-101"-16,0 0 90 15,0 0-68-15,0 0-25 16,0 0-10-16,221-44-21 16,-215 44-100-16,-6 0-86 15</inkml:trace>
  <inkml:trace contextRef="#ctx0" brushRef="#br0" timeOffset="-203638.45">27224 12701 619 0,'0'0'227'16,"0"0"-214"-1,0 0 45-15,0 0-4 0,0 0-32 16,0 0-22-16,279-12-36 16,-239-4-146-16,-12 8-169 15</inkml:trace>
  <inkml:trace contextRef="#ctx0" brushRef="#br0" timeOffset="-203207.01">28098 12873 218 0,'0'0'333'0,"0"0"-294"16,0 0-17-16,0 0 43 16,0 0-26-16,53-233 33 15,-19 161-50-15,6 8-9 16,-5 17-10-16,-17 11 2 15,-8 15-4-15,-10 9-1 16,0 0-4-16,0 12-21 16,0 0-25-16,0 0-55 15,0 0 47-15,0 40 50 16,-56 8 8-16,15 4 0 0,-11-16-43 16,11 0-238-1</inkml:trace>
  <inkml:trace contextRef="#ctx0" brushRef="#br0" timeOffset="-203034.76">28098 12873 238 0</inkml:trace>
  <inkml:trace contextRef="#ctx0" brushRef="#br0" timeOffset="-202873.93">28098 12873 238 0,'503'-84'145'0,"-438"84"-125"0,9-24 42 0,13-32 45 16,-6-8-81-16,-29 7-26 16,-18-2 0-16,-34 18-26 15,0 5 23-15,0 12-11 16,-34 12-45-16,-31 8 17 15,-22 4 38-15,7 0-9 16,-7 36-46-16,13 4 28 16,15 1-27-16,25-2 3 15</inkml:trace>
  <inkml:trace contextRef="#ctx0" brushRef="#br0" timeOffset="-202389.83">27525 13266 87 0,'0'0'444'0,"0"0"-404"0,0 0-21 0,0 0 68 0,0 0-22 16,260 0-21-16,-167 0-32 15,6 0 0-15,10 0-12 16,12-12-1-16,-22 4-50 16,16-8-152-16</inkml:trace>
  <inkml:trace contextRef="#ctx0" brushRef="#br0" timeOffset="-201791.43">27450 14057 269 0,'0'0'104'0,"0"0"-96"0,0 0 2 0,0 0 75 0,0 0-5 15,0 0-1-15,81-125-30 16,-47 73-26-16,-3 12 28 15,-3-4 4-15,0 3-9 16,-3 2-22-16,3-2-13 0,-16 13-11 16,3 8-4-16,-2 8-12 15,-7 12-23-15,-6 0-18 16,0 0 4-16,0 0 53 16,0 32 14-16,-6 12 9 15,-41-8-23-15,13-8-5 16,0-8-92-16,22-7-133 15,12-10-54-15</inkml:trace>
  <inkml:trace contextRef="#ctx0" brushRef="#br0" timeOffset="-201632.78">27450 14057 231 0</inkml:trace>
  <inkml:trace contextRef="#ctx0" brushRef="#br0" timeOffset="-201425.89">27450 14057 231 0,'428'-117'191'0,"-428"137"-161"0,13-16 6 15,42-4 63-15,4 0-73 16,-18-4-6-16,-7-32-1 15,-3-8 27-15,-16 0-14 16,4-12-15-16,-13 7-17 16,-6 5-44-16,0 16-46 0,0 20 31 15,-25 8 29-15,-21 0 30 16,-22 16-127-16,2 25 117 16,-2 3 10-16,22-8 31 15,18-20-17-15,28-1-14 16,0-15-28-16,0 0-76 15,6 0-160-15</inkml:trace>
  <inkml:trace contextRef="#ctx0" brushRef="#br0" timeOffset="-201192.7">28052 13891 105 0,'0'0'76'0,"0"0"40"16,0 0 38-1,0 0-69-15,273 89-58 0,-193-85 7 16,-11-4-28-16,-11 0 4 15,-2-16-6-15,-19-28-1 16,-9-12 9-16,-6-8-12 16,-22-1-3-16,0 13-13 15,0 16 16-15,0 29 18 16,0 7 13-16,-40 0-15 16,-7 7-16-16,-9 33-51 15,-2 8-1-15,23 4-73 16,8-16-111-16</inkml:trace>
  <inkml:trace contextRef="#ctx0" brushRef="#br0" timeOffset="-200724.18">29140 13459 322 0,'0'0'422'0,"0"0"-376"0,0 0 30 0,0 0-36 16,0 0-38-16,0 0 4 16,127-8-12-16,-65 0-40 0,3-4-7 15,-18 4-21-15,-13 8-76 16,-12 0-54-16,-22 0-117 16</inkml:trace>
  <inkml:trace contextRef="#ctx0" brushRef="#br0" timeOffset="-200542.54">29140 13459 454 0,'50'-216'320'16,"-25"216"-310"-16,27 0 29 15,4 0 22-15,3-13-21 16,-12-3-40-16,-13 0-57 15,-22-4-169-15,-12 4-286 16</inkml:trace>
  <inkml:trace contextRef="#ctx0" brushRef="#br0" timeOffset="-197877.78">30557 12845 56 0,'0'0'0'0,"0"0"-1"0,0 0 1 0,0 0 31 0,0 0 34 16,0 0 8-16,0 0-13 16,0 0 1-16,75 13-19 15,-75-13-24-15,0 0-17 16,0 0 35-16,0 0-1 15,0 0 2-15,0 0-8 16,0 0-28-16,0 3 7 16,0 1-6-16,0 0 8 15,0 0-10-15,0 1-5 0,0-2-7 16,0 2 12-16,0 6 5 16,0 1-3-16,0 1 6 15,0 2 7-15,0-2 8 16,0 3-20-16,0-13 5 15,0 2-8-15,0-5 17 16,0 0-4-16,0 0 14 16,0 0-21-16,0-24 12 15,0-9 29-15,0-3-17 16,21-8 7-16,10-9-22 16,3-2-12-16,-6-6-3 15,-3-3 0-15,-3 4-46 0,-16 17-58 16,0 6 76-1,-6 21 13-15,0 16 15 0,0 0 7 16,0 0 12-16,0 0-19 16,-6 12-15-16,-13 8-119 15,-2 4-116-15</inkml:trace>
  <inkml:trace contextRef="#ctx0" brushRef="#br0" timeOffset="-197378.01">30219 13086 462 0,'0'0'73'0,"0"0"-38"0,0 0-12 0,0 0 1 15,0 0-24-15,0 0-6 16,0 4-3-16,0-4 9 16,0 0 34-16,19 0 11 15,27 0 20-15,13 0-36 16,3 0-5-16,31 0-14 15,7 0-9-15,8-4-1 16,-9-4-16-16,4-1-29 16,-10 6-52-16,-22-9-56 15,-15-4-246-15</inkml:trace>
  <inkml:trace contextRef="#ctx0" brushRef="#br0" timeOffset="-196662.14">30225 13904 297 0,'0'0'90'0,"0"0"-29"16,0 0 36-16,0 0-18 0,0 0-10 16,0 0-42-16,0 0 10 15,0 0-28-15,0 0 31 16,0-4-24-16,13-28-16 0,-1 0 0 15,16-24 5 1,6-8 20-16,-3 7-17 0,-9 5-1 16,-16 4 0-1,0 8-7-15,1 8 0 0,-7 4-39 16,0 20 17-16,0 8-13 16,0 0 21-16,0 0-31 15,0 3-3-15,-13 33 48 16,-40 13 0-16,-9 7-5 15,4-4-107-15,5-12-107 16,25-11-106-16</inkml:trace>
  <inkml:trace contextRef="#ctx0" brushRef="#br0" timeOffset="-196523.77">30225 13904 211 0</inkml:trace>
  <inkml:trace contextRef="#ctx0" brushRef="#br0" timeOffset="-196311.8">30225 13904 211 0,'382'-201'344'0,"-382"234"-342"0,0-5 7 16,46-12-20-16,19-5 8 15,-24-11-1-15,-1 0 4 0,0-3 29 16,1-38 35-1,-1-6-37-15,0-6-9 0,-15 1 0 16,9 12-18-16,-28 8-1 16,-6 4-36-16,0 8-9 15,0 4-44-15,-40 16-7 16,-19 0 5-16,-15 0 86 16,15 20 12-16,6 8 4 15,19-12-10-15,28-8-73 16</inkml:trace>
  <inkml:trace contextRef="#ctx0" brushRef="#br0" timeOffset="-195512.72">31494 13294 346 0,'0'0'245'0,"0"0"-205"0,0 0 17 0,0 0-12 0,62 0-19 15,-16 0-11-15,-6 0 3 16,1 0-17-16,-16 0 7 15,2 0-4-15,-8 0-4 16,3 0-13-16,-10 0-66 16,-6 0-36-16,-6 0-155 0</inkml:trace>
  <inkml:trace contextRef="#ctx0" brushRef="#br0" timeOffset="-195312.01">31494 13294 499 0,'40'-272'177'16,"-18"272"-167"-16,18 0 30 0,13 0-17 15,12 0-23 1,3-8-109-16,-9-20-124 0</inkml:trace>
  <inkml:trace contextRef="#ctx0" brushRef="#br0" timeOffset="-193531.99">32170 13310 157 0,'0'0'90'0,"0"0"-28"0,0 0 16 0,0 0-19 15,0 0 2-15,0 0-33 16,46 24 0-16,-18-32 18 15,3-24 26-15,3-16-17 16,6-4-23-16,7-16-26 16,-7-4-2-16,-12 7-4 15,-9 9-49-15,-19 17 2 0,0 18-6 16,0 13 23 0,-47 8-39-16,-33 0 53 0,-7 16 16 15,0 25 1-15,22-2-1 16,25 2-5-16,18-13-74 15,22-4-169-15</inkml:trace>
  <inkml:trace contextRef="#ctx0" brushRef="#br0" timeOffset="-193344.83">32170 13310 547 0</inkml:trace>
  <inkml:trace contextRef="#ctx0" brushRef="#br0" timeOffset="-193280.39">32170 13310 547 0,'353'137'189'0,"-393"-86"-172"0,21 6-6 15,7-9-52-15,12-7-79 16,0-13-117-16</inkml:trace>
  <inkml:trace contextRef="#ctx0" brushRef="#br0" timeOffset="-192624.97">33013 13451 143 0,'0'0'68'0,"0"0"-68"0,0 0 3 0,0 0 4 16,0 0-3-16,0 0 29 0,0 0 53 16,0 0-7-16,0 0 12 15,0 0-20-15,0 0-44 16,0 0 28-16,0 0-7 16,0 0-5-16,0 0-17 15,0 0-26-15,6-17 0 16,0-14 15-16,7-18 1 15,2-3-7-15,-2-4 0 0,-7-8-5 16,6-4-8-16,16-13 2 16,6-2-99-16,-9 14-108 15,-3 21-24-15</inkml:trace>
  <inkml:trace contextRef="#ctx0" brushRef="#br0" timeOffset="-192565.53">33193 12905 277 0,'0'0'90'0,"0"0"-90"16,-220 205-16-16</inkml:trace>
  <inkml:trace contextRef="#ctx0" brushRef="#br0" timeOffset="-191733.66">31928 13118 156 0,'0'0'165'0,"0"0"-90"0,0 0-14 0,0 0-24 16,0 0 10-16,0 0-22 16,15 164 14-16,4-156-10 15,9-4-1-15,-16-4-2 16,16 0-4-16,-3 0-22 16,9 0 11-16,19 0-6 15,2-4 19-15,-8-20-19 16,6-12 5-16,-13 0 14 15,-12-17-18-15,-9-2-6 16,-13-1-62-16,-6 12-46 16,0 16 18-16,0 15 29 0,-19 13 19 15,-37 0 17 1,-3 0-38-16,0 24-213 16</inkml:trace>
  <inkml:trace contextRef="#ctx0" brushRef="#br0" timeOffset="-160459.42">14096 14879 341 0,'0'0'43'0,"0"0"-42"16,0 0 56-16,0 0-23 0,0 0 15 16,0 0-6-16,0 0-6 15,0 0 1-15,0 0 17 16,0 8-6-16,0-8-29 0,0 3-10 16,0-3-9-16,0 5 16 15,0-2-15-15,0 2 12 16,0 7-11-16,0-1 15 15,0 6-8-15,0 7 0 16,0-1 6-16,0-6-15 16,28-5 5-16,-4 0-1 15,17-12-10-15,-1 0 4 16,0 0-14-16,1 0-10 16,11-24 24-16,1-16 1 15,3-9 2-15,-16-2 13 16,0-1-11-16,-21 7-8 0,-19-7-11 15,0-4-22-15,-12-1-53 16,-50 13-5-16,-3 16 50 16,-10 25 32-16,7 3 13 15,-3 16 37-15,-4 40-37 16,7 12-35-16,15-4-21 16,41-4-42-16,12-16-111 15</inkml:trace>
  <inkml:trace contextRef="#ctx0" brushRef="#br0" timeOffset="-160207.7">15271 15191 361 0,'0'0'188'0,"0"0"-187"0,0 0-2 0,0 0-6 0,-6 241-71 16,-7-213-288-16</inkml:trace>
  <inkml:trace contextRef="#ctx0" brushRef="#br0" timeOffset="-159460.75">15779 14983 44 0,'0'0'149'0,"0"0"-149"0,0 0 0 0,0 0 5 16,0 0 31-16,0 0 13 15,13 7 21-15,-13-7-16 16,0 0 26-16,0 0-19 16,0 0 9-16,0 0-22 15,0 0-24-15,0 0 4 0,0-7 20 16,0-37-40-16,0-16 4 16,9-9-12-16,3-3 6 15,-5 8 1-15,5 0-3 16,-12 12-4-16,0-1-11 15,0 22-56-15,0 15 4 16,0 16 5-16,0 0 9 16,0 36 18-16,-65 28 21 15,12 4 4-15,-21-4 6 16,12-11 0-16,9-22-10 16,35-15-69-16,18-12-37 15</inkml:trace>
  <inkml:trace contextRef="#ctx0" brushRef="#br0" timeOffset="-158927.64">16415 14101 245 0,'0'0'102'0,"0"0"0"0,0 0 5 0,0 0-7 0,335 219-15 15,-264-134-44-15,-9 7-8 16,-43 16-18-16,-19 13 33 16,0 27 1-16,-93 9-49 15,-22 20-1-15,-18-9-39 16,-1-20-48-16,23-35-134 15,15-49-204-15</inkml:trace>
  <inkml:trace contextRef="#ctx0" brushRef="#br0" timeOffset="-149952.91">17289 13551 188 0,'0'0'164'0,"0"0"-157"0,0 0-3 0,0 0 4 0,0 0-6 16,0 0-4-16,0 0 4 16,0 0 15-16,0 0 24 15,0 0 25-15,0 0-8 16,0 0-33-16,-6 0 1 15,0 0-18-15,6 0 4 16,0 0-11-16,0 0 11 16,0 0-1-16,0 0 20 15,0 0-2-15,0 0 3 16,0 0 10-16,0 0-25 0,0 0-12 16,0 0-1-16,0 0-4 15,0-4 0-15,22 0 0 16,3 0-11-16,9 4-14 15,-6 0 6-15,-10 0 14 16,10 0 4-16,-16 12-7 16,7 8-3-16,-19 16-19 15,0 16 21-15,0 5 1 16,-31 23 7-16,-25-16-22 16,-3 0-2-16,25-20-4 15,9-16 23-15,16-3 6 0,3-9 3 16,6 4 2-16,0-4 0 15,0 4-1-15,0-4 1 16,22-8 3-16,30-8 18 16,29 0-7-16,0 0 51 15,5-13-39-15,1-11-1 16,-16 1-12-16,-2-2 9 16,-35 1-27-16,-22 4-36 15,-12 4-184 1</inkml:trace>
  <inkml:trace contextRef="#ctx0" brushRef="#br0" timeOffset="-146904.7">5287 17040 290 0,'0'0'99'0,"0"0"-30"0,0 0-19 0,0 0-9 16,0 0-36-16,0 0 7 15,0 0-10-15,0 4 12 16,0 0 3-16,0 0 44 16,0 0-22-16,0 0 13 15,0-4-35-15,0 0-2 16,0 0-9-16,0 0 4 0,0 0 28 16,0 0-16-16,0 0 27 15,0 0-28-15,0 0 1 16,0-20-22-16,0-27-33 15,0-22 27-15,0-15 12 16,0 4-9-16,0 3 8 16,0 0-10-16,0 2-6 15,0 6-37-15,0 17-35 16,0 37 22-16,0 15-19 16,12 0-20-16,-12 48 89 15,0 20 11-15,0 4 56 16,0-11-16-16,0-22-5 0,0-14-35 15,6-22-11-15,22-3-5 16,-9 0-13-16,33-24 10 16,4-24 0-16,3 0 6 15,3 12 11-15,-31 12-34 16,3 16-13-16,-12 8 36 16,-3 0-7-16,-1 8 17 15,-2 44 3-15,-10 16 77 16,0 12-31-16,-6 0-37 15,6-8-9-15,1-11-25 16,20-21-45-16,8-20-101 16</inkml:trace>
  <inkml:trace contextRef="#ctx0" brushRef="#br0" timeOffset="-146369.95">6474 16739 270 0,'0'0'127'0,"0"0"-47"0,0 0-13 0,0 0-19 0,0 0-24 0,0 0 15 16,-6 0-26-16,6 0 13 15,0 0 1-15,0 0 2 16,0 0-20-16,16 0 7 15,30 0 15-15,1 0-24 16,11 0 6-16,17 0-9 16,-10 0-8-16,-9 0-50 15,-16 8-76-15,-27 0-103 16</inkml:trace>
  <inkml:trace contextRef="#ctx0" brushRef="#br0" timeOffset="-146172.79">6474 16739 712 0,'-40'-169'53'16,"74"178"-43"-16,13-5 50 15,8 4-35-15,10-8-25 16,16 0-16-16,-28 0-167 15,-25 0-453-15</inkml:trace>
  <inkml:trace contextRef="#ctx0" brushRef="#br0" timeOffset="-145354.91">7659 16984 262 0,'0'0'40'0,"0"0"-20"16,0 0 30-16,0 0 1 0,0 0 3 0,0 0 0 0,-13 15 11 0,13-15 14 0,0 0 27 15,0 0-38-15,0-11-51 16,0-29-2-16,0-17-10 16,0-18 0-16,0-10-5 15,0-2 0-15,0-6-59 16,0 1 4-16,0 3-41 15,0 25-20-15,0 32 10 16,0 28 25-16,0 4-7 16,13 45 88-16,5 27 29 15,4 16 9-15,-10 4-38 0,-12 4-49 16,0-7-90 0</inkml:trace>
  <inkml:trace contextRef="#ctx0" brushRef="#br0" timeOffset="-144922.78">8152 16880 433 0,'0'0'0'0,"0"0"-2"0,0 0 0 0,0 0 4 0,0 0 15 16,0 0 72-16,90-61-27 15,-66 30-25-15,-11-5 28 16,-4-8-47-16,-9 3-6 0,0 1-12 16,0 8-39-1,-22 12-27-15,-30 12 6 0,-1 8 60 16,-3 0 30-16,10 39 3 16,5 10 8-16,17-5-25 15,17-4-16-15,7-7-96 16,0-14-126-16,0-14-142 15</inkml:trace>
  <inkml:trace contextRef="#ctx0" brushRef="#br0" timeOffset="-144539.68">8821 16863 285 0,'0'0'88'0,"0"0"-65"15,0 0 5-15,0 0-14 0,0 0-6 16,342-127 11 0,-308 58-19-16,-28 1-2 0,-6 3-57 15,0 14-23-15,-53 22 62 16,-21 29-48-16,-13 0 68 16,-6 36 182-16,-9 37-178 15,2 8 9-15,20-6-5 16,15-14-8-16,37-22-22 15,28-18-49-15,0-17-142 16</inkml:trace>
  <inkml:trace contextRef="#ctx0" brushRef="#br0" timeOffset="-143890.45">9383 16747 212 0,'0'0'73'0,"0"0"-43"0,0 0 31 16,0 0 28-16,0 0-42 15,0 0 7-15,-47 25-18 16,47-25-10-16,0 3 12 16,0 2-29-16,0-2-5 15,0 5 0-15,0 0 16 16,28-4-10-16,12 1 24 0,1-5-14 15,-10 0-1-15,3 0-19 16,6 0-5-16,-6-25 0 16,-9-6 5-16,3-22 8 15,-6-7 1-15,-16 0-18 16,-6 4-31-16,0 20 4 16,-6 19-8-16,-44 17 44 15,-9 0 5-15,-9 0 36 16,15 13-41-16,0 19 0 15,7-4-17-15,12-1-4 16,21 2-71-16,13-5-46 16,0-8-29-16</inkml:trace>
  <inkml:trace contextRef="#ctx0" brushRef="#br0" timeOffset="-142974.29">10285 16563 384 0,'0'0'284'0,"0"0"-275"0,0 0-9 16,0 0 2-16,0 0 25 0,0 0-10 16,-6 0-10-16,6 0-7 15,0 0 0-15,0 0 20 16,0 0-20-16,0 0-6 15,0 0 6-15,0 0 9 16,0 0-9-16,0 0-23 16,0 0-17-16,0 0 40 15,0 0 0-15,0 0-31 16,0 0-113-16,0 0-83 16</inkml:trace>
  <inkml:trace contextRef="#ctx0" brushRef="#br0" timeOffset="-141124.93">11082 16948 64 0,'0'0'42'0,"0"0"-31"0,0 0 49 0,0 0 21 0,0 0 6 15,0 0-28-15,0 0-22 16,0 0-37-16,0 0-47 16,0 0-32-16,0 0 70 15,0 0 9-15,0 0 4 16,0 0 47-16,0 0-9 15,0 0-20-15,0 0-12 0,12 0-6 16,-12 0-4-16,0 0-2 16,0 0 1-16,0 0 2 15,0 0 53-15,0 0 28 16,0 0-26-16,0 0-50 16,0 0 20-16,0 0-26 15,6 0 0-15,-6 0 0 16,0 0 0-16,7 0 10 15,-7 0-7-15,0 0 22 16,0 0 1-16,0 0 4 16,0 0-10-16,0 0 14 15,0 0-21-15,0 0 8 0,0 0 21 16,0 0-14-16,0-8-4 16,0-20-6-16,0-8-3 15,-13-16-9-15,1-9 1 16,-4-11-2-16,16-8-5 15,0 0-13-15,0 3-17 16,0 21 14-16,0 4-19 16,28 12-36-16,19 0-110 15,5 8-163-15</inkml:trace>
  <inkml:trace contextRef="#ctx0" brushRef="#br0" timeOffset="-140477.21">11823 16872 251 0,'0'0'107'0,"0"0"-55"0,0 0 39 0,0 0-9 0,0 0 4 0,0 0-48 15,-6-17-9-15,-1-11 3 16,7-11 17-16,-15-10-24 16,15-7 1-16,0-12-25 15,0 0-1-15,0 4-30 16,0 15-50-16,0 18 63 15,0 15-6-15,0 16 20 16,-6 0 6-16,-28 23-3 16,-7 26 0-16,4 3-28 15,-12-4-70-15,18-4-95 0,15-8 12 16,10-3 4-16</inkml:trace>
  <inkml:trace contextRef="#ctx0" brushRef="#br0" timeOffset="-140300.61">11823 16872 341 0</inkml:trace>
  <inkml:trace contextRef="#ctx0" brushRef="#br0" timeOffset="-140209.95">11823 16872 341 0,'406'36'269'0,"-406"24"-244"0,0-4 10 15,0-4-19-15,-25-16-80 16,13-19-82-16,-4-14-4 16,4-3-63-16</inkml:trace>
  <inkml:trace contextRef="#ctx0" brushRef="#br0" timeOffset="-139594.36">12731 16940 321 0,'0'0'148'0,"0"0"-146"0,0 0-2 0,0 0-13 0,-6 0 6 0,6 0-3 0,0 0 2 0,0 0 8 16,0 0 56-16,0 0 86 16,0-32-51-16,0-21-12 15,0-11-58-15,0-11-18 16,0 6-2-16,6 5-2 15,-6 24-19-15,13 20 4 16,-13 16 5-16,0 4 5 16,0 0-39-16,0 4 33 15,0 24 8-15,0 0-38 16,-31-1-83-16,-10-10-56 16,1 4-80-16</inkml:trace>
  <inkml:trace contextRef="#ctx0" brushRef="#br0" timeOffset="-139194.78">13206 16362 396 0,'0'0'72'0,"0"0"-24"0,0 0 72 0,0 0-23 0,0 0-19 15,214 233-49-15,-186-145-8 16,-28 12 7-16,0 5 6 16,-28 3-34-16,-47-3-29 15,-11-14-87-15,-8-18-154 0</inkml:trace>
  <inkml:trace contextRef="#ctx0" brushRef="#br0" timeOffset="-138362.33">13609 16013 307 0,'0'0'196'0,"0"0"-138"0,0 0 29 0,0 0-47 16,0 0-38-16,0 0 20 15,12 4-22-15,7 4 2 16,9 0 22-16,12 5 13 16,-12-1-34-16,-9-4-3 15,-7 16-1-15,-12 8 0 16,0 0 1-16,0 16 0 16,0 4-22-16,-19-4-32 15,-2-4 53-15,2-8-1 0,19-12-1 16,0-4 6-1,0-7-2-15,0-6-1 0,47-7-6 16,12 0-16-16,15-3-2 16,19-30 16-16,-6-15-24 15,-25 20-37-15,-16 0-63 16,-21 20-73-16</inkml:trace>
  <inkml:trace contextRef="#ctx0" brushRef="#br0" timeOffset="-122890.85">18272 1896 281 0,'0'0'84'0,"0"0"-23"0,0 0 10 0,0 0-6 0,0 0-36 16,0 0 2-16,0 0-5 0,-18 0 2 16,18 0-5-1,0 0-1-15,0 0 24 0,0 0-27 16,0 0 20-16,-6 0-19 16,6 0 6-16,0 0 0 15,0 0-7-15,0 0-2 16,0 0-4-16,0 0 9 15,0 0-21-15,0 0 24 16,-16-3-17-16,16-34 20 16,0-19-26-16,0-20 2 15,0-28-4-15,0-13 3 16,0-7-9-16,-6 16 1 0,6 28-4 16,0 24 3-16,0 23 1 15,0 17-13-15,0 13 16 16,0 3-6-16,-19 27-5 15,-21 46 0-15,-28 31-8 16,-25 12-22-16,-7 4-177 16,-14-15-156-16</inkml:trace>
  <inkml:trace contextRef="#ctx0" brushRef="#br0" timeOffset="-122457.86">18753 1703 492 0,'0'0'127'0,"0"0"-15"0,0 0 37 0,0 0-63 0,0 0-46 16,-25 229-33-16,25-196-7 16,-6 18-36-16,-16-10-79 15,-12-17-193-15</inkml:trace>
  <inkml:trace contextRef="#ctx0" brushRef="#br0" timeOffset="-121974.72">19370 1776 386 0,'0'0'243'16,"0"0"-94"-16,0 0-34 16,0 0-49-16,0 0-54 15,0 0 5-15,-53-281-4 16,53 165-10-16,0 3 3 16,0 26-4-16,0 10 15 15,0 17-17-15,0 20-4 0,0 16 1 16,0 16-15-1,-9 8-27-15,9 0 26 0,-12 0-11 16,-7 24-4 0,-21 37 32-16,-16 27 2 0,-3 7 0 15,-9-2-43-15,9-21-148 16,40-27-123-16</inkml:trace>
  <inkml:trace contextRef="#ctx0" brushRef="#br0" timeOffset="-120942.64">18306 3167 201 0,'0'0'54'0,"0"0"64"0,0 0 13 0,0 0-59 16,0 0 15-16,0 0-30 16,-86 49-13-16,79-49 3 15,1 0 9-15,0 0-7 0,-16 0-12 16,10-28-37-16,-4-24 3 16,-8-17-2-16,2-6 2 15,9-2 4-15,-5 21-5 16,-4 7 16-16,4 21-11 15,2 9 10 1,4 7-5-16,5 12-12 0,1 0-30 16,-9 0-56-16,-10 31 27 15,-15 30 39-15,-7 8 13 16,7-10-14-16,18-23 13 16,16-4-10-16,6-15-52 15,0-17-96-15,0 0-350 16</inkml:trace>
  <inkml:trace contextRef="#ctx0" brushRef="#br0" timeOffset="-120727.39">18589 3084 98 0,'0'0'406'16,"0"0"-394"-16,0 0 9 15,0 0 22-15,0 0-43 16,0 0-53-16,-208 204-110 0</inkml:trace>
  <inkml:trace contextRef="#ctx0" brushRef="#br0" timeOffset="-120211.35">19404 2992 346 0,'0'0'58'0,"0"0"8"15,0 0 97-15,0 0-47 0,0 0-35 16,0 0 1 0,12 0-27-16,-12-21-20 0,0-23-14 15,0-8 8-15,0-13-19 16,0-7 17-16,0-3-19 15,0 26 3-15,0 9-10 16,0 16 2-16,0 16-6 16,0 4-14-16,0 4-8 15,-12 0-28-15,-3 0 33 16,-20 12-71-16,-11 24 31 16,-7 13-72-16,-6-5-97 15</inkml:trace>
  <inkml:trace contextRef="#ctx0" brushRef="#br0" timeOffset="-119578.46">16964 3424 439 0,'0'0'170'0,"0"0"-61"0,0 0 15 0,0 0-12 0,0 0-64 16,0 0 21-16,71-168-40 16,-31 112-1-16,7 4-27 15,-7 12-1-15,-12 7-11 0,-9 9-44 16,2 1-57 0,-2-2-74-16,-3 1-82 0,-16 20-229 15</inkml:trace>
  <inkml:trace contextRef="#ctx0" brushRef="#br0" timeOffset="-119378.48">16930 3043 529 0,'0'0'100'0,"0"0"-77"16,0 0 94-16,0 0-54 15,0 0-24-15,0 0-24 16,226 209-15-16,-186-189-11 0,-6-4-24 16,-6-16-83-16,-15 0-217 15</inkml:trace>
  <inkml:trace contextRef="#ctx0" brushRef="#br0" timeOffset="-118995.52">16489 3613 492 0,'0'0'162'15,"0"0"-142"-15,0 0-12 16,354 8 104-16,-66-8-28 15,112-25-37-15,93-34-3 0,50-21-38 16,6 0 47 0,-56 19-35-16,-78 17-18 15,-80 41-53-15,-68 3-123 0,-66 15-139 16</inkml:trace>
  <inkml:trace contextRef="#ctx0" brushRef="#br0" timeOffset="-118093.04">19723 4266 276 0,'0'0'213'0,"0"0"-185"0,0 0 13 0,0 0 6 16,0 0-24-16,0 0 13 15,0 5 10-15,0-5 19 16,0 0 3-16,0 0 37 16,0 0-50-16,0-12-20 15,0-32-31-15,0-16 17 16,0-9-7-16,0-7-10 15,-18 0-4-15,-4 20 5 16,4-5-10-16,-4 9-4 16,9 16-1-16,13 13-56 15,0 18-10-15,0 5 19 0,-34 44-13 16,-31 40-3 0,-43 12-81-16,-7-3-407 0</inkml:trace>
  <inkml:trace contextRef="#ctx0" brushRef="#br0" timeOffset="-117412.7">18492 4399 29 0,'0'0'14'0,"0"0"62"0,0 0 49 0,0 0-85 0,0 0-35 16,0 0 59-16,0 8 29 15,0 3-8-15,0 6-12 16,0-4-8-16,0-10 25 0,0-3-56 15,0 0 4-15,0-3-6 16,0-42-11 0,0-20 2-16,0-18 13 0,0-6-11 15,0 1-6-15,0 8-10 16,0 7-9-16,-24 13-12 16,-4 17-58-16,22 19 46 15,-1 15 22-15,7 9-14 16,0 0-6-16,-6 36-55 15,6 20 50-15,-6 8-130 16</inkml:trace>
  <inkml:trace contextRef="#ctx0" brushRef="#br0" timeOffset="-116680.55">18809 5317 285 0,'0'0'102'0,"0"0"-57"0,0 0 25 16,0 0 1-16,0 0-30 15,0 0 13-15,0 0 59 16,0-11-63-16,-16-22 16 15,4-19-8-15,6-12-15 0,6-16-35 16,0-4 14-16,0-4-22 16,0 15-16-16,0 13-5 15,0 24-3-15,0 16-6 16,0 20-4-16,0 0 3 16,-28 40 12-16,-19 28 9 15,-12 4 7-15,-3-11-23 16,3-10-51-16,19-18-132 15</inkml:trace>
  <inkml:trace contextRef="#ctx0" brushRef="#br0" timeOffset="-116145.83">17751 5566 441 0,'0'0'144'0,"0"0"-14"0,0 0 21 0,0 0-82 0,0 0-26 0,0-249-3 15,0 153-8 1,-6 0-4-16,-22 0-3 16,-3-1-25-16,22 14-3 15,-10-2-25-15,13 24-56 0,0 30 37 16,-10 31-10-16,16 31-59 15,0 58 66-15,-12 19 28 16,0 0-124-16</inkml:trace>
  <inkml:trace contextRef="#ctx0" brushRef="#br0" timeOffset="-115748.55">17091 5899 455 0,'0'0'124'0,"0"0"-61"0,533 24 56 16,-198-24-41-16,87-24-49 15,52-40-27-15,19-20 17 16,-25 15 7-16,-46 17-26 16,-68 24-55-16,-60 20-198 15,-46 8-217-15</inkml:trace>
  <inkml:trace contextRef="#ctx0" brushRef="#br0" timeOffset="-114798.67">17959 6653 250 0,'0'0'67'0,"0"0"-65"0,0 0 36 0,0 0 1 0,0 0 16 16,0 0-16-16,47 72 51 16,-47-72 1-16,0 0 3 15,0 0-23-15,0 0-4 16,0 0-13-16,0-16-37 15,0-28-1-15,6-20-7 16,6-21 14-16,-2 1-21 0,-4 4 1 16,-6 0-3-16,0 16-29 15,0 23 19-15,0 13-17 16,0 25 14-16,0 3-16 16,0 8 13-16,0 36-8 15,-34 12 15-15,-13-4 5 16,7-4-67-16,21-15-158 15,19-10-97-15</inkml:trace>
  <inkml:trace contextRef="#ctx0" brushRef="#br0" timeOffset="-114325.12">18815 6200 238 0,'0'0'326'0,"0"0"-326"0,0 0-22 0,0 0 22 0,0 0 16 0,0 0-16 16,146-28-4-16,-146 28-31 15,0 23 15-15,0 26 8 16,-41 3 12-16,-11 4-78 16,18-4 8-16,3-4 70 15,3-15 81-15,21-14-42 16,7-7 23-16,0-12 8 15,0 0-43-15,47 0 3 16,27 0 10-16,13-23-18 16,0 2 30-16,0 6-3 15,-16 10-17-15,-3 5-8 0,-9 0-14 16,-18 0-10-16,5 0-3 16,-6-3-86-16,16-10-174 15,-9-7-98-15</inkml:trace>
  <inkml:trace contextRef="#ctx0" brushRef="#br0" timeOffset="-113865.6">20012 6400 659 0,'0'0'180'0,"0"0"-175"0,0 0 65 0,0 0-8 0,0 0-52 0,0 0 23 15,34-120-13-15,-28 68-2 16,13-4 12 0,-7 4-8-16,4-4-22 0,-4-5 0 15,10 12-27-15,-4 13-7 16,-11 17-55-16,-7 19 42 15,0 0 21-15,0 32 6 16,-19 12 19-16,-21 16 1 16,-7-16 0-16,7-20-65 15,6-16-216-15</inkml:trace>
  <inkml:trace contextRef="#ctx0" brushRef="#br0" timeOffset="-112417.45">19016 2177 192 0,'0'0'152'0,"0"0"-85"0,0 0-1 0,0 0-4 16,0 0-18-1,0 0 13-15,7 12-18 16,-1-12 13-16,-6 0-15 0,6 9-4 16,6 2-6-16,4-3-12 15,9 1 3-15,9-6-16 16,0 2 4-16,13 3 1 16,5-5-2-16,10-3 0 15,3 0 9-15,-3 0-5 16,-9 0 5-16,0 0 3 15,-13 0-10-15,0 0 1 16,-5 0-1-16,5-19-14 16,6-9 1-16,7-8 4 15,6 3-28-15,-13-3 28 16,-18 16 2-16,-9 4 1 0,-19 0-1 16,0-1-1-16,0 2-14 15,0 2-26-15,0 10 31 16,0 3-12-1,0 0 10-15,0 0-61 0,-31 0-124 16</inkml:trace>
  <inkml:trace contextRef="#ctx0" brushRef="#br0" timeOffset="-111301.91">19047 3364 282 0,'0'0'54'0,"0"0"-52"0,0 0 21 0,0 0-6 0,0 0 3 16,0 0 49-16,0 0-14 16,0 0 1-16,0 0 0 15,0 0 15-15,0 0-33 16,0 0 4-16,0 0-19 16,0 0-6-16,0 0-1 0,0 0-7 15,0 0 6 1,0 0-6-16,0 0 6 15,22 0-13-15,31 8 33 0,6 0-27 16,37 0 1 0,-9-8-7-16,-7 0 1 0,13 0-3 15,-21 0-13-15,2 0-28 16,1 0 35-16,-17-8 1 16,-5-16-16-16,3-8 16 15,-10-4 10-15,-5 4-1 16,-1-4 8-16,-9 0-12 15,-3 8 20-15,-28 8-15 16,12 7 4-16,-12 5-3 16,0 5 23-16,0 3-25 15,0 0-4-15,0 0-10 0,10 0 10 16,-10 0 13-16,0 0-11 16,0 0 2-16,0 0-2 15,0 0-4-15,0 0-22 16,0 0-51-16,0 0-145 15,-75 0-340-15</inkml:trace>
  <inkml:trace contextRef="#ctx0" brushRef="#br0" timeOffset="-107587.21">18508 6441 91 0,'0'0'108'0,"0"0"-23"0,0 0-47 0,0 0-16 15,0 0-9-15,0 0 13 16,0 0 21-16,0-5 8 16,0 5 19-16,0 0-17 15,0 0 6-15,0 0-48 16,0 0-12-16,0 0-3 16,0 0-18-16,0 0-16 15,0 0 30-15,0 0 4 0,0 0 29 16,0 0 32-16,0 0-27 15,0 0 8-15,0 0-24 16,0 0-18-16,0 0-6 16,0 0 3-16,0 0-15 15,0 0 15-15,0 0 3 16,6 0 2-16,-6 0 25 16,6 0-21-16,-6 0 14 15,0 0-20-15,0 0 0 16,7 0-1-16,-1 0-5 15,9 0 5-15,-9 21 2 16,7 7 13-16,-7 11-10 16,0 5 18-16,-6 9-10 15,0-1 7-15,0-4-6 16,0-4-13-16,-6 0-4 16,-19-3-76-16,-9-2-73 0,6-14-141 15</inkml:trace>
  <inkml:trace contextRef="#ctx0" brushRef="#br0" timeOffset="-104640.21">15252 16731 463 0,'0'0'203'0,"0"0"-176"0,0 0 66 0,0 0-45 0,0 0-5 16,0 0-15-16,382 116-3 15,-317-108-5-15,-9 9 20 16,-19-6-12-16,-9 2-19 15,-7-10-9-15,-8 2-19 16,-7-5-23-16,-6 0-126 16,0 0-215-16</inkml:trace>
  <inkml:trace contextRef="#ctx0" brushRef="#br0" timeOffset="-104424.03">15113 16555 621 0,'0'0'270'16,"0"0"-248"-16,0 0 42 0,0 0-3 16,0 0-34-1,0 0-27-15,394 4-50 16,-329-37-46-16,-25 5-105 15,-18 13-248-15</inkml:trace>
  <inkml:trace contextRef="#ctx0" brushRef="#br0" timeOffset="-103658.3">17091 17068 245 0,'0'0'230'0,"0"0"-125"0,0 0 49 0,0 0-83 0,0 0-58 0,0 0 2 16,-16-105-6-16,16 50 33 15,0-9 32-15,0-20-20 16,0-17-39-16,0-11-15 16,0-9-15-16,22 13-20 15,-9 16-64-15,-13 20 9 16,6 40-46-16,-6 32 80 16,0 0 36-16,0 40 20 15,0 28 6-15,-41 20-1 0,-5-8-5 16,15-16-29-16,15-15-46 15,16-17-125-15</inkml:trace>
  <inkml:trace contextRef="#ctx0" brushRef="#br0" timeOffset="-103292.16">17630 16687 220 0,'0'0'349'16,"0"0"-322"-16,0 0 26 0,0 0 52 15,0 0-79-15,0 0 9 16,276 140-19-16,-204-164 11 15,8-16 1-15,-18-4-15 16,-21-3 4-16,-23-10-13 16,-18-11-8-16,0-12-8 15,0-5-24-15,-52 9-114 16,-10 28-38-16,-16 33 80 16,-3 15 108-16,7 15 20 15,6 50 13-15,3 18-33 16,24-6-3-16,13-9-40 15,28-28-141-15</inkml:trace>
  <inkml:trace contextRef="#ctx0" brushRef="#br0" timeOffset="-102975.64">18254 16691 614 0,'0'0'0'0,"0"0"14"15,0 0 12-15,0 0 14 0,0 0-1 16,0 0 11 0,238 61-36-16,-182-61 10 0,-3 0-6 15,-7-36-12-15,1-21-6 16,-13-15-15-16,-15-12 1 15,-19-9-37-15,0 17-46 16,0 21-39-16,-41 19 54 16,1 27 82-16,3 9 26 15,9 0-19-15,0 36-5 16,3 24-2-16,4 8-18 16,8-4-76-16</inkml:trace>
  <inkml:trace contextRef="#ctx0" brushRef="#br0" timeOffset="-102608.85">19150 16844 442 0,'0'0'177'15,"0"0"-107"-15,0 0-15 16,0 0-55-16,406 0-33 0,-297-69 33 16,-10-15 2-16,-31-8 0 15,-62-4 44-15,-6 3 4 16,-34 21-22-16,-53 8-25 15,0 16-2-15,-12 28 4 16,3 20-10-16,3 0-23 16,19 24 26-16,9 40-18 15,18 12-43-15,31-3-82 16,16-26-223-16</inkml:trace>
  <inkml:trace contextRef="#ctx0" brushRef="#br0" timeOffset="-101942.42">20545 16526 438 0,'0'0'283'0,"0"0"-283"0,0 0 0 0,0 0-16 16,0 0-20-16,0 0 7 16,0-7 29-16,0 7 14 15,0 0 18-15,0 0 58 16,-6 0-49-16,-6 4-18 0,5-4-14 16,7 0-9-16,0 0-43 15,0-20-244-15</inkml:trace>
  <inkml:trace contextRef="#ctx0" brushRef="#br0" timeOffset="-100144.43">21382 16816 284 0,'0'0'0'0,"0"0"-23"0,0 0 23 16,0 0 42-16,0 0 31 15,0 0-19-15,0 0-19 16,-15 0 39-16,15 0-31 15,0 0-26-15,0 0-14 16,0 0 29-16,0 0-6 16,0 0 24-16,0 0-7 15,0 0-10-15,0 0-13 0,0 0-13 16,0 0 13-16,-13 0-20 16,13 0 25-16,0 0-17 15,0 0 17-15,0 0-16 16,0 0 14-16,0 0-23 15,0-25-5-15,0-22 5 16,0-30 16-16,0-11 16 16,0-8-26-16,0 8 3 15,0 11-8-15,0 13-2 16,0 16-43-16,-6 16 26 16,6 20 18-16,-6 12-23 15,0 0 20-15,-4 20-83 0,-2 41 77 16,-16 34 18-16,-9 10-9 15,9-14 0-15,-6-22-70 16,15-33-153-16,13-36-104 16</inkml:trace>
  <inkml:trace contextRef="#ctx0" brushRef="#br0" timeOffset="-99761.33">22015 16579 181 0,'0'0'330'0,"0"0"-290"0,0 0 25 0,-87 237 53 0,68-177-80 0,19-9-8 0,-6-2-30 15,6-13-8-15,0-11-31 16,0-18-47-16,0-7-158 16</inkml:trace>
  <inkml:trace contextRef="#ctx0" brushRef="#br0" timeOffset="-99112.6">22492 16118 3 0,'0'0'324'0,"0"0"-182"0,0 0-48 0,0 0 11 0,0 0-51 16,0 0-11-16,-15-13-42 16,15-2-1-16,0-1 14 15,34 0 11-15,0 8-2 16,0 8-14-16,-3 0 23 15,9 0-30-15,1 8 5 16,-7 31 4-16,-28 18-22 16,-6 27 10-16,0 1-26 15,0 18-35-15,-6-6-23 16,-22-9 3-16,3-24 12 0,25-16 68 16,0-27 2-16,0-13 14 15,47-8-1-15,40 0-13 16,18-5 0-16,28-26 29 15,10 6 43-15,-10 9-72 16,-12 13-5-16,-22 3 2 16,-40 0 1-16,-12 31-40 15,-26 2 13-15,-14-2-66 16,-7-18-245-16</inkml:trace>
  <inkml:trace contextRef="#ctx0" brushRef="#br0" timeOffset="-98529.7">23813 16579 246 0,'0'0'102'16,"0"0"-18"-16,0 0 1 0,0 0-20 0,0 0-33 15,0 0 0-15,0 68-15 0,0-68 38 16,0 0 12-1,0 0 11-15,0 0-22 0,0 0-16 16,-12-16-40-16,-1-36-23 16,7-24 23-16,6-17 1 15,0-11 19-15,-15-8-20 16,-4 0-16-16,-15 11-51 16,6 25 10-16,9 32 0 15,7 33 57-15,-3 11 0 16,2 23 1-16,-15 45 6 15,10 24-7-15,-16 13-2 16,-1-5-138-16,-5-15-196 16</inkml:trace>
  <inkml:trace contextRef="#ctx0" brushRef="#br0" timeOffset="-96912.95">24511 16691 317 0,'0'0'154'16,"0"0"-104"-16,0 0-27 0,0 0-3 0,0 0-20 0,0 0 36 15,18-11 9-15,-18 6 47 16,13 5-11-16,-7 0-6 16,3 0-12-16,16-3-51 15,16-6 9-15,11-7-4 16,16 0-5-16,7-9-12 0,-4 6-1 16,-9 7-22-1,-15 4-17-15,-13 4-24 0,-16 4-27 16,-5 0-60-16,-4 0 7 15,-9 0-233-15</inkml:trace>
  <inkml:trace contextRef="#ctx0" brushRef="#br0" timeOffset="-96713.99">24610 16395 593 0,'0'0'265'0,"0"0"-263"0,0 0 27 16,0 0 6-16,0 0-21 15,347 31-14-15,-254-31-28 16,-18-16-68-16,-35 9-140 16,-40-9-141-16</inkml:trace>
  <inkml:trace contextRef="#ctx0" brushRef="#br0" timeOffset="-86056.68">26489 16755 349 0,'0'0'100'0,"0"0"-82"0,0 0 20 0,0 0-38 0,0 0 0 0,0 0 0 15,0 0 12-15,0 48-4 16,0-43 58-16,0-5 3 15,0 0-45-15,0 0 5 16,0 0-29-16,0 0 0 16,0 0-12-16,0 0 12 15,0 3 3-15,0 10 30 16,0-1-5-16,-15-1-16 16,15-3 12-16,0-3-18 15,0-2 1-15,-13 2 0 16,13-1 6-16,0 0-5 15,0-4 12-15,0 0-7 0,0 0 13 16,0 0-3-16,0 0 1 16,0 0-15-16,-6 0 0 15,0 0 20-15,-10 0-13 16,10-13 10-16,0-23-26 16,0-16 15-16,-7-15-8 15,13-18-7-15,-15-12-3 16,2-3-1-16,-5 8-11 15,2 8-2-15,16 20 11 16,0 28 3-16,0 16-2 16,0 20 10-16,0 0-1 15,-18 0-4-15,-16 36 1 0,-1 4-7 16,1 8 3-16,28 0-8 16,-12 4 3-16,2 4-30 15,-3 1-63-15,7-5-52 16,-16-4-119-16</inkml:trace>
  <inkml:trace contextRef="#ctx0" brushRef="#br0" timeOffset="-84391.85">27305 16122 44 0,'0'0'227'0,"0"0"-203"0,0 0-24 0,0 0-19 15,0 0-24-15,0 0 43 16,0 0 4-16,0 0 31 16,0 0 46-16,0 0 34 15,0 0-35-15,0 0-24 16,0 0-18-16,0 0 11 15,0 0-33-15,0 0 24 16,0 0-7-16,0 0 4 16,0 0-22-16,12-9-1 15,0 1 6-15,29-7-12 0,-1 7 19 16,7 3-4 0,-1 5-18-16,-6 0-4 0,1 0-1 15,-13 33 0-15,-22 11-14 16,-6 8-2-16,0 16-4 15,0 4-14-15,-22 8-3 16,-3 0 33-16,-3 1 4 16,22-13 9-16,0-7 9 15,6-14 15-15,0-22-14 16,0-14-13-16,0-11-6 16,40-3-14-16,35-46 14 15,18-3 4-15,6 12 30 16,0 12-33-16,-18 12-2 15,-19 16-37-15,-22 0-30 0,-34 0-33 16,-6 4-42-16,0 17-118 16</inkml:trace>
  <inkml:trace contextRef="#ctx0" brushRef="#br0" timeOffset="-83774.66">28381 16703 146 0,'0'0'46'0,"0"0"44"0,0 0 14 0,0 0-38 0,0 0-13 0,0 0 15 16,46 0-16-16,-46 0-18 16,0-8 10-16,0-7 5 15,0-2-18-15,0-7 9 16,0-9-10-16,-6 2 29 15,-10-13-25-15,-2-8-6 16,-4-24-26-16,16-25-4 16,0-7-3-16,6-4-19 15,0 16 14-15,0 27 7 16,0 33 1-16,0 24 4 0,0 12 21 16,0 0-20-1,-13 17-3-15,-21 22-4 0,6 9-5 16,10-4-59-16,5-3 7 15,-9 6 2-15,-12 2-71 16,-12 7-187-16</inkml:trace>
  <inkml:trace contextRef="#ctx0" brushRef="#br0" timeOffset="-70587.21">28833 16446 175 0,'0'0'61'0,"0"0"-21"0,0 0-1 0,0 0 29 15,0 0 1-15,0 0 3 16,0 0-25-16,-18 69-34 16,18-58 28-16,0 6-10 15,12 3 24-15,0 0-53 16,-2-12 16-16,2 0-13 15,1-8 12-15,2 0 30 16,4 0-22-16,-7 0 8 0,4 0-11 16,2 0 1-16,10 0-18 15,-3-12-8-15,-3-28 10 16,2-17-13-16,10 1 12 16,-18-8-12-16,-4 9-10 15,-12 6-7-15,0 9 23 16,0 8 0-1,0 12 12-15,0-4-8 0,0 0 13 16,0 0-8-16,0-4-18 16,-21 7 9-16,-26-7-2 15,-6 16-10-15,7 9-28 16,-1 3-30-16,13 0-27 16,-12 15 17-16,12 21-171 15</inkml:trace>
  <inkml:trace contextRef="#ctx0" brushRef="#br0" timeOffset="-63675.64">27075 16547 13 0,'0'0'526'0,"0"0"-476"0,0 0 45 0,0 0-12 0,0 0-36 16,0 0 4-16,-12 0-19 15,12 0 12-15,-6 0-2 16,6 0 1-16,0 0-41 16,0 0-2-16,0 0-14 15,0 0-31-15,0 0-43 16,-7 0-80-16,-14 0-86 15</inkml:trace>
  <inkml:trace contextRef="#ctx0" brushRef="#br0" timeOffset="-62509.89">29636 16603 209 0,'0'0'28'0,"0"0"-16"0,0 0 10 0,0 0 62 0,0 0 12 16,0 0 5-16,7-4-10 16,-7 4 7-16,0 0-12 15,6 0-48-15,-6 0-12 16,0 0-26-16,0 0 10 16,0 0-6-16,0 16 25 15,0 20 8-15,0 4 2 16,0 0-26-16,0 4-11 15,0-8-2-15,0 0-15 16,0-7-17-16,0-6-81 16,0-6-158-16</inkml:trace>
  <inkml:trace contextRef="#ctx0" brushRef="#br0" timeOffset="-61977.4">30064 16523 92 0,'0'0'410'0,"0"0"-385"0,0 0-21 0,0 0 36 15,0 0 1-15,0 0 23 0,174 16 1 16,-128-29-44-16,-18-23 17 16,-3 0-3-16,-19-20-2 15,4-12-17-15,-10-4-10 16,0 4 14-16,0 19 16 15,0 21-2-15,-10 20-9 16,-8 8-6-16,-10 0-5 16,9 0-14-16,-9 0-18 15,3 5-16-15,-9 15-24 16,0 16-28-16,9 4-137 16,4-8-309-16</inkml:trace>
  <inkml:trace contextRef="#ctx0" brushRef="#br0" timeOffset="-61527.69">31249 16282 263 0,'0'0'235'0,"0"0"-142"0,0 0 14 0,0 0-21 0,0 0-35 15,0 0-25-15,46-164-16 16,-102 151-2-16,-15 5-2 16,9 8 5-16,3 0 58 15,-3 8-26-15,3 33-8 0,6-1 3 16,13-8-38-16,18-16-12 15,16-16-65-15,6 0-82 16,0 0-290-16</inkml:trace>
  <inkml:trace contextRef="#ctx0" brushRef="#br0" timeOffset="-16732.94">24049 2326 93 0,'0'0'234'0,"0"0"-152"0,0 0-26 0,0 0-30 0,0 0-26 16,0 0 5-16,0 0-2 15,0 0 14-15,0 0 32 16,0 0 13-16,0 0 11 15,0 0-28-15,0 0-12 16,0 0-17-16,0 0-13 16,0 0-3-16,-22 0 0 15,-3 0-5-15,-21 0 1 0,-16 0 4 16,9 0 6 0,-6 0 8-16,-3 8-14 0,9 16 8 15,7-1-8-15,6 2 2 16,18-1-2-16,10-4 0 15,12 0-9-15,0-1 6 16,0-2-3-16,27-4 4 16,45-6-1-16,15-3 2 15,9 4 2-15,9 4 17 16,4 4-15-16,-23 4 6 16,-14 8-7-16,-16-7-2 0,-10 7 0 15,-15 0-5 1,-9-4 2-16,-22 4-10 0,0 11 13 15,-13 10 0-15,-61 7 1 16,-19 0-1-16,0-12-12 16,-3-8-50-16,3-16 39 15,28-20-4-15,-3 0-42 16,9-23-169-16</inkml:trace>
  <inkml:trace contextRef="#ctx0" brushRef="#br0" timeOffset="-16548.2">23733 2389 799 0,'0'0'1'0,"0"0"13"0,0 0-11 0,0 0-2 0,0 0-1 0,369 20-30 0,-261-35-136 15,-15-6-223-15</inkml:trace>
  <inkml:trace contextRef="#ctx0" brushRef="#br0" timeOffset="-14817.12">22229 2912 325 0,'0'0'99'0,"0"0"-26"0,0 0 3 15,0 0-17-15,0 0-35 16,0 0 11-16,96 59 1 16,-43-59 5-16,-1 0 6 15,10-12 13-15,10-20-21 0,-20-8-15 16,4-8 4-16,-16-9-27 15,-27 2-2-15,-13-9 6 16,0 3-15-16,0 1-27 16,0 16 27-16,-28 4-32 15,3 20 24-15,-9 8-42 16,6 12-26-16,10 4 10 16,-10 55-5-16,-6 15 9 15,15-2-157-15</inkml:trace>
  <inkml:trace contextRef="#ctx0" brushRef="#br0" timeOffset="-14600.39">23286 3224 488 0,'0'0'57'0,"0"0"-46"16,0 0-11-16,0 0-40 16,0 0-282-16</inkml:trace>
  <inkml:trace contextRef="#ctx0" brushRef="#br0" timeOffset="-13851.76">23112 3023 422 0,'0'0'87'0,"0"0"-32"0,0 0 7 0,0 0-7 15,0 0-3-15,0 0-2 16,0 125 23-16,0-65-32 16,0 4-6-16,0 5-10 15,-12-2-25-15,-3-7-1 16,-26 1-78-16,-11-9-22 16,-1-20-172-16</inkml:trace>
  <inkml:trace contextRef="#ctx0" brushRef="#br0" timeOffset="-13118.57">24830 3092 458 0,'0'0'72'0,"0"0"10"0,0 0 48 0,335-277-32 0,-189 172-37 15,-13 5-18-15,-12 9-31 16,-28 17-12-16,-37 18-36 16,-25 17-42-16,-3 23-117 15,-28-1-176-15</inkml:trace>
  <inkml:trace contextRef="#ctx0" brushRef="#br0" timeOffset="-12851.49">24923 2486 639 0,'0'0'200'15,"0"0"-200"-15,0 0-16 0,0 0-143 16,0 0-177 0</inkml:trace>
  <inkml:trace contextRef="#ctx0" brushRef="#br0" timeOffset="-12401.59">25760 3148 144 0,'0'0'124'16,"0"0"15"-16,0 0-34 15,0 0-86-15,0 0 4 16,0 0 36-16,-96 0 26 0,90 0-6 16,-12 0-4-16,11 4-1 15,-14 8-11-15,21-9-56 16,0 2-7-16,0-5-91 15,0 0-130-15,0 0-35 16,15 0-144-16</inkml:trace>
  <inkml:trace contextRef="#ctx0" brushRef="#br0" timeOffset="-11853.4">25131 2563 625 0,'0'0'106'0,"0"0"-23"0,0 0-12 0,0 0-61 0,0 0-2 16,0 0-15-16,74 47 10 16,-61-43-6-16,-13-4 2 15,0 0 1-15,0 0 12 0,0 0 6 16,0 0-18-16,0 0-1 15,0 0-3-15,0 0 4 16,0 0-8-16,0 0-4 16,0 0 8-16,0 0 3 15,22-12-42-15,9-27-152 16,15-18-277-16</inkml:trace>
  <inkml:trace contextRef="#ctx0" brushRef="#br0" timeOffset="15325.22">22592 13908 148 0,'0'0'222'0,"0"0"-174"0,0 0-20 0,0 0 2 0,0 0 9 16,0 0-15-1,0 0 22-15,0 0-11 0,0-4 19 16,0 4-8-16,0 0 9 16,0 0-29-16,0 0-24 15,0 0-4-15,0 0 2 16,0 0-3-16,0 0 6 16,6 0-9-16,-6 0 10 15,0 0-6-15,0 0 2 16,12 0 0-16,-6 0-4 15,28 0 8-15,-6 0-6 16,13 0 5-16,-1 0 1 16,7 0 1-16,-13 0-3 15,12 0 0-15,-6 0 10 16,-9 0-5-16,4 0-5 0,11 0 5 16,1 0-3-16,-1 0-5 15,10 0 12-15,3 0-8 16,-6 0-2-16,2 0-1 15,-14 0-1-15,-17 0 1 16,23 0-6-16,-19 0 0 16,6 0-6-16,-3 0 12 15,3-4 5-15,6 0-5 16,1 4-1-16,5 0-3 16,7 0 4-16,3 0 5 15,3 0-3-15,0 0 4 0,-10-5-3 16,-2 5 1-1,-7 0 0-15,-15 0-6 0,15 0 2 16,-12 0-1-16,-3 0-6 16,9 0 6-16,-6 0-2 15,-3 0 6-15,15 0 4 16,-6 0-5-16,0 0 2 16,-6 0-3-16,9 0 0 15,-3 5-1-15,-6-1 0 16,6 0 0-16,-9-4 2 15,3 4 1-15,12 4 0 16,-5-3-6-16,-4 6 9 16,9-3-12-16,-6-4 10 15,0 9-4-15,6-10 0 16,-6-3 6-16,-9 0-6 0,9 4 0 16,-15 0-4-1,3 4 11-15,6 0-14 0,3 4 12 16,9 0-7-16,6 1 4 15,1-2 0-15,-7 1-2 16,1 1 1-16,5-2 1 16,-12-6 3-16,13 18-10 15,-1-2 9-15,1-6-10 16,-7 6 10-16,7-9-6 16,-13-4 2-16,-6 0 0 15,-4 0 8-15,10 0-8 0,1-4 0 16,-8 7 0-1,14-3-6-15,-1-3 13 0,-3 3-6 16,13-4-1-16,-4 7-3 16,-5-6 1-16,-1 3 4 15,-9-4-1-15,-3 4 4 16,12 0-3-16,-6 0 6 16,13-8-12-16,-1 8 9 15,-5 0-5-15,5-8 1 16,1 9 3-16,-1-6-4 15,1 5 4-15,-13-4-5 16,6-4 8-16,0 8-4 16,7-4-3-16,-1 0 7 15,1 1-4-15,6-5-3 16,2 3-3-16,-2-3 3 0,-6 8 0 16,-7-8 0-16,0 8-3 15,1-8 15-15,-10 12-18 16,9-7 12-16,6-2-5 15,-5 2 3-15,-7-5-1 16,12 0 0-16,1 7-3 16,-1-3-1-16,10-4 1 15,-3 4 4-15,-7 1-3 16,1-2 3-16,-1 5 3 16,-11-3 9-16,5-5-6 15,-12 3-10-15,-3-3 3 16,9 0 5-16,0 8-11 15,-3-4 12-15,9 4-13 16,-6-3 4-16,7 3 0 0,-1 0 3 16,6-5-3-16,7 1 7 15,3-4-5-15,3 0 7 16,-19 0-6-16,13 8-4 16,0-3 7-16,2-2-11 15,10 5 7-15,4 1-2 16,-10-1 0-16,-7-8 2 15,-2 8-7-15,-10-5 11 16,-3-3-13-16,-2 0 10 16,11 0-8-16,16 0 4 15,-15 0 1-15,18 0-1 0,-10 0 3 16,-2 0-3 0,6 5 2-16,-3-2-2 15,-3 2 3-15,-7-5-8 0,1 0 12 16,-13 0-5-16,6 7-1 15,7-2 0-15,-7-2 0 16,6-3 4-16,1 0-7 16,6 0 8-16,6 0 3 15,-10 0-7-15,-9 0 26 16,-9 0-14-16,4 0 0 16,-1 0-7-16,12 0-5 15,13 0-2-15,9 0 3 16,7 0-1-16,-10 0 5 15,3 0-8-15,-9 0 8 0,-13 0-10 16,1 0 6-16,0 0-2 16,-7 0 0-16,6 0 0 15,4 0-2-15,3-8 6 16,6 1-9-16,-7-6-5 16,-2 2 9-16,-13 6 2 15,3-7 4-15,-5 12-5 16,-8 0 1-16,-2-8-2 15,3 8 4-15,0 0 0 16,-3-8-1-16,-3 0-2 16,12 8 5-16,-10-4-6 15,4 1 1-15,19-2-1 16,-13 5 1-16,6-3 0 0,-2 3-2 16,2 0 6-16,0-8-5 15,0 8 6-15,7-5-10 16,-1 5 8-16,-11 0-3 15,5 0 0-15,-6-3 1 16,-6-2 0-16,12-7 3 16,-9 12-8-16,3-8 8 15,7 8-8-15,-13 0 12 16,3-8-10-16,3 5 2 16,0-2 0-16,6 1 0 15,7 4 3-15,-13-11-6 16,25 6 9-16,-13-3-14 0,1-8 10 15,-1 1-4 1,4 2 4-16,-13 1 0 0,3 1-1 16,-6 2 0-16,-6 5-1 15,-3 0-6-15,3 4 2 16,-6 0 8-16,-4 0-6 16,-5-8 6-16,8 8-5 15,-2 0 6-15,9-5-6 16,6 5 4-16,-9-3-6 15,9-1 2-15,0 4 1 16,6-4-4-16,-6-4 8 0,-3 4 4 16,-3 0-4-1,0 4 1-15,3-4-3 16,-15 4 3-16,15-5 4 16,-10-3-9-16,-8 8 0 0,9-3 7 15,-4-1-13-15,-12 4 16 16,10 0-20-16,-10 0 11 15,0 0-1-15,7 0 3 16,2-8 0-16,-2 8 0 16,5 0 1-16,4-5-5 15,-10 5 9-15,10 0-11 16,-10-3 7-16,-5 3-8 16,-1-5-3-16,-6 5-12 15,0 0 1-15,0 0-37 0,0 0-51 16,-99 28-228-16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14:00.5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25391 11674 289 0,'0'0'150'0,"0"0"-110"0,0 0-18 16,0 0 1-16,0 0-18 0,0 0 24 15,0 0 9-15,0 0-7 0,0 0 40 16,0 0 17-1,0 0-43-15,0-3-37 0,0 3 4 16,0 0-7-16,0 0 2 16,0 0 0-16,0 0-5 15,0 0 17-15,0 0-9 16,0 15 22-16,0 29-7 16,0 28-1-16,-12 13-11 15,-16 7-6-15,16-4-7 16,-1-19 0-16,13-22-16 15,0-11-62-15,13-31-37 16,46-5-116-16,15-16-8 16</inkml:trace>
  <inkml:trace contextRef="#ctx0" brushRef="#br0" timeOffset="299.83">25398 11278 111 0,'0'0'354'0,"0"0"-249"16,0 0 6-16,0 0 6 0,0 0-44 15,0 0-11-15,0 0-51 16,0 0-11-16,0 0-29 16,0 0 12-16,0 0-12 15,0 0-32-15,0 7-78 16,0 1-113-16</inkml:trace>
  <inkml:trace contextRef="#ctx0" brushRef="#br0" timeOffset="748.92">26213 12267 620 0,'0'0'66'0,"0"0"-3"0,0 0 36 0,0 0-67 16,0 0-6-16,0 0-25 15,329-12-2-15,-301 12-19 16,-16 0-39-16,-12 0-71 16,0-11-106-16</inkml:trace>
  <inkml:trace contextRef="#ctx0" brushRef="#br0" timeOffset="931.32">26142 11843 698 0,'0'0'197'0,"0"0"-192"16,0 0 73-16,0 0-27 15,0 0-45-15,0 0-6 16,307 39-19-16,-227-39-108 16,-14-31-170-16</inkml:trace>
  <inkml:trace contextRef="#ctx0" brushRef="#br0" timeOffset="2513.29">27478 12288 173 0,'0'0'66'0,"0"0"-48"0,0 0 67 0,0 0 24 16,0 0-45-16,0 0-8 0,-40 48-11 15,40-40 30 1,0-5-8-16,-6-3-7 0,6 0-28 16,0 5-6-16,0-5-14 15,0 0-9-15,0 0 2 16,0 0-5-16,0-16 7 15,0-32-7-15,0-24-5 16,0-16-4-16,0-12 4 16,6-2 4-16,-6 11-48 15,12 18 42-15,-5 9-9 16,-1 32 8-16,3 16-1 16,-9 12 9-16,0 4 0 0,0 8-8 15,0 36 8 1,-34 20 0-16,-6-3-2 15,6-17-38-15,-1-1 14 0,11-14-49 16,14-1 9-16,10-8-42 16,0 0-40-16,0-8-159 15</inkml:trace>
  <inkml:trace contextRef="#ctx0" brushRef="#br0" timeOffset="2863.62">27652 11954 188 0,'0'0'178'0,"0"0"-160"0,0 0 33 16,0 0 49-1,0 0-11-15,0 0-13 0,121 246-50 16,-84-210-24-16,19-12-1 15,-10-12-1-15,7-12 9 16,-13 0 27-16,13-25 7 16,-6-39-8-16,-1-8 10 15,-6-20-35-15,-18-4-10 16,-10-1-33-16,-12 17-14 16,0 8-18-16,-12 20-3 15,-50 27-51-15,-3 25 76 0,-3 0 22 16,-4 38 20-1,4 21 1-15,0 1-69 0,43-12-119 16,3 1-41-16</inkml:trace>
  <inkml:trace contextRef="#ctx0" brushRef="#br0" timeOffset="3280.81">29029 11658 547 0,'0'0'161'0,"0"0"-116"0,0 0 16 0,0 0-13 0,0 0-11 15,-190 257 4-15,138-177-11 0,-1 4-23 16,0-12-7-16,25-23-15 16,0-13-37-16,10-17-49 15,-16-19-61-15,9 0-128 16</inkml:trace>
  <inkml:trace contextRef="#ctx0" brushRef="#br0" timeOffset="3468.61">28560 11671 956 0,'0'0'52'16,"0"0"-29"-16,0 0 12 16,0 0-35-16,0 0-24 15,0 0-78-15,87 27-138 16</inkml:trace>
  <inkml:trace contextRef="#ctx0" brushRef="#br0" timeOffset="3696.28">29149 12247 620 0,'0'0'177'0,"0"0"-177"16,0 0-7-16,0 0-129 15,0 0-518-15</inkml:trace>
  <inkml:trace contextRef="#ctx0" brushRef="#br0" timeOffset="4762.16">29047 12203 338 0,'0'0'54'0,"0"0"-54"0,0 0-8 16,0 0 8-16,0 0 14 15,0 0-3-15,0 0-9 16,0 5 41-16,0-5 53 16,0 0 3-16,0 0-29 0,0 0-13 15,0 0-39 1,0 0-18-16,0 0-6 15,0 0-13-15,0 0 9 16,0 0-29-16,0 0 35 0,0 0 0 16,0 0-37-16,0 0-165 15</inkml:trace>
  <inkml:trace contextRef="#ctx0" brushRef="#br0" timeOffset="5427.87">29776 12239 3 0,'0'0'265'0,"0"0"-199"0,0 0-40 0,0 0 7 16,0 0-4-16,0 0 28 15,22-152-6-15,-4 96 21 16,4 0-18-16,-4 4 0 0,4 3-39 16,3 1-15-16,-3 20-17 15,9 9-35-15,-3 19-15 16,-7 0-37-16,4 23 104 15,-3 37 29-15,9-7 51 16,-3 7-36-16,-7-16-36 16,-2 8-8-16,-13-8-6 15,-6-4-3-15,0-4-13 16,0-8 3-16,0 0 9 16,0-15-29-16,-12-13-164 0</inkml:trace>
  <inkml:trace contextRef="#ctx0" brushRef="#br0" timeOffset="5549.35">29776 12239 766 0</inkml:trace>
  <inkml:trace contextRef="#ctx0" brushRef="#br0" timeOffset="5643.61">29776 12239 766 0,'214'-204'44'0,"-127"184"12"15,-1 8 60-15,7 4-60 16,-12 8-103-16,-47 0-78 16,-6-5-134-16,-22 5-329 15</inkml:trace>
  <inkml:trace contextRef="#ctx0" brushRef="#br0" timeOffset="5943.21">30452 12108 180 0,'0'0'0'15,"0"0"-99"-15</inkml:trace>
  <inkml:trace contextRef="#ctx0" brushRef="#br0" timeOffset="6043.46">30452 12108 117 0,'-53'0'199'0,"53"0"-31"16,0 0-54-16,0 0-33 15,0 0-81-15,0 0-120 16,0 0-430-16</inkml:trace>
  <inkml:trace contextRef="#ctx0" brushRef="#br0" timeOffset="6694.67">31295 12291 376 0,'0'0'140'0,"0"0"-64"0,0 0 48 0,0 0-39 0,0 0-85 0,0 0 5 15,-9-60 0-15,18 12 0 16,10-4 15-16,-7 4-13 15,-3 0 11-15,-2 3-9 16,-1 9-10-16,-6 13 1 16,6 15-42-16,-6 0-56 15,0 8 26-15,0 8 31 16,0 31 41-16,0 6 39 16,0-9 7-16,0-20-6 15,0-4-32-15,0-12-8 16,0 0 0-16,28 0 0 15,12 0 26-15,7 0 18 0,-1 0 2 16,7 0-20-16,-6 0 1 16,5 0-22-16,-5 0 1 15,-1 0-6-15,-12 32-7 16,-12 9 4-16,-22 6 3 16,0 9 0-16,0 1-3 15,0-17-108-15,0-20-304 16</inkml:trace>
  <inkml:trace contextRef="#ctx0" brushRef="#br0" timeOffset="7126.43">32284 12144 495 0,'0'0'15'0,"0"0"-9"0,0 0-6 0,0 0-33 16,0 0-25-16,0 0 58 15,0 7 0-15,0-7 56 16,0 0 65-16,0 0-13 15,0 0-60-15,-15 0-48 16,15 0-72-16,0 0-89 16,0 0-44-16</inkml:trace>
  <inkml:trace contextRef="#ctx0" brushRef="#br0" timeOffset="11306.37">27670 14160 315 0,'0'0'81'0,"0"0"-15"0,0 0-12 0,0 0-15 0,0 0 6 0,0 0-2 15,0 0-7-15,28 37-33 16,-28-37 1-16,0 0 0 15,0 0 0-15,0 0-2 16,0-16 10-16,0 8-7 16,0 3-4-16,0 5 14 15,0 0 23-15,0 0-37 16,0 0 0-16,0 0-2 16,0 0-62-16,0 0-139 15</inkml:trace>
  <inkml:trace contextRef="#ctx0" brushRef="#br0" timeOffset="11705.76">27698 13619 471 0,'0'0'87'0,"0"0"-62"16,0 0-1-16,0 0 5 15,0 0-24-15,0 0-5 16,199-160-15-16,-184 124 0 15,-15 0 15-15,0 3 9 16,0 5 18-16,-6 4 25 16,-28 1-52-16,6-2-2 15,-12 17 2-15,9 8 0 0,-10 0 10 16,1 0 2-16,12 36-1 16,16 8-11-16,12 1-36 15,0-6-66-15,0-15-215 16</inkml:trace>
  <inkml:trace contextRef="#ctx0" brushRef="#br0" timeOffset="12488.35">29202 14101 449 0,'0'0'162'0,"0"0"-102"0,0 0-18 0,0 0-37 0,87-221 11 0,-34 137-9 0,9 12 10 15,-3-1-13-15,-7 5-4 16,1 8-37-16,-13 16-52 15,7 12-3-15,-19 19-199 16</inkml:trace>
  <inkml:trace contextRef="#ctx0" brushRef="#br0" timeOffset="12588.41">29717 13607 106 0,'0'0'126'0,"0"0"-69"16,0 237 1-16,0-173-33 16,0 0-24-16,0-7-1 15,0-13 0-15,-12-8-1 0,2-21-57 16,10-15-140-1</inkml:trace>
  <inkml:trace contextRef="#ctx0" brushRef="#br0" timeOffset="12788.44">29568 13775 718 0,'0'0'85'0,"0"0"-79"16,0 0-4-16,0 0-2 15,0 0-56-15,0 0-108 16,282-39-301-16</inkml:trace>
  <inkml:trace contextRef="#ctx0" brushRef="#br0" timeOffset="13021.46">30498 13921 548 0,'0'0'489'15,"0"0"-441"-15,0 0-36 16,0 0-12-16,0 0-58 16,0 0-93-16,0 3-159 15</inkml:trace>
  <inkml:trace contextRef="#ctx0" brushRef="#br0" timeOffset="13490">31072 14112 555 0,'0'0'92'15,"0"0"-92"-15,0 0 9 0,74-208-9 16,-21 120 0-1,21 3 0-15,1 13-9 0,-16 13-6 16,3 18-6-16,-22 25 20 16,-15 16-47-16,-3 0 9 15,-10 8 39-15,-6 44 55 16,0 12-2-16,10 8-21 16,-4 5 1-16,7-10-22 15,3 10 8-15,-10 0-16 16,-6-5-1-16,-6-8 3 15,0-17-5-15,0-14-32 16,0-21-67-16,0-12-145 16</inkml:trace>
  <inkml:trace contextRef="#ctx0" brushRef="#br0" timeOffset="13704.77">31335 13852 183 0,'0'0'733'15,"0"0"-701"-15,0 0 7 16,0 0 40-16,0 0-56 16,0 0-23-16,245 0-21 15,-198 0-88-15,-25 0-134 16,-10 0-288-16</inkml:trace>
  <inkml:trace contextRef="#ctx0" brushRef="#br0" timeOffset="14120.8">31760 14173 505 0,'0'0'279'15,"0"0"-271"-15,0 0-8 16,0 0-24-16,0 0 22 16,0 0-5-16,96-72 6 15,-96 67 2-15,0 5 1 0,0 0 17 16,0 0 35-1,0 0-22-15,0 0-32 0,0 0-59 16,0 0-109-16,0 5-315 16</inkml:trace>
  <inkml:trace contextRef="#ctx0" brushRef="#br0" timeOffset="18083.43">13621 14481 236 0,'0'0'90'0,"0"0"-77"16,0 0-13-16,0 0 34 0,0 0-9 0,0 0 15 15,0 0-6-15,0 0 24 16,0 0 17-16,0 0-12 15,0 0-21-15,0 0-37 16,0 0 10-16,0 0 4 16,0 0-3-16,0 0 3 15,0 0 21-15,13 0-36 16,15 0 10-16,12 0-3 16,0 0 3-16,7 0-14 15,-1 0 4-15,1 0 0 16,-13 0 1-16,-3 0 9 15,-3 0-12-15,-16 0 8 16,16 0-9-16,-6 0 0 16,3 0 1-16,2 0-2 15,-2 0-5-15,3 0 5 16,0 0-2-16,-9 0 6 0,9 0-4 16,-16 0 5-16,10 0-5 15,-10 0 0-15,-6 0-3 16,28 0 0-16,1 0 3 15,11 0-1-15,1 0 2 16,-1 0 8-16,-12 0-6 16,13 0 4-16,-16 0-7 15,3 0 0-15,-12 0 4 16,-16 0-1-16,6 0-3 16,-12 0 0-16,6 0 0 15,10 0 1-15,-4 0 0 0,7 0 0 16,-4 0-2-1,10 0 0-15,-9 8 1 0,2-8-4 16,4 8 4-16,-16-8 4 16,0 0 0-1,1 0-7-15,-1 0 9 0,0 0 3 16,16 0 6-16,-10 0 3 16,10 0-4-16,3 0-12 15,2 0-4-15,-2 0 7 16,3 0-12-16,-15 0 19 15,8 8-23-15,-8-8 11 16,2 9-5-16,-9-6 2 0,1-3 3 16,5 0-7-1,-6 0-36-15,0 0 31 16,4 0 6-16,-10 0 6 0,6 0 5 16,-6 0 6-16,0 0-11 15,0 0-54-15,0-23-396 16</inkml:trace>
  <inkml:trace contextRef="#ctx0" brushRef="#br0" timeOffset="19614.9">12090 16459 371 0,'0'0'79'0,"0"0"-55"0,0 0 52 0,0 0-56 0,0 0-19 0,0 0-1 15,0 0 7-15,0 0 12 0,0 0 15 16,0 3 16-1,0 5-1-15,0 1-11 0,0-9-11 16,0 4-12-16,0-4 23 16,0 7-25-16,-7 6 16 15,1-5-24-15,0 0 14 16,6-8 3-16,0 0 9 16,0 0-18-16,0 0-5 15,0 0 9-15,0-8-17 16,0-36-2-16,-6-17 2 15,6-15 17-15,0-11-6 16,0-2-6-16,0 1-1 16,0 11-4-16,-16 18-9 15,16 23-11-15,-12 19 17 0,12 17-17 16,0 0-3-16,0 0 23 16,0 0-3-16,0 9-40 15,0 10 10-15,0 9 21 16,-6 8-3-16,-41 17 2 15,-9 11-69-15,4 0-120 16,-1-8-180-16</inkml:trace>
  <inkml:trace contextRef="#ctx0" brushRef="#br0" timeOffset="20317.16">12939 16470 33 0,'0'0'345'0,"0"0"-251"0,0 0-10 0,0 0-9 16,0 0 7-16,0 0 7 16,0 0-19-16,0-16-7 15,-6-20-6-15,-6-20-41 16,12-8 19-16,0-16-35 15,0 0 6-15,0 3-2 16,0 5-8-16,-16 16-1 16,16 17-7-16,0 22-13 0,0 13 13 15,0 4-25 1,0 0 8-16,0 36-25 0,-19 5-117 16,-2 3-275-16</inkml:trace>
  <inkml:trace contextRef="#ctx0" brushRef="#br0" timeOffset="20518.87">12626 16230 448 0,'0'0'281'0,"0"0"-263"16,0 0 59-16,0 0-8 0,0 0-11 15,0 0-35-15,205 0-7 16,-150 0-16-16,4-4-13 16,-6-16-48-16,-13 4-69 15,-6 8-173-15</inkml:trace>
  <inkml:trace contextRef="#ctx0" brushRef="#br0" timeOffset="21214.77">13854 16130 492 0,'0'0'226'0,"0"0"-207"0,0 0 32 0,0 0-21 0,0 0-30 15,0 0-10-15,-19 204-39 16,53-192-108-16,-3-12-4 16,10 0 54-16,-13 0 48 15,6 0 22-15,-16 0 26 16,-12 0-1-16</inkml:trace>
  <inkml:trace contextRef="#ctx0" brushRef="#br0" timeOffset="21431.97">13767 15729 446 0,'0'0'565'16,"0"0"-564"-16,0 0 7 0,0 0 12 16,0 0-20-16,0 0-2 15,0 55-26-15,0-55-69 16,0 0-49-16,0 0 47 16,0 0-14-1,-6 0-221-15</inkml:trace>
  <inkml:trace contextRef="#ctx0" brushRef="#br0" timeOffset="22430.26">14210 16695 484 0,'0'0'47'0,"0"0"-26"0,0 0 25 0,0 0 16 0,0 0-9 16,0 0 12-16,0 4-25 16,0-31 12-16,0-9 2 15,0-17 1-15,7-7-27 16,27-4-23-16,-3 0 1 16,9 7-6-16,-6 13-5 15,0 8-42-15,-15 21 24 0,-13 10-13 16,3 5 13-16,-2 0-10 15,5 16 33-15,-6 36 16 16,0 12 7 0,10 9-23-16,-4-13-14 0,7-8-37 15,3-8-82-15,5-12 16 16,-14-8-22-16,-13-7-79 16</inkml:trace>
  <inkml:trace contextRef="#ctx0" brushRef="#br0" timeOffset="22545.11">14210 16695 181 0</inkml:trace>
  <inkml:trace contextRef="#ctx0" brushRef="#br0" timeOffset="22645.87">14210 16695 181 0,'93'-233'673'0,"-93"233"-634"0,0 0-36 0,0 0 71 15,25 0-63-15,16 0-11 16,5 0-6-16,-12 0-56 16,6-3-21-16,-18-2-121 15,9 5-112-15</inkml:trace>
  <inkml:trace contextRef="#ctx0" brushRef="#br0" timeOffset="22997.19">14716 16547 497 0,'0'0'230'15,"0"0"-230"-15,0 0-52 16,0 0-12-16,0 0-33 16,0-93 81-16,9 85 12 15,-9 8 4-15,6 0-6 16,7 0 6-16,-1 5 7 15,10 19-4-15,3 4 18 16,9 0-1-16,0 4-2 16,0-8 8-16,6 0-7 15,-15-8-19-15,3-12 0 16,-16 1 14-16,4-5 13 0,-10 0 14 16,0 0-5-16,7-5 9 15,-7-31-19-15,9-16 2 16,-8-8-28-16,-7 3-70 15,0 10-39-15,0 6 21 16,0 9-27-16,0 16-250 16</inkml:trace>
  <inkml:trace contextRef="#ctx0" brushRef="#br0" timeOffset="23379.56">15252 16539 479 0,'0'0'24'0,"0"0"-19"0,0 0 12 15,0 0 10-15,0 0-17 16,0 0 7-16,273 60-10 0,-239-64 20 16,0-32-1-1,-9-12-22-15,-9-4 13 0,-4-1-14 16,-12 9-3-16,0 5-34 16,0 22 26-16,-19 9 1 15,-30 8-9-15,12 0 16 16,-13 8 90-16,3 24-78 15,7 9-12-15,28-2 0 16,12-11-72-16,0-12-84 16</inkml:trace>
  <inkml:trace contextRef="#ctx0" brushRef="#br0" timeOffset="23750.32">16201 16323 556 0,'0'0'241'0,"0"0"-193"0,0 0 22 0,0 0-10 16,0 0-56-16,0 0-4 15,313 23-19-15,-257-15-58 16,-31 0-6-16,-13 0-95 16,-12-8-63-16</inkml:trace>
  <inkml:trace contextRef="#ctx0" brushRef="#br0" timeOffset="23929.22">16201 16323 603 0,'155'-197'286'0,"-155"197"-234"16,12 0 30-16,35 0-7 15,6 0-65-15,9 0-10 16,-10-4-12-16,-5-21-57 16,-19 2-109-16,-28-1-327 15</inkml:trace>
  <inkml:trace contextRef="#ctx0" brushRef="#br0" timeOffset="26110.11">17745 16855 349 0,'0'0'134'0,"0"0"-47"0,0 0-12 0,0 0-7 0,0 0-29 0,0 0 26 15,0 0-47-15,-6 0 31 16,0 0-4-16,-4 0 3 15,4 0-22-15,-12 0-22 16,-23-11 14-16,-11-22-6 16,-17-6-7-16,4-17-3 15,-3-9 18-15,9-7-20 16,13-17-1-16,5 5-3 16,20-4-4-16,8 4 0 15,13 12 0-15,0 15 3 16,0 13-46-16,0 8-35 0,19 28-45 15,37 8-25-15,-10 0-93 16</inkml:trace>
  <inkml:trace contextRef="#ctx0" brushRef="#br0" timeOffset="26961.04">18468 16567 457 0,'0'0'88'0,"0"0"-79"0,0 0 29 0,0 0 16 0,0 0-24 15,0 0 8-15,0 3 14 16,0-3 16-16,0 0-7 16,-7 0-22-16,-14 0-28 15,15-19-11-15,-13-13-1 16,3-17 1-16,4-11 5 16,-10 4-1-16,10-4 15 15,-16 0-17-15,16-4 8 16,5-1-10-16,7 6-13 15,0 15-5-15,0 23-3 0,0 13 4 16,0 8 2-16,0 0-17 16,0 0 22-16,0 0 3 15,0 0 14-15,-18 29-7 16,-16 10 0-16,-7 6-5 16,7-1-20-16,28-4 0 15,6-8-89-15,0-21-96 16,0-11-220-16</inkml:trace>
  <inkml:trace contextRef="#ctx0" brushRef="#br0" timeOffset="27708.48">19255 16487 253 0,'0'0'154'0,"0"0"-115"0,0 0 6 0,0 0-14 0,0 0-12 0,0 0 20 0,0 3-20 15,0-3 15-15,0 0 26 16,0 0 30-16,0 0-22 16,0 0-34-16,0 0 7 15,0-7-30-15,0-25-11 16,0-21 0-16,-18-7 6 0,11-4 9 15,-8 0 2 1,3 4-4-16,-10 0 3 0,16-5-14 16,-1 13-2-1,1 4-5-15,6 17-41 0,0 14 14 16,0 17-8-16,0 0-21 16,0 0-42-16,0 4 40 15,-6 12-9-15,-10 4-203 16</inkml:trace>
  <inkml:trace contextRef="#ctx0" brushRef="#br0" timeOffset="27992.23">18976 16202 376 0,'0'0'152'0,"0"0"-139"15,0 0 23-15,0 0 66 16,0 0-15-16,0 0-47 16,279 8-24-16,-217-8-3 15,10 0-11-15,2 0 1 16,0 0-3-16,-8 0-5 15,-4 0-94-15,-4 0-102 0,-30 0-285 16</inkml:trace>
  <inkml:trace contextRef="#ctx0" brushRef="#br0" timeOffset="29941.02">20325 16555 218 0,'0'0'41'0,"0"0"36"0,0 0 24 0,0 0-36 0,0 0-13 16,0 0 8-16,0 51-25 16,0-51-15-16,0 0-6 15,0 0-5-15,34 0 29 16,0 0-14-16,13-15 25 16,-16-13-35-16,-3-16 32 15,6-5-14-15,-22-11 10 16,-6 4-38-16,-6-4-4 0,0 9-5 15,-12 2-11 1,-47 9 13-16,-9 12-9 0,3 7-8 16,-4 13-38-16,11 8 58 15,-4 0 1-15,3 25-1 16,12 19-35-16,25 3-46 16,22-2-45-16,0-5-38 15,0-8-209-15</inkml:trace>
  <inkml:trace contextRef="#ctx0" brushRef="#br0" timeOffset="30356.15">20908 16523 478 0,'0'0'69'0,"0"0"-24"0,0 0 30 0,0 0 32 0,-68 204-42 16,49-164-34-16,-3-4-22 15,16-3-9-15,-16-9-4 16,16-1-66-16,-12-10-93 15,11-13-255-15</inkml:trace>
  <inkml:trace contextRef="#ctx0" brushRef="#br0" timeOffset="30855.9">21627 16543 333 0,'0'0'216'0,"0"0"-171"0,0 0 8 16,0 0 27-16,0 0-14 16,0 0-27-16,0 0-10 15,0-4-7-15,0-24 20 16,0-21 11-16,-12-15-52 15,-1-4 15-15,7 8-12 16,-9 16 4-16,9 20 3 16,-1 12-11-16,1 8 0 15,6 4-10-15,0 0 1 16,-22-9-18-16,22 6 11 0,-12-5-70 16,0 8 9-1,5 0 34-15,-14 0 38 0,8 40-3 16,-33 12 2-16,5 13-77 15,-11-9-342-15</inkml:trace>
  <inkml:trace contextRef="#ctx0" brushRef="#br0" timeOffset="31289.77">22095 15733 370 0,'0'0'177'0,"0"0"-128"0,0 0 49 0,0 0 15 0,0 0-43 0,162 212-21 15,-116-135-16-15,1 3-17 16,-26 12 11-16,-21 8-22 16,0 4 8-16,-15 1-13 15,-38-9-9-15,-6-15-51 16,-9-17-93-16,9-33-228 16</inkml:trace>
  <inkml:trace contextRef="#ctx0" brushRef="#br0" timeOffset="42363.63">22598 15601 180 0,'0'0'220'0,"0"0"-197"0,0 0 22 0,0 0-18 16,0 0-7-16,0 0-17 15,0 0 11-15,-6 0-14 16,-1 0 11-16,7 0 9 16,-6 0 4-16,6 0 15 0,0 0-4 15,-9 0 8 1,9 0-27-16,0 0-9 0,-6 0-6 16,6 0 12-16,0 0 14 15,0 0-15-15,0 0-12 16,0 0-18-16,0 0 15 15,0 0 6-15,0 0 13 16,0 0-9-16,-7 0 13 16,-5 0-1-16,12 3 8 15,0-3 8-15,0 0-16 16,0 0-11-16,0 0-1 16,0 0-12-16,0 0 6 15,0-3-1-15,0-25 0 16,0-5 23-16,0-3-23 15,0-8 2-15,-6-8 4 0,-3-4-6 16,9 0-11-16,-13 7-29 16,7 18 28-16,0 10-44 15,6 17 38-15,-13 4 14 16,13 0-18-16,-21 4 22 16,-7 37 6-16,-13 6-6 15,10 2-28-15,4-5-28 16,8-12-25-16,10-13 29 15,9-6-60-15,0-13-37 16,0 0-112-16</inkml:trace>
  <inkml:trace contextRef="#ctx0" brushRef="#br0" timeOffset="42929.21">22939 15211 98 0,'0'0'81'0,"0"0"28"0,0 0 38 0,0 0-85 0,0 0-49 16,0 0-5 0,0 0 2-16,0 0 13 0,0 0 4 15,0 0 16-15,0 5-21 16,-6 10-19-16,6 1 3 15,-7 9-2-15,-8 3-4 16,15-4-13-16,0-1 13 16,0-2 14-16,0-1 19 0,0 0-23 15,15-1 17 1,4 6-15-16,-7-5 13 0,10 4-16 16,-9-8 7-16,21 1-15 15,-16-9 11-15,4-5 10 16,6-3-18-16,-10 8 19 15,10-8-17-15,3 0 20 16,3 0-26-16,-6 0 0 16,19 0 5-16,-13 0-5 15,-9 0-2-15,-3 0 1 16,2 0-15-16,-14 0-92 16,-10 0-112-16</inkml:trace>
  <inkml:trace contextRef="#ctx0" brushRef="#br0" timeOffset="44112.35">22784 15267 18 0,'0'0'60'0,"0"0"-60"0,0 0 10 0,0 0-9 16,0 0 47-16,0 0 55 15,-53-36-7-15,34 36-75 16,4 0 3-16,9 0-12 16,6 0-12-16,0 0-20 15,0 0 11-15,0 0 9 0,0 0 15 16,0 0 26 0,0 0 31-16,0 0-20 0,0 0-9 15,0-7-30-15,0 7-10 16,0-5 5-16,0-3-5 15,0 5 2-15,0 3 1 16,6 0-12-16,16 0-7 16,-10 0 13-16,16-8 14 15,-16 3-1-15,1 1-8 16,9-4-1-16,-10 0-1 16,-6 8 8-16,-6 0-8 15,0 0-3-15,6 0-16 16,4 20-5-16,2 9 9 0,7-6-6 15,-10-15-185-15</inkml:trace>
  <inkml:trace contextRef="#ctx0" brushRef="#br0" timeOffset="73355.33">15941 17962 418 0,'0'0'34'0,"0"0"-30"0,0 0-4 0,0 0 0 16,0 0-15-16,0 0 12 16,0 0-7-16,0 0 10 15,0 0 5-15,0 0 38 16,0 0 8-16,0 0-23 16,0 0 30-16,0 0-11 0,0 0-8 15,0 0-28-15,0 0 23 16,0 0-25-16,0 0 19 15,0 0-26-15,12 0 22 16,10 0-3-16,3 0-6 16,2 0-1-16,14 0-6 15,5 0 6-15,7 0-8 16,-7 0-6-16,10 0 0 16,-3 0 3-16,-13 0-3 15,-15 0-2-15,9 0-25 0,-21 0-52 16,-13 0-75-16,0-11-13 15,0-6-128 1</inkml:trace>
  <inkml:trace contextRef="#ctx0" brushRef="#br0" timeOffset="73819.89">16055 17734 303 0,'0'0'76'0,"0"0"-38"0,0 0 30 0,0 0 11 0,0 0 16 16,0 0 1-16,227-8-32 16,-162 8-35-16,-3-4-12 15,-3 0-14-15,-7-4-3 16,-11 0-12-16,-1 4-36 16,-12 0-55-16,-28 0-127 15</inkml:trace>
  <inkml:trace contextRef="#ctx0" brushRef="#br0" timeOffset="75201.63">17959 18059 146 0,'0'0'143'0,"0"0"-81"0,0 0 59 15,0 0-25-15,0 0-29 16,0 0-32-16,0 4 5 15,-12 3-12-15,-4 2 0 16,4-1-6-16,6-8 4 16,6 0 6-16,-7 0-11 15,1 0 27-15,-15 0-40 16,8-8-7-16,-2-16-1 0,8-8-1 16,7-8 0-16,0-4-6 15,0-5 4-15,0 1-4 16,0 4 7-16,0 4-1 15,0 4-4-15,0 12-13 16,0 3 11-16,0 21 3 16,0 0-7-16,0 0 9 15,0 0 2-15,0 33 3 16,0 6-1-16,-24 6-4 16,-10-13-53-16,-1-4-67 15,17-12-18-15,-16-4-108 16</inkml:trace>
  <inkml:trace contextRef="#ctx0" brushRef="#br0" timeOffset="75619.02">18334 17854 355 0,'0'0'187'0,"0"0"-57"0,0 0-12 0,0 0-25 0,-55 205-17 16,30-161-28-16,3 4-36 15,16-12-5-15,0-7-7 16,6-6-4-16,0-2-27 15,-13-14-71-15,7-7-93 0,-16 0-279 16</inkml:trace>
  <inkml:trace contextRef="#ctx0" brushRef="#br0" timeOffset="76216.8">18827 17942 117 0,'0'0'173'0,"0"0"-56"0,0 0-26 0,0 0-6 0,0 0-29 0,0 0-3 15,7 100 1-15,-7-100-5 16,0 0-4-16,0 0-8 16,0 0 0-16,0-16-29 15,0-15 10-15,0-13-15 16,0-12 5-16,0-1-6 15,6-2 1-15,3 2 7 16,-3 4-10-16,0 10-6 16,1 14-1-16,-7 14 4 15,0 7-29-15,0 8 19 16,0 0-1-16,0 0 4 16,0 3 8-16,0 17-16 0,0 5-7 15,0 2-11-15,0 14-29 16,-19 7-71-16,-15 1-61 15</inkml:trace>
  <inkml:trace contextRef="#ctx0" brushRef="#br0" timeOffset="77068.34">19283 17437 155 0,'0'0'139'0,"0"0"-72"0,0 0 3 0,0 0-44 0,0 0-26 16,0 0-5-16,13 4 3 15,-13-4-11-15,6 0 13 16,-6 0 11-16,0 0 33 16,0 0 22-16,0 4-15 15,0 0 12-15,0 0-16 16,0 1-12-16,0-5-29 15,0 0 2-15,0 0 8 16,0 0-10-16,0 0 13 16,0 0-5-16,0 0 24 15,0-9-31-15,0-10 28 16,0-10-15-16,0-7-17 16,0-16-3-16,0-8 0 0,0 3-3 15,0 6 4-15,0 18-11 16,0 13 6-16,0 12-6 15,0 8-2-15,0 0 8 16,0 0-1-16,0 20-3 16,0 8-5-16,-13 5-15 15,-8-9-1-15,8-9 14 16,7 1 15-16,6 1-60 16,0-6-20-16,0 2-95 15</inkml:trace>
  <inkml:trace contextRef="#ctx0" brushRef="#br0" timeOffset="77715.86">19544 17117 274 0,'0'0'98'0,"0"0"-74"0,0 0 21 0,0 0-31 0,0 0 41 16,0 0 19-16,0-5-1 15,0 5-36-15,0 0 2 16,0 0-30-16,0 0-5 0,0 0 5 15,0 0-6 1,0 0-6-16,0 0 12 0,0 0 1 16,0 12 8-16,6 4 11 15,0 9-24-15,22 6-4 16,-22 6-1-16,0 3 3 16,-6 4-7-16,0-5 8 15,0 6-7-15,0-1 9 16,0-3-2-16,0-5-2 15,0-9 8-15,0-7 11 16,0-12-10-16,0-3 2 16,7-5-9-16,20 0-8 15,20-13-11-15,12-31 15 16,3-4 19-16,3 4-12 16,-9 12-7-16,-19 12-24 0,-15 12-33 15,-4 8-7-15,-2 0-36 16,-16 0-66-16,0 0-48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424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.xml"/><Relationship Id="rId5" Type="http://schemas.openxmlformats.org/officeDocument/2006/relationships/image" Target="../media/image23.png"/><Relationship Id="rId4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customXml" Target="../ink/ink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customXml" Target="../ink/ink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Logotipo, Ícone&#10;&#10;O conteúdo gerado por IA pode estar incorreto.">
            <a:extLst>
              <a:ext uri="{FF2B5EF4-FFF2-40B4-BE49-F238E27FC236}">
                <a16:creationId xmlns:a16="http://schemas.microsoft.com/office/drawing/2014/main" id="{1AB5C0BD-8426-4075-3B5D-20A1D0163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483" y="643130"/>
            <a:ext cx="1067033" cy="10670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98A8995-16B2-B65B-829B-2B4E07C83C35}"/>
                  </a:ext>
                </a:extLst>
              </p14:cNvPr>
              <p14:cNvContentPartPr/>
              <p14:nvPr/>
            </p14:nvContentPartPr>
            <p14:xfrm>
              <a:off x="1593000" y="879120"/>
              <a:ext cx="10806480" cy="54190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98A8995-16B2-B65B-829B-2B4E07C83C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3640" y="869760"/>
                <a:ext cx="10825200" cy="543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B2E50074-FBB7-406A-32DE-9A5F1ACDD039}"/>
                  </a:ext>
                </a:extLst>
              </p14:cNvPr>
              <p14:cNvContentPartPr/>
              <p14:nvPr/>
            </p14:nvContentPartPr>
            <p14:xfrm>
              <a:off x="5803200" y="411480"/>
              <a:ext cx="6064920" cy="38534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B2E50074-FBB7-406A-32DE-9A5F1ACDD0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93840" y="402120"/>
                <a:ext cx="6083640" cy="387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CE07483-78E3-02AE-19FD-BDE8FACB5056}"/>
                  </a:ext>
                </a:extLst>
              </p14:cNvPr>
              <p14:cNvContentPartPr/>
              <p14:nvPr/>
            </p14:nvContentPartPr>
            <p14:xfrm>
              <a:off x="723240" y="284400"/>
              <a:ext cx="11084760" cy="57679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CE07483-78E3-02AE-19FD-BDE8FACB50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3880" y="275040"/>
                <a:ext cx="11103480" cy="578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D3B263D-6A74-E85A-C9A1-9F090155D2C2}"/>
                  </a:ext>
                </a:extLst>
              </p14:cNvPr>
              <p14:cNvContentPartPr/>
              <p14:nvPr/>
            </p14:nvContentPartPr>
            <p14:xfrm>
              <a:off x="1965600" y="206280"/>
              <a:ext cx="10029960" cy="57481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D3B263D-6A74-E85A-C9A1-9F090155D2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6240" y="196920"/>
                <a:ext cx="10048680" cy="576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D214FA0-AC80-B68B-1648-B1D340913A79}"/>
                  </a:ext>
                </a:extLst>
              </p14:cNvPr>
              <p14:cNvContentPartPr/>
              <p14:nvPr/>
            </p14:nvContentPartPr>
            <p14:xfrm>
              <a:off x="908640" y="183240"/>
              <a:ext cx="11346840" cy="58114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D214FA0-AC80-B68B-1648-B1D340913A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9280" y="173880"/>
                <a:ext cx="11365560" cy="583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5A0A4E2-7A86-F4F5-2A5D-94A928EB4D3B}"/>
                  </a:ext>
                </a:extLst>
              </p14:cNvPr>
              <p14:cNvContentPartPr/>
              <p14:nvPr/>
            </p14:nvContentPartPr>
            <p14:xfrm>
              <a:off x="1233360" y="108000"/>
              <a:ext cx="10487520" cy="67442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5A0A4E2-7A86-F4F5-2A5D-94A928EB4D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4000" y="98640"/>
                <a:ext cx="10506240" cy="676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B07AC74B-C26F-B3E5-3C1F-0C1E56B451E0}"/>
                  </a:ext>
                </a:extLst>
              </p14:cNvPr>
              <p14:cNvContentPartPr/>
              <p14:nvPr/>
            </p14:nvContentPartPr>
            <p14:xfrm>
              <a:off x="1657800" y="470520"/>
              <a:ext cx="10301040" cy="61635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B07AC74B-C26F-B3E5-3C1F-0C1E56B451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8440" y="461160"/>
                <a:ext cx="10319760" cy="618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26FF4EB-2EDB-46C9-BE63-A444430F8772}"/>
                  </a:ext>
                </a:extLst>
              </p14:cNvPr>
              <p14:cNvContentPartPr/>
              <p14:nvPr/>
            </p14:nvContentPartPr>
            <p14:xfrm>
              <a:off x="637200" y="110880"/>
              <a:ext cx="11423160" cy="59907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26FF4EB-2EDB-46C9-BE63-A444430F87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7840" y="101520"/>
                <a:ext cx="11441880" cy="600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03BF51D-E9B9-7D3A-9536-E7FFE09E1F47}"/>
                  </a:ext>
                </a:extLst>
              </p14:cNvPr>
              <p14:cNvContentPartPr/>
              <p14:nvPr/>
            </p14:nvContentPartPr>
            <p14:xfrm>
              <a:off x="5483160" y="7200"/>
              <a:ext cx="6333840" cy="49971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03BF51D-E9B9-7D3A-9536-E7FFE09E1F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73800" y="-2160"/>
                <a:ext cx="6352560" cy="501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8CF7B7CC-756A-8FE7-8898-C545E35AD2FE}"/>
                  </a:ext>
                </a:extLst>
              </p14:cNvPr>
              <p14:cNvContentPartPr/>
              <p14:nvPr/>
            </p14:nvContentPartPr>
            <p14:xfrm>
              <a:off x="4651560" y="158760"/>
              <a:ext cx="4745520" cy="27320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8CF7B7CC-756A-8FE7-8898-C545E35AD2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2200" y="149400"/>
                <a:ext cx="4764240" cy="27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8C6066E-79FB-58DD-0171-85FF870BB60A}"/>
                  </a:ext>
                </a:extLst>
              </p14:cNvPr>
              <p14:cNvContentPartPr/>
              <p14:nvPr/>
            </p14:nvContentPartPr>
            <p14:xfrm>
              <a:off x="2328480" y="3679920"/>
              <a:ext cx="9948240" cy="25891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8C6066E-79FB-58DD-0171-85FF870BB6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19120" y="3670560"/>
                <a:ext cx="9966960" cy="260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09C8CBA-0E3A-527A-D3C9-2364B2863BD3}"/>
                  </a:ext>
                </a:extLst>
              </p14:cNvPr>
              <p14:cNvContentPartPr/>
              <p14:nvPr/>
            </p14:nvContentPartPr>
            <p14:xfrm>
              <a:off x="1897560" y="349200"/>
              <a:ext cx="10119240" cy="58665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09C8CBA-0E3A-527A-D3C9-2364B2863B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8200" y="339840"/>
                <a:ext cx="10137960" cy="588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67DFF83-CF67-6F71-BAA6-26DAD4A2823A}"/>
                  </a:ext>
                </a:extLst>
              </p14:cNvPr>
              <p14:cNvContentPartPr/>
              <p14:nvPr/>
            </p14:nvContentPartPr>
            <p14:xfrm>
              <a:off x="4256280" y="4060080"/>
              <a:ext cx="7366320" cy="25164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67DFF83-CF67-6F71-BAA6-26DAD4A282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46920" y="4050720"/>
                <a:ext cx="7385040" cy="253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16</Words>
  <Application>Microsoft Office PowerPoint</Application>
  <PresentationFormat>Widescreen</PresentationFormat>
  <Paragraphs>16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4</cp:revision>
  <dcterms:created xsi:type="dcterms:W3CDTF">2026-04-13T18:41:35Z</dcterms:created>
  <dcterms:modified xsi:type="dcterms:W3CDTF">2026-05-19T22:16:13Z</dcterms:modified>
</cp:coreProperties>
</file>