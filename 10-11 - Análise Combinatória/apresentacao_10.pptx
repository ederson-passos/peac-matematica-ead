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notesSlides/notesSlide2.xml" ContentType="application/vnd.openxmlformats-officedocument.presentationml.notesSlide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notesSlides/notesSlide4.xml" ContentType="application/vnd.openxmlformats-officedocument.presentationml.notesSlide+xml"/>
  <Override PartName="/ppt/ink/ink4.xml" ContentType="application/inkml+xml"/>
  <Override PartName="/ppt/notesSlides/notesSlide5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6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7.xml" ContentType="application/vnd.openxmlformats-officedocument.presentationml.notesSlide+xml"/>
  <Override PartName="/ppt/ink/ink9.xml" ContentType="application/inkml+xml"/>
  <Override PartName="/ppt/notesSlides/notesSlide8.xml" ContentType="application/vnd.openxmlformats-officedocument.presentationml.notesSlide+xml"/>
  <Override PartName="/ppt/ink/ink10.xml" ContentType="application/inkml+xml"/>
  <Override PartName="/ppt/ink/ink11.xml" ContentType="application/inkml+xml"/>
  <Override PartName="/ppt/notesSlides/notesSlide9.xml" ContentType="application/vnd.openxmlformats-officedocument.presentationml.notesSlide+xml"/>
  <Override PartName="/ppt/ink/ink12.xml" ContentType="application/inkml+xml"/>
  <Override PartName="/ppt/ink/ink13.xml" ContentType="application/inkml+xml"/>
  <Override PartName="/ppt/notesSlides/notesSlide10.xml" ContentType="application/vnd.openxmlformats-officedocument.presentationml.notesSlide+xml"/>
  <Override PartName="/ppt/ink/ink14.xml" ContentType="application/inkml+xml"/>
  <Override PartName="/ppt/notesSlides/notesSlide11.xml" ContentType="application/vnd.openxmlformats-officedocument.presentationml.notesSlide+xml"/>
  <Override PartName="/ppt/ink/ink15.xml" ContentType="application/inkml+xml"/>
  <Override PartName="/ppt/notesSlides/notesSlide12.xml" ContentType="application/vnd.openxmlformats-officedocument.presentationml.notesSlide+xml"/>
  <Override PartName="/ppt/ink/ink16.xml" ContentType="application/inkml+xml"/>
  <Override PartName="/ppt/notesSlides/notesSlide13.xml" ContentType="application/vnd.openxmlformats-officedocument.presentationml.notesSlide+xml"/>
  <Override PartName="/ppt/ink/ink17.xml" ContentType="application/inkml+xml"/>
  <Override PartName="/ppt/ink/ink18.xml" ContentType="application/inkml+xml"/>
  <Override PartName="/ppt/notesSlides/notesSlide14.xml" ContentType="application/vnd.openxmlformats-officedocument.presentationml.notesSlide+xml"/>
  <Override PartName="/ppt/ink/ink19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2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1:48:19.76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14415 10178 37 0,'0'0'199'0,"0"0"-161"0,0 0 3 0,0 0-41 0,0 0-11 0,0 0 8 16,0 0 3-16,0 0 38 15,-6 0 65-15,6 0 3 16,0 0-52-16,-6 0 4 16,6 0-44-16,0 0 8 15,0 0-10-15,0 0-1 16,0 0 7-16,0 0-4 16,0 0 28-16,0 0-16 15,0 0 15-15,0 0-33 16,0 0 12-16,0 0-13 15,0 0 4-15,-13 0-7 0,13 0-1 16,0 0 2 0,0 0 3-16,0 0 13 0,0 0-15 15,0 0 24-15,0 0-26 16,0-4-4-16,0 1 0 16,0-14 0-16,0-7 1 15,0-16 27-15,0 0 12 16,0-24-23-16,34 8 14 15,-9-16-26-15,3-8 4 16,6-1-8-16,-9 1 0 16,9 0-2-16,0 11-16 15,-9 14 15-15,-9 18 2 16,-4 17-8-16,-6 11 7 0,-6 6-2 16,0 3 0-16,6-4-6 15,1 0-3-15,14-4-17 16,-8 4-15-16,8-4 27 15,-2 3 12-15,-13 5 10 16,-6 0-10-16,0 0-34 16,0 0 22-16,0 0-91 15,0-7-396-15</inkml:trace>
  <inkml:trace contextRef="#ctx0" brushRef="#br0" timeOffset="1432.37">14604 9115 242 0,'0'0'154'0,"0"0"-79"0,0 0 1 0,0 0-44 0,0 0-31 16,0 0 4-16,0 0-4 15,0 8 26-15,0-8 20 16,0 0 5-16,0 0 18 15,0 0-37-15,0 0 15 16,0 0-48-16,0 0 12 16,0 0-8-16,0 5-4 15,0 3 4-15,-15 0 11 16,15-5 13-16,-13 6 12 16,13-9 7-16,0 3-42 15,-6-3 7-15,6 5-11 0,0-2 10 16,-6-3-4-1,6 0-6-15,0 0 18 0,0 0 6 16,0 0 12-16,0 0-23 16,0 0 9-16,0 0-20 15,0 0-4-15,0 0 1 16,0-16-18-16,0-24 0 16,0-12 18-16,0-12 18 15,0 4-18-15,0 4 2 16,0 3 6-16,0 17-15 15,0 12 7-15,0 12-10 16,0 12-16-16,0 0-4 0,0 0 25 16,0 17 5-1,0 11-5-15,-13 4 6 16,-14-4-5-16,14 0 4 0,-9-4-10 16,10 0 1-16,6-5-6 15,-10 2-71-15,16-13-162 16,-12-8-448-16</inkml:trace>
  <inkml:trace contextRef="#ctx0" brushRef="#br0" timeOffset="2495.46">14217 9208 312 0,'0'0'80'0,"0"0"-21"0,0 0-34 16,0 0-16-16,0 0-9 15,0 0-1-15,0-5 1 16,0 5 11-16,0 0 67 16,0 0 1-16,0 0 16 15,0 0-37-15,0 0-45 16,0 0-13-16,0 0 0 15,0 0 1-15,0 0 5 16,0 0 22-16,0 0 10 0,0-3 10 16,0-9-18-16,0-17-30 15,0-7 11-15,6-8 7 16,-6-7-13-16,6-10 7 16,0-3-5-16,-6-8-5 15,0-1-2-15,0 5-7 16,0 8-27-16,16 16-13 15,-16 24 36-15,0 15 11 16,0 5-32-16,0 29-8 16,0 35 26-16,6 17-4 15,-6-6-178-15,0-14-242 16</inkml:trace>
  <inkml:trace contextRef="#ctx0" brushRef="#br0" timeOffset="3678.48">14170 8790 18 0,'0'0'101'0,"0"0"32"0,0 0-11 0,0 0-22 15,0 0-8-15,0 0-39 16,0-3 6-16,0 3-6 0,0 0 9 15,0 0-20-15,0-5-21 16,0 5-21-16,0 0 7 16,0 0 7-16,0 0-10 15,0 0 37 1,0 0-16-16,0 0 23 0,0 0-21 16,0 0-5-16,0 0-21 15,0 0 8-15,0 0-18 16,0 0 0-16,0 0 3 15,0 0-14-15,0 0 4 16,0 0 16-16,0 13 24 16,0 10-4-16,-9 5-4 15,-4 0-7-15,13 5-4 0,-12-1-10 16,6 0-4-16,-10-11 1 16,16-6-40-16,0-7-25 15,0-4-27-15,0-4-126 16,0 0-222-16</inkml:trace>
  <inkml:trace contextRef="#ctx0" brushRef="#br0" timeOffset="6126.57">22176 9421 277 0,'0'0'106'0,"0"0"-73"0,0 0 39 0,0 0-2 15,0 0-4-15,0 0-2 0,0 0 9 16,-6-8-24-16,6 8 12 16,0 0-15-16,0 0-15 15,0 0-1-15,0 0-17 16,0 0 1-16,0 0-3 15,0 0 19-15,0 0-7 16,0 0 14-16,0 0-23 16,0 0 12-16,0 0-13 15,0 0-7-15,0 0 2 16,0 0-2-16,0 0 4 16,0 8-7-16,-6 23 19 15,-7 13-21-15,13 12 23 16,-9 1-24-16,9-5 10 0,-6-9-10 15,6-2-1 1,0-17 1-16,0 4-29 16,0-8 1-16,0-16-29 0,0-4-55 15,0 0-297-15</inkml:trace>
  <inkml:trace contextRef="#ctx0" brushRef="#br0" timeOffset="6625.86">22458 9396 352 0,'0'0'27'0,"0"0"27"0,0 0 20 0,0 0-58 0,0 0 39 0,0 0 27 15,0 12 32-15,0 1-4 16,0 6-35-16,0-7-5 16,0 12-49-16,0 8-3 15,0 4-9-15,0 8 9 16,0 5-16-16,0 3 19 15,0-4-20-15,0-4 7 16,0-8-8-16,0-20-3 16,0 1-35-16,0-17-74 15,0 0-142-15</inkml:trace>
  <inkml:trace contextRef="#ctx0" brushRef="#br0" timeOffset="7193.03">21956 9974 454 0,'0'0'44'0,"0"0"22"0,0 0 6 0,0 0-30 0,0 0 0 16,0 0 35-16,115-36-12 15,-75 36-20-15,19 0 16 16,0-13-17-16,15-3 6 16,19 1-35-16,3-6 4 15,-18 13-19-15,2 4 3 16,-5 4-6-16,-1-3-4 16,-15 3 3-16,-6-5-28 15,3 2 3-15,-44-2-40 16,-12 5-37-16,-6 0-125 15</inkml:trace>
  <inkml:trace contextRef="#ctx0" brushRef="#br0" timeOffset="7991.58">22030 9485 310 0,'0'0'241'0,"0"0"-214"0,0 0 72 0,0 0-45 0,0 0-11 0,0 0-35 15,-46-33-8-15,46 25-1 16,0 8 1-16,0 0 11 15,0 0-9-15,0 0 13 16,0 0-5-16,0-8 46 16,0 4-4-16,0-7-13 15,31 3 3-15,18-9-8 16,17-7-17-16,20-8-7 16,23-8 16-16,-4 4-24 15,4 8 7-15,-16 8-6 16,-22 7-3-16,-3 13-5 15,-15 0 5-15,3 0 0 0,-10 0-19 16,-5 0-4 0,-16 0-55-16,-25 0-39 0,0 0-288 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2:05:49.0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2905 3012 377 0,'0'0'99'0,"0"0"-60"0,0 0 53 0,0 0-39 16,0 0-21-16,-105 0-21 0,83 0 7 16,-18 0-13-1,0 0 7-15,-1 0-3 0,4 0 24 16,-3 0 1-16,-7 0-4 15,7 0-11-15,0 0-12 16,12 0 14-16,-6 0-13 16,0 0 2-16,9 0-2 15,-9 0 14-15,-1 0-12 16,11 0 18-16,-10 0-2 16,12 0-25-16,3 0 24 15,7-5-19-15,-4 5 9 16,10 0-10-16,0-4-8 15,6 4 6-15,0-8-6 0,0 8 3 16,0 0-11-16,0 0 8 16,0 0-6-16,12-3-2 15,16 3 22-15,13 0-20 16,-1 0 17-16,-6 0-12 16,-9 0 7-16,15 0-6 15,-6-5 3-15,7 5 0 16,-7 0-1-16,6 0 10 15,6 0-11-15,20 0 13 16,2 0-16-16,6 0 5 16,-9 0-3-16,-6 0 3 15,-18 0 2-15,5 0-2 0,4 0 3 16,-19 0-3 0,9-8 7-16,0 4-6 15,7 4 3-15,9 0-3 0,-10 0-1 16,19 0-6-16,-3-12 5 15,3 12 2-15,-3-4-4 16,-21 4 16-16,18-3-25 16,-19-5 24-16,6 3-22 15,1-7 15-15,-1 8-6 16,1 4 2-16,-7-4 2 16,7 4 8-16,-1 0-10 15,-5-8 5-15,-7 8 3 16,12 0-13-16,1 0 12 15,-1 0-16-15,1 0 6 0,-13 0 2 16,12 0 0-16,-5 0 4 16,-1 0-8-16,0 0 10 15,1 0-9-15,-1 0 14 16,6 0-11-16,1 0 1 16,15 0 9-16,-16-3-7 15,-5-2 2-15,-16 5-5 16,-4 0 10-16,-15-4-13 15,1 4 11-15,-1 0-15 16,-6 0 14-16,6 0-6 16,0 0-1-16,-6 0 1 15,10 0-2-15,-10 0 4 16,0 0-10-16,0 0-5 16,0 0 2-16,0-16-60 15,0 0-72-15,-50-12-373 0</inkml:trace>
  <inkml:trace contextRef="#ctx0" brushRef="#br0" timeOffset="2829.65">16889 4680 437 0,'0'0'111'0,"0"0"-81"0,0 0 85 0,0 0-19 0,0 0-45 0,0 0 10 15,0 0-39-15,-6 0 4 16,0 0-18-16,6 0 31 16,-6 0-20-16,-3 0-2 15,2 0-4-15,-5 0-8 16,6 0 12-16,-10 0-13 16,-2 4 7-16,5 0-2 15,-15-4-7-15,10 0 5 0,-10 15-14 16,0-15 5-16,3 5 2 15,-9 11-3-15,6-16 9 16,-3 12-14-16,-3 4 16 16,-13 0-16-16,-8 12 22 15,8 4-22-15,1 0 9 16,5 0-1-16,10 5 0 16,-3 2 3-16,0 1-11 15,15 4 14-15,-2 5-19 16,8 3 12-16,7 1 1 15,6 6 1-15,0-7-1 16,0 12-11-16,0-3 11 0,0-5-5 16,0 4 5-16,19 0-9 15,15 1 23-15,0-10-22 16,6 1 11-16,-3 1-6 16,13-9 4-16,-3 0-4 15,5-4 3-15,7 0-5 16,9-4-2-16,7 0 14 15,-10-11-19-15,9-5 21 16,-8-1-18-16,2-11 12 16,6 4-7-16,-15-7 4 15,9-2 0-15,-15 2 0 0,0-5 0 16,9 0-10 0,3 0 17-16,3 0-17 0,-3-13 20 15,3-15-11-15,13-3 3 16,6-13-1-16,-7-9-1 15,-8-7 7-15,-20 4-11 16,-2 0 14-16,-13-1-20 16,13-2 10-16,-10-6-3 15,-9-3-8-15,3 0 8 16,-21 4 1-16,-4-5 2 16,-9 13-1-16,0-16-5 15,-9 8 5-15,-32-4-27 16,-5-1 22-16,-7 21 0 15,-12 4 4-15,-22 8 4 0,-34 12 2 16,-28 4-4-16,-18 12-36 16,-7 8-59-16,35 0-21 15,24 0-11-15,22 5-198 16</inkml:trace>
  <inkml:trace contextRef="#ctx0" brushRef="#br0" timeOffset="14786.78">20139 4484 335 0,'0'0'127'0,"0"0"-94"0,0 0 19 16,0 0 14-16,0 0-44 15,0 0-5-15,0 0-17 16,-16-13 9-16,16 9-4 15,0-4 23-15,0 8 24 0,0 0-21 16,0 0 8-16,0-3-14 16,0-5-14-16,0-5-11 15,0 1 0-15,0 4-1 16,0 4 9-16,0 4 4 16,0 0-8-16,0 0 7 15,0 12-11-15,0 44-14 16,0 16 11-16,-18 25 6 15,-29-6-1-15,1 6 1 16,-10-12-3-16,3-18 3 16,13-10 8-16,9-17-9 15,9-16 4-15,10-12-6 0,12-8-4 16,0-4-19-16,0 7-18 16,0-7 26-16,46 0 15 15,13 0-10 1,9 0 21-16,-9 0-10 0,10 0 2 15,-10 0-3-15,-7 0 0 16,-18 0-19-16,0-11 16 16,-15 3-27-16,-19-1 23 15,16-2-21-15,-10-1 4 16,-6-4-19-16,0 0 7 16,0-1 23-16,0 1 4 15,0 1 5-15,0-6-16 16,0 1-24-16,0-4-30 15,0-4 0-15,0 5-114 0,0 10-17 16</inkml:trace>
  <inkml:trace contextRef="#ctx0" brushRef="#br0" timeOffset="14954.95">20319 4860 13 0,'0'0'223'0,"0"0"-67"0,0 0-106 0,0 0-22 0,0 0-8 16,0 0 9-16,0 0 9 15,-6 153-2-15,-10-89-13 16,10 4 17-16,0-4 2 15,-7-8-17-15,7-4-1 16,-3-11-24-16,9 3 15 16,0-8-15-16,0 4-4 15,0 0-12-15,0-8-43 0,0-21-145 16</inkml:trace>
  <inkml:trace contextRef="#ctx0" brushRef="#br0" timeOffset="16635.48">20868 4463 76 0,'0'0'198'0,"0"0"-150"0,0 0 34 0,0 0-49 16,0 0-2-16,0 0 4 15,0 0 6-15,0 0-8 16,0 0 15-16,0 0-2 15,0 0-16-15,0 0-2 16,0 0-20-16,0 0 29 16,0 0-20-16,0 0 20 15,0 0-15-15,0 0-4 16,0 0 4-16,0 0-16 0,0 0-2 16,0 0 0-16,0 0-8 15,0 16-8-15,0 12 12 16,0 8 29-16,0 13-8 15,0-5-14-15,0 4-2 16,0 4-5-16,0 4 7 16,0 1-16-16,0-10 19 15,-16 1-20-15,16 1 24 16,-6-13-17-16,6-8 3 16,0-4-2-16,0-12-47 15,0-1-5-15,0 6-12 16,0-6-112-16,0 2-170 15</inkml:trace>
  <inkml:trace contextRef="#ctx0" brushRef="#br0" timeOffset="17669.55">20868 5525 455 0,'0'0'60'0,"0"0"-13"0,0 0 39 0,0 0-31 15,0 0-16-15,0 0 16 16,0 0-27-16,0 0 6 16,0 0-18-16,0 0 24 15,0 0-37-15,0 0-1 16,0 0 0-16,0 0-2 15,0 0 0-15,0 0-3 16,0 0-2-16,0 0 10 16,0 0-2-16,0 0 0 15,0 0 5-15,0 0-7 16,0 0 6-16,0 0 8 0,0 0-15 16,0 0 0-16,0 0 1 15,0 0-12-15,0 0-7 16,0 0-3-16,0 0-25 15,0 0 4-15,0 0-8 16,0 0-86-16,0-7-126 16</inkml:trace>
  <inkml:trace contextRef="#ctx0" brushRef="#br0" timeOffset="24195.6">21528 5350 75 0,'0'0'93'0,"0"0"-57"0,0 0 15 0,0 0 27 15,0 0-39-15,0 0 25 16,0 0-13-16,0 0 4 16,0 0-13-16,0 0-4 15,0 0 4-15,0 0-22 0,0 0 14 16,0 0-16-16,0 0 7 15,0 0-21-15,0 0 16 16,0 0-12-16,0 0 1 16,0 0 19-16,0 0-19 15,12 8-4-15,10-8 1 16,18 0 12-16,13 3-2 16,6-3 3-16,9 0-16 15,0 0 9-15,-15 0-12 16,-6 0 0-16,-19 0-2 15,-16 0-2-15,-12 0-9 16,12 0-42-16,1 0-12 0,2 9-71 16,-2-9 3-16,8 0-85 15</inkml:trace>
  <inkml:trace contextRef="#ctx0" brushRef="#br0" timeOffset="25028.37">21655 5037 167 0,'0'0'222'0,"0"0"-176"0,0 0 57 0,0 0-50 16,0 0-13-16,0 0-17 15,-28 0 23-15,28 0-3 16,0 0-4-16,0 0 3 15,0 0-15-15,0 0-10 0,0 0-10 16,0 0-1-16,0 0-6 16,28 0 23-1,19 0-1-15,15 0 0 0,-3-5 7 16,15-6-12-16,-15-2 7 16,-6 6-24-16,2-6-4 15,-24 10-35-15,4-2-6 16,-14 5-52-16,-21 0-102 15,0 0-231-15</inkml:trace>
  <inkml:trace contextRef="#ctx0" brushRef="#br0" timeOffset="55535.52">23171 4387 201 0,'0'0'38'0,"0"0"-26"0,0 0 25 0,0 0-37 16,0 0 14-16,0 0 44 15,0 0-8-15,0 0 5 16,0 0-11-16,0 0 9 16,0 0-39-16,0 0 14 15,0 0-12-15,0 0 9 16,0 0-14-16,0 0-5 15,0 0 9-15,0 0-2 16,0 0 7-16,0 0-14 0,0 0 31 16,0 0-28-16,0 0 1 15,0 0-10-15,0 0-3 16,0 16-4-16,0 12 7 16,0 20 29-16,0 12-27 15,-24 9 12-15,-11 7-8 16,-5 4 6-16,-13-16-3 15,7 0-11-15,-16-15 4 16,31-10 4-16,-9-6-6 16,24-9 0-16,10-9-4 15,6-2-14-15,-12-10 15 16,12 2-2-16,0-1-2 0,0 0-22 16,0-4-9-1,0 0 1-15,0 0 31 0,24 0 3 16,32 0 6-16,-3 0 14 15,0 0-14-15,-1 0 7 16,-18 0-10-16,-12 0-3 16,3-4-12-16,-10 4 0 15,-2-4-13-15,-13-1-7 16,0 2 29-16,12 3-15 16,-12 0 17-16,6-5 7 0,-6 5-8 15,0 0 10 1,0-3-10-16,0-5-3 15,0-9-23-15,16 6-6 0,-10-9-56 16,0 7-44-16,0 2 41 16,-6 2 69-16,0 6 27 15,0 3 29-15,0 0 52 16,0 0 24-16,-6 0-66 16,0 0-36-16,0 0-3 15,6 0-41-15,0 0 40 16,0 0 1-16,0 3 5 15,-16 14 26-15,16 2 51 16,0 6 2-16,0-2-47 16,0 10-4-16,0-1-16 15,0 8-4-15,0 1-10 0,0-5 8 16,0 11-9-16,0-11 1 16,0-3-3-16,0-13 3 15,0-9-3-15,0 6-26 16,0-9 23-16,0 3-22 15,0 2-27-15,0 7-83 16,-6-4-178-16</inkml:trace>
  <inkml:trace contextRef="#ctx0" brushRef="#br0" timeOffset="56818.47">23695 5132 168 0,'0'0'98'0,"0"0"-52"0,0 0 48 0,0 0-55 15,0 0 4-15,0 0 8 16,0-7-8-16,0 7 3 16,0 0 5-16,0 0-8 15,0 0-32-15,0 0 14 16,0 0-9-16,0 0 10 0,0 0-11 16,0 0-11-1,0-4 1-15,0 4-2 0,0 0-2 16,0 0 7-1,0 0-16-15,0 0 21 0,0 0-17 16,0 0 4-16,0 0-3 16,0 0-4-16,0 0 3 15,0 0-1-15,0 0 10 16,0 0-9-16,0 0 12 16,0 0-3-16,0-4-5 15,0-9-2-15,0 2-26 0,0 11-7 16,0 0 18-1,0 0 3-15,0 0 14 0,0 0 0 16,0 0 1-16,0 0-1 16,0 0-56-16,0 0-126 15</inkml:trace>
  <inkml:trace contextRef="#ctx0" brushRef="#br0" timeOffset="59015.87">24182 4703 12 0,'0'0'380'0,"0"0"-327"0,0 0 17 0,0 0 6 16,0 0-53-16,0 0 19 15,0 0-6-15,0 0-29 16,0 0 9-16,0 0-3 15,0-8 18-15,0 1-21 0,0-9 19 16,0 8-27 0,6-4 23-16,16-1-24 0,3-3 9 15,9 1-5-15,-15-1-4 16,15-1-1-16,-13 9 7 16,-2 0-6-16,3 8 2 15,-10 0-6-15,1 0-3 16,-13 0 5-16,6 0-14 15,-6 5 9-15,0 18 6 16,0 5 8-16,0-4-6 16,0 9 6-16,0-10-9 15,0 2 11-15,0-9-14 16,0-4 4-16,0-4-5 0,21 4-5 16,4-5-20-1,9 6 29-15,0-5 1 0,13 4 3 16,-19-4 1-16,-9 8 4 15,-7-4-5-15,-12 4 12 16,15 12-14-16,-15 8 18 16,0 17 1-16,-46 11-12 15,-29 12 1-15,-18-4-7 16,0-8-4-16,31-19-19 16,10-14 5-16,11-10-25 0,7-13 12 15,9 4-14 1,-2-12-7-16,20 0-62 0,-5 0-245 15</inkml:trace>
  <inkml:trace contextRef="#ctx0" brushRef="#br0" timeOffset="59799.64">24991 5085 167 0,'0'0'283'0,"0"0"-196"0,0 0 1 0,0 0-79 15,0 0 2 1,0 0-2-16,0 0 7 0,0 0 3 16,0 0 14-16,0 0 11 15,0 0-18-15,0 0 9 16,0 0-10-16,-15 0 16 15,15 0-40 1,-6 0-1-16,6 0 2 0,0 0-2 16,0 0 7-16,0 0-5 15,0 0-4-15,0 0-1 16,0 0-6-16,0 0 18 16,0 0-16-16,0 0 7 15,0-4-5-15,0-4-31 0,0 8-6 16,0 0 29-16,0 0 4 15,0 0 3-15,0 0-18 16,0 0-21-16,0-8-140 16</inkml:trace>
  <inkml:trace contextRef="#ctx0" brushRef="#br0" timeOffset="62147.64">25484 4672 67 0,'0'0'98'0,"0"0"-13"0,0 0-85 16,0 0-35-16,0 0-58 15,0 0-24-15,0 0 112 16,0 0 5-16,0 0 118 16,0 0-6-16,0 0 7 15,0 0-40-15,0 0-39 0,0 0 16 16,0 0-35-1,0 0-21-15,0 0 3 0,0 0-6 16,0 0 6-16,0 0-3 16,0 0 3-16,0 0 24 15,0 0 11-15,0 0-2 16,0 0 6-16,0 0-15 16,0 0 16-16,0 0-18 15,0 0-4-15,0 0-8 16,0 0 20-16,0 0-5 15,0 0 6-15,0 0-1 16,0 0-20-16,0 0 12 16,0 0-19-16,0 0 13 15,0 0-18-15,0-5-2 16,0-6-1-16,0-6 2 0,0 14-1 16,0-2 4-16,0 5-3 15,0-8 1-15,16 0 2 16,3-7 9-16,-7 2-22 15,28 5 10-15,-18 8-5 16,-10 0-19-16,10 0-8 16,-22 16-4-16,0 25-4 15,0 18 31-15,0-2 13 16,0 15-8-16,-15-8-5 16,-4-11 4-16,-9 2 5 15,10-6 0-15,-10-1 10 16,9-9 15-16,3-14-6 0,4 3-17 15,12-7-4-15,0-6 2 16,0-7-2-16,0-3-9 16,0 3 1-16,34-8 3 15,19 7 7-15,-7-3 21 16,13-4-6-16,3 0 4 16,-15 0-15-16,12 0 4 15,-25 0-8-15,0 0-24 16,-15 0-42-16,-4 0-4 15,-15 0-74-15,0 8-72 16</inkml:trace>
  <inkml:trace contextRef="#ctx0" brushRef="#br0" timeOffset="63479.97">26322 4932 245 0,'0'0'148'0,"0"0"-80"0,0 0 2 0,0 0-5 16,0 0-42 0,0 0 8-16,0 0 3 0,-7 0 21 15,7 0 5-15,0 0-2 16,0 0-11-16,0 0-41 16,0 0-12-16,0 0 1 15,0 0 4-15,0 0-14 16,0 0 15-16,0 0 3 15,0-3 8-15,0 3-3 16,0 0-8-16,0 0 7 16,0 0-1-16,0 0-9 15,0 0 8-15,0 0-7 16,0 0 4-16,0 0 2 0,0 0-4 16,0 0-16-16,0 0 11 15,0 0 3-15,0-8-8 16,0 8 20-16,0-5-20 15,0 5-1-15,0 0 7 16,0 0 0-16,0 0 3 16,0 0-26-16,0 0 27 15,0 0-17-15,0 0-1 16,0 0-22-16,0-3-4 16,0-2-53-16,0 5-54 15</inkml:trace>
  <inkml:trace contextRef="#ctx0" brushRef="#br0" timeOffset="64894.62">26902 5221 85 0,'0'0'0'0,"0"0"-59"0,0 0 44 0,0 0 15 16,0 0 46-16,0 0 51 16,21 13 4-16,-21-13 50 15,0 0-28-15,0 0-43 0,0 0 5 16,0 0-40-16,0 0-3 15,0 0-18-15,0 0 2 16,0 0 6-16,0 0 19 16,0-25-40-16,0-7-2 15,0 0 1-15,0-25-10 16,0-7 4-16,0-11 2 16,0-6-12-16,0 1-48 15,0-8 14-15,0 8-17 16,0 11-27-16,6 17 3 15,1 28 75-15,-1 16 6 16,-6 8 21-16,0 0 22 16,0 0-41-16,0 0 19 15,0 0-13-15,0 0-3 16,0 17 2-16,0 19-2 0,-40 8-5 16,8 7-3-16,-17 6-12 15,2-5-70-15,23-4 11 16,-11-9-69-16,14-14 19 15,15-17-87-15</inkml:trace>
  <inkml:trace contextRef="#ctx0" brushRef="#br0" timeOffset="69041.14">27866 5121 177 0,'0'0'85'0,"0"0"24"15,0 0-34-15,0 0-11 0,0 0-19 0,0 0 0 16,0 0-14-16,-28 0 14 0,22 0 7 15,0 0 5-15,-10 4-19 16,16-4 4-16,0 0-8 16,0 0-4-16,0 0-3 15,0 0-9-15,0 0-17 16,0 0 13-16,0 0-12 16,0 0-1-16,0 0 18 15,0 0-12-15,0 0 13 16,0 0-8-16,0 0-12 15,0 0 0-15,0 0-11 16,50 0 1-16,9 0 20 0,15-4 1 16,7 0-10-1,-16-4 1-15,3 0-1 0,-15 0-1 16,-7 0 0-16,-6 0-18 16,-5-1 13-16,-11 6-34 15,-17 3 21-15,2-5-70 16,-3 5-15-16,0-8-61 15,-6-3 29-15,0 2-100 16</inkml:trace>
  <inkml:trace contextRef="#ctx0" brushRef="#br0" timeOffset="69790.83">27866 4856 339 0,'0'0'81'0,"0"0"-22"0,0 0-11 0,0 0-4 0,0 0-9 15,0 0 28-15,40 0-12 0,-27 0 2 16,5 0 1 0,10-4-4-16,0-4-9 0,12 8-35 15,1-8 3-15,11 0-9 16,-5 0-6-16,5-4-33 15,1 0 2-15,-6 8-4 16,-26 4-65-16,-21 0-91 16</inkml:trace>
  <inkml:trace contextRef="#ctx0" brushRef="#br0" timeOffset="73869.03">29289 4623 281 0,'0'0'96'0,"0"0"-23"0,0 0-21 16,0 0 5-16,0 0-9 0,0 0 33 16,0 0-18-1,-22 0-9-15,16 0-2 0,6 0-11 16,-6 0-7-16,6 0-13 16,0 0 2-1,0 0-19-15,0 0 19 16,0 0-23-16,0 0 15 0,0 0-9 15,0 0-1-15,0-15-5 16,0-6 7-16,0-7-14 16,0 4 19-16,0 4-12 15,0 0 10-15,6 0-20 16,16 8 9-16,-4-3-1 16,10 6-9-16,6 5 1 15,-9 4-11-15,-3 0-17 16,-10 8 6-16,-12 52 32 15,0 29 2-15,-59 14 0 0,-27 2 5 16,-10-9-7-16,9-15 0 16,15-17 1-16,4-17 1 15,9-10-4-15,13-13 7 16,-1-8-5-16,19-4 7 16,16-12-14-16,12 0-8 15,0 0-9-15,0 0-31 16,0 12 13-16,40 0 42 15,13 4 16-15,6-4 33 16,9-7-16-16,-9-5 20 16,9 0-32-16,-15 0 6 15,-7 0-22-15,-18 0-9 16,-3 0 4-16,-9 0-30 0,-4 0-22 16,-12 0-67-1,0 0-82-15,0 0-170 0</inkml:trace>
  <inkml:trace contextRef="#ctx0" brushRef="#br0" timeOffset="74851.33">29763 4302 177 0,'0'0'34'0,"0"0"42"0,0 0-24 0,0 0-2 0,0 0 97 15,0 0-47-15,-21 121 5 16,-4-85-30-16,13 8-40 15,-10 1 17-15,-6 2-30 0,3 10-7 16,-9-6-11-16,15-2-8 16,-2-5 2-16,8-16-10 15,13-3 10-15,0 3-12 16,0-9 4-16,0 1-4 16,0-4 9-16,34-4-11 15,-3 1 7-15,25-5-1 16,-3-8-8-16,6 0 15 15,-13 0-12-15,-5 0 14 16,-20 0-30-16,-2 0 27 16,-4 0-17-16,-8 0 15 0,5 0-16 15,0 0 13 1,4-21 8-16,-4-2-28 0,7-2-33 16,3-3-14-1,-10 4 38-15,0 4 12 16,-2 4 26-16,-10 4 0 0,0-4 4 15,0 0-2-15,0 0 0 16,0 4 0-16,0-4 2 16,0 4 3-16,0 7 18 15,0 5 25-15,0 0-10 16,0 0 15-16,0 21-17 16,-10 11-14-16,-2 4-1 0,-7 4-6 15,4 8 11 1,3 1-22-16,-1 7 20 0,-9 0-9 15,10-4 18-15,0 8-23 16,5-12 11-16,7 0 0 16,0-4-9-16,0-8-13 15,0-15 5-15,0-1-12 16,0-9-55-16,0-11-45 16,38 0-61-16,-4-23 8 15</inkml:trace>
  <inkml:trace contextRef="#ctx0" brushRef="#br0" timeOffset="97583.07">20480 6822 255 0,'0'0'148'0,"0"0"-75"0,0 0-18 0,0 0-23 0,0 0-32 0,0 0 0 0,0 0 0 0,0 0 26 16,0 0-23-16,12 0 9 15,-12 0 41 1,0 0-24-16,0 0 20 0,0 0-24 15,0 0 6-15,0 0-20 16,0 0 13-16,0 0-7 16,0-5-10-16,0 5 3 15,0 0 10-15,0 0 13 16,0 0-12-16,0 0 5 16,0 0-26-16,-40 0-16 15,-13 0 5-15,-9 5 6 16,10 15 5-16,-13 3 0 15,24 1 6-15,1 4-3 16,0-7 15-16,12 2-9 0,9-3-4 16,4-4-5-16,15 1-12 15,0-1 12-15,0-12-23 16,0 12 12-16,0-8-9 16,0 0 16-16,21 0 4 15,26 4 1-15,-1 1-1 16,13 6 12-16,9 5-5 15,7-3-6-15,-4-10-1 16,-3 9-32-16,-9 8 3 16,-12-4-8-16,-7 1 22 0,-12 14 15 15,-9-3-13-15,-4 8 11 16,-15 1 2-16,0 3-4 16,0 0 4-16,0 0 0 15,-46 1 11-15,-10-5-11 16,-3-8 0-1,-9-8 16-15,3 0-7 0,-4-9 7 16,-2-6-15-16,3-9-1 16,3-4-7-16,9 0-43 15,25 0 28-15,9-32-54 16,16-12-37-16,6-8-112 16</inkml:trace>
  <inkml:trace contextRef="#ctx0" brushRef="#br0" timeOffset="98383.62">20365 6881 0 0,'0'0'262'0,"0"0"-143"0,0 0-26 0,0 0-19 0,0 0-24 16,0 0-3-16,0 0 26 15,0 0-33-15,0 0-5 16,6 0-14-16,-6-3 25 15,0 3-5-15,13 0 2 16,15-5-34-16,12 2 7 16,7-9 1-16,33-1-15 15,-12-3 2-15,4 4 5 16,-10 1-18-16,-16-2-11 16,-5 5-11-16,-17 1-77 15,-8-6-82-15,-16 5-159 16</inkml:trace>
  <inkml:trace contextRef="#ctx0" brushRef="#br0" timeOffset="98882.9">21354 6625 192 0,'0'0'381'0,"0"0"-356"0,0 0 56 15,0 0-24-15,0 0-32 0,53 245-24 0,-37-193 20 16,-10-4-20-16,-6 12 41 16,6-8-11-1,-6-4-14-15,0 4 15 0,0 4-31 16,0 5-1-16,0-9-32 16,-6-8-17-16,-16-21-63 15,22 2-38-15,0-17-201 16</inkml:trace>
  <inkml:trace contextRef="#ctx0" brushRef="#br0" timeOffset="99664.77">21568 7988 265 0,'0'0'89'0,"0"0"-84"0,0 0 100 0,0 0-55 15,0 0-7-15,0 0-22 16,-59-28-14-16,50 20-5 16,9 0 18-16,-12 8-7 15,12-4-8-15,0 4 26 16,0 0 24-16,0 0-31 16,0-4-16-16,0-4-16 15,0-12 0-15,0 8-40 16,0 1 35-16,0 11 13 0,0 0 42 15,0 0 5-15,0 0-3 16,0 0-34-16,0 0 5 16,0 0-15-16,0 0-3 15,0 0-16-15,0 0-26 16,0-13 10-16,0 1 35 16,0 4 21-16,0 8-15 15,0 0 21-15,0 0 2 16,0 0-19-16,-6 0-10 15,6 0-35-15,-19 0-105 0,3 0-85 16</inkml:trace>
  <inkml:trace contextRef="#ctx0" brushRef="#br0" timeOffset="100296.9">22043 7636 200 0,'0'0'259'0,"0"0"-155"0,0 0 1 0,0 0-37 0,0 0-14 0,0 0-33 0,-6 0 13 0,6 0-19 16,0 0 2-16,0 0 7 16,0 0-3-16,0 0-21 15,0-8 3-15,6 8-1 16,22 0 1-16,-4 0 11 16,-2 0-13-16,12 0-2 15,-15 0-16-15,3 0-22 16,-4 0-22-16,-12 0-22 15,-6 0 1-15,7 0-1 0,-7 0-4 16,0 0-28-16,0 0-55 16</inkml:trace>
  <inkml:trace contextRef="#ctx0" brushRef="#br0" timeOffset="100814.16">21962 7354 214 0,'0'0'202'0,"0"0"-133"0,0 0 23 0,0 0-48 16,0 0 10-16,0 0 15 15,0 0-16-15,28-8-16 16,-9 8 7-16,9 0 24 16,6 0-47-16,-10 0 14 15,23 0-34-15,-13-8 15 16,19 5-16-16,-19-5-15 15,-6 4-18-15,-16-1-34 16,10 5-36-16,-10-3-53 0,7-2 26 16,-4 5-71-1</inkml:trace>
  <inkml:trace contextRef="#ctx0" brushRef="#br0" timeOffset="102381.59">22957 7002 124 0,'0'0'33'0,"0"0"-33"0,0 0-18 0,0 0 18 0,0 0 32 16,0 0 91-16,10 0 19 15,-10 0-39-15,0 0-43 16,0 0-10-16,0 0-22 16,0 0-4-16,0 0-21 15,0 0 4-15,0 0-7 16,0 0 20-16,0 0 4 15,0 0 4-15,0 0 8 16,0 0-11-16,0 0 19 0,0 0-20 16,0 8 8-16,0-8-29 15,0 0-6-15,0 4 7 16,-22 4 7-16,-12 4-10 16,9 8 0-16,-9-8 4 15,0 4 4-15,0-4-6 16,21-7 1-16,1 2 4 15,6-3-8-15,6-4 8 16,0 8-8-16,0 1-9 16,0-6-14-16,0 9 11 15,6 4 7-15,34-3 5 16,1-2-12-16,11 1 24 16,7 1-16-16,3-5 9 15,-9 4-5-15,6-1 9 0,-13 2-7 16,10 2-4-1,-3-10-2-15,-13 3-22 0,-6 3 26 16,-15 9-9-16,3 1 9 16,-10-1 0-16,0 4-1 15,1 4 4-15,-4 0-2 16,-9 8 4-16,0 0 24 16,0 4-29-16,0-4 41 15,-28 0-33-15,10-7 19 16,-16-1-23-16,6 0 7 15,3-4 5-15,-25 8-11 16,10-13-5-16,-13-6 0 0,-12-1-2 16,3-12-25-16,-3 0 2 15,3 0-12-15,9 0 17 16,13 0-11-16,0-25-2 16,5 2-28-16,4-5-75 15,-9-4-26-15,12 12-137 16</inkml:trace>
  <inkml:trace contextRef="#ctx0" brushRef="#br0" timeOffset="103377.84">23007 7050 108 0,'0'0'92'0,"0"0"-21"0,0 0 17 0,0 0-43 15,0 0 16-15,0 0-5 16,0-8-5-16,0 0-16 16,0 8 1-16,0-4-8 15,0 4-23-15,0 0 22 16,0 0 1-16,0 0 34 16,0 0-28-16,0 0 5 15,0 0-28-15,0 0-7 16,0 0-4-16,0 0-6 0,0 0 5 15,0 0 2-15,6 0 12 16,19-5 8-16,9 5 25 16,6 0-33-16,1-3-5 15,11-1-4-15,1-4-1 16,3 0-6-16,-9-8-15 16,11 0-8-16,-5-1-51 15,-6 2 11-15,-19 11-78 16,-1 4-59-16</inkml:trace>
  <inkml:trace contextRef="#ctx0" brushRef="#br0" timeOffset="104098.52">23819 7535 125 0,'0'0'99'0,"0"0"25"0,0 0-28 0,0 0-35 0,0 0-10 16,0 0-38-16,-6-7 0 16,6 7-13-16,-6 0 39 0,0 0 59 15,-7 0-8 1,13 0-36-16,0 0-19 15,0 0 3-15,0 0-23 16,0 0-9-16,0 0 3 0,0 0-10 16,0 0 2-16,0 0 0 15,0 0-1-15,-21 0-62 16,2 0-105-16,-9 0-416 16</inkml:trace>
  <inkml:trace contextRef="#ctx0" brushRef="#br0" timeOffset="105176.12">24390 6930 53 0,'0'0'398'0,"0"0"-341"0,0 0-3 0,0 0-27 0,0 0-27 16,0 0 20-16,0 28 17 16,-6-16 15-16,-4 12 17 15,4 0-30-15,0 4 4 16,0 0-41-16,-7-3-2 16,13 6 11-16,-9-3-22 0,3-4 11 15,0-4-16 1,6-7 16-16,0-1-4 15,0-4 1-15,0-5-10 16,0 5 5-16,21-8 0 0,20 5 6 16,-1-5-10-16,13 0 12 15,-7 0 0-15,-5 0 1 16,-7 0 4-16,-9 0-3 16,-13 0 5-16,10 0-2 15,-16-5-2-15,6 5 4 16,-2-8 0-16,-4 8-6 15,-6-3 0-15,0-5-1 0,6-4 3 16,0 4-9 0,7-5 11-16,-13 1-12 0,0 4 14 15,0 5-11-15,0-5 7 16,0 8-3-16,0 0 10 16,0 0-10-16,0 0 0 15,0 0 9-15,0 0 26 16,0 0-31-16,0 0 4 15,0 8 15-15,0 11-8 16,-7 13-9-16,1 4 7 16,0 16 4-16,6 1 0 15,0-1-17-15,0 4 12 16,0-4-15-16,0 0 6 16,0 1 1-16,0-6-3 15,0-2-1-15,0-1 2 0,0-12 0 16,6-8-4-16,-6 5-16 15,0-14-1-15,6 6-25 16,-6-14-6-16,0-7-71 16,0 0-99-16</inkml:trace>
  <inkml:trace contextRef="#ctx0" brushRef="#br0" timeOffset="105743.51">25205 7523 78 0,'0'0'173'0,"0"0"-110"0,0 0 36 0,0 0-13 0,0 0 9 16,0 0 3-16,0 0 5 15,0 0-47-15,0 0-13 16,0 0-2-16,0 0-37 16,0 0-8-16,0 0 14 15,0 0-14-15,0 0 9 16,0 0 9-16,0 0-4 15,0-8-6-15,0 4-4 16,0-4-5-16,0 4 1 16,0 0-31-16,0 4 18 0,0 0 11 15,0 0 6-15,0 0 0 16,0 0-3-16,0 0-12 16,0 0-75-16,0-20-150 15</inkml:trace>
  <inkml:trace contextRef="#ctx0" brushRef="#br0" timeOffset="107091.83">25692 7002 496 0,'0'0'43'0,"0"0"38"0,0 0-9 0,0 0-36 0,0 0 9 16,0 0-15-16,-6 0 13 16,6 0-1-16,0 0 16 15,0 0-37-15,0 0 0 16,0 0-21-16,0 0 0 15,19 0 0-15,9 0 2 16,12 0-5-16,6 0 10 16,-12 12-18-16,13 4-6 15,-13 4 5-15,-15 12-10 0,2-4-26 16,-14 4 48-16,-7 0 7 16,0-12 9-16,0 1-16 15,0-9 3-15,0-1 3 16,0-3-12-16,0-3 6 15,6 2-2-15,12-7-9 16,-8 13 5-16,2-5 5 16,1 3 1-16,8 9 1 15,4 5 1-15,-9-6 1 16,2 2 6-16,-12 3-9 16,-6 4 2-16,0 4-2 15,0 4 0-15,-12 4 32 16,-28 4-12-16,-7-12-5 0,1-4 14 15,18-8-21-15,9-7 1 16,4-2-1-16,2-11-16 16,13 5-7-16,0-5-28 15,0 0-75-15,-12 4-108 16,-4-4-235-16</inkml:trace>
  <inkml:trace contextRef="#ctx0" brushRef="#br0" timeOffset="107608.31">26728 7535 215 0,'0'0'228'0,"0"0"-219"0,0 0 24 0,0 0-33 0,0 0-39 0,0 0 31 15,0 0 8-15,0 0 47 16,0 0 44-16,0 0-15 15,0 0-35-15,-13 0-36 16,13 0 11-16,-6 0 6 16,0 0 14-16,-9 0-36 15,2 0 52-15,7 0-32 0,6 0-20 16,-6 0 0-16,0 0-5 16,-10 0-126-16,10 0-173 15</inkml:trace>
  <inkml:trace contextRef="#ctx0" brushRef="#br0" timeOffset="108707.64">27305 7078 143 0,'0'0'93'0,"0"0"36"0,0 0-33 0,0 0-15 0,0 0-14 16,0 0 29-16,-10 0-41 15,10 0 1-15,0 0-42 0,0 0 7 16,0 0 4-16,0-4 12 16,0-12-23-16,10 0 5 15,30-1 3-15,-9 6-20 16,15-1-4-16,4 7 2 15,-3 2-1-15,-7 3-27 16,-3 0 3-16,-9 0-9 16,-16 16-3-16,-2 16 27 15,-10 16-32-15,0 0 27 16,-22 8 23-16,-31 1-8 16,1 15 0-16,-4-8 29 15,3-4 2-15,7-8 0 16,11-16-15-16,23-7-12 0,0-14-8 15,12-2-2-15,0-10 4 16,0-3-23-16,0 8 12 16,0-3 11-1,24 2 2-15,29 1 32 0,15 5 7 16,13-2 3-16,12 1-23 16,-12 1 5-16,-13-2 1 15,-15-2 9-15,-13 7-30 16,-15 0 8-16,3 7-12 15,-1-6-3-15,-8-6 2 0,-7 2-30 16,4-5-4-16,-16-4-36 16,0-4-19-16,0 0-120 15,0-12-44-15</inkml:trace>
  <inkml:trace contextRef="#ctx0" brushRef="#br0" timeOffset="109339.26">28225 7492 435 0,'0'0'77'0,"0"0"-11"0,0 0 23 0,0 0-35 0,0 0-16 16,0 0-17-16,0 0 10 15,0 0-10-15,0 0 41 16,0 0-36-16,-12 0-9 16,6 0-15-16,-3 0 2 0,2 0-1 15,1 0 18 1,-6 0 20-16,6 0-17 0,-10 0 9 15,-9 0-30 1,-3 3 22-16,10 5-22 0,-4 0-6 16,16-8-1-16,6 0-33 15,-6 0-20-15,6 0-71 16,0 0-77-16,0 0-154 16</inkml:trace>
  <inkml:trace contextRef="#ctx0" brushRef="#br0" timeOffset="110557.87">28821 7683 342 0,'0'0'49'0,"0"0"62"0,0 0-41 0,0 0-23 0,0 0-23 16,0 0 16-16,-34 41-10 15,28-34 26-15,-1-2-17 16,1 3-5-16,6-5 3 15,0-3 3-15,0 0-10 0,0 0-17 16,-6 0 18 0,6 0-10-16,0 0 2 0,0 0-23 15,0 0 12 1,0 0-2-16,-9 0 7 0,2 0-4 16,-5-11-4-16,0-17-18 15,2-8-7-15,4-21 13 16,0-7-24-16,0-8-8 15,-7 4-25-15,7 3 30 16,-9-2 5-16,8 15 25 16,-5 15 0-16,-4 5 5 15,4 4 20-15,6 8-5 16,0-4-7-16,6 4-13 16,0 0 3-16,0-1-3 15,0-2 0-15,0 10 0 16,0 5-15-16,0 5 7 0,0 3 16 15,0 0 5-15,0 0-12 16,0 0-1-16,0 0-8 16,0 0 5-16,0 0-1 15,12 8 7-15,-6 16-6 16,10 0 6-16,-10 8 5 16,0 8-8-16,-6-4-14 15,0 4-12-15,0 5 22 16,-22-14 4-16,-15 1 0 15,22-4 0-15,9-15-16 16,-1-9 2-16,7 4-35 0,-12-8-39 16,12 3-93-1,0-3-80-15</inkml:trace>
  <inkml:trace contextRef="#ctx0" brushRef="#br0" timeOffset="111355.43">29342 7523 138 0,'0'0'271'0,"0"0"-156"0,0 0-12 0,0 0-34 0,0 0-31 0,0 0-6 16,0 5-13-16,0-5 6 16,0 3 6-16,28-3 17 15,18 0-22-15,7 0-8 16,6 0-10-16,3 0-5 15,-16 0-3-15,1-8-9 16,-13 0 8-16,-9 0-34 16,3-4 7-16,-16 0-20 15,10 4-47-15,-16 4-67 0,-6 0-52 16,0 4-138 0</inkml:trace>
  <inkml:trace contextRef="#ctx0" brushRef="#br0" timeOffset="112022.64">29416 7310 402 0,'0'0'82'0,"0"0"14"0,0 0 22 0,0 0-43 0,0 0-32 0,0 0-40 16,214 0 20-16,-180 0-16 16,-3 0 11-16,3 0 10 15,0 0-26-15,1 0 8 16,5 0-4-16,6 0-12 16,-5 0-6-16,18 0-3 15,-25 0-89-15,-10 0 87 16,-24 0-131-16,0 0-189 15</inkml:trace>
  <inkml:trace contextRef="#ctx0" brushRef="#br0" timeOffset="121496.21">30706 7651 467 0,'0'0'81'0,"0"0"-7"0,0 0-6 0,0 0-43 16,0 0-10-16,0 0 10 0,0 0-21 15,0 8 25-15,0-8-1 16,0 0 23-16,0 0-25 15,0 13-1-15,-6-10-7 16,0 2-13-16,6 3 0 16,-16-4-2-16,10 12 13 15,-6-8-14-15,5 0 21 16,-2 4-15-16,9-12 2 16,0 8-10-16,0-8-6 15,0 0 2-15,0 0 4 16,0 0 10-16,0 0-7 0,0 0 32 15,0-13-26-15,0-18 0 16,0-13-8-16,0-25-1 16,0-19-1-16,0-4-4 15,0-13-2-15,0 5-35 16,0 8 16-16,0 12-29 16,0 11 43-16,0 22 3 15,0 22-6-15,0 14-3 16,0 11 18-16,0 0 9 15,0 0-3-15,0 16 12 16,0 7-6-16,0 10 1 0,0 6-7 16,0 6-10-16,0 7 4 15,-37-8-17-15,-25 16-30 16,15-12 2-16,7-4-43 16,15-3-2-16,16-18 7 15,3-6-212-15</inkml:trace>
  <inkml:trace contextRef="#ctx0" brushRef="#br0" timeOffset="122245.06">31128 7090 384 0,'0'0'107'0,"0"0"-88"0,0 0 28 0,0 0-7 0,0 0-21 16,0 0 48-16,0 4 7 15,0-4-17-15,0 0-8 16,0 0 4-16,0 0-13 16,0-16-37-16,0-12-6 15,0-4-4-15,25 0 5 16,15-4 2-16,6 8 0 16,1 3 0-16,2 6-2 15,-11 11-19-15,-10 8-36 16,-7 0 41-16,-2 0 4 0,-13 27 3 15,-6 14 3-15,0 15-9 16,0 0-41-16,-19-7 22 16,-27 15 15-16,-1-5 19 15,7-2 11-15,0-1 50 16,12-9 13-16,9-11-36 16,10-7 3-16,9-9-34 15,0-8-7-15,0-4-5 16,16-3 5-16,30-2 24 15,-6-3 3-15,19 0 0 16,-18 4-2-16,5-4 34 0,-12 0-25 16,-6 0-13-1,-9 0-21-15,9 0-28 16,-10 0-23-16,-5 4-33 0,8 8-17 16,-14 1-43-16,-1-6-44 15,-6-7-263-15</inkml:trace>
  <inkml:trace contextRef="#ctx0" brushRef="#br0" timeOffset="122912.22">31915 7351 293 0,'0'0'110'0,"0"0"-38"0,0 0 14 0,0 0-43 0,0 0-1 16,0 0-9-16,-40 31-31 16,40-26 7-16,-6 3-5 15,-7 0 25-15,13 4-14 16,-6 4 44-16,-3 0-25 15,3-4 12-15,6 0-9 16,0-8-37-16,0 0-1 16,0 0-2-16,0-4 3 15,0 4 0-15,21-4 19 16,26 0-8-16,-7 0 11 16,7 0-19-16,18-16 11 15,3-24-13-15,-3-12 0 16,10-4-1-16,-7-9-3 0,-15 1 0 15,5-3-22-15,-23-10-5 16,-8 8-51-16,-8 5-6 16,-19 20-36-16,0 16 50 15,0 12 73-15,-46 9 1 16,-20 2 31-16,-8 5-29 16,6 0 19-16,-13 8-18 15,16 17 5-15,19 6-1 16,11 2-3-16,17 6 39 15,2 2-38-15,4-1-6 16,0 0-66-16,-23-8-251 16</inkml:trace>
  <inkml:trace contextRef="#ctx0" brushRef="#br0" timeOffset="134367.69">21764 9007 169 0,'0'0'31'0,"0"0"39"0,0 0 9 0,0 0-23 16,0 0-15-16,0 0-12 15,0 0-25-15,-10 8 22 16,10-8-8-16,0 0 15 15,0 4-10-15,0-4 3 16,0 4 1-16,0 1-9 16,0-2 6-16,0 5-21 0,0 0-6 15,0-4 11-15,0 1-4 16,0-2-1-16,0 2 9 16,0 2-2-16,0 1-3 15,28 5 5-15,-9-5-11 16,15 0 9-16,0-5-9 15,0 1-1-15,-9 0-11 16,25-4 11-16,-4 0 3 16,-6 0 7-16,7-16 7 15,-7-20-13-15,19-8-4 16,-12-16-13-16,-7-4-14 16,-6-4-60-16,-21 8-14 0,-13 15-46 15,0 18-25-15,-7 10 29 16,-52 17 143-16,-9 0 195 15,-12 0-168-15,-7 4-22 16,28 32 63-16,-16 13-23 16,41 6-45-16,-6 9 68 15,6-7-8-15,28-5-16 16,6-4-10-16,0-12-27 16,0-8 10-16,0-8-8 15,0-12-18-15,21-8 14 16,13 0-5-16,13 0 14 15,6 0 34-15,6-8-24 16,-4-15-24-16,-8-2-5 16,-7 1-43-16,7-4 12 0,-22 8-15 15,2 1 16-15,-8 6-4 16,-10 13 39-16,-2 0 5 16,-1 0 38-16,0 0-16 15,0 0-3-15,28 16-5 16,-15 4-18-16,9 0 6 15,-10 4-3-15,4 0-8 16,-16 1 5-16,22-2-2 16,-15-3 2-16,-1-7-4 15,-3-5 0-15,4-8 3 16,-1 0-3-16,16 0 8 16,-3-21-10-16,3-19-15 0,6-4-155 15</inkml:trace>
  <inkml:trace contextRef="#ctx0" brushRef="#br0" timeOffset="135234.43">22430 8790 125 0,'0'0'128'0,"0"0"-77"0,0 0 24 0,0 0-32 16,0 0-10-16,0 0-10 15,0 0 14-15,0 0-10 16,0 0 13-16,13 0-8 16,-13 12 6-16,0 1 11 15,0 7-5-15,9 4-5 16,3 7-33-16,1 5 12 15,-7-3-17-15,3 3-2 16,10-8 4-16,-7 0-3 16,10-4 0-16,3 1 2 15,3-6-2-15,18-7 1 16,1 1-1-16,5-6 8 16,-11-7-16-16,15 0 0 0,3 0 0 15,-13-12 7-15,-12-24 1 16,-6-8 8-16,-9-8 2 15,-1 4-10-15,-2 4 6 16,-4 11-5-16,-12 10 1 16,0 7-2-16,13 4 3 15,-13-1-5-15,0-3 2 16,0-4-25-16,0-8-107 16,0 9-113-16</inkml:trace>
  <inkml:trace contextRef="#ctx0" brushRef="#br0" timeOffset="136250.51">22151 10543 230 0,'0'0'177'0,"0"0"-138"0,0 0 66 0,0 0-37 0,0 0-28 16,0 0 1-16,233-56-23 15,-221 56 14-15,-6 0-16 16,-6 0 17-16,10 0-29 16,8 0 6-16,4-4-8 15,-3 0-1-15,2-4-2 16,-8 8-1-16,-7-4-3 16,-6-1-37-16,0-10-3 15,0 3-33-15,0-8-68 0,0-5-163 16</inkml:trace>
  <inkml:trace contextRef="#ctx0" brushRef="#br0" timeOffset="136700.4">22151 10154 394 0,'0'0'54'0,"0"0"80"0,0 0-33 0,0 0-10 0,0 0-14 16,0 0-24-16,0 0-12 0,251 20-33 15,-223-20 23-15,13 0-20 16,-20 0-2-16,10 0-9 15,3 0-5-15,1-8-14 0,-11-4-20 16,10 4 4-16,-12-8-47 16,-22 0-74-16,0-1-234 15</inkml:trace>
  <inkml:trace contextRef="#ctx0" brushRef="#br0" timeOffset="139880.29">18486 6404 269 0,'0'0'64'0,"0"0"16"0,0 0-6 0,0 0-46 16,0 0 6-16,0 0-3 0,-6 4 5 15,6-4-10-15,0 0 35 16,0 0 0-16,0 0-6 15,0 0-17-15,0 0-18 16,0 0 20-16,0 0-35 16,0 0 12-1,0 0-11-15,0 0-11 0,0 0 9 16,0 0-8-16,0 0 8 16,0-20 12-16,47-12 22 15,21-13-20-15,19-10 15 16,18-9-19-16,10 0-5 15,-16 8-3-15,9-1-12 16,-21 17 4-16,-28 8-12 0,3 0 2 16,-9 12-3-1,-19 4 13-15,-15 8-10 0,-7 0 7 16,-12 8-41-16,0 0 23 16,0 0-41-16,9 0-40 15,-9 0-126-15,13 0-284 16</inkml:trace>
  <inkml:trace contextRef="#ctx0" brushRef="#br0" timeOffset="141080.1">19395 5854 226 0,'0'0'83'0,"0"0"26"0,0 0-109 0,0 0 20 16,0 0-1-16,0 0 18 0,0 0 18 16,9 0 3-1,3 0 18-15,16-8-17 0,-3-3-12 16,9 3-28-16,19-9 15 16,-6-2-14-16,5-6-5 15,-2 2-7-15,3-2-7 16,-7 6 6-16,-6-1-4 15,-15 12-4-15,3 3 9 16,-22 5-16-16,-6 0 4 16,0 0 2-16,0 0-9 15,0 0 1-15,0 16 10 16,0 12 1-16,0 0 0 16,0 8 12-16,0 0-26 15,-18 0 28-15,-16 5-11 0,-1-5 8 16,17-8 2-16,-10-8-4 15,16-7-9-15,5-10 1 16,7-3 5-16,0 0-10 16,0 0 3-16,-15 0 0 15,15 0-4-15,-13 8 1 16,1-8-5-16,-16 8 1 16,28-4 1-16,-6 4 6 15,6-8-1-15,0 0-5 16,0 0-5-16,0 0-10 15,0 0 12-15,0 0 4 0,0 0-1 16,0 0 4 0,0 0 2-16,0-12 5 0,0-4-2 15,0 4 11-15,-12 0-14 16,-4 0 0-16,-3 4 3 16,13 8-4-16,-15 0 1 15,-4 0-39-15,-3 0 2 16,9 0 18-16,-9 11 12 15,22 10-24-15,6-12 19 16,0-6 4-16,0-3 6 16,0 0-55-16,0 0-43 15,6 0-26-15,28 0-267 0</inkml:trace>
  <inkml:trace contextRef="#ctx0" brushRef="#br0" timeOffset="145526.04">23674 9909 39 0,'0'0'71'0,"0"0"40"0,0 0-22 0,0 0 0 0,0 0-16 16,0 0-24-16,0 0-11 15,0 0-27-15,0 0-1 16,0 0 0-16,0 0 27 16,0 0 3-16,0 0 5 15,0 0-18-15,0 0 2 0,0 0 0 16,0 0-10 0,0 0 9-16,0 0-18 0,0 0 12 15,0 0-18-15,0 0 22 16,0 0-16-16,0 0 9 15,0 0-10-15,0 0-7 16,0 0 5-16,0 0-7 16,0-3 9-16,0-6-7 15,0 6 5-15,0-5-3 16,-19 3-8-16,4-3 3 16,-4 8-12-16,-9 0 11 15,9 0 2-15,-8 0-1 16,-8 0 6-16,-5 0-3 15,9 0 1-15,-3 13-1 16,6-2 0-16,3 1-3 16,4 1 1-16,2 3-3 15,4-1 0-15,2-7 3 0,7 9-4 16,6-9 14-16,0-8-21 16,0 8 11-16,0 0-2 15,0 4-7-15,0-1 1 16,0-3-5-16,28-3-2 15,3-1 12-15,25 4 3 16,-19 3-2-16,3 2 6 16,7-5-6-16,-19 0 10 15,6 4-12-15,0-8 4 16,-3 12 0-16,18-8-1 0,-11 12-11 16,17-4 10-16,-2 0-13 15,-13 1 14-15,-5-1-11 16,-11-1 8-16,-2-2 0 15,-10-2 4-15,1-3-1 16,-4 4 1-16,-3-4-4 16,1 4 9-16,-1 1-8 15,-6-2 8-15,0 6 0 16,0-1-3-16,0 0 7 16,0-1-2-16,0 2 0 15,0-1 1-15,0 4-3 16,-13 4 5-16,-15 0-6 15,10-4 10-15,-4 0-6 16,-18-8-4-16,6 4-4 16,3 0 9-16,-10-8-7 0,1 4-4 15,0-4-3 1,-13-8-14-16,-9 5-4 0,-3-5-32 16,-3 0-11-16,15 0-20 15,19 0 32-15,0 0 31 16,34-13-1-16,-6-15-59 15,-1 0-92-15,1 4-107 16</inkml:trace>
  <inkml:trace contextRef="#ctx0" brushRef="#br0" timeOffset="146442.01">23568 9889 377 0,'0'0'23'0,"0"0"40"0,0 0-17 0,0 0-34 0,0 0 30 16,0 0 21-16,-9 0 8 15,9 0 10-15,0 0-2 16,0 0-27-16,0 0-10 16,0 0-34-16,0 0-8 15,0 0 0-15,34 0 16 16,6 0 17-16,-6 0 2 16,7 0 2-16,-1 0-29 0,-6-8 7 15,3-4-9 1,-2 4-12-16,-8-3 0 0,1 3 1 15,-15-5-23-15,21 1-14 16,-16 1-15-16,4 2-39 16,-9 9-102-16,-13 0-279 15</inkml:trace>
  <inkml:trace contextRef="#ctx0" brushRef="#br0" timeOffset="147294.78">24635 10351 333 0,'0'0'128'0,"0"0"-34"0,0 0-29 0,0 0-22 0,0 0-15 15,0 0 8-15,0 0 15 16,0 0-10-16,0 0-7 16,0 0 8-16,0 0 9 15,0 0-17-15,0 0-12 16,0 0 4-16,0 0-14 16,0 0 3-16,0 0-11 0,0 0-4 15,0 0-15 1,0 0 11-16,0 0-4 0,0 0 5 15,0 0 3-15,0-13 2 16,0 6 11-16,0-6-13 16,0 10-4-16,0 3 4 15,0 0-5-15,0 0 14 16,0 0-13-16,0 0 9 16,0 0-4-16,0 0-1 15,0 0-10-15,0-8-20 16,0 0-14-16,15-1 28 15,-15 1-44-15,0-3-37 16,0-6-356-16</inkml:trace>
  <inkml:trace contextRef="#ctx0" brushRef="#br0" timeOffset="149005.63">25305 9673 332 0,'0'0'144'0,"0"0"-57"0,0 0-21 0,0 0-34 0,0 0-1 0,0 0-13 16,0 0 25-16,0-5-32 15,0 5 28-15,0 0-20 16,0 0 1-16,6 0 1 16,-6 0-4-16,0-3-4 15,0 3-8-15,0 0 4 0,0-4-2 16,0 4 4-16,0 0 10 15,0-4 0-15,0 0-21 16,0 4 4-16,0-4 6 16,0 4-9-16,0 0 11 15,0 0-11-15,6 0 28 16,-6 0-28-16,9 0 22 16,10 16 2-16,-13 0-6 15,7 0-10-15,-4 4-1 16,-9 5-11-16,0 2 13 15,0 21 2-15,0 8-7 16,-28 1-5-16,-12-1 9 16,6 0-17-16,9-12 8 0,-3-4 0 15,0-4 4 1,3-8-2-16,19-3-4 0,-3-10 4 16,9-7-4-16,0-3 2 15,0-5-3-15,0 0-20 16,0 0-16-16,15 0 22 15,25 0 14-15,1 0-2 16,5 0 10-16,1 0 4 16,-22 0-9-16,2 0 0 15,-20 0-17-15,14 0 7 16,-14 0 0-16,-1 0 0 16,-6 0 7-16,0 0 1 0,6 0-3 15,-6 0 10-15,0 0-9 16,0 0 4-16,0 0-1 15,0 0-28-15,6 0 29 16,10-21-10-16,-4 1 11 16,0 0-2-16,-5 4-9 15,-7 4 5-15,0 4 9 16,0 4-8-16,0 0 8 16,0 4 8-16,0-8-4 15,0 8 4-15,0 0-11 16,0 0 4-16,0 0-5 15,0 0 0-15,0 0-1 16,0 0 0-16,0 0 1 16,0 0 5-16,0 0 4 15,0 0-9-15,0 0 0 0,0 0-1 16,0 0-7-16,0 16 7 16,0 12 2-16,0 8 23 15,0 0-21-15,0 0 13 16,0 0-14-16,0 5 14 15,0-1-14-15,0 0-1 16,0 4 6-16,9 4-4 16,-3-4 0-16,7 4-2 15,-13-12-2-15,6-3-2 16,-6-6 3-16,0-7 1 0,0-7-1 16,0-13 0-16,6 0-38 15,16 0-30-15,3-33-109 16,-4 2-116-16</inkml:trace>
  <inkml:trace contextRef="#ctx0" brushRef="#br0" timeOffset="149805.84">26086 10335 168 0,'0'0'110'0,"0"0"23"15,0 0-26-15,0 0-33 0,0 0-30 16,0 0-8-16,0 0-33 16,0 0 34-16,0-4-11 15,0-9 12-15,0 13 11 16,0-8 0-16,0 8-27 0,0 0-3 16,0 0 28-16,0 0-26 15,0 0-3-15,0 0-11 16,0 0-14-16,0 0-4 15,0 0-11-15,0 0-27 16,0-3-10-16,0-10-16 16,0-10-196-16</inkml:trace>
  <inkml:trace contextRef="#ctx0" brushRef="#br0" timeOffset="157298.44">26102 9632 263 0,'0'0'308'0,"0"0"-257"0,0 0 28 0,0 0-69 0,0 0 4 15,0 0-25-15,0 0 22 16,0 5 7-16,0-5 29 15,0 0-9-15,0 0 9 16,0 0-5-16,0 0-13 16,0 0-22-16,0 0 17 15,0 3-18-15,0 2 9 16,0-1-15-16,0 0-2 16,0 4 2-16,0-1 3 15,0-2-3-15,0 3 3 16,0-8-2-16,0 8 10 15,0-4-18-15,0 0 14 16,0 3-10-16,0 10 3 16,0-5-6-16,0 0 5 15,0 4 1-15,0-8-3 0,12 8 5 16,0-4-10-16,-5-3 12 16,2-6-8-16,-9 13 8 15,6-8 1-15,-6 12-4 16,6 0-1-16,-6 1 3 15,0-1 1-15,0-9-4 16,0 2 6-16,0-6-4 16,0 6 1-16,0-10-2 15,0 14-1-15,0-9-2 0,0 3 0 16,0 2 0 0,0-1-1-16,0-1 2 0,0-2-5 15,0-1 12 1,0 0-2-16,0 0-3 0,0 12-1 15,0-9 1-15,0 6-2 16,0-5 1-16,0 4 0 16,0-4-2-16,0-4 5 15,0 1-5-15,0-6 15 16,0 1-22-16,0 0 16 16,0 0-10-16,0 0 3 15,6 13 0-15,-6-6-3 16,0 6 9-16,0-6-10 15,0-3 9-15,0 9-8 16,0-14 4-16,13 2-2 16,-13 3-3-16,0-1 4 0,0 1-6 15,6 5 16-15,3-10-15 16,-2 14 11-16,5-6-10 16,-6 2 11-16,-6-1-8 15,6-4 1 1,-6-5 0-16,0-3 0 0,0 8 1 15,0-8-2-15,0 5 2 16,0-1-2-16,0-4 3 16,0 4-2-16,0 0 9 15,16 0-6-15,-16 0-3 16,0-4 9-16,0 3-8 0,0-3 5 16,0 0-11-16,0 0 14 15,0 0-13-15,0 0 9 16,0 0-10-16,0 0-4 15,0 0-25-15,0 0-53 16,0-3-157-16,0-17-296 16</inkml:trace>
  <inkml:trace contextRef="#ctx0" brushRef="#br0" timeOffset="158550.07">26235 10760 266 0,'0'0'80'0,"0"0"-27"0,0 0-27 0,0 0-19 0,0 0-1 15,0 0 7-15,0 0-3 16,0 7 8-16,0-7 58 0,0 0-31 16,0 8 4-16,0-8-21 15,0 0 6-15,0 0-16 16,0 0 6-16,0 5-9 15,0-5 0-15,0 0-15 16,0 3 0-16,0-3-3 16,0 0 6-16,0 0 12 15,6 0-13-15,-6 0 14 16,0 0-7-16,0 0 14 16,0 0-12-16,0 0-7 15,0 0 10-15,0 0-10 0,0 0-4 16,0 9 27-16,0-9-11 15,0 8-16-15,0-8 0 16,6 0-2-16,-6 0-4 16,6 0-5-16,7 0-3 15,2-17-3-15,-2-2 17 16,-7-1-8-16,9 4-13 16,-8 16-7-16,-7 0-6 15,0 0 1-15,0 0 33 16,0 0 8-16,0 0 6 15,0 0-14-15,6 0-31 16,6 0-172-16,-12-9-293 0</inkml:trace>
  <inkml:trace contextRef="#ctx0" brushRef="#br0" timeOffset="160995.87">26883 10479 285 0,'0'0'66'0,"0"0"-60"0,0 0-6 0,0 0 1 16,0 0-1-16,0 0 51 16,0 0 50-16,0 0-15 15,0 0-11-15,0 0 19 16,0 0-49-16,0 0-2 15,0 0-24-15,0 0 31 16,0 0-44-16,0 0 10 0,0 0-11 16,0 0 1-16,0 0 8 15,0 0-5 1,0 0 18-16,12 0-25 0,1 0 10 16,15 0-11-16,12 0-2 15,0 0 2-15,25 0-1 16,-3-12 0-16,-9-1 7 15,9-2-8-15,-15-1 6 16,-7 8-10-16,-15 0-2 16,3 0 4-16,-4-1-14 15,-8 1-3-15,18-3-24 16,-9-6-32-16,-3-2-19 0,-16 2-66 16,-6 14 6-1,0-2-12-15,0 5 11 0</inkml:trace>
  <inkml:trace contextRef="#ctx0" brushRef="#br0" timeOffset="161529.34">27004 10254 225 0,'0'0'53'0,"0"0"42"0,0 0-44 0,0 0-8 15,0 0 9-15,0 0 5 0,25-8-12 16,-25 8 15-16,15 0 16 15,-15 0-15 1,13 0-20-16,-7-3 0 0,22-5-17 16,3-1 9-16,9 1-19 15,22-8 16-15,-16 4-18 16,13-4 10-16,3-4-19 16,-15 8 0-16,-7 0-3 15,-9-4-4-15,-3 8-3 16,-22-1-21-16,16 2-7 15,-22-1-88-15,0 8-90 0</inkml:trace>
  <inkml:trace contextRef="#ctx0" brushRef="#br0" timeOffset="163461.14">28024 9869 400 0,'0'0'96'0,"0"0"-20"0,0 0-13 15,0 0-20-15,0 0 14 16,0 0-19-16,0 0 8 16,0 0-16-16,0 0 7 15,0 0 13-15,0 0-15 16,0 0-3-16,0 0-16 15,0 0 2-15,0 4-16 16,0-4 13-16,0 16-4 16,0-8 3-16,-19 9-10 15,7-1 9-15,-4-1-8 16,4 1-4-16,12 9-1 0,0 3 7 16,0-4-17-1,0-4 11-15,0 0-8 0,40-1 6 16,7-2-10-1,12-1 9-15,9 4 2 0,13 1-2 16,-1 7 6-16,7-5-9 16,0 1-6-16,-7 1 5 15,-8-2-62-15,-16 1 65 16,-16 4 3-16,-15 0 0 16,-4 1 4-16,-21 7 0 15,0-8 16-15,0 12-19 16,-6-12 11-16,-34 12-9 0,-22-15 10 15,-3-2-13 1,3-10-2-16,3-13-23 0,6 0 2 16,-3 0-12-16,-9-25-53 15,3-3-69-15,-3-4-289 16</inkml:trace>
  <inkml:trace contextRef="#ctx0" brushRef="#br0" timeOffset="163827">28346 9953 361 0,'0'0'198'0,"0"0"-126"0,0 0 100 0,0 0-66 15,0 0-68-15,0 0-15 16,335-3-23-16,-288-9-1 0,-13 12-29 16,-9-5-47-16,3 5-104 15,-28 0-293-15</inkml:trace>
  <inkml:trace contextRef="#ctx0" brushRef="#br0" timeOffset="164377.9">29109 10447 482 0,'0'0'97'0,"0"0"-59"16,0 0 15-16,0 0-11 15,0 0-11-15,0 0 20 0,25 0-19 16,-25 0 7-16,0 0-15 16,0 0 9-16,0 0-23 15,0 0-8-15,0 0-2 16,0 0 5-16,0 0-5 15,0 0 2-15,0 0-2 16,0 0-1-16,6 0-26 16,-6-12-15-16,0 0 42 15,0 12 4-15,0-5 17 16,0 5 20-16,0 0-30 16,0 0 17-16,0 0-28 0,0 0-42 15,0-3-78-15,0-9-186 16</inkml:trace>
  <inkml:trace contextRef="#ctx0" brushRef="#br0" timeOffset="169821.22">29543 10017 196 0,'0'0'78'0,"0"0"13"0,0 0 11 0,0 0-28 0,0 0 4 0,0 0-19 0,0 0-10 16,0 5-17-16,0-5 23 15,0 0-26-15,0 0 7 16,0 0 7-16,0 0-15 16,0 0 9-16,0 0-21 15,0 0 5-15,0 0-19 16,0 0 1-16,0 0-2 0,0 0 20 15,0 0-14-15,0 0-1 16,6 0 6-16,1-20-8 16,5 4 4-16,10-9 0 15,-4 9-15-15,17-4 15 16,-8 4-16-16,8 4 8 16,2 1-4-16,3-2 1 15,-6 13-7-15,0 0 6 16,-6 0-12-16,-9 0 15 15,-7 0-12-15,-12 13 11 16,0 23 3-16,0 16-9 16,0 7 6-16,-12 10-5 15,-35 0-3-15,1-5 10 16,-1-9-5-16,7-10 6 16,12-13-2-16,9-9 2 0,-2-6 1 15,8-9 2 1,13-5 0-16,-6 2-4 0,6-5-18 15,0 0 1-15,0 0-6 16,0 0 23-16,13 0 10 16,33 0 25-16,7 0-10 15,15-8 19-15,-9-4-25 16,-19 4-17-16,-6 8 18 16,-21 0-9-16,8 0-17 15,-8 0 12-15,-7 8-12 16,9 12-10-16,-8 0-12 15,-1-1-39-15,-6 2 8 0,0-5-11 16,0-4 5 0,0 8-81-16,0-4-32 15,0-12-69-15</inkml:trace>
  <inkml:trace contextRef="#ctx0" brushRef="#br0" timeOffset="170753.81">30297 9717 268 0,'0'0'134'0,"0"0"5"0,0 0-23 0,0 0-27 0,0 0-36 15,0 0-27-15,15 205-16 16,-15-166 0-16,0-3 15 16,0 0 18-16,0-8 1 15,0-3-8-15,0-5-10 16,0-12-7-16,0 4-17 16,0-12-4-16,0 4-14 15,0-4 9-15,0 0-14 0,25 0 21 16,9 0 14-16,0 0-4 15,13 0 9-15,-7 0-17 16,7 0 8-16,-7 0-6 16,-6 0-8-16,-9 0-1 15,-3 0-4-15,-16 0-4 16,0 0-6-16,0 0 18 16,-6-4-17-16,0-8 12 15,0-5-2-15,0-2 2 16,0 2-25-16,0-2 5 15,0 2 7-15,0 14 19 16,0-2 0-16,0 5 2 16,0 0 4-16,0 0 6 0,0 0-6 15,0 0-1-15,0 0-10 16,0 0 10-16,0 0-4 16,0 16 15-16,0 12 1 15,0 8 8-15,0 9-17 16,0-1 8-16,0 8-11 15,0-3 10-15,0 2-15 16,0-7 0-16,0 5 11 16,0-9-5-16,0 8 13 15,0 0-6-15,0-4 1 16,0-16-11-16,0-8-6 16,0-15-47-16,6-5 7 0,4 0-11 15,2 0-65-15,0-25-71 16,4-14-275-16</inkml:trace>
  <inkml:trace contextRef="#ctx0" brushRef="#br0" timeOffset="171370.73">31153 10294 479 0,'0'0'85'0,"0"0"-8"0,0 0 21 0,0 0-19 0,0 0-44 16,0 0-7-1,182-40-26-15,-157 32 6 0,3 0-5 16,-9-4-2-16,2 8 3 16,-2-3 3-16,3 2-14 15,-10 2 1-15,16-5-1 16,-9-1-20-16,-7 9-13 16,-12-4-21-16,22-4-55 15,-16 1 1-15,-6 2-135 16</inkml:trace>
  <inkml:trace contextRef="#ctx0" brushRef="#br0" timeOffset="171686.68">31233 10042 328 0,'0'0'200'0,"0"0"-88"16,0 0 53-16,0 0-82 15,0 0-22-15,0 0-39 16,189 8-17-16,-151-8-5 0,2-25-37 16,-12 2-57-16,-16 7-168 15</inkml:trace>
  <inkml:trace contextRef="#ctx0" brushRef="#br0" timeOffset="172353.89">32170 10331 413 0,'0'0'144'0,"0"0"17"0,0 0-53 0,0 0-45 15,0 0-3-15,0 0-31 16,0-41 0-16,0 5-28 15,0-11 32-15,0-14-32 16,0-3 3-16,0-16-4 16,0 0-4-16,0 3-6 15,0 1-16-15,0 24 15 16,0 8-6-16,0 16 17 0,0 12-23 16,0 11 16-16,0 5 7 15,0 0 2-15,0 21 3 16,0 15 9-16,0 4-7 15,-7 4-5-15,-5 0-4 16,-4 0 0-16,-8 0-4 16,2-3-7-16,-3-1-9 15,10-4-27-15,2-8-13 16,13-4-26-16,0-8-44 16,0-12-45-16,0-4-160 15</inkml:trace>
  <inkml:trace contextRef="#ctx0" brushRef="#br0" timeOffset="172985.78">32678 9793 208 0,'0'0'165'0,"0"0"-69"0,0 0-49 0,0 0 40 0,0 0-23 16,0 0 29-16,-28-15-25 15,28 6-2-15,0 5-4 16,0-16-54-16,0 12-8 16,0-4-4-16,0 4 4 15,34 3-7-15,-6 5 0 16,-15 0 2-16,-1 0 5 15,-12 21 2-15,0 15-2 0,0 12-8 16,-6 4-17-16,-35 1 15 16,1-6-25-16,0-6 29 15,15-9 12-15,-15-8-3 16,34 0-3-16,-10-12 23 16,16 0-9-16,0 0-1 15,0 0-13-15,0-4-28 16,0 0 23-16,0-8 10 15,0 12 17-15,22-4-4 16,18 4 20-16,0 1-16 16,1-2 34-16,5-3-42 15,1 0-14-15,-1-8-2 16,-12 0-27-16,-9 0-46 0,-3 0-87 16,-22 0-206-1</inkml:trace>
  <inkml:trace contextRef="#ctx0" brushRef="#br0" timeOffset="173371.06">33013 10243 462 0,'0'0'47'0,"0"0"53"0,0 0-31 0,0 0-40 16,0 0-7-16,0 0-22 16,167-177-6-16,-142 121-21 15,-3 4 27-15,-10 3-2 16,-12 1 1-16,6 8 1 15,-6 8 20-15,0 12 28 16,0 16 25-16,0 4 19 16,-18 0-58-16,-29 0-34 15,-8 16-11-15,2 20-9 16,6 8 16-16,19-8 4 16,16-3-5-16,12-5-65 15,0-17-67-15,0-2-251 0</inkml:trace>
  <inkml:trace contextRef="#ctx0" brushRef="#br0" timeOffset="193884.56">20164 12452 4 0,'0'0'184'0,"0"0"-33"0,0 0-51 0,0 0-43 0,0 0-43 16,0 0-5-16,0 0-9 15,0 0-3-15,-6-24-3 16,6 24-1-16,0 0 3 16,0 0 8-16,0-4 3 15,0 1-5-15,0-6 11 16,0 5 11-16,0-4-9 16,0 8-4-16,0 0 4 15,0 0 20-15,0 0 1 16,0 0 36-16,0 0-23 15,0 0-14-15,0 0-8 16,0 0-15-16,0 0 1 16,0-4-8-16,0-1-9 0,0 2 8 15,0-2 5-15,0 5-6 16,0-7 9-16,0 7 12 16,0 0 20-16,0 0-7 15,0 0-7-15,0 0-3 16,0 0-20-16,0 0 19 15,0 0-25-15,-13 0 4 16,-21 7-5-16,-6 26-3 16,-13 11-14-16,0 8 11 15,7 1 3-15,-4 6 3 16,32-2-4-16,5-1 5 16,13-4-11-16,0-4 8 15,0 1-2-15,0 2-16 16,31-7 19-16,9-3-2 0,7-9 2 15,-7-8-3-15,22-5-14 16,3-14 17-16,-3-5-13 16,-9 0 8-16,-13 0-2 15,-21 0 7-15,3 0-16 16,-16-8 13-16,6-12 4 16,4-4 1-16,-4-4-1 15,-6-5 3-15,-6 2-7 16,13 3-12-16,-13 3 9 15,0 6-5-15,0 11 12 16,0 3-10-16,-47 5-1 16,-12 0 7-16,1 0 8 15,2 8 9-15,3 25-11 0,0 11 18 16,13 8-20-16,-7-1 8 16,1-2-8-16,24-5-39 15,10-16-35-15,12-3-132 16,0-10-73-16</inkml:trace>
  <inkml:trace contextRef="#ctx0" brushRef="#br0" timeOffset="194618.36">20793 12195 157 0,'0'0'306'0,"0"0"-250"0,0 0 37 0,0 0-15 16,0 0-11-16,0 0-29 15,6-12 8-15,-6 12-11 16,0 0 24-16,0 0-8 16,0 0-11-16,0 0-3 15,0 8-24-15,0 25 9 16,0 10-20-16,0 9 13 15,0 1-13-15,13-1 1 16,-13 4-1-16,9 4 0 0,-9 4-2 16,0 0 0-16,0 1-10 15,0-5 10-15,0-8-3 16,0-16-32 0,0-8-6-16,6-7-45 0,13-18-38 15,3-3-62-15,9 0-49 16</inkml:trace>
  <inkml:trace contextRef="#ctx0" brushRef="#br0" timeOffset="195252.03">20719 13459 357 0,'0'0'252'0,"0"0"-216"0,0 0 30 0,0 0 0 16,0 0-59-16,0 0-7 16,15-5-12-16,-15 5 12 15,0 0 2-15,6 0 10 16,-6 0 46-16,0 0-18 16,0 0 21-16,0-3-56 15,0-1-5-15,19-9-3 0,-13 2 3 16,16-5 9-16,3-1-9 15,-10 9-1-15,-2 0 1 16,-13 8 1-16,0 0 4 16,6 0-1-16,-6 0 3 15,0 0 17-15,0 0-14 16,0 0-10-16,0 0-13 16,0 0-37-16,0 0-60 15,0-3-168-15</inkml:trace>
  <inkml:trace contextRef="#ctx0" brushRef="#br0" timeOffset="196049.55">21388 13141 207 0,'0'0'231'0,"0"0"-182"0,0 0 25 16,0 0 4-16,0 0-51 16,0 0 27-16,94-11-10 15,-54 7 1-15,6 4-13 16,1-8 10-16,-1 8-5 16,1-4-21-16,-1 0-8 15,1-4-3-15,-19 3 5 16,0 5-9-16,-16-3-2 15,1 3-17-15,-7-4-25 16,-6 4-48-16,0 0-97 0,0 0-127 16</inkml:trace>
  <inkml:trace contextRef="#ctx0" brushRef="#br0" timeOffset="196532.1">21475 12881 206 0,'0'0'345'0,"0"0"-286"0,0 0 14 15,0 0 26 1,0 0-76-16,0 0 42 0,93-3-12 16,-34 3-14-16,-3-5-18 15,-9 1-3-15,-7 0-13 16,-9 0-5-16,3-4-11 15,-12-4-78-15,-10 0-87 16,-12-3-519-16</inkml:trace>
  <inkml:trace contextRef="#ctx0" brushRef="#br0" timeOffset="197314.7">22824 12272 86 0,'0'0'431'0,"0"0"-416"0,0 0 18 0,0 0 24 0,0 0-24 0,0 0-12 16,-121-17 47-16,109 17-36 15,-7 0-1-15,-9 17-7 16,0 11 1-16,-3 8-15 0,-9 11-5 16,12 2-1-16,-6 7-3 15,9 8-2-15,10 1-2 16,2-1-1-16,13 0 4 15,0-8-6-15,0-4 2 16,28 0-22-16,6-7 22 16,13-6-34-16,-7 2 31 15,-9-17-4-15,-3 8 6 16,6-16 5-16,13 0-2 16,5-16 1-16,1 0-103 15,3 0 93-15,-10 0 11 16,-15-28 0-16,-3-1-7 15,-21 1 6-15,-7 5 2 16,0-1 3-16,0 4-4 16,0 4 3-16,-35-1 4 15,-11 6 1-15,6-2 20 0,-13 1-27 16,0 1 16-16,0 6-16 16,13 5 29-16,6 0-12 15,6 0-9-15,16 5 17 16,-7 26-7-16,10 13 1 15,-4 5-4-15,1-5-13 16,12 4-3-16,-15-9-74 16,15-6-91-16,-7-13-104 15</inkml:trace>
  <inkml:trace contextRef="#ctx0" brushRef="#br0" timeOffset="197664.87">23547 12793 645 0,'0'0'110'0,"0"0"-29"0,0 0 40 0,0 0-74 0,0 0 1 15,0 0-22-15,0 0-22 16,-7 0-4-16,7 0-19 15,-12 0 6-15,-10 0-69 16,10-9-76-16,-16-2-652 16</inkml:trace>
  <inkml:trace contextRef="#ctx0" brushRef="#br0" timeOffset="198264.03">24229 12368 482 0,'0'0'27'0,"0"0"14"0,0 0 27 0,0 0-37 0,0 0 14 16,0 0-3-16,-106 15-3 16,91 2-13-16,15 4 22 15,0-2-13-15,0 1-29 16,0-8-6-16,46 4 8 16,1 0-16-16,21 1 4 0,-9-1 3 15,9 12 2-15,7 0-2 16,-17-4-28-16,-5 4 29 15,0-5 3-15,3 2-1 16,-16 7-4-16,-9 0-34 16,-15 8 24-16,-16 4 23 15,0 9-11-15,-16 3 0 16,-37-1 4-16,-21-6 7 16,21-13 4-16,13-16-15 15,-7-12-3-15,1-8-44 0,-13 0-165 16,-9-40-327-1</inkml:trace>
  <inkml:trace contextRef="#ctx0" brushRef="#br0" timeOffset="198547.6">24523 12436 441 0,'0'0'102'0,"0"0"31"0,0 0-9 0,0 0-75 0,0 0-39 16,388 12-9-16,-329-12-1 15,3 0-59-15,-31 0-131 16,-22 0-421-16</inkml:trace>
  <inkml:trace contextRef="#ctx0" brushRef="#br0" timeOffset="198863.04">25218 12801 706 0,'0'0'193'16,"0"0"-138"-16,0 0 45 15,0 0-62-15,0 0-27 16,0 0-11-16,0 0-30 16,0 0-50-16,0 0-77 15,0 0-181-15</inkml:trace>
  <inkml:trace contextRef="#ctx0" brushRef="#br0" timeOffset="199662.8">26061 12128 626 0,'0'0'100'0,"0"0"-65"0,0 0 41 0,0 0-48 0,0 0-12 15,0 0-16-15,-115 196 0 0,75-144-1 16,0 0 1-16,6-4 0 15,9-8 1-15,19-12-2 16,-10-4 2-16,16 1-4 16,0-9-13-16,0-1 15 15,0 1 1-15,0-3-3 16,34-1 3-16,13-4-13 16,-7-8 13-16,-6 8 0 15,7-8-2-15,-17 8 8 16,11-8-1-16,-14 4-2 15,20 4 2-15,-1-5-4 16,-22 2-2-16,17-2-9 0,-11-3 10 16,-2 0 0-16,-3 0-9 15,2-3 6-15,-8-17-54 16,-7-1-30 0,9 6 47-16,-15 15 32 0,0 0 8 15,0 0 8-15,0 0 44 16,0 0-11-16,0 15-16 15,0 21-9-15,0 5 39 16,-15 7-20-16,3 4 18 16,-10 0-29-16,3 1 5 15,-9 2-28-15,22-6 2 16,0-1-3-16,-6-12 0 16,12 0-2-16,-7-3-10 0,-2-10-5 15,3 1-47-15,-7-7 15 16,13-6-44-16,0-3 6 15,0-4-7-15,0-4-117 16,0 0-121-16</inkml:trace>
  <inkml:trace contextRef="#ctx0" brushRef="#br0" timeOffset="199898.22">26508 13066 559 0,'0'0'246'0,"0"0"-134"0,0 0-37 16,0 0 40-16,0 0-86 0,0 0-6 15,21 0-23-15,-21 0-33 16,7-12-29-16,-7 4-58 15,0-5-188-15</inkml:trace>
  <inkml:trace contextRef="#ctx0" brushRef="#br0" timeOffset="200578.81">27081 12352 607 0,'0'0'139'0,"0"0"-70"0,0 0 13 0,0 0-50 0,0 0-8 16,0 0-23-16,69 0 14 16,-23 0-13-16,-12 0 3 15,6 0-5-15,-27 0-10 16,9 0 10-16,-10 0 0 16,-12 16 27-16,0 7-7 0,0 14-7 15,0-1-13-15,-12 4-4 16,-10 0-17-16,22-3 6 15,-13-9-5-15,13 3 9 16,0-14 11-16,0-1-35 16,0-8-8-16,0 4 25 15,53-4 10-15,-6 0 8 16,5 0-5-16,4 4 5 16,-9-4-1-16,-29 0-3 15,10 4-60-15,-28 0 64 16,0 8 8-16,0 12 38 15,-52 8-34-15,-10 4 7 16,-13 1-6-16,10 2 11 0,6-14-20 16,25-13-2-16,6-16-4 15,28-4-44-15,0 0-136 16,0 0-115-16</inkml:trace>
  <inkml:trace contextRef="#ctx0" brushRef="#br0" timeOffset="200914.76">27779 12833 710 0,'0'0'187'0,"0"0"-76"0,0 0 3 0,0 0-53 15,0 0-28-15,0 0-33 16,6 0 0-16,-6 0-60 15,0 0 1-15,0 0-79 16,0 0-210-16</inkml:trace>
  <inkml:trace contextRef="#ctx0" brushRef="#br0" timeOffset="201594.62">28365 12452 477 0,'0'0'121'0,"0"0"-28"0,0 0-10 0,0 0-62 15,0 0-21-15,0 0-3 0,0-61 3 16,47 34 8-16,-7-1-8 16,0 11 3-16,0 9-5 15,-12 8 10-15,-9 0 4 16,3 0 23-16,-16 41-21 15,-6 3-14-15,0 0-25 16,0 17-36-16,-34-10-77 16,-13 14-9-16,-5-1 27 15,-10 0 120-15,-4-4 130 16,14-7 40-16,5-6-16 16,19-15-89-16,16-8 3 15,3-11-63-15,9 2 54 16,0-2-50-16,0-1 7 0,34 4 11 15,28-8-11-15,-3 0-8 16,-7-4 34-16,-5-4-35 16,-13 0-3-16,-12 0-8 15,2 4-31-15,-8-4-13 16,-16 0-50-16,12 0-70 16,-12 0-383-16</inkml:trace>
  <inkml:trace contextRef="#ctx0" brushRef="#br0" timeOffset="201978.04">29277 12853 660 0,'0'0'188'0,"0"0"-98"0,0 0 13 16,0 0-60-16,0 0-41 16,0 0-2-16,0-20-10 15,0 20 1-15,0 0-51 16,0 0 41-16,-10 0-14 16,4 0-81-16,-6 0-171 15</inkml:trace>
  <inkml:trace contextRef="#ctx0" brushRef="#br0" timeOffset="202594.81">29990 13014 463 0,'0'0'120'0,"0"0"-12"0,0 0-1 0,0 0-38 0,0 0-30 15,0 0-9-15,-6-25-26 16,6-3 13-16,-7-11-7 16,7-10 3-16,0-3 19 15,0-12-30-15,0 0 0 0,0 0-2 16,0 0-2-16,0 0-50 16,19 3 44-16,-10 17-1 15,-3 12-4-15,-6 12-6 16,0 12 19-16,0 8 16 15,0 0 20-15,0 8 7 16,0 16-25-16,0-1 4 16,-21 2-22-16,8-5-13 15,1 4-31-15,-10 4-11 16,4 13-53-16,-10-2-127 16,9 2-131-16</inkml:trace>
  <inkml:trace contextRef="#ctx0" brushRef="#br0" timeOffset="203143.91">30470 12886 522 0,'0'0'263'0,"0"0"-154"0,0 0 1 0,0 0-45 0,0 0-43 0,0 0 14 16,143-17-33-16,-84 1-2 15,-13 4-1-15,1 0 0 16,-13 0-39-16,6 4 5 16,-12 0-12-16,-9 4-17 15,-13 4-17-15,0 0-23 16,-6 0-88-16,0 0-208 0</inkml:trace>
  <inkml:trace contextRef="#ctx0" brushRef="#br0" timeOffset="203392.84">30470 12886 593 0,'196'-205'95'15,"-178"197"50"-15,10 3-33 16,6 5-45-16,7-3-30 16,-1-5-20-16,-15 8-12 0,15 0-10 15,-12 0-3-15,0-4-26 16,-3 4-56-16,-13 0-80 15,10-5-142-15</inkml:trace>
  <inkml:trace contextRef="#ctx0" brushRef="#br0" timeOffset="-214729.57">31562 12280 393 0,'0'0'83'0,"0"0"-51"0,0 0 21 0,0 0-34 0,0 0 19 15,0 0 12-15,0 0-18 16,146 0-14-16,-106 0 18 16,-12 0-28-16,-10 0 20 15,4-8-24-15,-3 0 17 16,-4 4-15-16,-9 4 0 16,13 0-6-16,-13 0-3 15,0 0-8-15,16 0 11 16,-9 28 26-16,8 20 0 15,-8 12-1-15,-7 8-22 16,-6 5-3-16,0 7-3 16,0 4 3-16,0-1 5 15,0 2-2-15,-6-4-6 0,-7-9 6 16,-2-8-11 0,9-12-7-16,-1-8-2 0,1-8-19 15,-6-8-14-15,2-12-22 16,-8-12-11-16,5-4-20 15,-8 0-51-15</inkml:trace>
  <inkml:trace contextRef="#ctx0" brushRef="#br0" timeOffset="-214363.86">31810 12886 548 0,'0'0'78'0,"0"0"-13"0,0 0 43 16,0 0-56-16,0 0-14 15,0 0-1-15,394 11-31 16,-335-11-6-16,-13-3-8 16,-18-5-11-16,-9-5-54 15,-10-2-83-15,3-6-72 0,-5 5-220 16</inkml:trace>
  <inkml:trace contextRef="#ctx0" brushRef="#br0" timeOffset="-213564">32498 12428 323 0,'0'0'167'0,"0"0"-75"0,0 0-5 0,0 0-15 16,0 0-21-16,0 0-45 15,0-45 15-15,0 30-16 16,19 2 1-16,9-6 1 15,3 7 0-15,18-12 3 0,-2-4 10 16,12 3-14 0,-7 17-3-16,4 8-6 0,-15 0-6 15,-10 0 8-15,-10 28 2 16,-8 16 4-16,-13 17-5 16,0 7-1-16,-28 8-8 15,-19 9-24-15,-12-5 32 16,0-4-3-16,4-4-1 15,8-15 9-15,7-18-4 16,15-6 3-16,10-17 6 16,15-1-2-16,0-7-7 15,0 0-2-15,0 1 2 16,34 2 21-16,12 2 10 0,7-5 22 16,3 0-21-1,-16 7 11-15,-9 2-17 0,-9-9-18 16,-4 0-4-16,4 4-4 15,-22-8-26-15,19 8-36 16,-13-4-32-16,-6-5-86 16,0-3-109-16</inkml:trace>
  <inkml:trace contextRef="#ctx0" brushRef="#br0" timeOffset="-213015.28">33025 12925 293 0,'0'0'118'0,"0"0"-44"0,0 0 25 0,0 0-29 0,0 0-25 0,0 0-6 15,0 0-18-15,0 0-3 0,0 5-17 16,7 2 20-16,-1-3 2 16,0 0 5-16,3 1-12 15,4-5-7-15,-1 0-3 16,0 0-4-16,10 8 19 15,-3-8-17-15,9 0 8 16,0 0-6-16,12-36 7 16,0-8-3-16,7-20 3 15,5-5-11-15,7-8 1 16,-12 2-3-16,15 11-10 16,-22 11 9-16,-15-2-18 15,3 2 18-15,-22 4-39 16,-6-3 24-16,0 4-8 15,-19 4-41-15,-27 13-42 0,6 15 75 16,-16 16 4-16,-3 0 28 16,19 27 15-16,-13 21-13 15,25 9 20-15,22 2-15 16,6 5-7-16,0 5 0 16,0-5-30-16,0-4-122 15</inkml:trace>
  <inkml:trace contextRef="#ctx0" brushRef="#br0" timeOffset="-189801.28">21348 14329 228 0,'0'0'198'0,"0"0"-142"0,0 0 16 0,0 0-23 16,0 0-4-16,0 0-17 16,0 0 21-16,0 0-28 15,0 0 22-15,0 0-14 16,0 0 18-16,0 0-16 16,0 0 11-16,0 0-19 15,0 0-4-15,0 0 3 16,0 0-19-16,0 0 22 15,0 0-18-15,0 0 8 16,0 0-12-16,0 0-2 16,0 0-1-16,0 21 0 0,0-2 0 15,0 6 1 1,0-2 2-16,0-7-1 16,0-4-4-16,0-4-15 15,28-3 7-15,3 3 1 0,25-8 1 16,-3 0 6-16,12 0 2 15,-3-16-9-15,3-33 16 16,-3-11-15-16,-16-8-6 16,-12-4 6-16,-27 19-17 15,-7 1 8-15,0 21 17 16,-16 6 0-16,-24 9 13 16,3 13-11-16,-13 3 3 15,4 0-5-15,15 0 0 0,-19 3-28 16,19 25 15-1,3 13-11-15,9 3 9 0,19 0 13 16,0 0-18 0,0-8 14-16,7-13-89 0,33-6-85 15,0-13-78-15</inkml:trace>
  <inkml:trace contextRef="#ctx0" brushRef="#br0" timeOffset="-189351.01">22030 14248 25 0,'0'0'377'0,"0"0"-357"0,0 0 6 0,0 0 45 0,0 0-55 0,0 0 15 15,0 0 10-15,34 193-10 16,-9-168-10-16,3-10-3 16,6 1 18-16,19 1-36 15,0-9 9-15,-7-8 4 16,7 0 7-16,15 0-3 0,-15 0-7 15,-7 0-10-15,1 0 4 16,-19-5-8-16,6-18 8 16,-16-13 9-16,-2 8-12 15,-16-13 12-15,0 2-11 16,0 3-4-16,0-1-12 16,0 0-26-16,0 6 4 15,-16 6-32-15,-2 6-4 16,2 2-12-16,-2 6-28 15</inkml:trace>
  <inkml:trace contextRef="#ctx0" brushRef="#br0" timeOffset="-178392.94">21249 16102 193 0,'0'0'391'0,"0"0"-359"0,0 0 28 0,0 0 40 16,0 0-73-16,0 0 2 15,0 0-16-15,-28 0-1 16,28 0 20-16,0 0 3 16,0 0 2-16,53 3-16 0,21-3 26 15,1 0-30-15,11 0-7 16,-8 0-6-16,-4 0-2 15,1-15-4-15,-16-1-3 16,-4 0-1-16,-23-1-36 16,-5-2 19-16,-8-1-25 15,-19 7-34-15,0-3-36 16,0 4-31-16,0-8-125 16</inkml:trace>
  <inkml:trace contextRef="#ctx0" brushRef="#br0" timeOffset="-178114.7">21302 15701 259 0,'0'0'220'15,"0"0"-214"-15,0 0 41 16,0 0 0-16,0 0-8 16,0 0 46-16,80 0-27 15,-39 0-27-15,-1-8-1 16,6-1-16-16,-15 6 9 16,25-2-21-16,-9 5-4 15,-22-8-8-15,15 8-42 16,-25 0-126-1,-15 0-327-15</inkml:trace>
  <inkml:trace contextRef="#ctx0" brushRef="#br0" timeOffset="-177146.03">22719 15316 218 0,'0'0'148'0,"0"0"-73"0,0 0 16 0,0 0-40 0,0 0-18 16,0 0 13-16,0 0-19 16,-69 0 10-16,57 0-16 0,-10 24 25 15,4 4-30-15,-10 12 17 16,-3 4-15-16,3 8 25 16,0 9-28-16,16-6-4 15,-1 1 5-15,13 1-14 16,0-6 6-16,0 2-3 15,0-4-1-15,6 2 1 16,22-2-6-16,10-10 1 16,11 2-3-16,-12-2 3 15,19-6-3-15,3-9 1 16,-6-4-8-16,-7-8 5 16,4 0-3-16,-19-12 1 15,25 0-7-15,-16 0 14 0,-9 0 1 16,3-24 9-1,-12-4-3-15,-16 4-6 0,13-9 0 16,-19 2 4-16,0 6-10 16,0-3-8-16,0 4 10 15,-7 8-3-15,-20 4 0 16,-14 9 4-16,10 3-15 16,-15 0 3-16,-16 0 14 15,-3 19 8-15,3 6 3 16,3 11-10-16,12-8 1 15,13-4-2-15,12 8 4 16,4-4 0-16,18-1-3 16,0 2 6-16,0-5-14 15,0-11-29-15,0 2-43 16,0-15-83-16,12 0-8 0,10 0-65 16</inkml:trace>
  <inkml:trace contextRef="#ctx0" brushRef="#br0" timeOffset="-176377.3">23528 15733 104 0,'0'0'8'0,"0"0"6"0,0 0 24 0,0 0 17 16,0 0 26-16,0 0 68 15,-9 7-47-15,9-2-35 16,-7-5-17-16,7 0-6 16,0 0-7-16,0 0-21 15,0 0 17-15,0 0-15 16,0 0 26-16,0 0 12 15,0 0 6-15,0 0-9 16,0 0-10-16,0 0 3 16,0 0-33-16,0 0 3 0,0 0-14 15,0 0-2-15,0 0-8 16,0 0 6 0,0 0-24-16,0 0-27 0,0-5-43 15,0-18-260-15</inkml:trace>
  <inkml:trace contextRef="#ctx0" brushRef="#br0" timeOffset="-174980.99">24384 15496 80 0,'0'0'80'0,"0"0"-8"0,0 0 0 0,0 0 29 0,0 0-58 0,0 0-14 16,0-8-5-16,0 8 22 16,0-4-9-16,0 4-29 15,0 0 0-15,0 0-8 16,0 0 17-16,0 0-7 16,0 0 38-16,0 0 14 15,0 0 6-15,0 0-25 0,0 0-7 16,0-8-1-16,0 8-16 15,0 0 11-15,0 0-21 16,0 0 31-16,0 0-26 16,0 0 15-16,0 0-18 15,0 0 14-15,-10 0-14 16,-8 0-9-16,-4 8-4 16,-3 4 9-16,-3 4-15 15,4 1 16-15,2-6-10 16,3 6 6-16,4-1-5 15,9-9 1-15,-1 9-2 16,7-8 2-16,0 8-6 16,0-4 2-16,0 1-1 0,0-5 1 15,41 7-9-15,5-2 12 16,7 3-7-16,3-4 8 16,9-1 0-16,-3 2 1 15,-3-1-5-15,6-1 4 16,3 6-6-16,-9-1 3 15,3 0-40-15,-22-8 27 16,7 12 13-16,-7-3 3 16,-15-6 0-16,3 9-3 15,-6-4 1-15,-16 0 2 16,-6 4 1-16,0 0 16 16,0 8-4-16,0 1 13 0,0 2-25 15,-22 2 17 1,-12-2-9-16,-3-6-4 0,-4-1 0 15,-14-8 0-15,24-12-7 16,-19-1 2-16,-3-3-3 16,7 0-39-16,-13 0 24 15,3-11-23-15,-3-5 10 16,6 4 14-16,13 0-10 16,0-1 5-16,12 2-5 15,9-9-10-15,13-4-92 16,-9-1 26-16,15-6-80 15,0-10-130-15</inkml:trace>
  <inkml:trace contextRef="#ctx0" brushRef="#br0" timeOffset="-174013.78">24384 15468 122 0,'0'0'178'0,"0"0"-133"0,0 0 21 0,0 0 4 15,0 0-14-15,0 0-7 16,0 0-16-16,0 0 5 16,0 0-5-16,0 0 38 15,0 0-30-15,0 0 3 0,0 0-31 16,0 0 6-16,0 0-9 16,0 0 3-16,31 0 20 15,25 0-20-15,2-5 24 16,23-6-25-16,0 3 11 15,-10 0-22-15,3-1 10 16,-12 2-10-16,-15-1-1 16,-1 4 0-16,-21 0-2 15,3 4 2-15,0 0-15 16,-15 0 13-16,-1 0-43 16,-6-4-29-16,-6-8-165 0</inkml:trace>
  <inkml:trace contextRef="#ctx0" brushRef="#br0" timeOffset="-168901.6">25658 15127 165 0,'0'0'252'0,"0"0"-175"0,0 0 12 0,0 0-44 16,0 0-1-16,0 0-18 15,0 0 1-15,0 0 14 16,0 0 0-16,0 0 5 16,0 0-1-16,0 0 3 15,0 0-29-15,0 0 5 16,0 0-22-16,0 0 12 16,0 0-7-16,0 0-5 0,0 0 6 15,0 4-6-15,0 12 7 16,0 4-4-16,0-4-1 15,0 20 0-15,0-3 0 16,0 3-1-16,6-5-3 16,10 5 1-16,-10-3 1 15,0 3-1-15,-6-8 4 16,6 13-8-16,10-5 14 16,-4 0-15-16,7 3 14 15,3 2-14-15,-4-2 8 16,4 2-2-16,-16 3-1 15,0-4 2-15,-6-4-6 16,0-4 15-16,0-8-18 0,0-3 9 16,0-10-6-16,0-11-17 15,0 0-25-15,0 0-38 16,0 0-73-16,0 0-138 16</inkml:trace>
  <inkml:trace contextRef="#ctx0" brushRef="#br0" timeOffset="-168285.6">25841 16418 257 0,'0'0'57'0,"0"0"-55"0,0 0 60 0,0 0-42 16,0 0-3-16,0 0 50 15,0-20 31-15,0 20-10 16,0 0-5-16,0 0-19 16,0 0-23-16,0 0-25 0,0 0-16 15,0-11-15-15,0 3 7 16,0-1 8-16,0 1 11 15,0 8-3-15,0 0 15 16,0 0-10-16,0 0-13 16,0 0-11-16,0 0 2 15,0 0 4-15,0 0-68 16,-9 0-98-16</inkml:trace>
  <inkml:trace contextRef="#ctx0" brushRef="#br0" timeOffset="-167618.99">26288 16118 25 0,'0'0'460'0,"0"0"-372"0,0 0 22 0,0 0-8 16,0 0-52-16,0 0-49 15,0-28 16-15,40 20-7 16,6 0 45-16,7-5-15 15,-6 2-22-15,15 2-8 16,-16 1-10-16,13-3 0 16,-6 6 7-16,-13-2-4 15,0-1 3-15,7 3-12 0,-19-3-2 16,6 0-9 0,-15 4-27-16,-13-4-30 0,-6 0-44 15,0 0-40-15,0-4-139 16</inkml:trace>
  <inkml:trace contextRef="#ctx0" brushRef="#br0" timeOffset="-167253.59">26427 15740 530 0,'0'0'36'0,"0"0"53"0,0 0-10 0,0 0-32 0,0 0-35 15,0 0 9-15,323-20-21 16,-283 9-8-16,-9 11-70 16,-3-8-24-16,-7 8-46 0,-8 0-323 15</inkml:trace>
  <inkml:trace contextRef="#ctx0" brushRef="#br0" timeOffset="-166155.16">27711 15376 417 0,'0'0'77'0,"0"0"-20"0,0 0 1 0,0 0-29 0,0 0-1 16,0 0 5-16,0 0 42 16,-6 0-28-16,-1 0 16 15,1 0-19-15,-16 0 4 16,10 0-22-16,0 0 1 15,-10 0-16-15,10 0 4 16,-4 0-11-16,-3 0 9 16,-15 7-22-16,10 22 20 15,-11 7-9-15,1 0 0 16,0 4 2-16,0 1-3 16,16-2 0-16,-1 2-2 15,-3 11 5-15,16-4-12 0,-6 0 17 16,12-4-19-1,0 0 9-15,0 0-4 0,0-8 5 16,0 5 0-16,0-2 0 16,0-3 5-16,24-3-6 15,17-5 5-15,-1-4-8 16,7-9 10-16,-7-2-12 16,6-9-5-16,-12-4-2 15,-6 0-7-15,-9 0 0 16,-7 0 7-16,-2 0 8 15,-4 0 0-15,-6-4 10 16,0-9-8-16,6 2 8 16,0-14-10-16,-6-3-6 0,0 1 7 15,0 2-31 1,0 5-23-16,-12 12 45 0,-28 8 13 16,5 0 19-16,-5 0 10 15,12 0 1-15,-3 13-22 16,3 18 12-16,-6 14 0 15,0-1 7-15,9 3-10 16,-3-6-14-16,4-5 3 16,14-11-6-16,-2-10-6 15,12-2-49-15,-13-10-54 16,13 10-98-16,0-13-107 16</inkml:trace>
  <inkml:trace contextRef="#ctx0" brushRef="#br0" timeOffset="-165535.08">27953 15986 111 0,'0'0'276'0,"0"0"-193"0,0 0-5 0,0 0 12 0,0 0-29 15,0 0 4-15,0 0-7 16,0 0-21-16,0 0 4 16,0 0 2-16,0 0-8 15,0 0-25-15,0 0 5 16,0 0-15-16,0 0 0 16,0 0-4-16,0 0-3 15,0 0 3-15,0 0 4 16,0 0 13-16,0 0-2 15,0 0 33-15,0 0-41 16,0 0 1-16,0 0-4 16,0 0-20-16,0 0-20 0,0 0-8 15,0 0-11-15,0 0-110 16,-22 0-205-16</inkml:trace>
  <inkml:trace contextRef="#ctx0" brushRef="#br0" timeOffset="-162656.75">33004 10775 242 0,'0'0'266'15,"0"0"-180"-15,0 0 18 0,0 0-25 0,0 0-29 16,0 0-23-16,0 0 24 0,0 0-22 16,0 0 31-1,0 0-26-15,9 0 14 16,-3 0-36-16,13-8 2 0,9-23-9 15,24-17-5-15,17-9 7 16,2 1 2-16,10 4-9 16,-19 16-32-16,-31 28 9 15,-16 8-38-15,-15 0-42 16,0 8-104-16,-34 16-72 16</inkml:trace>
  <inkml:trace contextRef="#ctx0" brushRef="#br0" timeOffset="-160941.55">28319 16122 259 0,'0'0'145'0,"0"0"-120"0,0 0 3 0,0 0 5 16,0 0-22-16,0 0 12 0,15 19 8 16,-3-10 19-1,-12-5 7-15,7-4 10 0,-7 0-29 16,0 0-14-16,6 0-5 15,-6 0 3-15,6 0 8 16,-6 0-16-16,0 0 19 16,0 0-22-16,0 0 28 15,0 0-33-15,0-8 25 16,0-16 0-16,0-12-7 16,22-12-4-16,-4-21-13 15,10-11-12-15,0-12 5 16,3-8-5-16,-3 7-43 0,-9 5 34 15,-19 24-10 1,0 16 13-16,0 16 10 0,0 15 2 16,0 9 20-16,9 5-20 15,-9 3 13-15,0 0-8 16,0 0-12-16,0 0-27 16,0 11 19-16,0 30-13 15,-9 11 23-15,-44 4-24 16,6-12-11-16,13-12 11 15,28-8-40-15,6-16-20 16,0-3-22-16,0-5-56 16,53 0 19-16</inkml:trace>
  <inkml:trace contextRef="#ctx0" brushRef="#br0" timeOffset="-160359.68">29236 15303 227 0,'0'0'196'0,"0"0"-177"0,0 0 68 0,0 0-20 0,0 0-14 16,0 0-26-16,0-3-25 16,0-1 2-16,0-4 5 15,0 0 3-15,19 3-4 16,-7 2-8-16,-2 3-6 15,-4 0 1-15,-6 0-32 16,0 44 37-16,0 12 8 16,-62 16-4-16,3 0-4 15,-9 8 2-15,3-11 0 16,12-9 9-16,13-12 33 0,5-8-12 16,14-20 15-1,21-3-36-15,0-14 1 0,0-3-12 16,0 3 4-16,34-3 6 15,12 0-9-15,1 0 20 16,-1 0-5-16,4 0 32 16,-4 0-16-16,-14 0 10 15,2 0-29-15,0 5-8 16,-6 3-4-16,-4-4-2 16,11 0-16-16,-17 0-47 15,-2 1 1-15,2-2-46 16,-12-3-103-16,4 5-191 15</inkml:trace>
  <inkml:trace contextRef="#ctx0" brushRef="#br0" timeOffset="-159975.99">29670 15889 409 0,'0'0'27'0,"0"0"-1"0,0 0 19 0,0 0-20 15,0 0 14-15,0 0-7 16,180 8 17-16,-133-44 37 0,-1-5-23 15,-18-6-18-15,-3 7-35 16,-25-9-3-16,0 5-7 16,0 0-21-16,-40 5-12 15,-25 14 7-15,-16 9 10 16,7 16 16-16,8 0 28 16,-2 0 7-16,15 36 1 15,7 0-27-15,18-4-9 16,16-7-7-16,12-2-62 15,0 2-157-15</inkml:trace>
  <inkml:trace contextRef="#ctx0" brushRef="#br0" timeOffset="-159458.89">30632 15813 593 0,'0'0'165'0,"0"0"-137"0,0 0 43 16,0 0-9-16,0 0-9 0,0 0-24 16,179 0-22-16,-123 0-7 15,-9 0-6-15,-7 0-1 16,-15-4-28-16,3 0-7 15,-16-4-44-15,-6-5-45 16,-6 2-59-16</inkml:trace>
  <inkml:trace contextRef="#ctx0" brushRef="#br0" timeOffset="-159210.72">30632 15813 554 0,'121'-265'101'16,"-109"265"-95"-16,10 0 75 16,-4 0-7-16,4 0-24 15,3 0-35-15,15 0 1 16,-6 0-16-16,13 0-16 15,-1-8-41-15,1 0-113 16,-19-8-259-16</inkml:trace>
  <inkml:trace contextRef="#ctx0" brushRef="#br0" timeOffset="-158677.33">31735 15147 384 0,'0'0'40'0,"0"0"44"0,0 0-14 16,0 0-15-16,0 0-19 16,0 0-29-16,267-36 9 0,-239 36 14 15,-3 8 32 1,3 28-25-16,0 4-21 0,-10 12-14 16,10 4-2-16,-15 1-3 15,21 7-32-15,-22 0-111 16,-6 0 143-16,0-4 6 15,-6-4-6-15,0-15 7 16,0-2 11-16,0-14-15 16,0-5-7-16,0-8-18 15,0-12-103-15,0 0-313 16</inkml:trace>
  <inkml:trace contextRef="#ctx0" brushRef="#br0" timeOffset="-158393.58">32070 15476 507 0,'0'0'68'0,"0"0"-51"16,0 0 40-16,0 0-13 0,0 0-3 16,0 0-24-1,227 8-17-15,-187-24-10 0,7 8-70 16,-20 0-39-16,-8 4-187 16</inkml:trace>
  <inkml:trace contextRef="#ctx0" brushRef="#br0" timeOffset="-157794.02">32529 15324 272 0,'0'0'95'0,"0"0"-36"16,0 0 6-16,0 0 0 15,0 0-22-15,0 0 21 0,75-80 3 16,-35 67-23-16,13 6-24 16,2-1-6-16,-24 8-12 15,10 0-2-15,-19 3-3 16,-22 33-11-16,0 12 13 15,0 4-24-15,-22 9 4 16,-31-1 6-16,-6 4 14 16,13-8 1-16,-4-12 12 15,19-3 23-15,3-13-27 16,16-8 1-16,12-4-2 16,0-5-14-16,0-11 6 0,0 9 1 15,0-5 9-15,31-4 7 16,25 0-1-16,9 0 3 15,3 0 39-15,-9 0-52 16,-13 0 56-16,-12 0-56 16,-6 0-10-16,-9 0-23 15,3-13-65-15,-10 13-108 16,-6-8-299-16</inkml:trace>
  <inkml:trace contextRef="#ctx0" brushRef="#br0" timeOffset="-157477.65">33211 15709 263 0,'0'0'46'0,"0"0"43"0,0 0 1 0,0 0-13 0,0 0-23 16,0 0 4-16,221-129-57 15,-194 81 82-15,-20-8-66 16,-7 7 4-16,0 5-21 16,0 16 0-16,-7 13 18 15,-39 15-5-15,12 0 41 16,-13 0-18-16,-5 12-11 0,11 19-10 16,13-2-8-16,22-1-7 15,6-5-47-15,0 2-120 16,0 3-561-16</inkml:trace>
  <inkml:trace contextRef="#ctx0" brushRef="#br0" timeOffset="-153515.22">21041 17145 215 0,'0'0'181'0,"0"0"-181"0,0 0 0 0,0 0-2 0,0 0 5 0,0 0 9 16,0 0 31-16,0 0 30 15,0 0 4-15,0 0-2 16,0 0 12-16,0 0-52 16,0 0-1-16,0 0-31 15,0 0 24-15,0 0-16 16,0 0 13-16,0 0-15 15,0 0 6-15,0 0-9 16,0 3-5-16,0 9-1 16,0-4 5-16,0 5-15 15,13-2 22-15,-7-2-13 16,16 2 5-16,-10-6 4 16,7-2-8-16,8-3 0 15,1 0-2-15,3 0 0 0,3-11 0 16,1-22 4-16,-1-14 15 15,0-6-12-15,-3-3-6 16,3-1 1-16,-28 6-25 16,10 11-9-16,-16 12-3 15,0 16 37-15,0 12-7 16,0 0 7-16,-41 0 20 16,-5 23-20-16,-4 21 2 15,13 9-5-15,-3 3 6 16,12-8-2-16,9-12-1 0,19-8-4 15,0-11-6 1,0-6-33-16,6-11 10 16,35 0-7-16,-1 0 17 15,6-3-17-15,1-22 10 0,-1 1-14 16,-5 1-66-16,-7 2-57 16,-15 6-17-16</inkml:trace>
  <inkml:trace contextRef="#ctx0" brushRef="#br0" timeOffset="-153264.78">21516 17024 7 0,'0'0'182'0,"0"0"-90"0,0 0-45 0,6 0 17 0,0 5 0 0,6 14-18 15,4 9 1-15,-4 0-3 16,-5 5 5-16,5 3-12 16,3 0 15-16,10-8-22 15,9 0-9-15,0-9 2 0,7-11-17 16,-7 1 13-16,-3-9-15 15,-3 0-1-15,-7-9 4 16,-2-22-14 0,0-21 7-16,-10-1-4 0,3 1-13 15,-12 4-46-15,0 12-18 16,19 12-7-16,-19 8-33 16,0 16-55-16</inkml:trace>
  <inkml:trace contextRef="#ctx0" brushRef="#br0" timeOffset="-152332.81">21106 18460 438 0,'0'0'14'0,"0"0"-2"0,0 0 35 0,0 0 12 0,0 0 5 16,0 0-8-1,174-69-16-15,-134 58 8 0,-6 3-16 16,0-4-2-16,-15 12-29 16,9 0 11-16,0 0-9 15,-9 0-1-15,-13 0 3 16,15 0-10-16,-14 0 1 15,-1 0-31-15,-6-8-71 16,0 0-50-16,0-1-123 16</inkml:trace>
  <inkml:trace contextRef="#ctx0" brushRef="#br0" timeOffset="-151982.58">21140 18151 202 0,'0'0'301'0,"0"0"-280"16,0 0 45-16,0 0 32 0,0 0-34 16,0 0 11-16,146-4-32 15,-118 4 1-15,6-5-19 16,0 2-16-16,-9-5 2 16,22 0-11-16,-13-4-1 15,0 0-43-15,6-4-22 16,-6 0-105-16,-15 4-76 15</inkml:trace>
  <inkml:trace contextRef="#ctx0" brushRef="#br0" timeOffset="-151134.9">22396 17569 212 0,'0'0'234'0,"0"0"-226"0,0 0 20 0,0 0 29 0,0 0-11 15,0 0-2-15,-173 129 26 16,148-101-20-16,-3 8-14 0,9 4 6 16,-15 9-20-1,12 3 3-15,16-1-20 0,-6 10 13 16,6-1-16-16,-1-4 15 15,7-4-16-15,0-4 14 16,0 1-14-16,0-2-1 16,0-2 5-16,7-13-3 15,17-4 6-15,17-8-2 16,-7-9-12-16,19-2-4 16,-13-9 9-16,13 0-9 15,-13 0 7-15,0 0-8 16,-12 0-11-16,-22-16 12 15,7-8-15-15,-13 0 10 16,0-8-4-16,0 0 14 0,0 12-9 16,0-8 14-16,-13 12 4 15,-5 8-1 1,-4-1-3-16,3 9 0 16,4 0 3-16,-10 0 7 0,-3 0 4 15,-6 17-3-15,3 11-11 16,-3-1 1-16,0-2 3 15,15 6 6-15,4 2-8 16,-4-5-1-16,-3-4 5 16,22-8-12-16,0-4-2 15,0-8-27-15,0-4-92 16,0 0 8-16,0 0 7 16,0 0-15-16,16 0 10 0,15 0-80 15</inkml:trace>
  <inkml:trace contextRef="#ctx0" brushRef="#br0" timeOffset="-150500.72">23007 18055 213 0,'0'0'154'0,"0"0"-115"0,0 0-3 0,0 0 11 0,0 0-4 16,0 0 23-16,-74 32-28 15,67-20 16-15,-8-8 6 16,15 4 12-16,-6-4-44 16,0 0 2-16,6-4-3 15,0 4 0-15,0-4-1 16,0 0-19-16,0 0 4 15,0 0-5-15,0 0-12 0,0 0 3 16,0 0-1-16,0 0 4 16,0 0 3-16,0 0 6 15,0 0-9-15,0 0 7 16,0 0 1-16,0 0-16 16,0 0 7-16,0 0-43 15,0 0-85-15,0 0-203 16</inkml:trace>
  <inkml:trace contextRef="#ctx0" brushRef="#br0" timeOffset="-149585.16">23782 17787 288 0,'0'0'67'0,"0"0"-26"0,0 0 15 0,0 0-7 0,0 0-14 16,0 0 20-16,-62 0-18 15,44 0 23-15,-10 0 24 16,9 3-37-16,10 9-30 16,-4-4 3-16,1 0-8 15,6 0 6-15,-10 0 2 16,16 0-4-16,0 4 9 0,0 0-19 15,0 4 5 1,0-3-6-16,0-2-6 0,22 6 1 16,12-6-3-1,6-3 0-15,-2 1-8 0,17 2 8 16,-2-3-10-16,15 1 7 16,-9 2 6-1,0-3-7-15,-12 5 4 0,-13-5-1 16,0-1-1-16,-22 1-2 15,4-3-6-15,-10 3 1 16,-6 0-18-16,0 4 30 16,0 8 13-16,0 4 0 15,0 4 3-15,-22-4-13 16,4 0 1-16,-23 5 6 16,-5 7-5-16,-1-8-5 15,1-5 3-15,-16-7-6 0,22-11-6 16,-7-5-41-16,7 0-89 15,6-21 49-15,21-19-109 16</inkml:trace>
  <inkml:trace contextRef="#ctx0" brushRef="#br0" timeOffset="-149185.35">23860 17722 661 0,'0'0'130'0,"0"0"-104"0,0 0 33 0,0 0 12 15,0 0-53 1,0 0 8-16,0 0-25 0,242-28 6 15,-202 20-7-15,-12-1-22 16,3 9-21-16,3-3-59 16,-6-2-102-16,-3-2-116 15</inkml:trace>
  <inkml:trace contextRef="#ctx0" brushRef="#br0" timeOffset="-148467.34">24623 18115 628 0,'0'0'55'0,"0"0"-45"0,0 0 47 0,0 0-26 0,0 0 5 16,0 0-14-16,12 0-15 15,-12 0 0-15,0 0 14 16,0 0 34-16,0 0-20 16,0 0 3-16,0 0-32 15,0 0-6-15,0 0-1 16,0 0-22-16,0 0-64 0,0 0 7 15,0 0-133-15,0 0-367 16</inkml:trace>
  <inkml:trace contextRef="#ctx0" brushRef="#br0" timeOffset="-147487.33">25271 17530 424 0,'0'0'117'0,"0"0"-67"0,0 0 20 0,0 0 18 0,0 0-54 15,0 0-8-15,0 8-24 16,0 3 17-16,0 14 5 16,0 11 1-16,0 3 12 0,0 6-9 15,-13-1-4-15,-5-3-22 16,-4-10 10-16,16 5-11 16,6-8 5-1,0-4-1-15,0-4 3 0,0-4-8 16,0 1 5-16,6-6-9 15,22 2 8-15,-3-5-8 16,21-1 4-16,-12 1-2 16,13-3-9-16,-7-5 9 15,-6 0-6-15,0 0-2 16,-15 0-7-16,3 0-14 0,-10-13 9 16,0 2-20-16,-5-1 33 15,14-4-30-15,-15-1-4 16,1-2-5-16,8-6 8 15,-9 5 11-15,-6 1 7 16,0 6 22-16,0 9 1 16,0 0 10-16,0 4-10 15,0 0 50-15,0 0-22 16,0 0-14-16,0 0-6 16,0 0 13-16,0 21 1 15,0 2-3-15,0 9 15 16,0 1-24-16,0 3 9 0,0 4 2 15,0 4 7-15,0-4-11 16,7 3-13-16,5 2 2 16,-12-9-7-16,6-4 3 15,-6-12 14-15,0-15-5 16,0 3-8-16,0-8-8 16,6 3-8-16,-6 2-21 15,16 10-30-15,-10 6-52 16,0-14-103-16</inkml:trace>
  <inkml:trace contextRef="#ctx0" brushRef="#br0" timeOffset="-142124.72">26235 17401 310 0,'0'0'161'0,"0"0"-102"0,0 0-7 0,0 0-27 0,0 0-22 16,0 0 6-16,0 0 7 16,0 0-15-16,0 0 51 15,0 0 13-15,0 0-9 16,0 4-42-16,0 0 6 0,0 4-12 15,0-8-8 1,6 0 3-16,-6 5 3 0,0-5 0 16,0 3-1-16,0 2 15 15,0 10-7-15,0 1 11 16,0 4-14-16,0 4 7 16,0 1-4-16,0 3-7 15,6 4 2-15,-6 0 0 16,6-5 0-16,-6-2-3 15,0-1-10-15,7 4 10 16,-1 4-5-16,-6 4 1 16,0 12 2-16,0-3-2 15,15 2 2-15,-8-11-6 16,5-8 0-16,-12-11-8 16,15-13-39-16,-8-4-33 15,-7 0-130-15,0 0-120 16</inkml:trace>
  <inkml:trace contextRef="#ctx0" brushRef="#br0" timeOffset="-141525.29">26340 18516 351 0,'0'0'165'0,"0"0"-124"0,0 0-33 0,0 0-4 0,0 0-1 0,0 0-3 15,0-24 12-15,0 24 87 16,0 0 17-16,0 0-38 0,0 0-25 15,0 0-26 1,0 0-27-16,0-16-43 0,0-8-21 16,22-1 27-16,-16 2-4 15,0 15-24-15,-6 8 28 16,0 0 16-16,0 0 6 16,0 0-104-16</inkml:trace>
  <inkml:trace contextRef="#ctx0" brushRef="#br0" timeOffset="-140925.75">27016 18311 117 0,'0'0'400'0,"0"0"-358"0,0 0 19 0,0 0 42 0,0 0-57 0,0 0-9 16,242-15-21-16,-217 10-2 15,-3 2-10-15,-10 3-3 16,-12 0 2-16,6 0 1 15,0 0-8-15,10-8 4 16,-4 0-19-16,7-1-63 16,-4 1-45-16,-15-3-83 15</inkml:trace>
  <inkml:trace contextRef="#ctx0" brushRef="#br0" timeOffset="-140713.92">27016 18311 619 0</inkml:trace>
  <inkml:trace contextRef="#ctx0" brushRef="#br0" timeOffset="-140575.15">27016 18311 619 0,'-59'-224'64'0,"90"224"30"16,10 0-21-16,5 0 75 16,16-4-129-16,-22-4 5 15,7 0-12-15,-13 8-9 16,-9 0-3-16,15-4-1 0,-6 0-8 15,0-4-33-15,-3 4-7 16,-3-1-65-16,-15 2-105 16</inkml:trace>
  <inkml:trace contextRef="#ctx0" brushRef="#br0" timeOffset="-136063.58">27745 17818 110 0,'0'0'75'0,"0"0"-75"0,0 0-2 0,0 0 2 16,0 0 6-16,0 0 32 16,0 0 7-16,6-28 27 15,6 28-3-15,-2 0-10 16,-10 0-24-16,12 0-15 15,-12-3-20-15,0 3 0 0,13 0-4 16,-13 0-5-16,6 0 7 16,-6 0 4-16,6 0 7 15,-6 0 20-15,0 0 10 16,0 0 1-16,0 0-21 16,0 0 13-16,0 0-26 15,0 0 9-15,0 0-14 16,0 0 47-16,0 0-2 15,0 0 6-15,0 0-7 16,0 0-8-16,0 0-11 16,0 0-18-16,0 0-8 15,0-5 5-15,0 2-12 16,0-10 3-16,16 1 2 16,8-4 2-16,10 0 2 0,1 7-2 15,-8 9-27-15,-8 0 6 16,9 0-37-16,-16 0 34 15,-5 17 24-15,-7 11 7 16,0 4-3-16,0 12 7 16,0 4-9-16,-25 4 5 15,-16-3 0-15,7-9-6 16,0-8 6-16,6-4-2 16,16-12-10-16,0-4-6 15,12-8 11-15,0-4-15 16,0 0-26-16,18 0-57 0,44 0 51 15,3 0 44-15,10 0 3 16,-10 0 6-16,-9 0-2 16,-16 0-4-16,-15 4 3 15,-4 4-3-15,-21 0 0 16,0 8 19-16,0 0 31 16,0 16-29-16,-46 8 0 15,-16 1-15-15,9 3-5 16,7-8 4-16,-7-8 4 15,31-8-8-15,4-12-1 16,18-5-14-16,0-3-35 16,0 0-89-16,0-20-194 15</inkml:trace>
  <inkml:trace contextRef="#ctx0" brushRef="#br0" timeOffset="-135547.1">28427 18344 236 0,'0'0'83'0,"0"0"-77"0,0 0 30 0,0 0 39 0,0 0-30 15,0 0 5-15,87 39-17 16,-62-39 9-16,9 0 4 16,0-23 7-16,0-18 2 15,6-15-34-15,1-20-1 0,-10-8-20 16,-10-4-4-16,-21 7-71 16,0 21-13-1,0 16 5-15,-40 20 67 0,-28 20 16 16,-10 4 40-16,-2 0 28 15,-7 32-56-15,0 13 19 16,6-1-31-16,13-8-5 16,28-12-44-16,21-4 46 15,19-8-252-15,0-1-2 16</inkml:trace>
  <inkml:trace contextRef="#ctx0" brushRef="#br0" timeOffset="-134763.72">29277 17987 419 0,'0'0'109'0,"0"0"-89"0,0 0 36 0,0 0-35 15,0 0 1-15,0 0 5 16,-56 8 2-16,43-8 2 16,13 0-8-16,-6 0 34 15,6 0-22-15,0 0 13 16,0 0-21-16,0 0 4 0,0 0-29 16,0 0 1-1,0 0-3-15,0 0-19 0,0 0 12 16,0 0-13-16,0 0 18 15,0 0 4-15,0 0 9 16,0 0-7-16,0 0-8 16,0 0-8-16,6 0-38 15,13 3 47-15,3-3 2 16,6 0-19-16,3 0-85 16,-16-8-77-16</inkml:trace>
  <inkml:trace contextRef="#ctx0" brushRef="#br0" timeOffset="-132100.28">29822 17686 289 0,'0'0'44'0,"0"0"-5"16,0 0-9-16,0 0-12 0,0 0 7 15,0 0 13-15,0 0 16 16,7-37 34-16,-7 37 22 16,0 0-4-16,0 0-44 15,0-8-20-15,0 0-23 16,0-7-18-16,9-9 8 16,9-4-6-16,4 3-2 15,-3 14 1-15,-7 3 5 16,-3 8-3-16,-9 0-4 15,0 0 0-15,7 0-13 16,-7 0 2-16,0 3-31 0,0 41 34 16,0 17 8-1,-7 15 9-15,-48 8-9 16,-17 5-17-16,-2-9-16 16,6 0 28-16,15-8 5 0,6-20 1 15,20-12 10-15,8-16-10 16,19-20-1-16,0-4-5 15,0 8 0-15,12-3-4 16,41-5 9-16,9 0 16 16,-9 0 15-16,0 0-13 15,-7 0-12-15,-12 0 2 16,-6 0-2-16,-16 0-2 16,-5 0-2-16,8 0-4 15,-2 0-58-15,14 11 35 0,4-3 9 16,10-8-69-1,-7 0-103-15,-6 0-73 0</inkml:trace>
  <inkml:trace contextRef="#ctx0" brushRef="#br0" timeOffset="-131267.96">30052 17453 3 0,'0'0'436'0,"0"0"-370"0,0 0-2 0,0 0 3 0,0 0-28 15,0 0 27-15,-81 173-17 16,66-141-28-16,8 4 2 16,1-4-6-16,6-9 9 15,0-2-22-15,0-9 0 16,0-7 1-16,22-5-10 15,18 0-10-15,-3 0-5 16,13 0 20-16,3 0 0 16,-7 0 7-16,1 0-3 15,-1 0 10-15,-5 0-13 16,-13-5-2-16,-4 5 2 16,4-3 3-16,-15 3-4 0,-7-5-9 15,3 1 4-15,-9 4-33 16,0-4 9-16,0 0-5 15,0 4 23-15,6-4 11 16,-6 4 22-16,0 0-6 16,0 0-16-16,0 0-3 15,0 0 3-15,0 0 13 16,0 0-7-16,0 0-6 16,0 12 10-16,0 20-12 15,0 8 5-15,0 13 12 16,0 3 0-16,-6-1-10 15,-9 2 3-15,2-9-8 0,-8 4 15 16,8-7-13-16,1-9 8 16,-4 0-9-16,16-13-2 15,0 1 1-15,0-7-15 16,0-9-15-16,0-8-132 16,0 0-130-16</inkml:trace>
  <inkml:trace contextRef="#ctx0" brushRef="#br0" timeOffset="-130567.27">30811 18026 303 0,'0'0'236'0,"0"0"-193"0,0 0 27 0,0 0-25 16,0 0-3-16,0 0 8 16,0 0-11-16,0-3 0 15,0-1-35-15,22-4 8 16,-3 3-11-16,21 2 20 16,-6-2-19-16,0 5 4 15,13 0-6-15,-13 0 0 0,-15 0-8 16,2 0 7-16,-8 0-17 15,-13 0-29-15,0 0-16 16,0 0-79-16,0 0-36 16,0-3-134-16</inkml:trace>
  <inkml:trace contextRef="#ctx0" brushRef="#br0" timeOffset="-130372.78">30811 18026 391 0</inkml:trace>
  <inkml:trace contextRef="#ctx0" brushRef="#br0" timeOffset="-130233.71">30811 18026 391 0,'-6'-208'40'0,"40"208"109"16,0 0-17-16,1 0 91 15,5 0-213-15,-15 0-1 16,15-12-12-16,-6 4 3 16,-9-3-22-16,9-6-56 15,-6 1-61-15,-9 0-77 16,-13-4-269-16</inkml:trace>
  <inkml:trace contextRef="#ctx0" brushRef="#br0" timeOffset="-127553.96">31621 17569 407 0,'0'0'137'0,"0"0"-131"0,0 0 46 0,121-23-9 0,-87-1-3 15,-9-1 32 1,2 14-48-16,-14 2 5 0,2 5-28 15,-2-3 30-15,15-6-23 16,-10 5 10-16,4 0-12 16,-10 4-6-16,-5 4-5 15,-1 0-28-15,6 12 33 16,4 32 10-16,-4 13 28 16,-6 7-32-16,10 3 3 15,-16 10-8-15,0-8-1 16,0-2 0-16,0-6 5 15,0-14-6-15,0-3 1 16,0-7-3-16,0-1-14 0,0 0-25 16,0 12-96-16,0-3-24 15,-9-9-116-15</inkml:trace>
  <inkml:trace contextRef="#ctx0" brushRef="#br0" timeOffset="-127269.58">31962 17967 521 0,'0'0'76'0,"0"0"9"0,0 0 38 0,0 0-71 0,0 0-35 15,0 0-17-15,307-72 0 16,-267 39-61-16,-24 5-180 16</inkml:trace>
  <inkml:trace contextRef="#ctx0" brushRef="#br0" timeOffset="-127029">31962 17967 449 0</inkml:trace>
  <inkml:trace contextRef="#ctx0" brushRef="#br0" timeOffset="-126672.04">31962 17967 449 0,'335'-265'145'0,"-335"249"-97"0,0-4-12 0,6 0 79 15,28-4-51-15,0 12-26 16,-3-4 5-16,3 8-21 16,0 4-15-16,-15 4-7 15,-4 0-27-15,-8 8 14 16,-7 24 8-16,0 12 1 16,0 3 6-16,0 2-3 15,0 4 2-15,-28-2-1 0,9-14 0 16,7-6 5-16,-4-6 13 15,16-9-16-15,0-4 0 16,0-1 7-16,0 2 3 16,41-5-6-16,-1-8-4 15,6 0-2-15,7 0 4 16,3 0 28-16,-10 0 0 16,-12 0 26-16,-15 0-48 15,-7 0-10-15,-12 0-4 16,16 0 0-16,-4 4-27 15,1 15 8-15,2 2-21 16,-2-5-57-16,-13-8-12 16,0 4-23-16,0-8 42 15,0-4-89-15,0 0-34 0</inkml:trace>
  <inkml:trace contextRef="#ctx0" brushRef="#br0" timeOffset="-126338.75">32932 18067 133 0,'0'0'101'0,"0"0"-32"0,0 0 5 15,0 0-38-15,0 0 7 16,19 0 55-16,-13 0-23 16,10 8 22-16,-4-4-55 0,16-4-17 15,-3 0-5 1,9 0-1-16,6 0 14 15,13-37-12-15,9-15 26 16,-9-15-31-16,-13-14-5 0,-21-3-7 16,-4 3-8-16,-15 22-1 15,0 15 5-15,0 19 3 16,-22 17-3-16,-37 8 0 16,-3 0 18-16,3 0-2 15,7 0-16-15,30 8-4 16,10 25-23-16,12 11 4 15,0 7-55-15,0 14-122 16</inkml:trace>
  <inkml:trace contextRef="#ctx0" brushRef="#br0" timeOffset="101868.43">13553 12488 352 0,'0'0'44'0,"0"0"-40"0,0 0 28 0,0 0-14 0,0 0 9 0,0 0-7 15,0 0 8-15,0 0 11 0,0 0 22 16,0 0 14-1,0 0-20-15,0 0-11 16,0 0-38-16,0 0 13 16,0 0-13-16,0 0 21 0,0 0-13 15,0 0 18-15,0 0-5 16,0 0 9-16,0 0-16 16,0 0-12-16,0 0-8 15,0 0-3-15,0 0 3 16,0 0 4-16,0 0 8 15,0 0-5-15,0 0 4 16,0 0-10-16,0 0 6 16,0 0-3-16,0 0-1 15,0 0-6-15,0 0 8 16,0 0-14-16,-12 16 18 0,12 17-15 16,-13-2 6-1,-2 10-3-15,2-5 3 0,13-8 3 16,0 8-3-16,0-5 6 15,0 2-16-15,0-1 22 16,0 4-23-16,0-4 22 16,0 4-16-16,0-4 8 15,0 1-6 1,0 3 3-16,0-8 0 0,0 3 0 16,0-3 10-16,0-7-13 15,0 2 9-15,0 2-7 16,0-9 1-16,0 9 0 15,0-2 3-15,0 9-3 0,0-4-2 16,0 0 2-16,0 5 0 16,0-13 6-16,0-4-8 15,0-8 4 1,0-5-4-16,0 2 2 0,0-5 0 16,0 0-4-16,0 4 12 15,0-1-11-15,0 2 14 16,0 3-20-16,0 0 28 15,0-5-34-15,0-3 23 16,0 9-16-16,0-9 8 16,0 0 0-16,0 0 0 15,0 0 0-15,0 0-9 16,0 0 14-16,0 0-10 0,0 0 10 16,0 0-11-16,7 4 10 15,14 0-4 1,4-1 8-16,3 2-1 15,0-5-10-15,-3 0 17 16,3 0-28-16,-4 0 29 0,4 0-14 16,19 0 0-16,-7 0 9 15,-6 0-5-15,13 0-4 16,-1 0-1-16,-5 0 12 16,11 0-20-16,1 0 17 15,3 0-10-15,3 0 10 16,-7 0-13-16,4 0 8 15,-15 0-4-15,11 0 0 16,-5 0 4-16,5 0-13 0,1 0 20 16,15 0-16-16,-2 0 12 15,2 0-10-15,-16 0 4 16,4 0-1-16,-9 0 1 16,-1 0 1-16,-5 0-4 15,-10 12 4-15,3-8-4 16,6-4 6-16,0 4-7 15,1-4 13-15,-1 0-17 16,0 0 7-16,1 0-2 16,-7 0-1-16,6 0 6 15,-9 0 0-15,9 4 2 16,1 0-10-16,-1-1 15 0,0 2-14 16,-6-5 6-1,0 0-3-15,-15 0 1 0,15 0 0 16,-21 0 0-16,-7 0 2 15,15 0-2-15,-14 0 1 16,-1 0-2-16,6 0 9 16,-2 0-11-16,2 0 3 15,7 0-1-15,-4 0-2 16,-3 0-14-16,-5 0 16 16,14 0 2-1,-8 0-7-15,-7-8 18 0,0 0-16 16,0 4 6-16,10-12-2 15,-4 11 0-15,-6-6 5 16,1-6-10-16,-1-6 10 0,3-6-8 16,-3-2 10-16,1-2-2 15,-1 10-3 1,6-2-4-16,4 1 3 0,-10 0-1 16,0 0 0-16,7-8 2 15,2-8-9-15,-3 0 21 16,1 0-24-16,-13 12 19 15,6-1-18-15,-6 6 16 16,0 6-10-16,0-2 3 16,0-6 0-16,0-3-1 0,0-20 5 15,0 8-11-15,0-8 2 16,0 4 2 0,0 3-1-16,0 2-1 15,0 18 5-15,0 1 0 16,0 4 4-16,0 4-3 15,0-7-1-15,0 2 1 0,-6 1-10 16,6 4 17-16,0 0-15 16,0 12 14-16,0 0-9 15,-6 0 2-15,6 0 0 16,0 0 0-16,0 0 11 16,0 0-22-16,-7 0 15 15,7 0-11-15,-6 0 10 0,0 0-3 16,-9 0 5-16,-4 0-2 15,-15 0 1-15,6 0 2 16,-3 0-12-16,3 0 12 16,-12 0-2-16,6 0 8 15,-13 0-12-15,7 0 6 16,-13 8-6-16,13-4 10 16,-7 0-9-1,-12-4-1-15,-9 8 6 0,-6 0-12 16,-7 0 18-16,16-8-21 15,-3 8 14-15,3-8-7 16,12 0 2-16,-3 0-8 16,-3 0 8-16,6 0 2 15,-9 0-2-15,-3 0 2 16,3 0-12-16,10 0 20 0,-7 0-8 16,3 0 1-1,3 0-4-15,-6 4 3 0,-9 1-2 16,3-2 0-16,3 2 6 15,3-5-15-15,19 0 19 16,6 0-20-16,-1 0 17 16,11 0-11-16,2 0 4 15,10 0-1-15,12 0 0 16,-13 0 1-16,13 0-4 16,0 0 8-16,0 0-8 0,0 0 7 15,0 0-9 1,0 0 12-16,0 0-6 15,-9 0 8-15,3 0-1 0,-7 0-7 16,1 0-1-16,-16 0-1 16,22 0 4-16,-7 0 15 15,-2 0-11-15,15 0 0 16,-6 0-6-16,-7 0 5 16,13 0-11-16,0 0 12 15,0 0-12-15,-12 0 12 16,3 0 6-16,2-5-2 15,-5 2-12-15,12-2 2 16,-12 1 0-16,-4 4-7 16,16 0 7-16,0 0-8 15,0 0 8-15,0 0-2 0,0 0-36 16,0-8-11 0,0 5-89-16,0-22-51 15,0-3-358-15</inkml:trace>
  <inkml:trace contextRef="#ctx0" brushRef="#br0" timeOffset="110876.48">10511 12396 370 0,'0'0'82'0,"0"0"-6"0,0 0-12 0,0 0-25 0,0 0-10 0,0 0-8 15,-24-5 10-15,24 5-18 16,0 0 48-16,0 0-15 16,0 0-16-16,0 0-12 15,0 0-15-15,0 0-1 0,0 0-1 16,0 0 14-1,0 0-8-15,0 5 8 0,0 20-13 16,0 6 6-16,0 5-8 16,0 5 1-16,0-5-2 15,0 0 7-15,0-5-12 16,0 18 14-16,0 3-8 16,0 4 4-16,0 5-3 15,0-6 7-15,0-2-14 16,0-6 6-16,0 2 0 15,0-1-3-15,0 12 6 16,0-4-4-16,0-3 5 0,0 10-8 16,0-10 11-1,0-6-12-15,0-2 5 0,0-17-2 16,0-12-7 0,0 8-9-16,0-7 18 0,0-6 0 15,0 1-7-15,0-12 17 16,0 8-14-16,0-8 4 15,0 0-16-15,0 0 14 16,0 0 2-16,0 0 16 16,0 0-16-16,0 0 10 15,12 0-9-15,-12 5-1 16,6-2 7-16,0 1-8 16,4 0 1-16,-4-4-5 15,-6 4 4-15,0-4 1 16,12 0-9-16,-6 0 19 15,16 0-13-15,3 0 6 16,3 0 9-16,25 0-8 16,-1 0-4-16,10 0 0 15,-3 0 1-15,9 0 0 0,-9 0 6 16,-6 0-4-16,3 0-3 16,-10 0 15-16,1 0-11 15,12 0 6 1,-3 0 0-16,9 0-10 0,-6 0 0 15,9-4 6-15,0-7-14 16,3-2 20-16,-2 13-23 16,-4 0 26-16,3 0-9 15,13 0-4-15,-7 0 2 0,-3 0 2 16,-3 0-5-16,-9 0-1 16,-6 8 1-16,3-3-6 15,-10-5 10-15,-5 0-15 16,-1 0 17-1,-9 0-14-15,3 0 3 0,-6 0 4 16,6 0-6-16,-15 0-1 16,2 0 6-16,4 0-2 15,-3 0-10-15,-16-13 21 16,19 9-13-16,-25-8 5 16,28 5 0-16,-6-6 4 15,-4 1-2-15,1-4-2 16,3 8 0-16,-4 0-3 0,-2-9 14 15,2 10-16 1,4-5 10-16,-10 0-10 0,-12 4 5 16,19 0 0-16,-4-4-4 15,4-1 9-15,-3 2-10 16,-4-1 15-16,0-1-13 16,1 2 10-16,-4 2-12 15,-3-2 8-15,-6 3-6 16,13 3 3-16,-13 1 0 15,0 4-7-15,0 0 22 0,0 0-23 16,0-3 19 0,0-2-14-16,0-11 9 0,12-4-5 15,-12-4-1-15,16-4 1 16,-16 8-3-16,6 9 9 16,0 2-11-16,-6 5 12 15,0-8-13-15,0-4 12 16,0 0-11-16,0-16 11 15,0 8-11-15,0-9 4 16,0 5 0-16,0 5-1 16,0-6 4-16,0-2 7 15,0 3-1-15,-6-13-18 16,0 1 14-16,-1-4-11 16,-2-5 6-16,-3 10-15 0,12 3 14 15,-13 16 2-15,13-1 0 16,0 13 1-16,-6-7 3 15,6 10 0-15,-9-6 0 16,3 2-2 0,-1 1-3-16,-5-3 0 0,0-2 4 15,-4 1-9-15,16 1 11 16,-6 3-20-16,0-1 29 16,6 1-24-16,0 5 12 15,0-2-3-15,0 5 0 16,0-8 7-16,0 8-14 15,0-8 14-15,-7 0-10 0,1-4 7 16,-3 4-8-16,3-4-5 16,-7 12 4-16,13-4 2 15,0 0 3 1,-6 0 0-16,0 4 3 0,-3-4-3 16,-4 1 5-1,-5-2-10-15,2-3 2 0,-2 0-3 16,-4 4 6-16,3-1-3 15,1-3 2-15,-17-3 1 16,14 3-4-16,-4-4 4 16,-3 4 5-16,0 0 1 15,-3 0-6-15,-9 4 1 16,-7-1-2-16,-15 5-6 16,28 0-4-16,-25 0-11 15,19 0 22-15,-7 0-6 0,-11 0 14 16,11 0 3-16,-21 9-9 15,15-1-2-15,-15 0 12 16,15-5-12 0,13 2 0-16,0-5 1 0,5 0 17 15,-11 3-15 1,12 2 2-16,-13 3 4 0,7 0-5 16,0-1 2-16,3-2-3 15,-4-2-1-15,7-3-1 16,-6 5-1-16,12-5 7 15,-12 4-15-15,9-4 16 16,-4 8-11-16,1-4 17 0,6-4-8 16,10 0-6-1,-10 0-2-15,3 0 2 0,-15 0-5 16,-7 0 11 0,-15 0-6-16,10 0 21 0,-7 0-21 15,3 0 10 1,3 0 2-16,0 0-10 0,26 0 7 15,-14 0-7-15,7 0 1 16,9 0 5-16,4 0-16 16,8 0 21-16,1 0-14 15,12 0 3-15,0 0 4 16,0 0-5-16,0 0-2 16,0 0-9-16,0 0-25 0,0 0-58 15,0 0-101 1,0-12-291-16</inkml:trace>
  <inkml:trace contextRef="#ctx0" brushRef="#br0" timeOffset="55483.7">20592 11124 585 0,'0'0'69'0,"0"0"-54"16,0 0 29-16,0 0 2 0,0 0 0 0,0 0-14 15,0 0 2-15,0 0-22 16,0 0 20-16,0 0-6 16,0 0 19-16,0 0-29 15,0 0 6-15,0 0-8 0,0 0 0 16,0 0 11 0,0 0-11-16,0 0 7 15,-13 0-19-15,-15 0 3 16,10 0 2-16,-16 0-4 0,15 0-3 15,-15 0-3-15,0 0 2 16,-7 0-4-16,7 0 4 16,-6 16 2-16,0 5 12 15,3-1-9-15,2 8-8 16,1-8 4-16,6 4 0 16,-3 1 4-16,-3-2-1 15,6 5-3-15,-6 1 1 16,16 2-1-16,-10 2 7 15,3 14-14 1,3-2-6-16,4-1 12 0,2 0 0 16,-2 8-3-16,-1 1-6 15,-9 2 13-15,0 1-11 0,10-7 16 16,-4-1-16-16,16-9 12 16,6 2-8-16,-7 7-7 15,7 0 11-15,0 0 0 16,0-4 0-16,0 4-7 15,0 1 14-15,0 3-14 16,0-1 11-16,0 6-9 0,0-9 10 16,0 4-10-1,7 1 4-15,-1-1 1 16,16 4 2-16,-16 0 2 16,0 4-6-16,0 4 4 0,-6-4 3 15,0 1-4 1,0-9 4-16,0 12-5 0,0 0-1 15,0-3-2 1,0-10 3-16,-18 6-4 0,-4-5 4 16,3 4 2-16,-15-4 8 15,16 1-14-15,-4-6 4 16,-12 1 0-16,9 1-6 16,-3-2 9-16,3 2-7 15,-9 2 8-15,6 10-1 16,-6-5 4-16,-6 9-14 0,9-6 14 15,-3 2-7-15,0-6 0 16,-7-6 0-16,23-5-2 16,-10-12 8-1,0 0-8-15,3-7 6 0,-15-2-3 16,-1 1 8-16,7 1-18 16,-12-10 11-16,18 9-3 15,3-7 1-15,3 2 0 16,4-7-6-16,-4-7 15 15,10-2-18-15,12-3 0 16,-7 0 7-16,7 0-15 16,0 0 17-16,0 0 0 15,0 0-8-15,0 0-9 16,0 0 2-16,0 8 12 16,7-8 6-16,27 17-4 15,0-1 15-15,6 0-18 0,13 7 7 16,0 2-3-1,-7 3 0-15,7 8 3 0,3 0-6 16,-4 5 13-16,-11-2-20 16,-1 5 19-16,0 9-9 15,-6 2 2-15,-3 10-2 16,-3 3 0-16,6 1 2 16,-21 6-2-16,-7 2 4 15,6 3-10-15,-12-4 20 0,0-4-14 16,0 4 11-1,0 1-10-15,0-1 2 16,0-4-1-16,0-3 3 16,0-2-5-16,0 2 0 15,-18-1-2-15,-16 12-5 0,-7 1 14 16,10 10 6-16,3-7-10 16,1 13 5-16,2-12-6 15,3-2-1-15,10-2 0 16,-1-5 1-16,13 5-4 15,-9 2 8-15,9-3-11 16,-6 1 11-16,6-1-12 16,0-11 2-16,0-6 2 15,0-15-5-15,28-4-2 0,12-3-2 16,13-5 10 0,-1 4-4-16,23-8 10 0,-22 0-10 15,-1-12 10 1,-2 0-7-16,-19-8 2 0,9-7-9 15,-12-5-1 1,0 0-12-16,3 0-1 0,-3 0-9 16,0 0 2-16,-10-17-36 15,10-3-68-15,-15-4 3 16,-1 0-94-16</inkml:trace>
  <inkml:trace contextRef="#ctx0" brushRef="#br0" timeOffset="66309.64">31453 13547 261 0,'0'0'379'0,"0"0"-349"0,0 0-9 0,0 0 50 0,0 0 9 15,0 0-65-15,0 0 13 16,0 0-16-16,0 0 9 16,0 0-6-1,0 0 8-15,0 0 11 0,0 0-18 16,0 0 14-16,0 0-14 15,0 0 20-15,0 0-13 16,0 0 9-16,0 0-16 16,0 0 1-16,0 0-11 15,0 0-4-15,0 0-4 16,56-4 6-16,31-8 0 0,40-8 2 16,19-4-6-16,9 4 5 15,-9 0-10-15,-1-1-5 16,-24 10-21-16,-34 3 6 15,-19 8-52-15,-27 0-59 16,-29 0-119-16,-12 0-407 16</inkml:trace>
  <inkml:trace contextRef="#ctx0" brushRef="#br0" timeOffset="67226.12">31661 16490 622 0,'0'0'132'0,"0"0"-120"0,0 0 70 0,0 0-14 0,347 0-27 16,-220-11-18-16,7-14-4 16,-1-3 1-16,4 12-17 15,-26 4 31-15,-18 1-26 16,-12 11 4-16,-19-5-7 15,-9 5-10-15,-19 0 1 0,-3 0-17 16,-16-3-17 0,-9 3-47-16,-6 0-67 0,0 0-162 15</inkml:trace>
  <inkml:trace contextRef="#ctx0" brushRef="#br0" timeOffset="68209.89">32055 18548 377 0,'0'0'104'0,"0"0"-77"0,0 0 19 0,0 0-11 0,0 0-7 0,0 0-5 0,0 0-14 0,0 0 24 15,0 0-7-15,0-4 44 16,0 4-14-16,0 0 6 16,0 0-17-16,0 0 8 15,0-7-6-15,40-1-19 0,28-13 20 16,25-3-37 0,22-16 16-16,3 0-23 15,18-12 4-15,-18 3-5 16,-22 6-3-16,-18 14 0 0,-29 14-16 15,-24 2-2-15,-3 13-29 16,-16-4 1-16,-6 0-78 16,0 0-82-16,0 0-194 15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2:11:30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19869 4936 113 0,'0'0'216'0,"0"0"-153"0,0 0 4 0,0 0-9 16,0 0-52-16,0 0 35 15,0 0-13-15,16-4 9 16,-16 4-2-16,0 0 20 15,0 0-13-15,0 0-22 16,0 0 4-16,0 0-23 16,6 0 19-16,-6 0-12 0,0 0 15 15,0 0-23 1,0 0 12-16,0 0 19 0,0 0-8 16,0 0 1-16,0 0-18 15,0 0 12-15,0 0-13 16,0 0 8-16,0 0-10 15,0-19 11-15,0-9-3 16,0-21 2-16,0-31-4 16,12-4-5-16,10-21-4 15,3-6 7-15,3 1-14 16,12 7-28-16,0 18 16 16,-15 18-31-16,-3 26 29 0,-16 21-30 15,-6 20 34 1,0 0 11-16,0 36-36 0,0 40 42 15,0 12 15-15,-28 5-6 16,-18-5-9-16,5-15-54 16,23-22-92-16,18-19-44 15,0-20-190-15</inkml:trace>
  <inkml:trace contextRef="#ctx0" brushRef="#br0" timeOffset="482.04">20185 4780 312 0,'0'0'165'0,"0"0"-146"0,0 0 22 0,0 0 90 0,0 0-81 15,0 0-27-15,-74 136 2 16,74-111-11-16,0-9 17 0,0-5-17 15,0-7 22 1,0 1-7-16,40-5 11 0,-6 0-24 16,19 0 17-16,6-28 6 15,-3-21-19-15,-3-10 7 16,-1-26-25-16,-18 1-2 16,-15-9-31-16,-10 6 20 15,-9 22-34-15,0 20 14 16,-21 22 14-16,-14 10 13 15,-11 13-33-15,-1 0 22 0,1 0 2 16,-7 36-59 0,13 9-78-16,6-5-177 0</inkml:trace>
  <inkml:trace contextRef="#ctx0" brushRef="#br0" timeOffset="1032.28">20995 4078 363 0,'0'0'112'0,"0"0"-55"0,0 0 29 0,0 0 9 16,0 253-42-16,-16-185 5 15,16 8-30-15,-6 0-14 16,6-4 5-16,0 0-18 16,0-15 4-16,0-9 3 15,0-7-16-15,0-22-11 16,6 6-37-16,10-18-119 16,-16-3-83-16</inkml:trace>
  <inkml:trace contextRef="#ctx0" brushRef="#br0" timeOffset="1581.95">20954 5337 16 0,'0'0'329'0,"0"0"-236"0,0 0 11 0,0 0 2 15,0 0-11-15,0 0-31 0,7-20-32 16,-7 17-17-16,0 3 35 15,0 0-18-15,6 0 16 16,-6 0-41-16,0 0 5 16,0 0-12-16,0 0 0 15,0-8 5-15,0 8 0 16,0 0-10-16,0 0-1 16,0 0 5-16,6 0-41 15,0 0-32-15,22 0-50 16,-9 0-38-16,-10 0-377 15</inkml:trace>
  <inkml:trace contextRef="#ctx0" brushRef="#br0" timeOffset="2297.73">19230 5879 202 0,'0'0'69'0,"0"0"103"0,0 0-64 0,0 0-39 0,0 0-27 0,0 0-35 0,-49-4-7 15,36 4 0-15,7 0 0 16,0 0 44-16,0 0 10 16,6 0-14-16,-10 0 2 15,10 0-23-15,0 0 22 16,-12 0-25-16,12 0 20 16,0 0-21-16,0 0 7 15,0 0 3-15,0 0-11 0,0 0-14 16,40 0 2-1,47 4-2-15,53 8 14 0,33-12 21 16,35 0-11-16,12-4 14 16,22-24-15-16,-9 4-2 15,-19 4-14-15,-13 15-7 16,-27 5-12-16,-19 0-25 16,-16 0-17-16,-30 0-57 15,-16 13-20-15,-53 7-202 16</inkml:trace>
  <inkml:trace contextRef="#ctx0" brushRef="#br0" timeOffset="4163.26">19156 6388 398 0,'0'0'113'0,"0"0"-70"0,0 0 29 0,0 0-52 0,0 0 61 15,0 0-30-15,0 0 1 16,226 0-29-16,-173 0-10 16,-13 0 14-16,1-11-10 15,-13 11 5-15,-4 0-20 16,-2 0-2-16,-3 0-5 16,2 0-4-16,4 19-11 15,3 26 20-15,-6 15-5 0,-10-4 11 16,-6 8 0-1,1 0 0-15,-7-4-11 0,0 1 5 16,0-2-2-16,0-7-25 16,0-11 15-16,0-10-25 15,0-10-41-15,0-13-24 16,0-1 39-16,0 2 15 16,0-1-41-16,-7-4-45 15</inkml:trace>
  <inkml:trace contextRef="#ctx0" brushRef="#br0" timeOffset="4481.21">19389 6761 104 0,'0'0'387'0,"0"0"-292"0,0 0 50 0,0 0-22 16,0 0-23-16,0 0-40 0,241-19-37 15,-175 6-22-15,-11 5-2 16,-8 0-8-16,-7-1-16 15,-9 2-69-15,-3 3-31 16,-16 4-129-16,-12 0-276 16</inkml:trace>
  <inkml:trace contextRef="#ctx0" brushRef="#br0" timeOffset="5062.42">20105 6239 413 0,'0'0'56'0,"0"0"-37"0,0 0 43 16,0 0-21-16,0 0-10 15,0 0 13-15,0 53 11 16,0-17 19-16,0 13-38 16,0 3 19-16,0 4-38 0,0-4 7 15,0-1-23-15,0 1 4 16,0-3-5-16,0-1 0 16,0-12 0-16,0 0-42 15,6-8-60-15,-6-12-157 16</inkml:trace>
  <inkml:trace contextRef="#ctx0" brushRef="#br0" timeOffset="5728.85">20238 7086 264 0,'0'0'61'0,"0"0"-19"0,0 0 41 0,0 0-50 16,0 0 14-16,0 0-1 0,6 8-11 16,-6-3-17-1,0 2-6-15,0-3 26 16,0 13 2-16,0-14 3 0,0 5-23 15,0-4 20 1,0-4-35-16,0 0 5 0,0 0-4 16,0 0-10-16,0 0 5 15,0 0-1-15,0 0 8 16,0 0-6-16,0 0 10 16,0 0-9-16,0 0-6 15,0 0 6-15,0 0-10 16,0 0 3-16,-6-12-25 15,6 0-23-15,0 0-142 16,-18-12-298-16</inkml:trace>
  <inkml:trace contextRef="#ctx0" brushRef="#br0" timeOffset="8726.2">20706 6761 174 0,'0'0'183'0,"0"0"-160"0,0 0 76 0,0 0-27 0,0 0-30 16,0 0 43-16,0 0-21 15,0 0-12-15,0 0-13 16,0 0 13-16,0 0-14 16,0 0-8-16,0 0-17 15,0 0 1-15,0 0-14 16,0 0-3-16,0 0-2 16,0 0-6-16,0 0 11 15,0 0 0-15,0 0 21 16,-6 0-19-16,-9 0 0 15,8 0-2-15,-11-8-32 16,5 4-22-16,-8-3-127 16,-7 7-242-16</inkml:trace>
  <inkml:trace contextRef="#ctx0" brushRef="#br0" timeOffset="9692.31">21233 6429 243 0,'0'0'29'0,"0"0"-14"0,0 0 20 0,0 0-29 16,0 0 24-16,0 0 35 15,-18 3 0-15,12-3 10 16,-10 0 9-16,10 0 0 0,0 0-38 15,-7 0 0 1,13 0-16-16,-6 0 18 0,6 0-30 16,0-8-3-16,0-16-3 15,0-4-11-15,6-3 2 16,35 1-3-16,-10 7-2 16,3 10-9-16,-6 10 4 15,-4 3-13-15,4 0 3 16,-6 0-16-16,-10 0 10 15,1 28 11-15,-13 8 12 16,0 0-1-16,0 0 2 16,0 13 2-16,0-13 4 0,-13 3-10 15,-21-6 6-15,28-17-3 16,-6-9 0-16,12 6-11 16,0-13-16-16,0 8-32 15,0-4 2-15,18-4 16 16,16 0 41-16,1 8 0 15,-29-4 8-15,12 11-7 16,-18-2 10-16,0 11 20 16,0 12 6-16,0 12-3 15,-40 16-12-15,-13 5 5 16,1-2-23-16,11-6 6 16,-5-17-4-16,18-16-12 0,9-16 4 15,13-12-39 1,6 0-92-16,0-28-285 15</inkml:trace>
  <inkml:trace contextRef="#ctx0" brushRef="#br0" timeOffset="10340.52">21788 6292 537 0,'0'0'43'0,"0"0"39"0,0 0-15 16,0 0-37-16,0 0-24 0,7 232 15 15,-1-188-15 1,-6 1 16-16,15-5 4 0,-8 11 3 16,-1-2-17-16,6-5-9 15,-3 1-6-15,-2-6-22 16,-7 2-23-16,18-10-85 15,-11-6-24-15,-7-14-215 16</inkml:trace>
  <inkml:trace contextRef="#ctx0" brushRef="#br0" timeOffset="11058.56">21801 7279 399 0,'0'0'117'0,"0"0"-60"0,0 0 24 0,0 0-34 0,0 0-6 0,0 0 14 16,0 0-35-16,0 0 9 16,0 0-26-16,0 0 27 15,0 0-30-15,0 0 16 16,0 0-14-16,0 0 9 15,0 0-4-15,0 0-5 16,0 0-4-16,0 0-8 16,0 0 2-16,0 0-6 15,0 0 2-15,0 0-1 0,0 0-26 16,0 0 19-16,0 0-22 16,0 0-66-16,0 0-43 15,0-8-174-15</inkml:trace>
  <inkml:trace contextRef="#ctx0" brushRef="#br0" timeOffset="12323.11">22263 6035 301 0,'0'0'45'0,"0"0"6"0,0 0 33 0,0 0-56 16,0 0-21-1,0 0 12-15,-6 4 11 0,6-4-4 16,0 0 52-16,0 0 15 16,0 0-36-16,0 0-14 15,0 0-15-15,0 0 10 16,0 0-38-16,0 0 20 15,0-4-19-15,6-3 22 16,22-6-6-16,6 5-1 16,-3-4 4-16,15 12-19 15,-5-8 3-15,-1 8 5 16,0-12-18-16,-6 12 5 16,1-4 3-16,-17-4-31 15,4-1-23-15,-10 9-23 0,-6-3-89 16,-6-5-70-16</inkml:trace>
  <inkml:trace contextRef="#ctx0" brushRef="#br0" timeOffset="13174.2">22223 5810 63 0,'0'0'133'0,"0"0"-25"0,0 0 14 0,0 0-17 0,0 0-57 16,0 0-9-16,0 0-14 16,0 0 36-16,0 0-27 15,0 0 13-15,0 0-13 0,0 0-8 16,0 0 5-16,0 0-16 15,0-3 11-15,6-5-9 16,28 0 20-16,6-4-30 16,13-1 10-16,-7-2-10 15,10 7-3-15,-9-8-4 16,-7-1-22-16,0 6 3 16,-15 3-77-16,-19 8-39 15,-6 0-145-15</inkml:trace>
  <inkml:trace contextRef="#ctx0" brushRef="#br0" timeOffset="72371.16">24570 5414 274 0,'0'0'34'0,"0"0"31"0,0 0-8 0,0 0-56 0,0 0 23 16,0 0-10-1,0 0 9-15,0 0 33 0,0 0-1 16,0 0-8 0,0 0-22-16,0 0-1 0,0 0-9 15,0 0 13-15,0 0-18 16,0 0 18-16,0 0-22 16,0 0 8-16,0 0 12 15,0 0-10-15,-6-16-13 16,-10-4 0-16,-3-8 15 15,19 3-17-15,0-15 0 16,0 4-1-16,0-7 0 16,0-6-11-16,13-4 7 0,2 9-3 15,-2 0-28 1,-13 8 27-16,0 8 8 16,0 5 14-16,0 10-13 0,0 5 7 15,0 8-1-15,0-3 0 16,0-2-7-16,0 1 4 15,0 4-2-15,0 0 0 16,0 0-4-16,0 0 4 16,0 0-2-16,0 0 0 15,0 0 0-15,0 0-3 16,0 0-7-16,-13 0 3 16,-2 4 5-16,-10 20-6 15,10 12 16-15,-10 0-16 16,9 0 6-16,-2 0 1 0,-1-3-28 15,-9-2 11-15,22-6-5 16,-10-5 0-16,10-8 13 16,6-12-18-16,0 0-42 15,0 0-141-15</inkml:trace>
  <inkml:trace contextRef="#ctx0" brushRef="#br0" timeOffset="73187.56">24824 5141 218 0,'0'0'35'0,"0"0"47"0,0 0-15 0,0 0-26 16,0 0-28-16,0 0 16 0,0 65 1 16,0-50 0-1,0-2 23-15,0 6-13 16,0-7-2-16,0-4-25 0,19 4 19 16,2 1-31-16,4-5 14 15,9 0-8-15,-6-5 4 16,-3-3 0-16,25 0 0 15,-26 8 7-15,-2-8-11 16,-9 0 2-16,5 0-3 16,10-19 11-16,-9-14-5 15,9 2-7-15,-7-10-4 16,-8 5 4-16,-7-4-4 16,-6 8 1-16,0-4 14 15,0-5-14-15,0 5-4 16,0-3-3-16,-6 6 2 0,-16 10-26 15,-3 10 20 1,3 9-20-16,-18 4 19 0,0 0 5 16,-19 12 10-16,0 16-5 15,-3-4 11-15,15-4-10 16,13-4-1-16,16 1-23 16,12-1 7-16,6 4-70 15,0 4 12-15,0-4-86 16</inkml:trace>
  <inkml:trace contextRef="#ctx0" brushRef="#br0" timeOffset="73721.48">25578 5117 255 0,'0'0'142'0,"0"0"-58"0,0 0 10 0,0 0-36 16,0 0-16-16,0 0 17 15,0 0-34-15,0 0-6 16,0 0 9-16,0 0 5 16,0 0-27-16,0 0-6 15,0 0-8-15,0-4-23 16,0 0 28-16,0 4-2 0,0 0 5 16,0 0 0-16,0 0 26 15,0 0-25-15,0 0 0 16,0 0-1-16,0 0-59 15,0 0-81-15,-7-5-279 16</inkml:trace>
  <inkml:trace contextRef="#ctx0" brushRef="#br0" timeOffset="74852.37">26294 4856 26 0,'0'0'97'16,"0"0"-14"-16,0 0-51 0,0 0 19 0,0 0-6 15,0 0-14-15,-28 49 0 16,28-49 18-16,0 0 7 0,0 0-36 16,0 0 10-16,0 0-13 15,0 0 5-15,0 0-13 16,0 0 2-16,0 0-11 16,0 0 1-16,0-5 5 15,28-15 15-15,-22 0 9 16,-6 1-22-16,15-2 5 15,-15-3-6-15,0 12-9 16,0 0 2-16,0-4-12 0,-21 16-10 16,-13 0 22-1,-7 0-12-15,10 0 14 16,-15 19-4-16,-10 14 0 0,25 0 2 16,-9-6 0-1,6-3 6-15,27 5-1 0,-14-6-2 16,21-2 1-16,0-6 1 15,0-7-4-15,0-3-1 16,28-5 0-16,6 0 0 16,-3 0 0-16,9 0 0 15,-12-5-3-15,6-11-2 16,-9-4 5-16,-3 4 7 16,-4 1-2-16,4 2-8 15,-4-3 6-15,-5 9-6 16,-13-1 7-16,15-1-4 0,-8 9 10 15,-7-4-9 1,0 4-2-16,0 0-8 0,0 0-5 16,0 0 8-16,0 0 6 15,0 0 8-15,0 13 10 16,6-2-15-16,0 6-2 16,9 2 1-16,-2 1 2 15,-1 4-4-15,-12 1 5 16,16 3-4-16,-10 0 2 15,0-4 1-15,0-4-2 16,-6 4-4-16,0-4 5 16,0-4-3-16,0 4 10 0,0-4-10 15,0 4 33 1,0 0-15-16,-34-7 2 0,-6 6-12 16,-7-7-2-1,-11 0-1-15,5 9-4 16,-3-10-1-16,-3 9-4 0,6-7-1 15,19 7-26-15,0-12-9 16,34-5-29-16,0-3-81 16</inkml:trace>
  <inkml:trace contextRef="#ctx0" brushRef="#br0" timeOffset="75402.58">26988 5229 212 0,'0'0'208'0,"0"0"-177"0,0 0 5 0,0 0-20 0,0 0 22 16,0 0-2-16,-46 0-4 16,46 0-23-16,0 0 29 15,0 0-9-15,0 0 24 16,0 0-41-16,0 0 6 0,0 0 6 15,0 0-17-15,0 0 5 16,-6 0-2-16,-7 0 19 16,-2 0-26-16,9 0-3 15,-13 0-9-15,19 0 7 16,-6 0-21-16,6 0-55 16,0 0-80-16</inkml:trace>
  <inkml:trace contextRef="#ctx0" brushRef="#br0" timeOffset="76451.37">27317 5177 169 0,'0'0'51'0,"0"0"38"0,0 0-11 0,0 0-8 16,0 0-29-16,0 0 8 16,53-84-11-16,-32 68-1 15,4-9-2-15,-3-3 14 16,12-3-10-16,-3-5-2 15,3 8-2-15,-6-5-34 16,-9 5-2-16,2 1 7 16,-8-3-15-16,-7 7 6 15,0 3 1-15,-6 4 2 16,0-16 0-16,0 0-1 16,0 8-8-16,0-1 5 15,-6 17-46-15,-22 0 38 16,9 8-3-16,1 0 15 15,-10 0 24-15,6 0-6 0,-3 0-10 16,-2 0-1-16,8 13-2 16,3 3 0-1,4 4-8-15,0 8 6 0,5 8 2 16,-2 0-5-16,3-16-1 16,0 4 0-16,6-4 1 15,0 0-3-15,0 4 15 16,0-4-21-16,0 1 16 15,0-1-14-15,0-1 7 16,21-2-2-16,4-1-2 16,-3 4 0-16,12-1 0 15,-9-2-4-15,3-1 8 0,-16 4-23 16,10-12 17-16,-10 12-13 16,-12-8 13-16,13-5 0 15,-7 6 6 1,-6-1 0-16,15 4 8 0,-2-4-6 15,-7 4 4-15,0-8-12 16,-6 4 12-16,0 9-12 16,0-10 12-16,0 9-3 15,-40 0-3-15,-7-7 3 16,7-5 7-16,0-5 3 16,9-3 11-16,3 0-19 15,15 0-1-15,-2 0-4 16,15 0-23-16,-6 0-42 15,6 0-41-15,-6 0-142 0</inkml:trace>
  <inkml:trace contextRef="#ctx0" brushRef="#br0" timeOffset="77234.16">28005 5157 284 0,'0'0'89'0,"0"0"-23"0,0 0-14 0,0 0 2 16,0 0-5-16,0 0 33 15,0 0-3-15,0 0-4 16,0 0-5-16,-12 0-14 16,12 0-13-16,0 0-32 15,0 0 4-15,0 0-14 0,0 0-1 16,0 0 0-1,0 0-16-15,0 0-45 0,0 0-131 16,0 0-386-16</inkml:trace>
  <inkml:trace contextRef="#ctx0" brushRef="#br0" timeOffset="78133.95">28294 4716 30 0,'0'0'174'0,"0"0"-110"0,0 0 57 0,0 0-42 0,0 0-24 16,0 0-14-16,87 20 5 16,-63-20-37-16,4 0 13 15,0 0 7-15,-3 0-9 16,3 0-7-16,-3 0-12 16,3 0 9-16,-7 0 1 15,4 0-14-15,-3 0 8 0,-10 3-10 16,1 10 3-16,2-1-17 15,-9 8-6-15,-6 7 13 16,0 11 12-16,13-2 0 16,-7 3 6-16,0-3-5 15,10 8 7-15,-10-7 1 16,0-1 4-16,6-9-13 16,-12 1 9-16,7-3-18 15,-7-5 9-15,9 9 0 16,-9-14-3-16,6-7-4 15,-6-3 5-15,6-5-10 16,-6 0-13-16,7 0-8 16,-7 0-8-16,6 0-38 15,-6 0-20-15,15 0-5 16,-9 0 1-16</inkml:trace>
  <inkml:trace contextRef="#ctx0" brushRef="#br0" timeOffset="78733.28">28446 5060 161 0,'0'0'224'0,"0"0"-145"0,0 0 44 0,0 0-46 0,0 0-20 16,0 0-5-16,161-56 8 15,-115 48-34-15,1 0 19 16,-1 0-10-16,10 8 18 16,-19-3-39-16,4 3-8 15,-7 0-6-15,-6-5 4 16,-3 5-9-16,-4 0 5 16,-15 0-8-16,7 0 10 15,-13 0-4-15,6 0-12 0,-6 0 11 16,9 0-6-1,-9 0-32-15,0 0-23 0,0 0-24 16,0 0-94 0,-9 0-304-16</inkml:trace>
  <inkml:trace contextRef="#ctx0" brushRef="#br0" timeOffset="83278.6">23528 5815 80 0,'0'0'145'16,"0"0"-92"-16,0 0 4 0,0 0-21 0,0 0-17 0,0 0-2 15,-16 0 7-15,16 8 24 0,0-8-22 16,0 0 11 0,0 0 1-16,0 0 0 0,0 0-2 15,0 0 0-15,0 0 9 16,0 0-23-16,0 0 11 15,0 0-33-15,0 0 26 16,0 4 0-16,16 4 7 16,3-8-11-16,27 0-13 15,-6 8 3-15,1-8-10 16,11 0 17-16,4 3-13 16,-3-3-2-16,0 0-2 15,6 0 7-15,3 0-9 0,3 0 0 16,9 0-3-1,1 0 3-15,5 0 14 0,-9-11-10 16,4 7-4-16,5 0 9 16,-5 0-15-16,-4-4 12 15,10 8-8-15,-13 0 3 16,6 0-1-16,-15 0 0 16,0 0 5-16,3 0-11 15,-3 0 15-15,3 0-2 16,-9 0-6-16,6 0-2 15,3 0 5-15,3 0-4 16,3 0 2-16,4 0-2 0,14 0 0 16,-5-5 4-16,6-3-13 15,-13 5 18 1,-6 3-14-16,-2 0 8 16,-4 0-6-16,-4 0 1 0,1 0 2 15,3 0-2-15,-3 0 8 16,3 0-8-16,-3 0 10 15,9 0-16-15,-15 0 17 16,6 0-14-16,15 0 5 16,-15 0 0-16,16 0-4 15,5 0 11-15,-5 0-12 16,-4 0 11-16,-3 0-10 16,-15 0 12-16,9 0-16 15,-15 0 8-15,18 0 0 16,-13 0 0-16,17 0 1 0,-17 0-1 15,23 0 4 1,-16 0-11-16,15 0 16 0,-15 0-25 16,15 0 19-16,1-8-3 15,-1-1 0-15,-9 6 0 16,10-2-3-16,-16 5 8 16,9 0-10-16,-9 0 13 15,3 0-11-15,9 0 11 16,10 0-16-16,6 0 9 15,-1 0-1-15,1 0 1 16,-6 0 0-16,-7 5-2 0,-9-5 4 16,10 0-9-16,-1 0 12 15,-15 0-4-15,3 0-1 16,3 0-1-16,3 0 0 16,4 0 0-16,8 0 1 15,7 0-1-15,-6 0 0 16,-1 0 5-16,1 0-4 15,-7 0 3-15,-8 0-8 16,8 0 3-16,-6 0 1 16,4 0-1-16,-4 0 2 15,6 0-4-15,-3 0 11 16,4 3-15-16,-10-3 14 16,-3 0-14-16,-9 0 11 15,-1 0-8-15,-11 0 4 16,-1 0 0-16,-6 0 7 15,-6 0-6-15,-3 0-2 0,3 0 2 16,0 0-7-16,-10 0 9 16,1 0-6-16,3 0-15 15,-10 0-5-15,10-3-49 16,-16-25-18-16,-6-5-112 16</inkml:trace>
  <inkml:trace contextRef="#ctx0" brushRef="#br0" timeOffset="90492.17">29329 4531 95 0,'0'0'42'0,"0"0"28"0,0 0-43 0,0 0-10 15,0 0 20-15,0 0 36 16,0 0-11-16,0-8-18 0,0 8 5 16,0-3-22-1,0-2 9-15,0 5-6 0,0 0 0 16,0 0-7-16,0 0-2 16,0 0 12-16,0 0-14 15,0 0 10-15,0 0-25 16,0 0 26-16,0 0-23 15,0 0 19-15,0 0-15 16,0 0 0-16,0 0-2 16,0 0-6-16,0 0-6 15,0 0 13-15,0 0-20 16,0 0 13-16,0 0-6 16,0 0-11-16,0 0 12 15,0 0-4-15,0 8 6 16,0 4-5-16,7 1 10 0,-1 3-6 15,0-1 7-15,0 6-8 16,3-1 9-16,-2-1-12 16,-7 6 8-16,12-1-3 15,-6 8 0-15,0-13 0 16,-6-2-3-16,0 7 12 16,0-16-11-16,10 4 8 15,-10-1-7-15,6-2 2 16,-6-1-2-16,0-4 1 15,0 0-3-15,6 1 3 16,0 3-24-16,1-1-23 16,-7 9-70-16,0 0 1 15,0-8-111-15</inkml:trace>
  <inkml:trace contextRef="#ctx0" brushRef="#br0" timeOffset="91407.93">29323 5281 154 0,'0'0'146'0,"0"0"-33"0,0 0-18 16,0 0-48-16,0 0 3 16,0 0-30-16,0 4 10 15,0-4-25-15,0 0 16 16,0 0-4-16,0 0 18 0,0 0-1 16,0 0 0-16,0 0-7 15,0 0-10-15,0 0 3 16,0 0-16-16,0 0-3 15,0 0 0-15,0 0 18 16,0 0 0-16,0 0-5 16,0 0 6-16,0 0-20 15,0 0 0-15,0 0-9 16,0 0-13-16,0 0-106 16,0 0-155-16,0-12-54 15</inkml:trace>
  <inkml:trace contextRef="#ctx0" brushRef="#br0" timeOffset="93437.89">25500 6441 223 0,'0'0'54'0,"0"0"43"0,0 0-25 0,0 0-16 0,0 0-4 0,0 0-10 15,198-5 5-15,-151-7-4 16,-7-4 2-16,7 12-24 15,-13-4 10-15,0 0-22 16,-15 8 6-16,-4-3-15 16,-3 3-10-16,-5 0-3 15,5 0 13-15,4 0-4 16,-10 0 10-16,6 0-16 16,-6 0 10-16,-6 11 0 15,0 17 1-15,0 16 3 16,0 12 5-16,0 8-9 0,0 13 31 15,-6-5-30-15,-12-3 16 16,2-14-17-16,16-10 0 16,0-13-2-16,0-4-2 15,0-13-5-15,0-2-6 16,0-5 13-16,0 0-7 16,0-4-5-16,9-4-85 15,-2 0-13-15,-7 0-101 16</inkml:trace>
  <inkml:trace contextRef="#ctx0" brushRef="#br0" timeOffset="93853.69">25934 6681 482 0,'0'0'35'0,"0"0"-4"0,0 0 61 0,0 0-28 0,0 0-23 0,0 0-9 16,0 0-24-16,279-72 9 15,-251 64-3-15,-3 3-14 16,-3-3 2-16,-10 8 1 15,16-7-3-15,-16 3-10 16,4-5-39-16,-4-2-99 16,-6 3-28-16</inkml:trace>
  <inkml:trace contextRef="#ctx0" brushRef="#br0" timeOffset="94504.45">26768 6284 282 0,'0'0'147'0,"0"0"-141"0,0 0 48 0,0 0-32 16,0 0-6-16,0 0 7 15,0 176 9-15,0-143-14 0,0-2 9 16,0-6 15-1,0 3-29-15,0-4-9 0,0-4 2 16,0 4-12-16,0-12-39 16,0 8-102-16,0-8-208 15</inkml:trace>
  <inkml:trace contextRef="#ctx0" brushRef="#br0" timeOffset="95118.4">26849 7002 261 0,'0'0'92'0,"0"0"-29"0,0 0-22 0,0 0-9 0,0 0-27 16,0 0-5-16,0 0 18 15,0 0 29-15,0 0 18 16,0 0-18-16,0 0 25 0,0 0-29 16,0 0-8-16,0 0-14 15,0 0 4 1,0 0-1-16,0 0 5 0,-13 0-11 16,-8 0-1-16,-4 0-7 15,9 0-7-15,-8 0 11 16,17 0-1-16,-2 0-10 15,9 0-3-15,0 0-11 16,0 0-70-16,0-5-56 16,0-14-174-16</inkml:trace>
  <inkml:trace contextRef="#ctx0" brushRef="#br0" timeOffset="95702.08">27478 6668 257 0,'0'0'240'0,"0"0"-198"0,0 0 22 0,0 0-5 15,0 0-17-15,0 0 26 16,0 5-12-16,0-5-33 15,0 0 0-15,0 0-18 0,0 0 16 16,0 0-18-16,0 0 7 16,0 0-5-16,0 0 5 15,0 0 12-15,0 0-8 16,0 0 14-16,0 0-17 16,-6 0-8-16,-9 0-3 15,8 0-13-15,-5 0-40 16,12 0-27-16,-6 0-137 15,-4 0-410-15</inkml:trace>
  <inkml:trace contextRef="#ctx0" brushRef="#br0" timeOffset="96567.37">28232 6336 392 0,'0'0'170'0,"0"0"-119"0,0 0 46 0,0 0-31 16,0 0-66-16,0 0-3 15,-13 0 3-15,13-4 11 16,0-4-4-16,13 8 21 16,2 0-28-16,-2 0-3 0,21 0-13 15,-3 0 16 1,9 0 13-16,-6 0-13 0,-6 12 0 15,-16 12-28-15,-12 8 15 16,0 8 2-16,0 0 8 16,-40 4 6-16,-13-3 2 15,26-17-5-15,2-9 1 16,19-10 7-16,6-5-8 16,0 0 0-16,0 0-38 15,0 0-7-15,18 0 25 16,29 8 16-16,-1-4 4 15,-6 8 13-15,-5 3 3 16,-8 10-3-16,-8-1 31 16,-7 8-13-16,-12 4 7 0,0 8-20 15,0 8 4 1,-58 1-9-16,-17-6 2 0,1-6-12 16,9-13-3-1,18-16 0-15,19-12-15 0,16 0-16 16,12 0-181-16,0-24-338 15</inkml:trace>
  <inkml:trace contextRef="#ctx0" brushRef="#br0" timeOffset="97467.05">28936 6260 94 0,'0'0'149'0,"0"0"2"0,0 0-54 16,0 0-37-16,0 0-17 16,0 0-12-16,6 0 12 15,-6 0-18-15,0 0 29 16,0 0-12-16,0 0 3 15,0 0-13-15,0 0 0 16,0 0-18-16,0 4-12 16,6 24 16-16,0 8-5 15,7 0 14-15,8-4-27 16,-15 1 9-16,22-5-6 16,-21 0-1-16,5 0-2 15,-6-4 0-15,0 7-4 16,-6 2-12-16,0-9 0 15,0 4-33-15,0-4-10 0,0-12-128 16,0-8-92-16</inkml:trace>
  <inkml:trace contextRef="#ctx0" brushRef="#br0" timeOffset="98250.51">29094 7050 246 0,'0'0'115'0,"0"0"5"0,0 0-35 0,0 0-31 15,0 0-33-15,0 0-13 16,0 0-8-16,0 0-15 15,0 0 15-15,0 0 25 16,0 0 49-16,0 0-14 16,0 0 37-16,-7 0-53 15,1 0-14-15,6 0-30 16,0 0 0-16,0 0-20 16,0-4-24-16,0 0 18 15,-6-4 26-15,6 8 16 16,0 0 1-16,-6 0 8 15,-10 0-9-15,16 0 15 0,0 0-28 16,0 0 4-16,0 0-7 16,0 0-50-16,0-16-130 15,0-21-428-15</inkml:trace>
  <inkml:trace contextRef="#ctx0" brushRef="#br0" timeOffset="115368.93">25419 7363 280 0,'0'0'27'0,"0"0"17"0,0 0-5 15,0 0-31-15,0 0 9 0,0 0-16 16,0 0 7-16,0 0-3 15,-21 0 24 1,14 0 8-16,7 0-11 0,-6 0 17 16,0 4-18-16,0 0-10 15,6-4-13-15,0 0 3 16,0 4-5-16,0-4-4 16,0 0 4-16,0 0 7 15,0 0 7-15,0 0 10 16,0 0 15-16,0 0-25 15,0 0 17-15,0 0-20 16,0 0 1-16,0 0-6 16,0 0-3-16,0 0-2 0,0 0 2 15,0 0-3-15,0 0 9 16,0 0-14-16,0 0 5 16,0 0-1-16,0 0-16 15,0-16 17-15,0-5 0 16,25 1 4-16,3 1 1 15,6-1-4-15,-10-1 20 16,-2 9-19-16,3-7-4 16,3-1 6-16,6 3-6 15,0-10 2-15,-3 6 0 16,3-3-1-16,7 5 11 16,-7-14-11-16,-16 21 2 15,16-12-2-15,-6-4 7 16,-3 12-8-16,3-9 2 15,6-2-4-15,6-1 3 16,1-5 2-16,5 2-2 0,-5-2-6 16,-1 9 2-16,-9 4 3 15,-9 8-8-15,2-4 20 16,4 0-9-16,-9-1 6 16,9-2 4-16,6-1-3 15,6 0-4-15,-6-4-6 16,13-1 13-16,-1-3-22 15,-5 5 13-15,5-6-4 16,-6 6-1-16,1-2 3 16,-10-2-2-16,-10 10 2 15,14-3 0-15,5-7 10 0,-9 6-7 16,18-7 3-16,-11 8-11 16,-10 4 5-1,-7 4-3-15,-2 7-3 0,-19 2-5 16,6-1 3-16,-6 4-37 15,6-4 25-15,10-4 3 16,-10-1 17-16,13-2-26 16,-4-1-3-16,-2-1-83 15,-7-3-226-15</inkml:trace>
  <inkml:trace contextRef="#ctx0" brushRef="#br0" timeOffset="116951.2">28191 5591 257 0,'0'0'46'0,"0"0"24"0,0 0-11 0,0 0-27 16,0 0 13-16,0 0-19 16,0 0 9-16,0 0-15 15,0 0 16-15,0 0 5 16,0 0-2-16,0 0 22 15,0 0-26-15,0 0 2 16,0 0-37-16,0 0 13 16,0-13-7-16,7 1 17 15,20-4-21-15,1 0 6 16,-3 0 4-16,16-13-7 16,-1 1 27-16,13-3-18 0,2-1 6 15,-8-5-15 1,-1 5 0-16,1 9-5 15,6-10-2-15,-7 2-2 0,1 6 8 16,2-3-9-16,-12-4 15 16,13 7-2-16,-3-6-7 15,11-5 14-15,-5-8-14 16,9 3 2-16,-9-3 1 16,12 8 1-16,3 0-4 15,-15 4-1-15,-7-4 0 16,-5 4 0-16,-7-8 2 15,0 11 2-15,-15 6-4 0,2 7 2 16,-15 16-2 0,1 0 0-16,5-8-4 0,4-4-7 15,8-4 20 1,4-1-18-16,-9 6 18 0,9-6-12 16,-6 9 4-16,-10-3-1 15,13-2 0-15,-4 1 1 16,-2 1-2-16,3 2 7 15,-10 1-6-15,-6 4 6 16,1 0-4-16,-7 1 8 16,9-2-10-16,-3 2 5 15,-6 3 1-15,0-5-3 16,0 5-1-16,0 0-4 16,0 0-18-16,0 0 17 15,0 0-2-15,0 0-8 0,0 0-119 16,0 0-192-16</inkml:trace>
  <inkml:trace contextRef="#ctx0" brushRef="#br0" timeOffset="119115.79">21816 9560 488 0,'0'0'75'0,"0"0"-22"0,0 0 15 16,0 0-22-16,0 0-21 0,0 0 18 15,0 0-34-15,66 0 29 16,-39-11-13-16,-8 2 32 16,15 6-49-1,-6-2 4-15,6-3-8 0,-3 0 3 16,9 0-7-16,1-4 2 15,-7-8-4-15,0 12-46 16,-15-8 17-16,2 8-33 16,-2-4-75-16,-4 1-121 15</inkml:trace>
  <inkml:trace contextRef="#ctx0" brushRef="#br0" timeOffset="119582.28">22015 9123 559 0,'0'0'41'0,"0"0"26"0,0 0 10 0,0 0-30 16,0 0-36-16,0 0 37 15,136-8-19-15,-95 1-23 16,-10-1-1-16,-4 3 3 16,1-3-8-16,-3-4 11 15,3 4-24-15,-9-8-9 0,9 4-44 16,-16-4-126-16,-12 0-280 15</inkml:trace>
  <inkml:trace contextRef="#ctx0" brushRef="#br0" timeOffset="122762.77">23568 9192 95 0,'0'0'111'0,"0"0"-102"0,0 0 42 0,0 0-14 16,0 0-13-16,0 0-9 15,0 0 50-15,0-25-8 16,0 25-9-16,0 0 19 15,0 0-43-15,0 0 2 16,0 0-26-16,0-3 30 16,0 3-26-16,0 0 32 15,0-5-2-15,0 5 18 16,0 0-11-16,0-3-27 16,0-2 14-16,0-2-26 15,0-1 31-15,0-9-32 0,0-2 18 16,0-10-14-16,0-11 5 15,0-8 9-15,0-9-1 16,0-6 1-16,0-10-18 16,13 5 3-16,5 4 2 15,-18 3-12-15,16 22 12 16,-10 6-6-16,0 14 0 16,0-1-7-16,1 4 3 15,-1-4-28-15,-6 12 9 16,9-1-13-16,-9 9 18 15,0 0-34-15,0 0 13 16,0 0-17-16,0 33 56 16,0 19 20-16,-34 20-13 0,-19 12-7 15,-3 5-35 1,-2-14-213-16</inkml:trace>
  <inkml:trace contextRef="#ctx0" brushRef="#br0" timeOffset="123411.39">23894 8918 120 0,'0'0'43'0,"0"0"-5"0,0 0 51 0,0 0-31 0,0 0-51 16,0 0 21-16,-6 85-7 15,27-81 14-15,10 0 11 16,3-4 14-16,1 0 13 15,5 0-39-15,6 0 27 16,1 0-29-16,-1-24 12 16,1-12-22-16,-1-16-7 15,1-12 17-15,-1-13-27 16,-5-7 7-16,-1 4-7 16,-18 8-10-16,-10 16 10 15,-12 12-7-15,0 11 4 0,0 14-4 16,-12 10 1-16,-10 9-6 15,-9 0 7-15,-19 0 13 16,-2 17-13-16,-7 19-2 16,-3 3-4-16,9-6-13 15,13-1 3-15,15-8-57 16,16 4-19-16,2-1 10 16,-11 2-154-16</inkml:trace>
  <inkml:trace contextRef="#ctx0" brushRef="#br0" timeOffset="123827.86">24945 8738 477 0,'0'0'150'0,"0"0"-118"0,0 0 37 0,0 0-30 0,0 0-39 15,0 0-38-15,0-3-14 16,0-2 52-16,0 5 14 16,0 0 50-16,0 0 18 15,0 0-22-15,0 0-7 16,0 0-53-16,0 0 0 16,0 0-13-16,0 0-41 15,0 0-2-15,0 0-46 16,0 0 45-16,0 0 6 15,0 0-124-15,-6 0 45 16</inkml:trace>
  <inkml:trace contextRef="#ctx0" brushRef="#br0" timeOffset="124992.82">25705 8433 384 0,'0'0'38'0,"0"0"-19"0,0 0-10 0,0 0-9 15,0 0 24 1,0 0 4-16,34 9-3 0,-28-9 3 15,22 0 1-15,-16 0 27 16,16-20 4-16,-22-8-2 16,22-1-47-16,-28 1 11 15,0 8-22-15,0 4-1 16,0 4-30-16,0 8-16 16,-28 4-17-16,-18 0 40 15,6 0 19-15,-13 16 10 16,13 8-10-16,5 9 14 15,1-2-12-15,16 5 4 16,-4-3-2-16,22-10 0 16,0 2-12-16,0-9-15 15,0 4-17-15,0-8 35 0,28-8-2 16,-9-4 10 0,15 0-1-16,-6 0-6 0,12-8-11 15,-6-20 20-15,-3-5 28 16,-3 5-16-16,-16 9-4 15,4 7-8-15,-10 7 24 16,-6 5-10-16,0 0 23 16,0 0-13-16,0 0 14 15,0 0-22-15,0 0 19 16,0 5-25-16,0 10-3 0,0 6-14 16,6-6 5-1,0 10-3-15,7-6 3 0,2 2-6 16,-9 3-2-1,7-4 10-15,-1 4-1 0,-12-8-2 16,0 4 2-16,0-4 2 16,0 8 5-16,0 1 6 15,0 6 10-15,-6 2-16 16,-19 3 12-16,-9-5-1 16,-6 2 6-16,0-5 4 15,-7-4-16-15,1-4 2 16,5-4-7-16,7-4-12 15,0-4 2-15,9-3-22 16,-9-2-52-16,28-3 0 16,0 4-27-16,6-4-169 15</inkml:trace>
  <inkml:trace contextRef="#ctx0" brushRef="#br0" timeOffset="125512.26">26489 8686 347 0,'0'0'170'0,"0"0"-117"0,0 0 34 0,0 0-53 0,0 0-20 16,0 0-7-16,0 0 16 0,0 0-8 15,0 0 1-15,0 0 18 16,0-4 1-16,0 4-22 15,-28 0-8-15,16 0-10 16,-16 0-9-16,0 0 2 16,16 8-8-16,-1 1-13 15,7-9-47-15,6 0-176 16</inkml:trace>
  <inkml:trace contextRef="#ctx0" brushRef="#br0" timeOffset="125712.4">26489 8686 334 0</inkml:trace>
  <inkml:trace contextRef="#ctx0" brushRef="#br0" timeOffset="126125.76">26489 8686 334 0,'406'96'4'0,"-353"-140"63"0,9 0 5 15,-9 0-30-15,-1 0-12 16,-17 8-21-16,-8-1-8 16,-8-2 17-16,9-5 1 15,-22-5-19-15,13 1-6 16,-10 9-13-16,-9-2-37 15,0 10-120-15,0 2 172 16,0 9 8-16,-28 12 6 16,-6-1-10-16,0 9 60 15,-6 0 16-15,9 0-43 16,3 28-4-16,-6 10 24 16,21-2-12-16,1 3 21 15,12-3-47-15,0 0 1 16,0 0-12-16,0 0 1 0,0-3 12 15,25-5-4-15,9 4-2 16,18-4-10-16,-5 4-2 16,9 0-22-16,-16-4 20 15,7 0-8-15,-23 5 10 16,-8 3-9-16,-16 0 10 16,0 0 15-16,-16-8-2 15,-8-4 59-15,-11-8-45 16,8-4 8-16,8-4-15 15,-9-4-1-15,28-4 11 16,0 0-4-16,0 0-26 0,0 0-17 16,0-12-90-1,0-24-166-15,22-13-254 0</inkml:trace>
  <inkml:trace contextRef="#ctx0" brushRef="#br0" timeOffset="130174.18">23066 9765 234 0,'0'0'124'0,"0"0"-53"0,0 0 2 15,0 0-10-15,0 0-32 0,0 0 6 16,-22 0-16-16,22 0 22 15,0 0 28-15,0 0-20 16,0 0-3-16,0 0-27 16,0 0 19-16,0 0-27 15,0 0 7-15,0 0-16 16,0-4-2-16,28-4 11 16,-6 0-1-16,3 8 9 15,9-8-19-15,12 4 25 16,7-4-11-16,3 0 13 15,-3-5-3-15,-1 10-9 16,7-5-11-16,9-4-4 16,-9 4 9-16,16-4-5 15,-1 4 5-15,-9 4-11 16,10-5 0-16,-1 9-7 0,-9-3 7 16,16-2 8-16,6-3-8 15,6 1 11-15,-7-6-10 16,-5 5-1-16,-7 0 11 15,7 1-12-15,0 2 8 16,-1 2-13-16,-8-2 10 16,8 2-8-16,1-2 4 15,-7-3 0-15,-15 8-1 16,9 0 9-16,-9 0-14 16,-6 0 12-16,3-3-7 15,-3 3 9-15,-7 0-15 0,13 0 7 16,-12 0 0-16,15 0-5 15,3 0 8-15,-3 0-7 16,3 0 8-16,3 0-5 16,6 0 10-16,-21 0-18 15,6 0 4-15,-12 0 5 16,-1 0 0-16,-6 0-5 16,7 0 5-16,9 0-4 15,3 0 0-15,-7 0 8 16,17 0-8-16,-11 0 9 15,-2 0-11-15,-9 0 11 16,5 0-5-16,-17 0 0 0,5 0-1 16,6 0-7-1,-12 0 16-15,-9 0-12 0,-12 0 11 16,15 0-14-16,-16 0 14 16,-3 0-7-16,-9 0 0 15,13 0-2-15,-1 0 1 16,-6 0 0-16,22 0-4 15,-15 0 10-15,21 0-4 16,-6 0 9-16,-10-5-20 16,-5 1 11-16,15 4-1 15,6 0 1-15,0 0-1 16,6 0-3-16,-3 0 3 0,-3-3 2 16,-6 3 8-1,-3-5-10-15,-3 5 2 0,-10 0-4 16,-6 0-2-16,4 0-10 15,-4 0 10-15,6 0 3 16,16 0-6-16,-3 0 14 16,15 0-3-16,7 0-3 15,-1 0 5-15,-5 0-6 16,-7 0-11-16,-13 0 6 16,-8 0-33-16,-13-3-19 15,0-10-84-15,0 1-125 16</inkml:trace>
  <inkml:trace contextRef="#ctx0" brushRef="#br0" timeOffset="135501.57">24154 10382 180 0,'0'0'213'0,"0"0"-108"0,0 0-9 0,0 0-62 16,0 0 6-16,0 0-36 15,0 0-2-15,0 13-1 16,0-13 12-16,0 0 29 0,0 0 23 16,0 0-9-1,0 0-19-15,0 0 16 0,0 0-29 16,0 0-22-16,0 0-2 16,0-13-7-16,34-10 7 15,13-18 8-15,-1 17-6 16,1 1-2-16,9 6-1 15,3 6-8-15,-7-2-6 16,1 9-17-16,-19 4 12 16,-6 0 1-16,-3 0 6 15,-25 9-18-15,0 27 31 16,0 11 11-16,0 6-6 0,-12-1-7 16,-29-4 15-1,7-8-26-15,3-4 6 0,3-8 5 16,10-11 1-1,2-9-11-15,16-8 12 0,0 8-29 16,0-8-7-16,0 0 13 16,22 0 18-16,18 0-24 15,-15 0 14-15,-10 0-6 16,-8 0 0-16,-7 3 6 16,0 14 15-16,0 10 14 15,-16 6-1-15,-21 7 32 16,-13 7-17-16,4 2 8 15,-1-5-12-15,7-4-14 16,15-20-8-16,10-8-2 16,15-12-26-16,0 0-84 15,0 0-56-15,15-32-290 0</inkml:trace>
  <inkml:trace contextRef="#ctx0" brushRef="#br0" timeOffset="136000.25">25292 10551 577 0,'0'0'44'0,"0"0"-18"0,0 0 13 15,0 0-28-15,0 0-10 16,0 0 5-16,0 8-6 16,0-8 0-16,0 0 7 15,0 0 18-15,0 0-12 0,0 0-13 16,0 0 0-16,0 0-21 16,0 0-10-16,0 0-5 15,-21 0 30-15,14 8-2 16,-5-4 8-16,6 0-1 15,0-4-11-15,6 0 12 16,0 0 0-16,0 0-1 16,0 0 1-16,0 0 0 15,0 0-108-15</inkml:trace>
  <inkml:trace contextRef="#ctx0" brushRef="#br0" timeOffset="136735.68">25853 10097 264 0,'0'0'96'0,"0"0"-10"0,0 0 12 0,0 0-26 16,0 0-32-16,0 0 33 16,0 5-8-16,0-5-35 0,0 0-23 15,19-5 18-15,9-10-6 16,0-1-4-16,18 11 9 15,-5-6-20-15,-1 11-4 16,-9 0-10-16,-3 0 6 16,-16 0-16-16,-12 40 20 15,0 16 4-15,0 8 8 16,-46 0-4-16,12 0-7 16,3-7 3-16,3-9-3 15,22-12 5-15,6-8 1 16,0-12 7-16,0-8-9 15,0-4-5-15,0 4-2 16,0-4-5-16,34 0 4 16,-3-4-2-16,9 0 5 15,0 0 0-15,7 0 14 0,-1 0 9 16,1 0-11 0,2 0-12-16,-8 0 0 15,-16 0-2-15,-4 0-3 0,-2 0-1 16,-7 0-37-16,4 0 19 15,-10 16-35-15,0-12-91 16,-6-4-82-16,0 0-126 16</inkml:trace>
  <inkml:trace contextRef="#ctx0" brushRef="#br0" timeOffset="137217.87">27050 10374 659 0,'0'0'70'0,"0"0"25"0,0 0-44 0,0 0-19 0,0 0-15 15,0 0-5-15,0 0-12 16,0 0-3-16,0 0-10 16,0 0 26-16,0 0-18 0,0 8 12 15,-6 5-2-15,-9-5-4 16,15-4-1-1,-13-4-27-15,13 0-55 0,0 0-119 16,0 4-215-16</inkml:trace>
  <inkml:trace contextRef="#ctx0" brushRef="#br0" timeOffset="137833.62">27711 10628 494 0,'0'0'97'0,"0"0"-61"0,0 0 63 0,0 0 1 0,0 0-45 0,0 0-1 0,-53-13-14 0,47-10-39 0,0-10 21 0,-4-7-15 0,10-17 17 0,0-2-15 0,0-6-1 16,0-2 2-16,0-2-20 15,0 13 0-15,-6 0-16 16,0 24-7-16,0 16 24 16,0-1 8-16,6 17-6 15,-7 0 1-15,7 0-12 16,-9 0 14-16,3 0 8 0,0 17-8 16,-1 7-1-16,-5 0-8 15,-10 8-15-15,10 8-33 16,-22 0-119-16,-6 1-307 15</inkml:trace>
  <inkml:trace contextRef="#ctx0" brushRef="#br0" timeOffset="138584.22">28207 9653 420 0,'0'0'82'0,"0"0"15"0,0 0 5 0,0 0-48 0,0 0 18 15,0 0-46-15,-9 0-10 16,9 0-11-16,0 0-4 16,0 0 15-16,34 0-8 0,28 0 27 15,-10-4-28 1,7-5 1-16,-3 1-8 16,-16 5-6-16,-15-9-24 15,9-1-7-15,-15 2-58 0,-4-1-54 16,-15-4-27-16,0 3-261 15</inkml:trace>
  <inkml:trace contextRef="#ctx0" brushRef="#br0" timeOffset="138865.14">28120 9304 589 0,'0'0'22'0,"0"0"86"15,0 0-9-15,0 0-59 16,0 0-8-16,0 0-27 15,372 4 4-15,-332-4-6 16,-12 0-3-16,-9-4-11 16,-4-4-70-16,-15-5-140 15</inkml:trace>
  <inkml:trace contextRef="#ctx0" brushRef="#br0" timeOffset="147091.62">29301 8466 53 0,'0'0'204'0,"0"0"-163"0,0 0 12 0,0 0-41 0,0 0 8 0,0 0-4 15,0 0 33-15,-18-8-3 16,12 8 23-16,6 0-11 16,-10 0-2-16,10 0-20 15,0 0-4-15,-6 0 5 16,6 0-25-16,-6 0 16 15,0 0-14-15,-7 0 9 16,13 0-14-16,-15 0 1 16,2 0 0-16,7 0 0 15,0 0 0-15,6 0-1 0,0 0 17 16,0 0-19 0,-6 0 12-16,6 0-10 0,0 0 11 15,0 0-8-15,0 0 5 16,0 0 1-16,0 0-10 15,0-5-8-15,0 5 2 16,0 0-7-16,25 0 10 16,9 0-4-16,0 0 3 15,6 0-8-15,-9 0-10 16,3-3 14-16,-12-2 4 16,-3 5-4-16,-13 0 0 0,0 0-24 15,3 0 15 1,-9 8 0-16,0 28 8 0,0 17-6 15,0 7 5 1,0 4-1-16,0 0-6 0,0-7 9 16,0-6 0-1,0-2-8-15,0-5 16 0,0 0-16 16,-9 0 1-16,3-4-21 16,0-7-23-16,6-10-16 15,0-7-77-15,0-8 21 16,0-8 48-16,0 0 22 15,0 0-45-15,-7 0-7 16</inkml:trace>
  <inkml:trace contextRef="#ctx0" brushRef="#br0" timeOffset="147474.56">29134 8826 425 0,'0'0'110'0,"0"0"-9"0,0 0-9 0,0 0-13 0,0 0-25 15,0 0 25-15,74-24-44 16,-46 21-4-16,13-6-22 16,-10-2-6-16,3-2-6 15,6 1-2-15,-6 1 3 16,6-2-55-16,-5 5-3 15,-4 1-73-15,-10 2-47 16,-8 2-200-16</inkml:trace>
  <inkml:trace contextRef="#ctx0" brushRef="#br0" timeOffset="148107.76">29624 8570 289 0,'0'0'148'0,"0"0"-100"0,0 0-32 0,0 0 18 0,0 0 17 16,0 0-10-16,118-37-21 16,-84 37-5-16,0 0-15 15,-6 0 0-15,-16 5 16 16,-6 31 16-16,-6 8 16 16,0 9-38-16,0 2 12 0,-6-7-21 15,-6-7 2 1,-10-5-3-16,10-8 1 0,-1 0 6 15,-2-4 2-15,15-4 20 16,0-4-26-16,0-4 4 16,0 1-1-16,28-6-5 15,12-3 0-15,13-4 6 16,-1 0 26-16,4 0 10 16,9 0-1-16,-3 0-18 0,-9-8 13 15,-19 5-36 1,-15 3-2-16,-19 0-14 0,0 0-16 15,0 0-34-15,0 0-29 16,0 11-52-16,0 9-66 16</inkml:trace>
  <inkml:trace contextRef="#ctx0" brushRef="#br0" timeOffset="148541.37">30284 9007 265 0,'0'0'98'0,"0"0"28"0,0 0-61 15,0 0-15-15,0 0-26 0,0 0-7 16,69 4 24-16,-51-4-4 15,4 0 22-15,3 0-23 16,9 0 7-16,-6-28-14 16,18-8 14-16,-5-4-23 15,5-13-9-15,-15-6-9 16,3 2 2-16,-18-3-8 16,-16 4 7-16,0 8-10 0,0-1 1 15,-10 5-2 1,-42 8-8-16,-7 8 9 0,-10 8-1 15,17 12 8 1,-1 8 17-16,-3 0 7 0,10 12-17 16,-13 32-5-1,12 8 6-15,1 9-8 0,-7 7-5 16,-3 5-66-16,4-18-68 16,-7-10-166-16</inkml:trace>
  <inkml:trace contextRef="#ctx0" brushRef="#br0" timeOffset="149456.22">29255 9476 138 0,'0'0'216'0,"0"0"-172"0,0 0 25 0,0 0-46 0,0 0 8 0,0 0 7 15,-19 0 16-15,19 0 9 16,0 0 7 0,0 0-5-16,0 0-33 0,0 0 11 15,0 0-31-15,0 0 5 16,0 0-15-16,0 0 6 16,13 0 1-16,39 0 4 15,17 0 32-15,17 0-22 16,14 0 8-16,21 0-13 15,6 0 29-15,6 0-44 16,0 0 26-16,7 0-20 0,3 0-7 16,2 0 8-1,-5 0-10-15,2 0-11 16,-14 0 11-16,-23 0 0 0,-6 0 2 16,-24 0-7-16,-23 0-2 15,-24 0-45-15,-15 0 1 16,-13 0-105-1,0 0-170-15</inkml:trace>
  <inkml:trace contextRef="#ctx0" brushRef="#br0" timeOffset="152736.34">30219 9881 445 0,'0'0'7'0,"0"0"37"0,0 0 21 0,0 0-24 0,0 0-8 0,0 0-11 16,0 0 7-16,-56 28-8 15,44-15 22-15,0 3-13 16,-4-1 17-16,-9 6-26 0,4-1 1 16,-14 8-4-1,11 0-15-15,2 8 16 0,3 0-16 16,-2-4 6 0,8 4-3-16,7 4-4 15,-6-4 3-15,12 5-4 0,0-5 4 16,0 0-3-16,0 3-1 15,18-10 2-15,16 7 1 16,7-12 3-16,5-8-14 16,1-4 15-16,-7 0-21 15,0-8 15-15,-6-4-2 16,-3 0 5-16,4 0 0 16,-1 0 9-16,0 0-14 15,0 0-4-15,-3-23 4 0,-9-10 0 16,-4 0 2-16,-12 2-7 15,-6 3-23-15,0 4 23 16,0 4 1-16,0 12 8 16,0 3-8-16,-12 2 10 15,0 3-4-15,-1 0-2 16,-15 0 12-16,0 0-9 16,-6 8-3-16,-12 15 0 15,21 14-2-15,-9-9 2 16,21 0 1-16,-2 4-1 15,9-8-4-15,0 0-6 16,6-7-43-16,0-6-70 0,0-11-96 16,0 8-286-1</inkml:trace>
  <inkml:trace contextRef="#ctx0" brushRef="#br0" timeOffset="154086.34">27670 12604 230 0,'0'0'157'0,"0"0"-27"0,0 0-1 15,0 0-30-15,0 0-5 0,0 0-34 16,0 0-6-16,0 0-12 15,0-3-29-15,22-5 17 16,18-1-9-16,13-7 19 16,-6 13-36-16,5-10 7 15,1 5-5-15,3 4-8 16,-10 1 2-16,1-5-4 16,-13 0-9-16,-3-1-21 15,3 1 8-15,-21 0-26 16,8 0-20-16,-21 0-56 15,0 8-112-15</inkml:trace>
  <inkml:trace contextRef="#ctx0" brushRef="#br0" timeOffset="155151.46">27785 12272 189 0,'0'0'66'0,"0"0"4"0,0 0-28 0,0 0-9 0,0 0-8 0,0 0 13 0,0-5-7 16,0 5 10-16,0-3 0 15,0 3 5-15,0-4-8 16,0 4-4-16,0 0 27 15,0 0-13-15,0 0 5 16,0 0-32-16,0-5 12 0,13-3 0 16,27-3 0-16,0 3-10 15,1-12-6 1,17 12 0-16,-11-9-17 0,3 14 12 16,2 3-7-1,-5 0-2-15,-1 0 3 0,1 0 1 16,-7 0-7-16,13 0 0 15,-7 0 0-15,-12 0 6 16,1 0-14-16,-8-8 3 16,-14 0-2-16,-1-1-32 15,-12 1-37-15,0 5-117 16,-6 3-299-16</inkml:trace>
  <inkml:trace contextRef="#ctx0" brushRef="#br0" timeOffset="158850.46">29283 12332 79 0,'0'0'40'0,"0"0"55"0,0 0-26 0,0 0-3 0,0 0 10 0,0 0 6 0,0 0-33 0,0-8-20 16,0 8-7-16,0 0 11 16,0 0-6-16,0 0 5 15,0 0 10-15,0 0-31 16,0 0-4-16,0 0 3 16,0 0 42-16,0 0-32 15,0 0 5-15,0 0 10 16,0 0-16-16,0 0 7 15,0 0-18-15,0 0-1 16,0 0-4-16,0 0-2 16,0 0 8-16,0 0-9 15,-6 0 4-15,6 0-2 16,0 0-2-16,0 0 8 16,0 0-19-16,0 0 24 0,0 0-12 15,0 0 3 1,0 0-6-16,0 0 5 0,0 0 12 15,0 0-15 1,0 0 0-16,0 0 0 0,0 0-4 16,0 0 0-16,-10 0 8 15,10 8-19-15,0-4 31 16,0-4-14-16,-6 0 1 16,6 0 0-16,0 0 5 15,0 0-8-15,0 0-2 16,0-25 2-16,-6-19 2 15,6-23 4-15,-6-5-3 0,6-13 4 16,0 13-2 0,0-9-5-16,0 9-26 15,0 5 0-15,0 6-26 0,0 21-15 16,18 16-1-16,-8 24 24 16,-10 0-24-16,0 16-1 15,0 36 69-15,-10 16 56 16,-36 5-56-16,6-10 0 15,15-10-2-15,18-17-14 16,7-8-51-16,0-8-135 16</inkml:trace>
  <inkml:trace contextRef="#ctx0" brushRef="#br0" timeOffset="159530.21">29810 11826 389 0,'0'0'173'0,"0"0"-122"0,0 0 14 0,0 0-49 0,0 0-6 0,0 0-8 16,-6-32 15 0,31 0-1-16,2 8-14 15,1 8 8-15,-15 16-9 0,8 0-2 16,-14 0-54-1,-7 16 34-15,0 33 21 0,0 10 0 16,-7 10-14-16,-42 6-16 16,2 2 16-16,-12 0 14 15,13-2 23-15,-1-11 21 16,20-19 40-16,14-13-39 16,13-16-13-16,0-1-26 15,0-10-1-15,47-1 20 16,5-4-18-16,17 0 29 0,-11 0-13 15,4 0 14-15,-3 0-37 16,-12 0 0-16,-7 0 0 16,-12 0 0-16,-3 0-28 15,-10 0-38-15,-2 0 11 16,5 0-125-16,4 0-46 16,-3 0-98-16</inkml:trace>
  <inkml:trace contextRef="#ctx0" brushRef="#br0" timeOffset="159901.26">30520 12291 256 0,'0'0'161'16,"0"0"-88"-16,0 0 2 15,0 0-8 1,0 0-54-16,0 0 30 0,37 33 7 15,-21-33-10 1,9 0-4-16,9 0 6 0,12-41 7 16,10-11-10-16,-3-4-4 15,-19-4-31-15,-9 4 6 16,-25 8-4-16,0 8 3 16,0 8-2-16,-35 16-6 0,-30 3-1 15,-9 13 2 1,-7 0-5-16,10 5 6 15,9 31-6-15,9 3-17 0,32 6 5 16,14-1-55 0,7-4-19-16,0-4-104 15,0-8-279-15</inkml:trace>
  <inkml:trace contextRef="#ctx0" brushRef="#br0" timeOffset="160796.76">30567 13054 181 0,'0'0'55'0,"0"0"-21"0,0 0 9 0,0 0 44 0,0 0 7 0,0 0-27 16,-28 12 6-1,28-12-9-15,0 0 16 0,0 0-18 16,0 0-39-16,6-16-17 16,56-37 19-16,31-22 49 15,18-14-44-15,26-4 18 16,-13 10-29-16,-9 19-8 16,-22 31-8-16,-31 17-6 15,-16 16-13 1,-12 0-21-16,-15 24 24 0,-13 37 13 0,0-1 8 15,-6 4 0 1,7 0-14-16,8 0 6 0,4-4-2 16,9-12 2-1,-10-7 1-15,22-21-1 0,1-16-6 16,5-4 5 0,10 0-12-16,22-4 13 0,8-16 11 15,-11 12 16-15,5 8-27 16,-27 0-41-16,3 8 35 15,-25 28 6-15,-9 8 15 16,2 4-12-16,4-8 5 16,6-8 0-16,7-8-16 15,18-7-1-15,15-9-22 16,7 0 25-16,-1-5-2 16,7 1-47-16,-16-4-139 15,-2 0-226-15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2:16:51.2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19736 8314 209 0,'0'0'23'0,"0"0"-19"0,0 0-8 0,0 0 0 0,0 0 1 0,0 0 3 0,0 0 1 16,0 0 41-16,0 0 45 15,0 0 10-15,0 0-44 16,0 0-6-16,0 0-7 15,0 0-21-15,0 0-1 16,0 0-9-16,0 0 10 0,0 0-6 16,0 0 24-1,0 0-18-15,0 0 8 16,0 0-26-16,0 3 9 0,0 2-7 16,0-2-2-1,0-3-2-15,0 0 6 16,0 4 4-16,0-4 0 0,0 0 31 15,0 0-18-15,0 0 7 16,0 0-1-16,0-36 1 16,0-24-5-16,40-24-7 15,0-16-7-15,13-13-6 16,3-3-2-16,-10 20 13 16,-21 0-29-16,16 27 14 15,-20 21 0-15,4 20-4 16,-16 20-5-16,-2 8 8 0,-7 0-12 15,12 0 11-15,10 32 2 16,3 12-10-16,2 13-12 16,-2 18 14-16,-15 10-22 15,-10 7 0-15,0 8 4 16,0-3-46-16,0-17 10 16,0-8-26-16,0-20-42 15,0-16-85-15</inkml:trace>
  <inkml:trace contextRef="#ctx0" brushRef="#br0" timeOffset="398.47">19816 8037 386 0,'0'0'332'0,"0"0"-308"0,0 0 73 0,0 0-31 0,0 0 19 0,0 0-30 15,283 0 2-15,-224 0-35 0,-7 0-17 16,-5 0 1-16,-7 0-6 16,0 0-1-16,-6 0-37 15,-6-5 10-15,-3 5-38 16,-9 0-56-16,-16 0-151 15</inkml:trace>
  <inkml:trace contextRef="#ctx0" brushRef="#br0" timeOffset="1596.31">19457 7731 467 0,'0'0'14'0,"0"0"63"0,-75 229-35 0,75-140-15 0,0-9-21 0,0-8-4 15,13-3 4-15,36-22 0 16,4-6 19-16,0-10 10 16,6-6 24-1,9 6-26-15,-15 5 0 0,9 1-28 16,-3-1 11-16,-7-4-4 15,1-8-11-15,9-8-2 16,-22-4-5-16,13-4 6 16,-13 0 6-16,-6-8 39 15,-9 0-40-15,3 0 27 16,12 0-28-16,1-28 16 16,11-20 11-16,1-12-27 0,3-5 9 15,3 6-7 1,-13 7-5-16,-5 3 8 0,-13 1-18 15,-16-4 2-15,0-1 2 16,-5-11-13-16,-7-8-12 16,0 4 5-16,0-4-3 15,0 8 13-15,0 11 15 16,-19-2-8-16,-9 7 19 16,-3-1-22-16,-3-3-10 15,-6 4 12-15,-1 4 1 16,1 4-8-16,0 11 15 15,12 1 2 1,-3 9 14-16,3-1-10 0,-6-5 6 0,9 14-9 16,-9-10 6-16,6 14-8 15,3 2-1-15,-9 5-14 16,0 0 15-16,22 0-11 16,-10 0 28-16,-9 0-31 15,3 0 20-15,-12 0-12 16,6 0-3-16,-1 0 9 15,-11 25 0-15,-1 11 1 16,7 3-5-16,0-3 2 16,0 0-1-16,9-7-8 15,9 3-8-15,3 4-19 16,4 5-23-16,9-2-50 0,-19 5-185 16</inkml:trace>
  <inkml:trace contextRef="#ctx0" brushRef="#br0" timeOffset="3727.95">24523 7683 53 0,'0'0'324'0,"0"0"-314"0,0 0 39 0,0 0-6 0,0 0-15 16,0 0-12-16,6 0 30 15,-6 0-19-15,0 0 8 0,0 0 6 16,0 0 17 0,0 0-11-16,0 0-21 15,0 0 8-15,0 0-13 16,0 0 26-16,0 0-28 0,0 0 17 15,0 0-31-15,0 5 7 16,0-1-12-16,0 20-1 16,0-4-1-1,0 8 4-15,0-4-3 0,0 8 10 16,0 0-12-16,0 8 8 16,0-4-2-16,0 8 1 15,0-3-3-15,0-2 1 0,0 2 3 16,0-2-10-1,0 5 13-15,0-3-17 0,0-9 20 16,0 0-21-16,0-12 10 16,0-4-15-16,0 0-10 15,0-7-3-15,0-1-19 16,0 0-40-16,0-5-58 16,0-3-112-16</inkml:trace>
  <inkml:trace contextRef="#ctx0" brushRef="#br0" timeOffset="4729.45">24374 7820 29 0,'0'0'160'0,"0"0"-87"0,0 0 3 0,0 0-33 0,0 0-25 16,0 0-1-16,10-4 16 15,-10-4-13-15,0 8 28 16,0 0 8-16,0 0 19 15,0 0-1 1,0-8-2-16,6 8-26 0,0-12-20 16,7-1-12-1,2 2-13-15,16-17 22 0,3 0-19 16,6 0 16-16,13-8-18 0,0 3 9 16,21-3-9-1,-12 8 3-15,-3 4-5 0,-6 12-13 16,-7 4 0-16,-5 8-26 15,-13 0 36-15,-10 0-26 16,-2 0 13-16,-16 25-30 16,0 14 46-16,0 5 0 15,0 4-3-15,0 9-3 16,-28-9 4-16,0-12-1 16,3-4 6-16,3 0 19 15,-2-4-20-15,2-4 9 16,10-4-8-16,5-12-3 15,7 0 0-15,0-8-13 16,0 0-9-16,0 0-51 16,0 0-15-16,0 0 65 15,13 0 22-15,8 0 2 16,-8 0 1-16,15 5 2 16,-10 14-4-16,1 6-1 0,-4 6-21 15,-8 5 21-15,-7 9 1 16,0 3-4-16,-41 0 8 15,-18-4 11-15,-15-8 31 16,12-8 20-16,9-3 22 16,7-9-29-16,12-9-23 15,3-2-28-15,-10 3-8 16,-14 0-11-16,2 7-29 16,-12 1-144-16,15 5-130 0</inkml:trace>
  <inkml:trace contextRef="#ctx0" brushRef="#br0" timeOffset="6026.24">24905 7279 424 0,'0'0'65'0,"0"0"45"16,0 0-24-16,0 0-35 0,0 0-30 0,0 0-4 0,-149 0 9 0,124 0-15 16,-3 11 32-16,-12 9-19 15,-13 1 13-15,7 2-19 16,-16 5-3-16,9 1-14 0,0-1 3 16,13 4-4-1,0 4 2-15,-7 4 0 0,1 8 9 16,-7 8-12-16,6 1 6 15,-2 3-6-15,2-8 1 16,22-8-2-16,-3 8 2 16,1 0 0-16,14 4-5 15,-5 1 11-15,-4 7-8 16,16-8 12 0,-7 0-12-16,13-7 3 0,0-5-2 15,0-8-4-15,0-5 1 16,0 2 1-16,0-5-3 0,6 0 2 15,29 4 8 1,-11-4 0-16,4 0 0 0,0-4-3 16,-3 4-1-1,3-3-5-15,6-2 3 0,12-2-10 16,-5-6 10-16,5 1-9 16,7 1 0-16,12-9 16 15,10 3-8-15,5-3 6 16,7-3 7-16,0 2-10 15,-7-2 2-15,-11-2-7 16,-17-3 5-16,1 0-18 0,-13 0 18 16,1-3 1-1,5-30 4-15,7-3 4 0,0-3-9 16,-4-6 0 0,4 1 7-16,0 4-6 0,-13 0 5 15,13-4-5 1,-13 0-2-16,-6-4 7 0,-15-4-12 15,-4-1 6-15,4 6-2 16,-13 2-3-16,-6 5 5 16,16 0-1-16,-10-1 7 15,0-3-14-15,0 5 7 16,-6-10-9-16,0 1-26 16,0-8 32-16,0-1-10 15,0-2 14-15,0 2 0 0,-18 5 0 16,-23 9-7-16,-5 6 14 15,5 5-14 1,1 0 20-16,-13 4-19 0,19 0 12 16,-18 0-6-16,-23 8 0 15,7 4-8-15,-13 8 3 16,-12 3 5-16,13 2-9 16,-1-1 14-16,16 4-10 15,-3 0 0-15,9 0-21 16,0 0-41-16,-3 7-134 15,22 22-43-15,5-1-52 16</inkml:trace>
  <inkml:trace contextRef="#ctx0" brushRef="#br0" timeOffset="7461.08">30886 7583 396 0,'0'0'80'0,"0"0"-19"0,0 0-4 0,0 0-45 0,0 0 8 0,0 0 2 16,0 9 27-16,0-9 11 15,0 0 2-15,0 0-15 0,0 0-43 16,0 0 7-16,0 0 2 16,0 0-11-16,0 0 3 15,0 0 11-15,0 3-16 16,0-3 39-16,0 0-14 15,0 0-16-15,0 0 14 16,0 0-20-16,0 0 1 0,-19 8 5 16,-9-3-1-1,-6-2 4-15,-6 9 10 16,-13 4-10-16,-6 1-12 0,-9 2 0 16,-6 6-7-1,2-1-3-15,10 4-1 16,3-5 10-16,7 10 2 0,5-1 10 15,7 0-10-15,0-8 4 16,12 8 0-16,9 5-5 16,-3-1 0-16,16 0-5 15,0-5-3-15,6 5 7 16,0-3-2-16,0-2 5 16,0 5-5-16,6-7 6 15,35-1 2-15,5 0-5 16,1-3 0-16,11-6-3 15,23-2 12-15,6-6-18 0,15-2 9 16,-3-9 0-16,-6 0-4 16,-12 0 1-16,-13 0-29 15,-21-9-22 1,-35-15-98-16,-12-4-309 0</inkml:trace>
  <inkml:trace contextRef="#ctx0" brushRef="#br0" timeOffset="8679.76">29863 7435 494 0,'0'0'54'0,"0"0"-20"0,0 0 51 0,0 0-44 0,0 0 35 0,0 0-28 0,-199 100 5 0,165-68-13 16,-6 9 17 0,-7 7-23-16,7 7-14 15,0-2-2-15,6-9-17 0,15 8 12 16,-3-8-5-1,16 12-12-15,-6-3 8 0,12 2-7 16,0-2 3-16,0-1-6 16,12 4 6-16,28-7 0 15,1 2-10-15,11-2 20 16,10-5-14-16,-3 0 11 16,16-4-6-16,-10-8 2 15,9 4 5-15,1 0 1 0,5-4-9 16,7-3 0-1,0-6 4-15,-10-7-6 0,-2 0 9 16,-1-4-11-16,1-4 4 16,2 0-1-16,4-4 1 15,-7 1-6-15,1-2 3 16,5-3 6-16,1 0 1 16,-16 0 3-16,-6 0-13 15,3 0 8-15,-3 0-4 16,-3 0-7-16,-4-15 9 15,-11-10 0-15,-1 6 3 16,0-2 0-16,-2-7-1 16,2-4-4-16,-6 0 12 15,0-1-22-15,0-3 12 16,-9-3-3-16,-3-2-10 16,12-3 0-16,-16 1 8 0,-11-1-1 15,8 3-3-15,-15-3 13 16,12-4-16-16,-5-4 12 15,-1-1 0-15,6 1-10 16,-12 0 8-16,0-4 2 16,0 4 2-16,0 4-2 15,0-4-12-15,-6-4 12 16,-25 4-40-16,3 4 11 16,-6 4-9-16,-6 11 38 15,-1 1-18-15,1 8 18 16,0 3 10-16,-7 2 2 15,1-1-3-15,-1 0-2 0,-12 0-12 16,13-4 14-16,-10 8-18 16,-3 4 18-16,6 4 8 15,-15 3-15 1,9 5 27-16,-15 0-5 0,-7 0-8 16,-6 0-16-16,1 8 3 15,5 12-7-15,0-7-15 16,10 3 16-16,3 4 3 15,9 0-14-15,12 4 10 16,7-4-2-16,6 8-22 0,0-4-82 16,-6 4-147-1</inkml:trace>
  <inkml:trace contextRef="#ctx0" brushRef="#br0" timeOffset="23051.83">20666 7299 167 0,'0'0'40'0,"0"0"24"0,0 0-13 0,0 0-3 0,0 0-16 0,0 0 5 0,0 0-6 16,0 0-24-16,-6 3 38 16,0-3 15-16,-1 5-16 15,-8 3-35-15,-4 0 2 16,13-4-3-16,-3 4 0 16,3-5 4-16,-1 2-8 15,7-5 22-15,0 0-10 0,0 0 24 16,0 0-34-1,0 0 18-15,0 0-24 0,0 0-18 16,0 0 18-16,0 0 11 16,0 0 8-16,0 0-16 15,0 0 16-15,0 0-19 16,0 0 7-16,0 0-7 16,0 0-7-16,0 0-10 15,7-20 17-15,14-4 9 16,13-4-3-16,-15 3-6 15,0 6 8-15,15 7-14 16,-13-9 17-16,-2 1-11 16,9 9 0-16,-16-10 6 0,29 6-6 15,-13-6 0-15,3-3 3 16,-4 0-1 0,14-4-4-16,-7 0 6 0,6 7-2 15,-9-2 2-15,3-5 4 16,0 7-4-16,7-2-2 15,-7-2 0-15,0 1-2 16,-3 1 0-16,9-6 5 16,-6 5-5-16,7 0 8 15,-7 8-12-15,-16 8 8 16,-2 4-6-16,-4-1 4 16,1 5-2-16,15-7 0 15,-4 3 2-15,4-8-7 16,0 4 10-16,-9-8-11 15,15 12 8-15,-15-4-2 0,2 3 0 16,-2-3-2 0,3 1-2-16,2 3 6 15,4-4-5-15,-9 4 6 0,15-9-12 16,-12 5 7-16,3 8-3 16,-4 0 3-16,-15 0-5 15,13 0-10-15,9 0 3 16,-16 0 11-16,10 0 6 15,3 0-6-15,3 0 12 0,6 0-15 16,-16 0 9 0,4 0-6-16,3 0-1 0,3 0 4 15,0 0-15 1,-3 0 15-16,9 0-4 0,-13 0 9 16,4 0-8-1,9 0 12-15,0 0-11 0,7 0 8 16,-10 13-3-16,3-5-3 15,0-4-3-15,-6 4 1 16,3-8 4-16,9 0 1 16,-12 4 0-16,6 3 0 15,-3 1 1-15,-3-3-3 16,6-5-1-16,0 8 0 16,7-4 0-16,5 7-1 15,-21-6-3-15,31 3 8 0,-16-4-11 16,-9 0 16-1,9 4-15-15,7-1 12 0,-19 6-12 16,12-1 6-16,-6-4-20 16,-3 0 17-16,10 0 6 15,-14 0-3-15,1 4 8 16,-3-7-16-16,-9-2 16 16,8 5 0-1,4-4-8-15,-3 9 0 0,3-2-2 16,0 1-4-16,12 4 6 15,-9 0 1-15,3-4 9 16,-12 4-7-16,18-3 4 16,-15-1-7-16,9-4 0 0,-6 8 0 15,-3-4 2 1,9-1 4-16,-15-2-4 0,9 2-4 16,-7 2 13-16,10-5-16 15,-3 8 12-15,6-9-14 16,-9 2 5-16,9-1 1 15,-12 0 0-15,-3 0 1 16,-19-5-1-16,21 2 5 16,-15 3-6-16,7 0 8 15,-1-4-12-15,4 4 12 16,-4-3-8-16,1-5 2 16,-7 7 0-16,9-3 6 15,-8 4-6-15,5 1 0 16,0 2 1-16,4-7 2 15,-4 4-2-15,1 0-1 0,8-3 4 16,-14 3-4-16,-1-5 1 16,0-3-1-16,-6 8 0 15,6-8 8-15,-6 8-13 16,9-8 14-16,-9 0-18 16,0 0 11-16,0 4-2 15,0-4 7-15,0 8 2 16,0-8 4-16,0 5-12 15,13-5 3-15,-7 8 2 16,0-8-4-16,-6 7 5 16,0-2-7-16,6-5 2 15,-6 0-2-15,0 8 0 16,0-5 1-16,0-3-5 16,0 0 8-16,0 8-9 15,0-8 13-15,0 0-12 0,10 0 11 16,-10 5-9-16,0 2 2 15,0-7-3-15,0 0-9 16,0 8-38-16,0-3-90 16,0-5-111-16</inkml:trace>
  <inkml:trace contextRef="#ctx0" brushRef="#br0" timeOffset="26244.26">20799 8049 263 0,'0'0'73'0,"0"0"-20"0,0 0-25 15,0 0-9-15,0 0-18 16,0 0 31-16,0 0 0 16,0 0 5-16,0 0 19 15,0 0 0-15,0 0-6 16,0 0-23-16,0 0 7 15,0 0-29-15,0 0 9 16,0 0-11-16,0 0-1 16,0 0 4-16,0 0 0 0,0 0 16 15,0 0-10-15,0 0 20 16,0 0-20-16,0 0-1 16,0 0-4-16,0 0-7 15,0 0 0-15,0 0 0 16,0 0 0-16,0 0 1 15,0 0 4-15,0 0-3 0,0 0 1 16,0 0-1 0,0 0 14-16,22 0-15 15,9 0 21-15,3 0 0 16,0 0-9-16,7 0 9 0,-7 0-12 16,-3 0 17-1,3 0-17-15,0 0 7 0,6 0-16 16,-6 0 5-16,7-4-6 15,-10-1 0-15,9 2 3 16,-6-2-2-16,0 2 0 16,0-5 6-16,-9 8-14 15,15-5 17-15,1 2-13 16,-13-2 5-16,12-2-4 16,-15 2 4-16,3 2-2 15,6 3 0-15,-9 0 2 0,2 0-4 16,8 0 4-1,-11 0 2-15,10 0 0 0,1-5-7 16,-1 2 4 0,-9-2-1-16,2 1 0 0,8 4 0 15,-1-4 0-15,-3-3 6 16,-3 2-14-16,-10-3 18 16,4 5-20-16,-10 3 16 15,10-5-8 1,-16 5 2-16,19-4 0 0,3 4-5 15,0-4 11-15,-3-4-11 16,9 8 11-16,-6 0-12 0,-10-4 11 16,10 4-10-1,-3-8 5-15,-3 8 0 0,2 0-2 16,-2 0 4-16,-3 0-7 16,2 0 12-16,-2 0-14 15,3 0 14-15,-4-12-10 16,4 12 6-16,12 0-2 15,-15 0-1-15,15 0 0 16,-16 0-2-16,4-8 7 16,3 8-11-16,3 0 14 15,6 0-12-15,-9 0 6 16,15-4-2-16,-12 4 0 16,-9 0 1-16,9-7-5 0,-16 7 9 15,22 0-10 1,-6-8 10-16,-9 8-17 15,2 0 24-15,4-5-20 16,3 5 12-16,0-8-4 16,-3 8 0-16,-4 0 0 15,-8-4-2-15,21-4 8 0,-16 8-14 16,4 0 17-16,-3 0-15 16,3 0 16-16,-4 0-20 15,4 0 8-15,3 0 2 16,3-3 0-16,6 3 1 15,-16 0-1-15,16 0 4 16,-9 0-17-16,3 0 20 16,0 0-14-1,3 0 5-15,9 0 2 0,-12 0 0 16,0 0 0-16,3 0-12 16,-3 0 12-16,-9 0-4 0,9 0 14 15,-1 0-11 1,-8 0 5-16,3 0-8 15,-10 0-10-15,7 0 7 0,2 0 7 16,-8 0 0-16,2 0 0 16,-8 0 11-16,17 0-18 15,4 3 23-15,-9-3-22 16,3 0 8-16,-4 8-2 16,4-4 0-16,3-4 1 15,-16 0-2-15,-9 0 7 16,12 0-11-16,-5 0 12 0,-1 8-13 15,15-8 12-15,-8 0-8 16,-7 0 2-16,0 0 0 16,10 0-2-16,-16 0 2 15,6 0-8-15,-6 0 16 16,0 0-18-16,0 0-6 16,0 0-10-1,0 0-61-15,0-8-111 0</inkml:trace>
  <inkml:trace contextRef="#ctx0" brushRef="#br0" timeOffset="28975.02">20533 8586 101 0,'0'0'103'0,"0"0"-70"0,0 0 24 0,0 0-43 15,0 0 5-15,0 0 27 0,-6 0 1 16,6 0-4-16,0 0-19 16,0 0 17-16,0 0-25 15,0 0 12-15,0 0-28 16,0 0 24-16,0 0-16 15,0 0-5-15,0 0 0 16,0 0 1-16,0 0-6 16,0 0 6-16,0 0 18 15,6 0-18-15,6 0 24 16,-6 0-12-16,4 0 16 16,2 4-19-16,0 0-3 15,-5-1 7-15,14 6-6 16,-8-1 11-16,-1 0-22 0,10 0 14 15,-4 0-12-15,4 0 12 16,-3 0-12 0,2 1-2-16,-2-1 0 0,9 3 1 15,-16-7 1-15,16 4 0 16,-9 0 19-16,3 0-21 16,-4 4 21-16,4-4-19 15,-4 5 4-15,10-10-6 16,-15 5 1-16,-1-4-6 15,10 1 10-15,-10-2 0 16,10 2 2-16,-10 3-5 0,-5-5-1 16,11 2 8-1,4 3-8-15,-3-1 0 0,8 6 4 16,1-10-3 0,-9 2-4-16,9 3 16 0,6-4-21 15,-9 4 15-15,-4-5-8 16,-2 5 5-16,9 5-6 15,-16-6 2-15,16-2-1 16,-9 3 0-16,9 0 6 16,-10-4 5-16,-2 0-11 15,9 4 8-15,-13-1 1 16,16-2-9-16,-16 3 4 16,23 0-4-16,-8 0 2 15,-14-1-1-15,9 2 3 16,-4-5-2-16,10 4 4 0,-3 0 2 15,3-4-1-15,0 8-6 16,-4-4 10 0,-11-4-10-16,21 4 1 15,-12-4-4-15,3-4-4 0,2 5 2 16,-8-5 8-16,3 0 3 16,-4 3-5-16,4 1 7 15,3 0-4-15,-3 4-4 16,5-4 3-16,4 1-2 15,10 3-4-15,-7-5 8 0,0 1-12 16,-9 0 12 0,-4-4-9-16,-2 4 8 0,3 0-6 15,3 0 2-15,3-4 0 16,6 5-1-16,0-5 3 16,6 0-10-16,-15 0 7 15,9 0-5-15,-15 0-4 16,8 0 7-16,-5 0-4 15,-3 0 6-15,-1 0 6 16,16 0-4-16,7 0 1 16,-1 0 3-16,0 0-7 15,7 0 12-15,-13 0-15 16,6 0 9-16,1 0-10 16,-7 0 4-16,-9 0 1 15,2 0 4-15,-8 0-2 0,9 0 6 16,0 0-6-1,3 0-2-15,-3 0 8 0,18 0-16 16,1 0 5-16,-7-9 2 16,0 1-4-16,-5 0 5 15,-1 0-4-15,-16 5 14 16,-12 3-8-16,16-5 1 16,-9 1 3-16,5 4 0 15,4-4-9-15,3 0 3 16,3-4 0-16,12 5-6 15,-12-6 10-15,-3 1-11 16,2 0 14-16,-8 0-13 16,9 0 9-16,-16 4-3 15,-5 0 0-15,8 0 4 16,-2 0-3-16,-1 0 0 0,3 0-2 16,-2-5 1-16,-1-2-13 15,4 3 19-15,-4-1-11 16,-12 1 10-16,13 5-5 15,-13-1 0-15,6 4 0 16,-6-4 2-16,15 4 6 16,-9-4-9-16,1 0 3 15,-1-5-4-15,16 1 4 16,-22 5-5-16,6-2 1 16,6 5 2-16,-12 0-5 15,0-3 5-15,0 3-5 16,0 0 13-16,0 0-10 0,0 0 10 15,6 0-13-15,-6-4 10 16,0 4-5-16,0 0 0 16,0 0 0-1,7-4-2-15,-7 4 5 0,0 0-6 16,0 0 6 0,0 0-6-16,0-4 3 0,0 4-8 15,0-5 3-15,9-3-4 16,-3 0-6-16,0 1-11 15,0-6-18-15,-6 5-32 0,22 0 63 16,-22 1-22-16,0 2 30 16,6 2 1-16,-6 3 3 15,0-5 1-15,0-3-12 16,0-3-49-16,0-1-75 16,0-1-394-1</inkml:trace>
  <inkml:trace contextRef="#ctx0" brushRef="#br0" timeOffset="41097.61">25419 7592 126 0,'0'0'24'0,"0"0"-10"0,0 0-10 0,0 0 21 15,0 0-18-15,0 0 45 16,0 0-8-16,31-53-2 0,-31 49-3 15,0 4-7 1,0-4-9-16,0 1-9 16,0-2-9-16,0 2-2 0,10-6 12 15,-10-3-6 1,0 5 2-16,6 2-10 0,-6 1 3 16,0 4 6-16,0 0-5 15,0 0 3-15,0 0-4 16,0 0 4-16,0 0-8 15,0 0 21-15,0 0-9 0,0 0 1 16,0 0-2 0,0 0 8-1,0 0 4-15,0 0-15 0,0 0-5 0,6-4-1 16,-6 4 4 0,0 0-3-16,0 0-3 15,0 0 0-15,0 0-5 0,0 0 1 16,0 0 4-16,0 0 1 15,0 0 3-15,0 0 32 16,0 0-26 0,0 0 9-16,0 0-14 0,0 0 2 15,0 0-4-15,0 0 0 16,0 0 9-16,0 0 8 16,0 0 22-16,0 0-21 15,0 0 13-15,0 0-23 0,0 0-11 16,0 0 0-16,0 0-1 15,0 0-2-15,0 0-4 16,0 0 7-16,0-12 5 16,0-1 12-16,19-2-12 15,-10-6 11 1,10-2-14-16,-7 3-4 0,16-4 4 16,-9 4-4-16,8 4 2 15,-20-9 0-15,21 14 0 16,-10-10 6-16,10 1-12 15,0-11 14-15,3-2-12 16,9-11 4-16,7 4-5 16,-7 4-20-16,-12 4 2 15,-9 4 23-15,2 4-9 0,-8 4 7 16,-1-5 4 0,4 6 4-16,-16-1-2 0,18-5-3 15,-12 6 2-15,4-1-6 16,2 4 3-16,7-1-2 15,-10 6-1-15,-3-2 6 16,-6 1-6-16,13 4 7 16,-7-3-1-16,0 2 0 15,-6 1 0-15,16-5-3 16,8 6 0-16,-8-9 0 16,2 3 0-16,-5 2 0 15,-7 7 3-15,10-4-6 16,-16 8-1-16,0 0 3 15,12 0 2-15,-12 0 6 16,0 0 3-16,12-5-10 16,4-3 5-16,2 8-1 0,-5-7 0 15,15 7 5-15,0 0-15 16,-10 0 12-16,23 0-3 16,-7-4 13-16,6 4-12 15,7-8 3-15,-7-4-4 16,13 12 1-16,-7-5 2 15,-6-3-3-15,-6 8-1 16,1 0-4-16,17 0 0 16,-5 0 2-16,-13 0 2 0,19 0-2 15,-7 0 2-15,1 0 4 16,-1-7-7 0,1 3 8-16,15-5-5 15,-22 9 0-15,6 0 9 0,-11 0-1 16,5-3-6-16,-3 3 1 15,3 0-2-15,1-8 4 16,15 8-4-16,-10-8-3 16,13 4 2-16,-6-4-2 15,2-5 1-15,-14 13 0 16,-4 0-1-16,13-8 4 16,-19 8-1-16,15-3 1 15,4-6 2-15,2 6-3 0,14-5-6 16,2-5 5-1,-9 1-2-15,9 9 0 0,-9-2 1 16,-6 5-4-16,2 0 7 16,-2-3-14-16,0 3 20 15,-1-5-14 1,-2-6 7-16,3 11-5 0,0-9 3 16,-13 6-1-1,6 3 0-15,-5 0 2 0,-7 0-7 16,6 0 6-16,7 0-8 15,-1 0 14-15,1 0-8 16,-7 0 3-16,0 0 0 0,-6 0-2 16,-9 0-3-1,3 0 1-15,-9 0-13 0,2 0 14 16,-2 0 1-16,3 0-1 16,-4 0 5-16,4 0-8 15,-10 7 4-15,7-2-1 16,3 11 0-16,-10-1 2 15,22-2 4-15,-6 15 2 16,3-4-9-16,9-4 6 16,1 11-8-16,5-6 8 15,-5-6-4-15,5 6 5 16,-6-5-2-16,1 0 3 16,-1 4-3-16,0-3-1 15,1 7 4-15,5-5-9 0,-6 1 8 16,1-4-5-16,5 1 0 15,-12-1 0-15,-6-4-3 16,-9-4 8-16,-1-1-9 16,-2-3 9-16,-10 1-8 15,7-5 11-15,-7 11-7 16,15-7-1-16,-8 1 0 16,-1 2 1-16,4 2 0 15,-4-5-2-15,-6 4 5 16,1-4-5-16,8 0 8 15,-9-4-14-15,13 4 11 0,-4 4-8 16,-2-5 8 0,5 10-4-16,10-5 0 15,-6-3 0-15,-3-2-3 16,-13-7 6-16,0 4-6 16,-6-4-12-16,0 0 1 15,0 0 0-15,0 0 7 0,0 0-16 16,0 0-34-16,0 8 4 15,0 1-38-15,0-6 39 16,0 9 32-16,0-4 17 16,0 0 6-16,0-3-3 15,0-5 0-15,0 0-32 16,0 0-16-16,0 0-94 16,0 0-225-16</inkml:trace>
  <inkml:trace contextRef="#ctx0" brushRef="#br0" timeOffset="41197.48">30551 7235 314 0,'0'0'205'0,"0"0"-144"0,0 0-17 0,0 0-30 0,0 0-14 0,0 0-306 0</inkml:trace>
  <inkml:trace contextRef="#ctx0" brushRef="#br0" timeOffset="43345.06">25714 7940 366 0,'0'0'7'0,"0"0"31"0,0 0 22 0,0 0-33 15,0 0-11-15,0 0-7 16,31-16 6-16,-31 16 12 0,0 0 30 15,0 0-16-15,0-8 11 16,0 8-24-16,0 0 3 16,0 0-5-16,0 0 5 15,15 0-21-15,-15 0-2 16,0 0 4-16,0 0-11 16,7 0 14-16,-1 0-14 15,6-12 18-15,10 12-16 16,3-8 14-16,9 4-4 0,0-3 7 15,0-1-17 1,6 3 2-16,1-3-4 16,5 4-1-16,7-4 10 0,-7-4-7 15,29 0 19-15,5-8-6 16,-2 0 10-16,18 0-26 16,-3-4 4-16,6 4-1 15,-12 12 3-15,-12-5-10 16,-16 10 13-16,-4-5-14 15,-24 8 10-15,10-4-3 16,11-1-1-16,-11 2 2 16,27-5-3-16,-15-5 3 0,9 1-3 15,-10 1 4 1,-5 3 0-16,-13 3 1 0,12 2-10 16,-21 3-2-16,3 0 5 15,12 0 2-15,-5 0 0 16,11 0 0-16,-6 0 5 15,7 0-10-15,6 0 11 16,-1 0-8-16,10-5 9 16,3 1-10-16,-3 1 3 15,-3 3 0-15,3 0-1 16,-15 0-9-16,-7 0 10 16,7 0 0-16,-7 0 1 15,-9 0 8-15,16 0-13 16,-7 0 9-16,-6-5-5 15,0-3 1-15,-6 8-1 16,-3 0 0-16,3 0 0 16,6 0-6-16,-9 0 12 15,15 0 1-15,0 0-4 0,1 0-1 16,-7 0-1-16,-10 0-1 16,4 0 1-16,0 0 3 15,-3 0-8-15,9 0 13 16,-6 0-11-16,3 0 10 15,3 0-10-15,0 0 4 0,0 0-2 16,7 0 0 0,-16 0 1-16,-4 0-2 15,13 0 3-15,-15 0-6 0,9 0 9 16,-3 0-6-16,3 0 7 16,-1 0-11-1,-8 0 5-15,3 0-10 0,3-8 1 16,-13 0-11-16,10 4 20 15,-10 1 0-15,-12 3-10 16,16 0 24-16,-16 0-14 16,0 0 1-16,0-5-2 15,6 2-2-15,6-10-3 16,-6-7-27-16,-6-8-75 0,0 0-179 16</inkml:trace>
  <inkml:trace contextRef="#ctx0" brushRef="#br0" timeOffset="45047.58">25326 8699 301 0,'0'0'39'0,"0"0"32"0,0 0 34 0,0 0-43 0,0 0-27 16,0 0 8-16,0 0-9 0,0 0 44 16,0 0-39-16,0 0-9 15,25 0 0-15,22 0-9 16,-1 0 5-16,1 0-15 15,-7 0 13-15,7 0-16 16,8 0 14-16,-8 0-2 16,-1 0 0-16,13 0-2 15,3 0-2-15,-3 0-1 16,22 0-6-16,6-5 7 16,-7 1-8-1,7 0 3-15,-6 0 0 0,-10 4-12 16,-3-4 5-16,-9 0-3 0,-9 1 1 15,-4-2-2 1,7-3 2-16,-7 4-1 0,7 0 14 16,0-4-12-16,3 4 9 15,3 1-9-15,15-2 1 16,-9 5-4-16,3 0 0 16,-3 0 0-16,-15 0 3 15,9 0-6-15,-19 0 12 16,1 0-9-16,-1-4 4 15,6 0-8-15,7 0 4 16,0 0 0-16,3 0 0 16,-4-4 2-16,1 3-6 0,6 2 10 15,3 3-13-15,-15 0 14 16,27 0-10-16,-15 0 3 16,0 0 0-16,3 0 3 15,-10 0-2-15,1 0-2 16,-6 0 4-16,9 0-8 15,9 0 13-15,-3 0-15 16,3 0 15-16,-3 0-11 16,-3 0 3-16,9 0-3 15,-15 0-10-15,-1 0 13 16,-5 0-2-16,-7 0 6 16,0 0-5-16,-5 0 9 15,-11 0-16-15,17 0 4 0,-13 0 3 16,-10 0 2-1,4 0 1-15,6 0 11 0,3 0-12 16,9 0-1 0,-6 0 7-16,13 0-12 0,-19-4 20 15,6 0-25-15,-16 4 10 16,-5-4-4-16,2 4-1 16,-2-4 5-16,-7 4-1 15,0 0 6-15,-6 0-5 16,0-4 5-16,22-4-10 15,-10 0-7-15,7-12-21 16,-4 0-34-16,-15-4-80 16,0 0-213-16</inkml:trace>
  <inkml:trace contextRef="#ctx0" brushRef="#br0" timeOffset="47693.38">25131 8887 238 0,'0'0'17'0,"0"0"48"0,0 0 24 0,0 0-48 0,0 0-8 16,0 0 3-16,0 0-6 15,-12-8 1-15,12 8 9 16,0 0-4 0,0 0 23-16,0 0-16 0,-16 0 17 15,16 0-36-15,0 0-10 16,0 0-4-16,0 0-8 16,0 0 10-16,0 0-11 15,0 0 15-15,0 0-14 0,0 0 18 16,0 0-7-1,0 0 9-15,0 0-17 0,0 0 3 16,0 0-1-16,0 0-7 16,0 0 0-16,0 0 1 15,0 0-5-15,0 0 8 16,0 8 4-16,16 4-3 16,8 0-5-16,-2 3 0 15,12 6 5-15,7 3-2 16,-10 0 3-16,15 0-3 15,-12 0 0-15,13 0-1 16,-13 1-1-16,0-6-1 0,-9-2 4 16,3-1-3-1,0-1-2-15,-10 1 4 0,10 9-6 16,-9-6 11-16,9 9-15 16,12 0 9-16,-15-7-2 15,3-1 2-15,-1 0-2 16,-2-9 0-16,9 10 2 15,0-9-7-15,7 8 13 16,-16 1-16-16,2-2 16 16,-8-7-11-16,-3 1 5 15,2-6-2-15,-2-7 0 16,-16 0-14-16,12 0-1 16,-12 0 0-16,0 0 10 0,0 0 10 15,0 0 1-15,13 0-4 16,-13 0 3-1,6 0 9-15,3 0-11 0,-3 0-3 16,7 0 3-16,-1 0-10 16,4 0 16-16,-4 0-9 15,0 0 1 1,10 0 12-16,3 0-10 0,9 0 2 16,19 0 1-16,2 0-5 15,11 0 9-15,2 0-7 16,-9 0-4-16,3 0 10 15,-3 0-8-15,0 0-1 0,-4 0-3 16,-8 0-6 0,6 4 9-16,-1-4 9 0,1 0-6 15,15 0 0-15,-9 0 1 16,9 0 1-16,-3 0-4 16,-3 0-2-1,-3 0 1-15,-6 0 0 0,3 9-6 16,3-1 13-16,-13-5-14 15,16 5 17-15,-15-4-14 16,-1-4 11-16,1 0-11 16,-7 8 7-16,25-8-3 15,-9 0 0-15,3 8 2 16,15-3-9-16,7 3 14 16,-3-5-15-16,2 6 14 15,7-6-11-15,0-3 7 0,-7 0-3 16,-5 0 2-16,-7 0 1 15,-15 0-2-15,0 0 0 16,-1 0-2-16,-5 0 10 16,15 0-16-16,-10 8 3 15,1-3-2-15,9 3 3 16,-15-5 4-16,5 6 0 16,-5-1 2-16,-7-5-4 15,1 2 4-15,-7-2-2 16,0-3 10-16,-9 0-18 15,-4 0 11-15,-2 0-6 16,-13 0 1-16,22 0-3 16,-16 0 0-16,1-16 5 15,8 1 13-15,-8-6-9 16,9 9 4-16,-10-4-4 16,0 0-7-16,16 1 6 0,-9-10-3 15,9 1 2-15,0-7 2 16,-3 6-8-16,2-7 8 15,1 4-5-15,-9 4 3 16,9 0-3-16,-3-4 2 16,3-5 1-16,6 6-2 15,-3-6-1-15,3 2 1 16,6-5 0-16,0 0-1 16,-5 3 7-16,-1 5-8 15,-10 0 6-15,4 4-8 0,6-1 2 16,7-6 1-16,11-5 1 15,7-5-8-15,-3 5 5 16,-9 5 3-16,-23 10-2 16,-8 14 6-16,-10 2-7 15,0 5 4-15,-6 0-2 16,0 0-8-16,0 0 1 16,0-3 3-16,0-5-13 15,7-1 12-15,-1 1-3 16,0 0 4-16,0 5 10 15,-6 3-10-15,10 0 5 16,-10 0 0-16,0 0-5 16,0 0 5-16,0-17-61 15,0-7-172-15</inkml:trace>
  <inkml:trace contextRef="#ctx0" brushRef="#br0" timeOffset="100464.4">21816 6400 224 0,'0'0'104'0,"0"0"-46"0,0 0 10 0,0 0-48 0,0 0 2 0,0 0 37 0,0 0-4 15,0 0-4-15,-15 0 45 0,15 0-39 16,0 0-11-16,0 0-28 16,0 0 7-16,0 0-15 0,0 0 30 15,0 0-13 1,0 0-9-16,0-12 11 0,0-24-28 16,0-5 21-1,0-10-20-15,0-14 5 16,0 1-1-16,34-8-4 15,-12 8-2-15,3 8 0 0,-10 8-1 16,-3 11 2-16,-12 14-5 16,0 7 8-16,0 16-5 15,0 0 8-15,0 0-14 16,13 0-8-16,-7 0-4 16,16 20-11-16,12 20 29 15,-3 3-1-15,9 2 4 16,-6-1-2-16,-6 16 0 15,-9-7-11-15,-13 2-24 16,-6-6 18-16,0-5-8 16,0-8 6-16,0-16-4 0,0-8-70 15,0-4-28-15,-12-8-29 16,-7 0-43-16</inkml:trace>
  <inkml:trace contextRef="#ctx0" brushRef="#br0" timeOffset="100913.93">21875 6211 314 0,'0'0'101'0,"0"0"28"0,0 0-27 0,0 0-15 0,0 0-45 0,0 0-10 0,127 17 17 15,-105-17-17 1,-3 0 20-16,2 0-31 0,4 0-7 16,3 0-12-16,6 0-4 15,7 0-15-15,-17 0-37 16,10 0-11-16,-15 0-96 15,-3 0-60-15</inkml:trace>
  <inkml:trace contextRef="#ctx0" brushRef="#br0" timeOffset="101728.68">22570 6360 237 0,'0'0'114'0,"0"0"3"0,0 0-28 0,0 0-13 0,0 0-20 0,0 0 21 0,0 0-35 0,0 0 3 16,0 0-21-16,0 0-1 0,0 0-6 16,0-4 11-16,0-24-28 15,0-16-2-15,0-4-4 16,0-8 12-16,0 4-6 16,0-1 5-16,15 6-10 15,-15 3-14-15,13-9-5 16,5 1-22-16,16 8-114 15,-12 11 59-15,-16 13 16 16,-6 20 51-16,0 0 14 16,0 0 16-16,0 33 4 15,-28 6 24-15,-6 6-14 16,3 7-10-16,-15 4-9 16,-1-4-64-16,7-11-247 15</inkml:trace>
  <inkml:trace contextRef="#ctx0" brushRef="#br0" timeOffset="103044.69">21708 7828 102 0,'0'0'333'0,"0"0"-265"0,0 0 23 0,0 0-39 0,0 0-24 0,0 0 2 0,0 0 15 0,0 0-18 16,0 0 31-16,0 0-13 16,0 0 24-16,0-20-38 15,0 0 4-15,0-16-29 16,0-5-3-1,0-11 3-15,0 1-6 0,15-6 7 16,-2 1-1-16,5 4-12 16,4-1 8-16,-3 9-5 15,-13 5 4-15,22 3-2 16,-7 11-8-16,-14 1 6 16,5 9-8-16,-12 15 9 0,6 0-1 15,-6 0-37 1,7 0 23-16,-1 0-33 0,9 20 40 15,-9-1-11-15,7 6 11 16,-13 6-17-16,0 2-3 16,0 7 23-16,0 3 14 15,0 2 2-15,0 3-9 16,0-3-13-16,0-6-40 16,6-6-17-16,-6-5 22 15,0-12-28-15,0-5 9 16,0-2 7-16,0-1 59 15,0-5-5-15,0 2-38 16,0-2-329-16</inkml:trace>
  <inkml:trace contextRef="#ctx0" brushRef="#br0" timeOffset="103395.4">21655 7567 322 0,'0'0'121'0,"0"0"-34"0,0 0 16 0,0 0-5 0,0 0-34 0,0 0-14 15,195 0-30-15,-163 0 12 16,-5 0-20-16,-8 0 2 16,15 0-14-16,-12 0-10 15,3 0-15-15,-10-8-40 16,-9 0-102-16,-6-4-129 15</inkml:trace>
  <inkml:trace contextRef="#ctx0" brushRef="#br0" timeOffset="104130.48">22344 7258 174 0,'0'0'223'0,"0"0"-169"0,0 0-11 0,0 0-13 0,0 0 3 16,0 0-18-1,114-12 11-15,-89 12-10 0,-3 0-10 16,-4 0-12-16,-18 5 1 16,0 23 5-16,0 8-18 0,0 8-11 15,0 0-4 1,-18 0 19-16,-10 1 14 0,9-6 13 16,4-6 46-1,15-10-26-15,0-7-11 0,0-4-18 16,0-7 4-16,0-2-5 15,34-3 7 1,12 0 5-16,10 0 14 0,-3-28 14 16,-7 12-14-16,-5-4-4 15,-7 12-25-15,-16 0-8 16,-5 0-38-16,9 4-31 16,-22 4-22-16,0 0-62 15,0 0-211-15</inkml:trace>
  <inkml:trace contextRef="#ctx0" brushRef="#br0" timeOffset="105375.34">21776 8671 69 0,'0'0'338'0,"0"0"-328"0,0 0 44 0,0 0-29 0,0 0-24 16,0 0 1-16,0 7 3 15,0-7 7-15,0 0 15 16,0 0 30-16,0 4-30 15,0-4-4-15,0 4-19 16,0 4 16-16,0-3-6 16,0-2 12-16,0 10 9 0,6-10-10 15,-6 9 1-15,0-4-13 16,0 0-1-16,0 0-11 16,0 1 24-16,0-1-18 15,0 3-3-15,0 2-3 16,0-6 3-16,0-2-4 15,0-5 3-15,0 0-11 16,0 0 21-16,0 0-17 16,0 0 9-16,0 0 10 15,0 0-8-15,0 0 0 16,0 0-6-16,0 0 0 16,6 0 37-16,-6-25-9 15,0-11-7-15,7-16-10 16,-1-4-15-16,16 8 3 15,5-4-3-15,-2 3 2 0,3 2-13 16,-3-1-9-16,9 15 13 16,-12 9 9-16,-4 16 1 15,-11 8-4-15,-1 0 1 16,-6 0 2-16,0 0-22 16,9 21 23-16,-9 2-5 15,6-2-2-15,1 2-10 16,-1 5-15-16,-6 1 30 15,0 7-4-15,0 8 4 16,0 4-14-16,0 4 14 16,0-4-71-16,0-4-32 0,0-11 15 15,0-10-5 1,0-7-33-16,0-3 68 16,0-6 47-16,0 1 7 0,0 0-1 15,0-3-91-15</inkml:trace>
  <inkml:trace contextRef="#ctx0" brushRef="#br0" timeOffset="105724.6">21683 8718 298 0,'0'0'171'0,"0"0"-21"0,0 0-24 16,0 0-31-16,0 0-61 15,0 0-3-15,0 0-7 0,19-3 6 16,2 3-23-16,-2 0 13 16,3-5-16-1,-4 2-3-15,1-2-1 16,3-3-27-16,-4 4-14 0,-2-4-66 16,-16 4-167-16</inkml:trace>
  <inkml:trace contextRef="#ctx0" brushRef="#br0" timeOffset="106625.74">22344 8425 270 0,'0'0'227'0,"0"0"-131"0,0 0 8 0,0 0-28 0,0 0-40 16,0 0-23-16,-7-16 7 15,7 8-14 1,0 4 18-16,0 1-3 0,0 3 3 16,7 0-18-16,-1 0-5 15,15 0-2-15,-2 0-9 16,3 3 10-16,-4 9-4 15,-5 4 0-15,8 9-15 16,-14-1 13-16,-1 4-3 0,0-5 9 16,-6-6 5-1,9-1-4-15,10-8-1 0,-7 0-25 16,10-4 0 0,12 4 6-16,-15 3 18 0,-1-2 2 15,-2 3 0-15,-4 8 1 16,-6 0-2-16,-6 4 14 15,0 1-9-15,0 3 6 16,0 0 1-16,0-1 14 16,-40 1-20-16,0-3 2 15,0-5-4-15,2-9-2 16,4-6-2-16,0-2 0 16,6 5-28-16,-12 1-108 15,9 3-127-15</inkml:trace>
  <inkml:trace contextRef="#ctx0" brushRef="#br0" timeOffset="110720.53">27692 5715 334 0,'0'0'94'0,"0"0"-48"0,0 0 1 0,0 0-2 0,0 0-5 0,0 0 20 16,0 0-21-16,-15 3 36 16,15-3-15-16,0 0 6 15,0 0-6-15,0 0-27 16,0 0 4-16,0 0-24 16,0 17 3-16,0-1-14 0,-7 7 12 15,7 13-3 1,0 0-9-16,0 9-2 0,0 3 0 15,0-3 0-15,0-1 13 16,0-8-26-16,0 0 5 16,0-8 4-16,-6-9-41 15,0 1-36-15,0-12-23 16,-16-8-117-16,10 0-337 16</inkml:trace>
  <inkml:trace contextRef="#ctx0" brushRef="#br0" timeOffset="111453.22">27543 5815 433 0,'0'0'78'0,"0"0"31"0,0 0-51 0,0 0 3 15,0 0-31 1,0 0 12-16,0-16-18 0,16-4 16 15,9-1 8-15,9 6-9 16,0 2-22-16,6 1-15 16,7 9-4-1,-1 3-5-15,-5 0 2 0,-7 0-29 16,-10 0 7-16,-11 0-2 16,-4 12 14-16,-3 4 12 15,-6 4-17-15,0-4 11 16,0 4-8-16,0-4 11 15,0-4 8-15,0-4-4 16,0-8-31-16,0 8-30 16,19-5 11-16,15 5 34 15,-6-3 17-15,-3 11 2 0,-4-4 1 16,-14 12 1-16,-7 4 3 16,0-4-2-1,0 8 4-15,-22 1 24 0,-43 6-17 16,-16 2-6-1,-12-2 2-15,6-6 11 0,7-13-13 16,21-9-9-16,9-6-1 16,4-5-32-16,15 0-56 15,3 0-49-15,0 0-170 16</inkml:trace>
  <inkml:trace contextRef="#ctx0" brushRef="#br0" timeOffset="112154.01">28412 6100 181 0,'0'0'129'0,"0"0"3"0,0 0-65 0,0 0 4 0,0 0-9 0,0 0 6 16,-72 23 2-16,72-23-23 16,-6 0 6-16,6 0-17 15,-9 0 17-15,3 0-17 16,6 0 4-16,0 0-11 16,-13 0-6-16,13 0 2 15,-6-15-16-15,0-9-4 16,6-9 2-16,0-15-14 15,0-4 11-15,0-8-14 16,0 4 10-16,0 0-11 0,0 12-7 16,0 16 8-1,0 12 7-15,0 11 6 16,0 5 3-16,0 0-4 0,0 0-4 16,-6 0 0-16,-16 0-5 15,9 16 7-15,-8 12-47 16,14 5-37-16,-20 14-37 15,-20 2-102-15</inkml:trace>
  <inkml:trace contextRef="#ctx0" brushRef="#br0" timeOffset="112904.53">27438 7066 498 0,'0'0'99'0,"0"0"-35"0,0 0-5 0,0 0-21 0,0 0 6 0,0 0-1 16,-6 108-8-16,6-75-2 0,0-2 28 15,0-11-39 1,0 12 10-16,0-4-32 0,0-3 8 16,0-9-3-16,0-4-10 15,0-8-45-15,0-4-68 16,0 0-111-16,0 0-81 15</inkml:trace>
  <inkml:trace contextRef="#ctx0" brushRef="#br0" timeOffset="113121.47">27438 7066 94 0</inkml:trace>
  <inkml:trace contextRef="#ctx0" brushRef="#br0" timeOffset="113420.08">27438 7066 94 0,'-214'-32'438'0,"214"32"-393"0,34 0 24 15,25 0 90-15,0-4-129 16,-13-1-16-16,10 5-13 0,-9 0 0 16,-13 0-1-16,-16 0-8 15,-5 0 0-15,-13 9-14 16,0 18 22 0,0 2 1-16,0-1 26 15,0-4-27-15,0-3-4 0,0-10-9 16,0 5-25-16,0-12-22 15,0-4 0-15,15 0 50 16,4 8 4-16,9-8 6 16,-3 5 0-16,3-5 9 15,-16 0-8-15,3 8-1 16,-15-8 0-16,0 12-12 16,0 7 12-16,-21 14 28 15,-32-2 17-15,-15 10-45 16,-3-5 14-16,-10 4-14 0,25-8-5 15,3-4-57 1,29-8-14-16,2-20-64 0,22 0-162 16</inkml:trace>
  <inkml:trace contextRef="#ctx0" brushRef="#br0" timeOffset="114034.33">27937 7078 316 0,'0'0'99'0,"0"0"-15"0,0 0-12 0,0 0-59 16,0 0-11-16,0 0 9 0,22-12-11 15,31 0 0-15,-7 4 1 16,-6 8 3-16,-12 0-8 16,-15 0 3-16,-13 20-17 15,0 20 18-15,-13 4 0 16,-21 0 10-16,-6-3-9 15,6-5 8-15,9-8-8 16,19-12-2-16,6 0 1 16,0-9-1-16,0-2-8 15,0-5-3-15,37 0 12 16,19 0 2-16,15-20-1 0,3-4 6 16,1-4-14-1,-10 8-1-15,3 7-3 0,-15 2-6 16,-7 11-33-16,-30 0-64 15,3 0-95-15</inkml:trace>
  <inkml:trace contextRef="#ctx0" brushRef="#br0" timeOffset="114717.07">27357 8209 441 0,'0'0'101'0,"0"0"-27"0,0 0-4 0,0 0-9 0,0 0 13 16,0 0-18-16,0-5-24 15,0 5 6-15,0 9-10 16,0 15 24-16,0 0-36 15,7 0-1-15,-1 5-7 0,-6 2-11 16,0 2 3 0,0-2-15-16,0-2-19 15,0-6-39-15,0-6-22 0,0-9-65 16,0-8-25-16,0 0-310 16</inkml:trace>
  <inkml:trace contextRef="#ctx0" brushRef="#br0" timeOffset="114936.81">27357 8209 367 0</inkml:trace>
  <inkml:trace contextRef="#ctx0" brushRef="#br0" timeOffset="115234.06">27357 8209 367 0,'-242'-85'212'0,"277"70"-132"0,11-1 10 0,16-1-25 16,9 1-57-16,-24 8-3 15,-19 8-4-15,-16 0 17 16,4 0-10-16,-10 5 14 0,-6 19-19 15,0 4 32-15,0 8-31 16,0 0-4-16,0-4-48 16,0 0 26-16,0-7-23 15,0-10-21-15,0-7 26 16,0-4 6-16,0-4 14 16,12 0 13-16,16 0 7 15,-3 0 6-15,-9 0 6 16,-16 0-6-16,0 0 11 15,0 0 41 1,0 17-41-16,0-2 13 0,0 14-4 16,-35-1-17-16,1 8 1 15,0 0-9-15,0-8-2 16,9-4-1-16,13-12-32 16,-4-9-111-16,16-3-143 15</inkml:trace>
  <inkml:trace contextRef="#ctx0" brushRef="#br0" timeOffset="115916.1">28033 7952 20 0,'0'0'497'0,"0"0"-416"0,0 0 37 0,0 0-57 0,-9-8-55 0,31-12-12 0,18 0 12 0,0 12-14 0,1 4 16 15,-23 4-11-15,4 0 6 16,-16 0 12-16,-6 0-15 16,0 24 4-16,0 20 12 15,0 0-8-15,-28-3 2 16,-6-1-9-16,9-8-2 15,10-9-24-15,9-6 5 16,6-9-34-16,0 0 16 16,0-8-28-16,0 0 17 0,15 0 42 15,-9 3 7-15,7 2 14 16,-13-1 13-16,0 8 15 16,0 0-24-16,0 12 30 15,0 4-17 1,-34 8-23-16,-7 0-8 0,1-4-53 15,3-8-18-15,3-4-48 16,0-7-129-16</inkml:trace>
  <inkml:trace contextRef="#ctx0" brushRef="#br0" timeOffset="116582.65">27463 9203 441 0,'0'0'128'0,"0"0"-38"0,0 0 36 0,0 0-54 16,0 0-21-16,0 0-8 15,34 49-18-15,-34-18-8 16,0 2-16-16,0 7 9 0,0-4-10 15,0-7-33 1,0-10-14-16,0-7 4 0,0-12-47 16,-6 0-41-1,-1 0-21-15,1 0-185 0</inkml:trace>
  <inkml:trace contextRef="#ctx0" brushRef="#br0" timeOffset="116795.36">27463 9203 419 0</inkml:trace>
  <inkml:trace contextRef="#ctx0" brushRef="#br0" timeOffset="117149.79">27463 9203 419 0,'-205'-116'165'0,"205"112"-121"16,0-8 14-16,12 0 5 16,23-4 3-16,5 1-25 15,-3 6-12-15,3 1-9 16,10 0 16-16,-13 8-32 15,-3 0 4-15,-6 0-8 0,-15 0-6 16,-1 20-19 0,-12 4 25-16,0 8-2 0,0 0 5 15,0-4 11-15,0-3-12 16,0-9 2 0,0-13-4-16,0 2-14 0,0-5-32 15,9 0-1-15,16 0 37 16,9 0 10-16,0 0 11 15,-9 0-7-15,3 0 7 16,-16 0-9-16,-2 0 9 16,-10 0-10-16,0 4 21 15,0 7-12-15,0 22 8 16,-22 14 7-16,-37 6-22 16,-9 3-3-16,3-8-60 15,3-16-15-15,22-8-50 16,5-16 46-16,23-8-59 0,12 0-95 15</inkml:trace>
  <inkml:trace contextRef="#ctx0" brushRef="#br0" timeOffset="117833.25">28185 8879 236 0,'0'0'267'0,"0"0"-261"0,0 0 21 0,0 0-11 0,0 0-10 16,-173 136 1-16,148-120-4 15,3-4 18-15,10 1 51 0,5-5 27 16,7 3-41-16,0 1-27 16,0-7-31-16,0 3 0 15,0-8-21-15,25 0 16 16,9 0-4-16,0 0 9 16,1 0 9-16,2 0-5 15,-3 0-3-15,6 0 10 16,-6 0-15-16,-6 0 8 15,-9 0-8-15,-13-13-24 16,0-3 10-16,4 4-9 16,-4 0-1-16,0 4 17 15,0 4-13-15,-6 0 8 0,0 4 16 16,0 0 1-16,0 0 0 16,0 0 17-1,0 8 13-15,0 17 24 0,0 3-29 16,0-1-19-16,0 10 5 15,0 2-1-15,0 2 12 16,-12-9-17-16,-4-4 27 16,16-8-33-16,0 0-14 15,0-16-38-15,0-4-74 16,0 0-208-16</inkml:trace>
  <inkml:trace contextRef="#ctx0" brushRef="#br0" timeOffset="214495.5">23395 12901 402 0</inkml:trace>
  <inkml:trace contextRef="#ctx0" brushRef="#br0" timeOffset="-166698.95">30337 11818 55 0</inkml:trace>
  <inkml:trace contextRef="#ctx0" brushRef="#br0" timeOffset="-164272.35">32377 11751 132 0,'100'-53'184'16,"-48"37"-184"-16,4-12-4 16,-3 0-181-16</inkml:trace>
  <inkml:trace contextRef="#ctx0" brushRef="#br0" timeOffset="-132193.4">20979 12400 187 0,'0'0'136'0,"0"0"-96"0,0 0 53 0,0 0-41 15,0 0-28-15,0 0 3 0,0 0 8 16,-6 0-26-16,6 0 23 16,0 0 2-16,0 0 3 15,0 0 11-15,0 0-2 16,-6 0-2-16,6 0-26 16,0 0 18-16,0 0-28 15,0 0 13-15,0 0-16 16,0 0-4-16,0 0 13 0,0 0-5 15,0 0 23 1,0 0-19-16,0 0 21 0,0 0-31 16,0 0 12-16,0 0-13 15,0 0-2-15,0 0 0 16,0 0-1-16,0 0 0 16,0 0 1-16,0 0-3 15,0 0 7-15,0 0-3 16,0 0-1-16,0 0-1 15,0 0-2-15,0 0 3 16,6 0 4-16,0 0 5 0,10 0-6 16,2 0-1-1,10 0 13-15,-9 0-14 16,21 0 0-16,-6 0-1 16,0 8-1-16,-3-4-1 0,10-4 4 15,-7 9-4 1,-6-6 10-16,12 1-12 0,-6 4 14 15,-9-4-19-15,9-4 18 16,-6 12-13-16,9-12 4 16,3 5 0-16,1 2 1 15,-7-7 4-15,12 12-9 16,-5-8 10-16,-7 4-10 16,0-8 6-16,-3 13-4 15,3-10 0-15,0-3 2 0,0 8-2 16,-9-8 2-1,15 4-5-15,-6-4 10 0,-6 5-3 16,-3-2 3 0,9 2-3-16,-6-5 4 0,-3 0-8 15,3 0 2-15,0 0 0 16,-3 0-2-16,9 0 1 16,0 0-6-16,0 0 14 15,-9 8-11-15,3-8 11 16,6 3-11-16,12-3 6 15,7 0-2-15,0 0 0 16,-1 0 0-16,23 0-8 16,-7 0 12-16,-9-3-9 0,-6-5 10 15,-13 8-6-15,16-5 9 16,-4 5-11-16,-5 0 3 16,-1-3 0-16,7 3 0 15,-6 0 4 1,-7-5-8-16,-6 1 15 0,6-4-17 15,-5 5 11-15,11-2-7 16,1 5 2-16,-1-8-3 16,1 8 3-16,5-8 0 15,-5 8-2-15,2-4 11 16,-18 4-18-16,4-4 21 16,-8 4-17-16,4-8 11 15,4 8-12-15,-1-7 6 16,0-2-2-16,6 1-1 0,0 0 3 15,1-3 5-15,-1 2 0 16,0-3-7-16,-9 8 11 16,3-1-13-16,-12 2 7 15,-3-2-3-15,-13 5 2 16,-6-7-1-16,0 7-2 16,12 0 5-16,-12 0-6 15,0 0 6-15,0 0 1 16,0 0 1-16,0 0-9 15,0 0 3-15,0 0-13 16,0-4-39-16,0-8-140 16,-24 4-676-16</inkml:trace>
  <inkml:trace contextRef="#ctx0" brushRef="#br0" timeOffset="-130717.72">21302 13680 230 0,'0'0'22'0,"0"0"-18"16,0 0 41-16,0 0-15 0,0 0 20 0,0 0 32 0,0 3-62 16,0-3 4-16,0 0-7 15,0 0 29-15,0 0-19 16,0 0 15-16,0 0-22 15,0 0 11-15,0 0-17 16,0 0 1-16,0 0 24 16,0 0 9-16,0 0-11 15,0 0-14 1,0 0 1-16,0 0-16 0,0 0 4 16,12-19 0-16,-6-18 11 0,10-3 4 15,2-4-10-15,16-9-8 16,1-3-4-16,5-7-3 15,-3-1 4-15,3 0-12 16,7-1-8-16,3 5 2 16,-19 11-17-16,9 13 14 15,-18 13-1-15,-10 15 9 16,-12 8-1-16,6 0 13 0,-6 0-15 16,0 0-11-16,6 12 18 15,-6 24 3 1,10 0-9-16,-4-4 6 0,0 12-21 15,6-8 17 1,1-4 7-16,2 17-5 0,-8-10-3 16,-1 5 3-16,-6 4 2 15,0-4-2-15,0 0-17 16,0 5-62-16,0-9 23 16,0-8 1-16,0-7 16 15,0-10-19-15,0-10 17 16,-6-2-16-16,6-3-34 15,0 0-169-15</inkml:trace>
  <inkml:trace contextRef="#ctx0" brushRef="#br0" timeOffset="-130135.13">21454 13467 224 0,'0'0'212'0,"0"0"-178"0,0 0 54 0,0 0-26 0,0 0-30 0,0 0 10 16,0 0 1-16,0 0 37 15,0 0-25-15,0 0-5 0,0 0-17 16,0 0-8-16,0 0-21 16,0 0 0-1,9 0 11-15,37 0-2 0,-15 0 7 16,10 0-19-16,-7 0 12 15,0 0-11-15,0 0-2 16,-9-8-10-16,-3 8 1 16,2-5-2-16,-2 5-7 15,-16-3 10-15,7-1-44 16,-7-9 13-16,9 10-80 16,-2-2-35-16,-13 5-188 0</inkml:trace>
  <inkml:trace contextRef="#ctx0" brushRef="#br0" timeOffset="-129434.52">22095 13395 349 0,'0'0'110'15,"0"0"-47"-15,0 0 13 0,0 0-6 0,0 0-24 16,0 0 45-16,0 0-43 15,0 0-8-15,0 0-5 16,16 0 7-16,-10 0-25 16,19 0-8-16,3 12 6 15,25-4-9-15,2-5 7 0,11-3-8 16,2 0-5-16,12 0 3 16,-15 0-2-16,-6 0 8 15,-9 0-9-15,-4 0 0 16,-15 0 9-16,10 0-20 15,-7 0-2 1,6 0-7-16,-12 0-71 0,-9-8-23 16,-13-12-74-16,-6-3-111 15</inkml:trace>
  <inkml:trace contextRef="#ctx0" brushRef="#br0" timeOffset="-128819.3">22806 13318 307 0,'0'0'63'0,"0"0"-56"0,0 0 16 0,0 0 28 0,0 0-34 0,0 0-9 0,334 0-6 0,-303 0 5 16,-3 0-3 0,-15 0 21-16,2 0-1 0,-15 13-18 15,0 2 1 1,0 13 4-16,0 8 14 0,-34 5-25 16,-19-2 17-16,-9 5-15 15,10-3 20-15,5-5 5 16,13-8 10-16,0-16-37 15,34-4-2-15,0-8-32 0,0 0-128 16,0 0-277-16</inkml:trace>
  <inkml:trace contextRef="#ctx0" brushRef="#br0" timeOffset="-127952.2">23627 13166 239 0,'0'0'115'0,"0"0"-60"0,0 0 17 0,0 0-37 0,0 0 29 15,0 0 1-15,0 88-2 16,0-63 9-16,0 3-20 16,6-4-22-16,7 4-27 15,-4 0 16-15,-9 0-10 16,12 0-1-16,-5 0-4 15,-7-4 0-15,0-4 4 16,0-4-8-16,0-4 3 0,0-8 13 16,0 0-5-1,0-4-9-15,0 0 8 16,0 0-10-16,0 0 0 0,0 0-4 16,0 0 4-1,0 0 2-15,0 0-2 16,0 0-16-16,0 0-60 0,0 0-53 15,0-20 2-15,0-4-275 16</inkml:trace>
  <inkml:trace contextRef="#ctx0" brushRef="#br0" timeOffset="-127188.91">23494 13190 333 0,'0'0'99'0,"0"0"-50"0,0 0 21 0,0 0-69 0,0 0 5 0,0 0 49 0,0 0-14 16,12 0 10-1,16-8-25-15,-3-8 5 0,9-9-20 16,13 10 1-16,-13 3-12 15,0 0 4-15,-16 12-10 16,-11 0 20 0,14 0-16-16,-8 8 4 0,-7 12 28 15,3 4-20-15,-3 4-8 16,-6 12 1-16,0-8 3 16,0 4 13-16,0-8-17 15,0-3 3-15,0-9-1 16,0-13-8-16,0-3-26 15,19 0-17-15,15 0 12 16,19-8 28-16,9-8 3 16,-9-4 8-16,-13 12-1 0,-6 8 1 15,-9 0-1 1,-10 0 4-16,-15 16-3 0,0 20 10 16,0 12 26-16,-21 9-10 15,-32-1-25-15,-9 0 15 16,-3-16-19-1,24-12 26-15,1-16-18 0,34-7-9 16,-10-2 0 0,10-3-55-16,6 0-124 0,0 0-145 15</inkml:trace>
  <inkml:trace contextRef="#ctx0" brushRef="#br0" timeOffset="-120259.5">25714 12344 237 0,'0'0'108'0,"0"0"-33"0,0 0-14 0,0 0-30 0,0 0 0 15,0 0-3-15,0 0 26 0,0-12-2 16,0 12 18-16,0 0 1 16,0 0-26-16,0 0-17 15,0 0-22-15,0 0 4 16,0 0-8-16,0 0-1 16,0 0 4-16,0 0 6 15,0 0-3-15,0 0 13 16,0 0-8-16,0 0-12 15,0 0 0-15,0 0 5 16,-9 0-6-16,2 0 2 16,-5 0 9-16,-10 0-6 0,16 0 0 15,-12 0-1-15,5 4 4 16,-9-4-8-16,10 8 0 16,-3-5 4-16,2-3-2 15,1 5 7-15,6-2 2 16,-10-3 1-16,10 5-10 15,-13-5 4-15,19 0-6 16,0 0 0-16,0 0 10 16,0 4-9-16,0-4 4 15,0 0-5-15,0 0-1 16,0 0-15-16,0 0 14 16,0 4-11-16,0 0 13 0,19 0-18 15,15-4 18 1,0 7-1-16,6-7 1 0,-9 0 0 15,19 0 0-15,3 0 21 16,-1 0-18-16,7 0 19 16,3 0-20-16,3 0 13 15,10 0-2-15,-1 0 1 16,-9 13-14-16,10-9 7 16,-7 8-7-1,-3-3 3-15,-3-6 0 0,-9 1-3 16,12 0 0-16,-3 0 0 15,3-4 0-15,9 0 0 0,1 0 3 16,12 4-3 0,0-4 2-16,-7 17 0 0,1-10 4 15,-16 1-7 1,16 0 1-16,-23-8 0 0,4 0 1 16,-3 8-1-16,3-8-2 15,-3 0 2 1,16 0 8-16,-16 0-7 15,9 0 10-15,-15 0-1 0,-1 0-14 16,-5 0 7-16,-7 0-3 16,0 0 5-16,1 0-1 15,5 0-7-15,1 0 6 16,9 0 5-16,-10 0-1 16,-15 0-3-1,3 0 0-15,-12 0-3 0,-16 0 1 16,-6 0-1-16,0 0 2 0,0 0 2 15,0 0-10 1,0 0 2-16,6 0-3 0,-6 0 2 16,0 0 2-16,0 0-6 15,0 0 7-15,0 0-11 16,0 0-21-16,0 0-30 16,13 0-128-16,-13-8-132 15</inkml:trace>
  <inkml:trace contextRef="#ctx0" brushRef="#br0" timeOffset="-117077.34">25571 13226 73 0,'0'0'56'0,"0"0"33"0,0 0 7 0,0 0-27 0,0 0-1 0,0 0-15 0,0 0-32 16,0 0 4-16,0 0-6 16,0 0 38-16,0 0 6 15,0 0 14-15,0 0-19 0,0 0-46 16,0 0-6-1,0-4 2-15,0 0-14 0,0 0 12 16,0-3-6-16,0 7 9 16,0 0 9-16,0 0 5 15,0 0 15-15,0 0 4 16,0 0-31 0,0 0 8-16,0 0-9 0,0 0-1 15,0 0-6-15,0 0 3 16,0 0-6-16,0 0-5 15,0 0-4-15,0 0-7 16,0 0 1-16,0 0 13 16,0 0-10-16,7 7 24 0,14 9-23 15,-8 0 19-15,8 20-8 16,-14-8 8-16,11 21-5 16,-12-13-3-16,16 3 5 15,-10-14-6-15,-5-1 1 16,2-9-9-16,-9-6-56 15,0-1 1 1,0-8-110-16,0 0-114 0</inkml:trace>
  <inkml:trace contextRef="#ctx0" brushRef="#br0" timeOffset="-116129.58">25460 13238 117 0,'0'0'139'0,"0"0"-63"0,0 0 28 0,0 0-2 0,0 0-36 0,0 0 2 16,0 0-11-16,0 0 13 15,0 0-15-15,0 0-11 16,24-16 12-16,23-8-33 16,0 0 22-16,27-9-36 0,-12 6 0 15,9-9 2-15,10 12-14 16,-19 3 3 0,-9 10-2-16,-7 11-12 0,-12 0-26 15,-9 0 14-15,9 24 26 16,-6 8-7-16,-16-8 9 15,-12 12-4-15,0-8-2 16,0 4-5-16,0 0 4 16,0-8 5-16,-27 12 4 15,8-16 1-15,7 4-6 16,-4-12 8-16,16-7-14 16,0-5-8-16,0 0-6 15,0 0-71-15,0 0 44 0,0 3 40 16,0-3 8-16,0 8-5 15,0 4 3 1,0 1 2-16,0 7 18 16,-25 7-5-16,-21 14-12 0,-16 3-2 15,-13 1 2 1,-2 6-5-16,15-7 3 0,15-16-33 16,19-12-19-16,28-11-52 15,0-5-155-15</inkml:trace>
  <inkml:trace contextRef="#ctx0" brushRef="#br0" timeOffset="-115310.3">26433 13331 49 0,'0'0'251'0,"0"0"-219"0,0 0 58 0,0 0-13 0,0 0-32 0,0 0 45 0,-6 7-14 16,6-7 6-1,0 0-13-15,0 0-26 0,0 0 0 16,0 0-33-16,0 0 9 15,0 0-9-15,0 0-4 16,0 0-6 0,34 0 40-16,41 5-4 0,5-5-9 15,7 0-13-15,0 0 0 16,25 0-3-16,-10 0-5 16,-3 0 0-16,-6 0-2 15,6 0-8-15,-18 0-10 16,-7 0-1-16,-21 0-10 15,-13 0-11-15,-6 0-14 16,-21 0-38-16,-13 0-107 16,0-9-92-16</inkml:trace>
  <inkml:trace contextRef="#ctx0" brushRef="#br0" timeOffset="-114730.23">27283 13238 537 0,'0'0'50'0,"0"0"-15"0,0 0 21 0,0 0 26 0,0 0-1 0,0 0-28 16,260 56-21-16,-213-40-18 15,-7-8 18-15,-6 0-16 16,-21 0 10-16,15 1-24 15,-22-1 7-15,-6 8-5 16,0-1 8-16,0 13 2 16,0 5-5-16,-13-1-9 15,-21 4 9-15,0-4-18 16,0 4 12-16,3-4-6 16,3-4-21-16,10-3-1 0,8-14-43 15,4-3-58 1,0-8-61-16,6 0-141 0</inkml:trace>
  <inkml:trace contextRef="#ctx0" brushRef="#br0" timeOffset="-113883.92">28433 13326 315 0,'0'0'78'0,"0"0"-54"0,0 0 35 0,0 0-16 0,0 0 34 0,0 0-2 15,6 0 19-15,-6 0-15 16,0 0-4-16,0 5-37 15,0-5 9-15,0 3-34 16,-12 1 0-16,-16 9-1 16,-6 7-10-1,9-1 6-15,-15 14-4 0,0-2 20 16,-1 5-9-16,7 5 18 16,16 3-29-16,2 0 1 0,16 1-5 15,0-9-3 1,0-5 3-16,9-10-12 0,38 2 6 15,24-10-9-15,4-5 13 16,18 0 4-16,9-8-7 16,3 0 5-16,-5 0-24 15,-4 0-21-15,-31-8-33 16,3-13 22-16,-28-2-64 16,-9-5 30-16,-15 4-96 15</inkml:trace>
  <inkml:trace contextRef="#ctx0" brushRef="#br0" timeOffset="-112481.14">25900 13467 14 0,'0'0'194'0,"0"0"-54"0,0 0-17 0,0 0-47 0,0 0-12 0,0 0-57 0,6-8-7 0,-6 0-41 16,0 0 40-16,0-1 0 15,0 9 1-15,0 0 19 16,0 0 15-16,0 0 14 16,0 0-43-16,0 0 29 15,0 0-27-15,0 0 6 16,0 0 2-16,0 0 4 15,0 0 12-15,0 0-16 16,0 0-2-16,0 0 2 16,0 0 4-16,0 0 0 15,0 0 20-15,0 0-4 0,0 0-6 16,0 0-25 0,0 0-4-16,0 0 0 0,13 0-12 15,-4-3 6-15,3-5 10 16,13-5-8-16,-3-2 8 15,6-1 2-15,3-1-3 16,-16 1 2-16,10 1-2 16,3-6-3-16,0 13 1 15,-10-4 0-15,-18 9-1 16,13 3 5-16,-13 0-12 16,0 0-17-16,0 0-27 15,0 0-25-15,0 3-28 16,0 1-78-16</inkml:trace>
  <inkml:trace contextRef="#ctx0" brushRef="#br0" timeOffset="-111348.49">26040 13459 253 0,'0'0'34'0,"0"0"-34"0,0 0-3 0,0 0-48 0,0 0 26 0,0 0 22 16,0 0 3-16,0 0 4 0,0 0 12 15,0 0 59 1,0 0-36-16,0 0 5 0,0 0 2 15,0 0-6-15,0 0-2 16,0 0-13-16,0 0-14 16,0 0-11-16,0 0 8 15,0 0-7-15,0 0-1 16,0 0 2-16,0 0 35 16,0 0 7-16,0 0-12 0,0 0-15 15,0 0-13 1,0 0 6-16,0 0-7 0,0 0 15 15,0 0-15 1,0 0 13-16,0 16 6 16,0-4 13-16,0-1-4 0,6 2-27 15,3-1-4-15,-3-1 7 16,-6-2-4-16,13-1-2 16,-7 0-2-16,-6-3 2 15,0 10 3-15,0-7 9 16,0 5-10-16,0-6 5 15,0 5-6-15,0-4 5 16,0 16-5-16,0-3 15 16,0-2-15-16,0 1 35 15,-19-4-28-15,13-7 3 0,6-6-11 16,-15 5 19-16,2-3-4 16,-9-2-9-16,-9 14-3 15,3-1 3 1,-12 7-12-16,0 2 11 0,15-6 0 15,-3-6 2-15,16-1-6 16,-4-12-2-16,16 0 1 16,-12 0-2-16,-16 0-37 15,-3-20-16-15,3 0 54 16,0-1 11-16,3 6-4 16,19 2 4-16,-9-3-10 15,15-4-1-15,0 1-26 0,0-1-32 16,0 4-91-1,15-4 4-15,-2 4-110 0</inkml:trace>
  <inkml:trace contextRef="#ctx0" brushRef="#br0" timeOffset="-82460.39">22384 10888 281 0,'0'0'275'0,"0"0"-188"0,0 0-27 0,0 0-5 0,0 0-38 0,0 0 1 16,0 0-5-1,0 0-4-15,0 0 20 0,-13 8 18 16,13-8 8-16,0 0-3 16,0 0-9-16,0 0-25 15,0 0-4-15,0 0-11 16,0 0-3-16,0 0 2 15,0 0 3-15,0 0-4 16,0-11 2-16,0-6 2 0,0 4-4 16,25-6 6-1,9-1-3-15,13-4-2 0,6-1-2 16,9 13-4-16,-4 9-1 16,23 3-10-1,6 0 7-15,-13 0-1 0,-9 15 4 16,-9 14 10-16,-25 3-4 15,3-5 2-15,-18 10-2 16,-16 3 0-16,0 4 4 16,0 1 3-16,0 7-7 15,-34-13 7-15,0-6-4 16,0-10-6-16,9-10 5 0,9-5 6 16,4-8-7-1,12 0 2-15,0 0-4 0,0 0-7 16,0 0-6-16,0 0 1 15,0 0 10-15,0 0-26 16,0 0 27-16,6 0 2 16,28 0 1-16,0 0-1 15,-9 0-1-15,-3 0-2 16,-10 0-13-16,1 8 13 16,-4 16 4-16,-3 8 5 15,-6 8-3-15,0 17 3 16,0-10-3-16,0-2 4 0,-28-6 1 15,-12-6-8 1,0-5 16-16,-19-1-15 0,-3 1 27 16,-3-3-22-16,-10-5 16 15,16-4-15-15,3-3 2 16,-3-10-8 0,7 5-2-16,5-4 0 0,1 0-13 15,30-4 6-15,4 0-16 16,6 0-13-16,6 0-24 15,0 0-68-15,0 0-375 16</inkml:trace>
  <inkml:trace contextRef="#ctx0" brushRef="#br0" timeOffset="-58230.12">27150 10876 66 0,'0'0'166'0,"0"0"-134"0,0 0 19 0,0 0-2 0,0 0-4 0,0 0 1 16,0 0 1-16,0 0-10 15,0 0 3-15,0-21 1 16,0 18-14 0,0-2-7-16,0 5 32 0,0-7-14 15,0 3-12 1,0-4-10-16,0-4 4 0,0 4 1 15,0 4-12-15,0 4 27 16,0 0-15-16,0 0 14 16,0 0-12-16,0 0 7 15,0 0-13-15,0 0 7 16,0 0-13-16,0 0-3 16,0 0-3-16,0 0 3 15,0 0 12-15,-7 12-14 16,-14 12 1-16,8 12-7 0,-15 16 4 15,-3 13-4-15,-3 2 4 16,-12-3-4-16,5 9-6 16,-5-9 3-1,12-8-17-15,0-8 20 0,9-12-16 16,3-4 6-16,4-12 7 16,11 1 2-16,-2-6 1 15,9 1-5-15,0 1 4 16,0-1-12-16,0 0 6 15,0-4-15-15,0 0 16 16,28 0-14-16,0-5 12 16,3 6-29-16,9-5 32 0,1 4 3 15,-1 0 4-15,0-4 2 32,-6 0-4-32,13-8-9 0,-19 0-17 0,3 0 25 15,-3 0-9-15,-1 0 7 16,-8-12-1-16,-7-4 8 15,4 8-6-15,-16-4 4 16,6 7 17-16,13-6-15 16,-10-1-2-16,3-9 2 15,-12-2-4-15,13-10 0 16,-1 9-1-16,-2 4 0 16,-10 1 2-16,0 14-5 15,0 1 8-15,0 1 2 0,0 3 2 16,0-8-8-1,0 8 1-15,0 0-2 0,0 0-2 16,0 0-3-16,0 0 5 16,0 0-1-16,0 0 2 15,0 0 8-15,0 0 0 16,-10 11-4-16,-2 9-2 16,12 1-1-16,-13-1 3 15,13 8 4-15,-12 0-5 16,12 12 28-1,-9 5-27-15,3 6 24 0,-7 1-13 16,13-3 4-16,0 2-16 16,-6-2 3-16,6-5-6 0,-6 0 0 15,6-4 6-15,0 0-3 16,0-8 10 0,0 0-10-16,0-4-6 0,0-3 3 15,0-2-19 1,6-10-51-16,13-5-110 0,-19-8-278 15</inkml:trace>
  <inkml:trace contextRef="#ctx0" brushRef="#br0" timeOffset="-49953.93">24939 11618 312 0,'0'0'145'0,"0"0"-107"0,0 0 42 0,0 0-20 0,0 0-35 15,0 0 19-15,0 0 12 16,0 0-7-16,0 0 7 16,0 0-8-16,0 0 14 0,0 0-26 15,0 0 2 1,0 0-27-16,0 0 3 15,0 4-14-15,0-4 0 0,0 4-9 16,0 0 4 0,0 1 3-16,0-5 4 0,0 0-6 15,0 0-13-15,0 0 15 16,0 0-16-16,0 0 12 16,0 0 6-16,0 0 6 15,0-21 13-15,0-3-16 16,0 0-3-16,0 12-10 15,0 4 5-15,0 8-22 16,0 0 23-16,0 0-17 0,-22 8 6 16,3 24 15-16,10-8 13 15,9-12-10 1,0 1-3-16,0-13-5 0,0 0-27 16,0 0 28-16,0 0 4 15,9 0 17-15,-9-9-2 16,0 1-12-16,0 4-3 15,7 4-46-15,-1 0-62 16,12 0-228-16</inkml:trace>
  <inkml:trace contextRef="#ctx0" brushRef="#br0" timeOffset="-48971.17">28867 11995 631 0,'0'0'45'0,"0"0"5"0,0 0 59 0,0 0-63 0,0 0-21 0,0 0-6 0,314 0-17 16,-280 0 15-16,-13 0-12 15,4 0 23-15,-3 0-21 16,-10 0-2-16,10 0-5 16,-3 0-7-16,-7-5-9 15,10 2-27-15,-10-5 13 16,-6 8-40-16,-6 0-38 15,0-4-4-15,-6-4-127 16</inkml:trace>
  <inkml:trace contextRef="#ctx0" brushRef="#br0" timeOffset="-48795.86">28867 11995 641 0</inkml:trace>
  <inkml:trace contextRef="#ctx0" brushRef="#br0" timeOffset="-48704.14">28867 11995 641 0,'121'-265'66'0,"-62"265"25"0,3 0-8 0,3 0-20 0,10 0-63 16,-29 0-19-1,1-8-29-15,-19 0-71 16,-10 4-89-16</inkml:trace>
  <inkml:trace contextRef="#ctx0" brushRef="#br0" timeOffset="-48073.08">29956 12183 418 0,'0'0'47'0,"0"0"-17"0,0 0 72 0,0 0-32 0,0 0 29 0,0 100 3 16,0-95-41-16,0-5 2 16,0 0-18-16,-7 0-14 15,1-21-6-15,-12-27-19 16,11-24-5-16,7-16 17 15,0-17-12-15,0-3-6 16,0-3 6-16,0-10-12 0,0 9 0 16,25 7-30-1,-3 9-10-15,-3 32-10 0,-7 16 27 16,-12 35-6-16,0 13 27 16,0 0-11-16,0 13-3 15,-25 35 22-15,-3 16 16 16,-6 0-16-16,9 1-11 15,-3-9-21-15,10-17-92 16,-4-3 8-16,4-7-189 16</inkml:trace>
  <inkml:trace contextRef="#ctx0" brushRef="#br0" timeOffset="-47420.59">30498 11414 181 0,'0'0'403'0,"0"0"-321"0,0 0 42 0,0 0-40 0,0 0-17 0,0 0 2 0,-34 8-29 15,34-8-17-15,0-17-17 16,0-10-2-16,16-1-4 16,30-5 8-16,13 9-5 15,9 4 16-15,-9 12-17 0,-6 8-4 16,-25 0-9-16,-16 13-8 15,-12 38 7-15,0 14-18 16,-18 10 5-16,-51 14-44 16,-11 11 40-16,-7 4 12 15,16-4 13-15,9-19 4 16,37-29 17-16,25-19-13 16,0-18-4-16,0-15-11 15,59 0 11-15,34 0 2 16,6-12 17-16,16-16-3 15,-22 12-16-15,3 8 17 0,-37 8-14 16,-13 0-3 0,-18 0-4-16,-15 16 1 15,-1 8-15-15,-12-8-27 0,0 4-160 16</inkml:trace>
  <inkml:trace contextRef="#ctx0" brushRef="#br0" timeOffset="-46772.32">31522 12067 452 0,'0'0'39'0,"0"0"20"0,0 0 13 0,0 0-16 0,0 0 20 0,0 0 2 16,-7 80-47-16,7-76-16 16,0-4-12-16,0 0 23 15,25 0-16-15,22-12 28 16,2-27 9-16,4-18-13 16,0-7-14-16,-13-8-12 15,-12-9-8-15,-16 9-1 16,-12 4-23-16,0 17-28 0,-21 13 14 15,-32 23 2 1,0 11 27-16,-6 4 9 0,-9 16 9 16,0 32-2-16,3 4-7 15,18 5-25-15,25-6-127 16,16-2-69-16,6-2-6 16</inkml:trace>
  <inkml:trace contextRef="#ctx0" brushRef="#br0" timeOffset="-46627.23">31522 12067 532 0</inkml:trace>
  <inkml:trace contextRef="#ctx0" brushRef="#br0" timeOffset="-46241.44">31522 12067 532 0,'406'-128'124'0,"-406"160"-88"0,0 16 79 16,0 4-61-16,0-4-48 0,0-20-6 15,0-11 5 1,0-1 7-16,0-13 22 16,0-3-14-16,0 0 25 0,0 0-14 15,0-3-8-15,-6-33-23 16,-13-13-2-16,-3-3 2 15,-3-4 1-15,25 0 1 16,0-1-2 0,0 1 3-16,0 0-2 0,0 12-2 15,25 0 3 1,9 12-4-16,-6 8-19 0,13 11-11 16,-10 5-2-16,9 8 12 15,0-7 2-15,16-1-30 16,-3 4 16-16,-1-5-42 15,-18 9 31-15,-15 0-7 16,-19 0 9-16,0 13 24 16,0 19 19-16,-34 8 39 0,-37 4-36 15,9-4-5 1,-10 1 11-16,17-10-11 16,14-15 2-16,10 9-15 0,16-9-23 15,9-9-7 1,6 1-148-16,0-8-131 0</inkml:trace>
  <inkml:trace contextRef="#ctx0" brushRef="#br0" timeOffset="-45722.47">32483 11738 108 0,'0'0'309'0,"0"0"-254"0,0 0 24 0,0 0 54 0,-6 0-6 0,-35 0-55 0,1 0-28 16,-7 0-22-16,7 16 7 15,6 4 6 1,3 8 11-16,-9 16-40 0,6 0 22 16,21 13-12-16,-2-14 3 15,15-2-19-15,0-13-3 16,0 4 0-16,0-4-17 15,15-3 16-15,10 3-10 16,-3-5 7-16,2 6 13 16,-24-6-12-16,0 2 6 15,0-1-12-15,0-1 12 16,0 5 0 0,-12-7 11-16,-16 7-10 0,10 0-2 15,18 0-4-15,0 0-9 16,0-4-49-16,0-12-89 15,0-12-175-15</inkml:trace>
  <inkml:trace contextRef="#ctx0" brushRef="#br0" timeOffset="-45354.28">32545 12208 471 0,'0'0'169'0,"0"0"-99"16,0 0-12-16,0 0-19 15,0 0 16-15,0 0-26 16,285-129-1-16,-229 93-19 16,-25 0 11-16,-9 0-17 15,-22-4 10-15,0 7-13 16,0-3-15-16,0 12-5 15,-28 9 3-15,-25 15 13 16,-6 0 1-16,-9 0 3 16,3 28 0-16,9 11 8 15,22 2-7-15,15-18 7 16,19 2-8-16,0-1-17 16,0-8-23-16,0-7-57 15,13-6 4-15,21-3-59 16,0 0-96-16</inkml:trace>
  <inkml:trace contextRef="#ctx0" brushRef="#br0" timeOffset="-44941.18">32811 11546 288 0,'0'0'500'0,"0"0"-469"0,0 0 34 15,0 0-29-15,0 0 18 16,0 0-38-16,186-29-16 16,-145 26-6-16,-20-6-27 15,-2 9-2-15,-13 0-3 16,-6 0-57-16,0 0-4 15,0 0 44-15,0 9 12 16,0 23 43-16,0 4 28 16,0 4 14-16,0 4-19 15,0-3 5-15,0 3-7 16,16-1 0-16,15-2 6 16,-3 3-26-16,6-8-1 15,6-4-9-15,-6 0-20 16,3-4 15-16,-2-4 9 15,-1-12-30-15,-16 4-143 0,-8-16 166 16,-10 0 12-16,0 0-54 16,0 0-174-16</inkml:trace>
  <inkml:trace contextRef="#ctx0" brushRef="#br0" timeOffset="-44739.9">33131 11794 645 0,'0'0'259'0,"0"0"-223"0,0 0-6 15,0 0-30-15,0 0-1 16,0 0-17 0,68-12-28-16,-40 1-40 0,-10-6-73 15,-5-2-76-15</inkml:trace>
  <inkml:trace contextRef="#ctx0" brushRef="#br0" timeOffset="-44392.98">33131 11794 499 0,'248'-197'17'0,"-236"197"-4"0,10 0-11 15,-10 0-2 1,-5 0-69-16,2 0-30 15,-9 0 76-15,0 0 23 0,0 0 111 16,0 0 20-16,0 0-54 16,0 0 40-16,0 0-82 15,0 0-5-15,0 0-30 16,12 17 30-16,22 4 6 16,7-2-16-16,5 1-9 15,1 4-9-15,-13 0 4 16,-3 5-2-16,-3-6-4 0,-16-3 4 15,-12 4-8-15,0 1 3 16,0 6 1-16,-40 2 49 16,-13-9-34-16,0-1-8 15,25-6-7-15,16-9-24 16,6 8-64-16,6-8-102 16,0-4-209-1</inkml:trace>
  <inkml:trace contextRef="#ctx0" brushRef="#br0" timeOffset="-42977.09">30191 12784 662 0,'0'0'5'0,"0"0"0"0,0 0 59 0,366 5 7 0,-205 11-4 0,19-4 12 0,9 4-33 16,4 1-3 0,2-14-20-16,-9 2 11 0,-12-5-33 15,-7 0 11-15,-6 0-11 16,7 0 2-16,-1-8-3 16,-15-9 0-16,-3 1 0 15,-31 0 0-15,-10 4-31 16,-15 4 12-16,-40 0-117 15,-25-8-202-15</inkml:trace>
  <inkml:trace contextRef="#ctx0" brushRef="#br0" timeOffset="-34382.86">22337 2891 429 0,'0'0'137'0,"0"0"-58"15,0 0 29-15,0 0-7 0,0 0-52 0,0 0-9 16,0 0 10-16,-46-40-11 15,40 16 10-15,6-8-23 16,0-12-6-16,0-16-14 16,0-12-5-16,0-1 1 15,18 1-2-15,4 4 0 16,-10 12-8-16,1 7 8 16,-7 26-12-16,-6 2 10 15,0 17-9-15,0 4 9 16,0 0-15-16,15 9-21 15,-2 30-4-15,5 26 42 16,-8 3 7-16,8 4-6 0,-5 0-1 16,-4-8-24-16,-9-4-38 15,0-16-2-15,0-11 8 16,0-17-50-16,0-16-69 16,0 0-350-16</inkml:trace>
  <inkml:trace contextRef="#ctx0" brushRef="#br0" timeOffset="-34195.42">22356 2614 430 0,'0'0'439'0,"0"0"-439"0,0 0 0 15,0 0 12-15,0 0 1 16,0 0-13-16,28 0-3 15,-16 0-75-15,4 0-27 16,-4 0 47-16,7 0-38 16,-10-12-200-16</inkml:trace>
  <inkml:trace contextRef="#ctx0" brushRef="#br0" timeOffset="-33748.75">22886 2843 367 0,'0'0'294'15,"0"0"-229"-15,0 0 37 0,0 0-58 16,0 0-42 0,0 0 4-16,0-216 12 0,0 163-11 15,0 1 1-15,0 16-7 16,-6 8 3-16,-16 15 0 15,22 10 14-15,0 3 6 16,0 0-24-16,0 0-19 16,0 0 3-16,-6 0 5 15,-6 0-8-15,12 0-43 16,-22 16 48-16,3 15-1 16,-9 2-5-16,0 0-82 0,10-10-96 15,5-19-290-15</inkml:trace>
  <inkml:trace contextRef="#ctx0" brushRef="#br0" timeOffset="-33284.08">23454 2502 428 0,'0'0'82'0,"0"0"10"0,0 0-30 0,0 0-12 0,0 0-2 0,-13 213-15 15,13-173 4 1,0-4-33-16,0-8 5 0,0-12-5 16,0-8-4-16,0-8 0 15,-22 0-17-15,16 0-79 16,-12-8-294 0</inkml:trace>
  <inkml:trace contextRef="#ctx0" brushRef="#br0" timeOffset="-33101.92">23454 2502 346 0</inkml:trace>
  <inkml:trace contextRef="#ctx0" brushRef="#br0" timeOffset="-32783.82">23454 2502 346 0,'-202'-49'137'0,"270"49"-136"0,25 0 43 16,6 0 104-16,-12 0-147 16,-46 0 1-16,-14 0-4 15,-20 0 0-15,14 21-12 16,-14 3 14-16,-7 4 16 15,0 4 10-15,0-4-16 16,0 0 23-16,0-7-30 16,0-6 3-16,0 1-6 0,0-3-4 15,12 2-1-15,0-2 2 16,-5-1 2-16,8-1 2 16,-9 2-2-16,-6-5 6 15,0 4-3-15,0-1-2 16,0 14 0-16,-21 3 23 15,-26 4 18-15,-6-4-26 16,7-12-4-16,18-4 0 0,9-12-11 16,-2 12-33-1,2 0-90-15,-9 5-112 0,22 2-218 16</inkml:trace>
  <inkml:trace contextRef="#ctx0" brushRef="#br0" timeOffset="-32252.11">24083 2839 441 0,'0'0'91'0,"0"0"-6"0,0 0 4 0,0-16-29 0,0-16-44 0,0-16-10 0,0-4-6 16,0-4 9-16,0 3-7 15,0 9 6-15,0 12-6 16,0 12 7-16,0 12-2 15,0 8 48-15,0 0-45 16,0 0-10-16,0 0-10 16,-9 0-3-16,2 0 12 15,-11 0-15-15,12 4 3 0,-10 20 12 16,-2 8-34-16,-17 8-25 16,-17 9-57-16,-10-2-250 15</inkml:trace>
  <inkml:trace contextRef="#ctx0" brushRef="#br0" timeOffset="-26739.36">22303 3786 300 0,'0'0'59'0,"0"0"8"0,0 0 15 0,0 0-22 0,0 0-11 0,0 0-10 0,0 0 1 16,0 0-22-16,0 0 45 15,0 0-14-15,0 0-12 0,0 0-17 16,0 0 9 0,0 0 8-16,0 0-19 0,0 0-17 15,0 0 12 1,0 0-26-16,0 0 4 0,0 0 5 15,0 0 4 1,0-16 7-16,0-12 7 0,0-5-4 16,-12-11-5-1,6-4 0-15,6-1-10 0,0 2 4 16,0 6-2-16,0 5-13 16,0 8 16-16,0 0-10 15,0 0-15-15,6 4-42 16,6 8 33-16,16 4 1 0,-22 9-7 15,1 3 35 1,-1 0 5-16,15 31 10 16,-2 13 59-16,3 8-44 0,-4 4-18 15,10 1-7-15,-15-1-17 16,-7 5-23-16,-6-14-49 16,0-11 28-16,0-8 39 15,0-20-48-15,0-8-153 16</inkml:trace>
  <inkml:trace contextRef="#ctx0" brushRef="#br0" timeOffset="-26491.05">22210 3689 620 0,'0'0'66'0,"0"0"-56"0,0 0 58 0,0 0-67 0,0 0 20 16,0 0-18-16,106-4-3 16,-78-4-83-16,-16-1 26 15,16 6-10-15,-16 0-119 0</inkml:trace>
  <inkml:trace contextRef="#ctx0" brushRef="#br0" timeOffset="-26089.9">23066 3770 162 0,'0'0'462'0,"0"0"-461"15,0 0 58-15,0 0-47 0,0 0 11 16,0 0-15-1,-28-225-8-15,28 181-24 0,0 3-33 16,0 13-53-16,0 12-29 16,0 13 110-16,-19 3 29 15,7 0 82-15,-3 0 22 16,8 0-25-16,-5 3-44 16,-4 13-3-16,-2 4-18 15,-10 8-14-15,9 5 0 16,-15 3-22-16,0 3-21 15,-6-6-62-15,15-5-101 16</inkml:trace>
  <inkml:trace contextRef="#ctx0" brushRef="#br0" timeOffset="-25641.29">23534 3465 442 0,'0'0'137'0,"0"0"-92"0,0 0 37 0,0 0-24 0,0 0-9 0,0 0-1 15,-22 103-1-15,22-66-12 0,0 3 25 16,0-4-35 0,0 0-7-16,0-4-18 15,0 0 3-15,0-7-3 16,-6-6-14-16,-6-2-38 0,6-14-30 16,-10-3-91-1,4 0-47-15</inkml:trace>
  <inkml:trace contextRef="#ctx0" brushRef="#br0" timeOffset="-25092.13">23413 3449 310 0,'0'0'244'16,"0"0"-181"-16,0 0-1 0,0 0-48 15,0 0 20-15,0 0 23 16,87-17-42-16,-59 14-9 15,-9 3-2-15,-7 0 4 16,-3 0-4-16,-3 3-4 0,-6 17 0 16,0 8 1-1,0 1-1-15,0-9-17 0,0 3 15 16,0-7 4 0,0 1 15-16,0-6-16 0,0-6 24 15,0-1-25-15,0 8-5 16,7-12-17-16,27 4 22 15,-9 4-4-15,-10-5 12 16,-3 14-18-16,-5-1 11 16,-7 0-1-1,0 4 11-15,0 8 32 0,0 0-10 16,-34 4-14-16,-13 1-11 16,13-13-6-16,3-4-1 15,15-9 4-15,16-7-10 0,0 0-22 16,0 0-62-16,0-3-88 15,35-22-50-15</inkml:trace>
  <inkml:trace contextRef="#ctx0" brushRef="#br0" timeOffset="-24575.11">23888 3509 353 0,'0'0'82'0,"0"0"-23"0,0 0 9 0,0 0-20 0,0 0-20 16,0 0-18-16,195-32-10 16,-176 32-1-16,-13 0-7 15,-6 19 8 1,0 9 4-16,0 5 24 0,-25 11-6 15,-9-13-14-15,12 10 14 16,4-5 29-16,5-8-26 16,13-3 2-16,0-6-16 15,0-7-11 1,25-7-5-16,21-5 3 0,10 0 4 16,3 0 7-16,6-9-7 15,10-10-2-15,-23 2-13 16,-2 6-70-16,-19 11-22 15,-9-5-61-15,-22 5-169 16</inkml:trace>
  <inkml:trace contextRef="#ctx0" brushRef="#br0" timeOffset="-22011.93">22130 4484 6 0,'0'0'124'0,"0"0"22"0,0 0 10 0,0 0-43 0,0 0-33 16,0 0-36-16,0 0-8 16,0 3-13-16,0-3 17 15,0 0-11 1,0 0 2-16,0 0 15 0,0 0-6 15,0 0 14-15,12-31-19 16,-3-10 1-16,10-11-25 16,9-4 7-16,-10 4-15 15,4-1 3-15,3 6-6 16,9-6 3-16,0 1-7 16,-9 8-1-16,9 12-8 15,-12 8-22-15,-22 19 8 0,0 5-21 16,0 17 1-1,0 31 46-15,0 12 1 0,0 0 22 16,12-8-16-16,-6-7 0 16,7-1-1-16,-4-5-8 15,-3 6 11-15,-6-9-16 16,0-12 7-16,0-4-16 16,0-12-87-16,0-8-110 15,0 0-146-15</inkml:trace>
  <inkml:trace contextRef="#ctx0" brushRef="#br0" timeOffset="-21813.94">22130 4484 626 0</inkml:trace>
  <inkml:trace contextRef="#ctx0" brushRef="#br0" timeOffset="-21783.79">22130 4484 626 0,'12'-97'95'0,"16"97"-90"0,6 0 111 0,6 0-17 0,-6 0-99 0,-15 0-21 0,0 0-32 0,15 0-99 16,-6 0-73 0</inkml:trace>
  <inkml:trace contextRef="#ctx0" brushRef="#br0" timeOffset="-21426.72">22945 4579 449 0,'0'0'127'15,"0"0"-112"1,0 0 71-16,0 0-82 0,-34-112 5 16,34 72 23-1,-12 4 23-15,12 8-31 0,-7 8 3 16,7 8-15-16,0 8 17 16,-6-5-20-16,6 6-1 15,-6 3-8-15,6 0 5 16,-9 0 3-16,-4 0-8 15,13 0-13-15,-18 12 13 16,-16 24-5-16,6 4 2 16,-7 0-77-16,-5-8-133 15</inkml:trace>
  <inkml:trace contextRef="#ctx0" brushRef="#br0" timeOffset="-20795">23547 4271 370 0,'0'0'309'0,"0"0"-303"0,0 0 50 0,0 0 16 0,0 0-33 0,40 221-28 0,-12-178 6 15,-16-3-14-15,-6-12-2 16,-6-8-1-16,0-7-16 16,7-10-71-16,-7-3-33 15,0 0-13-15,0-19-352 16</inkml:trace>
  <inkml:trace contextRef="#ctx0" brushRef="#br0" timeOffset="-20329.61">23547 4271 236 0,'0'-149'258'16,"0"149"-229"-16,0 0 38 15,0 0-47-15,27 0 40 0,-2-4-38 16,16 4-2-1,-14 0-20-15,1 0-1 0,-3 0-9 16,-12 0 9 0,-13 0-6-16,0 0-19 0,0 9 26 15,0 10 48-15,0 6 23 16,0-2-42-16,0 5-9 16,0-4 1-16,0 1-12 15,0-5-8-15,0 4 0 16,0-4-1-16,0-4 0 15,21 0-5-15,7-8-8 0,-22-1 13 16,13-2-1-16,-13 3 2 16,-6 4-2-16,0-1 3 15,0 14-2 1,0-1 20-16,-6 12 8 0,-34 9-26 16,-7-6 22-16,-18 5-21 15,31-11 4-15,0-9-7 16,15-9-6-16,19-15-25 15,0 0-69-15,0 0-86 16,0 0-130-16</inkml:trace>
  <inkml:trace contextRef="#ctx0" brushRef="#br0" timeOffset="-19794.02">23968 4274 496 0,'0'0'192'0,"0"0"-89"0,0 0-23 0,0 0-80 0,0 0-1 16,0 0-8-16,6 0 18 0,29 0 7 16,5 0 4-1,-15 0 1-15,3 13-15 0,-7-1-5 16,-2-4-1-16,-7 8-29 15,10-4 29-15,-16 4 0 16,7-4 1-16,2 0 0 16,-2-5 5-16,-1-2-6 0,0 3-5 15,-12 0 5 1,10 4 11-16,-10 8 18 0,6 8-8 16,0 4 36-16,-6 4-43 15,6-3 0-15,-6-5-14 16,6-5 0-16,1-7-21 15,-7 5-19-15,0-1 15 16,0 3 24 0,0-10 1-16,0-5 0 0,-13-8-10 15,1 0-126-15,-16 0-292 16</inkml:trace>
  <inkml:trace contextRef="#ctx0" brushRef="#br0" timeOffset="-17264.3">22269 5024 141 0,'0'0'98'0,"0"0"-30"0,0 0 25 16,0 0-44-16,0 0 9 0,0 0 7 0,-6 5 3 16,6-2-16-16,0-3-16 0,0 5-21 15,0-5 31-15,-6 4-24 16,6 0-1-16,0-4 6 15,0 0 4 1,0 0 11-16,-7 7-7 0,7 6 5 16,-12-1-30-16,3 4 6 15,3-5-12-15,-1-2-1 16,7-5 12-16,-6 0-2 16,6-4 5-16,0 0-12 15,0 0 18-15,-6 0-16 16,6 0 0-16,0 0-3 15,0 0-10-15,0 0-7 16,0-8 11-16,0-24 1 0,0-12 5 16,12-8-4-16,10 3 3 15,3 5-8-15,3 12 2 16,-16 8 1-16,10 8-8 16,-3 4 2-16,-7 4-10 15,10 0-10-15,-4 8 7 16,-2 0-8-16,-4 0 6 15,7 44 8-15,9 8 14 16,-16 9 1 0,-3 3-1-16,10-9-50 0,-19-2-33 15,6-9-71-15,0-11 12 16,-6-10-47-16,0-2 62 16</inkml:trace>
  <inkml:trace contextRef="#ctx0" brushRef="#br0" timeOffset="-17029.15">22198 5093 525 0,'0'0'89'0,"0"0"-34"16,0 0 74-16,0 0-61 0,0 0-27 0,0 0-31 0,146 0-10 15,-106 0-22-15,-12-8-81 0,3 4-48 16,-10 4-110-16</inkml:trace>
  <inkml:trace contextRef="#ctx0" brushRef="#br0" timeOffset="-16599.15">22951 5221 258 0,'0'0'201'0,"0"0"-198"16,0 0 7-16,0 0 29 15,0 0 11-15,0-205 0 0,0 166-27 16,0 6 4-16,0 13 12 16,0 9 43-1,-6 11-22-15,-6 0-7 0,5 0-47 16,-14 0 16-16,8 0-22 16,1 0-3-1,-10 8 0-15,4 12-2 0,2 4-12 16,-9 7-19-16,4-3-104 15,2-3-150-15</inkml:trace>
  <inkml:trace contextRef="#ctx0" brushRef="#br0" timeOffset="-15899.28">23547 5132 259 0,'0'0'224'0,"0"0"-103"0,0 0-39 0,0 0-16 15,0 0-52-15,0 0 22 16,0 0-11-16,0-7 5 16,0 7 17-16,0 0 4 15,-7 0 7-15,7 16-36 16,0 11 9-16,0 6-31 15,0 0 3-15,0-2-3 0,0-11 2 16,0-7-6-16,0-5-18 16,0 3 10-16,0-11-45 15,0 0-28-15,0 0-179 16,0-19-274-16</inkml:trace>
  <inkml:trace contextRef="#ctx0" brushRef="#br0" timeOffset="-15695.44">23547 5132 426 0</inkml:trace>
  <inkml:trace contextRef="#ctx0" brushRef="#br0" timeOffset="-15346.77">23547 5132 426 0,'-28'-164'126'0,"28"164"-82"0,0-8 24 0,0 0 113 16,15 0-135-16,19-7-19 16,-3 7-13-16,16 3-13 15,-19 5 2-15,12 0-6 16,-6 0-13-16,-15 20 15 0,-4 12 2 15,-15-4 5 1,0 5 1-16,0-5-4 0,-15 0-2 16,-19 0 10-16,3-16-12 15,3 4 11-15,28-12-10 16,0 0 0-16,0-4-5 16,0 0-1-16,0 0-22 15,0 0-2-15,12 0 26 16,4 0 3-16,-4 4 2 15,-6 0 1-15,-6-4-2 16,0 11-2-16,0-6 2 16,0 11 16-16,-25 12 21 0,-30 4-21 15,-4 4-7 1,-10 8-1-16,23-15-8 16,21-6-1-16,16-2-16 15,9-14-26-15,0-7-129 0,0 0-1 16,34 0-205-16</inkml:trace>
  <inkml:trace contextRef="#ctx0" brushRef="#br0" timeOffset="-14617.19">24021 4980 562 0,'0'0'49'0,"0"0"12"0,0 0 70 0,0 0-50 0,-47 13-59 0,35 15-20 0,-16 0 5 16,3-4-13-16,10-4 10 16,15 4-8-16,0-9-5 15,0-2-2-15,0-1-7 16,15-4-14-16,16 0 17 16,3-8 12-16,13 0-1 15,-19 4-13-15,6-4 8 16,-15 0-5-16,-13 0-5 15,9 0-28-15,-9 0 34 16,-6 0 12-16,0 0 2 0,7 0-2 16,-1 0-6-1,6 0-12-15,-12 0-11 16,16-12-17-16,-10 0-23 0,-6 4 29 16,0 0 36-1,0 8 5-15,0-5 37 16,0 5-9-16,0 0 32 15,0 0-2-15,0 0-22 0,0 17-28 16,0 11 37-16,-22 4 15 16,10 1-13-16,-1-2-11 15,-8 2-29-15,8 6-1 16,1-3-2-16,-4-3-2 16,10-5-2-16,-6-9-13 0,12-14-62 15,0-5-74-15,0 0-195 16</inkml:trace>
  <inkml:trace contextRef="#ctx0" brushRef="#br0" timeOffset="-5389.85">26247 2743 95 0,'0'0'117'0,"0"0"-64"0,0 0-30 0,0 0 56 0,0 0 35 0,0 0-9 0,0 0-27 16,13 3 0-16,-13 2 7 15,0-5-42-15,0 4-12 16,0 0-8-16,0 0 3 16,0-4 13-16,0 0 10 15,0 0-23-15,0 0 7 16,0 0-7-16,0 0-6 15,0 0 8-15,0 0-27 0,0 0 14 16,0 0-5-16,0-25 6 16,0-19-16-16,0-8 2 15,0-8 2-15,0 0 4 16,6 8-16-16,22-4 8 16,0 8-13-16,-10-1-33 15,10 25 8-15,-22 12 2 16,-6 12 4-16,0 5 11 15,0 43 10-15,0 16 3 16,0 4 16-16,13 4 3 0,-7 0-9 16,3-8 5-1,-9-3-7-15,0-14-1 0,0-2-27 16,0-13-7-16,0-12-27 16,0-12-103-16,0-8-140 15</inkml:trace>
  <inkml:trace contextRef="#ctx0" brushRef="#br0" timeOffset="-5200.29">26247 2743 238 0</inkml:trace>
  <inkml:trace contextRef="#ctx0" brushRef="#br0" timeOffset="-5180.17">26247 2743 238 0,'-232'36'454'0,"232"-36"-438"0,12 0 74 0,41-13 77 0,-13-2-167 15,-18 7-14-15,-10 3-37 0,-6 2-122 0,-6-5-87 0</inkml:trace>
  <inkml:trace contextRef="#ctx0" brushRef="#br0" timeOffset="-4559.2">26582 2430 381 0,'0'0'196'16,"0"0"-134"-16,0 0-5 15,0 0-28-15,34-8-9 16,-15 3 28-16,9 2-26 16,-3 3 24-16,2 0-14 15,8 0 3-15,-11 0-27 16,10 16-8-16,-21-1-3 0,-13 14-4 15,0 3 4 1,0 12-5-16,-47 8 8 16,1 9 5-16,-1-2 10 0,7-7-13 15,21-7 10-15,-8-5-5 16,27-8-7-16,0-8-3 16,0-8-1-16,12-4-1 15,22-7-3-15,19-5 8 16,-4 0 0-16,-2 0 7 15,6 0 3-15,-13 0-2 16,-15-9-8-16,24-7-43 16,-24 5-69-16,3-10-110 15,-22 5-283-15</inkml:trace>
  <inkml:trace contextRef="#ctx0" brushRef="#br0" timeOffset="-1577.71">27357 2409 368 0,'0'0'242'0,"0"0"-217"0,0 0 46 0,0 0-51 0,0 0-16 0,0 0 12 0,0 0 6 0,-40-11 33 0,40 11 22 15,0 0 18 1,0 0-45-16,0 0-22 0,0 0-25 16,0 40 1-16,0 11 12 15,0 15-8-15,0-7-3 16,0 6 4-16,0-9-11 16,0-9 5-16,0 2-6 15,-12-13-2-15,12-8 1 16,-10-11-3-16,10-14-15 15,0-3-37-15,0 0-72 16,-12-3-182-16</inkml:trace>
  <inkml:trace contextRef="#ctx0" brushRef="#br0" timeOffset="-995.19">27305 2514 517 0,'0'0'97'0,"0"0"-43"0,0 0 0 0,0 0 9 0,0 0-12 0,0 0-31 0,192-25-9 16,-164 25 11 0,-10 0-13-16,-2 0 11 0,-16 0-14 15,0 17 2-15,0-1-3 16,0 0 5-16,0 1-8 15,6-2 2-15,0 1-4 16,7 0-5-16,8-4 5 16,-2-7 0-16,-7 6-7 0,-2 1 7 15,2-8 0 1,-6 8 3-16,-6 4-3 16,0 4-1-16,0 8 1 0,0 9 21 15,0-1 2-15,-28-4-5 16,4-4-13-16,-4-1 10 15,-13-6-15-15,23-1 8 16,-16-12-6-16,0 4-1 16,9 1 3-16,3-10-3 15,-6 1-1-15,3 8-34 16,-3-8-27-16,22 4-14 16,6-8-68-16,0 0-69 15,0 0-304-15</inkml:trace>
  <inkml:trace contextRef="#ctx0" brushRef="#br0" timeOffset="-511.29">28046 2927 561 0,'0'0'103'0,"0"0"-56"15,0 0 53-15,0 0-60 0,0 0-34 0,0 0 33 16,-93-148-19-16,93 107 22 16,-7 5-22-16,7-3-3 15,0 6 0-15,0 13-13 16,0 4-4-16,0 4-3 0,0 8 0 15,0 0-12 1,-9 4 13-16,-9 0-15 0,11 0-20 16,-8 0-7-16,2 12 44 15,-21 16-2-15,-6 16-1 16,15-8-63-16,-9-3-106 16,15-14-362-16</inkml:trace>
  <inkml:trace contextRef="#ctx0" brushRef="#br0" timeOffset="2834.95">26195 3729 425 0,'0'0'103'0,"0"0"-7"0,0 0 9 0,0 0-29 0,0 0-29 0,0 0-3 0,0 0-15 0,0 0 10 0,0 0 24 16,0 0-24-16,0 0-2 16,-7 0-25-16,7 0 5 0,-9 0-12 15,9 0 11 1,-6 0-1-16,-7 0 0 16,7-16-8-16,-6-8-1 0,-4-12 4 15,10-4-8-15,0-16-4 16,6 0 3-16,0-4-7 15,0-4-11-15,0 3-11 16,0 1 25-16,12 16-21 16,4 4 17-16,-10 12 7 15,0 15-3-15,-6 13 9 16,0 0 2-16,0 0-8 16,6 25-5-16,-6 14 5 15,19 5 0-15,-3 5 0 16,-16 4-27-16,12-2 14 0,-12 1 5 15,0 5 4 1,0-13-17-16,0-4-5 0,0-4-36 16,0-4-16-16,0-8-90 15,0-8 17-15,0-11-131 16</inkml:trace>
  <inkml:trace contextRef="#ctx0" brushRef="#br0" timeOffset="3051.41">25906 3649 571 0,'0'0'75'0,"0"0"1"0,0 0 60 0,0 0-88 0,0 0-26 0,0 0-22 15,180 13 0-15,-152-13-38 16,-9 0-134-16,-10 0-113 16</inkml:trace>
  <inkml:trace contextRef="#ctx0" brushRef="#br0" timeOffset="3619.06">26595 3364 321 0,'0'0'141'15,"0"0"-32"-15,0 0-12 0,0 0-50 16,0 0-35-1,0 0-9-15,288-15-3 0,-288 15-27 16,0 3 15-16,0 17 6 16,0 4 5-16,0 12-7 15,-47 9 8-15,-15-1 12 16,22 0 6-16,9-8-10 16,3-8-3-16,22-4-2 15,6-9-3-15,0 2-4 16,0-4 0-16,0-5-9 15,0-1 16-15,12-3-6 16,16-4 1-16,6 0 2 0,-3 0 0 16,10 0 15-1,-7-4 16-15,0-11-21 0,12 6-3 16,-18-3-7-16,19 3-16 16,-22 3-62-16,3 1-159 15</inkml:trace>
  <inkml:trace contextRef="#ctx0" brushRef="#br0" timeOffset="5332.52">27329 3501 398 0,'0'0'231'0,"0"0"-163"0,0 0 35 0,0 0-63 0,0 0-26 0,0 0 1 16,28 0 13-16,-21 0-6 15,5 0 14-15,3 12 22 16,-2 16-15-16,-1-1-3 16,4 6-32-16,-10-2 6 0,13 10-9 15,-13-5-10-15,-6 0 0 16,0-3-7-1,0-13-16-15,0-12-8 16,0-5-45-16,0-3-38 0,0 0-68 16,0-8-149-1</inkml:trace>
  <inkml:trace contextRef="#ctx0" brushRef="#br0" timeOffset="5633.13">27329 3501 271 0</inkml:trace>
  <inkml:trace contextRef="#ctx0" brushRef="#br0" timeOffset="5916.11">27329 3501 271 0,'0'-116'114'0,"16"116"-17"0,30 0 18 0,-5 0 1 0,-1 0-77 0,-15 0-8 0,-3 0 3 16,-16 0-10-16,6 3-15 16,-12 1-5-16,6 4 1 15,-6 5 3-15,16 10-3 16,-16 6 26-16,0 7-17 16,0 4 14-16,0-13 5 0,0-7-33 15,0 5 8 1,0-17-7-16,12 8-2 15,1 0-7-15,-1-7 2 16,4-6 6-16,-4 5 4 16,-6-8 12-16,-6 8 7 0,0 0-11 15,0 9-11-15,0 11 1 16,-6 8 3-16,-34 3 15 16,-7-3-16-16,7-8-4 15,15-7 5 1,3-6-12-16,10-10 7 0,12 6-37 15,0-11-24-15,0 0-110 16,-6 0-231-16</inkml:trace>
  <inkml:trace contextRef="#ctx0" brushRef="#br0" timeOffset="6448.64">27897 3493 557 0,'0'0'79'0,"0"0"-3"0,0 0 13 0,0 0-85 0,0 0 50 15,34 0-18-15,-28 0-22 0,10 0-4 16,-16 0-6-16,6 16 3 15,0-4-4-15,-6-1-6 16,0 6-11-16,0-1-3 16,0 4 17-16,0-4 2 15,0 12 7-15,0-12-2 16,0 1-4-16,0-2-3 16,0-3 15-16,0 5-9 15,0 2 20-15,22-2-22 0,-4-2 3 16,10-2-7-16,13-5-18 15,-4-8-8-15,3 0-14 16,0 0 26-16,1-21-36 16,-13 1-49-16,-10 0-34 15,-8 4-239-15</inkml:trace>
  <inkml:trace contextRef="#ctx0" brushRef="#br0" timeOffset="7453.14">25999 4703 544 0,'0'0'70'0,"0"0"-34"0,0 0 65 0,103-272-49 0,-72 200-22 16,-4 8-26-16,1 7-4 0,-9 13-9 16,-7 16-10-16,4 17 19 15,-10 11 0-15,-6 0 0 16,6 0-7-16,7 27 7 16,-7 13 19-16,9 1-13 15,-8-2 0-15,-7 5-5 16,0 5-2-16,0 7-6 15,0 8 6-15,0-4-11 16,-7 1 8-16,-8-9-27 0,2-8-35 31,1-12-39-31,-10-4-65 0,16-9-28 0</inkml:trace>
  <inkml:trace contextRef="#ctx0" brushRef="#br0" timeOffset="7593.57">25999 4703 814 0</inkml:trace>
  <inkml:trace contextRef="#ctx0" brushRef="#br0" timeOffset="7681.74">25999 4703 814 0,'-158'-64'89'0,"245"64"-75"16,0 0 73-16,24 0 55 15,-18-3-142-15,-46-10-16 0,-13-7-56 16,-19 4-48-16,-15 1-236 16</inkml:trace>
  <inkml:trace contextRef="#ctx0" brushRef="#br0" timeOffset="8248.18">26508 4327 36 0,'0'0'353'16,"0"0"-205"-16,0 0-61 15,0 0-37-15,52-45 7 16,-17 26 9-16,11-1-4 15,7-1-41-15,-4 14 6 16,-18 2-12-16,-15 5-9 16,-4 0-6-16,-12 8 6 0,0 29-6 15,0 10 36-15,-40 14-18 16,-7-1-18-16,1 1 0 16,6-6-1-16,6-2 0 15,9-14-4-15,25-3 5 16,0-15 0-16,0-6-7 15,0 2 1 1,12-17-3-16,22 0 4 0,7 0 8 0,-10 0-3 16,9 0 0-1,0 0 0-15,-6-17-7 16,0 2-2-16,7-1-8 16,-10 0-27-16,3-1-120 0,-19 1-240 15</inkml:trace>
  <inkml:trace contextRef="#ctx0" brushRef="#br0" timeOffset="8730.52">27243 4199 522 0,'0'0'121'0,"0"0"14"0,0 0-39 0,0 0-55 0,0 0-19 0,0 0 24 15,27 119-5-15,-2-74-34 16,-3-1 16 0,-10-3-15-16,4-10-5 0,-16 1-3 15,0-8-3-15,0-3-28 16,0-13-33-16,0-5-45 16,-16-3-214-16</inkml:trace>
  <inkml:trace contextRef="#ctx0" brushRef="#br0" timeOffset="9229.72">27177 4218 576 0,'0'0'44'0,"0"0"57"16,0 0 3-16,0 0-41 16,0 0-47-16,0 0-8 15,366-27-8-15,-338 27-6 0,-15 0 4 16,-13 19-14-1,0 6 16-15,0 11 3 16,0 8 26-16,-13-4-19 0,-15 0 13 16,10-8-18-16,18-11-5 15,0-2-41-15,0-7 13 16,0-4-15-16,6-3 13 16,28-5 28-16,-3 0 2 15,-3 0-9-15,-6 7 15 0,-22 1-12 16,0 5-21-1,0 10-1-15,0 1 28 0,0 9 14 16,-34 3 35 0,-19 0-37-16,-3-5-9 0,3-14-1 15,1-1-4-15,-1 0-61 16,25-12-53-16,-6 8-186 16</inkml:trace>
  <inkml:trace contextRef="#ctx0" brushRef="#br0" timeOffset="9795.04">27860 4238 459 0,'0'0'148'0,"0"0"-59"0,0 0 36 0,0 0-70 0,0 0-32 0,0 0-9 0,0 0-4 0,117-16-10 0,-117 16-15 0,0 29 15 15,0 7 2-15,0 0 18 16,-6-4-13-16,-19-5 21 16,10-10-15-16,3-5-8 15,12-8-5-15,0-4-15 16,0 0 8-16,0 3-4 15,0 6 8-15,40-5 6 16,-12 0 3-16,-3-4 0 16,2 4 0-16,-14 0 0 15,-7 4-4-15,-6 8-4 0,0 1-7 16,0 10 9 0,0 13 15-16,-34 1 19 15,-3 3-10-15,9-13-11 0,6-10-13 16,16-6-29-1,-6-10-59-15,5 3-125 0,-8-8-236 16</inkml:trace>
  <inkml:trace contextRef="#ctx0" brushRef="#br0" timeOffset="10544.84">25847 5486 492 0,'0'0'139'0,"0"0"-9"0,0 0-61 0,0 0-9 0,0 0-5 15,0 0-2-15,180-265-22 16,-146 209-12-16,-9-5-18 15,9 17-2-15,-12 5-5 16,-4 14 5-16,-18 17-7 16,13 5-6-16,-7 3-14 15,3 0-3-15,-9 28 26 0,7 24 5 16,-7 8 19 0,0-8-19-16,0 5-6 0,0-6-26 15,0-7 4 1,0-3 5-16,0-9-27 0,0 0-43 15,0-8 10-15,0-4-55 16,0-12-328-16</inkml:trace>
  <inkml:trace contextRef="#ctx0" brushRef="#br0" timeOffset="10674.64">25847 5486 677 0</inkml:trace>
  <inkml:trace contextRef="#ctx0" brushRef="#br0" timeOffset="10763.96">25847 5486 677 0,'87'-157'249'0,"-34"157"-249"0,21 0 104 0,7 0-54 16,-10-12-67-16,-24 1-55 15,-13-10-88-15,-13 1-194 16</inkml:trace>
  <inkml:trace contextRef="#ctx0" brushRef="#br0" timeOffset="11212.52">26508 5077 562 0,'0'0'51'0,"0"0"8"0,0 0-47 15,0 0 24 1,62-25 39-16,-16 22-25 15,-5 3-29-15,-10 0-16 0,-10 0-5 16,-21 0-32 0,0 32-32-16,-21 19-23 0,-45 6 28 15,-14 7 29-15,12-11 16 16,21-9 14-16,7-13 2 16,21-10 9-16,19-9 2 15,0-9-13-15,0 2-12 16,25-5 12-16,15 0 23 15,22 0 16-15,-3 0-22 16,9-16 15-16,-2-9-14 16,-4 5-10-16,3 9-8 15,-19 11-7-15,-24 0-17 16,3 0-49-16,-25-5-186 16</inkml:trace>
  <inkml:trace contextRef="#ctx0" brushRef="#br0" timeOffset="11993.69">27345 4957 424 0,'0'0'146'0,"0"0"-41"0,0 0 39 0,0 0-104 0,0 0-21 0,0 0-12 0,0 0 2 16,25 216-7-16,-13-200-2 0,-3 1 8 15,-2-14 0 1,-7-3-8-16,0 0-6 16,0 0 4-16,0 0-14 15,0 0-22-15,0 0-12 0,-22-32 23 16,10-4 20-16,5-4-5 15,7 7 4-15,0-6-7 16,0-2 12-16,7 10 2 16,27 3 0-1,0 12-2-15,-9 8-2 0,2 8 5 16,-14 0 7-16,-1 0 11 16,-2 0-6-1,-10 0 19-15,0 8-26 0,0 8 12 16,0-4-16-16,0-4-1 0,0 0-6 15,0-5 6-15,0 2-2 16,0 2 9 0,0 6-8-16,18-5 8 0,4 3-7 15,9-2 9-15,-3 2 14 16,0-3-20-16,-4 5-1 16,-2 2 6-16,-3 10 1 15,-7-1 14-15,-12 4-8 16,0 0 8-16,0-4-9 15,-12-4 23-15,-47 13-6 16,-9-2-11-16,-7 2-6 16,4-10-11-16,24 6 15 15,20-17-18-15,20-12-15 0,7 0-69 16,0 0-64-16,0-12-163 16</inkml:trace>
  <inkml:trace contextRef="#ctx0" brushRef="#br0" timeOffset="12628.8">28046 4921 576 0,'0'0'90'0,"0"0"39"0,0 0-52 0,0 0-51 16,0 0-11-16,0 0-11 16,-149 139-4-16,118-111 1 0,3-3 14 15,16-1-5 1,-4-8 18-16,16-1-28 0,0-6-3 16,0-9 0-1,40 0 0-15,7 0 2 0,15 0 1 16,-9 0 10-1,-1-4-6-15,-18-4-8 0,-6 0-12 16,-15 4 10-16,-7 0-8 16,-6 0 5-16,6-4 7 15,3-8-17-15,4-1 4 16,5-2-30-16,-2 2 23 16,-16 9 17-16,6 5 4 0,-6 3 2 15,0 0 44 1,0 0-13-16,0 0-14 0,0 0-3 15,0 20 15-15,0 12 26 16,0 12-22-16,0 4 4 16,0-7-25-16,0 10 7 15,0-15-19 1,0-7 5-16,0-9-6 16,0-17-18-16,0-3-24 0,0 0-58 15,12-11-30-15,-5-22-154 16</inkml:trace>
  <inkml:trace contextRef="#ctx0" brushRef="#br0" timeOffset="16324.75">29996 2887 525 0,'0'0'80'0,"0"0"-60"0,0 0 24 0,115-241-24 0,-94 197 4 16,-14 20 55-16,-1 12 14 0,6 1-33 15,-6 2-7 1,16 1-34-16,-9 0-5 0,8 4-12 15,-2 4 2-15,-1 0-4 16,10 0-5 0,0 0 4-16,-3 0-2 0,3 0-2 15,-16 29 2-15,-5 10-5 16,-7 13 1-16,0 9 7 16,-13 6 6-16,-27 2-2 15,6-9 7-15,9-4-5 16,9-8-6-16,-2 4 4 15,18-11-17-15,0-13 13 16,0-12-46-16,0-16-22 0,0 0-61 16,40-8-37-16,-27-36-185 15</inkml:trace>
  <inkml:trace contextRef="#ctx0" brushRef="#br0" timeOffset="16440.28">29996 2887 654 0</inkml:trace>
  <inkml:trace contextRef="#ctx0" brushRef="#br0" timeOffset="16556.84">29996 2887 654 0,'-47'-141'227'0,"47"158"-192"0,62-1 90 0,19-8 67 15,6-4-147-15,-28-4-41 16,-13 0 0-16,-5 0-4 15,-1 0-32-15,-6 0-44 0,0-17-33 16,-21-11-98-16,-13 1-626 16</inkml:trace>
  <inkml:trace contextRef="#ctx0" brushRef="#br0" timeOffset="17091.16">30694 2627 650 0,'0'0'253'0,"0"0"-174"15,0 0 6-15,0 0-85 16,24 0 6-16,23-17-6 0,-7 1 0 16,1 8 3-16,-14 8-3 15,-2 0-3 1,-3 0-8-16,-16 0 9 0,-6 16-13 15,0 9 15 1,0 6 11-16,0 5-4 16,0 5 6-16,0-5-2 0,-12-8 6 15,12-8-13-15,0-4-4 16,0 0-2-16,0 0 0 16,0 4 4-16,0 5-1 15,0-10 0-15,0 17 5 16,0 1 2-16,-6 3-4 15,-29-5 22-15,-5-3-19 0,12-7 3 16,-6-6-9-16,-3 1-2 16,-19 4 0-16,10-7-36 15,-1-1-17-15,19-8-82 16,3-4-131-16</inkml:trace>
  <inkml:trace contextRef="#ctx0" brushRef="#br0" timeOffset="19040.57">31568 2566 308 0,'0'0'141'0,"0"0"-35"0,0 0-6 0,0 0 14 0,0 0-17 16,0 0-57-16,-6-20-20 15,6 20-5-15,0 0 31 16,0 0-13-1,0 0-2-15,0 0-13 0,0 0 24 16,0 0-8-16,0 0 6 16,0 0-3-16,0 0-20 0,-6 28-3 15,6 17-12-15,-16 10 24 16,16 1-24-16,0 1 5 16,-12-1-2-16,-1-4-7 15,-2-8 2 1,-4-8-16-16,13-8-12 0,-9-8-28 15,8-12-17-15,1-8-90 16,-6 0-124-16</inkml:trace>
  <inkml:trace contextRef="#ctx0" brushRef="#br0" timeOffset="19543.16">31407 2682 650 0,'0'0'131'15,"0"0"-63"-15,0 0-49 16,0 0-3-16,0 0 27 15,0 0 9-15,220-32-50 16,-174 32 4-16,-5 0-6 0,-13 0-3 16,-16 0-10-16,-12 8-21 15,0 13 31-15,0 15-3 16,-6 0 6-16,-34 4 12 16,15 4 6-16,-9-12-17 15,27 0-2-15,7-16-17 16,0 8-25-16,0-4 8 15,0-4 23-15,25 4 11 16,16 8 2-16,-7-12 5 16,-6 1 13-16,-16-1-1 15,-12-9 3-15,0 9 0 16,0 9 36-16,-68 3-14 16,-31 4-21-16,-7 0-20 0,4-5 5 15,21 3 0-15,28-15-14 16,19-7 0-16,16 5-35 15,5 2-71-15,4-3-165 16,9 0-337-16</inkml:trace>
  <inkml:trace contextRef="#ctx0" brushRef="#br0" timeOffset="19970">32064 3192 9 0,'0'0'506'0,"0"0"-473"0,0 0 41 0,0 0-28 0,0 0-8 0,0 0 41 0,53-141 5 0,-53 82-29 16,6-6-20-16,0 13 12 16,-6 4-43-16,0 12 4 15,0 11-6-15,0 18-4 0,0 7-3 16,0 0 0-16,-6 0-19 15,-22 0 24-15,16 4-5 16,-1 15 9-16,-15 1-7 16,1 9 3-16,-4-1-16 15,-16 8-116-15,-9-4-221 16</inkml:trace>
  <inkml:trace contextRef="#ctx0" brushRef="#br0" timeOffset="20741.08">29918 4070 504 0,'0'0'79'0,"0"0"23"0,0 0-19 0,146-261-48 0,-105 209-30 0,-23 16-2 0,10 21 9 16,-22 7 7-1,-6 8 15-15,6 0 28 0,-6 0-17 16,0 11-36-1,28 25 12-15,-9 8-10 0,3 9-11 16,-16-1 2-16,-6-1-4 16,0 6-46-16,0-4 30 15,0-6 4-15,0-7-5 16,-13-11-26-16,7-9-53 16,-9-9 2-16,2-11-103 15,-15 0-278-15</inkml:trace>
  <inkml:trace contextRef="#ctx0" brushRef="#br0" timeOffset="20936.91">29918 4070 633 0,'-9'-68'377'0,"25"68"-362"15,30 0 61-15,1 0-13 16,-1 0-34-16,13 0-16 15,-19 0-13-15,7 0-4 16,-7 0-43-16,-6 0 1 16,0 0-43-16,1 0-164 15</inkml:trace>
  <inkml:trace contextRef="#ctx0" brushRef="#br0" timeOffset="21501.38">30625 3798 446 0,'0'0'137'0,"0"0"-32"16,0 0-11-16,0 0-70 16,0 0-22-16,0 0 36 15,81-25-1-15,-47 25-14 16,-21 0 3-16,5 0-15 15,-9 0 0-15,-9 16-4 16,0 4-1-16,0 8-1 16,0 0 18-16,0-7 8 0,0 7-9 15,0-12-22-15,0-1-4 16,0-10-8 0,0 7-7-16,0-4 8 15,19 0 11-15,15-4 1 0,0 0 1 16,-9 4 15-16,-9-4-9 15,-4 0-7-15,-12 0-1 16,0 4-5-16,0 0-2 16,0 8 14-16,0 4 9 15,-12 0-14-15,-23 4-2 16,-5 4-1-16,0 0-4 16,0 8-39-16,-1-3-55 15,7 3-122-15,16-17-288 16</inkml:trace>
  <inkml:trace contextRef="#ctx0" brushRef="#br0" timeOffset="21903.45">31407 3925 334 0,'0'0'141'16,"0"0"-39"-16,0 0-3 0,0 0-15 0,0 0 24 0,0 0-9 0,21 81 5 0,-21-37-58 15,0-3-30-15,0-5-13 16,0-8-4-16,0-4 1 16,0-12-19-16,0-9 5 15,0-3-10 1,0 0-9-16,0 0-69 0,0-12-121 15,0-28-436-15</inkml:trace>
  <inkml:trace contextRef="#ctx0" brushRef="#br0" timeOffset="22070.09">31407 3925 72 0</inkml:trace>
  <inkml:trace contextRef="#ctx0" brushRef="#br0" timeOffset="22402.1">31407 3925 72 0,'127'-172'322'0,"-53"144"-211"0,13 1-4 0,0 2 87 15,-13 9-121-15,-49 16-32 16,-19 0-16-16,4 0 8 15,-10 16-15-15,0 9 13 16,0 2-30-16,-16 1-2 16,-24 5-7-16,0-5 3 15,9 0 5-15,-4-8 0 16,23-9 3-16,3-6-3 16,9-2-1-16,0-3-36 15,0 13 22-15,9-9 11 16,16 0 1-16,3 8 6 0,-10-9 1 15,-2 10-2 1,-10-9-4-16,-6 7-2 0,0 2-12 16,0-1 12-1,0 7 4-15,-40 6 17 16,-13-5-15-16,13 4 23 0,-16 0-13 16,9-7 5-16,7 2-17 15,9-2-25-15,3-2-26 16,28-10-98-16,0-5-282 15</inkml:trace>
  <inkml:trace contextRef="#ctx0" brushRef="#br0" timeOffset="23001.27">32269 3865 501 0,'0'0'142'0,"0"0"-63"0,0 0 47 0,0 0-83 0,0 0-17 15,0 0 27-15,0 0-8 16,0 0-4-16,0 0-25 15,0 0 12-15,0 0-27 16,0 0 0-16,0 0-1 16,0 0-14-16,0 0-24 0,0 16-4 15,0 1 37 1,-19 15-16-16,-15-12 19 0,0 12 2 16,9-8-2-1,-3-5 6-15,10 2 6 0,2-5-10 16,16-4-3-16,0-4-9 15,0 4-9-15,34-12 16 16,7 5 5-16,5-5 18 16,7 0 8-16,9 0 6 15,3 0-20-15,9 0 13 16,1 0-15-16,5 0-10 16,-8-17-37-16,-17-7-105 15,-30 8-258-15</inkml:trace>
  <inkml:trace contextRef="#ctx0" brushRef="#br0" timeOffset="24001.12">29683 5185 282 0,'0'0'296'0,"0"0"-227"0,0 0 7 0,0 0 4 0,0 0 0 0,0 0-17 16,99-181 10-16,-52 121-54 15,-7 1 19-15,0 2-16 16,-6 9-12 0,0 4-7-16,-6 24-5 0,-9-1 2 15,-7 14 0-15,10 7-1 16,-10 0-4-16,10 7 1 15,-9 34 8-15,-1 3-10 16,-12 4 12-16,0 4-11 16,0 4 5-16,0-7-27 15,0-5 9-15,-25 4-34 0,-3-12 16 16,0-4-21 0,3-9-44-16,-2-6-92 15,-8-13-341-15</inkml:trace>
  <inkml:trace contextRef="#ctx0" brushRef="#br0" timeOffset="24113.37">29683 5185 790 0</inkml:trace>
  <inkml:trace contextRef="#ctx0" brushRef="#br0" timeOffset="24200.84">29683 5185 790 0,'167'-280'178'0,"-133"280"-116"0,7 0-18 0,11 0-39 16,7 0-17-16,-12 0-56 16,-7 0-65-1,-12-13-149-15</inkml:trace>
  <inkml:trace contextRef="#ctx0" brushRef="#br0" timeOffset="24738.7">30439 4756 457 0,'0'0'345'0,"0"0"-281"16,0 0-5-16,0 0-51 16,13-20-8-16,33 4 0 15,7-1 6-15,-13 9-5 16,1 8-2-16,-20 0-1 15,-14 21-2-15,-7 15-2 16,0 4 6-16,0 0 10 16,-16-4-4-16,-15 1 19 0,3-10-2 15,10-7 6-15,8-12-29 16,10-3-10-16,0 2-29 16,0 1 18-16,0 0-2 15,22-3 20-15,6-5 3 16,-10 3 6-16,1-3-3 15,-10 0-3-15,-9 5-4 16,0 2 0-16,0 9 4 16,0 5 7-16,-55 7 14 15,-4 3-3-15,0-3-14 16,-3-3 9-16,15-5-13 0,13-8-27 16,15-12-98-16,19 0-150 15</inkml:trace>
  <inkml:trace contextRef="#ctx0" brushRef="#br0" timeOffset="25152.69">31128 4896 255 0,'0'0'161'0,"0"0"-35"0,0 0-23 0,0 0-20 0,0 0 3 0,0 0-2 0,6 45-1 0,-6-6-20 15,0 2-31 1,0-5-16-16,0 0-5 16,0-8-11-16,0-4 0 0,0-12-26 15,0 4-12 1,0-12-63-16,0-4-61 0,0 0-129 15</inkml:trace>
  <inkml:trace contextRef="#ctx0" brushRef="#br0" timeOffset="25324.98">31128 4896 123 0</inkml:trace>
  <inkml:trace contextRef="#ctx0" brushRef="#br0" timeOffset="25667.65">31128 4896 123 0,'99'-260'281'0,"-25"232"-217"0,7 12 53 0,-3-1 124 16,2 6-198-16,-52 11-7 15,-16 0-16-15,4 0 6 16,-16 15-22-16,0 14 13 16,0 15-17-16,-9 4 0 15,-38 4-5-15,7 4-2 0,9-12-5 16,3-11 4 0,15-10 5-16,7-15-10 15,6-3 8-15,0-5-33 16,0 0-28-16,6 0 18 0,35 0 20 15,-1 0 23 1,-9 0 5-16,-15 0 7 0,-10 0-7 16,-6 11 10-16,0 1 8 15,0 12 56-15,-28-4-37 16,-25 13-24-16,-6 3-3 16,-3 0 1-16,-3-4-11 15,19 0 5-15,5-4 3 16,13-12-8-16,28-16-7 15,0 0-155-15,0 0-244 16</inkml:trace>
  <inkml:trace contextRef="#ctx0" brushRef="#br0" timeOffset="26372.42">31956 4739 335 0,'0'0'190'0,"0"0"-84"0,0 0-19 0,0 0-51 0,0 0-36 15,0-15-3-15,0 11 3 0,0 4 6 16,6 0 52-16,6 0-24 16,4 0 13-16,-4 0-20 15,1 0-15-15,8 0-8 16,-2 0 2-16,-4 0-3 15,-2 0-3-15,-13 4-22 16,0 24 8-16,0 8 12 16,0-13-12-16,0 7-4 15,0-15 12-15,-6-3-13 0,6 0 11 16,0-4-23 0,0 0 24-16,0 1 6 15,6-1 1-15,6 0 17 0,22 7 6 16,-12-2-19-16,-10 3 7 15,-5-1-6-15,-7 1-1 16,0 1 17-16,0 2-9 16,0 1 22-16,-19 5-16 15,-37-1-16-15,3 0-2 16,-5 0-3-16,11-8-2 16,13-4-29-16,6-4-36 15,9-8-123-15,4 0-347 16</inkml:trace>
  <inkml:trace contextRef="#ctx0" brushRef="#br0" timeOffset="27246.84">29636 6115 418 0,'0'0'151'0,"0"0"-23"0,0 0 42 0,0 0-73 0,0 0-31 0,0 0-2 0,0-28-40 16,0-3 14-16,0-18-7 15,0-15 10-15,0 0-31 16,34-5-7-16,13 5 0 16,-7 9-3-16,1 10-7 15,-17 13-19-15,-8 17 26 0,-4 7-7 16,-12 8 0-1,6 0 7-15,1 0-5 0,14 36-5 16,4 3 10-16,-9 5 0 16,8 4-28-1,-8 1-9-15,-16-10-26 0,0 6 20 16,0-5-22-16,0-8 55 16,0-8-43-16,-9-8-9 15,-22-12-128-15</inkml:trace>
  <inkml:trace contextRef="#ctx0" brushRef="#br0" timeOffset="27354.07">29636 6115 439 0</inkml:trace>
  <inkml:trace contextRef="#ctx0" brushRef="#br0" timeOffset="27448.06">29636 6115 439 0,'75'-284'510'0,"-50"284"-498"0,21 0 39 15,10 0 14-15,3 0-63 16,-7-4-2-16,4-8-39 16,-19-4-111-16,-9-1-203 15</inkml:trace>
  <inkml:trace contextRef="#ctx0" brushRef="#br0" timeOffset="28095.6">30238 5671 425 0,'0'0'103'0,"0"0"-67"16,0 0 10-16,0 0-8 16,0 0 6-16,34 0 39 0,6-5-31 15,1 2-5-15,-1 3-17 16,-9 0-11-16,-3 0 5 16,-16 0-13-16,-6 0-9 15,-6 3-1-15,0 10 12 16,10 2-1-16,-10-2 1 15,0-5-13-15,0-5-8 16,0 6-14-16,0-6 11 0,12 5 3 16,7 0-10-16,15-3-4 15,6-5 22-15,7 0 7 16,-7 12-5-16,-12-4 7 16,-16-5-7-1,-6 5 0-15,-6 1 21 0,0 2 11 16,0 14 3-16,0-6-25 15,0 14 4-15,-34 6-7 16,-25-3-9-16,7-3-53 16,-10-5-9-16,9-8-25 15,19-8-103-15,9-3-120 16</inkml:trace>
  <inkml:trace contextRef="#ctx0" brushRef="#br0" timeOffset="28845.09">31128 5730 508 0,'0'0'104'0,"0"0"-26"0,0 0 4 0,0 0-23 0,0 0 8 0,0 0-37 0,6 69 16 16,-6-37-30-16,0-4 14 16,0 4-24-16,0-12-2 15,0 0-4-15,0 3 0 16,0-14-8-16,0 3 8 16,-12-12 11-16,-4 0-9 0,4 0-2 15,5 0-22-15,7-21 17 16,0-15-20-16,0-7 21 15,0-9 2-15,41 0-6 16,24-4-5-16,-3 12-9 16,-3 11 10-16,-13 17-3 15,-5 12 13-15,-14 4 0 16,-2 0 2-16,3 0 1 16,-15 12 2-16,2 8 4 15,-15 1-5-15,0 2-4 16,0-2-2-16,0 2-10 15,-15 2-4-15,-10-6 3 0,3-6 0 16,10-6 12 0,12 1-10-16,0-8-44 0,0 5-47 15,0-5-6 1,25 0 90-16,9 0 16 0,6 8 4 16,-6-4 5-1,-15 0-2-15,-4 8-3 0,-15 4 0 16,0 4 42-16,0 12 11 15,-62 0-4-15,3 9-10 16,0-10 36-16,-9-3-20 16,15-12-42-16,13-8-13 0,0-3-48 15,6-5-125 1,-7 0-175-16</inkml:trace>
  <inkml:trace contextRef="#ctx0" brushRef="#br0" timeOffset="29528.73">32070 5635 353 0,'0'0'108'0,"0"0"-41"0,0 0 72 0,0 0-15 0,0 0-34 16,0 0-28-16,-40 67-38 15,-6-34-11-15,-1-2-13 16,7-2-8-16,-1-9-11 0,13-4 15 16,16-12-2-1,6 4-2-15,6-8-1 0,0 0-19 16,0 0-20-16,31 0 32 15,25 0 16-15,3 0 0 16,0 0 12-16,3 0-10 16,-10 0 3-16,-11 0 0 15,-7 0-5-15,-16-8-13 16,-12 4-19-16,10-12-22 16,-10 3 3-16,7-7 14 15,-13 17-44-15,6-2 69 0,-6 5 12 16,0 0 12-1,0 0-11-15,0 0 20 0,0 0-17 16,0 8 0-16,0 17 28 16,0 11 14-16,0 8 24 15,0 8-7-15,0 4-1 16,0 0-36-16,0-4 1 16,-6-8-27-16,6-16 5 15,-7-15-10-15,7-13-38 16,0 0-167-16,0-13-237 15</inkml:trace>
  <inkml:trace contextRef="#ctx0" brushRef="#br0" timeOffset="37125.11">21435 2498 333 0,'0'0'38'0,"0"0"19"0,0 0 0 0,0 0-24 0,0 0 17 0,0 0-2 0,-47 193 7 0,41-174-18 0,6-2 16 15,-6-1 20-15,6 4-16 16,0-1-21-1,0 18-19-15,0 7 8 0,0 8-8 16,0 12 17-16,0 8-32 16,0 0 9-16,-22-7-6 15,22-1-5-15,-18 0 4 16,-4-3-4-16,10 3 0 16,-10-4 6-16,3 7-11 15,7 2 12-15,-4 7-12 16,-2-3 16-16,-10 3-22 15,3-8 12-15,-3 0-1 0,0 0 0 16,16 1 5-16,-10-5-10 16,10 3 10-16,6-2-10 15,-1 3 11-15,7 4-13 16,0-4 11-16,0 13-9 16,0-6 2-16,0-2-6 15,0-9 8-15,0-8-10 16,-21 0 11-16,8-7 0 15,1-10-6-15,6-3 11 16,6-3-10-16,0-9 4 0,0 8-8 16,0 0 8-1,0 0-18-15,18-4 14 0,4-4-15 16,-3 1 6 0,9-17-31-16,-4 3 26 15,4-11-23-15,6 0 42 16,7 0 6-16,11 0 0 0,13 8 15 15,16 4-19-15,21 9 18 16,4 2-18-16,15 5 1 16,-7-3-3-16,-2-6 0 15,-3-11-4-15,-16-8-3 16,-13 0-2-16,-8 0 1 16,-10 0 2-16,-10 0 8 0,10 0-8 15,-9 0 11 1,18 0-10-16,4 0-5 15,5 0 9-15,1 20-4 0,12-3 3 16,0-1-5-16,9 4 14 16,-15-4-14-1,-15-5 17-15,-10 6-13 16,-4-4 3-16,11-2-3 0,-17-7-7 16,1-4-29-16,9 0 28 15,-9 0-2-15,12 0 4 16,3 0 18-16,7 0-8 15,11 0 3-15,-5 0-4 16,18 0-7-16,-12 0-9 16,6-7-10-16,-12-14-22 15,-7 1 37-15,-15 12 11 16,-12 8-1-16,-7 0 4 0,13 0 23 16,9 4-6-16,-4 24 4 15,23-4-19-15,0 0 4 16,-1-8-9-16,1-4-19 15,0-4 16-15,-4 0-11 16,-3 0 11-16,1 4 6 16,-10 4 1-16,-3 1-4 15,-3-1 9-15,3-1-1 16,-3 1-8-16,15-8-1 16,-15 5-12-16,22-6 13 15,6 6-2-15,-1 3 1 16,1-1-7-16,-6-2 8 15,12-5 0-15,-12 0 0 0,-1-4-3 16,1 4 6-16,-10-4-8 16,-3 12 10-16,13-12-3 15,-7 3-2-15,19-2 0 16,0-5-4-16,-6 0 4 16,12 0 0-16,-12 0-1 15,-19 0-1-15,-9 0 1 16,-6 8 1-16,3 4 6 15,3-1 15-15,9-2-21 16,-9-9 10-16,0 0-10 16,3 0 1-16,12 8 2 15,-15-8 1-15,0 4-8 16,-3 8 16-16,-3 4-15 16,-7-4 6-16,1 1-6 0,-1-2 8 15,-18-3-5 1,6-4 0-16,-3-4 1 15,3 0-4-15,0 0 6 0,13 0 10 16,-7 5 0-16,7 3 27 16,12 3-22-16,-4 1-18 15,4 1 7-15,-6-10-8 16,9-3 1-16,-15 0-15 16,11 0 12-16,-5 0 5 15,-3 0-4-15,-13 0 4 16,3 0 5-16,10 0-4 15,3 5-3-15,12 7 22 16,-3-1-13-16,3-3 6 16,-19-3-11-16,29-5 10 15,-16 0-13-15,15 0 28 0,1 0-17 16,-10 0-1-16,3 8 3 16,6 7-12-16,-9 2 1 15,4 2 9-15,-4-2-8 16,15-9-2-16,1 3 3 15,6-6-5-15,0-2-2 16,-1-3 2-16,-5 0 1 16,-7 0-1-16,-8 0 6 15,2 5-4-15,-9-1 0 0,9 4 9 16,-3 3-7 0,-3-2 11-16,3 3-13 0,-3 0 8 15,-3-12-10-15,9 3 2 16,-9-3-5-16,3 0 6 15,-3 0 3 1,0 0-6-16,3 0 1 0,-9 0 8 16,15 9-7-16,-9-9 2 15,9 4 3-15,3 0-1 16,-2 0 1-16,-4 8-4 16,-3-4 4-16,-16 4-4 15,-12-8 1-15,7 0-3 16,-23-4 1-16,10 0-2 15,-3 5 7-15,-3-5-6 0,9 8-2 16,3-5 3-16,6 5-13 16,0-4 22-16,1 0-22 15,-1 0 20 1,-12-4-16-16,-9 0 7 0,-7 0-4 16,16 0 3-16,-6 0-13 15,2 0 14-15,-11 0 0 16,9 0 0-16,-4 0 5 15,4-4-5-15,-4-12 5 16,4-4 5-16,-9-4 2 16,14-9-9-16,-8 6 6 15,15-13-6-15,-6-12-6 16,-16-4-10-16,7-8-16 16,-19-5-24-16,0-3 3 0,0 0 28 15,0 4 13 1,0 7 8-16,0 2 2 0,9-6 0 15,10 5 0-15,0-12 0 16,8-4 1-16,1-5-4 16,-9 6-6-16,-7-2-24 15,4 5 11-15,-10 0 20 16,-6 0-2-16,0-5 6 16,0-11 6-16,0-29-6 15,0-15-6-15,-40-8-7 16,6 0-105-16,0 20-14 15,21 27 72-15,13 21 57 0,0 19 44 16,0 17 73-16,0 5 10 16,0-5-51-1,0-5-45-15,0-11-24 0,0-12-7 16,0-8-27 0,13-8-27-16,2-1-23 0,-9 1 41 15,0 8-25-15,-6 0 39 16,0 8 22-16,0 12 0 15,0-1 37-15,0-3 14 16,0 4-1-16,0-12-49 16,0 4-1-16,0 4 5 15,0-5-8-15,0 21 8 16,-12-3 8-16,-16 7-5 0,10-1 24 16,-10-3-32-16,0-1 0 15,-3 2-10 1,-10-9-5-16,-5 7 9 0,-22 2 2 15,3-2 4-15,-4 10 69 16,17 6-63-16,11 9 10 16,7 8 3-16,16 0 15 15,-16 8-19-15,-7 0-6 16,-11 0-4-16,-23 0 1 16,-12 0-4-16,-21 4-4 15,-4 8-9-15,-9-8 11 16,-6 0 0-16,0-4 21 15,12 0-14-15,4 0-7 16,2 0 12-16,4-4-4 16,-10-12-16-16,0 0 17 0,-18-8-7 15,-13 7 3-15,-9-2 13 16,-3 7-18-16,-9 4-2 16,-1 0 2-1,13 8 3-15,16-4-3 0,5 0 8 16,13 0-21-16,13-9 0 15,2 2 12-15,1-6-21 16,-4 1 17-16,-12 1 2 16,-12-1 3-16,-6 3-1 0,-1 6 5 15,-3-6-13 1,16 2 18-16,16-1-18 16,2 4 13-16,10 0-4 0,6 3 5 15,6-3 0 1,7-4-3-16,5 1-2 0,1-14-3 15,2 1 1-15,-14 4-1 16,5-4-16-16,-12 9 16 16,6 15-2-16,-9 0-11 15,9 0 16-15,-6 0 0 16,6 0 14-16,-6 3-13 16,0 0-1-16,0 2 0 15,-15-5-6-15,15 4-18 16,-7-4 11-16,4 8 11 15,3 0-6-15,7 4 6 0,-1-4 4 16,6 0 0-16,-6 0 2 16,7 0-8-16,2-8 9 15,-24 0-10 1,-4 0 9-16,-2 0-4 0,-13 0 4 16,16 0 0-16,-4 0-8 15,10 8 13-15,6 9-10 16,6-9 2-16,0-5-1 15,6 2 0-15,23-2-10 16,-17-3-3-16,1 0 3 16,-1 0 10-16,-2 0 0 15,9 0-3-15,-7 0 1 0,22 0 0 16,1 0 2 0,11 0 0-16,-5 0-12 15,-16 0-16-15,3 0 8 0,-15 0 15 16,2 0 5-16,-2 0-19 15,-7 0 13-15,7-11-13 16,9-14-21-16,3-7-2 16,3 8 34-16,18 3 8 15,-5 10 5-15,6 7 42 16,-7 4-23-16,1 0-24 16,-16 0 0-16,9 0-3 15,-12 0-6-15,9 0 8 0,3 0-19 16,1 0 20-1,5 0 2-15,-6 0 2 0,4 9 10 16,2 2 10 0,1 1-11-16,-1 1-8 0,22-6 1 15,-9 9-3-15,0-8-4 16,0 8 1-16,9-4 0 16,-9 1 2-16,12-5 0 15,4-1 15-15,-16 1-6 16,28 0 31-16,-22 0-24 15,9 8-10-15,-3-4-6 16,4 1-1-16,-4-2-2 16,16-2 4-16,-13 7-12 0,-2-1 14 15,-4 9-14-15,9-4-7 16,-2-4-2 0,-10 4 1-16,3 5-43 0,-3-6-46 15,0 2-88-15,9-12-129 16</inkml:trace>
  <inkml:trace contextRef="#ctx0" brushRef="#br0" timeOffset="42567.01">30272 10739 622 0,'0'0'262'0,"0"0"-213"0,0 0 34 0,0 0-51 0,0 0-4 0,0 0-1 0,0 0 19 0,0-20-20 16,0 17 39-16,0-2-28 15,-6-6 1-15,-22-1-36 16,-6-12 8-16,-7 15-10 16,10 1 0-16,-9 0 2 15,0 8-1-15,-1 0 19 16,-5 0-17-16,-1 0 5 15,-2 36-8-15,-4 8-2 16,0 1-9-16,7-5-1 0,-1 0 4 16,7 4 0-1,6 0 7-15,-6 17-2 0,-1-6-8 16,1 1 3-16,21 1 5 16,-2-14-4-16,2 6 5 15,7-1 2-15,2 4-5 16,4 9 3-16,0 6 4 15,-6 2-7-15,12-9-6 16,0 1 5 0,0-10 1-16,0-11 4 0,0 8-6 15,0-7 7-15,0-2 0 16,34 2 4-16,-9 3-9 16,15-4 6-16,-12-4-3 15,3 0-13-15,3-8 11 16,0 1-3-16,0-6 7 15,-9 1 2-15,9 4 2 16,6-3-8-16,7-2 8 0,6 6-10 16,15-1 14-16,6-5-19 15,-3-2 5-15,-2-6-13 16,-17 2 1-16,17-5 10 16,-17-3 6-16,-5-2 4 15,-1 1-10-15,1-4 17 16,-1 8-9-16,16-4 1 15,-9-4 8-15,6-4-9 16,3 0-8-16,-3 0-15 16,9-16 2-16,-9-16 16 0,-12-8 5 15,-1 11-3 1,-6 1 7-16,-5 0 8 16,-1 4-10-16,12-4 3 15,-6-3 1-15,7 3 1 16,-7-5-7-16,-6 1 3 15,19-8-5-15,-6 0 4 0,5-5 7 16,-5-6-6-16,-7 2 7 16,0 10 1-16,1 6 5 15,-13 2-4-15,6 6-9 16,-16 1 17-16,4 0-18 16,3-4 18-16,3-8-19 15,-3-4 7-15,9-9-8 16,-13-7-8-16,4 4-8 0,3 0-2 15,-9 9 3-15,-4 18 15 16,-2-7-2-16,-7 0 6 16,6 0-2-16,4-16 2 15,-10 4-8-15,-6 3-4 16,0-3-3-16,0 5-2 16,-6 14 4-16,-28-3 9 15,-7 0 2-15,7 4 5 16,-6 0-2-16,0 0 2 15,-7-4-5-15,1-4-4 16,-13-1-1-16,6 2-18 16,-15 6 1-16,9 9 13 15,-3 8 1-15,3 8 12 0,6 0 15 16,-3 0-18 0,-3 0-3-16,-9-3-1 0,-9-1-1 15,-10-9-5-15,6 10-21 16,-6 3-5-16,19 0 14 15,-6 0 17 1,9 0-6-16,-4 0 4 0,4 0 3 16,-3 0 1-16,-6 0-25 15,15 3-2-15,-16 17 26 16,23 4-1-16,-17 12 1 16,4 1 2-16,6-5-10 15,-3-12-2-15,4 0-19 16,2-16 11-16,3-4-22 15,7 8-18-15,5-4-52 0,7 12 105 16,22 12-1 0,-16 5-19-16,9 6-101 0,-15-6-185 15</inkml:trace>
  <inkml:trace contextRef="#ctx0" brushRef="#br0" timeOffset="101134.75">6183 16791 300 0,'0'0'136'0,"0"0"-120"0,0 0 2 0,0 0 21 15,0 0-9-15,0 0 9 16,0 0 9 0,0 0-22-16,0 0 23 15,0 0-12-15,0-3 14 0,0 3-42 16,0 0-7-16,0 0 13 16,0 0 0-16,0 0-2 15,0 0-12-15,0 0 24 16,0 0-9-16,0 0 9 15,0 0-19-15,0 0 10 16,0 0-14-16,0 0-2 16,0 0 2-16,0 0 2 0,6 0 16 15,34-5-12 1,7 2 19-16,12-2-14 16,3 2 5-16,15-2-18 15,-9 1 17-15,19 4 0 0,-12 0-10 16,-10 0 7-16,-3 0-12 15,9 0 6-15,-9 0 1 16,-9 0-14-16,-13 0 12 16,-12 0-12-16,-3 0 5 15,-3 0 0-15,-4 0-2 16,-5 0 0-16,8 0-6 16,-2 0-28-16,3-3-5 15,30-13-89-15,-11-9-89 16,-13 5-244-16</inkml:trace>
  <inkml:trace contextRef="#ctx0" brushRef="#br0" timeOffset="102039.92">7764 16791 161 0,'0'0'307'0,"0"0"-258"0,0 0-3 0,0 0-36 0,0 0-3 15,0 0-7-15,0-19 44 16,0 19-16-16,0 0 63 16,0 0-9-16,0 0-37 15,16 0-34-15,2 0 25 16,16 0-12-16,13 0 9 0,6 0 10 15,15 0-35-15,-3 0 20 16,3 0-22-16,7 0 27 16,-4 0-33-16,16 0 27 15,-1 0-24-15,-11-5-3 16,18 5-3 0,-19 0 3-16,-5 0 6 15,-11 0-5-15,-11 0-2 0,-13 0-7 16,-6 0 0-16,-9 0-31 15,-19 0-49-15,0 0-109 16,-7 0-234-16</inkml:trace>
  <inkml:trace contextRef="#ctx0" brushRef="#br0" timeOffset="103498.96">6387 17233 308 0,'0'0'51'0,"0"0"3"0,0 0-11 0,0 0-18 0,0 0-10 0,0 0 20 0,0 0-11 0,0 0-3 0,0-4 9 0,0 4 9 16,0 0 5 0,0 0-12-16,0 0 27 0,0 0-8 15,0 0-15 1,0 0-22-16,0 0-1 0,0-4 1 16,0 4-6-16,0 0 10 15,0 0-3-15,0 0 28 16,0 0-27-16,0 0 1 15,0 0-12-15,0 0-6 0,0 0 2 16,0 15 0 0,0 18 3-16,0-1 3 15,0 16-10-15,0 8 9 0,0 4 3 16,0 17 1 0,0-5 0-16,-12 0-7 0,0-4-1 15,-4-3-1-15,10-18 4 16,6-11-10-1,-6-11 11-15,-1-14-11 0,7-7 13 16,0-4-16-16,0 0 4 16,0 0 0-16,0 0 3 15,0 0-23-15,0 0 21 16,0 0 2-16,0 0 1 16,13-7 0-16,9-1 16 15,2 0-14-15,11-5 0 16,-8 9-2-16,-2 1 0 15,-9 3 0-15,2 0 4 16,4 0-8-16,-10 0 12 0,-5 0-15 16,5 0 11-16,-3 0-8 15,-2 0-21-15,11 0-9 16,-2 0-18-16,2 0 13 16,-5 0-49-16,15-5-85 15,-28-6-198-15</inkml:trace>
  <inkml:trace contextRef="#ctx0" brushRef="#br0" timeOffset="104864.92">8087 17080 151 0,'0'0'210'0,"0"0"-206"0,0 0 46 0,0 0-13 0,0 0-18 0,0 0 12 0,0 0 21 15,0 0-12-15,0 0 22 16,0 0 16-16,0 0-20 16,0 0-15-16,0 0-33 15,0 0 10-15,0 0-16 0,0 0 7 16,0 0-7-1,0 8 17-15,0 13-6 16,0 2 5-16,0 10 9 16,0 19-10-16,0 4 1 15,0 12-14-15,0 8 10 0,0-4-14 16,0 0 2-16,0 0-3 16,0-3 2-16,-7-5-3 15,7-4 4-15,-6-7-3 16,6-6 14-16,0-6-25 15,0-5 14-15,0-13-4 0,0-2 2 16,0-17-2 0,0 0-2-16,0-4-7 15,0 0 8-15,0 0-13 0,0 0 0 16,0 0 14-16,0 0 2 16,0-4 5-16,13 0-3 15,5 4 9-15,10 0-11 16,12 0 6-1,7 0-2-15,-13 0 8 0,6 0-14 16,-21 0 0-16,3 0-4 16,-10 0 2-16,0 0 2 15,4 0 0-15,3 0-2 16,-7 12 2-16,10-8-7 16,-10-4-54-16,-12 0-72 15,0 0-276-15</inkml:trace>
  <inkml:trace contextRef="#ctx0" brushRef="#br0" timeOffset="114275.2">9718 16876 143 0,'0'0'171'0,"0"0"-132"0,0 0 40 0,0 0-24 0,0 0-28 16,0 0-10-16,0 0-3 16,0 0 0-16,0 0 27 0,0 0-7 15,0 0 8 1,0 0-26-16,0 0 29 0,0 0-30 15,0 0-12 1,0 0-3-16,0 0 9 0,0 0-18 16,0 0 16-16,0 0-7 15,0 0 4-15,0 0 12 16,0 0 10-16,0 0-6 16,0 0-5-16,0 0-4 15,0 0 12-15,0 0-14 16,0 0 13-16,0 0-16 15,0 0 19-15,0 0-18 16,0 0 5-16,0 0 10 0,0 0-10 16,0 0 11-1,0 0-19-15,0 0 2 16,0 0-2-16,0 0-8 16,0 0 5-16,0 0-8 0,0 0 14 15,18 0 5 1,29 0 2-16,8 0-4 0,11 0 10 15,14 0-13 1,13 0 4-16,-25 0-9 0,13 0 0 16,-28 0 1-16,-7 0-3 15,-5 0 6-15,5 7-4 16,-6-2-2-16,-5-2 5 16,5-3-6-16,6 0 8 0,-12 0-14 15,-3 0-8-15,-9 0-6 16,-9 0-44-1,-13 0-62-15,0 0-195 0</inkml:trace>
  <inkml:trace contextRef="#ctx0" brushRef="#br0" timeOffset="115241.4">11429 16832 44 0,'0'0'302'0,"0"0"-255"0,0 0 36 0,0 0-7 0,0 0-37 16,0 0 4-16,0-8 14 0,0 8-17 16,0 0 37-16,0 0-31 15,0 0 3-15,0 0-29 16,13 0 3-16,14 0-2 16,14 0 22-16,11 0-8 15,14 0-20-15,8 0 19 16,13 0-26-16,0 0 18 15,6 0-21-15,-13 0 10 16,29 0-14-16,-16 0-2 16,6 0-10-16,-6 0 11 15,-6 0 0-15,-13 0-18 16,-21 0 1-16,3 0-44 0,-38-8-40 16,10 0-136-1,-28-1-383-15</inkml:trace>
  <inkml:trace contextRef="#ctx0" brushRef="#br0" timeOffset="115889.69">13460 16904 320 0,'0'0'130'0,"0"0"-76"0,0 0 11 0,0 0 21 0,0 0-2 15,0 0 20-15,0 0-37 0,267 0-18 16,-171-5 20 0,3-3-27-16,6 0-12 0,-2 5-28 15,-4-5 24-15,-6 4-26 16,0-4-6-16,-19 8 3 16,-12 0-14-16,-24 0-8 15,-4 0-53-15,-34 0-95 16,0 3-311-16</inkml:trace>
  <inkml:trace contextRef="#ctx0" brushRef="#br0" timeOffset="136837.17">9919 18026 188 0,'0'0'77'0,"0"0"-10"0,0 0 6 0,0 0-15 0,0 0-36 0,0 0-8 16,0 0-8-16,0 0 10 16,-15 0 20-16,15 0-6 15,0 0 17-15,0 0-15 16,0 0 12-16,0 0-1 16,0 0-12-16,0 0-14 0,0 0 4 15,0 0-12-15,0 0 14 16,0 0-7-16,0 0 9 15,0 0 3-15,-7 0-19 16,7 0 31-16,0 0-31 16,0 0 24-1,0 0-29-15,0 0 14 0,0-7-18 16,0-6 0-16,0-6 1 16,0-14 1-16,0-23 15 15,0-16-17-15,0-12 11 16,0-4-10-16,0-5-2 15,28 5 1-15,-22 12-9 16,13 16 0-16,-10 20 9 16,-9 16-10-16,0 20 25 15,0 4-29-15,0 0 14 16,13 0-10-16,12 15-67 0,2 26 77 16,20 7 8-16,-13-4-8 15,6 0-1-15,7-8 1 16,-7-3-1-16,-6-5 4 15,7 0-6-15,-17-4 6 16,4-4-3-16,6-4 2 16,-15-13 0-16,3 2-4 15,-10-5-8-15,-6 0 4 16,1 0-6-16,-7 0 12 16,0-21 4-16,15-22 42 0,-2-14-30 15,-13 1-11 1,12 1 2-16,-6 2-7 0,0 1 1 15,-6 4 2-15,10-4-6 16,-10 8-23 0,6 3 1-16,-6 13-26 0,0 12 18 15,0 12-62 1,12 4-50-16,-12 0-143 0</inkml:trace>
  <inkml:trace contextRef="#ctx0" brushRef="#br0" timeOffset="137889.11">11615 17990 317 0,'0'0'86'0,"0"0"-47"0,0 0 49 0,0 0-45 0,0 0 4 15,0 0-5-15,6 8 8 16,-6-8 14-16,0 0 2 15,7-3-1-15,8-17-12 16,4-16-17-16,-4-16-12 0,10-12-8 16,9-17-16-16,-15 1 6 15,9 0-4 1,-22 8-2-16,0 7 0 0,9 17 1 16,-15 20-7-16,0 15 15 15,7 13-18-15,-1 0-1 16,-6 0 0-16,12 0-34 15,10 9 14-15,3 27 24 16,9 16 6-16,-6 17 0 16,12-1-1-16,0 4-9 15,1-4 1-15,-10-11 4 0,3-14 9 16,0-3-5 0,-6-12 2-16,9-8 3 0,3-4 1 15,-12-8-3 1,13-4-2-16,-13-4-3 0,-4 0 3 15,23-7 2-15,-13-42 45 16,6-18-20-16,-21-14-2 16,3 1-14-16,-22-5-11 15,0 13-1-15,0 8-29 16,0 15 7-16,0 13-4 16,0 17-14-16,-13 11-13 0,4 4-35 15,-10 4-46-15,13 0-163 16</inkml:trace>
  <inkml:trace contextRef="#ctx0" brushRef="#br0" timeOffset="138752.44">13823 18151 232 0,'0'0'100'0,"0"0"-8"0,0 0 13 0,0 0-21 0,0 0 11 15,0 0 8-15,-9 8-55 16,2-28-32-16,7-16 41 0,0-8-33 16,0-17-3-16,0-14-6 15,0-10-11-15,0-4-8 16,16 9-20-1,-10 21 21-15,0 26-16 0,7 22 3 16,-1 11-15-16,10 0-53 16,-4 39 80-16,23 14 4 15,-7 2 0-15,12-2-20 0,-5-9-38 16,-1 0 23 0,6-11 34-16,-11-5 2 0,-1-9 23 15,0-7 13 1,-3-7-10-16,-3-5-5 0,0-5-19 15,18-38 35-15,-15-6-37 16,-9-7 58 0,-16-4-52-16,-6 8 14 0,0-4-18 15,0-5-3 1,0 9-3-16,0-4-17 0,0 8-6 16,0 16-47-16,6 7-29 15,-6 14-39-15,0 11-165 16</inkml:trace>
  <inkml:trace contextRef="#ctx0" brushRef="#br0" timeOffset="148227.79">4818 14838 16 0,'0'0'23'0,"0"0"33"0,0 0 36 0,0 0-41 0,0 0-6 0,0 0 4 0,0 0-2 0,53 29-28 15,-47-29 1-15,1 0-9 16,-1 0 22-16,-6 0-19 15,9 0 8-15,-9 3 7 16,6-3-12-16,7 4 2 16,-7-4-6-16,9 0-3 0,-8 0-5 15,5 0 7 1,0 0-8-16,4 0 25 0,2 0-23 16,4 5 13-1,-9-5-11-15,15 0-3 0,-16 0-2 16,13 8 3-16,-10-5-5 15,4-3 3 1,9 5-4-16,-16-2 2 0,16-3 8 16,-9 5-9-16,9-5 3 15,-10 0 25-15,10 0-5 16,-9 0-10-16,9 0-8 16,-16 0-6-16,10 0 5 0,-4 0-5 15,-12 0 1-15,4 0 0 16,2 0 6-16,-6 0-6 15,7 0 11 1,2 0-11-16,-9 0 10 0,13 0-3 16,3 0 3-16,-4 0-5 15,4 7-4-15,-3-2-1 16,-4-5 4-16,4 0 2 16,-1 0-4-16,-2 0-3 15,3 0 6-15,2 0-2 16,-8 0 0-16,5 0-7 15,4 0 9-15,-3 0-6 16,2 3 0-16,-2-3 0 0,3 0-1 16,2 5 11-16,-8-5-17 15,18 0 18 1,-22 0-17-16,1 0 12 16,9 0-8-16,-10 0 3 0,16 0-1 15,-10 3 6-15,-5 2-6 16,9-5 5-16,2 3 0 15,-2-3 0-15,6 5 4 16,-9-5-14-16,-1 0 10 16,10 4-5-16,-6-4 0 15,3 0 4-15,-4 0-11 16,4 0 14-16,-9 0-11 16,8 0 11-16,-2 8-10 15,-3-8 8-15,2 0-10 16,-2 0 2-16,-7 0 2 15,10 0-1-15,3 0 4 16,-3 0 3-16,6 0-1 0,3 0 0 16,3 0 5-1,12 0-4-15,-12 0-1 0,7 0 1 16,-14 0-5-16,-2 0 2 16,3 0-2-16,-3 0 5 15,9 0-11-15,0 0 16 16,0 0-17-16,0 0 15 0,4 0-11 15,2 0 3 1,6 0 0-16,4 0 1 0,-3 0-1 16,-16 0 0-16,-4 0 4 15,-5 0-12-15,3 3 21 16,-13-3-17-16,22 5 4 16,13-5-1-16,-13 3-1 15,0 2 2-15,-6-5-5 16,-3 8 11-1,9-4-13-15,-6 0 16 16,3 0-13-16,-9-4 10 0,2 3-10 16,4-3 4-16,6 0 0 15,1 0-1-15,-4 0 3 16,-4 0-15-16,1 0 27 16,-3 0-18-16,9 8 10 15,7-8-4-15,-7 0 1 16,12 5-5-16,-12-5 2 0,-9 0-1 15,-3 0 1-15,3 0 0 16,3 0-3 0,-1 0 10-16,-2 0-7 0,9 4 4 15,-6-4-7-15,13 0 7 16,-4 8-1 0,3-8 1-16,0 4-2 0,1-4-4 15,-1 0 4-15,-12 0-2 16,18 0 13-16,-27 0-23 15,9 4 14-15,12-4-4 0,-12 0 0 16,-3 0-5 0,3 0 5-16,-3 0 0 0,9 0-1 15,6 0 4 1,7 0 5-16,-1 0-2 0,-6 0-2 16,1 0-1-16,-1 0-4 15,0 0 1-15,-6 0 0 16,13 0-3-16,-13 0 9 15,-3 0-12-15,3 0 18 16,-12 0-22-16,3 0 10 16,3 0-1-16,-10 0 1 15,10 0 0-15,12 0 0 16,-12 0 1-16,13 0-3 0,-10 0 6 16,3 0-2-1,-6 0 2-15,-4 0-7 16,4 0 9-16,0 0-8 0,-3 0 4 15,3 0 0-15,6 0-2 16,-3 0 3 0,-3 0-10-16,0 0 16 0,-9 0-11 15,8 0 8-15,14-4-6 16,-16 0 2-16,15 4-1 16,-6 0 1-16,-6 0 2 15,-10 0 1-15,23 0-5 16,-13 0 5-16,-3 0-1 15,2-8-7-15,1 8 8 16,-3 0-9-16,3 0 4 0,-9 0 0 16,15-4 0-1,-6-1 10-15,3 5-20 16,9-8 20-16,-6 8-16 16,0 0 9-16,0 0-3 0,-9-3 0 15,-3 3 4-15,3 0-8 16,3 0 8-16,-1 0-8 15,14 0 7-15,-16 0-9 16,15-4 12-16,0 4-7 16,0 0 4-16,1-4-3 15,5 0 0-15,1-4 3 16,-13 8-9-16,0-5 12 16,-3 2-10-16,-9 3 20 15,-4 0-22-15,10 0 6 0,0-5-1 16,-3 2 1-16,21-5-1 15,-11 4-4 1,-1-1 10-16,0 2-12 0,-16-2 15 16,4 2-13-1,3-2 13-15,3 2-8 0,-3-2 2 16,15 5-2-16,-12-7 0 16,0 7 2-16,-3-5-5 15,9 2 7-15,-22-2-8 16,22 5 15-16,0 0-20 15,-6-3 13-15,-9-5-7 0,15 8 3 16,-16 0 0 0,4 0-1-16,-3-5 3 15,-13 5-7-15,9 0 12 0,-2-4-11 16,-1 4 13 0,10 0-15-16,-16 0 6 0,13-3 0 15,3 3 0-15,-10-5 4 16,16 2-11-16,-16 3 14 15,10-5-17-15,-16 5 18 16,13-3-16-16,-13-2 11 16,9 5-3-16,-8 0 1 15,-1 0-1-15,6 0 0 16,4 0 1-16,2 0-9 16,-5 0 18-16,-4-8-15 15,-3 8 10-15,-6 0-10 0,0-4 3 16,6 4 2-16,13 0 1 15,3 0 0-15,12 0-2 16,-3 0 8-16,-3 0-15 16,6 0 20-1,-22 0-24-15,7 0 8 0,-10 0 1 16,-9 0 5-16,0 0-2 16,0 0 0-1,0 0 10-15,0 0-13 0,0 0 12 16,0 0-18-16,0 0 18 0,0-4-12 15,0 4 3 1,0 0 0-16,0 0 0 0,0 0 4 16,0 0-10-16,0 0-14 15,0 0-2 1,0 0-99-16,0 0-66 0,-28 0-356 16</inkml:trace>
  <inkml:trace contextRef="#ctx0" brushRef="#br0" timeOffset="-212643.41">6387 15977 192 0,'0'0'66'0,"0"0"-52"0,0 0 46 0,0 0-12 0,0 0 3 0,0 0 1 0,0 0 3 0,0 0-36 16,-52 0 15-1,45 0-7-15,1 0 7 0,6 0-15 16,-6 0 13 0,6 0 14-16,0 0-26 15,0 0 26-15,0 0-25 0,0 0 23 16,0 0-40-16,0 0 34 15,0 0-34-15,-6 0 5 16,6 0-4-16,0 0 1 0,-9-8-6 16,2-8 10-1,1-7-16-15,6-6 17 0,0 1-17 16,0-8 17-16,0 12-21 16,0-16 10-16,0 12 0 15,13-8-3 1,8 11 8-16,-8 9-15 0,-1 4 13 15,4 9-8 1,-16-5 10-16,12 8-18 0,0 0 10 16,16 0 2-16,0 0-7 15,13 0 8-15,-10 0 0 16,3 0-26-16,-6 20 19 16,-4-4-29-16,4 12 36 15,-22-4-6-15,16 8-2 0,-9 0 5 16,-7 8-4-1,-6 9 5-15,0 2-12 0,0 1 8 16,0-3 12-16,-47-1-9 16,13-4 13-16,-19 3-16 15,19-6 11-15,-6-5-5 16,-6-8 0-16,11-4 3 16,-5-7-5-16,9 3 11 15,3-4 10 1,0-13-17-16,16 5 24 0,-1-8-23 15,13 0 13-15,0 0-16 16,0 0-23-16,0 0 17 16,0-8 5-16,0 8-3 0,0-3 8 15,0 3 12 1,0 0-15-16,0 0 3 0,13 0-3 16,15 11 25-16,6 14-19 15,-3-10-5-15,3 1-2 16,-12 1 2-16,3-9-7 15,2-5 0-15,-20-3 0 16,11 0-19-16,-2 0-16 16,2 0 0-16,-11 0 7 15,20 0-21-15,-8 0-20 16,9-8-33-16,-16-28-126 16</inkml:trace>
  <inkml:trace contextRef="#ctx0" brushRef="#br0" timeOffset="-211478.79">7110 15645 82 0,'0'0'142'0,"0"0"-82"0,0 0-15 0,0 0 3 0,0 0-3 0,0 0 36 0,0 0-26 0,0 0-17 0,0 0 8 15,0 0-6-15,0 0 15 16,0 0-19-16,-6 0 17 15,-35 0-47-15,13 0 30 16,-9 0-33-16,9 0 10 16,7 15-2-16,-10 6-9 15,-3 2 21-15,6 6-16 16,3 3 34-16,-3 0-31 16,9 4 2-16,4 4-8 15,2 9 12-15,7 10-13 16,0-2-2-16,6-5 0 0,0 4 6 15,0-8-14-15,0-4 17 16,0 0-11-16,0-3 14 16,0-5-23-16,0 0 13 15,19-8-6-15,8-5 0 16,14-2-18-16,-10-9 9 16,18-1-14-16,4-3 26 15,0-8 0-15,-7 5-4 16,1-5 9-16,-25 0-10 15,9 0-1-15,-4-5 5 0,-14-14 0 16,9-6 2 0,-10-3 0-16,-6 12 12 0,0-7-22 15,-6 6 26-15,0 1-26 16,0 0 13-16,0 1-8 16,0-2 4-16,0 5 0 15,-12-3-7-15,-13 2 7 16,-24 5-4-16,2 4 5 15,-12 4-4-15,6 0 6 16,7 0 14-16,6 0-15 16,-1 28 1-16,7 8 4 15,-6-8-6-15,6 13 3 16,9-10 6-16,16-3-20 0,9 1 13 16,0-14-8-1,0 14-16-15,28-9-2 16,18-8-44-16,7-8-122 15,-13-4-101-15</inkml:trace>
  <inkml:trace contextRef="#ctx0" brushRef="#br0" timeOffset="-176537.82">8028 15773 227 0,'0'0'63'0,"0"0"-9"0,0 0 28 0,0 0-60 0,0 0-1 0,0 0 2 16,0 0 9-16,0 0-28 16,0 0 20-16,0 0 6 0,0 0 0 15,0 0 10 1,0 0-9-16,0 0-1 0,0 0-30 16,0 0 17-1,0 0-16-15,0 0 23 16,0 0 15-16,0 0 3 0,0 0-17 15,0 0-11-15,0 0 7 16,0 0-18-16,0 0 14 16,0 0-13-16,0 0 0 15,0 0 1-15,0 0 6 16,0 0 0-16,0 0 3 16,0 0-8-16,0 0-2 15,0 0 8-15,0 0-9 0,0-4 23 16,0-9-22-1,12-3 1-15,13-4-3 0,3 4-2 16,0-4 0 0,3 12-2-16,-10 8-6 0,-8 0-28 15,9 0 5 1,-10 0 9-16,0 28 22 0,-2 16 1 16,-10 21 6-16,0 23-7 15,0 8 0-15,-28 9-4 16,-25-1-12-16,-3-4 13 15,-3-11-1-15,7-14-7 16,5-22 21-16,1-21-10 16,18-17 19-16,15-15-9 15,-2 0-10-15,15 0-5 16,0-23-38-16,0-18 43 0,34 10-5 16,-6 10 10-16,-10 18-4 15,4 3-1 1,3 0 0-16,9 28 3 0,0 4 28 15,0 0 0-15,-3-8-21 16,3-8-10-16,-6-12-16 16,6-4-17-16,7 0-60 15,-10-24-120-15,-16-13-304 16</inkml:trace>
  <inkml:trace contextRef="#ctx0" brushRef="#br0" timeOffset="-175509.23">8642 15748 94 0,'0'0'137'0,"0"0"-58"0,0 0 39 0,0 0-77 0,0 0-11 0,0 0-13 0,0 0 8 15,0 0 6-15,0 0-4 16,0 0 23-16,0 0-30 0,0 0 26 16,0 0-32-16,0 0 15 15,0 0-21 1,0 0 12-16,-7 0 15 0,1 0-13 15,-3 0 5-15,-4 0-2 16,1 0 9-16,6 0-23 16,-22 0 16-16,22 8-25 15,-16 17 4-15,10-1-4 16,-7 0-2-16,19 3 1 16,-9-2 2-16,9 3 4 15,0-4-1-15,0-4 18 16,0 0-19-16,0-4-5 15,0-8 0-15,34-3-16 0,19-5-7 16,-13 8 18-16,6-1 5 16,-11-2 0-16,-8 11 0 15,8-4 7-15,-11 4-13 16,4 4 12-16,-9-1-1 16,-4 2-4-16,-2 7-1 15,-7 0 0-15,-6 8 0 16,0 16 10-1,0 12-9-15,-40 5 16 0,-13-5-11 16,-6 0-7-16,-9-8 1 16,15-12 0-16,-9-3-15 15,31-18-7-15,-9-10-5 16,-1-13-33-16,7 0 8 16,6-13-133-16,10-43-41 0</inkml:trace>
  <inkml:trace contextRef="#ctx0" brushRef="#br0" timeOffset="-174776.05">8666 15756 259 0,'0'0'244'0,"0"0"-172"0,0 0 2 0,0 0-25 0,0 0-4 0,0 0-21 0,-24 9 24 16,24-9-47-16,0 0 27 15,0 0-7-15,0 0 12 16,0 0 3-16,0 0 6 16,0 0 8-16,0 0-24 0,0 0 8 15,0 0-13-15,0 0 5 16,0 0-26-16,0 0-1 16,0 0-15-16,40 0 16 15,19-17 12-15,15-2 5 16,-15 7-1-16,3-1-11 15,-3 10-6-15,-6-5 1 16,-7 8-5-16,-5-9-17 16,-7 9 3-16,-6 0-31 15,-10 0-32-15,-2 0-54 16,-16-3-173-16</inkml:trace>
  <inkml:trace contextRef="#ctx0" brushRef="#br0" timeOffset="-100969.54">2958 16010 418 0,'0'0'46'0,"0"0"19"0,0 0 31 0,0 0-10 0,0 0-45 16,0 0-2-16,0 0-20 16,0 0-7-16,-46-8 10 15,46 8 2 1,0 0 25-16,0 0-37 0,0 0 15 16,0 0-3-16,0 0 6 15,0 0-28-15,0 0 4 16,0 0-2-16,0 0 1 15,0 0 7-15,0 0-6 16,0 0 3-16,0 0 1 0,0 0-9 16,0 0 2-16,0 0 5 15,0 0-1-15,0 0 6 16,0-5-13-16,0-11 2 16,0-15-6-1,-7-22 8-15,1-15-1 0,6-13 8 16,0-7-14-16,0-4 8 15,22-4-1-15,24 0-3 16,7 11-1-16,0 18-3 16,-19 18-20-16,-16 25 15 15,-8 9-27-15,-10 15 23 16,0 0-14-16,0 0 10 16,0 0-10-16,0 0-15 0,0 0 25 15,0 0-51 1,6 0-3-16,-6 0-29 0,0 0-79 15</inkml:trace>
  <inkml:trace contextRef="#ctx0" brushRef="#br0" timeOffset="-100154.36">2905 15236 107 0,'0'0'19'0,"0"0"-19"0,0 0 87 0,0 0-12 0,0 0 15 0,0 0-3 0,0 0-43 0,0 0 15 15,0-5-6 1,0 5-5-16,0-7 3 0,0 7 7 16,0 0 9-16,0-5-44 15,7-19-11-15,20 1-4 16,1-22 13-16,13 1-5 15,5-8 4-15,-6 11-9 16,-9 10-10-16,-3 3-1 16,6 7-6-16,-15 6 2 15,-3-1 0-15,2 16-5 16,-18 0 2-16,0 0 3 0,0 0-13 16,0 24 17-1,0 27 37-15,0 10-25 0,-18-6 14 16,2 11-23-1,-3-7 23-15,4-10-26 0,3-10 5 16,12-11-5-16,0-7-9 16,0-13-42-16,0-8-45 15,0 0-103-15,0 0 6 16</inkml:trace>
  <inkml:trace contextRef="#ctx0" brushRef="#br0" timeOffset="-99022.94">2673 16916 228 0,'0'0'22'0,"0"0"0"0,0 0 37 0,0 0-43 0,0 0 31 0,0 0 8 15,0 47-9-15,0-47 0 16,-6 9 13-16,6-5-5 15,0 4-23-15,0 4 3 16,-10 0-8-16,-8-4 24 16,18-4-32-16,-7 0 6 15,7-4-18-15,0 0 11 16,0 5-1-16,0-5 9 0,0 0 18 16,0 0-12-16,0 0-17 15,-6-17-8-15,6-27 11 16,-6-12-14-16,-16-12 7 15,10-4-6-15,6 11-1 16,6 9-3-16,0 16 7 16,0 16-15-16,0 8 20 15,0 8-12-15,0 4 10 16,-16 0-8-16,16 0 1 16,0 0-3-16,-6 0 0 0,0 0-14 15,-7 19-6 1,-27 26-8-16,0 15-17 0,0 4-26 15,5-7-12 1,17-9-1-16,18-12 5 0,0-16 3 16,12-8-27-16,35-12-21 15,5 0 30-15,4-21 37 16,-3-23-11-16</inkml:trace>
  <inkml:trace contextRef="#ctx0" brushRef="#br0" timeOffset="-98390.5">2992 16703 5 0,'0'0'102'0,"0"0"-46"0,0 0-12 0,0 0-2 0,0 0-6 0,0 0-34 0,-34 13 9 15,22-13 1-15,5 0 63 16,1 0-16-16,-6 3 5 16,3 1 0-16,-4 4-18 15,1 5-12-15,-4 6-26 16,4 1 10-16,-1 0-17 16,13 1 16-16,0-5-3 15,0-1 18-15,0 2-14 16,0 7-3-16,0-8-2 15,13-1-11-15,33 2-2 16,-5-13 7-16,-7 0-18 16,-6-4 2-16,-10 0 6 15,-5 0 6-15,8 0 20 0,-8-36 30 16,15-17-3-16,-4-7-14 16,-14 4-19-1,-4 0-2-15,-6 9-12 0,0 6 4 16,0 5-2-16,0 12-2 15,-22 12 2-15,-12 7-5 16,3 5 5-16,-15 0-5 16,-4 25-4-16,4 11-30 15,-1 4-4-15,22 0-52 16,10-8-45-16,15-12-234 16</inkml:trace>
  <inkml:trace contextRef="#ctx0" brushRef="#br0" timeOffset="-86749.58">10046 16290 303 0,'0'0'39'16,"0"0"8"-16,0 0 12 0,0 0-46 0,0 0-5 16,0 0 1-16,0 0 11 15,0 0 3-15,0 4 21 16,0-4-9-1,0 4-1-15,0-4-20 0,0 4-2 16,0 0 3-16,0 5-14 16,0-1 13-16,0-1-8 15,0-3 3-15,0-4-1 0,0 0-11 16,0 4 7 0,0 1-3-16,0-2 0 15,0 5 1-15,0 0-4 0,0 17 5 16,0-9 6-16,0 4-6 15,0-4 18-15,0-4 3 16,0-4 1-16,0-5-4 16,0-3-13-16,0 0 3 15,0 5 0-15,0-5 6 16,0 0-12-16,0 0 16 16,0 0-21-16,0 0 15 15,0 0-8-15,0 0 5 16,0 0 7-16,0 0-9 15,0-21 7-15,0-15-14 16,-9-12 8-16,9 1-9 16,0-14 1-16,0 1 2 15,0 7-9-15,0 2 4 0,-13 7 0 16,13 0-1 0,0-5 2-16,0 1-6 0,0-1-18 15,0 6 10 1,0 23-8-16,0 8 15 0,0 12-4 15,0 0 9-15,0 0 1 16,0 0-17-16,-12 16 13 16,-16 7 4-16,3 30-24 15,-30-1-67-15,8 4-23 16,1 1 67-16,18-13-85 16,9 0 36-16,19-16 45 15,0-5 4-15,0-14-102 0</inkml:trace>
  <inkml:trace contextRef="#ctx0" brushRef="#br0" timeOffset="-85800.45">10245 16050 81 0,'0'0'52'0,"0"0"-2"0,0 0 28 0,0 0-26 0,0 0-20 16,0 0 29 0,0 8-26-16,0-5 11 0,0 2-1 15,0 6-15 1,0-2 14-16,-7-5-12 0,1 8 0 16,6-1-16-16,0 14 13 15,-6 3-17-15,6 0-5 16,0 8-6-16,0 0 2 15,0-8 4 1,0 1-5-16,0-9 0 0,0-1 3 16,0-2 2-16,0-1-1 15,6-5 0-15,7-7-6 0,2 12-5 16,-2-16 5 0,-1 0-21-16,-6 0 11 0,10 0 10 15,-10 0 21 1,12 0 23-16,4-20 3 0,-9-7-24 15,21-6 2-15,-10 5-21 16,4-8 0-16,0-3-4 16,-21-10 9-16,11 9-19 15,-12-9 12-15,-6 5-7 16,0 5 7-16,0 3-2 16,0 11 2-16,0 1-2 15,-6 4 0-15,-12 4 0 0,-17 4-5 16,7 0-2-16,4 4 4 15,-10 0 6-15,21 0-5 16,-9 8 4-16,4-3-4 16,-4 3 2-16,16 0-7 15,-6 0 1-15,5 0-18 16,1 0-17-16,-9 11-7 16,2 22 43-16,1 6-24 15,-10 1 21-15,4-3-21 16,-4-6 3-16,9-11-20 15,1-4 13-15,12-3 28 16,0-6-29-16,0 9-86 16,0 9-117-16</inkml:trace>
  <inkml:trace contextRef="#ctx0" brushRef="#br0" timeOffset="-48365.42">12164 15837 345 0,'0'0'61'0,"0"0"-8"0,0 0 10 0,0 0-22 0,0 0-17 0,0 0 25 16,-40 88-9-16,33-72 46 16,7 4-11-16,0-4-32 15,0-4-30-15,0-4-7 16,13-3-6-16,21-5 0 15,6 0-4-15,1 0 8 16,5 0-5-16,1-16 2 16,-1-20 6-16,-12-9-4 15,0-4-6-15,-15 2 1 0,-19-6-12 16,0 17-2-16,0 0-34 16,0 20 11-16,-19 13 18 15,-15 3 19-15,0 0-22 16,6 0 24-16,-3 19 0 15,3 17 0-15,0-8-41 16,16 13 25-16,6-10-6 16,6 10 20-16,0-8-3 15,0-10 10-15,18-10-8 16,29-10 3 0,3-3-13-16,-10 0-14 0,-9-3-1 15,-3-22 18-15,-10 1-2 16,4 4-1-16,-16 9-16 15,-6 11-11-15,0 0 29 16,0 0-1-16,0 3 9 16,0 21 3-16,0 4 0 0,0-3 0 15,0-2 13-15,0 1-1 16,0-7 25-16,0 2-14 16,0-7-12-16,0 4-8 15,0 1-1-15,0-9 0 16,0 12-2-16,0-16 5 15,0 3-5-15,0-2 18 16,0 3-8-16,0 0 0 16,0 0-9-16,-12 7 15 0,-10 6-15 15,-3-1 1-15,-9 8 4 16,6-4 23-16,10 0 26 16,-4 0-17-16,3-8-8 15,-2 1-22-15,8-9-2 16,-5 3-6-1,-10-2-3-15,0-6-6 0,3-3 3 16,-3 0 6-16,10 0 2 16,-4 8 12-16,-3-8-9 15,-3 0 1-15,0 0-6 16,3 0-67-16,-2 0-43 16,-1 0-54-16,3 0 0 0,25 0-117 15</inkml:trace>
  <inkml:trace contextRef="#ctx0" brushRef="#br0" timeOffset="-38824.27">14068 16483 230 0,'0'0'117'0,"0"0"-46"0,0 0 38 0,0 0-51 0,0 0-12 16,0 0-15-16,0 0 11 15,-19 0-23-15,19 0 16 16,-6 0 9-16,6 0-3 0,-6 0-30 16,6-4-6-1,0-8 12-15,0-1-16 0,0-7 6 16,0-4-3-16,0-7-6 15,0-5 2-15,18-9 0 16,10 5 4-16,-9 0 9 16,3 4-10-16,-4 8-2 15,-12-4 0-15,16 0 8 16,-9 8-6 0,-1-4-3-16,3-8 4 0,-8 11-3 15,-1-7 4-15,-6-4-5 16,0 4-5-16,0 0-12 15,0 0-1-15,0 16 16 0,0 3-5 16,0 10 7-16,0 3 3 16,0 0 18-16,0 0-16 15,0 0 12-15,0 0-17 16,0 0 1-16,-6 0-3 16,6 0 4-16,0 0-3 15,0 0 9-15,-7 0-16 16,7 8 11-16,-15 8-5 15,9-1 2-15,6 2 0 16,0-4-2-16,0 6 4 0,0 1-4 16,0 4 0-1,0 0 0-15,12-3-12 0,16-2 5 16,12-2 3-16,1 2-1 16,-1-7 2-1,-6 4-4-15,-3 1 4 0,-3-1-2 16,0-4 6-16,-10 4 2 15,4-8-7-15,-9 4 12 16,-1-4-10-16,-6 0 4 16,3 0-3-16,-2 0-1 15,-7 0 4-15,0 0 5 16,0 4-3-16,0 0 12 16,0 7-12-16,0-2 14 15,0-4-13-15,-7 10 3 16,-20-7 5-16,5 8 3 15,3 0 8-15,-9-8-8 0,16 0 6 16,6-8-19-16,0 4-2 16,-10-7 5-16,-9 3 3 15,-3 0-6-15,-18-1 0 16,-1-7-1-16,1 13 0 16,6-10 12-16,5-3-8 15,1 8 8-15,-6-8-12 16,3 0-8-1,3 0-45-15,-13 0-16 0,19 5-63 16,0 2 64-16,10 1-245 16</inkml:trace>
  <inkml:trace contextRef="#ctx0" brushRef="#br0" timeOffset="-37708.73">14229 16066 10 0,'0'0'39'0,"0"0"-31"0,0 0-4 16,0 0 32-16,0 0 43 16,0 0-6-16,22 0 12 15,-22 0 10-15,0 0-53 16,0 0-29 0,6 0 6-16,-6-5 9 0,6-3-5 15,0 8 13-15,-6 0-15 16,0-7 22-16,0-1-22 15,0-13-3-15,13-2-10 16,-7-10-2-16,9 9 1 16,-8 4-7-16,-1 0 5 15,0 9-2-15,-6-6 1 0,0 4-2 16,0 2 36 0,0-5-16-16,0 0-8 0,0 0-7 15,0 0-5-15,0-9-2 16,0 17 4-16,0-7-8 15,0 11 8-15,0 0-3 16,0 4 2-16,0-5 4 16,0 2 0-16,0-5-6 15,0 3-1-15,0-2 0 0,0-6-4 16,-6 5-4 0,0 0 4-16,-1 5 1 15,1-2-4-15,-3 1-11 0,3 1-8 16,-7 3 12-16,13 0-24 15,-6 0 18 1,-6 0 20-16,2 0-6 0,-2 0 14 16,0 0-2-16,5 0-6 15,-2 0-9-15,3 0-5 16,0 0-4-16,-7 15 1 16,-2 1 10-16,2 1 1 15,13 2 12-15,-6-6-12 16,-6 2 4-16,6-7-19 15,6 9-36-15,0-6-47 16,0 2-61-16</inkml:trace>
  <inkml:trace contextRef="#ctx0" brushRef="#br0" timeOffset="-8218.43">10273 15472 175 0,'0'0'279'0,"0"0"-261"0,0 0-7 0,0 0-11 0,0 0-6 0,0 0-10 0,0 0 7 16,0-4 18-16,0 4 31 16,0 0 36-16,0 0-6 15,0 0-25-15,0 0-19 16,0 0-3-16,0 0-22 16,0 0 0-16,0 0 6 15,0 0-7-15,0 0 1 16,0 0 29-1,0 0 5-15,0 0-14 0,0 0 5 0,0 0-20 16,0 0 2 0,0 0-1-16,0 0-12 0,0 0 7 15,0 0-3-15,0 0 1 16,0 0 0 0,0 0-1-16,0 0 2 0,0 0-3 15,0 0 4-15,0 0-2 16,0 0 3-16,0 0 5 15,0-16-8-15,0 0 0 16,6-8 9-16,28-12 3 16,-9-4-11-16,21 4 5 15,4-9 1-15,-4 1 0 16,1-12-11-16,18-4 14 16,3 4-8-16,-15-8-2 0,21 7 0 15,-9 1-1 1,4 1 2-16,5-1-1 0,-15-9 9 15,22 1-18-15,-16-12 19 16,31-12-15-16,-3-1 10 16,6-3-3-1,-6-1-2-15,16 2 2 0,-10 6-10 16,-6 1 16-16,9 0-14 16,4-4 15-16,-4 3-16 15,16 1 15-15,-10-1-16 16,13 13 6-16,-3 5-12 0,3 2 8 15,-6 1 3 1,-1 0-5-16,-14 12 4 0,5-1-1 16,-24 14-5-1,-7 3 5-15,-6 16-12 0,-31 4-10 32,13 3-28-32,-13-2-15 0,-3-10 42 0,19-7-24 15,9-4 34-15,-15-4-3 16,-13 4 15-16,-9 20-69 15,-25 4-170 1</inkml:trace>
  <inkml:trace contextRef="#ctx0" brushRef="#br0" timeOffset="-7200.33">10446 15136 379 0,'0'0'41'0,"0"0"26"0,0 0 5 0,0 0-61 0,0 0 8 16,0 0-10-16,-93 88 9 0,78-60-15 15,8 3 33-15,-5-3-5 16,0 5-7-16,-4-1-3 16,4-8 3-16,6 0 14 15,-1-8-18-15,7-4 13 16,-6-4-29-16,6-5-1 16,0 2-3-16,0-1-5 15,0 0-3-15,0-4-10 0,0 0 15 16,0 0 2-16,0 0-8 15,6 0 18-15,13 0-2 16,9 0-1-16,-10-4 8 16,17-16-7-16,-8 0-6 15,-2 8 3-15,3 4-4 16,-15 4-6-16,8 0-3 16,-14 4 2-16,5 0-4 15,-6 0 0-15,0 0-11 16,10 0-3-16,-16 0 13 15,18-4-32-15,4-8-41 16,-9-4-53-16,-1 4-53 16</inkml:trace>
  <inkml:trace contextRef="#ctx0" brushRef="#br0" timeOffset="-5936.5">14362 11494 435 0,'0'0'181'0,"0"0"-177"0,0 0 52 0,0 0 23 0,0 0-21 0,0 0-28 0,-111 128 17 16,89-88-30-16,10 8 23 15,5 4-17-15,-2 12 10 16,9 8-22-16,0 1-10 16,0-1 1-16,0 4 1 15,9-12-5 1,22-11 11-16,-3-17-18 0,6-4-19 15,1-17-15 1,2-10-9-16,19-5-38 0,2-13-47 16,-23-31-92-16</inkml:trace>
  <inkml:trace contextRef="#ctx0" brushRef="#br0" timeOffset="-5434.68">14576 12091 441 0,'0'0'26'0,"0"0"1"15,0 0 42 1,0 0-29-16,0 0-10 16,0 0 4-16,0 0-12 0,-12 92 20 15,12-92-15-15,0 0 15 16,0 0-24-16,0 0 13 15,25 0-13-15,9 0 8 16,6-11 9 0,0-25-12-16,1-13 3 0,-1-7-22 15,0-13 3-15,-12-3-7 16,-15 8-9-16,-13 12-26 16,0 16 18-16,0 12-6 0,-13 8 16 15,-27 16-1 1,0 0-25-16,-1 0 3 0,7 0 14 15,6 24 15 1,10 8-96-16,5 1 34 0,13-5 1 16,0 3-53-1,0-3-110-15</inkml:trace>
  <inkml:trace contextRef="#ctx0" brushRef="#br0" timeOffset="-5169.03">15144 12055 494 0,'0'0'109'0,"0"0"-87"0,0 0 19 0,0 0-6 0,0 0-32 0,0 0-3 0,0 212 0 15,0-191-19-15,0-5-4 16,0-9-5-16,0-7-62 16,15 0-90-16,4 0-35 15</inkml:trace>
  <inkml:trace contextRef="#ctx0" brushRef="#br0" timeOffset="-4965.9">15144 12055 289 0</inkml:trace>
  <inkml:trace contextRef="#ctx0" brushRef="#br0" timeOffset="-4738.08">15144 12055 289 0,'316'45'52'0,"-316"-45"-19"0,0 0 22 0,0 0 138 16,0 0-90-16,0 0 24 16,0 0-45-16,0 0 0 15,0-13-63-15,0-15-8 16,0-12 3-1,0 0-20-15,-16-8 10 0,4 4-8 16,0 0 4-16,-4 3-1 16,10 21 1-16,0 9-9 15,6 11 3-15,-6 0-7 16,-1 0 12-16,7 0-47 16,-6 0 0-16,0 16 34 15,6 15-40-15,-9 10-95 16,-4-10-1-16,-5 10-99 0</inkml:trace>
  <inkml:trace contextRef="#ctx0" brushRef="#br0" timeOffset="-4353.79">15872 12019 636 0,'0'0'76'0,"0"0"-22"0,0 0 34 0,0 0-71 0,0 0-5 0,-24 164-7 0,8-128-10 0,4 5-29 0,-1-5 16 15,7-4-8-15,-3-8-76 0,9-12-39 16,0-12-181-16</inkml:trace>
  <inkml:trace contextRef="#ctx0" brushRef="#br0" timeOffset="-3787.7">16074 11710 120 0,'0'0'283'0,"0"0"-219"0,0 0 23 16,0 0-25-16,0 0-43 0,0 0 8 15,68-12-22-15,-55 12-2 16,-7 0-6-16,0 12-2 15,-6 29 5-15,0 10 5 16,0 21-5-16,-19 8-7 16,-27 1-17-16,6-8 8 15,12-22 16-15,15-27 1 16,7-12 2-16,6-12 12 16,0 0-15-16,0 0 0 15,12 0 16-15,41-12 5 16,9-16-5-16,-9 4 0 15,6 1-8-15,-13 6-8 16,1 9-12-16,-13 8-28 16,-12 0-2-16,-10 0-38 0,-12 0-26 15,0 0-85-15</inkml:trace>
  <inkml:trace contextRef="#ctx0" brushRef="#br0" timeOffset="-3504.93">16641 12151 542 0,'0'0'90'0,"0"0"-65"0,0 0 2 16,0 0-27-16,0 0-12 0,0 204-11 0,0-183-16 0,0-1-60 16,0-16-46-16,0-4-72 15</inkml:trace>
  <inkml:trace contextRef="#ctx0" brushRef="#br0" timeOffset="-3232.42">16641 12151 372 0</inkml:trace>
  <inkml:trace contextRef="#ctx0" brushRef="#br0" timeOffset="-3121.55">16641 12151 372 0,'382'-132'411'0,"-382"132"-329"0,0 0 7 16,0 0-5-16,0 0-84 15,0 0-1-15,0 0-46 16,0 0-34-16,0 0-50 16,0 0-236-16</inkml:trace>
  <inkml:trace contextRef="#ctx0" brushRef="#br0" timeOffset="-2919.08">17311 11947 535 0,'0'0'92'0,"0"0"-92"0,0 0 5 15,0 0 13 1,0 0-18-16,13 7-7 0,-13-7-12 16,12 0-25-16,-12 0-17 15,0 0-79-15,0 0-194 16</inkml:trace>
  <inkml:trace contextRef="#ctx0" brushRef="#br0" timeOffset="-2711.68">17311 11947 282 0,'453'7'0'16</inkml:trace>
  <inkml:trace contextRef="#ctx0" brushRef="#br0" timeOffset="-1921.21">18201 12007 441 0,'0'0'176'0,"0"0"-44"0,0 0-49 0,0 0-15 0,0 0-43 15,0 0 11-15,0 209-30 16,0-178-2-16,0-6-4 15,-22-1 0-15,22-9-6 16,-6 10-51-16,-6-9-1 0,12-8-126 16,-10-8-134-1</inkml:trace>
  <inkml:trace contextRef="#ctx0" brushRef="#br0" timeOffset="-1072.26">18520 11802 331 0,'0'0'94'15,"0"0"-5"-15,0 0-31 16,0 0-52-16,0 0 12 15,0 0 24-15,75-44-18 16,-57 21 21-16,10-5-11 16,-9-5 5-16,3 5-37 0,-10 0-2 15,-12 7-18-15,0 10-4 16,0 7 15 0,0 4 3-16,-12 0 1 0,-29 0 6 15,1 12-11-15,0 12 20 16,12 4-24-16,3 0 22 15,3 12-15-15,10-8 10 16,-1-4 0-16,13-15-5 16,0 2 8-16,0-15-15 15,0 8 12-15,0-8-10 16,0 0 0-16,19 0 5 0,15 0 3 16,-9-8 7-1,3-12 11-15,0 0-16 0,-10-4-5 16,-2 8-14-16,-4 1 6 15,-6 6-6 1,-6 5 8-16,7 4 12 0,-7 0 1 16,0 0 31-16,0 0-4 15,0 13-29-15,0 2-5 16,0 1 7-16,12 0 2 16,4 1-18-16,-4-1 23 15,0-1-22-15,4 1 11 16,-4 1-3-16,1-6 0 0,-7 2 4 15,9-5-8-15,-2 4 7 16,-13-4-12-16,0 3 6 16,0 1 0-16,0 1 6 15,0 7 26-15,0-1-8 16,-28-2-11-16,3 11 7 16,-9-7-15-16,6 2-2 15,-9-7-11-15,15-4-9 16,4-8-56-16,-10 4-24 15,0-4-49-15,-13 1-333 16</inkml:trace>
  <inkml:trace contextRef="#ctx0" brushRef="#br0" timeOffset="-539.41">19181 11301 655 0,'0'0'95'0,"0"0"-12"0,0 0-35 15,0 0 0-15,0 0-43 0,0 0 17 0,350 193-8 0,-291-137-14 0,-19-1-1 16,-15 22-1-1,-15 12-3-15,-10 7-2 0,0 16 1 16,-56-16-15-16,15-16-19 16,-5-19-70-16,-7-30-69 15,0-11-268-15</inkml:trace>
  <inkml:trace contextRef="#ctx0" brushRef="#br0" timeOffset="12181.48">15212 12757 161 0,'0'0'149'0,"0"0"-87"0,0 0 36 0,0 0-23 0,0 0-63 16,0 0 16-16,0 0-16 0,-12 0 16 15,12 0-24-15,0 0 24 32,0 0 4-32,0 0-8 0,0 0 21 0,0 0-10 15,0 0 18-15,0-9-36 16,0-14 13-16,0-9-27 15,0-8 11-15,24-4-10 16,4 0 0-16,-9-9 7 16,9-2-6-16,0-14 14 15,3-11-18-15,9-12 10 16,16-21-5-16,3-11-12 16,6-4-15-16,15-1-7 15,1 4 25-15,-7 6-22 0,-8-1 21 16,-4 15-46-16,-16 0 17 15,-12 14-112-15,0 14 59 16,-9 29-158-16,3 28-45 16</inkml:trace>
  <inkml:trace contextRef="#ctx0" brushRef="#br0" timeOffset="22522.66">18387 12593 213 0,'0'0'74'0,"0"0"-47"0,0 0-16 0,0 0-2 0,0 0 4 0,0 0 55 0,0 0 1 15,6 0 20-15,-6 0-28 16,0 0-28-16,0 0-3 15,0 0-2-15,0 0 20 16,0 0-22-16,0 0 14 16,0 0-31-16,0 0 23 15,0 0-32-15,0 0 17 16,0 0-13-16,0 0 2 16,0 0 12-16,0 0-8 15,0 0 13-15,0 0-20 0,0 0 22 16,0 0-22-16,0 0 15 15,0 0-10-15,0 0-1 16,0-17-2-16,0-7-3 16,6-4-4-16,1-16 10 15,14 0-14-15,-8-20 16 16,27-8-19-16,-6-9 15 16,6-7-10-1,1-8 4-15,-7 0 0 0,19-8 0 16,-7 7-14-16,-6 9-9 15,1 16-16-15,-16 11 32 16,2 2-19-16,1-2 10 0,-3 1 6 16,3 1-2-16,-3 10 4 15,3 9 1 1,-22 12 2-16,9 7-7 0,-2 13 3 16,-13 8-62-16,6 0-14 15,0 0-46-15,0 0 3 16,-6 13 21-16</inkml:trace>
  <inkml:trace contextRef="#ctx0" brushRef="#br0" timeOffset="36529.43">8487 11285 22 0,'0'0'434'0,"0"0"-393"0,0 0 35 0,0 0 8 0,0 0-22 0,0 0-13 0,0 0-2 16,0 4-38-16,0 0 3 16,0-4-5-16,0 0 15 0,0 0-10 15,0 0 15 1,0 0-7-16,0 0 2 0,0 8 6 15,0 0-15-15,0 0 15 16,0 8-25-16,0 1 7 16,0-2-3-16,0 1-6 15,0 8-1-15,0 1 3 16,0 3-3 0,0 0 5-16,0 8-8 0,6 0 7 15,3-4-7-15,10 0 13 16,-13 0-11-16,-6-4 1 15,22 8 0-15,-16 0-1 16,0 8 4-16,13 1-7 0,-4 2 12 16,-15 2-15-1,0-9 15-15,0 0-16 0,0 0 15 16,0-8-7-16,0-4 1 16,0-8 0-16,0-4-2 15,0 1 2-15,0-6-7 16,0 6 8-16,6-9-5 15,7 8-18-15,8-4 1 16,-2-4-5-16,9-5 25 16,-3 10 1-16,9-9 0 15,12-1-2-15,-5 2 9 16,11 6-7-16,4-3 9 16,-9 5-17-16,12-6 14 0,9 1-14 15,-9-3 2 1,15-5-19-16,-9 0 23 0,16 0 2 15,-1 0-4-15,-5 0 10 16,6 0-14-16,-1 0 10 16,7 0-13-16,-16 0 15 15,16 0-9-15,-13 0 4 16,7-5-5-16,0-6 3 16,-7-1 1-16,4 4-1 15,-10 0 4-15,6 8-7 16,-9 0 10-16,-3 0-9 15,19 0 4-15,-10 0-2 16,-2 0 2-16,-4 0 0 16,3 0 1-16,-9 3 4 15,3 2-10-15,3 3 2 0,-12 0 3 16,15-1-2-16,-15 6 0 16,15-1 1-16,-3-1 1 15,-3-3-1-15,-3-3 7 16,-6-1-14-16,-4-4 14 15,16 0-13-15,10 0 12 16,-10 0-5-16,9 0 2 16,7 0 2-16,-7 0-4 0,-2 0 3 15,14 4-9 1,-5-4 12-16,0 0-13 16,-1 0 12-16,7 4-10 0,-13 0 5 15,-2 11-11 1,8-6 9-16,-5 15 1 0,12-8 1 15,-1 4 0 1,1-4 0-16,-12-12 5 0,12 4-10 16,-13-8 1-16,-9 0 3 15,3 0-16-15,-15 0 17 16,6 13-7-16,3-10 13 16,-9 9-13-16,6 1 14 15,-19-2-9-15,-6 1 8 16,12 1-8-16,-11-10 4 15,-17-3-4-15,-9 0 2 16,-2 0-7-16,-1 0-1 16,6 0 8-16,-6-24-7 0,10 1 17 15,-4 3-15-15,-5-1 8 16,5 1-3-16,3 0 0 16,4-4 0-1,3-4-4-15,-4-8 12 16,10 3-16-16,-9-3 17 0,3-3-15 15,-4 3 10-15,-12 0-4 16,4-5 0-16,-10 1-12 16,0-8 11-16,0 0 2 15,0 4-3-15,0 0 8 16,0 4-11-16,0-1 14 16,0 17-3-16,0-16-5 15,0 16 6-15,0 0-5 16,0-4 8-16,0 0-7 15,0-4 1-15,0 0-8 0,0 7 1 16,0 2 3-16,-22 7 3 16,-6 3 1-16,10-2-4 15,-4-6-1-15,3-2-4 16,7-5 1-16,-10-5 0 16,16-6 8-16,-7 10-8 15,13 1 10-15,-6 0-6 16,-3 8 7-16,3 4-7 15,-13 16 9-15,-9-8-9 16,-6 8-8-16,-6 0-30 16,-7 0 24-16,1-4-8 0,-13-9 18 15,0 5 7-15,-15 5-3 16,5 3 0-16,-24 0 5 16,-21 0 19-16,-13 0-24 15,-25 0 0-15,12 0 0 16,-9 3 8-16,16 5-5 15,12-8 12-15,9 0-6 16,16 0 14-16,3 0-6 16,6 0-3-16,1 0-4 15,-20 0-10-15,4 9-8 16,-10 18-8-16,4 10 11 0,-4-5 5 16,-3 1-21-1,16-10-14-15,3-7-24 0,25-11-90 16,9-5-392-1</inkml:trace>
  <inkml:trace contextRef="#ctx0" brushRef="#br0" timeOffset="38344.65">7618 16154 247 0,'0'0'69'0,"0"0"-11"0,0 0 11 0,0 0-48 15,0 0 20-15,0 0 25 16,0 0-9-16,0 0-7 16,0 0 9-16,0 0 26 0,0 0-35 15,0 0-10-15,0 0-27 16,0 0 10 0,0 0-15-16,0 0 2 0,0 0 3 15,0 0-1 1,-12 0 3-16,6 0-2 15,-10 0 5-15,4 0-18 16,-1 0 4-16,4 0-3 16,-3 0 8-16,6 0-5 0,-1 0-4 15,1 0-5-15,6 0-7 16,0 0 12-16,0 0 1 16,0 8-1-16,0-8 2 15,0 0-5-15,0 0-11 16,0 0 13-16,0 0 1 15,0 0-12-15,0 0 7 16,0 0 1-16,0-24-8 16,0 4 20-16,0-8-16 0,0 15-8 15,-6 10 12-15,-16 3-11 16,4 0 15-16,-4 0-20 16,3 16 20-16,-2 12 6 15,14-16-6-15,7 4 3 16,0-16-3-16,0 0-20 15,0 0 10-15,0 0 8 16,0 0-1-16,0 0 2 16,7 0 1-16,8 0-18 15,-2 0-45-15,-1 0-112 0,-12 0-317 16</inkml:trace>
  <inkml:trace contextRef="#ctx0" brushRef="#br0" timeOffset="39942.38">11240 16050 391 0,'0'0'65'0,"0"0"-11"0,0 0 5 0,0 0-26 0,0 0 4 0,0 0 27 16,0 0-8-16,0 0 7 16,0 0-28-16,0 0-14 15,0 0-5-15,0 0-11 16,0 0-4-16,0 0 2 16,0 0-6-16,0 0 6 15,0 0-2-15,0-4-1 16,0-4 8-16,0-5-7 15,0 10-1-15,0 3 3 0,0 0 1 16,0 0-8 0,-6 0 2-16,-13 0 1 15,4 0 1-15,15 11 11 16,0-6-6-16,0 3-5 0,0-8-13 16,0 0-6-16,0 0 8 15,0 0 11-15,0 0 20 16,21-21-8-16,-14-2 7 15,5 2-19-15,-12 1-10 16,0 12-12-16,15 8-14 0,-15 0-5 16,0 0 4-1,0 0-12-15,0 16 49 0,0 4 15 16,0-7 8-16,0-5 19 16,0-8-42-1,0 0 3-15,0 0-2 0,0 0 18 16,0 0-8-1,0 0-7-15,0 0 11 16,0 0-15-16,0 0-1 0,0 0-122 16,0 0-32-16,0 0-329 15</inkml:trace>
  <inkml:trace contextRef="#ctx0" brushRef="#br0" timeOffset="41273.54">13355 16074 72 0,'0'0'191'0,"0"0"-139"0,0 0 23 0,0 0-32 0,0 0-15 0,0 0 62 0,0 0 11 0,-10 0-52 16,10 0 2-16,0 0 22 16,0 0-39-16,0 0-19 15,0 0-12-15,0 0 20 16,0 0-18-16,0 0 9 0,0 0-9 16,0 0 5-16,0 0 2 15,0 8-2-15,0-4 4 16,0 0-9-16,0 3 4 15,0-2 0-15,0-5-18 16,10 0 9-16,8 0-1 16,-5 0 1-16,-13-5-4 15,9-15 2 1,-9-7-10-16,0 2 5 0,0 17-16 16,0 1 16-16,-9 7 5 15,-22 0-2-15,9 0 2 16,3 12 0-16,-2 12 2 15,14 4 1-15,7-5 13 0,0-2-14 16,0-9 12 0,0-12-12-16,0 0-8 15,0 0-15-15,7 0 8 0,8-17 15 16,-15-6-8-16,0 10 7 16,0 2-13-16,0 11 14 15,0 0-34-15,0 0-102 16,0 0-293-16</inkml:trace>
  <inkml:trace contextRef="#ctx0" brushRef="#br0" timeOffset="61024.34">25199 11021 25 0,'0'0'202'0,"0"0"-183"0,0 0-19 16,0 0-60-16,0 0-94 0,0 0 154 16,0 0 35-16,0 0 91 15,-9-25-24-15,3 25-66 16,-13-3-36-16,13-5-149 0</inkml:trace>
  <inkml:trace contextRef="#ctx0" brushRef="#br0" timeOffset="61691.56">25199 11021 228 0,'-102'-69'241'16,"90"69"-222"0,5-8 3-16,1-4-8 0,-9 4-14 15,8 0-48-15,-11 0 22 16,18 4 26-16,-16-4 11 15,10 4 19 1,-6 0-7-16,5 1-12 0,-8-2 5 16,15 1-10-16,0-4-2 15,-6 8-4-15,6-4 1 16,-6 4-1-16,6 0 6 0,-7-4 53 16,7 4-21-1,0-5-2-15,0-3-24 0,0-3-12 16,0-1 0-1,0 4 0-15,0 3 7 0,0 2 16 16,0-5 37-16,-6-9-44 16,0 1-10-16,0 9-2 15,-4 2-4-15,10 2 3 16,0 3 3-16,0 0 20 16,0 0-24-16,0 0 23 15,-6-8-11-15,6 8 6 16,0 0-18-16,0 0 25 0,0-8-5 15,0-9-7-15,0-14-10 16,0-10 1 0,0-6-12-16,34-6 12 0,-15 13-8 15,9 4 5 1,-22 24-1-16,0 0 2 0,-6 0-4 16,0-8 0-16,10-13-8 15,-4 10-22-15,-6-5 20 16,12-1-1-16,-6 6 1 15,1 6 5-15,-1 9-3 16,-6 8 5-16,0 0 2 16,0 0-27-16,0 25 5 15,0 14 23-15,0 2-1 0,0 18 6 16,0 10 0 0,0 11-1-16,0 12 7 0,-13 4-11 15,-5-7-5-15,18-9-2 16,0-19 2-16,0-25-29 15,0-13-82-15,0-15 36 16,0-8-12-16,0 0-46 16,0 0-145-16</inkml:trace>
  <inkml:trace contextRef="#ctx0" brushRef="#br0" timeOffset="62707.78">24818 11037 407 0,'0'0'103'0,"0"0"-89"0,0 0 61 0,0 0-11 0,0 0-35 0,0 0-20 0,25 128 2 0,-25-104-1 0,15-1-10 16,-9 2 19-16,1-1 4 15,-7 0 13-15,6 0-13 16,0-4 6-16,-6-7-16 16,6-5-13-16,3-8-4 15,-2 0-12-15,5 0 15 0,0 0-16 16,16-8 17 0,-9-25 12-16,31-3 14 0,-13 0-12 15,3 3 4-15,0 5-5 16,-5 9-8-16,-1 2-1 15,-16 9 2-15,-2 0-5 16,-10 5 5-16,0-6-12 16,-6 6 8-16,6 3-2 15,-6 0 0-15,0 0 1 16,0 0 9-16,0 0-9 16,0 0 8-16,7 0-2 15,-7 0-8-15,0 0 5 16,0 0 4-16,0 0-7 0,0 0 7 15,0-5-8 1,0 2-10-16,0-5 3 16,0 0 7-16,0-1-3 0,-13 1 8 15,-15 0-7 1,-3 5 4-16,-18-2-4 0,-4 5-16 16,0 0-11-16,-15 0 22 15,21 0 7-15,7 0 7 16,22 0-7-16,5 0 23 15,13 0-21-15,0 0-2 16,0 0-11-16,0 0-2 16,0 0-42-16,0-4-118 0,25-28 46 15</inkml:trace>
  <inkml:trace contextRef="#ctx0" brushRef="#br0" timeOffset="65570.68">9445 16298 346 0,'0'0'100'0,"0"0"-77"0,0 0 35 16,0 0-24-16,0 0-9 15,0 0 41-15,0 0-14 16,0 0 20-16,0 0-26 15,0 0-1-15,0 0-19 16,0 0 4-16,0 0-19 0,0 0-9 16,0 0-4-1,0 17 6-15,0-2-2 0,0-2 4 16,0-10-12 0,0 5 2-16,0-8-2 0,0 0-12 15,12 0 6-15,0 0 6 16,1 0 0-16,2-24 4 15,-15-4-13 1,0-8 5-16,0 4-38 0,0 4-57 16,0 8 21-16,-15 11 64 15,-10 9-48-15,-3 0 68 16,3 29 26 0,16 8-23-16,-3 2 10 0,5-3 1 15,7-20 4-15,0-16-18 16,0 0-8-16,13 0 8 15,2-16 19-15,4-20 8 16,3 8-18-16,-16 4-9 16,-6 12-46-16,0 12-28 0,0 0-178 15</inkml:trace>
  <inkml:trace contextRef="#ctx0" brushRef="#br0" timeOffset="68700.7">15246 16531 0 0,'0'0'439'0,"0"0"-406"0,0 0 10 0,0 0 1 0,0 0-10 0,0 0 43 16,0 0 43 0,0 0-36-16,0 0 0 0,0 0-22 15,0 0-20-15,0 0-20 16,25 0 7-16,31 0 6 16,15 0-7-16,10 0-13 15,5 0-3-15,-5-5-4 16,0-6-6-16,-22 2-4 15,-25 6-11-15,-6 3 1 16,-16 0-33-16,-12 0-26 16,0 0-65-16,0 0-164 15</inkml:trace>
  <inkml:trace contextRef="#ctx0" brushRef="#br0" timeOffset="69185.42">15172 16298 192 0,'0'0'289'0,"0"0"-229"0,0 0 31 0,0 0 20 16,0 0-14-16,0 0-13 16,195-4-22-16,-130 4 5 0,10 0-39 15,-4 0 4 1,25 0-22-16,-15 0-7 0,-16-4-3 15,9-4-25-15,-21-4 3 16,-19 0-47-16,-15 8-79 16,-19 0-291-16</inkml:trace>
  <inkml:trace contextRef="#ctx0" brushRef="#br0" timeOffset="73764.82">28920 14943 518 0,'0'0'69'0,"0"0"-57"0,0 0 28 0,0 0 4 0,0 0-14 16,0 0 24-16,0 0 0 0,149-20-49 15,-149 20 9-15,0 8-3 16,0 28 6 0,0 28-13-16,-40 16 12 0,-7 4-11 15,-27 1-2-15,5-10 4 16,17-10-3-16,11-13 17 15,23-8-20-15,18-12 0 16,0-7-1-16,12-22-8 16,63-3-8-16,11 0 16 15,-5-11 10-15,6-22 11 16,-28 5 3-16,-6 0-18 16,-19 15-6-16,-22 2-19 15,-3 11-5-15,-9 0-66 0,0 0-75 16,0 0-198-16</inkml:trace>
  <inkml:trace contextRef="#ctx0" brushRef="#br0" timeOffset="74479.73">29717 14879 458 0,'0'0'93'0,"0"0"-71"0,0 0 47 0,0 0 17 16,0 0-29-16,0 0-9 16,-307 124-22-16,260-57-7 15,7 10 17-15,6 7-21 16,6 1 22-16,3-13-16 15,16-8 9-15,9-8-29 16,0-12-1-16,9-8-1 16,44-7-2-16,0-14-1 0,9-7-5 15,-3-8 6-15,0 0 6 16,-4-11 8-16,-8-25 4 16,-16 0 9-16,-9 11-22 15,-16 9 9-15,-6 4-11 16,0 8 0-16,-19 4-4 15,-49 0-31-15,-13 29-16 16,1 15 38-16,27 0 10 16,13-5 3-16,27-11-20 15,13-3-78-15,0-9-121 0,19-8-174 16</inkml:trace>
  <inkml:trace contextRef="#ctx0" brushRef="#br0" timeOffset="75045.17">28399 16250 30 0,'0'0'534'0,"0"0"-509"0,0 0 19 0,0 0 69 0,0 0-13 0,0 0-38 0,282-153-41 16,-241 153-21-16,-35 0 0 15,-6 44 0 1,0 17 53-16,-6 11-32 0,-50 0-8 16,3 5-7-16,7-10 5 15,5-10-11-15,29-21 8 16,6-13-8-16,6-14-1 16,0-9-24-16,0 0-28 15,52 0 32-15,7-12 21 16,3-16 3-16,10-4-3 15,-4 0 0-15,-15-4-78 16,-13 7-154-16</inkml:trace>
  <inkml:trace contextRef="#ctx0" brushRef="#br0" timeOffset="75411.42">29162 16186 144 0,'0'0'101'16,"0"0"-91"-16,0 0 11 0,0 0 34 15,0 0-16 1,0 0 41-16,186 93 12 0,-146-70-38 16,-18 5 6-16,-10-4-18 15,1 1 19 1,-13-1-47-16,0-1-2 0,0 2-9 16,0-6-3-16,-19 1-14 15,-15-4 14-15,-6-3-9 16,-7-13 12-16,-12 0-6 15,4-4-95-15,-11-44-59 16</inkml:trace>
  <inkml:trace contextRef="#ctx0" brushRef="#br0" timeOffset="75580.58">29354 15837 928 0,'0'0'28'16,"0"0"-1"-16,0 0-22 15,0 0 6-15,0 0-11 16,0 0-25-16,195 19-71 16,-148-19-111-16,0 0-93 15</inkml:trace>
  <inkml:trace contextRef="#ctx0" brushRef="#br0" timeOffset="76261.66">27305 16763 471 0,'0'0'129'0,"0"0"-100"0,0 0 70 0,0 0 40 0,272-244-69 0,-191 179-36 0,-16 6-34 16,-9 10-3 0,-25 9-31-16,-3 16-34 0,-28 21-101 15,0 3-67 1</inkml:trace>
  <inkml:trace contextRef="#ctx0" brushRef="#br0" timeOffset="76460.87">27457 16334 690 0,'0'0'32'0,"0"0"-2"15,0 0 52-15,0 0-53 16,201 209-23-16,-154-165-6 16,-7 0-37-16,-6-8-57 15,-15-8-11-15,-19-7-89 16</inkml:trace>
  <inkml:trace contextRef="#ctx0" brushRef="#br0" timeOffset="76944.95">27295 17096 547 0,'0'0'59'0,"0"0"24"0,0 0 43 0,450 5-56 0,-242-14-5 0,37-27 12 15,18-4-44-15,-12 8-4 16,-9 8-26-16,-34 12-3 15,-7 12-3-15,-27 0-13 16,-22 0-55-16,-31 15-246 16,-34 21 258-16</inkml:trace>
  <inkml:trace contextRef="#ctx0" brushRef="#br0" timeOffset="79375.11">29475 17256 635 0,'0'0'28'0,"0"0"-13"0,0 0 26 0,0 0 0 0,0 0-35 0,0 0 21 0,0 0-12 0,-34 177 3 15,34-137 7-15,0-8 10 0,22-4-7 16,18-3-26 0,6-17-2-16,7-8-4 0,0 0-2 15,9-5 6-15,12-34 4 16,-9-22 4-16,-12-3 1 15,-13 0-4-15,-24-4-3 16,-16 7-4-16,0 22-2 16,0 11 0-16,-9 28-6 15,-44 0 5-15,-12 31-16 16,-31 49 7-16,9 17 8 0,0 3-51 16,22-12 11-1,18-24-84-15,26-23-159 0</inkml:trace>
  <inkml:trace contextRef="#ctx0" brushRef="#br0" timeOffset="80425.6">28086 14414 433 0,'0'0'192'0,"0"0"-182"0,0 0 4 0,0 0 12 0,0 0-23 0,0 0-2 15,360-85-1 1,-320 85-11-16,-25 0-16 0,-8 12 27 16,-7 16 51-16,0 4 17 15,0 0-27-15,0 9 6 16,0-18-26-16,0 2-20 15,0-14-1-15,0-6-29 16,6-2-20-16,28 2 24 16,6 2 19-16,-3 1 6 15,13 0 30-15,-3 17-2 0,-16-1-14 16,-3 4-7-16,-28 8-5 16,0 12 19-16,-7 4-21 15,-67 4-3-15,-7 9-9 16,-6-9 12-16,22-12 0 15,19-24-3-15,12-20-49 16,12 0-169-16</inkml:trace>
  <inkml:trace contextRef="#ctx0" brushRef="#br0" timeOffset="82073.34">27798 17890 319 0,'0'0'94'0,"0"0"-59"0,0 0 53 0,0 0-38 16,0 0-34-16,0 0 13 16,-13 0 0-16,13 0 2 15,0 0-6-15,0 0-2 16,0 0-9-16,0 0-14 15,0 0 8-15,0 0 4 16,0 0 23-16,0 0-15 16,0 0 23-16,0 0-29 15,0 0 8-15,0 0-12 16,0 0-2-16,0 0 2 16,0 5-9-16,0-2-1 0,-6 2 5 15,6 2-3-15,0 1 4 16,-16 5-11-16,16-2 7 15,-12-2-2-15,12-9 5 16,0 0-1-16,0 0 21 16,0 0-11-16,0 0-13 15,0-9 17-15,0-35-8 16,0-20-8-16,0-16 12 16,0-8-11-16,0 8-2 0,22 11-1 15,-10 25-10-15,-12 12 8 16,13 21-1-1,-13 11-3-15,0 0 4 0,0 0-6 16,0 0-39-16,0 28 40 16,0 8-28-16,-13 8-67 15,1-8-103-15</inkml:trace>
  <inkml:trace contextRef="#ctx0" brushRef="#br0" timeOffset="84012.09">28520 17386 125 0,'0'0'122'0,"0"0"-79"0,0 0 2 0,0 0-16 0,0 0-14 0,0 0 44 0,-46 0 27 15,39 0-59 1,7 0 28-16,-6 0 13 16,-3 0 24-16,3 0-48 0,6 0-12 15,0 0-2-15,0 0-22 16,0 0 12-16,0 0-17 16,0 0 19-16,0 0-15 15,0 0 18-15,0 0 5 16,-7 0 14-16,7 0-21 15,0 0-15-15,0 0-8 16,0 0 0-16,0 0-6 16,0 0-1-16,0 0 0 0,0-5 7 15,0 1-1-15,0 0 2 16,22 4-1 0,3 0 0-16,9 0-19 15,-6 0 15-15,12 8-16 16,-15 8 17-16,-13 17-37 15,-12-2 38-15,0 13-8 16,0 4 5-16,-18-4 2 0,-16-8 3 16,9-7-2-16,9-14 7 15,10-15-6-15,6 0 1 16,0 0-28-16,6-15-66 0,50-14 80 16,3 1 13-1,-6 5 1-15,-7 10 2 0,-11 13 1 31,-29 0 6-31,9 0-1 0,-15 5 30 0,0 23 0 16,0 0 12-16,0 16-34 16,-15 0 5-16,-19-4-13 15,3 4-7 1,-10-12-1-16,-5-4-12 0,5-3-3 16,-5-9-43-16,24-4-13 15,4-1-87-15,2-3-174 16</inkml:trace>
  <inkml:trace contextRef="#ctx0" brushRef="#br0" timeOffset="86352.61">28548 18296 451 0,'0'0'100'0,"0"0"-42"0,0 0 40 15,0 0-22-15,0 0-57 16,0 0 19-16,0 0-21 0,-22-16 7 16,22 8-4-1,0-1 13-15,22-7 3 0,3 0-5 16,15 1-13-1,0 10-14-15,-12 2-4 0,-9 3-6 16,-13 0-8-16,-6 15-61 16,0 37 74-16,0 17-4 15,-40 19-4-15,-13-4-25 16,0-12-1-16,19-12 26 16,16-12 9-16,11-11-9 15,7-9 16-15,0-13-14 16,7-7 2-16,45-8-15 15,7 0-3-15,3 0 23 16,10-28 2-16,-4-11 8 16,-15 3-6-16,-7 8 4 15,-12 7-16-15,-12 9 5 16,-10 4-77-16,-12 8-172 0</inkml:trace>
  <inkml:trace contextRef="#ctx0" brushRef="#br0" timeOffset="87450.84">27850 18319 426 0,'0'0'78'0,"0"0"10"16,0 0-18-16,0 0-14 0,0 0-23 0,0 0 17 0,-52-11-23 0,39 11 19 16,13 0-17-16,0 0 22 0,0 0-30 15,0 0-9-15,0 3-12 16,0 18-7-16,0-9 3 15,19 4-8 1,27-4 9-16,10-1-10 0,-3 5 13 16,0-7 1-1,9 10 8-15,-10-2-8 0,7-1 0 16,-25 0-1-16,-21 0-4 16,2 0 4-16,-15 8 0 15,0 0 12-15,-15 0-1 16,-19 5 6-16,-25-1-17 0,0-5 0 15,-9 1-6 1,-7 1-7-16,10-14-16 16,3-6-88-16,3-5-95 15,25 0-99-15</inkml:trace>
  <inkml:trace contextRef="#ctx0" brushRef="#br0" timeOffset="87650.45">27838 18187 885 0,'0'0'30'16,"0"0"-23"-16,0 0-1 0,0 0-6 16,0 0-44-16,0 0 14 15,254 4-64-15,-201-32-116 16,-19 4-297-16</inkml:trace>
  <inkml:trace contextRef="#ctx0" brushRef="#br0" timeOffset="91580.93">16790 16053 482 0,'0'0'79'0,"0"0"-78"0,0 0 31 0,0 0 7 0,0 0 0 15,0 0 4-15,0 0 16 16,-142 185-2-16,129-129-20 16,7 12 5-16,6 16-26 15,0 4 5-15,0-3-11 0,6-9 0 16,41-16-8-1,15-7-2-15,9-14 0 0,-3-6-4 16,13-9-1-16,-10-16-17 16,-3-8 21-16,1 0-14 15,-17-13 10-15,-5-31 5 16,-7-3 12-16,-27-1 0 16,-13 4-7-16,0 3-5 15,0 10 5-15,-19 10-5 16,-37 9 2-16,3 12-4 15,-12 0-2-15,-3 12-6 16,15 40 10-16,-21 17-2 16,21-5-17-16,13-4-34 15,18-16-32-15,22-16-102 16,0-16-73-16</inkml:trace>
  <inkml:trace contextRef="#ctx0" brushRef="#br0" timeOffset="92413.47">17699 16130 238 0,'0'0'77'0,"0"0"-59"0,0 0-17 0,0 0-1 15,0 0-84-15,0 0 8 16,18-4 43-16,-18 4 33 16,0 0 99-16,0 0 5 15,0 0-20-15,0 0-82 16,0 0-2-16,0-4-64 15,0 0-75-15</inkml:trace>
  <inkml:trace contextRef="#ctx0" brushRef="#br0" timeOffset="92896">17699 16130 269 0,'18'-17'185'0,"-18"17"-82"16,0 0-51-16,0 0-30 0,0 0-19 15,0 0-6-15,0 0-11 16,0 0-13-16,0 0 9 15,0 0 18-15,0 0 11 16,0 0 23-16,0 0 20 16,0 0-4-16,0 0 10 15,0 0-19-15,0 0 3 16,0 0-15-16,0 0-28 16,-31 0 3-16,3 17 1 15,-12 7-10-15,0 8 10 16,6 0-16-16,15 0 22 15,4 0-3-15,15 9-6 16,0-5-2-16,0-8 0 0,55-5-1 16,10 1-3-16,4-12-13 15,-4-4 14-15,9 0 3 16,-6-8-1 0,4 8 3-16,-10-8-4 0,-10 5 2 15,-17 3-3-15,-1-1-6 16,-28 1-11-16,0 9-2 15,-6 2 22-15,0 10 49 16,0 11-21-16,-22 4-10 16,-15 0-15-16,-19-4 1 15,4-4-4-15,11-12 1 16,7-4-2-16,16-12-9 16,5-8 8-16,-8 0-15 15,2-31-68-15,-9-38-148 0,0-6-220 16</inkml:trace>
  <inkml:trace contextRef="#ctx0" brushRef="#br0" timeOffset="93114.32">17699 16105 502 0,'0'0'88'0,"0"0"-37"0,0 0 100 0,0 0-75 0,375-31-38 0,-310 31-30 0,-3 0-8 0,-9 0-13 16,-19 0-90-16,-9 0-127 16</inkml:trace>
  <inkml:trace contextRef="#ctx0" brushRef="#br0" timeOffset="94145.48">18706 16531 436 0,'0'0'43'0,"0"0"15"0,0 0 27 0,0 0-51 0,0 0 10 0,0 0-17 0,0 216-15 0,41-191-2 16,5-6 1-16,1-2 9 0,2-9-18 16,4-8-2-16,0 0-10 15,-1 0 10-15,4-17 0 16,-3-27 12-1,-6-16 1-15,-13-8-7 0,6-12-3 16,-28 0 4-16,-12 8-7 16,0 15-8-16,0 17-7 15,-34 16-14-15,-25 20 22 16,-15 4 4-16,6 0 2 16,-10 45 1-16,10 10-11 15,0 14 8-15,15-2-47 16,0-3-66-16,13-19-203 15</inkml:trace>
  <inkml:trace contextRef="#ctx0" brushRef="#br0" timeOffset="94828.66">19965 16579 671 0,'0'0'19'0,"0"0"36"0,0 0-5 0,0 0-48 0,0 0-2 15,0 0 6-15,134-16 35 16,-128 8-13-16,-6 4 16 16,0 4 28-1,0 0-9-15,0 0-45 0,0 0-18 16,0 0-11-16,0 0 11 15,0 0 0-15,0 0 8 16,0 0-1-16,0 0-3 16,0 0 26-16,0 0-26 15,0 0 7-15,0 0-8 16,0 0-3-16,0 0 0 16,0 0-5-16,0 0 0 0,0 0-13 15,-6 0 13 1,6 0-16-16,0 4 15 0,-7 4-17 15,-2-1-17-15,3 2-13 16,0-1 26-16,-7-4 24 16,7 4-9-16,0-8-68 15,-16 0-163-15</inkml:trace>
  <inkml:trace contextRef="#ctx0" brushRef="#br0" timeOffset="98292.58">21162 16090 288 0,'0'0'201'0,"0"0"-194"0,0 0 1 0,0 0 19 0,0 0-2 0,0 0-20 15,0 0 5-15,78 40-9 0,-78-16 69 16,0 12 25-16,0-8 26 15,0 20-74 1,0-8-8-16,0 16-9 0,0 8-15 16,0 0-6-16,0-3-8 15,9-1 11-15,10-8-10 16,-7-7-4 0,10-9-7-16,-10-17 6 15,0-2-7-15,-2-9-3 0,-10-8-35 16,0 0-46-16,0 0-66 15,0-5-32-15,0-18-134 16</inkml:trace>
  <inkml:trace contextRef="#ctx0" brushRef="#br0" timeOffset="98542.53">21082 16534 697 0,'0'0'113'0,"0"0"-104"16,0 0 35-16,0 0 9 16,0 0-3-16,0 0-5 0,213 0-44 15,-166 0 0-15,-7 0-1 16,1-11-27-16,-1-9-58 15,-3 4-103 1,-15-4-128-16</inkml:trace>
  <inkml:trace contextRef="#ctx0" brushRef="#br0" timeOffset="99159.69">21587 16315 462 0,'0'0'61'0,"0"0"-14"0,0 0-15 0,0 0-10 0,0 0 9 0,0 0-17 16,136-57-14-16,-117 57-14 15,3 0 0-15,-10 8 14 16,-6 16 40-16,-6 9-18 16,0 6 3-16,0 17-25 15,-18 1-15-15,-23 2-13 16,1 2 28-16,12-5-2 15,10-12 7-15,18-16 1 16,0-4-1-16,0-8 21 16,18-4-26-16,41-4-2 0,9-8 2 15,7 0 3-15,-4 0-3 16,3 0 2 0,-21 0 3-16,-13 0 6 0,-18 0 7 15,3 0-18-15,-25 0-31 16,0 0-46-1,0 0-174-15</inkml:trace>
  <inkml:trace contextRef="#ctx0" brushRef="#br0" timeOffset="99491.84">22331 16711 366 0,'0'0'101'0,"0"0"2"0,0 0 8 0,0 0-20 0,0 0 11 0,0 0-33 0,319-164-1 16,-297 100-31-16,-22-1-15 15,0 9 0-15,0 9-20 16,-6 14 7-16,-44 9-9 16,-9 16-4-16,7 8-39 0,-1 0 17 15,-3 40 8-15,16 8-56 16,28 1-18 0,-7-2-111-16,-3-6-362 0</inkml:trace>
  <inkml:trace contextRef="#ctx0" brushRef="#br0" timeOffset="100575.32">16555 18339 433 0,'0'0'302'0,"0"0"-263"0,0 0 48 0,0 0-31 0,0 0-47 15,0 0 16-15,68 5 34 16,-43-5-21-16,15 0-31 16,0 0 8-16,-6 0-12 15,7 0-6-15,-23 0-2 16,10 0-9-16,0 0-12 15,-16 0-41-15,1 0 9 16,2 0-111-16,-15-5-8 16,0-2-9-16,0-1 23 0</inkml:trace>
  <inkml:trace contextRef="#ctx0" brushRef="#br0" timeOffset="100727.25">16555 18339 672 0</inkml:trace>
  <inkml:trace contextRef="#ctx0" brushRef="#br0" timeOffset="100839.68">16555 18339 672 0,'-13'-176'38'0,"13"176"21"0,13 0 23 0,33 0 98 16,16 0-120-1,-22 0-21-15,7 0-5 0,-7-4-33 16,-9-4-1-16,3 4-16 16,-6-1-42-16,-22 5-64 15,-6 0-209-15</inkml:trace>
  <inkml:trace contextRef="#ctx0" brushRef="#br0" timeOffset="105770.77">31460 14233 331 0,'0'0'127'0,"0"0"-107"0,0 0 33 0,0 0-8 0,0 0-17 0,0 0 15 16,0 0-14-1,0 0 23-15,0 0 19 0,0 0 6 16,0 0-36-16,0 0-8 16,0 0-4-16,0 0 10 15,0 0-22 1,0 0-9-16,0 0 14 0,-7 0-16 16,1 0 12-16,-6 0-16 0,-16 0-4 15,3 24 1-15,-15 8-1 16,-1 24-1-16,-5 8 5 15,12 4-10-15,0 8 8 16,6-7-5 0,22-9-17-16,6-4 17 0,0-12-27 15,0-11 25-15,15-2-9 16,25-7 5-16,1-7 7 16,11-6-9-16,7-11 12 15,3 0-19-15,-3 0 18 16,-6-3 4-16,-7-25 8 15,-18-1-6-15,-9 6 1 16,-19-2 5-16,0 5 4 16,0 8 7-16,0 5-20 0,0 7-2 15,-40 0-14-15,-7 7 15 16,-12 33-25-16,0 0 7 16,3 12-15-16,10-3-13 15,6-13-30 1,15-8-53-16,9-24-182 0</inkml:trace>
  <inkml:trace contextRef="#ctx0" brushRef="#br0" timeOffset="106801.81">32015 14225 341 0,'0'0'147'0,"0"0"-123"0,0 0-7 0,0 0 22 0,0 0-25 0,0 0 3 0,0 0 10 16,0 0 3-16,0 0 15 16,0 0 13-16,0 0-6 15,0 0-29-15,0 0 5 16,0 0-15-16,0 0-9 15,0 0 1-15,0 0 1 16,0 0-6-16,0 0 1 0,0 0-1 31,0 0 5-31,0 0-7 0,0 0 4 16,0 0-3-16,0 0 7 16,0 0 0-16,0 0-5 15,0 0 3-15,-13 15-1 0,-5 10-2 16,-10-1-2-16,0 4 8 15,3-4-7-15,-3 0 4 16,9 0-6-16,4-12 2 16,9 1-1-16,6-10 0 15,0-3-6-15,0 8-7 16,0 0 2-16,34 0 6 16,6 4-9-16,7 1 12 0,5 2 6 15,-5-2 3 1,-7-2-2-16,7 1-3 0,-19-7-1 15,6-5-2-15,-16 8 2 16,-12-5 0-16,-6 2-9 16,0 3 13-16,0-8-6 15,0 15 4-15,0 6 22 16,0-6-21-16,0 10-1 16,0-6-2-16,0 6-22 15,-24-5 12-15,-10 1-22 16,15-10 12-16,-3-7-43 0,4-4 8 15,-10 0 3 1,9 0-167-16,4 0 2 0</inkml:trace>
  <inkml:trace contextRef="#ctx0" brushRef="#br0" timeOffset="107087.74">32123 14189 403 0,'0'0'60'0,"0"0"-53"0,0 0-7 0,0 0 85 0,0 0 5 0,0 0 6 0,242-52-12 15,-196 44-47-15,-5-1-8 16,-10-2-24-16,-3 3-5 0,6 0-3 16,-9-5-67-16,-19 1-128 15,-6 9-269-15</inkml:trace>
  <inkml:trace contextRef="#ctx0" brushRef="#br0" timeOffset="108849.58">31112 15452 359 0,'0'0'137'0,"0"0"-57"0,0 0-2 0,0 0-54 0,0 0 21 0,0 0 15 0,168-32-20 15,-113 16-30-15,-8 0 13 0,-1 4 1 16,-14 4-6-16,-11 3-3 16,13 5-15-16,-9 0 1 15,-3 0 2-15,12 0-6 16,-3 0 2-16,3 13-4 16,-6 19-9-16,-3 4 3 15,-4 4-3-15,-8 8 1 16,-13-4 6-16,0 0 7 15,0-4-1-15,0-3-2 16,0-14 2-16,0-3-38 16,0-12-28-16,0 0-43 15,-13 1-116-15,-14-5-154 16</inkml:trace>
  <inkml:trace contextRef="#ctx0" brushRef="#br0" timeOffset="109152.58">31494 15540 271 0,'0'0'383'0,"0"0"-349"0,0 0 14 0,0 0 2 0,0 0-17 16,0 0 7 0,167-24-40-16,-127 16 0 0,7-12-18 15,-13 4-59-15,-6-4-89 16,-22 8-339-16</inkml:trace>
  <inkml:trace contextRef="#ctx0" brushRef="#br0" timeOffset="109651.19">32089 15247 294 0,'0'0'29'16,"0"0"-13"-1,0 0-9-15,0 0-4 16,0 0-6-16,0 0 2 0,208-23 1 16,-208 59 21-16,0 20 32 15,-41-4-15 1,-11 7-20-16,18-10-12 0,-1 4-4 15,-5-14 4-15,34-3 3 16,6-11 17-16,0-9-7 16,0-1 22-16,22-10-26 15,30-5 6-15,1 0-14 16,6 0 4-16,3 0-3 0,-3-5-2 16,-3-10 3-1,-10-10-7-15,1 1-4 0,-7-4-46 16,-15 0-104-16</inkml:trace>
  <inkml:trace contextRef="#ctx0" brushRef="#br0" timeOffset="110283.47">30979 16213 390 0,'0'0'91'0,"0"0"-25"0,0 0 62 0,0 0 8 0,0 0-44 0,449 0-23 15,-262 0 2-15,14-19-41 16,13-13-14-16,6-17 21 16,-6 2-34-16,-6-2-3 15,-28 5-3-15,-19 8-30 16,-49 16-77-16,-38 16-129 15,-46 4-27-15</inkml:trace>
  <inkml:trace contextRef="#ctx0" brushRef="#br0" timeOffset="111298.83">32557 16426 308 0,'0'0'120'0,"0"0"-99"0,0 0 24 0,0 0 22 0,0 0-6 16,0 0 9-16,-28 133-1 15,28-117-13-15,16-4-14 0,24 0-36 16,0-5 17-16,7-2-22 15,-1-5 13-15,1 0-12 16,-7 0 3-16,1-5 1 16,-7-26 5-16,3-18 9 15,-9-15-11-15,0-11-9 16,-22 3-11-16,-6 0-18 16,0 11-51-1,0 20-3-15,0 13 61 16,-47 20 18-16,-5 8 8 0,-17 0 10 15,-11 33-14-15,-1 19-15 16,22 1-29-16,-3 2-98 16</inkml:trace>
  <inkml:trace contextRef="#ctx0" brushRef="#br0" timeOffset="112065.42">30960 13844 383 0,'0'0'175'0,"0"0"-169"0,0 0 56 0,0 0-10 0,0 0-25 16,0 0 29-16,0 0 27 16,25 24-34-16,3 16 14 15,12 9-16-15,-6-5-15 16,1-1-17-16,-11-3-11 0,-2-7-8 15,-22-2-27 1,0-3-33-16,0-7-92 0,0-17-359 16</inkml:trace>
  <inkml:trace contextRef="#ctx0" brushRef="#br0" timeOffset="112897.13">31723 16655 521 0,'0'0'8'0,"0"0"-8"0,0 0 0 0,0 0-15 0,0 0-51 0,-56-212 66 0,56 212 3 15,0 0-3-15,0 0 0 16,0 0-1-16,0 0-124 15</inkml:trace>
  <inkml:trace contextRef="#ctx0" brushRef="#br0" timeOffset="113143.64">31723 16655 541 0</inkml:trace>
  <inkml:trace contextRef="#ctx0" brushRef="#br0" timeOffset="113434.61">31723 16655 541 0,'412'-273'162'0,"-412"273"-85"0,7 0 29 0,-7 0-25 16,15 0-81-16,-2 0 2 15,5 0-2-15,-2 0 0 16,8 0-7-16,-8 5 6 16,-10 3 0-16,-6 0 1 15,0-1 6-15,0 6 32 16,0-2-22-16,0 1 6 15,0-4-11-15,0-3-10 16,0-5-2-16,0 0-15 16,13 3 8-16,-7 2-26 15,15 3 22-15,-2 0 12 16,3-1-3-16,-16 9 6 0,-6-3-3 16,0 2 5-1,0 6 9-15,0 3-2 16,0 8-11-16,0 8-2 0,-12 0-8 15,-29 0-14-15,-15-4-47 16,10-4-91-16,15-12-49 16,-3-7-212-16</inkml:trace>
  <inkml:trace contextRef="#ctx0" brushRef="#br0" timeOffset="113978.79">31742 16467 603 0,'0'0'2'0,"0"0"0"0,0 0-2 0,0 0 12 16,0 0 36-16,59 23 87 0,-38 21-17 0,-8 9-18 0,2-1-52 0,-9-4-35 16,7-4-7-16,-13-3-6 15,0-14-7 1,0 1-20-16,0-8-76 16,0-7-134-16</inkml:trace>
  <inkml:trace contextRef="#ctx0" brushRef="#br0" timeOffset="115878.5">32452 17173 470 0,'0'0'100'0,"0"0"-65"0,0 0 30 0,0 0-34 0,0 0-27 16,0 0 4-16,-16 0-6 15,16 0 12-15,0 0 66 0,0 0-43 16,0 0-18 0,0 0-16-16,0 0 1 15,0 0-8-15,0 0 6 0,0 0-4 16,0 0 4-16,-6 0 7 15,6 0 6-15,0 0 4 16,-6 0-18-16,-7 0 20 16,4 3-13-16,-16 10-8 15,-15 2 0-15,6 10-6 16,-13 2 4-16,-5 1-11 16,5 1 13-16,7-1 0 15,6-4 4-15,15-8 6 0,10 0-3 16,9-8-7-1,0 0-4-15,0-4 3 0,0 1-17 16,28-5 16-16,18 3-9 16,7-3 11-1,9 0-1-15,-3 0-1 0,-6 0 1 16,2 5 1-16,-2 2 0 16,-6 1 7-16,-13 0-11 15,-9 0 12-15,-4 0-15 16,-15-4 15-16,-6 0-5 15,0 5 20-15,0 10 11 16,0 9 10-16,-21 0-28 16,-16 8-16-16,-4-7-4 15,7-6-21-15,-6 2-9 0,6-9 11 16,9-4-9-16,-3-8-22 16,-6-4-72-16,0 0 21 15,-7-8-229 1</inkml:trace>
  <inkml:trace contextRef="#ctx0" brushRef="#br0" timeOffset="116161.43">32464 17048 528 0,'0'0'278'0,"0"0"-265"0,0 0 18 0,0 0-16 0,0 0-15 0,0 0-157 0,301-88-395 15</inkml:trace>
  <inkml:trace contextRef="#ctx0" brushRef="#br0" timeOffset="117126.08">30405 13647 452 0,'0'0'25'0,"0"0"-11"0,0 0 42 0,0 0-30 0,0 0-23 0,0 0 0 0,341-24-3 0,-307 24-18 0,-15 0 1 0,-7 0 17 0,-12 16 47 0,0 12-11 0,0 8 8 0,0 0-14 16,0 0-3 0,0 0-5-16,0-7 3 0,0-9-25 15,0 0 6-15,16-17-12 16,9 10-1-16,-4-9 4 15,-8 0 6-15,-13 0 9 16,0 4-12-16,0 8 0 16,0 16 3-16,0 8 15 15,-34 16-11-15,-13 8-6 16,-12-4-2-16,13-4-9 16,-1-12 1-16,7-14-82 15,25-19-159-15</inkml:trace>
  <inkml:trace contextRef="#ctx0" brushRef="#br0" timeOffset="119108.93">31001 17553 301 0,'0'0'67'0,"0"0"28"0,0 0 14 0,0 0-31 0,0 0-18 0,0 0 44 0,12 0-39 16,-6 0-36-16,-6 0 8 0,0 0-7 16,6 0 9-16,-6 0-35 15,0 0 20 1,10 0-15-16,-10 0 2 0,0 0 4 16,0 0 0-16,0 8-3 15,0 13-4-15,0 10-4 16,0 5-1-16,0 9-6 0,-16-5-7 15,4 5-1 1,6-9 10-16,6-9-11 0,0-7 2 16,0-12-33-16,0-4-2 15,6-4-15-15,28 0 45 16,6 0 7 0,-9-4 6-16,-3-7 2 0,0-6-1 15,-9 9 0-15,-7-3 2 16,4 3-2-16,-4-1-10 15,0-3 1-15,-2 5 0 16,-4-10-2-16,0 5 6 16,0-4-19-16,0 0-7 15,-6 0 17-15,0 0-3 16,7-1 12-16,-7 9 6 16,6 5-1-16,-6 3-1 15,0 0 3-15,0 0-1 16,0 0 23-16,0 24-14 15,0 8 27-15,0 16-15 16,0 5-6-16,0 6-2 0,0 10-10 16,-13-5-3-16,-21-4-18 15,10-8-41-15,8-20-9 16,16-11 6-16,0-21-40 16,0 0-225-16</inkml:trace>
  <inkml:trace contextRef="#ctx0" brushRef="#br0" timeOffset="119706.97">31615 17425 379 0,'0'0'50'0,"0"0"12"0,0 0 45 0,0 0-58 16,0 0 1-16,0 0 3 15,0 0 47-15,0-16-24 16,0 16-1-16,-13 0-34 16,-9 8-29-16,4 8-8 15,-4 4 3-15,16 0-8 16,6 1 7-16,0 2-12 15,0-2 0-15,0-1-7 0,34-9 0 16,19-3 3-16,9-3 0 16,-3-1 5-1,-7-4-3-15,-5 8-3 0,-19 3-3 16,-10-3-4-16,-2 5 12 16,-10-1 2-16,-6-4 4 15,0 12 9 1,0 8 10-16,-28 0-7 0,-18 4-8 15,-1-12-8-15,1-7-24 16,5-13 14-16,7 0-54 16,-6 0-72-16,0-8-3 15,9-29-160-15</inkml:trace>
  <inkml:trace contextRef="#ctx0" brushRef="#br0" timeOffset="119873.39">31735 17124 701 0,'0'0'188'15,"0"0"-188"-15,0 0-17 16,0 0-18-16,0 0-82 16,0 0 24-16,227-12-180 15</inkml:trace>
  <inkml:trace contextRef="#ctx0" brushRef="#br0" timeOffset="120456.93">30718 18496 370 0,'0'0'30'0,"0"0"25"0,0 0 93 0,0 0-54 0,369-105 39 0,-201 49-57 0,18-7 4 16,22-1-14-16,-1-2-29 15,14 7-9-15,5-5-22 16,0 7-5-16,-12 5-1 15,-18 8-57-15,-45 20 48 16,-14 16-116-16,-38 8 18 16,-18 0-53-16,-35 25-100 15,-33 3-113-15</inkml:trace>
  <inkml:trace contextRef="#ctx0" brushRef="#br0" timeOffset="121372.35">33280 18147 24 0,'0'0'491'0,"0"0"-380"0,0 0-11 0,0 0 17 0,0 0-59 0,0 0 0 0,0 0-7 16,0 0-6-16,-13 0-17 16,-9 0 15-16,10 12-20 15,6 4-5-15,-3 8-6 16,9-7-10-16,0 6-2 16,0-2 2-16,0-14-11 15,0 1-2-15,0-3 4 0,15-5-11 16,10 0 18-1,9 0-3-15,6-17-9 0,7-23 6 16,-13-16-22-16,12 4 23 16,-33-4-13-16,2 0-21 15,-15 7-52-15,0 18 0 16,-15 11-83-16,-32 20 73 16,-24 0-28-16,3 20 72 15</inkml:trace>
  <inkml:trace contextRef="#ctx0" brushRef="#br0" timeOffset="121680.71">33280 18147 378 0</inkml:trace>
  <inkml:trace contextRef="#ctx0" brushRef="#br0" timeOffset="121921.45">33280 18147 378 0,'-469'280'9'0,"469"-280"94"0,0-8-36 0,0-20 87 0,0-11-60 0,7-2-51 0,14-7-21 0,-2 1-18 0,-7-2-8 15,-2 1 12-15,-10 4-17 0,0 8 9 16,0 16-20-16,-22 12 11 16,3 8 9-16,-9 0 30 15,0 0 24-15,10 28-37 16,5 12-11-16,-2 8-2 15,15-8-4-15,0 4 0 16,0-11-8-16,0-2-26 16,34-3 18-16,13-4-3 0,-1 1 11 15,-6-1-42-15,-5-1 20 16,-17-3-2-16,-2 1 16 16,-16 2 12-16,0 10 4 15,0 3 58-15,-41-3-31 16,-5-6-12-16,-1-10-12 15,13-14-6-15,12-3-70 16,10 0-61-16,12 0-192 16</inkml:trace>
  <inkml:trace contextRef="#ctx0" brushRef="#br0" timeOffset="123770.49">20846 18404 22 0,'0'0'508'0,"0"0"-502"0,0 0 22 15,0 0 12-15,28 52-12 0,6-52 17 0,19 0 28 0,-13 0 1 0,6-4-26 16,-11-29 12-16,-4-14-47 15,18-17 6-15,-24-13 8 16,3-3-19-16,-22 8-5 0,-6 16-6 16,0 12 3-16,-6 11-1 15,-41 18-4-15,-8 10-31 16,2 5 35 0,6 0-14-16,7 16-16 0,0 37-43 15,15 11-56-15,-9 12-190 16</inkml:trace>
  <inkml:trace contextRef="#ctx0" brushRef="#br0" timeOffset="124552.49">20164 18296 250 0,'0'0'160'0,"0"0"-42"0,0 0-47 0,0 0-13 0,0 0-10 16,173-245 1-1,-145 192-8-15,-9 1 3 0,-4 1-13 16,-15 2-12-16,0 13 0 16,0 5-15-1,0 6 6-15,0 9-10 0,-28 12-3 16,-6 4-38-16,-6 0 12 16,9 4 5-16,-15 32 24 15,11 8 2-15,29 4 3 0,6 4-6 16,0-3 1-16,0-5-8 15,41-4-54-15,17-4 23 16,17-4-7 0,-4 0-8-16,-3 4 15 0,-15-7 15 15,-6 10 21-15,-26-3 3 16,4 8 2-16,-25 1 20 16,0 2 11-1,-6 2 33-15,-65-9-10 16,2-8 2-16,-11-12-40 0,-1-15-18 15,-6-5-12-15,28 0-69 16,13-8-159-16</inkml:trace>
  <inkml:trace contextRef="#ctx0" brushRef="#br0" timeOffset="127000.82">19764 17749 438 0,'0'0'97'0,"0"0"-4"0,0 0 24 0,0 0-17 0,0 0-33 0,0 0-20 15,-13-15-4 1,-2 15-33-16,-4 0 30 0,-2 0-18 16,2 0 1-16,-9 0-8 15,-12 0-3-15,-13 24-6 16,13 24-3-1,-7 12-6-15,-6 20 11 0,7 16-12 16,18 4 11-16,22 5-14 16,6-8 5-16,0-9-1 15,6-16-1-15,47-11-5 16,15-14 8-16,0-14-25 0,-3-13 13 16,-6-9-8-1,3-11 19-15,-21 0-19 0,-7 0 7 16,-16 0-2-1,-18-16-11-15,0-16 27 0,0 0 7 16,0 4 5-16,0 8-11 16,0 12 14-16,-12 8-15 15,-28 0-19-15,-13 25-19 16,-9 22 25-16,9 6-19 16,13-17-37-16,21 0-108 15,19-28-248-15</inkml:trace>
  <inkml:trace contextRef="#ctx0" brushRef="#br0" timeOffset="128133.48">18589 17815 99 0,'0'0'292'0,"0"0"-292"0,0 0-13 0,0 0 13 16,0 0 12-16,0 0 13 0,40-97 3 16,-40 97 3-1,12-5-21-15,-12 5 37 16,0 0-14-16,0 0-15 0,0 0-17 16,0 17 18-16,0 27 41 15,0 16-23-15,-40 12-30 16,-13 1-5-16,-3-5-4 15,4-4 3-15,18-12-4 16,15-12 5-16,19-4-2 16,0-12 4-16,0-7 0 15,19-1-8-15,27-16-8 0,10 0-17 16,3 0 20-16,3-21 9 16,-9 1 0-16,12-4 4 15,-3 9 0-15,-10 2 0 16,-11 1-4-16,-23 8 3 15,4 0-7-15,-22 1-4 16,12 3 6-16,-12 0 4 16,0 0-1-16,0-5-1 15,0-3-17-15,0 0-45 0,7 0 8 16,-7-1 37 0,6 2 6-16,3-1 4 0,-9 4 14 15,0-4-5 1,0 4-2-16,0 4 0 0,0 0-9 15,0 0-13-15,0 0 22 16,0 36 1-16,0 16 73 16,0 16-17-16,0 9-13 15,0 6-40-15,0-2-8 16,0-16 3-16,0-1-7 16,0-9-1-16,0-10-6 15,0-17-20-15,0-12-66 16,0-8-136-16</inkml:trace>
  <inkml:trace contextRef="#ctx0" brushRef="#br0" timeOffset="138225.44">21609 18159 508 0,'0'0'102'0,"0"0"-11"0,0 0-9 0,0 0-25 0,0 0-25 0,0 0 14 0,0 0-8 0,0-8 10 16,-7 8 2 0,1 0-20-16,-3 0 2 0,3 16-29 15,-7 16 7 1,1-4-5-16,-4 0-8 0,10 5 4 16,6-5-1-16,0 0 0 15,0 8-3-15,0 0 1 16,34-8 4-16,7 0-12 15,5-12 7-15,1-5-1 16,-7-6 1-16,0-5 2 16,1 0-21-16,-7-24 4 0,6-24 17 15,-9-4 1 1,19-9 9-16,-26 2-7 0,-11 2 3 16,-13-4-3-1,0 6-4-15,0-6 1 0,-31 2-14 16,-31 7-4-16,-3 11 11 15,-4 18-20 1,11 10-12-16,-4 13 24 0,9 4 7 16,25 41 6-16,3 10-44 15,19-2-8-15,6-1-79 16,0-12-99-16</inkml:trace>
  <inkml:trace contextRef="#ctx0" brushRef="#br0" timeOffset="138891.91">22303 18139 136 0,'0'0'111'0,"0"0"10"0,0 0 49 0,0 0-44 0,0 0-26 15,0 0-2-15,-99 105-64 16,99-82-5-16,0-2-27 15,0-1 3-15,0 4-3 0,0-4-1 16,6-4 7-16,13 7-5 16,15-10 20-1,0-1-16-15,6-1 8 0,1-11-15 16,-7 0-2 0,-16 0-9-16,16-3-1 0,-6-30 1 15,-3-14 6-15,3-9 5 16,-3-5 1-16,3-7-1 15,-10 4-16-15,4 0 6 16,-22 8-31-16,0 12 0 16,0 8-38-16,-22 11 38 15,-24 14 38-15,-19 11-12 16,-10 0 9-16,16 15 6 0,-15 45 2 16,15 17 0-16,-9 7-4 15,34-4-15-15,15-24-57 16</inkml:trace>
  <inkml:trace contextRef="#ctx0" brushRef="#br0" timeOffset="140574.41">20771 18031 413 0,'0'0'77'0,"0"0"-40"0,0 0 9 0,0 0 0 0,0 0-24 0,0 0 27 15,0 11-19-15,0-11 23 16,0 0 16-16,0 0-13 15,0 5-20 1,0-1-22-16,0 0 21 0,0-4-35 16,0 0 13-1,0 0-11-15,0 0 3 0,0 0-5 16,0 0 0-16,0 0-10 16,0 0 10-16,0 0 6 15,0 0 11-15,0 0-5 16,0 0-10-16,0 0 16 15,0 0-18-15,0 0-4 16,0 0-7-16,0 0-86 0,0-21-75 16,16-2-162-1</inkml:trace>
  <inkml:trace contextRef="#ctx0" brushRef="#br0" timeOffset="151430.79">23621 17915 195 0,'0'0'313'0,"0"0"-257"0,0 0 21 0,0 0-29 0,0 0-9 15,0 0-9-15,0 0 30 16,0 0-19-16,0 0 4 16,0 0-19-16,0 0 2 15,0 3-8-15,-22 2-9 16,4 3 3-16,-16 0-12 15,21-1 19-15,-15 6-9 0,10-2 15 16,-10 6-15 0,9-1 3-16,-9 7-15 0,22 2 3 15,-6 3-7-15,12-4 8 16,0-8-11-16,0 0 3 16,0-4 3-16,24 4-12 15,29-4 7-15,15 0-10 16,7-4 5-16,5-4 10 15,-2 5-10-15,-10-1 9 16,-15-1-15-16,-7 9 13 16,-24-3-9-16,-10-2 13 15,-12 6 0-15,0 11 12 16,0 3 10-16,0 6-15 0,0 6-7 16,-18-2-5-1,-44-5 0-15,3-8-22 16,12-15 3-16,7-10-22 0,12-3-58 15,3 0-63-15,16-32-75 16,9-4-154-16</inkml:trace>
  <inkml:trace contextRef="#ctx0" brushRef="#br0" timeOffset="151762.53">23962 18167 281 0,'0'0'119'0,"0"0"-55"0,0 0 42 0,0 0-35 0,0 0-50 16,0 0 18-16,0 32 6 0,0-15 31 15,12 6-41-15,16-2-14 16,13-1-10-16,-1-12-6 15,13-5-5-15,-1 2-15 16,-5-5 8-16,6 0-21 16,2 0 27-16,-8 0-28 15,-22 0-2-15,3 0-11 0,-10 0-1 16,-2 0 22 0,-4 0-25-16,1-5-8 15,-13-14-71-15,0-1-148 16</inkml:trace>
  <inkml:trace contextRef="#ctx0" brushRef="#br0" timeOffset="151979.47">24102 18051 302 0,'0'0'401'0,"0"0"-393"0,0 0 67 16,0 0-39 0,0 0-25-16,0 0-11 0,207 48-8 15,-194-48-58-15,-1 0-17 16,-3-32 42-16,-9-1-159 16</inkml:trace>
  <inkml:trace contextRef="#ctx0" brushRef="#br0" timeOffset="152130.84">24102 18051 786 0,'6'-172'163'15,"-6"188"-123"-15,0-8 23 16,0-1-63-16,15-7-4 16,16 0-21-16,16 0-40 15,-13 0-56-15,12-4-125 0</inkml:trace>
  <inkml:trace contextRef="#ctx0" brushRef="#br0" timeOffset="152597.24">24917 18296 317 0,'0'0'244'0,"0"0"-237"16,0 0 18-16,0 0 13 15,0 0-30-15,22-221-8 0,-22 193-8 16,0 12-14 0,0 11 16-16,0 5 6 0,0 0 0 15,0 13 3 1,6 15 12-16,6 8 4 0,1 0-9 15,8 0-8-15,-8 0 3 16,15-3-8-16,-16-14 8 16,1-7-5-16,2-7 2 15,-9-5 15-15,-6 0 34 16,0 0 13-16,7-33-49 0,-7-11 12 16,0-8-1-1,0 12-16-15,0-8-9 0,0 4-1 16,0-5-23-16,0 5-77 15,0 16 56 1,0 12 24-16,0 16 14 0,0 0 4 16,0 0-23-16,0 16 11 15,-7 17-24-15,7-5-87 16,0 0-192-16</inkml:trace>
  <inkml:trace contextRef="#ctx0" brushRef="#br0" timeOffset="152699.46">24917 18296 527 0</inkml:trace>
  <inkml:trace contextRef="#ctx0" brushRef="#br0" timeOffset="152812.03">24917 18296 527 0,'369'-254'38'0,"-344"275"-10"0,9 35 20 0,6 12 129 0,1 0-169 15,-23-27-1-15,10-10-6 16,-16-3 1-16,10-7-2 15,-9-6 0-15,-1-7-5 16,-12-8-37 0,0 0-46-16,0 0-72 0,0-11-98 15</inkml:trace>
  <inkml:trace contextRef="#ctx0" brushRef="#br0" timeOffset="152962.41">25491 18142 283 0,'0'0'428'0,"0"0"-428"16,0 0-32-16,0 0 32 16,173-39 0-16,-98 39-24 15,-7 0-77-15,-9 0-215 16</inkml:trace>
  <inkml:trace contextRef="#ctx0" brushRef="#br0" timeOffset="153145.34">25940 18111 424 0,'0'0'284'0,"0"0"-209"0,0 0-12 16,0 0-53-16,0 0-10 15,0 0 5-15,-155-185-14 16,155 154 6-16,0 6-14 16,0 9-39-16,0 13 19 15,0 3-35-15,0 0-34 16,0 0 10-16,0 11 24 15</inkml:trace>
  <inkml:trace contextRef="#ctx0" brushRef="#br0" timeOffset="153829.71">26126 18247 175 0,'0'0'287'0,"0"0"-218"0,0 0 12 0,0 0-19 0,0 0-38 15,0 0 25-15,0 49 41 0,0-49-2 16,0 0 2-16,0-5-16 15,0-19-47-15,0-12-10 16,-6 4-4-16,6-16-6 16,0 0-5-16,0 0 3 15,0-1-10 1,0 13-9-16,0 12 10 0,0 12-14 16,0 12 5-16,0 0-1 15,0 0-5-15,6 0-15 16,10 17 18-16,2 15 10 15,10 4 6-15,-9 0-12 0,-7 4-64 16,10-8-40-16,-16 4-31 16,0-4-8-1,-6 0 3-15,0 1 32 0</inkml:trace>
  <inkml:trace contextRef="#ctx0" brushRef="#br0" timeOffset="154028.64">26126 18247 58 0</inkml:trace>
  <inkml:trace contextRef="#ctx0" brushRef="#br0" timeOffset="154397.5">26126 18247 58 0,'248'-252'150'0,"-235"247"-144"16,2-2 10-1,-2-1 215-15,-7-5-201 0,-6 10 38 16,0-2-25-16,6-3-11 16,-6 8-18-16,0-4 13 15,0 4 13-15,0 0 5 16,0 0 9-16,0 0-9 15,0 0 18-15,0 0-44 16,0 0-2-16,0 0-3 0,0 0-3 16,-6 12-4-16,6-7 15 15,-6 3-1-15,6 4-17 16,0-4-4-16,0 3-10 16,12 6 10-16,22-6-19 15,13 5 18-15,15-3-15 16,3-1 14-16,3 0-12 15,-21-4 6-15,11 4 5 16,-17-8 6-16,-7 8-5 16,-15 0 2-1,-13 3-8-15,-6 10 8 0,0-1 9 16,-25 1-3-16,-37-10-6 0,9 6-2 16,0-10-11-1,13 6-4-15,0 6-64 16,0 6-168-16,-1-1-248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2:35:07.83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5929 12059 240 0,'0'0'35'0,"0"0"0"0,0 0-23 0,0 0 40 0,0 0-19 0,0 0-20 0,0 0 5 0,0 0-11 16,0-48-4-16,0 44 20 16,0 0-20-16,12-12 6 15,16 0-3-15,-10-1 7 16,10 6-11-16,-21-1 33 16,17-4-24-16,-2 4-11 15,12-9 0-15,-9-2-99 16,3 2-229-16</inkml:trace>
  <inkml:trace contextRef="#ctx0" brushRef="#br0" timeOffset="1349.53">6508 11771 281 0,'0'0'65'0,"0"0"-41"0,0 0 32 0,0 0-11 0,0 0-37 0,0 0 20 16,0 0-17-16,-24 0 6 15,24 0 0-15,0 0 23 16,0 0 10-16,0 0-17 0,0 0 5 16,0 0-26-16,0 0 43 15,0 0-43-15,0 0 24 16,0 0-32-16,0 0 6 16,0 0 6-16,0 0 0 15,0 0 9-15,0 0-23 16,0 0 9-16,0 0-6 15,0 0-3-15,0 0 6 16,0 0-2-16,0 0-6 16,0 0 0-16,0 0-3 0,0 0 7 15,24 8-10 1,29-5 17-16,15 9 8 0,0-8-15 16,-9 0 14-1,6 9-14-15,-15-10 2 0,-3 5-2 16,5 1-3-16,-5-1-2 15,6-5 14-15,9 2-18 16,-4-5 19-16,1 0-14 16,3 11 6-16,-9-6 3 15,-13-5-9-15,7 7 10 16,-7-7-7-16,-6 0-2 0,7 5 10 16,-7-5-4-1,3 3 1-15,3 5-1 0,-6-8-13 16,7 8 15-1,-7 1-8-15,0-6 2 0,12-3-3 16,-5 5 0-16,-10-5 6 16,18 0-17-16,-18 8 22 15,10-5-14-15,-1 2 13 16,0-5-20-16,1 8 17 16,-1-4-7-16,0 4 0 15,7-5 2-15,-7-3-6 16,13 13 14-16,-13-5-19 15,13-4 19-15,-13 7-20 16,7-6 19-16,-7-5-10 16,-12 8 1-16,0-4-3 15,3-4-1-15,-3 0 8 0,0 4-10 16,-16-4 12-16,0 0-12 16,-5 0 12-16,2 0-16 15,-9 0 16-15,0 0-8 16,0 0 2-16,0 0 0 15,0 0-9-15,0 0 20 16,0 0-14-16,0 0 19 16,0 0-22-16,0 0 10 15,0 0-4-15,0 0 0 16,0 0-4-16,0 0-6 16,0 0-71-16,0 0-113 0</inkml:trace>
  <inkml:trace contextRef="#ctx0" brushRef="#br0" timeOffset="92720.67">24027 5221 666 0,'0'0'291'0,"0"0"-276"15,0 0 8-15,0 0-23 16,0 0-78 0,0 0-78-16,22 21-250 0</inkml:trace>
  <inkml:trace contextRef="#ctx0" brushRef="#br0" timeOffset="94450.89">26629 5478 797 0</inkml:trace>
  <inkml:trace contextRef="#ctx0" brushRef="#br0" timeOffset="-156346.56">11714 13940 189 0,'0'0'41'0,"0"0"-32"0,0 0 32 0,0 0 19 0,0 0-60 0,0 0 17 16,0 0 24-16,0 0 13 16,0 0-4-16,0-24-10 15,-12 16-17-15,12 4-13 16,0-4 7-16,0 3-5 16,0-3 16-16,0 5-12 0,0 3 2 15,0 0-14 1,0 0-3-16,0-4 5 15,0-12-6-15,0 11 0 0,0-6 1 16,0 7-7-16,0 4 16 16,0-4-11-1,0 4 5-15,0 0 4 0,0 0-2 16,0 0-4 0,0 0 0-16,0 0 0 0,0 0 5 15,0 0-3-15,0 0 23 16,0 0-19-16,0 0-8 15,0 0 13-15,0 0 0 0,0 0-9 16,12 0 4-16,10 0-3 16,-10 4-5-16,10 0 17 15,-9 4-14 1,-1 0 25-16,16 0-25 0,6 4 14 16,-9-9-13-16,3 14 0 15,0-9-3-15,-10-8-1 16,10 13 9-1,-3-10-5-15,3-3 1 0,0 8 5 16,3 4-12-16,9 1 11 16,-6-2-8-16,6 1-1 15,-5-4 0-15,-1-8-6 16,-3 5 11-16,-3-2-11 0,-10-3 12 16,4 5-8-16,6-2 10 15,-3 1-7-15,9-4 1 16,0 8-4-1,-3-3 3-15,3-2-1 0,0 2 0 16,0-5 2-16,6 8-6 16,13-5 11-16,-12 5-9 15,-7 1 4-15,6-9-4 16,-9 3 3-16,3-3-5 16,6 0 4-16,-12 0 0 15,13 0-6-15,-17 0 13 16,17 0-17-16,-13 0 22 15,6 0-21-15,-16 0 18 16,10 0-9-16,-9 0 0 16,3 0 1-16,-4 0-5 15,-5 0 10-15,8 0-13 16,-8 0 3-16,8 0 4 0,-8 0 0 16,-7 0 9-16,0-3-9 15,10-2 0-15,2 1 0 16,10-4 9-16,-9 0-18 15,9 5 23-15,-10-5-20 16,10-5 14-16,-9 9-15 16,-4-4 15-16,-2 5-11 15,-13 3 3-15,12-5 0 16,4 1-4-16,-4 0 13 0,-6 0-17 16,0-4 17-16,10 8-18 15,-4 0 14-15,7 0-9 16,3-4 4-1,-16 0 0-15,22 1-1 0,-10-10 1 16,4 13-2-16,-3-4 9 16,-7-4-11-16,16 8 11 15,-9-8-12-15,2 8 8 16,13-8-3-16,-15 0 0 16,9 8-2-16,-10-4-2 15,-5 0 8-15,-4 4-10 16,10 0 12-16,-13 0-12 15,9 0 4-15,-8 0-1 16,-1 0 1-16,0 0 2 16,-6 0 4-16,6 0 2 0,-6 0-10 15,6 0 14-15,4 0-5 16,-4 0-1 0,6 0-5-16,1 0 4 0,2 0 0 15,4 0-3-15,3 0-3 16,-10 0 2-16,-6 0-45 15,-6 0-113-15,0 4-185 16</inkml:trace>
  <inkml:trace contextRef="#ctx0" brushRef="#br0" timeOffset="-124990.04">20868 9476 285 0,'0'0'230'0,"0"0"-203"0,0 0 57 0,0 0-16 0,0 0-43 0,0 0 25 0,0 0-13 0,0 0-9 0,-35 9 1 15,35-9 22 1,0 0-7-16,-6 0-15 16,0 8 6-16,-3-8-6 0,-10 3-11 15,7 5-17-15,-10-4 6 16,-3 12-1-16,-3-3-4 16,0 2-2-16,4 1 1 15,2 1 8-15,3-1-2 16,4 0-14-16,9 7 19 15,6-2-24-15,0-6 9 16,0 10 3-16,0-5-11 16,6 1 0-16,50 2-6 0,9-7 7 15,15 4 8-15,7 0 4 16,-6 1 1-16,-13-2 1 16,-3 6-2-1,-12-2-2-15,-13 1-2 16,-12-4-3-16,0 5 5 15,-16-1 4-15,-12-1-4 0,0 10 23 16,0 6-12 0,-12 2 9-16,-38-1-16 0,-15-8 11 15,-9-7-8-15,-7-9-6 16,22-5 3-16,7-2-3 16,5-9-2-16,-3 0-9 15,13 0-31-15,3-20-52 16,12-16 17-16,10-5-157 15,12-3 17-15</inkml:trace>
  <inkml:trace contextRef="#ctx0" brushRef="#br0" timeOffset="-124238.42">20765 9609 70 0,'0'0'304'0,"0"0"-210"0,0 0-15 0,0 0-10 0,0 0-28 0,0 0 16 0,-6-8-10 15,6 3-19-15,0 5-3 16,0-3 26-16,0 3-2 15,0 0-30-15,0 0 7 16,0 0-20 0,0-5 15-16,34-7 13 0,13 1 2 15,5-5-15-15,17-9-6 16,-17 5-3-16,7 1-12 16,-18 10 0-16,-1 1-11 15,-12 5-26-15,-10 3-51 16,-2 0-73-16,-16 0-215 15</inkml:trace>
  <inkml:trace contextRef="#ctx0" brushRef="#br0" timeOffset="-121291.15">21888 9986 20 0,'0'0'448'0,"0"0"-400"0,0 0 55 0,0 0-25 0,0 0 0 0,0 0 1 0,0 0-7 0,0 0-16 16,0 0 20-1,0 0-33-15,0 0 2 0,0 0-33 16,0 0-12-16,0 0 0 15,0 0-2 1,0 0 2-16,0 0 4 0,0 0-4 16,0 0-16-16,0 0-24 15,0 0-86-15,0-8-269 16</inkml:trace>
  <inkml:trace contextRef="#ctx0" brushRef="#br0" timeOffset="-120043.95">22356 9485 31 0,'0'0'415'0,"0"0"-353"0,0 0 12 0,0 0-31 15,0 0-42-15,0 0 8 0,0 0 8 16,0 0-1-1,0 0 0-15,0 0 0 0,0 0 51 16,0 0-8-16,0 0-17 16,0 0-21-16,0 0 2 15,0 16-11-15,0 7-4 16,0 5 10-16,0 13-14 16,-25-2 10-16,10 5-13 15,-4-3 24-15,13 3-6 16,0-4 5-16,6-8-12 15,0-4-5-15,0-3-6 16,0-14 0-16,0 6-2 0,12-6-8 16,22-6-19-1,-9-5-3-15,31 0 7 0,-10 0-1 16,1 0 23 0,-7 0 1-16,0 0 1 0,-9 0 0 15,-9 0-12-15,-10 0 7 16,10 0-30-16,-22 0-5 15,0 0-14-15,0 0 30 16,6 0 4-16,-6 0 17 16,0-16 3-16,0 8-3 15,0-9 3-15,0 1 1 0,0 8 0 16,0-7 0-16,0 7-2 16,0-1 4-1,0 1-3-15,-6 8 6 0,6 0 9 16,0 0 20-16,-6 0-14 15,-10 0-14 1,10 0-3-16,0 0 4 0,0 4-5 16,-10 17-4-16,-2 2 2 15,18 10 25-15,0-1-9 16,0 8-2-16,0 4 4 16,0-5-11-16,0 6 16 15,0 11-13-15,0-3 20 16,0-2-22-16,0-7 14 0,0-8-18 15,12-3-2 1,-6-9-1-16,10-4-2 16,-16 0-8-16,0-4-47 0,0-4 19 15,0-4-70-15,0-8-109 16</inkml:trace>
  <inkml:trace contextRef="#ctx0" brushRef="#br0" timeOffset="-117428.73">23078 10050 215 0,'0'0'229'0,"0"0"-191"0,0 0 38 0,0 0-23 15,0 0-25-15,0 0 21 16,0 0 24-16,0 0-1 16,0 0-15-16,0 0-24 15,0 0 4-15,0 0-15 16,0 0 22-16,0 0-34 15,0 0-9-15,0 0 0 16,0 0-1-16,0 0-22 16,0 0-61-16,0 0-72 0,0 0-67 15</inkml:trace>
  <inkml:trace contextRef="#ctx0" brushRef="#br0" timeOffset="-116656.6">23500 9689 331 0,'0'0'60'0,"0"0"27"0,0 0-22 0,0 0-35 16,0 0-13-16,0 0 6 0,208 0-23 16,-190 12 20-1,-11 8 28-15,14 1-19 0,-8 2-9 16,-7-3 8-16,9 1-9 15,-15-2 2-15,13-2-2 16,-1-1-17 0,4-5 1-16,-4-7-3 0,7 9-11 15,15-10 10-15,12 5 1 16,1 4 1-16,-7-7 4 16,7 11 7-16,-19-1-10 15,6 1 1-15,-16 17 3 16,-18-2 11-16,0 22 40 15,0 7-2-15,-46 9-18 0,-19-10 1 16,-4-7-5 0,11-11-25-16,23-5 1 0,-5-20-9 15,28-4-15-15,12-12-70 16,0 0-81 0,0 0-230-16</inkml:trace>
  <inkml:trace contextRef="#ctx0" brushRef="#br0" timeOffset="-115612.83">24598 10130 349 0,'0'0'261'0,"0"0"-171"0,0 0 38 0,0 0-38 0,0 0-39 0,0 0 16 15,0 12-40 1,0-12 7-16,0 0 3 0,0 0-8 15,0 0 5-15,0 0-17 16,0 0 22-16,0 0-37 16,0 0-2-16,0 0-13 15,0 0 11-15,0 0-25 16,0 0-7-16,0 0 13 16,0 0-19-16,0 0-32 15,0 0-48-15,0-12-120 16,-16 12-446-16</inkml:trace>
  <inkml:trace contextRef="#ctx0" brushRef="#br0" timeOffset="-114880.13">25078 9737 329 0,'0'0'165'0,"0"0"-48"0,0 0-32 0,0 0-44 0,0 0-27 15,0 0-12-15,53 0 3 16,-6-12 13-16,5-1 11 15,-11 5-6-15,14 8 8 16,-30 0-31-16,9 0-2 16,-21 0 2-16,2 33 8 15,-15 8 11-15,0 14-12 0,-15 9-7 16,-38 8-12 0,-6 1 12-16,-9-1 0 15,15-8-4-15,13-7 7 0,12-13-6 16,16-8 2-16,12-13-15 15,0-7-11-15,12-3-44 16,41-6 23-16,9-7 19 16,12 0 29-16,-9 0 1 15,22 0 11-15,-19 0 5 16,-3 0 30-16,-9-7-19 16,-19-1-22-16,-9 8-6 15,-6 0-59-15,-22 0-41 16,0 8-145-16</inkml:trace>
  <inkml:trace contextRef="#ctx0" brushRef="#br0" timeOffset="-114230.6">26040 10130 307 0,'0'0'46'0,"0"0"98"0,0 0-29 0,0 0-26 0,0 0 41 0,0 0-37 16,0 0-41-16,6 0 7 16,3 0-34-16,-9-4 1 15,0-8-25-15,0 0-1 16,0 0 7-16,0 4-6 0,0 4-2 31,0 4-15-31,0 0-10 0,0 0-46 0,-15 0 16 16,-10 0-149-16,15 12-280 15</inkml:trace>
  <inkml:trace contextRef="#ctx0" brushRef="#br0" timeOffset="-113598.89">27050 10218 463 0,'0'0'49'0,"0"0"39"0,0 0-5 0,0 0-29 0,0 0 51 0,0 0-15 15,0 4-5-15,0-24-37 16,-34-8-25-16,22-16-12 15,-10-4 15-15,-3-17-15 16,16-7-5-16,-3-12-6 0,-16-8-2 16,3 12-6-16,-9 8-15 15,6 23 17-15,-3 18 0 16,15 18 4-16,-8 13 0 16,17 0-13-16,-8 8 8 15,-4 33 7-15,-2 18 0 16,8 6-30-16,-5 3-52 15,-10-4-115-15,-6-7-210 16</inkml:trace>
  <inkml:trace contextRef="#ctx0" brushRef="#br0" timeOffset="-112548.89">19863 10235 131 0,'0'0'465'0,"0"0"-439"0,0 0-12 0,0 0 28 0,0 0 3 16,0 0 34-16,0 0-25 16,161-13-27-16,-133 9 13 15,-3 4-22-15,-3-3 9 16,-10 3-15-16,22 0-6 15,0-5-6-15,-3 2 0 16,-3 3-20-16,6-5-27 16,-15 5-24-16,-13-3-74 15,-6-6 5-15,0-3-89 16,0 5-86-16</inkml:trace>
  <inkml:trace contextRef="#ctx0" brushRef="#br0" timeOffset="-112328.55">19863 10235 392 0</inkml:trace>
  <inkml:trace contextRef="#ctx0" brushRef="#br0" timeOffset="-112230.06">19863 10235 392 0,'-307'-174'147'0,"347"174"-88"0,13 0 46 16,15 0 75-16,7 0-169 16,-10-3-6-1,-13-5-1-15,-5-4-4 0,-7-1-29 16,-6-2-60-16,-12-9-79 15,-22 7-187-15</inkml:trace>
  <inkml:trace contextRef="#ctx0" brushRef="#br0" timeOffset="-111282.46">18232 9769 272 0,'0'0'170'0,"0"0"-116"0,0 0 26 0,0 0-6 0,-140 145-11 16,140-109-17-16,0-8-6 16,0-4-24-16,13-1-7 15,27 2 15-15,16-9-16 16,-3-4 20-16,6 0-13 15,9 4 11-15,-9 4-1 0,-7-4 9 16,17-4-16 0,-23 5-13-16,-6-6-5 0,-12 6 8 15,-9-6-16 1,-7 1 18-16,-12 4-1 0,0 0 7 16,0 17 22-1,0 6-19-15,-24 9 2 0,-29-4-7 16,3 0-13-16,-2-3 2 15,5-9 2-15,7-3-6 16,-1-18 6-16,7 1-10 16,22-12-7-16,-7 0-4 15,-2-4-52-15,-4-44-64 16,16 0-118-16,-10-4-146 0</inkml:trace>
  <inkml:trace contextRef="#ctx0" brushRef="#br0" timeOffset="-110916.81">18201 9873 571 0,'0'0'77'0,"0"0"-58"0,0 0 50 0,0 0 43 0,0 0-43 0,0 0 18 0,205 0-41 0,-171 0-27 15,6 0 9-15,0-15-27 16,7-1 13-16,6-9-14 16,2 1-23-16,-8-4-38 15,6 0-62-15,-19 3-101 16,-16 10-118-16</inkml:trace>
  <inkml:trace contextRef="#ctx0" brushRef="#br0" timeOffset="-110333.36">19075 9544 378 0,'0'0'70'0,"0"0"-10"0,0 0-16 0,0 0-6 0,0 0-25 0,0 0 23 15,7 16 8-15,-7-3-12 16,6-1 33-16,-6 7 7 16,6 6-5-16,9 7-48 15,-2 4 15-15,15 4-25 16,-10 4 26 0,10 0-16-16,-3 0-9 0,-9 9 3 15,15-1-12-15,-16-1 7 16,-2 6 2-16,-1-13-20 15,-3-16 5-15,4-4-33 16,-1-20-52-16,-12-4-123 0,0 0-195 16</inkml:trace>
  <inkml:trace contextRef="#ctx0" brushRef="#br0" timeOffset="-109764.52">19544 10728 9 0,'0'0'602'0,"0"0"-545"0,0 0 5 0,0 0 35 0,0 0-81 0,0 0 1 0,0 0-7 15,40-25 13 1,-40 17 6-16,0 5 11 0,0 3-13 15,0 0-25-15,0 0 8 16,0 0 5-16,0 0 0 16,0 0-15-16,0 0 0 15,0 0-2-15,0 0 0 0,0 0-23 16,0 0-19 0,0-4-5-16,0-20-167 0,0-1-266 15</inkml:trace>
  <inkml:trace contextRef="#ctx0" brushRef="#br0" timeOffset="-104621.64">17249 10592 424 0,'0'0'113'0,"0"0"-98"0,0 0 47 0,0 0 5 0,0 0-48 0,0 0-18 0,0 0 43 15,-19 0 19-15,19 0 14 16,0 0-26-16,0 0 11 16,-6 0-33-16,6 0-3 15,0 0-9-15,0 0-9 16,0 0-8-16,0 0 5 15,0 0-12-15,0 0-2 0,0 0 7 16,13 0 4 0,39 0 17-16,4-5-19 0,9-7 3 15,-3 4-3-15,3 0 4 16,-3 0-8 0,-9 4 4-16,-19 0-6 0,-9-4-62 15,-13 8-19-15,-12-4-135 16,0 1-177-16</inkml:trace>
  <inkml:trace contextRef="#ctx0" brushRef="#br0" timeOffset="-104170.47">17004 10431 482 0,'0'0'50'0,"0"0"-46"0,0 0 14 0,0 0 82 0,0 0-2 0,0 0 3 16,174-8-32-16,-115 3-14 15,-13 2-13-15,7-1-33 16,-13-4-9-16,7 0-4 16,-7-5-8-16,-6 5-41 15,0-7 6-15,-21 7-146 16,-13 3-83-16</inkml:trace>
  <inkml:trace contextRef="#ctx0" brushRef="#br0" timeOffset="-103057.88">15444 10346 187 0,'0'0'258'0,"0"0"-241"0,0 0 48 0,0 0-7 0,16 205-5 0,15-145-20 0,-3 1-21 0,0-5 10 16,-10 12-11-16,-5-12 37 16,9 4-5-16,-4 0-15 0,4-11-19 15,-16 6 4 1,6-22-7-16,-2-5 0 0,-4-17-8 16,-6 2 6-16,0-13 13 15,0 0-15-15,0 0 23 16,0 0 9-16,0-21-32 15,0-15 1-15,0-20 1 16,-6 1-4-16,-16-6 10 16,-6-3-13-16,3 7 6 15,-3-2 3-15,4 2 1 16,-4 1-10-16,6 0 3 16,3 4 0-16,1 4-1 0,-4 4 3 15,16 16-1-15,0-4-1 16,6-1-4-16,0-3-7 15,0-8 7-15,34 0-2 16,12-4-15-16,-15 4-29 16,3 11 15-16,-6 10 28 15,-15 10 4-15,-7 2-5 16,9 11 16-16,-8 0-10 16,5 0 8-16,0 0-12 15,16 0 3-15,6 0 3 16,13 0-6-16,-1 0 12 15,1 16-12-15,-13 4 11 0,0-4-10 16,-15 4-7 0,-13 4 12-16,-6 4 24 0,0 0 15 15,0 5-5 1,0 3-21-16,-40 3 0 0,-7 10-7 16,1 3 27-16,-7-1-31 15,13-2 23-15,-1-1-16 16,1-7-6-16,21-13-3 15,-2-17 0-15,8-3-5 16,-2-8-36-16,9 0-15 16,-13 0-173-16,-3-8-148 15,-2 5 226-15</inkml:trace>
  <inkml:trace contextRef="#ctx0" brushRef="#br0" timeOffset="-101674.79">16334 10764 226 0,'0'0'150'0,"0"0"-146"0,0 0 21 0,0 0-10 0,0 0-15 0,0 0 0 0,0 0 32 16,0 0 44-16,0 0 3 16,0 0 4-16,0 0-34 15,0 0-4-15,0 0-16 16,0 0-14-16,0 0 9 0,0 0-22 15,0 0 28 1,0 0-21-16,0 0 36 0,0 0-23 16,0 0 0-16,0 0-3 15,0 0-7 1,-12 0 3-16,-4 0-12 16,-2 0 1-16,-1 3 1 0,-2 13-10 15,-7 1 10-15,9 2-8 16,0 2 3-16,4-6-2 15,3-2-1-15,12 7 6 16,0-8-10-16,0 0 9 16,0 4-12-16,0-12 20 0,0 13-20 15,0-9 5 1,6 3 3-16,34 1-5 16,0-4-10-16,7 0 16 15,6-8-17-15,-7 8 14 0,1 0-12 16,-13-4 14-1,0 1-3-15,-16-5 1 0,-8 11-5 16,2-3 1-16,-12 0 5 16,6 1 6-16,1-6-6 15,-7 5 9-15,0-3-7 16,0-2 2-16,0 2 9 16,0-1-7-16,0 15 9 15,-7 1-5-15,-27 1-4 16,-6-5-3-16,9-4 2 15,3-4-6-15,0 0 13 0,9-8-19 16,-2 0 2 0,8 0-8-16,1 0-39 0,-4 0-79 15,4-13-52 1,-13-2-94-16</inkml:trace>
  <inkml:trace contextRef="#ctx0" brushRef="#br0" timeOffset="-100957.42">16322 10796 196 0,'0'0'79'0,"0"0"11"0,0 0-3 0,0 0-35 0,0 0-14 15,0 0-2-15,0 0-7 16,0 0 21-16,0 0 1 15,0 0 25-15,0 0-26 16,0 0-9-16,0 0-7 16,0 0-18-16,0 0-1 15,12 0-12-15,10 0-6 16,-3 0 10-16,15 0 7 16,0 0-10-16,12-13-1 15,-5 10 1-15,-1-10-4 16,-15 6 0-16,-3 2-16 15,-10-6-21-15,-12 6-149 0,0-6-140 16</inkml:trace>
  <inkml:trace contextRef="#ctx0" brushRef="#br0" timeOffset="-95178.64">27810 10318 521 0,'0'0'321'0,"0"0"-292"0,0 0 41 0,0 0-17 15,0 0-42-15,0 0-11 0,0 0 7 16,0-8 12 0,0 8 16-16,0 0 30 0,0 0-20 15,0-3-5-15,16 3-22 16,2-8-14-16,10-4-2 16,12-9 0-16,7 1 1 15,12 0 1-15,9 4-7 16,-15-4 5-16,-7 12-4 15,-6 4-21-15,-12 0-20 16,-3 1-9-16,3-2-7 16,-9 1-4-16,2-4-28 0,-14 0-134 15,-7 0-264 1</inkml:trace>
  <inkml:trace contextRef="#ctx0" brushRef="#br0" timeOffset="-94780.83">27711 10061 313 0,'0'0'401'0,"0"0"-395"0,0 0 81 0,0 0-9 0,0 0-7 0,0 0-12 16,235-23-19-16,-163 7-13 16,-4 4-24-16,-9-4 4 15,-6 0-7-15,-4-1-21 16,-18 14-78-16,-3-2-56 16,-28 5-172-16</inkml:trace>
  <inkml:trace contextRef="#ctx0" brushRef="#br0" timeOffset="-94165.64">28976 10359 308 0,'0'0'414'0,"0"0"-351"0,0 0 38 0,0 0-77 0,0 0 22 0,-87-205 17 15,87 129-12 1,0-8-40-16,0-13 6 0,0 9 8 16,0 0-13-16,0 4-12 15,0 12 5-15,0 15-5 16,0 17 9-16,0 24-11 16,0 8 5-16,0 8-1 15,0 0 0-15,0 0 11 16,0 0-13-16,0 21-4 15,0 15 3-15,-28 3-7 0,-12 14-3 16,-7-1-25 0,-21 7-6-16,3 6-57 15,-3-1-26-15,15-3-45 16,19-17 0-16,9-13-82 0</inkml:trace>
  <inkml:trace contextRef="#ctx0" brushRef="#br0" timeOffset="-93696.38">29277 9742 545 0,'0'0'104'0,"0"0"-24"0,0 0-28 0,0 0-39 0,0 0-13 0,0 0 0 0,59-93 14 0,-32 73 22 16,14 0 0-16,-4 7 14 15,-9 10-26-15,0 3-17 16,-16 0-2-16,-12 52-10 15,0 15-27-15,-18 22-156 16,-57 7-127-16</inkml:trace>
  <inkml:trace contextRef="#ctx0" brushRef="#br0" timeOffset="-93546.8">29053 10374 476 0,'0'0'128'0,"0"0"-80"0,0 0 7 16,0 0-31-16,0 0-6 15,0 0 21-15,137 97-17 16,-50-109-8-16,-10-8-13 15,10 4 18-15,-19 8-13 16,-15 8-4-16,-19 0-2 16,0 0 0-16,-15 0-66 15,-13 0-64-15,3 0-179 16</inkml:trace>
  <inkml:trace contextRef="#ctx0" brushRef="#br0" timeOffset="-93078.75">29878 10315 157 0,'0'0'52'0,"0"0"23"16,0 0 51-16,0 0-42 0,0 0-7 15,0 0-7-15,47 11-8 16,-1-11-1-16,-6 0 20 15,13 0-25-15,6-8-6 16,9-28-15-16,-9-20 10 16,-12-8-27-16,9-12 7 15,-32-8-11-15,4 4-4 16,-28 0 0-16,0 7-5 16,0 8-10-16,-21 14-7 15,-38 15-3-15,-10 23-13 16,4 13 28-16,-9 0 4 15,-7 36-3-15,10 17-1 16,-3-1-22-16,12 0-35 0,9-4-132 16,13 1-333-1</inkml:trace>
  <inkml:trace contextRef="#ctx0" brushRef="#br0" timeOffset="-91967.63">29103 9737 164 0,'0'0'97'0,"0"0"39"0,0 0-11 0,0 0-55 0,0 0-42 15,0 0 7-15,0 0-18 0,0 0 0 16,0 0 16-1,6 0 17-15,0 0 2 16,1 0 3-16,-7 0 7 0,6 0-20 16,15-4 1-1,11-12-20-15,8-4-1 16,6-4-19-16,10 4 4 0,-9 4-3 16,12-4 0-16,-13 12 3 15,1 3-7-15,-7 2 1 16,-6 3 4-16,-6 0-10 15,-9 0 5-15,2 0-3 16,-2 16-6-16,-13 12 9 16,-6 8-1-16,0 20-3 15,0 4 1-15,-19 4-11 16,-43 13 9-16,-9-5-4 0,-3-8 4 16,15-8 4-1,3-8 1-15,16-8 0 16,15-7 2-16,9-10-6 15,10-7-1-15,6-7 1 0,0-1-6 16,0-8 6-16,0 0-24 16,0 0 13-16,0 0 5 15,40 0-2-15,13-13 8 16,3-15 8-16,-3 5-3 16,-1 2 1-16,-18 6 2 15,-6 7-4-15,-9-1-24 16,-7 9-79-16,4 0-76 15,-4 0-3-15,-5 9 0 0,-7-1 27 16</inkml:trace>
  <inkml:trace contextRef="#ctx0" brushRef="#br0" timeOffset="-90882.56">29354 10535 32 0,'0'0'303'0,"0"0"-227"0,0 0 25 0,0 0-35 0,0 0-15 0,0 0 25 16,0 0 52-1,0 0-31-15,0 0-45 0,0 0 8 16,56 0-5-16,9 8-5 16,16-8-37-16,-1 0 0 15,-5 0-11-15,-10 0 4 16,-12-12-6-16,-4-8-32 16,-18 8 6-16,-15-4-46 15,-16 4-73-15,0 0-356 16</inkml:trace>
  <inkml:trace contextRef="#ctx0" brushRef="#br0" timeOffset="-89934.4">29416 11635 596 0,'0'0'129'0,"0"0"-32"0,0 0 8 16,0 0-60-16,0 0-9 15,0 0-5-15,0 0-17 16,0-270 0-16,0 206-14 15,0 16 0-15,0 20-3 16,6 12-3-16,1 16-7 16,-7 0-14-16,0 3 17 15,0 38 20-15,0 20 9 0,6 3-10 16,0-20 4 0,9 3-12-16,-2-19-2 0,9-11 1 15,-10-14-8-15,13-3-8 16,9 0-14-16,6 0 20 15,13-20 10-15,3 4 11 16,-10 9-7-16,7 7-8 16,-7 0-15-16,-5 0 7 15,-1 4-3-15,0 15 1 16,-6-2 7 0,-15-1 7-16,-7-13 1 0,4 2 3 15,-16-5 7-15,6 0 3 16,-6 0 27-16,0 0-11 15,13 0-3-15,8 0-21 0,-2-24 2 16,15-12 7 0,0 0-12-16,6-1 0 0,7 10-3 15,-7-1 0 1,1 11-14-16,-1 9-10 0,0 8 8 16,-9 0 1-16,-3 0 5 15,-9 8 10-15,2 24 5 16,-14 8-3-16,-1 8-4 15,-6-4 2-15,6-3-11 16,-6-10-29-16,0-3 16 16,0 1-39-16,0-9-80 0,0-4-34 15</inkml:trace>
  <inkml:trace contextRef="#ctx0" brushRef="#br0" timeOffset="-89718.46">30204 11517 772 0,'0'0'290'0,"0"0"-281"0,0 0 38 0,0 0-38 0,0 0-2 15,0 0-6-15,201-80-2 16,-148 60-31-16,-13 4-10 15,-6 4-49-15,-9 4-123 16,-9 5-235-16</inkml:trace>
  <inkml:trace contextRef="#ctx0" brushRef="#br0" timeOffset="-89296.81">30780 11517 98 0,'0'0'512'16,"0"0"-361"-16,0 0 17 15,0 0-115-15,0 0-53 16,0 0-1-16,0-167-1 16,7 126 4-16,5 10-2 0,-6 22 0 15,0 5-3 1,4 4-8-16,-4 0-17 0,6 13 17 15,-5 26 11-15,14 2 16 16,-2-2-13-16,9-6-6 16,6-10 2-16,-9-7-1 15,-13-7 2-15,16-6 4 16,-16-3 12-16,4 0-6 16,3 0 10-16,8-31 1 15,-2-18 6-15,3-10-17 16,-9-5-10-16,2-5-10 0,-2 8-33 15,3 17-14 1,-10 25 55-16,-6 10-6 0,4 9-7 16,-10 0 13-16,6 0-50 15,0 9-95-15,0 18-39 16,0 1-303-16</inkml:trace>
  <inkml:trace contextRef="#ctx0" brushRef="#br0" timeOffset="-88934.23">31515 11273 0 0,'0'0'554'0,"0"0"-498"0,0 0 24 0,0 0-4 0,0 0-11 0,0 0-40 16,0 149-24-16,0-118 11 15,0-15-5-15,0-7 18 16,0-1-18-16,41-8 3 15,11 0-10-15,1 0-1 0,0 0-4 16,3-8-35-16,-4-17-56 16,1-6-32-1,-13 6-26-15,-18-7-285 0</inkml:trace>
  <inkml:trace contextRef="#ctx0" brushRef="#br0" timeOffset="-88717.93">31515 11273 155 0,'47'12'697'0,"-47"-12"-695"0,18 0 6 15,10 0 25-15,6-7-9 16,-9-10-7-16,-3-7-17 15,-16-1-7-15,-6 2-129 16,0 2-165-16</inkml:trace>
  <inkml:trace contextRef="#ctx0" brushRef="#br0" timeOffset="-88420.63">31661 11085 744 0,'0'0'156'0,"0"0"-107"16,0 0 7-1,0 0-56-15,0 0-4 16,0 0-8-16,195 27-2 16,-136-27-11-16,-12 0 16 15,15-11-23-15,-22 3-20 0,-9 0-41 16,-9 8 22-16,-10 0 16 16,-6 0 55-16,-6 24 0 15,7 12 60-15,-7 0 16 16,0 8-2-16,9 0-21 15,-9-12-36-15,6 4 1 16,-6-8-17-16,0-4-2 16,0-8-5-16,0 1-81 0,0-17-107 15,0 0-178 1</inkml:trace>
  <inkml:trace contextRef="#ctx0" brushRef="#br0" timeOffset="-88253.35">32111 10888 904 0,'0'0'33'0,"0"0"-16"16,0 0-17-16,0 0-5 15,0 0-61-15,0 0-126 16,46 20-228-16</inkml:trace>
  <inkml:trace contextRef="#ctx0" brushRef="#br0" timeOffset="-87585.92">32402 11253 160 0,'0'0'83'16,"0"0"25"-16,0 0 32 16,0 0-40-16,0 0-28 15,0 0-5-15,0-85 0 0,0 38-61 16,0-6 32-16,22 1-22 16,12 4 8-16,-3 4-19 15,3 12-2-15,0 8-3 16,-6 20 0-16,-9 4-13 15,2 0-18-15,-14 28 12 16,-7 20 12-16,0 5-9 16,0-9-59-16,0-8 22 15,-7-13 25-15,-8-7 28 16,2-7 5 0,13-9 15-16,0 3 28 0,0-3-22 15,0 0 6-15,0 13-12 16,7-2 9-16,5-2-8 15,10-1 7-15,-10 3-18 0,10-2-3 16,-10 3-5-16,1 0-2 16,2-9 3-16,-9 10 0 15,1-9 0-15,-1-4-2 16,-6 0 9-16,6 0 16 16,-6 0 3-16,0 0 24 15,0 0-35-15,0-4-3 16,0-32 22-16,6 4-17 15,16-8-19-15,-4-4 8 16,10 3-8-16,0 5-2 16,-9 16-3-16,-7 16-9 15,4 4-1-15,2 0 4 16,-5 4 10-16,15 28 4 0,-7 0 7 16,4 4-6-1,3 0-5-15,-9 0-1 0,-4-3-13 16,-15-2-2-16,0-6-30 15,0-1 1-15,0-7-81 16,0-17-201-16</inkml:trace>
  <inkml:trace contextRef="#ctx0" brushRef="#br0" timeOffset="-87420.09">32932 11085 569 0,'0'0'195'0,"0"0"-195"0,0 0-4 0,0 0-13 15,0 0-40-15,0 0-87 16,267-105-217-16</inkml:trace>
  <inkml:trace contextRef="#ctx0" brushRef="#br0" timeOffset="-87169.52">32932 11085 517 0,'313'-225'76'15,"-313"225"-26"-15,-18 0-17 16,-4 0-2-16,4 0-31 16,2 0 7-16,10 0 63 15,0 0-69-15,6 25 16 0,0 2 25 16,0 1-9 0,0 0-26-16,28 0 7 0,3 5-14 15,3-5 7-15,-6 0-7 16,-4-9-2-16,-8-2-2 15,-10-14-2-15,0 5 2 16,-6-3 4-16,0-2-5 16,0 5 18-16,0 12 8 15,-34 9-21-15,-53 3-12 16,-12 8-168-16,0-8-256 16</inkml:trace>
  <inkml:trace contextRef="#ctx0" brushRef="#br0" timeOffset="-86337.72">29925 11954 135 0,'0'0'648'0,"0"0"-624"0,0 0 68 0,0 0-58 0,0 0-33 0,0 0 27 0,238-64 61 15,-48 56-55-15,24-12 13 16,24 1-15-16,23-9 0 0,15-5-16 16,-10-11-13-1,1 4-6-15,-25 8 2 16,-34 1-18-16,-44 10-38 15,-43 4-8-15,-47 10-90 0,-55 3-279 16</inkml:trace>
  <inkml:trace contextRef="#ctx0" brushRef="#br0" timeOffset="-71018.28">19736 12778 274 0,'0'0'142'0,"0"0"-134"0,0 0 99 0,0 0 8 0,0 0-46 0,0 0-12 0,0 0-4 0,0-169-22 0,0 169 18 0,0 0-19 16,0 0 14-16,0 0-42 0,0 20 8 0,0 24-3 15,0 28-2 1,22 16 4-16,18-7-7 0,13-6-4 15,21-10-14 1,-3-9 10-16,10-25-23 0,0-6 27 16,-1-13-7-1,-5-12-25-15,-17 0-32 0,-5 0 29 16,-6-37-26-16,-19-7 5 16,-7-15-83-16,-21 10-268 15</inkml:trace>
  <inkml:trace contextRef="#ctx0" brushRef="#br0" timeOffset="-70783.92">19649 12861 850 0,'0'0'54'16,"0"0"-48"-16,0 0 37 15,0 0 6-15,0 0-10 16,0 0-27-16,161 61-7 16,-133-61-5-16,-15 0-29 15,-1 0-51-15,-12 0-34 16,0-21-57-16,0-11-114 16</inkml:trace>
  <inkml:trace contextRef="#ctx0" brushRef="#br0" timeOffset="-70634.98">19649 12861 686 0,'-71'-149'132'0,"71"149"-80"0,0 0 0 16,0 5 38-16,46 3-47 15,7-4-33-15,6-4-6 16,15 0-3-16,1 0-2 16,-10-4-40-16,-19-28-30 15,10-4-187-15</inkml:trace>
  <inkml:trace contextRef="#ctx0" brushRef="#br0" timeOffset="-70119.91">20632 12336 322 0,'0'0'207'0,"0"0"-173"0,0 0 69 15,0 0 0-15,0 0-18 16,0 0-51-16,6 0-5 0,3 16-13 16,-2 4 7-1,-7 4 1-15,0 8 12 16,0-8-12-16,0 0-18 0,0-12-1 15,0-12-5 1,0 0 0-16,0 0-21 16,0 0 20-16,0 0-12 15,0 0 13-15,0 0 6 0,0 0-6 16,0 0 0-16,0 0 3 16,0 0 14-16,0 0-17 15,0 0-3-15,0 0-30 16,0 0 18-16,0 8-21 15,0 8 14-15,0 12 22 0,6 8 1 16,0 5 37 0,-6 15-24-16,0-4 12 0,0 4-21 15,0-8 1-15,0-4 0 16,0-16-12 0,-6-7 5-16,-16-10-11 0,-3-3-23 15,4-4-45-15,-20-4-116 16,-11 0-425-1</inkml:trace>
  <inkml:trace contextRef="#ctx0" brushRef="#br0" timeOffset="-69901.55">20520 12565 496 0,'0'0'366'16,"0"0"-359"-16,0 0 88 0,0 0-1 0,0 0-37 0,0 0-40 0,332 175-2 0,-276-142-15 16,9-5-1-1,-18-8-16-15,-7-4-11 0,-6-8-82 16,-22-8-170-16,-12 0-430 16</inkml:trace>
  <inkml:trace contextRef="#ctx0" brushRef="#br0" timeOffset="-69602.78">21140 12969 627 0,'0'0'414'0,"0"0"-367"16,0 0-3-16,0 0-21 16,0 0-23-16,0 0-36 15,-27 0-87-15,20 0-183 0,-17 0-354 16</inkml:trace>
  <inkml:trace contextRef="#ctx0" brushRef="#br0" timeOffset="-68802.66">21950 12151 479 0,'0'0'32'0,"0"0"121"0,0 0 20 0,0 0-82 0,0 0-20 0,0 0-62 16,-62 40-3-16,31 16 17 16,3 16-17-16,-19-3-12 15,1-9-1-15,5-12 4 16,7-7 0-16,10-10 3 15,14-6 2-15,10-1 1 16,0-1-4-16,0-15 1 0,41-8-12 16,27 0-28-1,19 0 26-15,-1-8 13 0,-5-8-3 16,-16 9-12-16,-9 7-8 16,-25 0-13-16,-9 0-3 15,-16 0 16-15,-6 0-15 16,0 0 36-16,0 0 3 15,0 0 29-15,0 0-9 16,0 0-20-16,0 0-7 16,0-8 7-16,0 8 10 15,0 0-10-15,0 0-5 16,0 0-30-16,0 15 35 16,0 26 13-16,-19 15 59 0,4 12-19 15,-4 1 4 1,-3-2-30-16,16-6-12 0,-6-9-15 15,-1 0 8 1,4-9-16-16,-3-10 3 0,12-1-23 16,0-16-67-16,0-8-96 15,-6-8-46-15,6 0-230 16</inkml:trace>
  <inkml:trace contextRef="#ctx0" brushRef="#br0" timeOffset="-68353.4">22585 13014 201 0,'0'0'559'0,"0"0"-493"0,0 0 45 0,0 0-42 0,0 0-22 0,0 0-40 16,-28 11-7-16,16-11-6 15,12 0 6-15,0 0 13 16,-6 0-4-16,6 0 1 16,0 0-9-16,0 0-1 15,0 0-11-15,-16 0-11 16,10-3-98-16,-6 3-81 15,-1 0 13-15,13 0-301 16</inkml:trace>
  <inkml:trace contextRef="#ctx0" brushRef="#br0" timeOffset="-67721.38">23246 13038 590 0,'0'0'117'0,"0"0"71"0,0 0-64 0,0 0-84 0,0 0 2 16,0 0-13-1,-99-217 14-15,77 144-41 0,-3-18 2 16,19 2-2-16,-3 9-4 16,2 20-3-16,1 15-5 15,6 22 8-15,-6 18 0 16,0 5-7-16,6 0-4 0,-16 0-3 16,4 17 11-16,-7 19 0 15,-9 20-6-15,10 9-14 16,-4-6-2-1,-12-2-82-15,15-9-111 0,-15-4-235 16</inkml:trace>
  <inkml:trace contextRef="#ctx0" brushRef="#br0" timeOffset="-67036.56">19537 13627 285 0,'0'0'88'0,"0"0"-25"0,0 0 36 0,0 0 21 0,0 0-50 0,0 0 4 0,-133 24-39 16,133-11-30 0,71-2 2-16,50-3 40 15,41-8-2-15,45 0-7 0,32 0 11 16,49-32-22-16,19-19 18 15,22 2-44-15,-10 5 31 16,-24 16-32-16,-13 16-6 16,-37 12-27-16,-22 0-13 15,-37 0-39-15,-24 12-85 16,-57 7-104-16</inkml:trace>
  <inkml:trace contextRef="#ctx0" brushRef="#br0" timeOffset="-66572">23801 13182 833 0,'0'0'246'0,"0"0"-236"0,0 0-5 0,0 0-5 0,0 0-54 0,0 0-66 16,0-32-324-16</inkml:trace>
  <inkml:trace contextRef="#ctx0" brushRef="#br0" timeOffset="-66405.76">23568 12829 959 0,'0'0'129'0,"0"0"-106"0,0 0-16 15,0 0-7-15,0 0-79 16,0 0-62-16,99-40-505 16</inkml:trace>
  <inkml:trace contextRef="#ctx0" brushRef="#br0" timeOffset="-62458.48">21001 14838 226 0,'0'0'698'0,"0"0"-694"0,0 0 2 0,81-252-5 0,-57 196 5 0,10 0 1 15,-12 15-14-15,-3 9-8 16,-7 12-21-16,-6 20 8 0,-6 0-61 15,0 0-80-15,0 13-184 16</inkml:trace>
  <inkml:trace contextRef="#ctx0" brushRef="#br0" timeOffset="-62307.37">21113 14751 617 0,'0'0'211'0,"0"0"-146"0,0 0 12 15,0 0-45-15,0 0-8 16,127-246-11-16,-81 194-13 0,-6 13-22 16,-12 14-77-16,-6 22-86 15,-22 3-204-15</inkml:trace>
  <inkml:trace contextRef="#ctx0" brushRef="#br0" timeOffset="-61508.79">21562 15332 253 0,'0'0'326'0,"0"0"-262"0,0 0 40 0,0 0 26 0,0 0-73 0,0 0 29 0,19-121-44 16,2 17-9-16,-8-13-17 0,21 6 18 16,-22 14-28-1,-5 9 1-15,14 16-7 16,-8 27 1-16,-7 21-7 15,0 17 6-15,3 7-4 0,-9 0-25 16,7 31-8-16,5 30 37 16,10 11 3-16,2 8-1 15,4-19 7-15,13-25-9 16,-1-20-24-16,-9-16-3 16,19 0 11-16,-13 0 13 15,12-24 6-15,-2-17 30 16,6 10-24-16,-1 6-3 15,1 5-6-15,-19 16 0 16,7 4-4-16,-7 0-8 0,-22 0 12 16,10 44 0-1,-22 28-3-15,0 16 11 16,0 5-16-16,-10 7-23 0,-8-19-50 16,-10-14-42-16,22-15-13 15,0-19-56-15</inkml:trace>
  <inkml:trace contextRef="#ctx0" brushRef="#br0" timeOffset="-61058.59">22712 15183 529 0,'0'0'181'0,"0"0"-92"0,0 0 62 0,0 0-81 0,0 0-19 0,0 0-46 15,0-152-2-15,0 75 3 16,0-7 4-16,0 8-2 0,0 8-3 16,0 12-4-16,19 8 3 15,9 20-8-15,-3 16-22 16,15 12 2 0,-6 0-47-16,13 36 38 0,15 36 32 15,-16 8 1-15,7 12 13 16,-19 8-10-16,-9-7 1 15,-3-12 0-15,-4-6-8 16,-12-26-27-16,16-13-54 16,-22-21-43-16,0-7 34 15,0-8-47-15</inkml:trace>
  <inkml:trace contextRef="#ctx0" brushRef="#br0" timeOffset="-60936.42">22712 15183 613 0</inkml:trace>
  <inkml:trace contextRef="#ctx0" brushRef="#br0" timeOffset="-60858.39">22712 15183 613 0,'-40'-88'342'0,"71"88"-342"0,25-4 0 15,15-32 33-15,25-12-33 16,-30 8-68-16,2 7-178 0,-16 9-255 15</inkml:trace>
  <inkml:trace contextRef="#ctx0" brushRef="#br0" timeOffset="-60293.86">23528 14802 132 0,'0'0'509'16,"0"0"-482"-16,0 0 50 0,0 0 2 16,0 44-33-1,0 0-37-15,0 9 5 0,0-6-6 16,0-6-5-16,-9-5 5 15,2-12-1-15,1-8 34 16,-6-12-5-16,6-4 23 16,-16 0-31-16,3-28-28 15,-15-36-9-15,16-21-5 16,18-19 6-16,0 0-14 16,0 0-2-16,0 12 6 15,18 20 17-15,16 28-37 16,-15 24 30-16,-13 20-5 15,10 0 5-15,-4 47 8 16,0 17 7-16,4 8 12 16,-4 1-18-16,-5-16 8 0,14-13-9 15,-2-13-1 1,9-6-14-16,12-6 14 0,13 1-5 16,6-4 6-1,3 1 32-15,-3 2-3 0,-13-7 8 16,-6-4-29-16,1 8 13 15,-7-7-14-15,0 10-12 16,-9 2 5-16,9-1-2 16,-6 0-19-16,-16 0-15 15,1-12-16-15,-13-4-105 16,0-4-166-16</inkml:trace>
  <inkml:trace contextRef="#ctx0" brushRef="#br0" timeOffset="-59926.58">24570 14517 509 0,'0'0'35'0,"0"0"35"0,0 0 27 0,0 0 44 0,0 0-75 15,0 0-37-15,65 257-26 0,-65-193 3 16,0-7-5-16,0-13 10 15,0-16-13-15,0-8 2 16,0-17-10-16,0-3-10 16,0 0-1-16,-31-23-97 15,-9-26-156-15</inkml:trace>
  <inkml:trace contextRef="#ctx0" brushRef="#br0" timeOffset="-59544.51">24570 14517 692 0,'-227'-197'257'0,"246"197"-245"0,15 0 23 15,19 0 0-15,21 0-9 16,7 0-15-16,12 0-9 16,0 0-4-16,28-6 8 15,-16-3-12 1,10-7 11-16,-6 4-10 0,-10 0-5 15,-12 4 8-15,-22 8 2 16,-25 0-25-16,-6 0-8 16,-21 0 4-16,2 0 15 15,-3 20-17-15,-12 32 31 0,0 13 20 16,7 10 15-16,14 2-19 16,-2-1-1-16,-7-12-15 15,22-7-101-15,-6-13 88 16,-9-8 21-16,9-5-16 15,18-6 6-15,7-1-8 16,9-9-135-16,3-10 137 0,10-5-7 16,-7 0-151-1,-15-13 93-15,-13-18-81 16,-28 6 105-16,-12 1-67 16</inkml:trace>
  <inkml:trace contextRef="#ctx0" brushRef="#br0" timeOffset="-59310.56">25531 14522 967 0,'0'0'34'0,"0"0"-24"0,0 0 10 0,0 0-10 15,0 0-10-15,0 0-2 16,288 47-38-16,-266-47-55 16,-16-8-145-16,-6-31-387 15</inkml:trace>
  <inkml:trace contextRef="#ctx0" brushRef="#br0" timeOffset="-59126.55">25640 14165 443 0,'0'0'661'0,"0"0"-656"16,0 0 1-16,0 0-4 15,0 0 4-15,0 0-12 16,294 16 5-16,-213-16-12 16,-10-28-40-16,3-8-46 0,-15-1-122 15,-12-3-340 1</inkml:trace>
  <inkml:trace contextRef="#ctx0" brushRef="#br0" timeOffset="-58756.42">26570 13980 92 0,'0'0'415'16,"0"0"-377"-16,0 0 57 0,0 0 7 15,0 0-4 1,37 260-48-16,-37-180 10 0,0-6-41 16,0-2-4-16,0-8 4 15,0-12 4-15,0-8-23 16,9-16 6-16,38-5-6 15,-1-2 0-15,13-9 5 16,9-4 11-16,-2 4 13 16,2-8-9-16,-9 0-14 15,15 4-6-15,-15 8-8 16,-13 4 2-16,-11 0-38 0,-8 1 9 16,-14-6-34-1,-13-2-82-15,12-5-129 0</inkml:trace>
  <inkml:trace contextRef="#ctx0" brushRef="#br0" timeOffset="-58395.14">27596 14815 463 0,'0'0'198'15,"0"0"-198"-15,0 0-9 16,0 0 9-16,0 0 31 0,0 0 31 16,276 19 44-16,-211-63-33 15,10-8 8-15,-23-4-35 16,-5-4-4-16,-32-1-37 15,-15-3 9-15,0 0-14 16,-40 12-11-16,-41 12-24 16,-5 16 8-16,-23 24 8 15,16 0-15-15,0 24 34 16,12 29 7-16,35 11 16 16,6-5-23-16,21-15-57 0,19 0-239 15</inkml:trace>
  <inkml:trace contextRef="#ctx0" brushRef="#br0" timeOffset="-57926.65">28393 13775 640 0,'0'0'190'0,"0"0"-126"0,0 0-29 0,0 0 55 0,0 0-35 0,0 0-26 16,226 85-19-1,-192-65-7-15,-21 8-6 0,2-12-25 16,-15 0-9 0,0-16-113-16,0 0-114 0,0 0-57 15</inkml:trace>
  <inkml:trace contextRef="#ctx0" brushRef="#br0" timeOffset="-57778.57">28393 13775 617 0,'267'-84'296'16,"-252"104"-250"-16,16 0 53 16,9 4-26-16,16-7-68 15,3-9-5-15,0 8-3 16,-3-8-13-16,-25-8-87 0,-25 12-178 16</inkml:trace>
  <inkml:trace contextRef="#ctx0" brushRef="#br0" timeOffset="-55794.43">30058 14862 112 0,'0'0'977'0,"0"0"-929"0,0 0 41 0,0 0-7 0,0 0-44 16,0 0-38-16,12 17-25 15,-5-17-64-15,-7 0-58 16,0-9-189-16</inkml:trace>
  <inkml:trace contextRef="#ctx0" brushRef="#br0" timeOffset="-47937.51">11904 14248 54 0,'0'0'185'0,"0"0"-143"0,0 0 38 0,0 0 54 0,0 0-84 0,0 0-11 16,0 0 3-1,-22-8-6-15,22 8 9 16,0 0-2-16,0 0-1 16,0 0-33-16,0-3 36 0,0 3-20 15,0-4 13-15,0 4-29 16,0 0 6-16,0 0-13 16,0 0 8-16,0 0 19 15,0 0-16 1,0 0 16-16,0 0-25 0,0 0 9 15,0 0-4-15,0 0-11 16,0 0 3-16,0 0-1 16,0 0 0-16,0 0 2 15,0 0-5-15,0 0 0 0,0 0-5 16,28 0 16-16,6 0-9 16,6 7 4-16,13 1-4 15,0-3 2 1,15 3 1-16,-3-4 2 0,9 12 4 15,19-8-6 1,0 8 3-16,3-4 1 0,-3 0-5 16,-6-4-2-16,-6 0-5 15,-16-3 5-15,16-2 0 16,-1-3 2-16,1 8 2 16,6-4-2-16,18 0 16 15,-3 4-8-15,-2-4 2 16,5-4-10-16,10 0 10 15,-7 0-9-15,-2 0 3 16,-7 0-5-16,-3 0 8 0,-3 0-13 16,-6 0 15-1,-6 0-15-15,-16 0 12 0,-10 0-12 16,-17 0 7-16,-17 0-2 16,-14 0 0-16,-7 0 6 15,0 0-2-15,0 0 3 16,0 0 6-16,0 0-13 15,0 0 17-15,0 0-17 16,0 0-2-16,0-4-21 16,0-23-11-16,0-9-49 15,0-13-146-15</inkml:trace>
  <inkml:trace contextRef="#ctx0" brushRef="#br0" timeOffset="-36560.24">7845 15432 240 0,'0'0'130'0,"0"0"-89"0,0 0 4 0,0 0-23 0,0 0 4 0,0 0 8 0,0 0 5 0,0 0-9 16,0 16 37-1,0-12-34-15,0-4-4 0,0 0-7 16,0 11 21-16,0-2-3 16,0-5-24-16,0 8-3 15,0 0-12-15,0 12 8 16,0 9 1-16,0 3 15 16,0 8-14-16,0 0-2 15,0 0 0-15,0 4-6 16,0-1 3-16,0 2-5 15,0-1 1-15,0-12 7 16,0-8-8-16,0-12 3 16,0-11-4-16,0-5 0 15,0 0-1-15,0 0 1 16,-6 0 5-16,-13-13 41 16,-3-18-43-16,-3-10 2 0,4-15-4 15,-4-8 9-15,25-13-10 16,-9-6 5-16,9 3-4 15,0 7 2-15,0 13-6 16,0-1 9-16,0 14-3 16,9-2-3-16,9 6 4 15,10 10 1-15,-15 1-8 16,15 17 3-16,-3 7-12 16,-4 8-3-16,-2 0-15 15,9 8 23-15,-10 31-3 0,4 14 2 16,-10 2-14-16,-12 1 22 15,0 1-12-15,0-9 7 16,0 0 6 0,-6-16-1-16,0-7 11 15,-3-6-2-15,9-7 41 0,0-4-33 16,0 0-17-16,0 5-4 16,40-10 4-16,0 6 2 15,-6 2 10-15,1 14-4 16,-1 11-3-16,-10 8-5 15,-2 4 9-15,-3-4-19 0,3-8-22 16,-4 0-25 0,22-8-23-16,1-7-57 0,-1-18-34 15,-6-3-289 1</inkml:trace>
  <inkml:trace contextRef="#ctx0" brushRef="#br0" timeOffset="-36081.58">8527 16050 455 0,'0'0'81'0,"0"0"-68"0,0 0 7 0,0 0 0 0,0 0-15 0,0 0 1 16,0 60 25-16,0-60 12 15,22 0 26-15,2-13 22 16,10-31 0-16,1-15-32 0,-11-5-18 16,-2-10-34-1,-9-1 4-15,-7-2-11 16,-6 2-12-16,0 3-7 0,0 19-29 16,-31 17 40-16,-10 20 6 15,-5 16-9-15,-16 0-2 16,3 0 3-16,-3 41 9 15,15-2 1-15,7 2-26 16,22-2-112-16,11-6-27 16,7-10-182-16</inkml:trace>
  <inkml:trace contextRef="#ctx0" brushRef="#br0" timeOffset="-35249.42">9048 15881 247 0,'0'0'270'0,"0"0"-264"0,0 0 32 0,0 0 10 0,0 0-16 16,0 0 21-16,-13 5 21 0,13-5 3 16,0 0-8-16,0 0 4 15,0-25-16-15,-12-16-23 16,-4-6-32-16,10-9 24 16,6-16-21-16,0-8 1 15,0-1-6-15,0 5-6 16,6 4-10-16,22 24-20 15,-21 15 32-15,8 25-14 16,-9 8 14-16,-6 0-19 0,6 13-8 16,1 38 9-16,-1 18 22 15,0 3 15 1,-6-8-15-16,0-4-10 0,0-16-25 16,0-19 30-16,16-17-14 15,-10-8 10 1,6 0-78-16,35-24 41 15,-1-25 46-15,16-7 11 0,-9 8 3 16,0 24-12-16,-19 16 21 16,-22 8-23-16,16 0-18 15,-28 32 18-15,0 16 0 16,0 1 14-16,0-2-14 0,0-2-64 16,0-1-16-1,0 3 0-15,0 6-48 0,0-12-80 16,0-14-39-16</inkml:trace>
  <inkml:trace contextRef="#ctx0" brushRef="#br0" timeOffset="-34814.65">9665 15833 558 0,'0'0'90'0,"0"0"-79"0,0 0 85 0,0 0-20 0,6-237-22 15,13 193-20-15,-4 0-18 16,-2 4-13-16,5 12 2 16,-9 8-3-16,4 12 4 15,-7 8-12-15,6 0-5 16,4 0-18-16,3 36 23 16,8 4 6-16,-8 9 0 15,9-6 0-15,-16 6 0 16,-5-2-22-16,8-3 13 0,-15 1-34 15,0-1-6-15,0-16 9 16,0-4 10-16,0-16 2 16,0-8-46-16,0 0-6 15,-15-13-167-15</inkml:trace>
  <inkml:trace contextRef="#ctx0" brushRef="#br0" timeOffset="-34691.25">9665 15833 736 0</inkml:trace>
  <inkml:trace contextRef="#ctx0" brushRef="#br0" timeOffset="-34582.89">9665 15833 736 0,'-56'-213'3'0,"72"213"27"0,30 0 51 15,1 0 132-15,11 0-187 16,-23 0 1-16,17 0-27 15,-18-3 0-15,0-13-37 16,13-5-72-16,-19 9-109 16,-10 1-276-16</inkml:trace>
  <inkml:trace contextRef="#ctx0" brushRef="#br0" timeOffset="-33316.9">10673 15784 272 0,'0'0'87'0,"0"0"35"0,0 0-44 0,0 0-32 0,0 0-26 0,0 0 22 15,0 0-4 1,0 0 14-16,0 0 10 0,0 0-18 15,0 0-9-15,0 0-9 16,0 0 10-16,0 0-12 16,0 0 15-16,0 0-22 15,0 0 11-15,21 0-13 16,26 0 18-16,5 0-21 16,-5 0 4-16,6 0-13 15,-7 0-2-15,4-11-1 16,-19 3-11-16,-3-9 6 15,0 14-34-15,-22-9-6 0,6-4-60 16,-12 8-84 0,0 0-152-16</inkml:trace>
  <inkml:trace contextRef="#ctx0" brushRef="#br0" timeOffset="-32466.56">10725 15537 611 0,'0'0'60'0,"0"0"10"0,0 0 40 0,0 0-77 0,0 0-10 0,0 0 3 0,16 3-11 0,9 9 73 16,21-7-48-16,4 3 1 16,2-8-31-16,-5 0-4 15,6 0-4-15,-13 0-4 16,6 0-9-16,-5-13-32 15,-7-7-35-15,12-8-55 16,-27 0-138-16</inkml:trace>
  <inkml:trace contextRef="#ctx0" brushRef="#br0" timeOffset="-31935.13">11200 15336 297 0,'0'0'140'0,"0"0"-22"0,0 0-38 0,0 0-5 0,0 0-10 0,0 0 10 0,68 72-63 15,-46-56 2-15,-16 0 1 16,6 7 4-16,-12 14-4 16,0 0 0-16,0 6 10 15,0 14-22-15,-28-1 13 16,-12-4-5-16,0 0 9 15,15-12-17-15,-3-4 4 16,9-15-7-16,13-10-3 16,6-11-27-16,-9 0-34 15,9 0-105-15,0-24-127 16</inkml:trace>
  <inkml:trace contextRef="#ctx0" brushRef="#br0" timeOffset="-31235.31">10840 15368 294 0,'0'0'268'0,"0"0"-218"15,0 0 43-15,0 0-15 0,0 0-11 0,0 0-38 0,-115 236 0 16,78-195-25-16,-3 7 11 16,-10-12 19-16,4 4 18 15,5-4-2-15,10-8-26 16,3-5 7-16,10-6-22 16,8-9-3-16,4-3-6 15,6-5 0-15,0 3-31 16,0 5-18-16,6-4 35 15,44 4 14-15,-3-4 1 16,5 0 0-16,-5 4 9 16,-7 0-8-16,-6 0 5 0,-15 4-3 15,9-4 0 1,-16 0-4-16,-6-4-1 0,1 4-13 16,-7 0-41-16,0 0 6 15,0-8-34-15,0 0-93 16,0 0-180-16</inkml:trace>
  <inkml:trace contextRef="#ctx0" brushRef="#br0" timeOffset="-17161.77">12124 15933 186 0,'0'0'159'0,"0"0"-33"0,0 0-8 0,0 0-66 0,0 0-8 0,0 0-24 0,0 0 4 16,-19 0 2-16,19 0 21 16,0 0-1-16,0 0-1 15,0 0 7-15,0 0-26 16,0 0 30-16,0 0-44 15,0 0 7-15,0 0-17 0,0 0 7 16,0 0-6-16,-9 0 2 16,9 0 10-16,0 0-8 15,0 0 11-15,0 0-17 16,0 0-1-16,0 0 2 16,0 0 2-16,0 0-1 15,0 0-2-15,0 0 0 16,0 0 4-16,0 0-4 15,0 0 6-15,0 0 2 0,0 0-7 16,0 0 3 0,0 0-5-16,0 0-6 0,0 4 3 15,0 4 3 1,0 0 3-16,0-3-2 16,0-2 20-16,0-3-19 0,0 0 22 15,0 0-17-15,0 0 15 16,0 0-14-16,0-20-1 15,0-24 10-15,0-24-14 16,9-21 10-16,44-14-9 16,6-18-4-16,9 17 1 15,3 8-2-15,4 24-25 16,-23 19 13-16,4 21-6 16,-31 24-4-16,3 8 6 15,6 0-14-15,-3 0 31 16,9 32-3-16,7 24 3 0,-7 5 5 15,7 7-5-15,-26 16-17 16,-2 1-32-16,-10-5 15 16,-9-4-56-16,0-21 26 15,0-10-75-15,0-25 32 16,0-13-82-16,-9-7-6 16</inkml:trace>
  <inkml:trace contextRef="#ctx0" brushRef="#br0" timeOffset="-16879.7">12269 15604 550 0,'0'0'15'0,"0"0"58"0,0 0 47 0,0 0-20 0,0 0-13 0,0 0-45 0,0 0 27 15,208 0-38-15,-174-8-3 16,-6 5-28-16,3-10 0 16,3 9-23-16,7 1-56 15,-1-2-58-15,-18 5-161 0</inkml:trace>
  <inkml:trace contextRef="#ctx0" brushRef="#br0" timeOffset="-16313.2">13007 15925 689 0,'0'0'61'0,"0"0"49"16,0 0-47-1,0 0-57-15,0 0 4 0,0 0 25 16,19-144 13-16,0 72-25 16,15-17 15-16,-19 9-32 15,16 12 9-15,-9 12-11 16,-4 16-4-16,4 24 0 0,-16 8-7 16,1 8 6-1,-1 0-7-15,0 3 8 16,10 25 3-16,-10 1 24 0,19 3-27 15,-4-4-2-15,-15-7-22 16,1-10 6 0,8-7 2-16,-9-4-6 0,7 0-34 15,5 0 20-15,10-24 36 16,6-8 10-16,19 7 8 16,-6 10-12-16,-13 15-6 15,0 0-5-15,-16 0 2 16,16 28 0-16,-21 8 3 0,-7 20-6 15,-6 0 10 1,0 12-8-16,0 1-42 16,0-10-73-16,-25-10-36 0,-3-21-232 15</inkml:trace>
  <inkml:trace contextRef="#ctx0" brushRef="#br0" timeOffset="-15898.75">13696 15765 593 0,'0'0'67'0,"0"0"-58"0,0 0 29 0,0 0-33 0,0 0-2 0,0 0 3 0,40 144 39 15,-15-123-16 1,3-6 32-16,12-7-29 0,13-3-17 16,-1-5 1-16,10 0-9 15,-9 0 21-15,0-21-3 16,-13-19 25-16,1-20-26 16,-14 4-5-16,-8-8-12 15,-13-8 1 1,-6 7-8-16,0 9-9 0,0 8-11 15,0 16 1-15,0 15 18 0,-12 17-8 16,-50 0 8 0,-3 0-20-16,-16 36 13 0,13 13 8 15,9 4-8 1,25-6-2-16,15-3-18 0,19 1-32 16,0-13-158-16,0 4-168 15</inkml:trace>
  <inkml:trace contextRef="#ctx0" brushRef="#br0" timeOffset="-15263.66">14576 15580 57 0,'0'0'592'0,"0"0"-582"0,0 0-3 0,0 0 19 15,0 0-19-15,0 0 1 16,0 233-5-16,0-185 7 16,0-15-9-1,0-5 37-15,0-13 27 0,0-2-13 16,0-5-14-16,0-8-15 15,0 0 16-15,0 0-25 16,-6 0-1-16,-13-41-4 0,-8-23-6 16,14-16 10-1,13-12 3-15,0-9-14 0,0 14 0 16,0 14-4-16,0 25 12 16,0 16-8-16,31 16 3 15,16 3-10-15,2 2 4 16,4 2 1-16,6 1-9 15,-13 8-28-15,-11 0 0 16,-1 17 2-16,-22 35 21 16,-12 20 14-16,0 0 12 15,0-11-2-15,0-17-1 0,0-16-9 16,0-12 1 0,0-5 2-16,0-2-3 15,0-6 0-15,28 13 14 16,12 9 40-16,13-1-30 15,15-9 17-15,-3 10-20 0,-6-1 3 16,-3-8-22-16,-16 4 1 16,1-3-3-16,-17 2 5 15,4-2-5-15,-3-2-16 16,-3-3-24-16,-4 5-109 16,-8-2-27-16,-10-10-99 15</inkml:trace>
  <inkml:trace contextRef="#ctx0" brushRef="#br0" timeOffset="9598.35">11494 17658 60 0,'0'0'220'0,"0"0"-210"0,0 0 31 0,0 0 46 0,0 0-6 0,0 0 10 0,0 0 10 0,0 32-23 0,0-20-2 16,0-4-26-1,0 0-16-15,-6-4-14 0,6 0-11 16,0-4 17-16,0 0-2 16,0 0 19-16,0 0-18 15,0 0 3-15,0-20-28 16,0-48 10-16,0-37 0 16,6-23-5-16,28-12-2 15,7 7 7-15,-1 13-17 16,-6 27 17-16,0 21-20 15,-9 28-3-15,-13 21 5 16,-2 23 1-16,-4 0-8 16,0 23-15-16,0 46 30 0,-6 19 14 15,6 8-11-15,10-4 0 16,3-23-3-16,8-25-27 16,4-24-17-16,-9-20 2 15,25 0 8-15,-19-12 34 16,3-20 16-16,-3 7 29 15,-16 14 5-15,-12 11-50 16,15 0 0-16,-15 24-7 16,0 27 7-16,0 6 7 15,7 7-7-15,-1-12-54 16,-6 1-35-16,12-6-68 0,-12-19-20 16,0-8-213-16</inkml:trace>
  <inkml:trace contextRef="#ctx0" brushRef="#br0" timeOffset="9979.62">12291 17734 160 0,'0'0'560'0,"0"0"-529"0,0 0 23 0,0 0 12 0,0 0-51 0,25-289 19 15,9 173 27-15,-6 7-39 16,-16 18-5-16,16 22-15 16,-15 13-1-16,8 12-1 15,-8 20-8-15,-7 15-11 16,6 9-17-16,4 5-7 15,-4 51 19-15,16 21 24 16,-15 11 6-16,5 4 0 16,-9-8-6-16,4-12-19 15,-7-12 7-15,-6-8-28 0,0-12-17 16,0-11-14-16,0-14 15 16,0-10-56-16,-6-5-154 15</inkml:trace>
  <inkml:trace contextRef="#ctx0" brushRef="#br0" timeOffset="10183.7">12344 17353 720 0,'0'0'114'16,"0"0"-87"-16,0 0 80 0,0 0-42 15,0 0-25 1,0 0-33-16,254-48 5 15,-201 35-12-15,3 5-1 16,-10 0-30-16,-15 1-40 0,16-6-25 16,-26 2-122-16,7-1-137 15</inkml:trace>
  <inkml:trace contextRef="#ctx0" brushRef="#br0" timeOffset="10746.25">13066 17165 312 0,'0'0'19'16,"0"0"7"0,0 0 48-16,0 0 25 0,0 0-10 15,0 0-9-15,6 127 2 16,-6-74-26-16,0 7-24 15,0 4-5 1,-12 8-18-16,-10-3-8 0,-2-10 20 16,-4-18-8-16,15-17 11 15,13-16-17-15,0-8 8 16,0 0-2-16,-6-4-8 16,-3-48-1-16,9-29 0 15,0-14 2-15,0-18-4 0,0 5 4 16,0 3 5-16,28 17-11 15,12 21 2-15,13 26-4 16,-13 21-12-16,0 20-23 16,1 0 8-1,-7 0 0-15,0 48 29 0,-16 9 0 16,4 2 17-16,-16 1-16 16,1-12-2-16,-1-12-7 15,6-7-1-15,4-5 1 16,2-4 8-16,10-4 8 0,6 5 23 15,3-2 24 1,13 6-12-16,-3 6 7 0,-7-3-38 16,13 0 4-1,-13-7-13-15,-6 7-3 0,-3-4 0 16,-3-1-12-16,0 5 5 16,-16-7-40-16,7-14-14 15,-13 1-57-15,3-8-107 16,-9 0-115-16</inkml:trace>
  <inkml:trace contextRef="#ctx0" brushRef="#br0" timeOffset="11183.45">14055 17356 219 0,'0'0'97'0,"0"0"25"0,0 0-5 0,0 0-29 0,0 0-1 16,0 0 14-16,0 121-64 15,7-88 7-15,20-13-34 16,8-12 11-16,2-8-19 0,-9 0 19 16,12-5 7-16,0-42 5 15,1-22-1-15,-13-11 0 16,-4-12-7 0,-17 12-23-16,-7 7 6 0,0 18-3 15,0 17 6 1,-31 19-9-16,-19 19 4 0,-15 0 6 15,-10 49-6 1,-11 31-12-16,-1 12-9 0,12-12-13 16,51-16-65-16,17-28-8 15,7-28-184-15</inkml:trace>
  <inkml:trace contextRef="#ctx0" brushRef="#br0" timeOffset="37359.03">19596 16426 281 0,'0'0'58'0,"0"0"22"0,0 0 4 0,0 0-23 0,0 0-7 0,0 0-9 0,0 0-11 16,0 0 3-16,0 108 42 16,0-95-35-16,0 3-7 15,0 4-30-15,-6 8 17 16,0 0-11-16,-10 5-7 0,4-2-4 16,12 5 1-16,0-3-1 15,0-2 4 1,0-2-1-16,0-1-2 0,0 3-3 15,0-3 4-15,-6 5-4 16,6-5 1-16,-6-9-1 16,6-6 7-16,0-9-5 15,-7-4 7-15,7 0-2 16,0 0 20-16,-6 0-8 16,-9 0-19-16,-4-20-1 15,-3-4 1-15,10-8-1 16,-7 0 4-16,10-4 8 15,-3-4-8-15,5-9 5 16,1 2-1-16,6-6-7 0,0-3 0 16,0 4-1-16,0-8-2 15,0 4 5-15,0 3-4 16,0 1 4-16,13 0-2 16,8 8 3-1,10-4-5-15,-9 8 4 0,12 0-4 16,-15 15 0-16,9 2-16 15,-10-1 16-15,-5 4 2 16,8-5 0-16,14-2 2 16,-4 2-8-16,3 5 5 15,0 1-7-15,-6 10 8 16,-10 1-16-16,10 4-8 16,-3 0 9-16,3 1 6 15,6 3 6-15,12-5-1 0,-5 2 4 16,-1 3-5-16,-15 0-1 15,-10 0 6-15,-2 0-31 16,-7 0 12-16,6 0 19 16,-2 0 4-16,-4 0-4 15,0 8 8-15,-6-1-10 16,0 9 4-16,0 0 9 16,0 12-5-16,0 5 8 15,-22-2-7-15,-9 10 6 16,-3 11 4-16,0-4-7 0,-12-1 10 15,5-2-16 1,-5-9 8-16,-1 0-10 0,1-7 6 16,6-1-8-16,5-5 0 15,17-7 0-15,-4 4-3 16,16 1 0-16,-6-5-29 16,2-9-26-16,-15 6-96 15,19-10-178-15</inkml:trace>
  <inkml:trace contextRef="#ctx0" brushRef="#br0" timeOffset="38522.4">20185 16719 201 0,'0'0'424'0,"0"0"-385"0,0 0 16 0,0 0-27 0,0 0-11 0,0 0-9 0,25 0 38 0,-3 0 4 0,-10 4-23 16,16 0 8-16,-3 5-29 15,9-1 8-15,-6 3-10 16,-16-3-1-16,16 4 0 16,-15 4 4-16,-7 4-7 0,0 13 9 15,-6 6 9 1,0 14-5-16,0 4-4 0,0-2-6 15,-6 1-4-15,-13-4 6 16,4 4-8-16,2-7 3 16,7-5-1-16,0 4 1 15,6-12 3-15,0-8-3 16,0-8-16-16,0-20-4 16,0 0-25-16,0 0-21 15,0-20-48 1,0-11 30-16,0-10-31 0,0 5-100 15,0 3-132-15</inkml:trace>
  <inkml:trace contextRef="#ctx0" brushRef="#br0" timeOffset="38872.32">20232 17048 498 0,'0'0'72'0,"0"0"-25"0,0 0 29 0,0 0 52 0,0 0-60 0,0 0-8 15,139-8-20-15,-98 8-3 16,-7 0-18-16,0 0 1 16,-3 0-17-16,3 0 2 15,0 0-5-15,-6 0-24 16,-3 0-11-16,3-8-40 16,-10 0-12-16,4-8-119 15,-22 1-184-15</inkml:trace>
  <inkml:trace contextRef="#ctx0" brushRef="#br0" timeOffset="39522.31">21094 16803 622 0,'0'0'138'0,"0"0"-72"0,0 0 17 0,0 0-67 0,0 0-12 0,0 0 2 16,34-7 9-16,6 2-5 15,13 5 7-15,-6-3 10 16,-1 3-25-16,-6 0-2 16,7 0 0-16,-13 0-17 15,-6 0-15-15,-3 0-12 0,-13 0-26 16,4 0-60-1,-16 0-10-15,0-5-118 0</inkml:trace>
  <inkml:trace contextRef="#ctx0" brushRef="#br0" timeOffset="40105.51">21088 16506 62 0,'0'0'42'0,"0"0"82"0,0 0-30 15,0 0 16-15,0 0 1 16,0 0-16-16,111-8-19 0,-89 8 42 15,6 0-55-15,3 0-30 16,3 0-4-16,6 0-11 16,1 0 10-16,-1-8-26 15,7 8 6-15,-13-7-8 16,-10-1-5-16,-2 0-38 16,-16-8-60-16,-6 4-173 0</inkml:trace>
  <inkml:trace contextRef="#ctx0" brushRef="#br0" timeOffset="59569.64">22244 16323 255 0,'0'0'401'0,"0"0"-314"0,0 0 7 0,0 0-31 0,0 0-53 0,0 0 23 0,0 0-20 0,0 0 23 16,53 0-20-16,-25-5 20 16,-3-7-8-16,3 8-15 15,-4-4 0-15,26-4-5 16,-10 9 5-16,13-18-8 15,12 6-5-15,-25-2 5 0,7 1-3 16,-19 8-2 0,-22 8-1-16,6 0-3 0,-12 0-22 15,0 0 9 1,0 32 17-16,10 16 2 0,2 16 6 16,-6 16 7-1,7 5-7-15,9-1-8 0,-22-4 0 31,12-3-10-31,-12-10 0 0,0-10-23 0,0-17 3 16,0-12-42-16,0-12 37 16,0-13-58-16,0-3-15 15,0 0-12-15,-12 0-318 16</inkml:trace>
  <inkml:trace contextRef="#ctx0" brushRef="#br0" timeOffset="59956.63">22570 16583 646 0,'0'0'143'0,"0"0"-124"0,0 0 53 0,0 0-13 0,0 0-41 0,0 0 1 16,301-13 0-16,-261-2-9 15,16 3-5-15,-16-5-5 16,-3 2-3-16,13-6-54 16,-4-2 2-16,-15-1-99 15,-3 4-24-15,-9 3-277 16</inkml:trace>
  <inkml:trace contextRef="#ctx0" brushRef="#br0" timeOffset="60519.71">23258 16058 431 0,'0'0'60'0,"0"0"32"0,0 0 0 0,0 0-31 0,0 0 47 16,68 248-52-16,-55-192-1 0,-13 8-17 15,15 0 14-15,-8 5-33 16,-7-9-6-16,0-7-13 16,0-14-6-16,0-6-10 15,0-10-62-15,0-2-8 16,0-1-115-16,0-9-79 15</inkml:trace>
  <inkml:trace contextRef="#ctx0" brushRef="#br0" timeOffset="61070.05">23447 17008 336 0,'0'0'362'0,"0"0"-308"0,0 0 43 0,0 0-48 0,0 0-15 0,0 0-12 16,0 0 8-16,0 0-2 15,0 0 9-15,0 0 8 0,0 0-37 16,0 0-8 0,0 0-9-16,0 0 3 0,0 0-1 15,0 0 7-15,0 0 0 16,0 0 0-1,-15 4-7-15,-4 8 3 0,1-4-5 16,2 0 14-16,10-4-12 16,6-4-63-16,0 0-142 15,0-28-339-15</inkml:trace>
  <inkml:trace contextRef="#ctx0" brushRef="#br0" timeOffset="61685.32">23987 16824 603 0,'0'0'44'0,"0"0"24"0,0 0 17 0,0 0-18 15,0 0-20-15,0 0 43 16,40 0-18-16,0 0-18 16,1 3-15-16,27-3-15 15,-9 0-24-15,22 0 0 16,-13 0-3-16,-9 0-35 15,-13-11 8-15,-6-6-26 16,-5 6-14-16,-17-5-51 16,-18 4-98-16,0-4-110 15</inkml:trace>
  <inkml:trace contextRef="#ctx0" brushRef="#br0" timeOffset="61935.39">24067 16534 604 0,'0'0'22'15,"0"0"-13"-15,0 0 49 16,0 0 57-16,0 0-32 0,0 0-35 15,202 0-30 1,-128-15-18-16,-8-14-6 0,2 14-57 16,-16-6-170-16,-11-7-422 15</inkml:trace>
  <inkml:trace contextRef="#ctx0" brushRef="#br0" timeOffset="62537.05">24843 16154 596 0,'0'0'35'0,"0"0"-10"0,0 0 62 0,0 0 21 0,0 0-45 0,0 0-10 15,300 0-8-15,-259 0-16 16,-7 0 3-16,-6 0-28 15,-3 0 8-15,-4 12-10 0,-2 16 0 16,-4 12 5 0,4 16 4-16,-19 8-8 0,0 5-2 15,0 6-2-15,0-3 7 16,0-3-12-16,0-13 10 16,0-7-6-16,19-10 2 15,2-11-13-15,-8-3-12 16,2-6-14-16,-2-2-7 15,-13-1-9-15,0-5-58 16,0-2-34-16,0-5-70 16</inkml:trace>
  <inkml:trace contextRef="#ctx0" brushRef="#br0" timeOffset="62921.45">25119 16655 631 0,'0'0'94'0,"0"0"23"0,0 0-2 0,0 0-46 0,0 0-9 0,0 0-20 0,272 4 5 15,-219-12-31-15,-6-4-1 16,-13 4-13-16,-6 0-26 15,-10 8-31-15,-11 0-83 16,8 0-105-16,-15 0-219 16</inkml:trace>
  <inkml:trace contextRef="#ctx0" brushRef="#br0" timeOffset="63369.74">25832 16719 443 0,'0'0'280'0,"0"0"-192"15,0 0-9-15,0 0-43 16,0 0-27-16,0 0 3 15,9 0 1-15,-9 0 23 16,0 0-6-16,0 0 12 16,0 0-38-16,0 0-8 15,0-3-18-15,0 3 6 16,0 0-24-16,-9 0-10 16,-4 0 9-16,7 0-6 15,-22 0-98-15,10 0-313 16</inkml:trace>
  <inkml:trace contextRef="#ctx0" brushRef="#br0" timeOffset="64916.46">26709 16090 304 0,'0'0'324'0,"0"0"-205"0,0 0-9 0,0 0-59 16,0 0-34-16,0 0-13 0,0-8 5 16,0 8 13-16,0 0 29 15,0 0 0 1,0 0-15-16,0 0-21 16,-21 0 12-16,-10 0-27 15,-10 4 0-15,-5 23 0 0,12 14 2 16,-7-1-3-16,7 9 7 15,6 10-10-15,16-7 12 16,6 4-14-16,-7 1 14 16,13-5-10-16,0-1 2 15,0-10-11-15,0-5 6 16,31 0 2-16,-3-3 2 0,19-10-11 16,-1-2 7-16,-18-6-7 15,19-7-7-15,-13-3-1 16,-3-5 10-16,-10 0-5 15,14 0-57-15,-17 0 66 16,-12-28 12-16,-6 4-10 16,0 4 6-16,0-1-4 15,0 9 4-15,0 12 6 16,-12 0-8-16,-22 0-1 16,-13 0-2-16,1 0-1 15,-7 8-9-15,13 17-2 16,6 3 9-16,21 3 8 15,-8-7-11-15,21 1 5 16,0-9-83-16,0-12-163 0</inkml:trace>
  <inkml:trace contextRef="#ctx0" brushRef="#br0" timeOffset="65551.69">27345 16002 263 0,'0'0'385'0,"0"0"-347"0,0 0 48 0,0 0-22 0,0 0-30 0,0 248-20 0,0-196 8 0,0 5-4 15,0-6 15-15,0 14-3 16,0-9-19-16,0-4 1 0,0-8-8 16,0-12-1-16,0 0-3 15,0 0-9-15,0 0-27 16,0 1-6-16,0-2 1 15,0-6-25-15,0-6-46 16,0-10-16-16,0-9-140 16</inkml:trace>
  <inkml:trace contextRef="#ctx0" brushRef="#br0" timeOffset="66199.95">27329 17425 397 0,'0'0'102'0,"0"0"-59"0,0 0 31 0,0 0-16 0,0 0 11 0,0 0 27 16,-12 5-34-16,12-5 4 15,0 0-2-15,0 0-23 16,0 0-36-16,0 0-5 16,0-13-6-16,0-7 6 15,0 4 0-15,0 8 0 16,0 8-4-16,0 0-3 15,0 0 6-15,0 0-8 16,0 0 3-16,0 0 6 16,0 0-32-16,0-12-96 15,0-12-125-15,0 4-259 16</inkml:trace>
  <inkml:trace contextRef="#ctx0" brushRef="#br0" timeOffset="74724.69">27677 16603 396 0,'0'0'142'0,"0"0"-17"0,0 0 3 0,0 0-40 0,0 0-48 0,0 0 25 0,0 0-30 0,-25 8 15 16,25-8-25-16,0 0 18 15,0 0-20-15,0 0 3 16,18 0-12-16,29 0-5 15,9 0-5-15,9 0 7 0,3 0-15 16,-3 0 4-16,3 0-9 16,-21 0-31-1,-13 0 6-15,-9 0-33 0,-19 4-29 16,-6-4-33-16,0 0-107 16</inkml:trace>
  <inkml:trace contextRef="#ctx0" brushRef="#br0" timeOffset="74940.14">27584 16294 923 0,'0'0'24'15,"0"0"-16"-15,0 0 51 16,0 0-27-1,0 0-21-15,0 0-4 0,313 8-14 16,-251-8 7-16,-9 0-1 16,-7 0-35-16,-18 0-66 15,-16 0-176-15</inkml:trace>
  <inkml:trace contextRef="#ctx0" brushRef="#br0" timeOffset="75507.47">28548 15986 603 0,'0'0'156'0,"0"0"-80"0,0 0-7 0,0 0-41 0,0 0-25 0,0 0 55 16,127-41-15-16,-90 33 0 16,-9 8-37-16,-6 0 2 15,-10 0-2-15,1 0-9 16,-13 0 3-16,15 24 0 15,-9 17 12-15,1 23-12 0,-1 11 3 16,-6 14 5 0,0 4-16-16,0 10-1 15,0 2 8-15,0-17-8 0,0-16 5 16,18-19 0-16,10-22-38 16,13-15 5-16,-7-11-32 15,-9-5-2-15,-4 0-93 16,-15 0 25-16,-6-5-107 15</inkml:trace>
  <inkml:trace contextRef="#ctx0" brushRef="#br0" timeOffset="75757.75">28666 16555 745 0,'0'0'47'0,"0"0"59"16,0 0 32-16,0 0-100 16,0 0-4-16,0 0-34 15,322-65-6-15,-281 50-53 16,-17-1-71-16,-8 3-173 15</inkml:trace>
  <inkml:trace contextRef="#ctx0" brushRef="#br0" timeOffset="76039.63">29422 16462 803 0,'0'0'148'0,"0"0"-88"0,0 0-22 16,0 0-38-16,0 0-11 15,0 0-67-15,-6 5-170 16,-16-5-410-16</inkml:trace>
  <inkml:trace contextRef="#ctx0" brushRef="#br0" timeOffset="76558.39">30030 15797 545 0,'0'0'198'0,"0"0"-99"16,0 0 9 0,0 0-63-16,0 0-20 15,0 0-16-15,87 0 12 0,-19-4 14 16,3-16-9-1,4 3 11-15,-22 9-36 0,-4 8 1 16,-12 0-2 0,-9 0-3-16,-15 36 3 0,-4 17-4 15,-9 15 4-15,0 8-22 16,0 17 13-16,-22 7 7 16,-18 5-3-16,6-5 10 15,9-9-13-15,3-6 8 16,10-21-1-16,12-16-2 15,0-12-32-15,0-20-31 16,0-8-17-16,0-4-81 16,0-4 7-16,0 0 42 0,-22 0-67 15</inkml:trace>
  <inkml:trace contextRef="#ctx0" brushRef="#br0" timeOffset="76774.73">30151 16406 791 0,'0'0'20'16,"0"0"75"-16,0 0-30 0,0 0-42 15,0 0-23 1,0 0-13-16,341-11-31 0,-301-14-129 15,-21 1-137-15</inkml:trace>
  <inkml:trace contextRef="#ctx0" brushRef="#br0" timeOffset="77309.95">30920 16077 617 0,'0'0'94'16,"0"0"-58"-16,0 0 14 15,0 0 25-15,0 0-9 0,0 0-39 16,288-164 3 0,-247 164-29-16,-17 0-1 15,-2 0 0-15,-16 20 3 0,-6 20 2 16,0 9-3-16,0 11 9 15,-21 12-11-15,-38 4-19 16,-3-4-11-16,9-12 23 16,7-4-3-16,11-20 9 15,29-11 1-15,6-14-9 16,0 2 5-16,22-10-6 16,31-3 0-16,12 0 20 15,3 0-7-15,-9 0 5 16,3 0 5-16,-16 0-8 0,-5 5-5 15,-7-5-20 1,-22 0 18-16,22 0 2 0,-9 0-68 16,9 0-112-16,-6-21-235 15</inkml:trace>
  <inkml:trace contextRef="#ctx0" brushRef="#br0" timeOffset="77624.38">31828 16534 207 0,'0'0'121'0,"0"0"-21"0,0 0 9 0,0 0-35 0,0 0-17 15,0 0 18-15,329 9 13 16,-258-73-52-1,16-20 25-15,-25-13-5 0,-9-11-52 16,-25 4-4-16,-28 4-8 16,0 19 2-16,0 21-13 15,-47 28 0-15,-33 28 17 16,-23 4-29-16,-2 11 29 16,-3 42-49-16,21 11-47 15,9 1-6-15,4 10-203 16</inkml:trace>
  <inkml:trace contextRef="#ctx0" brushRef="#br0" timeOffset="78323.89">27763 17987 624 0,'0'0'39'0,"0"0"19"0,0 0 29 0,0 0-26 0,0 0-58 16,0 0 4-16,382 19-7 16,-342-14-20-16,-6-5-63 15,-21 4-29-15,2-4-106 16</inkml:trace>
  <inkml:trace contextRef="#ctx0" brushRef="#br0" timeOffset="78541.53">27779 17874 334 0,'0'0'588'0,"0"0"-563"16,0 0 19-16,0 0 21 15,0 0-15-15,0 0-20 16,273 0 12-16,-186 0-38 15,-1 0-4-15,-5 0-27 16,-22-15-40-16,-12 2-109 16,-26 5-319-16</inkml:trace>
  <inkml:trace contextRef="#ctx0" brushRef="#br0" timeOffset="79920.13">29370 17305 457 0,'0'0'80'0,"0"0"21"0,0 0-12 16,0 0-17-16,0 0-13 0,0 0-1 0,-134 0-12 0,88 0-7 15,5 4-7-15,-5 20-9 16,-4 8 2-16,26 4-18 16,2 4-4-16,9-4-2 0,13 0-1 15,0-8 0-15,28 0-1 16,19 0-3-16,6-3 8 15,6 2-4 1,-4 1 3-16,-8 5-4 0,-7-5 8 16,-9 0-14-16,-15 4 11 15,-16 0-4-15,0 4 1 16,0 4 1-16,-16 0 1 16,-49 9 6-16,-22-5-18 15,-12 0 1-15,-10-12 1 16,35-8-15-16,21-16 7 0,13-8-10 15,28 0-41-15,12-36-111 16,0-28-115-16,12-13-63 16</inkml:trace>
  <inkml:trace contextRef="#ctx0" brushRef="#br0" timeOffset="80037.28">29053 17437 239 0,'0'0'0'0,"0"0"-115"16</inkml:trace>
  <inkml:trace contextRef="#ctx0" brushRef="#br0" timeOffset="80336.31">29053 17437 200 0,'183'-64'19'0,"-164"60"28"15,-7-12-42-15,4 4-5 0,2-4-29 16,4-4 4-16,-3 4 21 15,-13-4-10-15,9-1 10 16,-15 2 4 0,0 2-76-16,0 6-43 0,0 6 119 15,0 5 42-15,0 0 223 16,0 0-69-16,0 0-96 16,0 0-51-16,0 0-42 15,0 0 13-15,0 0-20 16,0 0 28-16,25 0 75 15,9 5-5-15,0 6-34 0,7-11-28 16,-16 0-29-16,15 0-7 16,0 0-61-16,1-8-67 15,-7-7-120-15</inkml:trace>
  <inkml:trace contextRef="#ctx0" brushRef="#br0" timeOffset="81003.66">29949 17726 319 0,'0'0'131'0,"0"0"-103"0,0 0 36 0,0 0 12 0,0 0 19 0,0 0-10 16,-24 76-26-16,17-52-26 0,7 4-1 16,0 8-1-16,0-3-17 15,7-5 8 1,39-4-12-16,1-12 10 16,12-12-17-16,9 0 11 0,-3 0-10 15,3-33 8 1,7-26-2-16,-4-26 7 0,-15-12-14 15,-16-3-3-15,-28 9-6 16,-12 10-11-16,0 13-7 16,-21 20-15-16,-32 20 39 15,-12 23-2-15,-3 5 3 16,-7 5-17-16,4 39 14 16,9 4 1-16,15 0-69 15,29 1-61-15,8-5-16 16,10-8-155-16</inkml:trace>
  <inkml:trace contextRef="#ctx0" brushRef="#br0" timeOffset="81652.7">30926 17309 126 0,'0'0'233'0,"0"0"-168"0,0 0 36 15,0 0-51-15,0 0-8 0,0 0-33 0,127-61-2 0,-127 86 21 16,0 15 83 0,0 3-47-16,-12 6-29 0,-28-1-22 15,-1-4 0-15,1-3-11 16,6-10 5-16,15-10 1 16,4-6-7-16,15-7-2 15,0-8-5-15,0 0-28 16,0 0-22-16,46 0 10 15,10 0 46-15,-9 0 6 16,-1 0 21-16,-6 0-23 0,1 0-4 16,-10 0 6-16,-3 0-8 15,-7 0 8-15,-8 0-12 16,-1 0-8-16,-6 0-27 16,10 0 2-16,-10-8 33 15,0-3 6-15,-6 3 0 16,0 8 16-16,0 0-14 15,6 0-4 1,-6 0 0-16,0 0 2 0,0 0-6 16,0 4 6-16,0 36 12 15,0 7 36-15,0 14 1 0,-24-1-12 16,-4 1 21 0,6-2-29-16,3-15 8 15,-2-3-25-15,15-13-2 0,-1-8-10 16,1 4-14-16,0 4-53 15,0-8-111-15,6-8-62 16</inkml:trace>
  <inkml:trace contextRef="#ctx0" brushRef="#br0" timeOffset="82052.86">31388 17879 357 0,'0'0'110'0,"0"0"-15"0,0 0-59 0,0 0 11 16,0 0-20-16,0 0 22 15,227 104-20-15,-181-104 48 16,1-32-39-16,-1-21 33 16,1-15-33-16,-7-13-16 15,-25 1-7-15,-15 1-15 0,0 2 8 16,0 9-4 0,-6 9 2-16,-34 18-3 0,0 21-4 15,-7 20 1 1,-3 0 0-16,-2 40-9 0,-1 25-2 15,7 7-41 1,5 0-53-16,13-8-81 0,10 0-443 16</inkml:trace>
  <inkml:trace contextRef="#ctx0" brushRef="#br0" timeOffset="135073.34">20291 3778 487 0,'0'0'176'0,"0"0"-160"0,0 0 2 0,0 0 42 0,0 0-42 0,0 0 6 16,0 0-17-16,0 0 19 16,34 0 13-16,-34 0 5 15,0 0 5-15,0 0-19 16,0 0 3-16,0 0-19 15,0 0 11-15,0 0-20 16,0 0 10-16,0 0-5 0,0 0 1 16,0 0-2-1,6 0-1-15,16 0-13 0,18 0 10 16,13-8 20-16,12-5-24 16,9 1 20-16,-5 1-20 15,-10 2 8-15,-1 1-7 16,-2 4-1-16,-9 0-1 15,-13-4 3-15,6 8-11 16,-15-3 3-16,-19 3-1 16,16 0-19-16,-16 0-22 15,0 0-75-15,1 0-115 16,-7-9-222-16</inkml:trace>
  <inkml:trace contextRef="#ctx0" brushRef="#br0" timeOffset="135707.81">21615 3757 75 0,'0'0'457'0,"0"0"-437"0,0 0 44 0,0 0 34 0,0 0-28 0,0 0 21 0,180 0-34 0,-118 0-11 15,-10-12 12-15,7 4-29 16,-12 5-7-16,2 3-18 15,-18 0-7-15,25 0 11 16,-15 0-9-16,-4 0 1 16,-3 0-4-16,-6 0-6 15,-3 0-28-15,-4 0-25 16,-8-5-115-16,-7 1-130 0</inkml:trace>
  <inkml:trace contextRef="#ctx0" brushRef="#br0" timeOffset="136307.04">23038 3850 230 0,'0'0'267'0,"0"0"-243"0,0 0 27 0,0 0-17 0,0 0 23 0,0 0 15 0,62 0 12 0,-22 0-24 16,-15 0-17-16,15 8-6 16,13-1-15-16,9 1 8 15,3-3-17-15,4-5-10 16,5 0 3-16,-9 0-12 0,-3 0 3 15,-15 0-27-15,-16 0-14 16,18 0-23-16,-12 0-77 16,4-13-29-16,-7 6-71 15</inkml:trace>
  <inkml:trace contextRef="#ctx0" brushRef="#br0" timeOffset="137087.94">24703 3770 415 0,'0'0'158'0,"0"0"-67"0,0 0 14 0,0 0-35 0,0 0-19 0,0 0-26 16,0 0-10-16,0 0 2 16,34 0 12-16,19 0 26 15,0 0-35-15,21 0-2 16,-15 0-14-16,22 0 7 0,-13 0-8 15,-15 0-6 1,9 0-7-16,-16 0-4 16,-6 0-13-16,7 0-32 15,-22-5 23-15,9 2-59 16,-6-2-66-16,-16-3-98 0</inkml:trace>
  <inkml:trace contextRef="#ctx0" brushRef="#br0" timeOffset="137916.49">26241 3825 392 0,'0'0'78'0,"0"0"15"0,0 0-17 16,0 0-4-16,0 0 43 0,0 0-36 0,121 0-27 16,-68 0-18-16,-7 0 24 15,13 0-38-15,-9 0 9 16,-13 4-27-16,13 1 2 16,-19-2-2-16,9 2-4 15,-6 3-6-15,-6-5-17 16,3-3 6-16,-3 0-44 15,6 0 0-15,-9 0-118 16,-4 0-14-16</inkml:trace>
  <inkml:trace contextRef="#ctx0" brushRef="#br0" timeOffset="138538.93">27376 3881 75 0,'0'0'272'0,"0"0"-112"0,0 0-49 0,0 0-50 0,0 0-30 0,0 0 4 15,-6 0 25-15,6 0-13 16,0 0 5-16,0 0-29 16,0 0 21-16,34 0 25 15,19 0-23-15,15 0-26 16,19 0 5-16,6 0-1 16,6 0-17-16,-6 0 2 15,-3 0-4-15,-25 5 2 16,-19-5-7-16,-18 0-12 0,6 0-32 15,-21 0-12 1,-13 8-88-16,0-8-147 0</inkml:trace>
  <inkml:trace contextRef="#ctx0" brushRef="#br0" timeOffset="139255.4">29122 3914 592 0,'0'0'111'0,"0"0"7"0,0 0-35 0,0 0-32 0,0 0-20 0,0 0 19 0,80 0-29 16,-15 0 3-16,10 0-10 16,12 0 25-16,-1 0-24 15,7 0-11-15,10 0-3 16,-16 0-1-16,-7 0 0 0,-15 0-21 16,-12 0-4-1,-7 3-67-15,-24-3-68 0,-22 0-304 16</inkml:trace>
  <inkml:trace contextRef="#ctx0" brushRef="#br0" timeOffset="141584.57">14576 1495 186 0,'0'0'583'0,"0"0"-574"0,0 0 2 0,0 0 22 0,0 0-9 0,0 0 18 0,0 0 15 16,134-44-7-16,-113 36-47 15,-8 8 17-15,-7 0 1 16,-6 0-2-16,0 0-18 16,0 28 7-16,0 24 9 15,0 12-7-15,0 8 8 16,0 13-12-16,0 4 6 0,0-6-7 15,0-6-7 1,-6-13 2-16,6-25-29 0,0-14 3 16,-6-17-13-1,6-8-5-15,-7 0-17 0,-21 0-5 16,-6-8-148-16,-25-20-288 16</inkml:trace>
  <inkml:trace contextRef="#ctx0" brushRef="#br0" timeOffset="141803.37">14369 1965 933 0,'0'0'29'16,"0"0"16"-16,0 0 14 16,0 0-51-16,0 0 0 15,0 0 7-15,142-16-10 16,-89 3 0-16,-7 1-5 15,-5 1-29-15,-1-2-8 16,-15 1-44-16,9-4 0 16,0 0-116-16,-6-7-112 15</inkml:trace>
  <inkml:trace contextRef="#ctx0" brushRef="#br0" timeOffset="142384.77">15258 1808 313 0,'0'0'264'0,"0"0"-179"0,0 0 25 0,0 0-21 0,0 0-51 0,0 0 27 0,146 0 21 16,-59 0-57-16,0 0-4 15,15 0-20 1,-15 0-2-16,-6 0-3 0,-10 0-9 16,-3 0-27-16,-21-8-38 15,-7 0-41-15,-21 0-150 16,-10-7-221-16</inkml:trace>
  <inkml:trace contextRef="#ctx0" brushRef="#br0" timeOffset="142766.26">15854 1628 280 0,'0'0'195'0,"0"0"-185"16,0 0 49-16,0 0-52 0,0 0 3 15,0 0-8-15,192 80 0 16,-192-60 4-16,0 4-6 16,0 0 7-16,-6 8-3 15,-34 4 18-15,-1 0 7 16,1 0 22-16,9-3-1 16,15-10-4-16,10-10-46 15,6 3-23-15,0-12-35 16,0-4-48-16,0 0-109 15</inkml:trace>
  <inkml:trace contextRef="#ctx0" brushRef="#br0" timeOffset="143253.5">16254 1576 390 0,'0'0'276'0,"0"0"-274"0,0 0 1 0,0 0 38 0,0 0-3 16,0 0 36-16,149 19-42 0,-109-19-20 15,0 0-3-15,-9 0-9 16,-3 13 3-16,-9-1-3 15,2 4-11-15,-8 7-30 16,-1 6 41-16,4 7-14 16,-10 12 13-16,0-4-2 15,7 25 3-15,2-13-3 16,-3 8 6-16,7-17-5 0,-10-6 2 16,16-17-15-16,-3-9-64 15,-4-10-41-15,-2-5-167 16</inkml:trace>
  <inkml:trace contextRef="#ctx0" brushRef="#br0" timeOffset="143466.57">16635 1864 596 0,'0'0'100'15,"0"0"-91"-15,0 0 29 0,0 0-38 16,0 0-14-16,0 0-34 16,282-15-135-16</inkml:trace>
  <inkml:trace contextRef="#ctx0" brushRef="#br0" timeOffset="144215.57">17299 1744 19 0,'0'0'334'0,"0"0"-196"0,0 0-26 0,0 0-34 0,0 0 26 0,0 0-9 0,-10 0-39 0,10-5-18 0,0 5-25 15,0 0 2-15,22 0-11 16,53-6 62-16,11 1-30 15,20 5 4-15,2-4-25 16,-2 4-12-16,2 0-1 16,-2-4-2-16,-7 0-13 15,-3-4-29-15,-25 0-15 0,-18 0-70 16,-19-4-45-16,-28-1-86 16</inkml:trace>
  <inkml:trace contextRef="#ctx0" brushRef="#br0" timeOffset="144899.87">18092 1559 416 0,'0'0'94'0,"0"0"-13"0,0 0-3 0,0 0-5 0,0 0-25 15,0 0-7-15,-6 25-30 16,47-14 12-16,11-6-7 15,1 3-11-15,3-4 9 16,-19 0-10-16,-9 0 12 16,-16 4-12-16,-12 16-8 15,0-9-38-15,0 10 41 16,-12 3-8-16,-53-4-7 16,-16 8 0-16,1 8-18 15,5 0 18-15,16-16 12 0,31-4-9 16,22-15-4-1,6-5-94-15,0 0-253 0</inkml:trace>
  <inkml:trace contextRef="#ctx0" brushRef="#br0" timeOffset="145599.81">18803 1523 374 0,'0'0'131'0,"0"0"-67"0,0 0 19 0,0 0-39 0,-56 241-3 0,56-197-32 0,0 0 7 16,0-8 10-16,6-3-12 0,-6-5 1 16,0-5-6-16,15-2 2 15,-15-13 6-15,0-8 10 16,0 0-20 0,0 0 46-16,0 0-38 0,0-36-15 15,-21-13-3-15,-4-15 1 16,3-4 2-16,22-8-27 15,0-4 9-15,0-17-10 16,6-19 22-16,35 8-47 0,-1-5 2 16,7 21 2-16,-1 32-18 15,-6 16 39 1,16 20 24-16,-9 20 0 0,-1 4 8 16,7 0 17-16,6 0-6 15,-10 0-15-15,-11 0 8 16,-4 16-12-16,-19 20 4 15,-15 8-19-15,0 25 12 16,-49 15 14-16,-38 4-13 16,0-8 14-16,9-11-4 15,4-13-2-15,34-17-4 0,-1-3-3 16,29-28-66 0,12-8-121-16,0 0-187 15</inkml:trace>
  <inkml:trace contextRef="#ctx0" brushRef="#br0" timeOffset="145897.81">19041 1716 555 0,'0'0'27'0,"0"0"-17"0,0 0 2 0,0 0-4 0,0 0-4 15,0 0 22 1,174 92 6-16,-100-84-24 16,-9-8 3-16,-9 0-8 0,-9 0-6 15,-13 0-6-15,-9 0-23 16,-10-16 5-16,-15-8-18 15,0-8-209-15</inkml:trace>
  <inkml:trace contextRef="#ctx0" brushRef="#br0" timeOffset="146083.7">19041 1716 634 0,'-145'-28'181'0,"145"32"-160"15,0-1 4-15,24 10 27 16,32-13-41 0,-3 4 11-16,-7-4-22 0,-5 0-12 15,-29 0-55-15,10-24-64 16,-22-5-113-16</inkml:trace>
  <inkml:trace contextRef="#ctx0" brushRef="#br0" timeOffset="146597.53">19140 1600 592 0,'0'0'85'16,"0"0"-52"-16,0 0 16 0,0 0 26 16,0 0-28-16,0 0-15 15,75 0-13-15,-35 0-11 16,-6 0-8 0,-6 0-1-16,9 0-8 0,-21 0-28 15,9 0 16-15,-4 12-14 16,-2 4 12-16,-10 0 23 15,10 7 2-15,-7 2 0 16,-12-5 4-16,0 1-9 16,0-2 9-16,0-2-8 15,0-10 5-15,0 1 13 16,0-8 10-16,0 0-7 16,0 0-11-16,0 0-8 15,0-36-57-15,0-9 18 0,56-14 30 16,-3 7-32-1,-7-9 15-15,7 9 26 16,-25 21 0-16,-9 10 2 0,-13 21 5 16,-6 0 48-16,0 0-53 15,0 0 2-15,0 21-4 16,0 10 31-16,0 18-25 16,0-13-6-16,-6 0-1 15,-1-16-4-15,7-4 4 16,0 0-9-16,0-9-3 15,35 10 13-15,17-9 26 16,7 3 0-16,22-3 0 16,-19 1-25-16,-16 3 14 15,7-3-15-15,-19-6-139 16,0 9 100-16,-15-8-120 0,-13-4-103 16</inkml:trace>
  <inkml:trace contextRef="#ctx0" brushRef="#br0" timeOffset="146964.31">20337 1792 682 0,'0'0'140'0,"0"0"-88"0,0 0-45 0,0 0 8 0,0 0-12 0,0 0-2 16,34-140 0-16,-34 108-1 15,0 7-2-15,0 14-8 16,0 3 10-16,13 8-23 16,-13 0 15-16,0 0 7 15,0 0-26-15,0 0 27 16,9 3 18-16,4-3 18 16,-7 0-31-16,6 0-5 15,28 0-11-15,16-20 11 16,16-27 25-16,-10-2-24 0,-10 17 10 15,-18 13-9-15,-15 19 10 16,3 0-12 0,-16 0-9-16,0 23 9 15,0 5 21-15,-6 4-21 0,22-12-55 16,-10-7-152 0,-5-13-151-16</inkml:trace>
  <inkml:trace contextRef="#ctx0" brushRef="#br0" timeOffset="147229.91">20973 1479 432 0,'0'0'164'0,"0"0"-83"0,0 0-47 15,0 0-24-15,0 0-10 16,0 0 0-16,109 157 0 15,-91-157 31-15,10 0 9 16,-3 0 22-16,-10 0-9 0,10-20-17 16,3-4-26-16,-9-4 8 15,2-13-22-15,-8-3 4 16,-7 13-16-16,0 3-38 16,3 11-36-16,-2 1-69 15,-7 0-192-15</inkml:trace>
  <inkml:trace contextRef="#ctx0" brushRef="#br0" timeOffset="147481.61">21627 1323 281 0,'0'0'277'0,"0"0"-222"15,0 0 16-15,0 0-22 16,0 236-14-16,0-200-34 16,0-23-2-16,0-1-31 15,0-4 7-15,0-8-52 16,0 0-6-16,-12 0-66 16</inkml:trace>
  <inkml:trace contextRef="#ctx0" brushRef="#br0" timeOffset="147646.54">21627 1323 669 0,'-180'-88'209'0,"187"88"-204"0,27 11 38 16,18-2-15-16,4-1-15 15,16-8-12-15,2 0-1 16,0 0-13-16,-8 0-86 15,-20 0-100-15,-12 0-193 16</inkml:trace>
  <inkml:trace contextRef="#ctx0" brushRef="#br0" timeOffset="148045.76">22089 1443 344 0,'0'0'130'0,"0"0"-119"15,0 0-11-15,0 0 47 16,0 0 42-16,0 0 1 0,0 0 18 16,-46 96-26-1,46-148-55-15,0 16-22 0,0-24 19 16,0 15-22-16,0-2 7 15,0 3-1 1,0 4-16-16,28 16 4 0,-16 12-6 16,0 12 6-1,4 0-19-15,-10 0-15 0,19 43-16 16,-16 14 54-16,-9-5 7 16,13 12 17-16,-7-3-23 15,0-14-2-15,16-7-24 16,-10-16-112-16,-12-19 130 15,0-5 3-15,0 0 3 0,0 0-59 16,0 0-185 0</inkml:trace>
  <inkml:trace contextRef="#ctx0" brushRef="#br0" timeOffset="148132.67">22089 1443 547 0</inkml:trace>
  <inkml:trace contextRef="#ctx0" brushRef="#br0" timeOffset="148212.71">22089 1443 547 0,'161'-128'346'0,"-142"128"-331"0,9 0 22 15,19 0-102-15,-1 0-84 16,-12 0-7-16,6 0-104 16</inkml:trace>
  <inkml:trace contextRef="#ctx0" brushRef="#br0" timeOffset="148529.9">22743 1158 276 0,'0'0'168'0,"0"0"-55"16,0 0-52-16,-65-3-20 16,53 3-28-16,-22 3 21 15,0 30-21-15,15 3-1 16,-3 0 24-16,22 0-20 15,0-4-16-15,0 0 5 0,0-4-13 16,7 1 4 0,27-1-5-16,0 3 18 0,0 10-5 15,-22-10 5-15,7 2-8 16,-19-14 1 0,0-2 5-16,0-1 39 0,0 0-33 15,-6 4 18-15,-19-4-15 16,-3-9-16-16,0 6-25 15,16-9-87-15,-1-4-95 16,13 0-336-16</inkml:trace>
  <inkml:trace contextRef="#ctx0" brushRef="#br0" timeOffset="148862.78">22992 1456 712 0,'0'0'154'16,"0"0"-49"-16,0 0-93 16,0 0 22-16,0 0-10 15,0 0-8-15,40-182-14 16,-28 159 3-16,10 10-5 15,-10 10-4-15,10 3-2 0,3 0-41 16,3 31-4 0,-10 26 35-16,16 11 16 0,-6-3 5 15,-3 7-5-15,-3-24-27 16,-16-4-60-16,16-20-22 16,-22-9 7-16,0-7-372 15,-22-8 328-15</inkml:trace>
  <inkml:trace contextRef="#ctx0" brushRef="#br0" timeOffset="149017.37">22992 1456 649 0,'161'-53'126'0,"-143"53"-100"0,44 0-5 15,13 0 1 1,-4-16-22-16,16-12-28 0,-6 8-117 15,-13 12-140-15</inkml:trace>
  <inkml:trace contextRef="#ctx0" brushRef="#br0" timeOffset="149212.57">23726 1346 272 0,'0'0'99'16,"0"0"-35"-16,0 0-64 16,0 0 10-16,0 0 43 15,0 0-14-15,376-15 0 16,-330-17-23-16,-24 7-10 0,-16 2 21 15,-6 2-5 1,0-2 17-16,-22-1-39 0,-24 7 0 16,-13 6-19-1,-22 11-10-15,-12 0-12 0,-9 0-121 16,-4 11-172-16</inkml:trace>
  <inkml:trace contextRef="#ctx0" brushRef="#br0" timeOffset="149529.68">23153 801 734 0,'0'0'4'0,"0"0"71"15,0 0 17-15,0 0-52 16,0 0-16-16,421 5-24 15,-340-5-70-15,-41 0-184 0</inkml:trace>
  <inkml:trace contextRef="#ctx0" brushRef="#br0" timeOffset="158290.51">19054 3007 393 0,'0'0'213'0,"0"0"-208"0,0 0 73 0,0 0-1 0,0 0-34 0,0 0-16 0,0 0 30 16,0 0-31-16,0 225-8 15,0-169 6-15,0 0-8 0,0-8 15 16,0-4-26 0,15 0 28-16,-15-3-15 0,0-10 3 15,0-10-10 1,0-9 0-16,0-9 4 15,0-3-5-15,0 0 18 0,0-20-14 16,0-32 3 0,-40-20-10-16,6-16 2 0,0-12-8 15,-7 3 0-15,29-11-1 16,0 0 0-16,12 4-3 16,0 0 4-16,0 15-11 15,0 25-16-15,0 20 19 16,12 16-19-16,16 16 20 15,-3 3-19-15,9 9 7 16,12 0 7-16,-5 0-7 0,-1 0 12 16,-6 25-17-1,-9 7 18-15,3 8-6 0,-28 9 9 16,0 15-21-16,0 3 20 16,-41 2 3-16,-33-1 6 15,3-12 0 1,-10-12-1-16,19-4-6 0,22-8 1 15,15 1-16 1,13-10-47-16,2-10-131 0,4-13-203 16</inkml:trace>
  <inkml:trace contextRef="#ctx0" brushRef="#br0" timeOffset="158873.66">19630 3136 516 0,'0'0'209'0,"0"0"-204"0,0 0-5 0,0 0 4 0,0 0 9 0,0 0 20 16,186-69-21-16,-158 69-5 0,-15 0-7 15,-7 0 2 1,0 0 12-16,-6 25 1 0,0 11-3 15,0 11 22-15,0 10-25 16,0-1 19-16,0 16-24 16,0 0 8-16,0 1-12 15,0-10-1-15,0-14-11 16,0-13-29-16,0-21-32 16,0-10-14-16,0-5 31 15,0 0-37-15,0-16-50 16</inkml:trace>
  <inkml:trace contextRef="#ctx0" brushRef="#br0" timeOffset="159120.16">19696 3372 503 0,'0'0'42'16,"0"0"96"-16,0 0-7 0,0 0-93 15,0 0-20 1,0 0-18-16,334-16-3 0,-293 9-102 16,-13-10 14-16,-16 5-132 15</inkml:trace>
  <inkml:trace contextRef="#ctx0" brushRef="#br0" timeOffset="159539.03">20607 3120 515 0,'0'0'397'0,"0"0"-374"0,0 0 23 16,0 0-8 0,0 0 11-16,0 0-46 0,226-17-3 15,-173 9 0 1,-13 0-18-16,7 0-28 0,-25 4-22 15,-22-7-80 1,0-5-129-16</inkml:trace>
  <inkml:trace contextRef="#ctx0" brushRef="#br0" timeOffset="159735.57">20551 2799 685 0,'0'0'199'0,"0"0"-199"15,0 0 0-15,0 0 26 0,0 0 3 16,0 0-28 0,382 0-1-16,-289-25-33 0,-25 2-96 15,-28-6-111 1</inkml:trace>
  <inkml:trace contextRef="#ctx0" brushRef="#br0" timeOffset="166649.49">22117 2502 196 0,'0'0'65'0,"0"0"-3"15,0 0 26-15,0 0-16 0,0 0-54 0,0 0 30 0,0 0 7 0,112 17 27 16,-112-6-17-16,0 9 15 15,0 0-14-15,0 9-20 16,0 2-18-16,0 2-9 16,15 11 9-16,-2 0-27 15,-7 7 5-15,9 14-3 16,-15 7 0-16,0 1-3 0,0 7-13 16,-28-5-24-1,-6-10-7-15,10-22-25 0,2 2 11 16,3-21 7-1,19-19-47-15,-9-5-60 0,-16-5-160 16</inkml:trace>
  <inkml:trace contextRef="#ctx0" brushRef="#br0" timeOffset="166912.77">21702 3036 675 0,'0'0'182'0,"0"0"-160"16,0 0 54 0,0 0 22-16,0 0-63 0,393-49-22 15,-318 37-11-15,-1-4-2 16,-15 5-16-16,-12 6-65 15,-13-7-102-15,-28 8-337 16</inkml:trace>
  <inkml:trace contextRef="#ctx0" brushRef="#br0" timeOffset="167413.78">22725 2317 451 0,'0'0'188'0,"0"0"-182"0,0 0 43 0,0 0-10 0,-13 233-10 0,13-173 11 0,0-4-27 15,19 13 4-15,-19-13-17 16,22-4 1-16,-22-8-1 15,6-8-6-15,-6-3-102 16,0-14-7-16,0-2-332 16</inkml:trace>
  <inkml:trace contextRef="#ctx0" brushRef="#br0" timeOffset="167680.81">22806 3260 735 0,'0'0'57'15,"0"0"21"-15,0 0-8 16,0 0-41-16,0 0-29 15,0 0-3-15,24 0-39 16,-14 0-72-16,8 0-40 16,-18-4-149-16</inkml:trace>
  <inkml:trace contextRef="#ctx0" brushRef="#br0" timeOffset="168079.18">23413 2992 728 0,'0'0'173'16,"0"0"-156"-16,0 0-10 0,0 0 16 15,0 0-23-15,0 0 6 16,208 0-6-16,-174 0-21 16,6 0-3-16,-15 0-23 15,-12-5-56-15,-13-7-85 16,0-7-364-16</inkml:trace>
  <inkml:trace contextRef="#ctx0" brushRef="#br0" timeOffset="168279.84">23326 2707 721 0,'0'0'36'15,"0"0"-21"-15,0 0 54 16,0 0-50-16,0 0-12 15,360 0-7-15,-313 0-129 16,-19 0-132-16</inkml:trace>
  <inkml:trace contextRef="#ctx0" brushRef="#br0" timeOffset="169361.76">24188 2478 454 0,'0'0'137'0,"0"0"-40"0,0 0 20 0,0 0-63 15,0 0-12-15,0 0-33 16,0 0 5-16,28 0 16 16,-9 0 22-16,15 0-4 15,-15 0-29-15,27 0 4 0,-12 0-22 16,7 0 8 0,-14 0-6-16,-8 0-6 0,3 0-3 15,-10 11-3 1,16 6-3-16,-16 11 1 0,16 4 6 15,-15 4-9 1,-7-3 8-16,-6 11-4 0,0-1 6 16,0 6-42-16,0-1 29 15,0-4 4-15,-6 0 11 16,-7-8-12-16,-2-8-15 16,2-7-30-16,13 7-86 15,-12-12 24-15,-3-9-117 16</inkml:trace>
  <inkml:trace contextRef="#ctx0" brushRef="#br0" timeOffset="169629.23">24229 2859 238 0,'0'0'224'0,"0"0"-224"0,0 0 0 0,0 0 3 0,0 0 28 0,0 0 8 0,180 0 4 16,-134 0-10 0,-6 0 3-16,-6 0-21 15,13 0-15-15,-19 0-38 0,-3 0-167 16</inkml:trace>
  <inkml:trace contextRef="#ctx0" brushRef="#br0" timeOffset="169895.31">24976 2927 906 0,'0'0'48'15,"0"0"-48"-15,0 0-8 16,0 0-81-16,0 0-144 15,0 0-309-15</inkml:trace>
  <inkml:trace contextRef="#ctx0" brushRef="#br0" timeOffset="170843.52">25981 2317 185 0,'0'0'23'0,"0"0"19"0,0 0-10 0,0 0-16 0,0 0 54 0,0 0 17 0,-7 0 3 0,7 0-13 16,-9 0-20-16,-3 0-42 15,12 0 48-15,-13 0 7 16,1 0-11-16,-10 0-10 16,10 0-17-16,-10 0 4 15,-3 0-23-15,-9 0 7 16,-6 9-19-16,6 7 21 15,-7 8-21-15,-5-1 15 0,-1 10-11 16,7 3-2 0,0 4-3-16,6 4 3 15,3 0-8-15,3 16 10 0,-6-7-10 16,34 3 14 0,0-9-18-16,0-3 4 0,0-3-6 15,21-5-1-15,26-3-1 16,6-10-11-16,-1 5-7 15,10-12 10-15,-9 0 3 16,6-12 3 0,-19-4-12-16,7 0 8 0,-7-7-21 15,-12-34 18-15,-9 9-2 16,-4 8-32-16,-15 0 23 16,0 12 27-16,0 4 5 0,-15 8 2 15,-26 0 28 1,-18 0-8-16,0 0-11 0,-15 0-10 15,0 4 0-15,21 12 0 16,13-4 3-16,5 4 7 16,11 12-8-16,2 4-4 15,10 1-10-15,-1-2-43 16,13-11-66 0,0-12-381-16</inkml:trace>
  <inkml:trace contextRef="#ctx0" brushRef="#br0" timeOffset="175522.63">26260 3092 621 0,'0'0'87'0,"0"0"42"0,0 0-39 0,0 0-38 0,0 0-18 0,0 0-2 16,0 0 2-16,0 0-7 16,0 0 19-16,0 0-13 15,0 0 4-15,0 0-37 16,0-5-25-16,0-18-47 15,0-2-86 1,-13-2-416-16</inkml:trace>
  <inkml:trace contextRef="#ctx0" brushRef="#br0" timeOffset="176462.57">27258 2578 3 0,'0'0'99'0,"0"0"62"0,0 0-7 0,0 0-57 0,0 0-45 16,0 0 1-16,-9-4-23 0,-16 0 0 16,-3 4 3-16,-6 0 36 15,-6 0-23-15,9 0 8 16,3 0-12-16,15 0-1 16,-8 0 0-16,21 0-17 15,-13 0 5-15,13 0-17 16,0 0 4-16,0 0-11 15,0 0-5-15,0 0-5 16,0 0-8-16,0 8 9 16,13 13-11-16,39-1 15 15,10 7 0-15,3 1 0 0,-3 0 1 16,13-3 8-16,-22-1-8 16,-1-1-1-16,-11-2-2 15,-7-1-11 1,-16-4 9-16,-2 4-18 15,-16 0 14-15,0 4-6 0,0 8 14 16,-56 0 0-16,-15 4-1 16,-4 0-17-16,-12-19-18 15,13-6-6-15,-7-11-77 16,10 0-55-16,3 0-142 16</inkml:trace>
  <inkml:trace contextRef="#ctx0" brushRef="#br0" timeOffset="176672.95">27305 2522 783 0,'0'0'177'0,"0"0"-167"0,0 0-10 0,0 0-23 0,0 0 10 0,0 0 4 0,279-33-81 0,-217 18-181 16</inkml:trace>
  <inkml:trace contextRef="#ctx0" brushRef="#br0" timeOffset="176921.55">27993 2719 830 0,'0'0'102'15,"0"0"-57"-15,0 0-7 0,0 0-38 16,0 0-87 0,0 0-128-16,0 0-418 0</inkml:trace>
  <inkml:trace contextRef="#ctx0" brushRef="#br0" timeOffset="177587.7">28365 2466 465 0,'0'0'10'0,"0"0"20"16,0 0 27-16,0 0-34 15,0 0-15-15,0 0 1 16,-167 200-8-16,167-187-2 0,0-13-7 16,0 12 7-16,0-4-13 15,9 0 14-15,16 0 12 16,15-4 7-16,-6-1-3 16,13-3-14-16,-13 0-4 15,0 5 10-15,-16-5-1 16,-5 0 0-16,9 0 12 15,-10 0-3-15,10 0-11 16,-4 0-5-16,-5-20-41 16,8-8-12-16,-8 12-52 15,-7 11 18-15,3 5 87 16,-9 0 40-16,0 0 0 0,0 0 17 16,0 0 6-16,0 0-13 15,0 16-18-15,0 20 0 16,-40 9 73-16,12 10-33 15,-6 10-19-15,0-13-49 16,15 0 2-16,-2-3-6 16,14-21-19-1,7-5-18-15,-6-10-52 0,6-10-25 16,0-3-58-16,0 0-297 16</inkml:trace>
  <inkml:trace contextRef="#ctx0" brushRef="#br0" timeOffset="177872.76">28994 2927 585 0,'0'0'408'0,"0"0"-319"0,0 0-58 0,0 0-31 0,0 0-40 0,0 0-50 0,19-24-143 15,-19 3-348 1</inkml:trace>
  <inkml:trace contextRef="#ctx0" brushRef="#br0" timeOffset="178436.45">29410 2478 827 0,'0'0'88'0,"0"0"-4"16,0 0-44-16,0 0-28 16,0 0-22-16,0 0 18 15,0 0-13-15,19 0 10 0,2 0 9 16,-2 0-14 0,-13 20 0-16,-6 8-22 0,0 9 7 15,0 2 7-15,0 1-20 16,-25-8 7-16,-3-7-4 15,10-5 22-15,18-12-6 16,0 0 7-16,0 0-13 16,0 0-2-1,12-4-12-15,28 4 23 0,7-8 0 16,-7 8 8-16,-15 3-11 16,-9 2 4-16,-16 7 2 15,0 4 3-15,0 0 16 16,0 8 31-16,-35-4-15 0,-11-8-15 15,-1 12-16 1,-5-15-1-16,11 14-16 0,-5-3-20 16,12-7-107-1,0-6-163-15</inkml:trace>
  <inkml:trace contextRef="#ctx0" brushRef="#br0" timeOffset="178672.48">30117 2987 688 0,'0'0'335'0,"0"0"-284"0,0 0-39 0,0 0-12 0,0 0-16 16,0 0-67-16,0 0-183 0</inkml:trace>
  <inkml:trace contextRef="#ctx0" brushRef="#br0" timeOffset="179303.45">30579 2530 415 0,'0'0'269'0,"0"0"-163"15,0 0-22-15,0 0-43 16,0 0-20-16,0 0 22 16,273-16-40-16,-227 16-3 15,-24 16-21-15,-22 20 4 16,0 12 3-16,-12 1 8 15,-63 15-8-15,-5-4 0 0,-7-8-6 16,6 0 4 0,22-16 12-16,13-15 5 15,30-10-4-15,16-7-9 0,0 4-39 16,0-8-15-16,0 4 33 16,16-4 20-16,30 0 6 15,-21 0 2-15,15 0 10 16,1 0-6-16,5-4 1 15,10-11-8-15,-3-2-103 16,-1 1-101-16,-5 0-116 16</inkml:trace>
  <inkml:trace contextRef="#ctx0" brushRef="#br0" timeOffset="179637.51">31556 2903 100 0,'0'0'416'0,"0"0"-415"0,0 0 5 0,0 0-12 16,0 0-29-16,0 0-106 15,-16 0-143-15</inkml:trace>
  <inkml:trace contextRef="#ctx0" brushRef="#br0" timeOffset="180135.31">32402 2956 794 0,'0'0'86'16,"0"0"3"-16,0 0-60 15,0 0-11 1,0 0-16-16,-12-229 7 0,12 201-6 15,0 8 19-15,0 7-3 16,0 10 21-16,0 3 0 16,0 0-33-16,0 0-7 15,-13 0-20-15,-27-5 10 16,0-3-31-16,-13 8-31 16,-9 0 5-16,9 0 57 15,1 13-35-15,-1 3-162 0,-9-1-327 16</inkml:trace>
  <inkml:trace contextRef="#ctx0" brushRef="#br0" timeOffset="182167.98">23472 4949 619 0,'0'0'75'0,"0"0"-59"16,0 0 5-16,0 0-3 0,0 0-13 0,403 0-1 15,-344 0 6-15,-6-5-20 16,-13 5 2-16,-6-3-3 15,-12-2-34-15,-22-2-137 16,0-6-330-16</inkml:trace>
  <inkml:trace contextRef="#ctx0" brushRef="#br0" timeOffset="182450.45">23488 4700 635 0,'0'0'21'15,"0"0"-7"-15,0 0 50 16,0 0-31-16,0 0-24 16,0 0-9-16,313 20-34 15,-273-20-37-15,0-12-119 16</inkml:trace>
  <inkml:trace contextRef="#ctx0" brushRef="#br0" timeOffset="183099.87">24709 4451 459 0,'0'0'71'0,"0"0"-64"0,0 0 35 0,0 0-7 0,0 0 0 0,0 0-25 0,-133 201-8 0,167-173 4 0,31-5 2 16,3 10-2 0,1-5 3-16,8 0 2 0,-2-4-4 15,-7 4 3-15,-15-4-7 16,-7 0 3-16,-18-3-5 15,-22-5 4-15,-6 4-5 16,0-4 60 0,0 4-8-16,-22-1-40 0,-36 1-12 15,5-7 0-15,-15-9-17 16,-7-4-76-16,-12 0-49 16</inkml:trace>
  <inkml:trace contextRef="#ctx0" brushRef="#br0" timeOffset="183305.55">24889 4363 353 0,'0'0'151'15,"0"0"-137"-15,0 0-14 16,0 0 44-16,0 0-44 16,422-81-3-16,-348 78-119 15</inkml:trace>
  <inkml:trace contextRef="#ctx0" brushRef="#br0" timeOffset="183816.33">25593 4796 511 0,'0'0'74'0,"0"0"-55"15,0 0 25-15,0 0-16 16,0 0-4 0,0 0 4-16,0 192-4 0,47-179 14 15,-1-6 0-15,7-2 5 16,-7-2-26-16,10-3 0 15,-19 0-8-15,19 0 4 16,-9-28 5-16,18-28-5 0,9-20-9 16,-15-12-4-16,-19-8-23 15,-6 3-40 1,-34 17 19-16,0 12-12 16,0 20 56-16,-46 24 37 0,-19 12 50 15,-3 8-20-15,-7 0-42 16,-5 15-12-16,2 34-6 15,4-1-7-15,12 4 0 16,9-4-40-16,28-4-34 16,3-11-114-16,22-5-63 15,0-9-202-15</inkml:trace>
  <inkml:trace contextRef="#ctx0" brushRef="#br0" timeOffset="184316.57">26815 4174 3 0,'0'0'300'0,"0"0"-256"0,0 0 98 0,0 0-46 0,0 0-55 0,0 0 37 0,6 61 32 16,-25-17-78-16,-33 0-29 15,5-4-1-15,-15 4-1 16,16-3 14-16,5 3-10 15,-5 3 3-15,-1 1 32 16,35-4-22-16,-10-19-11 16,22-1-7-16,0-16-20 15,0-1-46-15,6-2 10 16,35-5 8-16,14 3-14 16,-24-3 51-16,4 5 11 15,5 3 7-15,-6-8-7 0,0 0 0 16,6 0-3-16,-9 0-2 15,3-13-8-15,1-2-27 16,-17-9 6-16,4-1-68 16,-22-6-22-16,19-5-62 15</inkml:trace>
  <inkml:trace contextRef="#ctx0" brushRef="#br0" timeOffset="184471.84">26923 4487 25 0,'0'0'162'0,"0"0"11"15,0 0-28-15,0 0-96 16,0 0 35-16,0 0-8 15,-46 201-16-15,18-137-34 16,0-11-5-16,9-6 8 16,-9-3-8-16,4-11-15 15,8-5-6-15,-3-8 0 16,7-9-36-16,3-6-89 0,-4-5-80 16</inkml:trace>
  <inkml:trace contextRef="#ctx0" brushRef="#br0" timeOffset="184880.2">26942 4900 413 0,'0'0'90'0,"0"0"-42"0,0 0 1 15,0 0-25-15,0 0-1 16,0 0-7-16,180 132-15 16,-140-132 9-16,16 0 9 15,-4 0 55-15,1-28-5 16,0-16-10-16,3-16-39 15,-4 1 3-15,-11-10-11 16,-23 0-9-16,-2-3 3 0,-16 0-6 16,0 12-5-1,-16 9-22-15,-30 21 5 0,-29 27-31 16,-18 3 27-16,22 0 2 16,-10 33 14-16,13 3-16 15,22 0-10-15,27 8 2 16,4-8-82-16,2 3-190 15</inkml:trace>
  <inkml:trace contextRef="#ctx0" brushRef="#br0" timeOffset="185496.56">28151 4849 548 0,'0'0'55'0,"0"0"-49"0,0 0 5 0,0 0-7 0,0 0 3 0,0 0 3 0,-53 180-5 0,47-149-1 15,6-6 3-15,-6-6 22 16,0-10-16-16,0-5-13 0,-4-4 4 16,4 0-11-16,-6-4-14 15,-10-28-28 1,3-12 14-16,7-8 35 0,6-17 13 15,6-3-11 1,0-8 17-16,0 4-19 0,0-4-35 16,37 11-44-16,-3 17-6 15,0 8-28-15,0 28 72 16,7 7 41-16,-1 9 8 16,6 0 10-16,7 0-18 15,0 0-3-15,0 5-75 16</inkml:trace>
  <inkml:trace contextRef="#ctx0" brushRef="#br0" timeOffset="185600.28">28294 4703 188 0,'0'0'73'15,"0"0"-11"1,0 0-62-16,0 0-30 0,0 0-225 16</inkml:trace>
  <inkml:trace contextRef="#ctx0" brushRef="#br0" timeOffset="186000.21">28359 5052 310 0,'0'0'390'0,"0"0"-382"16,0 0 34-16,0 0 8 15,0 0-23-15,0 0-10 16,115-244-13-16,-75 200-4 16,-6 4-16-16,-3 16 10 15,-3-4-19-15,0 20-9 16,-10 8-7-16,-5 0 27 15,-4 3 14-15,-3 33 18 16,-6 9 58-16,0-1-40 16,0-4-36-16,0-4-6 15,0-4 4-15,0-3-9 0,0-1 3 16,0 0-18-16,-15-5 26 16,-4-10-48-16,-3-10-58 15,-2-3-180-15</inkml:trace>
  <inkml:trace contextRef="#ctx0" brushRef="#br0" timeOffset="186098.46">28359 5052 841 0</inkml:trace>
  <inkml:trace contextRef="#ctx0" brushRef="#br0" timeOffset="186513.37">28359 5052 841 0,'149'-277'86'0,"-149"270"-29"0,0 3-23 0,0-4-15 0,12 8-7 16,16-4-6-16,18 4-2 16,-5 0 0-16,5 0-8 15,1-4 0-15,-1-5-24 16,1 6-15-16,-7 3-2 16,0-4-14-16,-21-8-31 15,15 8 41-15,-12-12 29 16,-4 4 18-16,-18 4 4 15,0 0 6-15,0 0 27 0,0 0 22 16,13 8-36 0,-13 0 4-16,0 0 22 0,0 0-26 15,0 0-13-15,0 0 7 16,0 24-11-16,0 4 63 16,0 12-17-1,0 0-30-15,-13-4-6 0,-14-4-14 16,2-8 0-1,-3-4 2-15,15-4 3 0,7-11-7 16,6 3 6-16,0-8-8 16,0 3-16-16,0-3-1 15,25 0 17-15,22 0 4 16,-1 0-7-16,-6 0-1 0,1 0 4 16,-7 0-54-16,0 0 1 15,-6 0-107 1,-3-3-38-16,-4 3-354 0</inkml:trace>
  <inkml:trace contextRef="#ctx0" brushRef="#br0" timeOffset="186780.11">29363 4980 556 0,'0'0'103'0,"0"0"14"0,0 0 21 0,0 0-64 0,0 0-22 0,41-28-11 16,-4-16-33-16,-3-4 14 15,13 4-22-15,-13 3 0 16,-6 5 1-16,-16 17-1 16,0 2-4-16,10 9-9 0,-16 8 3 15,7 0-35 1,2 5-4-16,4 27 49 0,3 11 24 16,2 2-23-16,-11-1-2 15,8 5-7-15,-14-5-28 16,-7-5 0-16,0-6-275 15,0-13 286-15,0-9-316 16</inkml:trace>
  <inkml:trace contextRef="#ctx0" brushRef="#br0" timeOffset="186876.58">29363 4980 133 0</inkml:trace>
  <inkml:trace contextRef="#ctx0" brushRef="#br0" timeOffset="186963.31">29363 4980 133 0,'134'-95'859'0,"-134"95"-820"0,0 0-7 16,59-17-44-16,9-7 6 15,-22-9-85-15,-27 10-200 16</inkml:trace>
  <inkml:trace contextRef="#ctx0" brushRef="#br0" timeOffset="187680.87">28086 4415 525 0,'0'0'33'0,"0"0"-27"0,0 0 7 0,0 0 13 0,208-40 10 0,-156 40 39 0,7 0-8 16,-12 0 0-16,-7 16-25 15,-12 11-9-15,-22 3-21 16,-6-3-7-16,0 9 11 16,0 4-15-16,-59 17 2 0,-21-1 7 15,-7 0-19-15,-15-4 14 16,9-8-5-1,6-8 0-15,22-8 0 0,24-3-12 16,13-17-42-16,16-5-56 16,12-3-133-16</inkml:trace>
  <inkml:trace contextRef="#ctx0" brushRef="#br0" timeOffset="189293.41">29977 4703 92 0,'0'0'423'0,"0"0"-389"0,0 0 24 0,0 0-33 0,34 210-19 16,-21-187 2-16,-7-2-6 15,6-6 21-15,-2-7-1 16,-4 0 34-16,6-8-2 15,10 0-1-15,-3 0-40 16,21-28 31-16,7-11-19 16,-7-2-17-16,6-3-1 0,-5 4-7 15,-7-4 2-15,0 12 0 16,-3-4-4-16,-3 8-29 16,0 8 16-16,-10-1-15 15,-5 14 19 1,-13 7 1-16,0 0-31 0,0 0 41 15,0 40 57-15,0 0-12 16,0-4-39-16,0 4 17 16,0-12-21-16,0-4-1 15,0-8 1-15,0-4-1 16,0 4 2-16,0-8 9 16,-7 1 23-16,7-6-17 0,0-3-2 15,0 0-12-15,0 0 25 16,0 0-17-1,0 0 8-15,0-8-7 0,0-15-9 16,0-6-4-16,0-3 8 16,0-4-8-16,0-8 2 15,0 8-4-15,0 0 5 16,7-8-5-16,21 19 2 16,6-3-5-16,0 9 1 15,3 6-18-15,3 13-4 0,-6 0-19 16,-12 0-13-1,-9 32 30-15,-13 4 25 0,0 9 3 16,0-9-6 0,0-4 4-16,-35-12 2 15,23-8 13-15,0-8-2 0,2 4 16 16,10-4-18-16,0-4 15 16,0 12-24-16,0-8-11 15,0 12 11-15,0 0 1 16,10-4 13-16,8 3-14 15,4 2 8-15,-10-1 1 16,7-4 5-16,-4 0-13 16,-2-3 3-16,-13-6-3 15,6-3-1-15,-6 0 10 0,0 0-2 16,0 0 14-16,0 0 3 16,0 0 7-16,0 0-30 15,12 0 7 1,10-24 3-16,12-4-12 0,7-8 0 15,5 0-5-15,-15 12-2 16,9 0-8-16,-5 16 9 16,-23 3-6-16,3 5 10 15,-8 0-29-15,11 0 27 16,-2 13 4-16,2 15 26 16,-11 8-14-16,-1-3-5 15,-6-2-7-15,0 1-10 16,0 0-6-16,0-3-11 15,0-1 14-15,0-8-21 0,-19-1-27 16,-27-11-41-16,5-4-188 16</inkml:trace>
  <inkml:trace contextRef="#ctx0" brushRef="#br0" timeOffset="189476.81">30948 4820 854 0,'0'0'63'0,"0"0"-60"0,0 0 3 0,0 0-3 0,0 0-3 0,0 0-40 0,366-117-120 0,-307 102-52 16,-10-1-249-16</inkml:trace>
  <inkml:trace contextRef="#ctx0" brushRef="#br0" timeOffset="189760.2">31494 4520 370 0,'0'0'52'0,"0"0"61"16,0 0-37-16,0 0-45 15,0 0-27-15,0 0 7 16,0 0-4-16,0 72 0 16,0-41 14-16,0 2-2 15,0-5 1 1,15-17-13-16,-2-3 0 0,5 9-2 15,4-1 19-15,-4 0 18 16,4 4-16-16,3 0-12 0,-3-4 7 16,2-4-8-1,-14-4 6-15,-10 0-9 0,0 0 27 16,0 8-9 0,-10 1 19-16,-42 6-18 0,-1-2-16 15,7-1-13-15,18-1-1 16,3-7-46-16,3-7-94 15,10-5-318-15</inkml:trace>
  <inkml:trace contextRef="#ctx0" brushRef="#br0" timeOffset="212623.75">21047 6300 631 0,'0'0'138'0,"0"0"-125"0,0 0 29 0,0 0 17 0,0 0-57 0,0 0 11 16,0 0-7-16,-12 72 16 15,37-72 6-15,-3 0 30 16,9 0-4-16,9-8-22 16,16-28 10-16,3-8-16 15,-1-12 5-15,-2-8-28 16,-9-13 5-16,-13-3-8 16,-9 4 0-16,-25 4-6 15,0 15-16-15,0 13 7 16,0 16 8-16,-6 16-3 0,-47 12-1 15,-9 0-11-15,-10 33 21 16,-2 31 1 0,15 0 0-16,3 8 0 0,32-20-12 15,2-8-31 1,22-12-12-16,0-8 0 0,0-4 24 16,0-4-33-16,46-8-5 15,-5-3 7-15,5-5 43 16,1 0 18-16,-7 0 1 15,-6 0 3-15,-12 12 1 16,-10 4 1-16,-6 4 2 16,7 4-7-16,2 4 20 0,4 0 19 15,9 3-9 1,6 2-23-16,12-9-7 16,1 0 7-16,6-12-11 0,-1-8 8 15,1-4-8-15,3 0 8 16,-10-12 7-16,-5-24 33 15,-10 0 14-15,-10-4 5 16,-2 0-32-16,3-1 3 16,-16 5-22-16,0 8 13 15,-6 4-25-15,0 9 0 16,0-1 0-16,0-1-8 16,6-3-9-16,16-7-33 15,-3 10-34-15,2 1-115 16,-14 13-68-16</inkml:trace>
  <inkml:trace contextRef="#ctx0" brushRef="#br0" timeOffset="-214056.9">4939 917 499 0,'0'0'23'0,"0"0"-17"0,0 0 10 0,0 0-1 0,0 0 17 0,0 0 1 0,-15-23-32 0,15 19 10 16,0 0-9-16,0 4 34 15,0 0 24-15,0 0-5 16,0 0 7-16,0 0-17 15,0 0-18-15,0 0 15 16,0 0-5-16,0 0 9 16,0 0-31-16,0 0 20 15,0 0-18-15,0-5 4 0,0 5-2 16,0-3-5-16,-6-2-4 16,-1 5-7-16,1 0 6 15,-9 0-8-15,-4 0-2 16,1-3 6-16,-10 3-9 15,-6 0 4-15,-19 8-5 16,13 28 3-16,-7 8 2 16,13 20 2-16,0 8 1 15,9 20-6-15,9 5 10 16,4-9-15-16,12-11 9 16,0-13-2-16,0-17-7 15,0 6-2-15,22-13 3 16,9 0-14-16,3-16 15 15,0-24-6-15,13 0 5 16,11 0-1-16,-17-40 8 0,-7-16 8 16,-12 3 1-16,-16 1-9 15,-6 24 1-15,0-3-4 16,0 14 6-16,0 5-8 16,0 8 14-16,0 4-19 15,-22 0 6-15,3 0-4 16,4 8 8-16,-10 12-4 15,13-8 4-15,2 4-19 16,-2 0-25-16,12 1-77 16,0-14-54-16,0-3-7 0,12 0-192 15</inkml:trace>
  <inkml:trace contextRef="#ctx0" brushRef="#br0" timeOffset="-213542.05">5380 829 316 0,'0'0'0'0,"0"0"0"0,0 0 26 0,0 0 88 0,0 0 15 0,0 0-7 15,0-48 3-15,0 48-10 0,0 0-44 16,0 0-19 0,0 0-26-16,0 5-22 0,0 26 4 15,0 10-5 1,0 7-2-16,0 12 12 0,0-4-19 15,0 13 11-15,0-5-6 16,0 0 1-16,0-4-11 16,0-16 10-16,0-4-26 15,0-16-27-15,12-8-59 16,16-7-98-16,-3-9-91 16</inkml:trace>
  <inkml:trace contextRef="#ctx0" brushRef="#br0" timeOffset="-213002.25">5513 1833 550 0,'0'0'124'0,"0"0"-76"0,0 0 73 0,0 0-51 0,0 0-40 0,0 0 7 0,-12 11-26 16,12-11 28-16,-16 0-14 0,-3 0-13 16,7 0-1-16,3 0-8 15,3 0-3-15,-1 0-4 16,7 0-2-16,0-3-27 16,0-5-76-16,0-17-336 15</inkml:trace>
  <inkml:trace contextRef="#ctx0" brushRef="#br0" timeOffset="-212506.35">6080 1495 515 0,'0'0'133'0,"0"0"-73"0,0 0 74 0,0 0-56 0,0 0-53 0,0 0 31 0,-6 33 6 0,47-25-34 16,-7-8-4-16,0 0-8 16,-3 0-9-16,-3 0 1 0,12 0-16 15,-12 0-2-15,-3 0-33 16,3-13-36-16,-16-23-75 16,-12 5-115-1</inkml:trace>
  <inkml:trace contextRef="#ctx0" brushRef="#br0" timeOffset="-212326.92">6167 1274 869 0,'0'0'134'0,"0"0"-131"15,0 0 35-15,0 0-30 16,0 0-2-16,0 0-6 15,134 5 0-15,-60-5-43 0,0-8-34 16,-15-8-151-16,-31-9-244 16</inkml:trace>
  <inkml:trace contextRef="#ctx0" brushRef="#br0" timeOffset="-211860.39">7184 870 839 0,'0'0'41'0,"0"0"-33"16,0 0 23-16,0 0-10 16,0 0 19-16,0 0-16 15,208 0 1-15,-174 0-23 16,-21 0-2-16,-13 0-3 15,0 20-24-15,0 28 22 16,0 20 4-16,0 17 1 0,-22 10 8 16,-3 6-8-1,10-12 12-15,15-9-12 16,0-16-4-16,0-5-21 16,0-10 20-16,0-18-18 0,0 5 4 15,9-23-58-15,-3-5-35 16,0-4 1-16,-6-4-95 15</inkml:trace>
  <inkml:trace contextRef="#ctx0" brushRef="#br0" timeOffset="-211624.29">7203 1412 738 0,'0'0'78'0,"0"0"-55"0,0 0 44 15,0 0-13-15,0 0-20 16,0 0-29-16,322-29-10 16,-257 22-30-16,-3-6-41 15,-15 5-128-15,-19-16-225 0</inkml:trace>
  <inkml:trace contextRef="#ctx0" brushRef="#br0" timeOffset="-211061.17">7659 1166 725 0,'0'0'67'0,"0"0"20"16,0 0-43-16,0 0-38 15,0 0 47-15,0 0 0 16,145-152-16-16,-104 136-28 16,-7 12 1-16,-6 4-10 15,-10 0-3-15,-18 48-17 16,0 20 1-16,0 16-17 15,-46 9-27-15,-13-1 43 0,-9 0-16 16,9-15 31-16,3-5-19 16,19-12 24-1,15-20 1-15,22-8 7 0,0-20-8 16,0 0 1-16,40-12 22 16,13 8-9-16,3-8 20 15,3 0-19-15,0 0 15 16,-13 0-28-16,-12 0 1 15,-6 0-3-15,-9 0-1 16,9 0-13-16,-16 8-51 16,4-8-107-16,-4 8-226 15</inkml:trace>
  <inkml:trace contextRef="#ctx0" brushRef="#br0" timeOffset="-210710.34">8294 1816 464 0,'0'0'140'0,"0"0"-132"0,0 0 21 0,0 0 13 0,0 0-21 15,0 0 66-15,261 0-4 0,-187-40-21 16,-15-24-14 0,-12-20 12-16,-13-5-41 0,-28-7-4 15,-6 20-15-15,0 16-4 16,-6 27 2-16,-62 18 2 16,-32 15 6-16,1 0-4 15,-3 32-2-15,21 32 18 16,16-7-18-16,25-6-11 15,34-11-74-15,6-4-149 16,0-11-323-16</inkml:trace>
  <inkml:trace contextRef="#ctx0" brushRef="#br0" timeOffset="-206443.94">20123 7628 230 0,'0'0'241'0,"0"0"-167"0,0 0 2 0,0 0 6 15,0 0-32-15,0 0 32 16,0 0-20-16,35 0-5 16,-29 0 3-16,-6 0-3 15,0 0-11-15,0 0-22 16,21 0-4-16,14 0-16 16,11 0 15-16,7 0-17 15,-1 0 4-15,1 0-6 16,3 0-3-16,-9 0-13 15,-13 0-15-15,12 0 4 0,-15-5-42 16,-3-3-31 0,-9-4-109-16,-19-4-69 0</inkml:trace>
  <inkml:trace contextRef="#ctx0" brushRef="#br0" timeOffset="-206065.04">20257 7310 746 0,'0'0'93'0,"0"0"-63"0,0 0 52 0,0 0-62 0,0 0-8 0,0 0 1 0,136 0 56 0,-77 0-42 15,0 0-7 1,3 0-17-16,-9 0-2 15,-1 0-2-15,4 0-18 0,-19 0-4 16,4-8-71-16,-20-15-46 16,-8 2-174-16</inkml:trace>
  <inkml:trace contextRef="#ctx0" brushRef="#br0" timeOffset="-204797.73">21500 6970 182 0,'0'0'139'0,"0"0"-119"15,0 0 12-15,0 0-27 16,0 0-4-16,0 0 6 0,0 0 42 16,0 0 25-1,0 0-4-15,0 0 18 0,0 0-39 16,0 0 10-16,0 0-34 16,0 0 2-16,0 0-17 15,0 0 5-15,16 0 17 16,-4 0-13-16,0 0 19 15,10 0-28-15,-3 0 18 16,9 0-26-16,-22 0 18 16,16 0-14-16,-10 0-3 15,-6 0-3-15,7 0 0 16,-13 0-6-16,21 0 12 16,-21 0-12-16,6 0 5 15,1 0-4-15,-1 19-9 0,9 6 12 16,-8-5 2-1,-1 12 5-15,0-8 0 0,0 4 2 16,0 4-10-16,10 0 6 16,-16 8-6-16,6-4 9 15,-6 13-13-15,0-5 14 16,0 4-11 0,0 0 4-16,0-3 0 0,0-9-5 15,0-13-6-15,0-2 7 16,0-10-7-16,0-7 5 15,-6 1-15-15,0-5-5 16,6 0-57-16,-10 3-13 16,4 5 20-16,0 0-40 0,-6 1 42 15,5-6-1-15,7-3-18 16</inkml:trace>
  <inkml:trace contextRef="#ctx0" brushRef="#br0" timeOffset="-204149.11">21568 7403 252 0,'0'0'170'0,"0"0"-38"0,0 0-30 0,0 0-30 0,0 0 10 0,0 0-26 16,-28 0-9-16,28 0-33 15,0 0 5-15,0 0-14 16,28 0 31-16,19 0 29 0,6 0-25 15,15 0-16-15,-3 0-10 32,3 0-4-32,-9 0-5 0,-9 0-10 0,-13 0-15 15,-9-16-19-15,6 4-70 16,-22-4-90-16,-12 0-189 16</inkml:trace>
  <inkml:trace contextRef="#ctx0" brushRef="#br0" timeOffset="-203698.5">22229 6881 119 0,'0'0'465'0,"0"0"-452"0,0 0 32 0,0 0 28 0,0 0-38 0,0 0 30 16,0 185-4-16,0-152-15 16,0 10-7-16,0-11-14 15,0 9-18-15,0 2 1 16,0-2-16-16,0-5-15 15,0 0-2-15,0-12-64 16,0-1-68-16,0-2-17 16,0-9-180-16</inkml:trace>
  <inkml:trace contextRef="#ctx0" brushRef="#br0" timeOffset="-203415.22">22412 7644 662 0,'0'0'102'0,"0"0"41"16,0 0-39 0,0 0-77-16,0 0-15 0,0 0-12 15,0 0-28 1,0 0-75-16,0 0-135 0</inkml:trace>
  <inkml:trace contextRef="#ctx0" brushRef="#br0" timeOffset="-202946.8">22412 7644 283 0</inkml:trace>
  <inkml:trace contextRef="#ctx0" brushRef="#br0" timeOffset="-202850.2">22412 7644 283 0,'307'-269'398'0,"-307"269"-306"0,0 0 53 0,0 0 0 0,6 0-134 0,28 0-5 16,13 0 9-16,-1 0-13 16,-12 0-2-16,-9 0-8 15,9 0-33 1,-6 0-23-16,-9 0-3 0,-19 0-112 15,0 0-45-15,0 0-290 16</inkml:trace>
  <inkml:trace contextRef="#ctx0" brushRef="#br0" timeOffset="-202582.94">22731 7118 692 0,'0'0'37'0,"0"0"14"16,0 0 48-16,0 0-63 16,161 0-22-16,-102 0-10 15,-3 0 3-15,-19 0-14 16,4 0 3-16,-7 0-20 15,-6-8-93-15,-4 4-32 16,-2-3-178-16</inkml:trace>
  <inkml:trace contextRef="#ctx0" brushRef="#br0" timeOffset="-201618.69">23512 6914 280 0,'0'0'96'0,"0"0"-18"0,0 0 16 0,0 0-25 0,0 0-23 16,0 0 5-16,-6 0-4 16,6 0 14-16,0 0-38 15,0 0 4 1,0 0-20-16,0 0 28 0,28 0-30 16,6 0 0-16,-3 0 10 15,10 0-7-15,-7 0 4 16,-6 0-9-16,-4 0 0 15,11 0 4-15,-8 0-9 16,-2 3 2-16,3-3-3 16,-9 5 3-16,-4 3-6 15,4 0 0-15,-4 15-1 16,-8 2 5-16,-7 7 1 16,0 11 1-16,0 2 0 0,0-1 6 15,0 8-2-15,0-8-4 16,0 9 4-16,-22-1-2 15,9 0 1-15,-8-8 0 16,2-4 12-16,7-4-13 16,2-12 10-16,4-7-10 15,6-9-4-15,0-8-7 16,0 0-35-16,0 0-23 16,0 0-21-16,0 0 14 15,0 0-56-15,0 0-21 16,0 0-61-16</inkml:trace>
  <inkml:trace contextRef="#ctx0" brushRef="#br0" timeOffset="-200918.94">23587 7235 32 0,'0'0'296'0,"0"0"-217"0,0 0 4 0,0 0-5 0,0 0-47 0,0 0 5 0,161 0 18 0,-127 0-6 16,3 0 39-16,4 0-21 0,-7 3-5 16,6 5-36-16,-6-3-6 15,-6 2-9-15,-3 1-8 16,-3-8 2-16,-4 5-3 15,-12-5-1-15,1 0-19 16,-7 0 18-16,0 0-4 16,0 0-5-16,9 0-34 15,-9 0-99 1,0 0-67-16</inkml:trace>
  <inkml:trace contextRef="#ctx0" brushRef="#br0" timeOffset="-199951.73">24495 7354 30 0,'0'0'424'15,"0"0"-326"-15,0 0-34 0,0 0-28 0,0 0-11 16,0 0-9-16,0-3 35 16,0 3 22-16,0 0 0 15,0 0-33 1,0 0 6-16,-6 0-24 0,6 0 13 16,0 0-10-16,0 0-9 15,0-5 4-15,0 5-11 16,0 0 25-16,0-3-33 15,0-5-1-15,0-4-24 16,0 4-77-16,0-5-201 16</inkml:trace>
  <inkml:trace contextRef="#ctx0" brushRef="#br0" timeOffset="-198654.86">25444 6938 117 0,'0'0'78'0,"0"0"8"0,0 0 5 0,0 0 16 0,0 0 26 0,0 0-41 15,0 0 12 1,0 0-28-16,-6 0-12 0,0 0-40 15,0 0-7-15,-1 0-13 16,1 0 1-16,-9 0-7 16,2 0 13-16,1 0-11 15,-16 0 3-15,9 0 9 16,-15 0-1-16,13 0 10 16,-20 12-16-16,10-1-2 15,-3 6-1-15,6 2 3 16,-6 2-10-16,9 3 12 15,-3 0-12-15,10 0 12 16,-10-4-13-16,15 0 7 0,-8 0-2 16,8-7-6-1,13 6 7-15,-6 1 0 16,0 0-11-16,6-4 4 0,0 4 2 16,0 1-13-16,0-1-8 15,6-1 24 1,19 1-13-16,3-4 10 0,0 1 5 15,-3-1-3-15,3-4 2 16,-10 0 2-16,10-5-2 16,0 6 2-16,-9-5-10 15,2 4 3-15,-2-4-41 16,9 0 46-16,-10-4-10 16,10 0 8-16,-9-4-26 15,-4 0 0-15,4 0-15 0,0 0 41 16,-10 0 3-1,-3 0 0-15,-6 0 0 0,0 0 0 16,6 0 11-16,-6 0-7 16,6-12 4-16,-6 3-7 15,0-2-1 1,0 7 6-16,0-8 2 0,0 3-5 16,0 6 9-16,0-1 29 15,0 0-4-15,0 4-20 16,-18 0-13-16,-10-4-4 0,0 4 8 15,3-4-15 1,-9 0 14-16,-6 4-6 16,21-5 1-16,-15 2 8 15,19 3-2-15,2 0-1 0,1 0 1 16,-10 0-4 0,16 0 6-16,-6 0-3 0,-1 0-8 15,-2 0 4-15,-10 0-2 16,3 8-1-1,-12 4 1-15,15 4-2 0,1 4 3 16,-4-4 0 0,10 4 4-16,12-4-12 0,0-4-2 15,0 1-16-15,0 2-10 0,0-7-35 16,0-8-102 0,0 0-204-16</inkml:trace>
  <inkml:trace contextRef="#ctx0" brushRef="#br0" timeOffset="-189744.65">25953 6657 132 0,'0'0'180'0,"0"0"-135"0,0 0 50 16,0 0 2-16,0 0-40 15,0 0-23-15,0 0-18 16,12 28 27-16,-12-24-32 16,0-4 30-16,0 8 1 15,0-4 2-15,0 8-4 16,0 0 5-16,0 8-11 15,0 0-24-15,0 4 12 16,0 4-7-16,-12 5 1 16,12 3-15-16,0-5 4 15,0 5-5-15,0-8 0 0,0-7-2 16,0 7-1-16,0-12-7 16,21-1-26-16,-14 2 5 15,11-9-61-15,-2 0-92 16,-16-3-205-16</inkml:trace>
  <inkml:trace contextRef="#ctx0" brushRef="#br0" timeOffset="-188961.16">25953 7559 483 0,'0'0'201'0,"0"0"-96"0,0 0 14 0,0 0-66 0,0 0-13 16,0 0-19-16,12 0 7 16,-12 0-23-16,0 0 6 15,0 0 6-15,0 0 15 16,0 0-22-16,0 0-10 15,9 0-12-15,-9 0-76 16,0-24-196-16</inkml:trace>
  <inkml:trace contextRef="#ctx0" brushRef="#br0" timeOffset="-180351.04">26923 7290 262 0,'0'0'60'0,"0"0"-30"0,0 0 14 0,0 0-29 0,0 0 30 0,0 0 0 0,0 0-3 0,0 0-3 16,0 0 27-16,0 0-16 15,-15 0 7-15,15 0 11 16,0 0-33-16,-6 0-12 15,6 0-15-15,0 0 9 0,0 0-10 16,0 0 12-16,0 0-6 16,0 0 24-1,0 0-17-15,0 0 4 0,0 0-1 16,0 0-2-16,0 0-4 16,0 0-15-16,0 0 6 15,0 0-8-15,0 0 0 16,0 0-6-16,0 0 6 15,6 0 5-15,34 0-3 0,0 0-2 16,16 0 0 0,9 0 11-16,-12 0-9 0,9 0 18 15,-16 0-14 1,1 0 0-16,-19 0-6 16,3 0-10-16,-16 0-26 0,-8 0-50 15,-1 0-51-15,-6-8-106 16,0 8-139-16</inkml:trace>
  <inkml:trace contextRef="#ctx0" brushRef="#br0" timeOffset="-179832.96">27044 7090 469 0,'0'0'69'0,"0"0"11"0,0 0 15 0,0 0-41 0,0 0 25 0,0 0-50 15,301-24-13-15,-255 24-16 16,-5-5 0-16,-16 2-2 15,-4-1-69-15,-15 0-81 16,-6 0-244-16</inkml:trace>
  <inkml:trace contextRef="#ctx0" brushRef="#br0" timeOffset="-178138.53">27912 6925 275 0,'0'0'373'0,"0"0"-324"0,0 0 36 0,0 0-28 0,0 0-55 0,0 0 27 0,53-3-8 0,-25-5-7 15,3 0 9 1,-3-1-7-16,6 6 28 16,-15-2-27-16,2 2 2 0,-8 3-8 15,-7 0-11-15,0 0 0 16,3 0-5-16,-2 8-5 16,-1 28 1-16,-6 4 9 15,0 12 9-15,0-8-3 16,0 8-4-16,0 4-4 15,0 5 2-15,0-6-13 0,-13 1-21 16,-8-3 4-16,2-9 4 16,4-8-30-16,8-16-53 15,7-8-1-15,0-8 30 16,0-4-25-16,0 0-29 16,0 0-8-16</inkml:trace>
  <inkml:trace contextRef="#ctx0" brushRef="#br0" timeOffset="-177786.36">27826 7290 576 0,'0'0'153'0,"0"0"-101"0,0 0 55 0,0 0-61 15,0 0-13-15,0 0-21 16,294 28-11-16,-241-28-1 0,-7 0-32 16,7-19-18-1,-6-1-63-15,-7 7-58 0,-6-2-222 16</inkml:trace>
  <inkml:trace contextRef="#ctx0" brushRef="#br0" timeOffset="-177338.2">28861 7331 455 0,'0'0'181'0,"0"0"-103"16,0 0 9-16,0 0-56 15,0 0-30-15,0 0 2 16,-6 0-3-16,6-13-5 16,0 2 5-16,0 11 11 0,-22 0 32 15,4 0 2 1,5 0 14-16,-2 0-30 0,9 0-25 16,6 0-4-1,0 0-15-15,0 0-26 0,0 0 0 16,0 0 26-1,0 0-38-15,-7 0-77 0,-21 0-259 16</inkml:trace>
  <inkml:trace contextRef="#ctx0" brushRef="#br0" timeOffset="-172838.77">29577 6865 113 0,'0'0'222'0,"0"0"-155"0,0 0 32 0,0 0-41 0,0 0-1 0,0 0 1 0,0 0 14 0,7 0-19 0,-7 0 6 0,0 0-2 16,0 0-19-16,6 0 1 15,-6-4-18-15,6 1-3 16,0-2-18-16,0 5 5 15,16 0-4-15,-3 0-2 0,2 0-7 16,-2 5 3 0,-3 23 2-16,-4 11 6 0,-12 6-4 15,0 10 15 1,0 6-10-16,0 3-4 0,0 8-7 16,0-4 6-16,0 1-9 15,0-13-38-15,0-17 12 16,0-10 12-16,0-13-51 15,0-4-52-15,0-3-95 16,-12-6-268-16</inkml:trace>
  <inkml:trace contextRef="#ctx0" brushRef="#br0" timeOffset="-172526.34">29655 7258 278 0,'0'0'361'15,"0"0"-326"-15,0 0 42 16,0 0 20-16,0 0-61 15,0 0 12-15,121 0-24 16,-81 0-3-16,7 0-21 16,-7 0-6-16,6 0-12 15,1 0-55-15,-7 0-92 16,-6 0-43-16</inkml:trace>
  <inkml:trace contextRef="#ctx0" brushRef="#br0" timeOffset="-171943.37">30337 6997 285 0,'0'0'292'0,"0"0"-278"0,0 0 15 16,0 0-22-16,0 0 23 0,0 0 24 0,0 0-12 0,143-63 14 15,-119 63-30-15,-8 0-4 16,-10 4-18-16,0 19-8 16,-6 13 0-1,0 1-1-15,0 7-4 0,0 5-19 16,-40-2 15-16,-6 14-57 15,-1-6 25-15,1-2 14 16,11-6 27-16,8-6 6 16,14-13-4-16,13 0 2 15,0-12-19-15,0 1 15 16,34-9 4-16,25-8 14 16,-6 0-1-16,3 0 28 15,9 0 2-15,-12 0 42 0,-7 0-38 16,-12 0-20-16,-12 0-10 15,-16 0-17 1,0 0-8-16,0 0-63 0,-6 0-81 16,0 0-112-16</inkml:trace>
  <inkml:trace contextRef="#ctx0" brushRef="#br0" timeOffset="-171576.79">30926 7492 329 0,'0'0'141'0,"0"0"-87"0,0 0 11 0,0 0-29 0,0 0 18 0,0 0-11 0,282-53 40 16,-229 4-40-16,0-10-1 15,-7-6-5-15,-12 6-17 16,-21 2-18-16,-13 13-2 16,0 4-2-16,-6 8-18 0,-47 20 1 15,-15 12-11 1,3 0-4-16,-10 0 34 0,16 28 8 15,3 4-8 1,16 4-41-16,9-12-113 0,3 8-140 16</inkml:trace>
  <inkml:trace contextRef="#ctx0" brushRef="#br0" timeOffset="-170642.3">27081 8735 327 0,'0'0'316'0,"0"0"-303"0,0 0 30 0,0 0 32 0,0 0 20 0,0 0-68 0,0 0-3 0,224-69-16 16,-165 53-3 0,-7 4-5-16,-11 0-5 0,-1 4 2 15,-18 4-50 1,-10-4-58-16,-12 4-38 16,0-8-122-16</inkml:trace>
  <inkml:trace contextRef="#ctx0" brushRef="#br0" timeOffset="-170345.07">27184 8378 683 0,'0'0'56'16,"0"0"-51"-16,0 0 54 15,0 0-26-15,0 0-33 16,0 0-10-16,288-13-83 15,-241 1-24-15,-23 4-201 16</inkml:trace>
  <inkml:trace contextRef="#ctx0" brushRef="#br0" timeOffset="-167464.8">28111 8109 35 0,'0'0'277'0,"0"0"-268"0,0 0 8 0,0 0 18 0,0 0 2 0,0 0 55 0,0 0 0 15,0 0 2-15,0 0-24 16,0 0-2-16,0 0-40 16,0 0 6-16,0 0-23 15,0 0 7-15,0 0 8 16,0 0-18-16,0 0 18 15,0 4-26-15,-31 0 26 16,-3 3-26-16,-7 6 17 0,7-1-15 16,0-4-2-16,9 8 0 15,-3-4 3 1,10 4-11-16,2 4 11 16,16 1-7-16,0 2-5 15,0-3 0-15,0 1-27 16,47-5 27-16,15-5 6 0,12 1-4 15,-2 1 5-15,-4-1 2 16,-9-1-3-16,3 5 9 16,-16 1-12-16,-21-6-5 15,3 2 10-15,-28-6-26 16,0 6 2-16,0-1 5 0,0 7 20 16,-6 6 13-1,-35-1-12-15,-5 4-2 0,12-4-39 16,0-12-7-1,0-12-8-15,15 0-22 0,0 0-166 16</inkml:trace>
  <inkml:trace contextRef="#ctx0" brushRef="#br0" timeOffset="-167216.76">28399 7996 317 0,'0'0'10'0,"0"0"-10"0,0 0-99 0</inkml:trace>
  <inkml:trace contextRef="#ctx0" brushRef="#br0" timeOffset="-166757.94">28532 8293 236 0,'-24'29'130'15,"2"-1"-77"-15,10 0 53 16,12 3-45-16,0-2-22 15,0 3 2-15,0-5 3 16,0 1-19-16,40-3 7 16,-6-9 2-16,12-4-22 15,1-12-1-15,-7 0 2 0,19 0 38 16,-12-8-23 0,5-16 26-16,-11-8-33 0,-7-4 7 15,-6-4-25-15,-10-4 14 16,-2-5-14-16,-16 5-3 15,0 4 0-15,0 4 0 16,0 4-9-16,-16 7 11 16,-24 6-4-16,0 7-11 15,-7 7 10-15,1 5-40 16,5 0-5-16,1 0 13 16,0 13-66-16,15 15-44 15,3-4-80-15,10-4-37 0</inkml:trace>
  <inkml:trace contextRef="#ctx0" brushRef="#br0" timeOffset="-165997.85">29382 7944 275 0,'0'0'124'0,"0"0"-31"0,0 0 7 0,0 0-13 0,0 0-39 0,0 0-10 0,0 5-12 0,0 18-15 0,0 18 38 0,0 6-40 0,-34 6-4 15,-6-9-1-15,-1 0-8 16,1-8-4-16,15-8 8 15,4-4 10-15,14-12-6 16,7-7-4-16,0-5-12 16,0 0-24-16,22 0 36 15,31 0 7-15,-1 0-3 16,10 0 6-16,-9 0-10 16,-6 0 4-16,-1 0-4 15,-12 0-7-15,0 0-12 16,-21 0-20-16,-1 0 30 15,-6 0-10-15,-6 0 18 16,0 0-10-16,22 0-13 16,-3 0-21-16,2 0 11 0,-8-17 25 15,-1 1-8 1,10-4 14-16,-10 4-9 0,1 0 4 16,-13 8 8-16,0-1-5 15,0 6 5-15,0 3-4 16,0 0-1-16,0 0-11 15,0 24 16-15,-6 12 12 16,-19 4 62-16,-9 9 5 16,6-5 5-16,3-5-43 15,3-2 2-15,16-5-23 16,0-9-20-16,6-2-17 16,0-9-3-16,0 0-32 15,0-4-76-15,-6 0-27 0,-1-8-134 16</inkml:trace>
  <inkml:trace contextRef="#ctx0" brushRef="#br0" timeOffset="-165580.09">29856 8401 246 0,'0'0'125'0,"0"0"-71"0,0 0-14 0,0 0-35 0,0 0 33 16,0 0-21-16,0 0 21 0,242 73-7 15,-195-73 17-15,6 0-13 16,-13-8-4-16,13-16 4 15,-7-1-11-15,-6-14 6 16,7-2-10-16,-13-3-20 16,-12-4-3-16,-10 0-10 15,-12 4-43-15,0 0 37 16,0 8 0-16,0 8 19 16,-22 7 0-16,-2 13 9 15,-4 8 43-15,3 0-45 16,-15 0-7-16,-22 29-29 0,-10 7 13 15,-8 7-26 1,5-6-53-16,16-9-138 0</inkml:trace>
  <inkml:trace contextRef="#ctx0" brushRef="#br0" timeOffset="-164798.78">28266 8666 183 0,'0'0'708'0,"0"0"-661"0,0 0 50 0,0 0-29 0,0 0-52 0,0 0-16 0,40 5-6 16,-12-5-14-16,3 0-82 15,-9-13-17-15,-22-3-334 16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06:56.41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10220 10811 328 0,'0'0'43'0,"0"0"-15"0,0 0-27 0,0 0-1 0,0 0-16 0,0 0 3 0,0 0 10 15,12-7 3-15,-12 7 37 16,0 0-4-16,0 0 27 15,0 0 11-15,0 0-22 16,0 0-28-16,0 0-6 16,0 0 13-16,0 0-7 15,0 0 22-15,0 0 3 16,0 0 11-16,0 0-41 16,0 0 26-16,0 0-27 15,0 0 7-15,0 0 8 16,0 0-16-16,0 0 17 0,0 0-27 15,0 0 18-15,0 20-16 16,0 20 26-16,0 20-29 16,0 12 20-16,0 0-20 15,0 8 7-15,0 9 4 16,0-1-13-16,0 4 2 16,0-4 0-16,0 9-6 15,0-5 10-15,0-4-2 16,0-11-5-16,0-13-1 15,0-12-5-15,0-16 6 16,0-12-3-16,0-4 9 16,0-16-12-16,0 8 7 15,0-8-2-15,0 0 2 16,0-4-8-16,0 0 7 16,0 0-5-16,0 0-9 0,0-8 8 15,-6-28-5-15,-34-20 8 16,12-8-9-16,9-13 24 15,-2-3-21-15,8-12 9 16,7-5-15-16,-16-6 13 16,10-10-15-16,-16-3 12 15,-3 3-14-15,3 10 19 16,9 10 1-16,19 17 7 16,0 7-8-16,0 2 0 15,0 2-11-15,59 1 2 16,0 8 5-16,3 8-30 15,-9 12 17-15,0 7-2 0,-13 10 17 16,6-1-36 0,-11 12 19-16,11 4-14 0,-6 4 8 15,-12 0-25-15,-9 0 7 16,3 12 33-16,-16 20-19 16,6 4 29-16,-6 12 2 15,-6 8 15-15,0 8 6 16,0 13 31-16,-58-2-7 15,-5 10 3-15,-2-13-27 16,-15-8 0-16,12-15 18 16,21-13 7-16,1-16-47 15,21-4-1-15,-16-1-32 16,-5-7-11-16,-16 8-192 0,-3-3-136 16</inkml:trace>
  <inkml:trace contextRef="#ctx0" brushRef="#br0" timeOffset="1198.16">10753 11542 303 0,'0'0'52'0,"0"0"-13"0,0 0 38 0,0 0-24 0,0 0-23 16,0 0-2-16,0 0 31 15,0 19-19-15,0-11 28 16,-12 1-11-16,12 10 2 15,0 10-49-15,0 7 19 16,0 9-16-16,0-1-4 16,0-1 1-16,0 6-8 15,0-2 8-15,0 2-7 16,0 2 32-16,0-6-33 16,0 7 29-16,0-8-28 15,0-11 3-15,0-14-5 16,0 1-1-16,0-7-3 0,0-10 3 15,0-3-3-15,0 0 7 16,0 0-8-16,0 0-25 16,0-3 29-16,-16-30 7 15,-9-11-6-15,13-4-1 16,-3-8-8-16,15-4 5 16,0 0-11-16,0-4 8 15,0 11-3-15,0 13 7 16,0 20-1-16,0 4 3 15,0 16 2-15,15 0 6 16,-3 0-8-16,1 0-7 16,33 8 1-16,1 13 12 15,-1-1-12-15,1-4 5 16,-7 15-2-16,-6-6-10 0,-18 11-10 16,-10 0 15-16,-6 3 8 15,0 2 4-15,6-1-4 16,-6 4 0-16,13-8-47 15,8-4 6-15,-2-12-150 16,-7-15-133-16</inkml:trace>
  <inkml:trace contextRef="#ctx0" brushRef="#br0" timeOffset="1730.81">11383 12087 422 0,'0'0'102'0,"0"0"-36"0,0 0 25 0,0 0-35 15,0 0 10-15,0 0-4 16,0 121-23-16,0-82-4 0,0 2-2 15,0-10-4-15,0-3-29 16,0-3-7-16,0 3-26 16,0 8-10-16,0 4-115 15,0 5-107-15</inkml:trace>
  <inkml:trace contextRef="#ctx0" brushRef="#br0" timeOffset="2397.48">11702 11505 391 0,'0'0'77'0,"0"0"-26"0,0 0-19 0,0 0 22 16,0 0-37-16,0 0 25 0,12-8 28 16,-2 8 4-16,2 8-54 15,7 29 2-15,-4 15 46 16,4 4-56-16,-13 8 20 15,16 1-24-15,-16 2 15 16,12 2-17-16,-8 3 3 16,-10-8 6-16,0 0-14 15,0-20 1-15,0-20-2 16,6-4-4-16,0-20-49 16,-6 0 4-16,19 0-107 15,3-23-2-15,-10-13-142 16</inkml:trace>
  <inkml:trace contextRef="#ctx0" brushRef="#br0" timeOffset="2797.74">11835 11890 238 0,'0'0'244'0,"0"0"-239"0,0 0 6 15,0 0 34-15,0 0 24 16,0 0-25-16,202-152-22 16,-143 112-15-16,-13 4 11 15,-12 4-18-15,-6 7 0 16,-3 6-22-16,-9-1-67 15,-4 4-24-15,-6 4-97 0</inkml:trace>
  <inkml:trace contextRef="#ctx0" brushRef="#br0" timeOffset="3197.53">11863 11859 458 0,'0'0'85'16,"0"0"-73"-16,0 0 3 15,0 0-10-15,0 0-2 16,0 0 41-16,19 80-2 16,15-65 32-16,-6 10 21 15,25 3-12-15,-13 0-30 16,0 8 8-16,7-4-54 16,-13 1 20-16,0-2-23 15,-3 5 7-15,3 5-10 16,0-5 0-16,13-8-1 0,-1-25-37 15,7-3-40-15,-7-3-31 16,-18-41-80-16</inkml:trace>
  <inkml:trace contextRef="#ctx0" brushRef="#br0" timeOffset="20932.49">2130 15961 325 0,'0'0'67'0,"0"0"-63"0,0 0 3 0,0 0-6 0,0 0 15 16,0 0 16-16,0 0 14 16,0 0 17-16,-6 0-2 15,6 0-33-15,0 0 12 16,0 0-17-16,0 0-2 16,0 0-1-16,0 8 25 15,0 0-12-15,0 1-11 16,0 2-4-16,0 2-10 0,0 2-8 15,-12 10 13-15,12 7-8 16,0 16-3-16,0 12 13 16,0 8-12-16,0 4 7 15,0-7 11-15,0-9-8 16,0-4 1-16,0-4-12 16,24 0-1-16,-2-3 6 15,-10-6-12-15,-5-11 5 16,-1-8-7-16,-6-7 7 15,0-5 0-15,9-5 1 16,-9-3 4-16,0 0 19 16,0 0-17-16,0 0-6 15,0-11 5-15,0-17-12 0,0-25 0 16,0-7 6-16,-9-12 6 16,-4-8-3-16,1-9-3 15,-3 9 4-15,-4 0-8 16,0 4 8-16,-9 8-15 15,1 4 7-15,8 0-4 16,-3-5-8-16,10 13 5 16,12-9 0-16,0 1-9 15,0-8 7-15,0 8-19 16,0 0 1-16,6 15-18 16,16 10-12-16,-10 23 19 15,1 7 39-15,2 9-8 0,-3 0-13 16,7 0 14-1,-3 0 8-15,15 0-8 0,-4 0 7 16,-5 5-8-16,-3 15-19 16,2 4-12-16,-14 0-59 15,-1 3 93 1,-6 10 8-16,0 3 39 0,0 0 53 16,-13 0-37-16,-14 0-8 15,14-3-27-15,-9-1-20 16,16 0-4-16,-6-8-19 15,-16 12-83-15,-6-16-76 16</inkml:trace>
  <inkml:trace contextRef="#ctx0" brushRef="#br0" timeOffset="23096.55">2626 16226 38 0,'0'0'272'0,"0"0"-231"0,0 0 5 0,0 0 14 15,0 0-55-15,0 0 7 16,0 0 3-16,0 8 26 0,0-8-15 16,0 0 0-1,0 0 34-15,0 0-30 0,0 0 5 16,0 0-7-16,0 0 14 16,0 9-8-16,-6-2-13 15,-16 9-13-15,4 0 1 16,18 0 7-16,-16 4-10 15,16 5 18-15,-6 2-20 16,-6 13 10-16,5 4-7 16,1 5-3-16,-3-5-3 15,9-4 9-15,-6-8-10 16,-28-4 0-16,15-8-3 16,-9-12 9-16,3-8-12 15,25 0-16-15,0 0 10 16,13 0-24-16,15 0 0 15,-10 0 7-15,10 0 29 0,-3 0 3 16,9-3 2-16,-22-6-1 16,4 1-2-16,9 0 1 15,-10 0 0-15,-2 5-6 16,-7-2-4-16,6 1-6 16,-2-4-5-16,-4 4-4 15,-6 4 21-15,0-4-10 16,0 4 10-16,6-5-13 15,0 5 9-15,-6 0-12 16,0-7 9-16,0 3-14 16,0-8 22-16,0 4 0 0,0 3-16 15,0 2 14 1,0 3 2-16,0 0 5 0,0 0-4 16,0 0 13-16,0 0 8 15,0 0-9-15,0 0-9 16,0 0 6-16,0 0-2 15,0 8 7-15,0 4-27 16,0 4 24-16,-12 4-12 16,12-4 8-16,0 0 4 15,0 1-9-15,0-2 10 16,0 6 8-16,-6 2-14 16,6 6 3-16,-10 2 4 15,10 2 11-15,0-2-21 16,-12-3 1-16,12-7-5 0,0-9-1 15,0-1-10-15,0-6-23 16,0-1 8-16,0-4-72 16,0 0-3-16,0 0-243 15</inkml:trace>
  <inkml:trace contextRef="#ctx0" brushRef="#br0" timeOffset="23995.61">3008 16723 255 0,'0'0'203'0,"0"0"-164"0,0 0 49 0,0 0-32 0,0 0-21 16,0 0-3-16,0 117 61 15,0-85-63-15,0 0 19 16,0-4-25-16,0-8-8 16,12 0-13-16,-12 1-3 0,6-6 0 15,-6 1-23-15,0-3-25 16,0-10-79-16,0-3-59 16</inkml:trace>
  <inkml:trace contextRef="#ctx0" brushRef="#br0" timeOffset="25294.91">3281 16306 24 0,'0'0'18'16,"0"0"102"-16,0 0-8 0,0 0-9 0,0 0-41 16,0 0-5-16,0-8 19 15,0 4-32-15,0 0-29 16,0-4-6-16,0 0-6 15,0 8-3-15,0 0 21 16,0 0-11-16,0 0 15 16,0 0 1-16,0 0-8 15,0 0 0-15,0 20-12 0,0 9 45 16,0 10-19-16,0 5-4 16,0 1-25-16,0-6 10 15,0 5-12-15,-13-8 2 16,-15 0 3-16,22-11 3 15,-6-1-3-15,12-7-3 16,0-9-6-16,0-5 2 16,0-3 0-16,0 0-32 15,0 0-7-15,0 0-10 16,0 0 50-16,12 0 3 16,-6 0 6-16,7 0-9 15,2 0 4-15,16 0 7 16,-15 0-9-16,18 0-4 15,-9 0-8-15,-19 0 8 16,9-3-34-16,-9-10-1 0,1 1 12 16,-1 4-22-16,0 0 38 15,0 5-3-15,-6-2 7 16,0-3 5-16,0 8-3 16,0-8 3-16,0-1 0 15,0 6-4-15,0-9 0 16,0 4 3-16,0 4 1 15,0 0-7-15,0 4 14 16,0 0-1-16,0 0 8 16,0 0 18-16,0 0-17 15,0 0-8-15,0 0-7 0,0 0-7 16,0 0 4-16,0 0 6 16,0 4 0-16,0 12 15 15,0 8 7-15,0 4-10 16,0 0 16-16,0 0-13 15,0 0-6-15,0-4-11 16,0-4 0-16,0 8 5 16,-6 1-2-16,0-1 1 15,6 0 0-15,0-8-8 16,0-1 3-16,0-2-27 16,0-1-14-16,0 4-24 15,0-4 60-15,0 0-29 0,12-12-69 16,10-4-129-1</inkml:trace>
  <inkml:trace contextRef="#ctx0" brushRef="#br0" timeOffset="26194.12">3721 16410 314 0,'0'0'145'0,"0"0"-69"0,0 0-7 0,0 0-30 0,0 0 14 0,0 0 0 15,0 0-11-15,0 0-20 16,22-4 25-16,2-4-35 16,10-3-5-16,1 6 4 15,5-7-11-15,-6 4 0 16,-9-8-18-16,9 13-8 15,-16-6-75-15,-2 5 4 16,-16-3-99-16</inkml:trace>
  <inkml:trace contextRef="#ctx0" brushRef="#br0" timeOffset="26519.97">3721 16410 442 0</inkml:trace>
  <inkml:trace contextRef="#ctx0" brushRef="#br0" timeOffset="26592.84">3721 16410 442 0,'34'-208'37'0,"-15"200"-33"0,8 8-4 15,1-8-27-15,6-1 14 16,-15 6 5-16,-13 3-31 16,7 0 10-16,-4 0-48 0,-3 0-196 15</inkml:trace>
  <inkml:trace contextRef="#ctx0" brushRef="#br0" timeOffset="28009.6">4344 15769 1 0,'0'0'254'0,"0"0"-234"0,0 0 3 0,0 0 11 15,0 0 50-15,12-40-26 16,-12 31 4-16,0-2-13 15,0 6 0-15,0 2-14 16,0 3-19-16,0 0 24 16,0 0 7-16,0 0-39 15,0 0-6-15,0 32-2 16,0 8 11-16,-6 7-11 16,-15 10 10-16,-4-1-11 15,-3-3 1-15,9-1 0 0,-9-4-4 16,16-8 13-1,6-12-13-15,6 0 10 0,0-16-12 16,0-12-28-16,0 0-7 16,0 0-19-16,0 0 17 15,18-4 43-15,16-24 2 16,7-4 11-16,-1 12-12 16,-15 0-1-16,9 12 0 15,-22 3-2-15,10 2-26 16,-16 3 22-16,0-8 3 15,1 8 5-15,-7-8-7 16,0 0 10-16,0-4-16 0,0-1 18 16,0 13-14-1,0 0 1-15,0 0 5 0,9 0-5 16,-9 0 6-16,0 0-4 16,0 0 8-16,0-8-9 15,0 4 15-15,0 1-20 16,0 3 20-16,0 0-9 15,0 0 6-15,0 0 31 16,0 0 9-16,0 0-21 16,0 0 4-16,0 15-18 15,-16 10 11-15,-2-1-18 16,2 4 6-16,4 0-5 16,6 4 16-16,-7 0-12 15,4 4-2-15,3 4 3 16,6-4-3-16,0 12 8 0,0-4-16 15,0 1 12 1,0 2-9-16,0 6 30 0,0-9-23 16,0-8 1-1,0-8-11-15,0-7-9 0,0-10 6 16,0-3-41-16,0-8-71 16,0 0-70-16,0 0-72 15</inkml:trace>
  <inkml:trace contextRef="#ctx0" brushRef="#br0" timeOffset="28542.49">4738 16439 354 0,'0'0'135'0,"0"0"-115"0,0 0 67 0,0 0-87 15,0 0 9-15,0 0-9 16,0 0 1-16,0 0 52 16,0 0 21-16,0 0 60 15,0 0-100-15,0 0-34 16,0-13-29-16,0 10 25 0,0-10-59 16,0 9-3-16,0-4 37 15,0-3 1-15,0 11-55 16,-13 0-19-16,-2 0-29 15</inkml:trace>
  <inkml:trace contextRef="#ctx0" brushRef="#br0" timeOffset="29308.04">5144 15829 455 0,'0'0'72'0,"0"0"0"0,0 0 1 0,0 0-15 0,0 0 30 16,0 0-48-16,-31 4-15 15,31-4-24-15,0 0-2 16,0 0-3-16,0 0-3 16,0 0 13-16,0 0-12 15,0 0 0-15,0 0-8 16,0 12 2-16,6 4 12 15,-6 0 2-15,0 8-2 0,0 5-6 16,0 2-14-16,0-6 15 16,0-1 5-16,0-12-22 15,0-9-6-15,0-3-15 16,25 0 13-16,9 8-36 16,0-8 24-16,13 0 3 15,-19 0 28-15,3 5 11 16,-16 3 7-16,-2-1-7 15,-13 6 0-15,0-2 31 16,0 9 22-16,0 9 4 16,0 7-38-16,0 4 13 15,0 1-32-15,-28 6 31 16,-19 1-1-16,16-4-10 16,-3-8-4-16,-6-8-14 0,18-15 18 15,16-5-20-15,6-8-6 16,0 0-124-16,0 0-95 15,15-13 41-15</inkml:trace>
  <inkml:trace contextRef="#ctx0" brushRef="#br0" timeOffset="29740.3">5733 16218 38 0,'0'0'565'0,"0"0"-540"0,0 0 10 0,0 0-29 0,0 0-6 0,0 0 0 15,0 0-2-15,0 0-9 16,0 0 11-16,0 0 45 16,-12 0 81-16,6 0-82 15,6 0-44-15,0 0 0 16,0 0-125-16,0 0-154 16</inkml:trace>
  <inkml:trace contextRef="#ctx0" brushRef="#br0" timeOffset="30706.8">5705 15909 213 0,'0'0'252'0,"0"0"-238"0,0 0 29 0,0 0-2 16,0 0 8-16,0 0 9 16,121-28-23-16,-115 28-3 15,10 0-23-15,-16 0 13 16,12 5 3-16,-6 18-2 16,-6 9-22-16,0 8-2 15,0 12 4-15,0 5-13 16,0 7 6-16,-6-5 4 15,-6 2 6-15,-4-17 7 0,16-16 9 16,0-4-19-16,0-12-6 16,0-7-28-16,16-5-25 15,18 0 20-15,13 0 36 16,11-5 5-16,11-23 0 16,-10-3 0-16,-1 2-4 15,-11 14-1-15,-13 2-6 16,-18 5-23-16,-10 8-46 15,-6 0-11-15,0 0 0 16,0 12-58-16,0 20 69 0,0 0-163 16</inkml:trace>
  <inkml:trace contextRef="#ctx0" brushRef="#br0" timeOffset="31107.09">6356 16258 321 0,'0'0'222'0,"0"0"-136"0,0 0-18 0,0 0-66 0,0 0-2 15,0 0 5-15,0-24 25 16,0 24 11-16,0 0 36 15,0 0-40-15,0-4-6 16,0-8-31-16,0 0-46 16,0-8-53-16,0 8 9 0,7 8 9 15,-7 4-59-15,0 0 10 16</inkml:trace>
  <inkml:trace contextRef="#ctx0" brushRef="#br0" timeOffset="31755.2">6949 16346 142 0,'0'0'271'0,"0"0"-216"0,0 0-42 0,0 0 0 0,0 0-12 16,0 0 39-16,-19 24-7 15,19-24 9-15,0 0 15 16,0 0 3-16,0 0 16 15,0 0-61-15,0-11 21 16,0-25-31-16,0-13 11 16,0-12-7-16,0-2 5 15,0-1 0-15,0-9-8 16,0-7-5-16,0 0 7 16,0 0-16-16,0 16 13 15,6 20-14-15,0 16 17 16,-6 11-9-16,0 17 1 0,0 0-7 15,0 0-8-15,0 40 10 16,0 4 4-16,-18 8 1 16,-10 12-8-16,9-3 16 15,-2-5-16-15,-4-4 2 16,15-16-11-16,-2 0-80 16,6-20-77-16,6-3-274 15</inkml:trace>
  <inkml:trace contextRef="#ctx0" brushRef="#br0" timeOffset="52121.87">16843 15388 215 0,'0'0'189'0,"0"0"-156"0,0 0 12 0,0 0 1 15,0 0-35-15,0 0 25 16,0 0 2-16,0 0 1 15,-22 20-27-15,22-12 14 16,0 0 28-16,0 0-13 16,0-4-10-16,-6 4-21 15,0-4 27-15,0 0-21 16,6-4 13-16,0 0-17 0,-7 0 13 16,7 0-8-1,0 0 9-15,0 0 2 0,0 0-22 16,0-12 32-16,-6-32-16 15,0-28-8-15,-10-8-3 16,10-17-11-16,6 5 2 16,-6-1-2-16,6-2 0 15,0-2-12-15,0 9 8 16,0 3-37-16,0 21 31 16,0 28-27-16,0 20 9 15,0 16-10-15,0 0 25 16,0 24-33-16,0 40 46 15,-34 21 5-15,-25 12-2 16,-15 3 7-16,-7 0-10 16,0-12 9-16,22-8 10 0,13-16-19 15,24-3-14-15,4-14-8 16,5-14-232-16,4-17-120 16</inkml:trace>
  <inkml:trace contextRef="#ctx0" brushRef="#br0" timeOffset="52920.57">17178 14341 94 0,'0'0'231'0,"0"0"-195"0,0 0 55 0,0 0-4 0,0 0-14 16,0 0-38-16,0 0-4 15,0 0 27-15,0 0 8 16,6 20-7-16,6 24-15 16,1 9-3-16,-4 19-6 0,3 0-1 15,-5-4-17-15,-7-4 0 16,12-4-11-16,4-8-5 16,-10 0-1-16,0 1 0 15,-6-1-6-15,6-8-60 16,0-4-47-16,4-16-190 15,-4-4-265-15</inkml:trace>
  <inkml:trace contextRef="#ctx0" brushRef="#br0" timeOffset="53570.58">17289 15500 397 0,'0'0'80'0,"0"0"-8"0,0 0-14 0,0 0-15 0,0 0-21 15,0 0 20-15,0 24-21 16,0-24 3-16,0 0 6 16,0 0-3-16,0 0-11 15,0 0-6-15,-6 0 17 16,6 0-25-16,0 0 6 16,0 0-6-16,0 0 12 15,0 0-13-15,0 0-2 16,0 0-11-16,0 0 6 15,0 0-22-15,0 0-94 16,0-8-68-16,0 0-149 16</inkml:trace>
  <inkml:trace contextRef="#ctx0" brushRef="#br0" timeOffset="54237.03">17813 15236 195 0,'0'0'89'0,"0"0"-73"0,0 0 73 0,0 0 12 16,0 0-18-16,0 0-20 15,0 0-5-15,0 0-10 16,0 0 29-16,0 0-34 0,0 0 10 16,0 0-38-1,7 0 4-15,33-5-3 0,0-7 22 16,19-12-4-16,-6 12-27 15,0-4 1-15,2 0-8 16,-24 1-1-16,-9 10-44 16,-3-7-16-16,-19 4-39 15,0 0-82-15,0 8-109 16</inkml:trace>
  <inkml:trace contextRef="#ctx0" brushRef="#br0" timeOffset="54547.45">17813 15236 496 0</inkml:trace>
  <inkml:trace contextRef="#ctx0" brushRef="#br0" timeOffset="54620.13">17813 15236 496 0,'59'-249'89'0,"-12"249"51"0,6 0-5 0,9 0-31 0,-4 0-99 0,-23-4 0 16,17-4-5-16,-24 0-23 15,-3 8-54-15,-3-8-107 16,-22 3-159-16</inkml:trace>
  <inkml:trace contextRef="#ctx0" brushRef="#br0" timeOffset="55568.6">18787 15275 249 0,'0'0'4'0,"0"0"51"0,0 0-23 0,0 0-17 0,0 0-9 16,0 36-2-16,0-28-3 16,0-3 0-16,0-5 8 15,0 0 47-15,0 12 22 16,0-1-38-16,0 5 7 16,0 1-26-16,0 3-11 15,0-8-4-15,0-4 30 0,0-4-9 16,0-4-20-16,0 0 24 15,0 0-31-15,0 0 53 16,0 0-23-16,0-8 6 16,0-20-28-16,0-13 13 15,0-3-7-15,0-12 9 16,0-16-3-16,0 4-15 16,0-16 6-16,0-5-11 15,0-7 1-15,0 4 6 16,0 4-14-16,0-1 0 15,0 14 7-15,0 6-1 16,0 13 0-16,0 37-4 0,0 10 10 16,0 9 2-16,0 0-7 15,0 0-17-15,0 24 7 16,0 12 4-16,0 21 6 16,0 7-3-16,0 8 2 15,-34 4-11-15,-13-8 11 16,16-4 2-16,3-15-6 15,10-13 5-15,18-13-24 16,0-7-100-16,0-16-87 16</inkml:trace>
  <inkml:trace contextRef="#ctx0" brushRef="#br0" timeOffset="56883.79">16641 16844 307 0,'0'0'24'0,"0"0"8"0,0 0 99 0,0 0-43 0,0 0-25 15,0 0-41-15,-34 8 10 16,28-5-10-16,6 2 50 15,-6-2-13-15,-7 6-13 16,-8 2-17-16,2 5-13 16,-9 9 20-16,3 3-26 15,4 8 15-15,-4 5-21 0,25-10 16 16,0 5-18-16,0-8 1 16,0 4-3-16,0-7-5 15,53-10 3-15,-13 1-21 16,6-8 15-16,1 1-13 15,-1-9 16-15,1 0-6 16,-1 0 8-16,7-20 3 16,-3-21 3-16,-4-10-2 15,1-10 1-15,-13 1-2 0,3-9-5 16,-15 5 4 0,-16-3-13-16,6-6 14 15,-12-3-24-15,0 4 23 16,0 0-10-16,-12 8-13 0,-16 12 12 15,3 24 10-15,-9 15-1 16,-6 10-9-16,6 3 7 16,-6 3 5-16,-1 49-3 15,10 17 5-15,-3 11-4 16,0 4-4-16,15 1-85 16,-9-13-48-16,10-13-203 15</inkml:trace>
  <inkml:trace contextRef="#ctx0" brushRef="#br0" timeOffset="57451.38">17404 16279 12 0,'0'0'275'0,"0"0"-159"0,0 0-3 0,0 0-32 0,0 0-21 0,0 0-6 16,6 211 4-16,16-158-18 15,-10 3-22-15,16-8-15 16,-21 0-6-16,-1 4 1 15,-6-8 0-15,0 1-43 16,0-1-10-16,0 0-75 16,0-8-96-16</inkml:trace>
  <inkml:trace contextRef="#ctx0" brushRef="#br0" timeOffset="58000.84">17606 17329 377 0,'0'0'102'0,"0"0"-67"0,0 0 15 0,0 0-48 0,0 0 1 16,0 0-2-16,0-24 2 16,0 24 4-16,0 0-5 15,0 0 21-15,0 0 38 0,0-4 39 16,0 4-35-16,0-4-65 15,0-1-8-15,0 2-40 16,0-5 3-16,0 0-21 16,0 8-1-16,-7 0 42 15,-2 0 23-15,3 0 2 16,6 0-8-16,0 0 8 16,0 0-226-16</inkml:trace>
  <inkml:trace contextRef="#ctx0" brushRef="#br0" timeOffset="58599.91">17953 16988 548 0,'0'0'84'0,"0"0"-28"0,0 0-13 0,0 0 9 15,0 0 22-15,0 0-17 16,248-40-38-16,-195 28 6 15,-7 0-19-15,1 7-6 16,-7 2-2-16,-6-1-27 16,-3-4-34-16,-3 0-78 15,-22 0-78-15</inkml:trace>
  <inkml:trace contextRef="#ctx0" brushRef="#br0" timeOffset="58932.48">17959 16719 325 0,'0'0'197'16,"0"0"-151"-16,0 0 80 16,0 0-20-16,0 0-39 15,347-24-18-15,-272 16-41 16,-16-4-8-16,-7 0-16 15,4 4-55-15,-25 4-121 16,-15 4-168-16</inkml:trace>
  <inkml:trace contextRef="#ctx0" brushRef="#br0" timeOffset="59881.62">18920 17145 37 0,'0'0'174'0,"0"0"-108"0,0 0-11 0,0 0 13 16,0 0-29-16,0 0-4 15,56 47-28-15,-56-38 15 16,0-1 16-16,0 0 6 16,0-5 9-16,0 6-16 15,0-5 25-15,0-4 17 0,0 7-19 16,0-7-46-16,0 5 1 16,0-5-12-16,0 0-5 15,0 0 8-15,0 0-3 16,0-8 18-16,0-25-1 15,0-15 31-15,0-16-27 16,0-16 4-16,19-13-27 16,2-10-2-16,-2-14-2 15,0 1-16-15,-10 3-8 16,-3 22-5-16,-6 18 12 16,0 25 10-16,0 20 0 0,0 8 15 15,0 12-13 1,0 8-10-16,0 0-18 0,0 0-31 15,0 36 67-15,0 8 8 16,0 4-6-16,-6 1 7 16,-3-2-7-16,2 10 0 15,-5-1 4-15,-7-4-12 16,-8 1 0-16,14-17-83 16,-2-13-82-16,8-15-278 15</inkml:trace>
  <inkml:trace contextRef="#ctx0" brushRef="#br0" timeOffset="116316.71">5953 17674 662 0,'0'0'28'0,"0"0"-15"0,0 0 0 0,0 0-13 16,0 0-20-16,0 0 17 15,0 0 6-15,0 0 30 16,0 0 73-16,0 0 9 15,0 0-38-15,0 0-44 16,0 0-19-16,0 0-8 0,0 0-6 16,0 0-1-16,0 0-12 15,0 0 14-15,0 0-4 16,16 0-9-16,15 0 12 16,9 0-1-16,7 0 2 15,-1 0-2-15,-6 0-21 16,-5 0-29-16,-1-5-14 15,-22-10-14-15,-6 2-94 16,-6 5-147-16</inkml:trace>
  <inkml:trace contextRef="#ctx0" brushRef="#br0" timeOffset="116768.59">5987 17489 32 0,'0'0'111'0,"0"0"15"0,0 0-4 0,0 0-31 16,0 0-23-16,0 0-8 16,155 24-35-16,-136-24-12 0,9 0-4 15,-9 0-4 1,2 0-7-16,-2 0 2 0,-7 0-41 16,4 0-87-16,-10 0-168 15</inkml:trace>
  <inkml:trace contextRef="#ctx0" brushRef="#br0" timeOffset="117566.37">6682 17160 111 0,'0'0'365'0,"0"0"-332"0,0 0-1 0,0 0-11 16,0 0 21-16,0 0-17 0,81 0-21 16,-47 0-8-16,-10 0 4 15,-2 21-5 1,-16 7-6-16,-6 19-4 0,0 17-8 16,0 17-23-16,-40 7 9 15,-6-3 34-15,5-13 3 16,16-20 69-16,4-16 7 15,21-21-32-15,0-6-2 16,0-9-36-16,12 0-1 16,50 0-1-16,19-16 23 15,-1-13-7-15,-8 10-5 16,-4 2-1-16,-22 9-12 0,-18 8 12 16,-9 0-8-1,-7 0 1-15,10 0-7 0,-10 0 0 16,1 21 0-16,2-1-39 15,-8 4-54-15,5 0-44 16,-12-12-152-16</inkml:trace>
  <inkml:trace contextRef="#ctx0" brushRef="#br0" timeOffset="118615.36">7277 17052 3 0,'0'0'192'0,"0"0"-111"0,0 0-11 0,0 0-27 0,0 0-19 16,0 0 9-16,0-28 20 16,0 24 0-1,0 0-33-15,0-4 10 0,0-1-16 16,0 6 11-16,0 0-14 16,0 3 22-16,0 0 21 15,0 0 20-15,0 0-28 16,0 0-24-16,0 0 13 15,0 0-35-15,0 23 0 16,0 17 3-16,0 16 18 16,0-3-13-16,0-1-1 0,-28-8-5 15,28-13-2 1,-6-6 0-16,6-9 8 0,0-12-17 16,0-4-3-1,0 0-8-15,40 0-43 0,35 0 63 16,-1-12 1-16,-15 0 6 15,0 8-5-15,-31 4-2 16,-6 0-4-16,-10 0-32 16,1 0-1-16,-1-4 4 15,-12 4 24-15,0-4-2 16,0 4-10-16,0 0 5 16,0 0 9-16,0-4 6 15,9-4-10-15,-3-8 9 16,13-4-5-16,-3 0 2 15,-4 4 4-15,-6 0-7 0,-6 11-35 16,6 1 17-16,-6 4 26 16,0 0 0-16,0 0 3 15,0 0 15-15,0 0 24 16,0 0-21-16,0 0-15 16,0 0 1-16,-6 20-6 15,-12 13 7-15,8 6-7 16,4 14 45-16,0 11 38 15,6 8 1-15,0 4-57 16,0-12 12-16,0-11-31 16,0-6 7-16,0-11-16 15,22-3-4-15,-4 0-1 0,4-6-60 16,-4 1-67-16,-11-8-151 16</inkml:trace>
  <inkml:trace contextRef="#ctx0" brushRef="#br0" timeOffset="122261.52">17299 6645 237 0,'0'0'286'0,"0"0"-281"0,0 0 31 16,0 0 18-16,0 0-41 0,0 0 2 15,0 0 10-15,-28 0-11 16,28 0-10-16,0 0 62 16,0 0-12-16,0 0-13 15,0 0-23-15,0 8-18 16,0-8 1-16,0 4 5 16,0 4-3-16,-6-8 17 15,6 3 6-15,0 10-26 0,0 3 21 16,0 12-18-16,0 17 18 15,0 10-10-15,0 14 5 16,0 7-9-16,0 4-6 16,0 0 0-16,0 5 6 15,6-1-8-15,-6-1 3 16,0 2-2-16,0-9 9 16,0-16 6-16,0-19-8 15,0-26-7-15,0-15 0 16,0 0-16-16,0 0 6 15,0-31 10-15,0-22 32 16,0-15-27-16,0-16 12 16,-6-8-15-16,-10-12 0 15,10-5-1-15,0 5-1 16,-1-8 0-16,1 7-19 0,0 9 12 16,6 16-5-16,0 8 9 15,0 16-4-15,0 15 7 16,0 10 1-16,0 2-1 15,0 9 0-15,0 0-6 16,25 9-14-16,9-2-41 16,0 9 27-16,0 4-38 15,-3 0 43-15,-3 0 3 16,-9 0 18-16,15 0 8 16,-12 20 0-16,2 0 8 15,4 4-1-15,-9 9 2 16,-4-2 7-16,-15 2 21 15,0 14 1-15,0-2 19 16,0-1-22-16,-40-8-18 16,-13 4-10-16,4-8 3 0,-4-8 2 15,7-4-8-15,11-4-8 16,-5 1-17-16,15-6-35 16,4-3-152-16,2-8-23 15</inkml:trace>
  <inkml:trace contextRef="#ctx0" brushRef="#br0" timeOffset="123215.19">17711 7467 180 0,'0'0'152'16,"0"0"-56"-16,0 0-55 0,0 0 19 0,0 0 27 15,0 0-25-15,-53-24 5 16,47 20-31-16,0 4 5 0,-10 0 2 15,4 0 10 1,-7 0-26-16,-15 0-10 16,6 0 20-16,-12 0-23 0,6 4 0 15,9 7-13-15,4 6 12 16,2 4-9-16,7-6-3 16,2 6 1-16,4-6-4 15,6 1-2-15,0 4-6 16,6-4 1-16,50 17 2 15,3-5 2-15,15-1 5 16,-9-2-6-16,4-2 5 16,-4-2-2-16,-9-5-7 15,-16-1 1-15,-15-2-4 0,-10-9 3 16,-15 4 8-16,0 12-7 16,0 4 9-16,0 9 5 15,-15-2 13-15,-26 2-13 16,1-10-5-16,0-10-7 15,15-5-8-15,-3-8-15 16,3 0-25-16,10 0-83 16,-26-25 34-16,17-7-45 15,-23-8-116-15</inkml:trace>
  <inkml:trace contextRef="#ctx0" brushRef="#br0" timeOffset="123493.89">17565 7492 249 0,'0'0'110'0,"0"0"46"0,0 0-43 0,0 0-66 0,0 0 16 16,0 0-7-16,158-41-48 15,-136 37-8-15,-3 0-59 16,3 4-5-16,-10 0-87 0,-12 0-255 16</inkml:trace>
  <inkml:trace contextRef="#ctx0" brushRef="#br0" timeOffset="124512.28">18151 7258 479 0,'0'0'150'0,"0"0"-130"0,0 0 9 0,0 0 0 0,0 0 21 15,0 0 65-15,0 0-48 16,103-43-2 0,-57 35-23-16,-5 3-28 0,-17-3-14 15,32 8-17-15,-16-4-9 16,-9-4-55-16,4 8-41 16,-29-8-129-16</inkml:trace>
  <inkml:trace contextRef="#ctx0" brushRef="#br0" timeOffset="124710.69">18151 7258 549 0,'75'-264'186'0,"-47"264"-183"0,24 0 9 16,1 0-12-16,3 0-86 16,-31 0-288-16</inkml:trace>
  <inkml:trace contextRef="#ctx0" brushRef="#br0" timeOffset="125442.95">18995 6734 497 0,'0'0'85'0,"0"0"-36"0,0 0 18 0,0 0-10 0,0 0 27 0,0 0-37 0,-127 127-8 15,127-102-24-15,0-2-10 16,0-2-1-16,34-1 6 16,6 0-9-16,13-1 3 15,6 2-1-15,9 3-1 16,6-4-2-16,-15-8 0 15,3 4-5-15,-15-4 5 16,-29-7-3-16,-11 6-4 16,-7-3 6-16,0 16 2 15,0-3 28-15,-47 18 2 16,1-6-19-16,-1 3 2 16,7-8-12-16,-1-9-4 0,13-6 6 15,4-13-10-15,-10 0-1 16,-1 0-50-16,-11-4 11 15,21-21-4-15,-9-6-84 16,12-2-31-16,22 2-82 16</inkml:trace>
  <inkml:trace contextRef="#ctx0" brushRef="#br0" timeOffset="125675.91">19075 6858 253 0,'0'0'276'0,"0"0"-209"16,0 0 74-16,0 0-48 15,0 0-67-15,0 0-26 16,348-77-12-16,-308 57-88 15,-34 4-47-15,-6 13-267 16</inkml:trace>
  <inkml:trace contextRef="#ctx0" brushRef="#br0" timeOffset="126208.42">19758 6532 238 0,'0'0'247'0,"0"0"-155"0,0 0 8 0,0 0-22 0,0 0-18 0,58 229-40 15,-42-184 5 1,-10 2-16-16,-6 2 1 0,0-1 1 15,0-1-7-15,0 2-4 16,6-5-11-16,-6-16-21 16,0-4-137-16,0-16-220 15</inkml:trace>
  <inkml:trace contextRef="#ctx0" brushRef="#br0" timeOffset="126808.57">19782 7543 86 0,'0'0'523'0,"0"0"-465"0,0 0 24 0,0 0-7 0,0 0-53 16,0 0-20-16,22-8-4 15,-22 8-4-15,0 0 6 16,0 0 0-16,0 0-17 15,0 0-62-15,0 8-106 16</inkml:trace>
  <inkml:trace contextRef="#ctx0" brushRef="#br0" timeOffset="127359.56">18288 8525 471 0,'0'0'120'0,"0"0"-47"0,0 0 29 0,0 0 23 16,0 0-75-16,0 0-4 15,204-39-9-15,-148 34-28 16,-15 2-9-16,-17-1-18 16,4 4-25-16,-15 0-24 15,-1 0-43-15,-12 0-44 16,0 0-132-16</inkml:trace>
  <inkml:trace contextRef="#ctx0" brushRef="#br0" timeOffset="127557.55">18288 8525 422 0,'12'-147'238'15,"1"147"-235"-15,27 0 4 16,0 0-6-16,7 3-1 15,-7-3-57-15,-6 0-198 16</inkml:trace>
  <inkml:trace contextRef="#ctx0" brushRef="#br0" timeOffset="128073.63">18976 8578 467 0,'0'0'49'16,"0"0"-23"-16,0 0-5 16,0 0 26-16,0 0-9 15,0 0 39-15,53-148 17 16,-47 79-33-16,0-7-12 15,0 0-2-15,-6-4-22 16,7 8-25-16,-7 16 0 16,9 12 11-16,-3 15-21 15,-6 25 11-15,0 4-2 0,0 0-10 16,0 0 4 0,0 0 4-16,0 0-39 0,0 0 7 15,0 4 1-15,0 25 34 16,0 10 0-16,-15 17-10 15,-16 9-95-15,-16-1-68 16,7-12-63-16</inkml:trace>
  <inkml:trace contextRef="#ctx0" brushRef="#br0" timeOffset="128605.8">19410 8088 332 0,'0'0'199'0,"0"0"-169"0,0 0-25 0,0 0 1 16,0 0 21-16,0 0-8 15,140-144 4-15,-122 144-12 16,-2 0 3-16,-16 8-8 15,0 41-4-15,0 10 14 16,-16 10-16-16,-21 3-11 16,-19-3-19-16,25-6-8 15,3-7-14-15,7-7-16 16,8-17 53-16,13-8 7 16,0-12 1-16,0-12-5 15,53 0 11-15,9 0 1 16,19-9 20-16,-16-10-18 15,-12-1 10-15,-13 7-9 0,-18 10 0 16,-10 3 0-16,-12 0 2 16,6 0-5-16,-6 0-7 15,6 3-23-15,-6 2-102 16</inkml:trace>
  <inkml:trace contextRef="#ctx0" brushRef="#br0" timeOffset="128922.82">19851 8453 380 0,'0'0'52'0,"0"0"-45"0,0 0 17 16,0 0 21-16,0 0 15 15,0 0-1-15,201-120-25 16,-176 76-5-16,-3-3-6 16,-16-10 9-16,0 4-32 15,-6 2-3-15,0 10-26 16,-6 9 15-16,-47 17-44 16,-9 15 58-16,-3 0 5 0,-3 23 11 15,9 34-8 1,-3 2-8-16,37-6-10 0,-3-17-195 15</inkml:trace>
  <inkml:trace contextRef="#ctx0" brushRef="#br0" timeOffset="134850.35">26027 983 205 0,'0'0'82'0,"0"0"-36"0,0 0 86 0,0 0-28 15,0 0-23-15,0 0-6 16,0 0-1-16,0-33-37 16,13 25-3-16,-13 8-19 15,0-4 14-15,0 4-13 16,0 0-10-16,0 0 9 15,0 0-15-15,0 0 5 16,0 0 1-16,0 0-2 0,0 0-1 16,0 0-3-1,0 0 6-15,0 0 17 0,0 0 7 16,0 0-16-16,0 0-6 16,0 0-8-16,0 0-2 15,0 0-40-15,0 0 37 16,6 0-9-16,-6 8 7 15,0 12 6-15,0 4 1 16,0 12 19-16,0 16 5 16,15 8 9-16,4 9-26 15,15 3 10-15,6 8-17 16,-6-4 7-16,-3 1-5 0,-9 6-1 16,-3 2 3-1,-13 4-2-15,9-2 18 16,-2-7-15-16,-7 0 6 0,16-3-1 15,-16-1-16-15,6-11 14 16,10-10-8-16,-22-2 2 16,0-22-2-16,0 2 1 15,0-17 6-15,0-12-9 16,0-4 7-16,0 0 3 16,0 0-8-16,-22-40-5 15,-18-12 0-15,0-17-2 16,-1-11 3-16,17-12 4 15,-11-8-6-15,29-13 16 16,-6 2-17-16,12-14 14 16,0 1-13-16,0 7 7 15,0 13-2-15,0 20-7 0,6 7-6 16,34 5 7-16,-9 4-12 16,16 8 10-16,2 12-10 15,-24 24 18-15,16 3 1 16,-20 13-7-16,10 5 6 15,-3-5 0-15,0 4 1 16,-9-1 0-16,9 2 0 16,-4 3 7-16,-2 0-7 15,12 0 0-15,-9 20 0 16,3 8-3-16,-9 0 3 0,-19 12 0 16,0 4 1-1,0 4 23-15,0 13-22 0,-47 2 10 16,1 6-11-1,-29-1-1-15,-12-12-3 16,-6-4-17-16,-6-8-13 0,0-16-9 16,31-4-26-16,9-24-105 15,31 0-161-15</inkml:trace>
  <inkml:trace contextRef="#ctx0" brushRef="#br0" timeOffset="135718.14">26790 1841 295 0,'0'0'34'0,"0"0"18"0,0 0 65 0,0 0-33 16,0 0-21-16,0 0-11 15,-40 23 0-15,40-18-23 16,0 6-17-16,0 2 23 16,0 10 14-16,0 2-11 15,0-1-32-15,24 4 12 16,10-5-18-16,1-2 0 0,5-1-1 16,13-8-1-16,-7-4 2 15,1 0 1-15,15-8 2 16,-10 0 0-16,-5 0 4 15,-7 0-3-15,0 0-8 16,7-28 11-16,-19-8-5 16,3-13-2-16,-25 9-9 15,-6-7 6-15,0-2 3 16,0 5-8-16,-53 4 8 16,7 12 0-16,-13 16 2 0,-3 8 16 15,9 4 15 1,1 0-19-16,-1 0-14 0,-9 25 0 15,3 14-5-15,-3 5-19 16,15 4-57-16,7-7-109 16,9-10 53-16,9-10-68 15,22-6-118-15</inkml:trace>
  <inkml:trace contextRef="#ctx0" brushRef="#br0" timeOffset="136552.16">27773 1792 207 0,'0'0'170'0,"0"0"-88"0,0 0 23 0,0 0-19 16,0 0-25-16,0 0 25 0,0 0-16 15,0 0 3-15,12 0-12 16,13 0 3-16,25 0-36 16,-13-16 10-16,12 12-33 15,-2-8 2-15,6 0-7 16,6 3-17-16,-4-2-11 16,4-1-18-16,-12-1 20 15,-13 2-43-15,-9-22 28 16,-16 18-89-16,-9-9-21 15,0 7-151-15</inkml:trace>
  <inkml:trace contextRef="#ctx0" brushRef="#br0" timeOffset="136885.37">27810 1559 214 0,'0'0'258'0,"0"0"-193"0,0 0-13 15,0 0-17-15,0 0 40 16,0 0 18-16,136-16-9 16,-89 1-50-16,18-1-5 15,-12-1-14-15,9 9-15 16,-10 8-22-16,1-8-99 16,-6 8-54-16,-13 0-81 15</inkml:trace>
  <inkml:trace contextRef="#ctx0" brushRef="#br0" timeOffset="137585.84">28675 1556 102 0,'0'0'141'0,"0"0"-18"0,0 0-12 0,0 0-46 0,0 0-8 15,0 0-9-15,-9 200-21 16,37-180-3-16,12-4-18 16,7 8 11-16,11-7-17 15,17-6 0-15,5-3-10 16,13-8-2-16,1 0 2 16,-20 0 10-16,-12-11 8 0,-16-22 9 15,1-6 5-15,-7-18-14 16,1-19 0-16,-4-9 0 15,-9-3-3-15,-7 8 3 16,-21 4-8-16,0-4-8 16,0 8-20-16,-49 11-3 15,-10 13 14-15,12 12 17 16,-5 16 12-16,11 8 82 16,7 12-12-16,-6 0-29 15,-7 0-53-15,1 0-1 16,-7 28-21-16,-3 12 20 0,-3 8 2 15,7 13-16-15,5-1-3 16,7-4-5-16,18 4-79 16,4-12-44-16,11-12-147 15</inkml:trace>
  <inkml:trace contextRef="#ctx0" brushRef="#br0" timeOffset="138149.94">29891 790 204 0,'0'0'315'0,"0"0"-200"0,0 0 6 0,0 0-26 0,0 0-35 15,0 0-14-15,12 236-13 16,22-196-6-16,0 4-21 16,0 1 27-16,-9 7-33 15,3 0 8-15,-16 4-5 16,10 12-6-16,-9-3-24 0,-1-10-13 16,16-7-38-16,-10-15-137 15,17-9-114-15</inkml:trace>
  <inkml:trace contextRef="#ctx0" brushRef="#br0" timeOffset="138682.23">30092 1965 368 0,'0'0'128'0,"0"0"-114"0,0 0 25 0,0 0-3 0,0 0 8 15,0 0-2-15,40 0-21 16,-40 0 56-16,0 0 31 16,0 0-35-16,0 0-19 15,0 0-3-15,0 0-37 16,0 0-14-16,0 0-32 0,0 0-43 15,0 0-3 1,-9 0-248-16</inkml:trace>
  <inkml:trace contextRef="#ctx0" brushRef="#br0" timeOffset="139265.2">30660 1628 675 0,'0'0'97'0,"0"0"-1"0,0 0-59 0,0 0-9 16,0 0 0-16,0 0 18 15,300-77-30-15,-259 65-16 16,-17 9-6-16,-8-10-37 16,-10 10-19-16,-6-5-75 0,0-9 25 15,0 9-53-15</inkml:trace>
  <inkml:trace contextRef="#ctx0" brushRef="#br0" timeOffset="139547.85">30799 1323 547 0,'0'0'95'0,"0"0"66"0,0 0-50 16,0 0-51-16,0 0-4 16,0 0-45-16,267-40-11 15,-211 20-15-15,-19 8-49 16,-9 4-84-16,-16 8-115 15</inkml:trace>
  <inkml:trace contextRef="#ctx0" brushRef="#br0" timeOffset="159313.54">31875 2089 281 0,'0'0'278'0,"0"0"-208"0,0 0 6 15,0 0-14-15,0 0-56 16,0 0-5-16,0 0 17 15,0 0 12-15,0-44 28 16,0 44-13-16,0-8 10 16,0 3-37-16,0-3 0 15,0-7-7-15,0-6-3 16,0-10 6-16,0 3-13 0,0-8 16 16,0 3-13-16,0-11 13 15,6 4-8-15,-6-8 3 16,0-28-12-16,6 3 0 15,-6-19-2-15,0 8-6 16,0-4 2-16,0 8 5 16,0 11-5-16,0 13 6 15,0 20-1-15,0 17 4 16,0 6-3-16,0 9 4 16,0 4-4-16,0 0-3 15,0 0-9-15,0 0 2 16,0 0 2-16,0 0 1 0,0 0 9 15,0 0-6-15,0 17-1 16,0 11 5-16,0 8 5 16,-6 3-3-16,-19-3 5 15,10 0-6-15,-4-3 3 16,-2-5 1-16,2 12 3 16,-9 12 3-16,-3-4-3 15,16-8-8-15,8-16-7 16,7-4-17-16,0-7 8 15,0-13 12-15,0 0-46 16,0 0-41-16,0 0-248 16</inkml:trace>
  <inkml:trace contextRef="#ctx0" brushRef="#br0" timeOffset="167025.51">31714 2149 346 0,'0'0'126'0,"0"0"-79"0,0 0-3 0,0 0-25 15,0 0-18-15,0 0 8 16,0 0-1-16,-6 0 37 15,6 0 1-15,0 0 45 16,0 0-4-16,0 0-41 16,0 0-23-16,0 0-23 15,0 0 0-15,0 0 7 0,0 0-7 16,0 0 0 0,0 0 11-16,0 0-10 0,0 0 6 15,0 0-7-15,0 0 0 16,34-4 15-16,12-4-4 15,16 0 5-15,3 5-11 16,4-6 12-16,2 5-17 16,-9-4 10-16,-9-1-10 15,-19 2 0-15,6-5 11 16,-21 8-8-16,-7 4 2 16,-12 0-5-16,0 0-15 15,0 0-59-15,0 0-108 16,-31 0-255-16</inkml:trace>
  <inkml:trace contextRef="#ctx0" brushRef="#br0" timeOffset="175700.01">15941 14117 620 0,'0'0'191'0,"0"0"-175"0,0 0-13 0,0 0 25 15,0 0-21-15,0 0-6 0,0 0 5 16,0 0 0-16,0 0 24 16,0 0 15-16,0 15 12 15,-13 13-55-15,-2 13 8 16,2 11-8-16,1 0 1 16,-4 8 1-16,4 8-3 0,12 4 16 15,0 20-17 1,0 5 7-16,0 7-6 0,0 1 0 15,0-1 5-15,0 8-7 16,0 0 1-16,0 1-11 16,0-5 7-16,0-3-14 15,0 6 1-15,0 5 11 16,0-11-2-16,0 0 4 16,0-2-4-16,0-6 10 15,0-1-3-15,0 1 1 16,0-9 0-16,0 0 0 15,0-12 0-15,0-12-6 16,0-15 12-16,0-13-10 16,0-16 9-16,0-12-10 15,0 0 5-15,0 4-5 0,0 4 3 16,0 4 0-16,0 12 1 16,0 0 1-16,0 12-6 15,0 5 12-15,0-10-5 16,0-11 0-16,0-4-1 15,0-4 0-15,0-7 0 16,0-1-1-16,0-4 3 16,0-8-11-16,0 0 9 15,0 0-3-15,0 0-33 16,0 0 31-16,0 8 5 16,0 0 8-16,0-5 0 15,19-3-5-15,8 0-3 16,1 0-9-16,7 0 9 15,-11 4 6-15,17 1 5 0,-1 3-11 16,13 8 8 0,2-4-8-16,-2-4 2 0,6-5-2 15,3-3-5-15,3 0 3 16,16 0 4-16,12 5 10 16,6 7-9-16,22 7 10 15,6-2-10-15,6-5 5 16,1-12-8-16,2 0-6 15,-9 0 6-15,-9-16-3 16,-22 0-9-16,4 8 18 16,-7 8-12-16,0 0-2 15,-7 0-5-15,-5 19 4 16,-41-2 9-16,1-6 10 0,-13-2-7 16,-22-1-6-1,0 0 8-15,6 0-14 16,4 0 7-16,-16 0-10 0,12 0 11 15,-6-4 2-15,-6-4 0 16,0 0-1-16,0 0-1 16,0 0 1-16,0 0 2 15,0 0 11-15,0 0-5 16,0 0 0-16,0 0-10 16,7 0 4-16,21 0 5 0,-4 0-7 15,10 0 3 1,-6 0-5-16,6-28 4 0,-9-5 20 15,3 5-20-15,-15-3 23 16,14 3-21-16,-14-1 3 16,21-2-5-16,-6-10 1 15,9-11-3-15,13-8 4 16,-13-4-4-16,13-4 6 16,-4-1-8-16,-15-3 4 15,-9 5-4-15,-10 2-2 16,-6 13 4-16,-6 0-2 15,0 3 6-15,0-3-9 16,0 1 14-16,0-6-13 16,0-7 10-16,0-12-11 15,22-9 9-15,12-6-8 16,-9-9-1-16,15-5-23 0,-12-8-13 16,-22 18-10-16,-6-2 40 15,0 17 8-15,0 8-1 16,0 8 8-16,-21-5 0 15,8 9 4-15,1-4 3 16,12 0 4-16,0-5-8 16,0-11-7-16,0-12 7 15,34-4-11-15,6-1 12 16,-15 17-16-16,-3 21 8 16,-22 15 0-16,0 11 0 15,0 25 1-15,0 0 2 0,0 0 3 16,0-1 2-16,0-14-5 15,0-13-6-15,0-24-6 16,12-4 8 0,1 7-4-16,-7 9 5 0,-6 24-2 15,0 9 5-15,0 6-6 16,0 9-6-16,0 0 7 16,-13 0 2-16,-5-4-1 15,-10 4 2-15,0-4 0 16,-3 4 14-16,-3 0-8 15,-19 0 10-15,-3 0-15 16,-24 0 10-16,-26-4-11 16,-21-4 6-16,-19-12-3 15,-9 8-8-15,-6-12 11 16,15-1-7-16,7 18 34 0,2-1-15 16,13 8 5-16,-3 0-15 15,-9 0-1-15,3 12-4 16,-13 12-6-16,13-4 4 15,18 0-4-15,22-7 8 16,34-6-6-16,19 1 0 16,18-4 0-16,22 4-1 15,0 1-24-15,0-1 24 16,0-1-10-16,0 1-4 16,-6-3 15-16,-7 6 3 15,-15 1 0-15,0 1 2 16,4-2-1-16,11-6 2 0,13-5-6 15,0 0-19-15,0-8-173 16,53-28-593-16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2:51:17.8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12852 1888 231 0,'0'0'174'0,"0"0"-141"0,0 0 25 0,0 0 18 0,0 0-43 16,0 0 11-16,0 0-11 15,0 0 18-15,-34-8 4 16,28 5-13-1,6-2-11-15,-12 2-23 0,12 3 16 16,0-5-23-16,0 5 24 16,0 0-24-16,0 0 18 15,0 0-5-15,0 0 13 16,-16-4 8-16,16 0-28 16,-6-3 12-16,6 2-12 0,-6 2 7 15,6 3-10 1,0 0 16-16,-6-5-20 15,6 5 20-15,0 0-10 16,0 0-10-16,0 0 0 0,0 0-18 16,0 20 18-16,0 20 0 15,0 5-3-15,0 7 17 16,0 4-16-16,0 0 4 16,-13 4-3-16,-9-8 1 15,10-4 0-15,6-12-11 16,0-3 23-16,6-17-24 15,0-8-15-15,0-8 12 16,0 0-73-16,0 0 2 16,0 0-35-16,24 0-8 0,4 0-64 15,-9-24-157-15</inkml:trace>
  <inkml:trace contextRef="#ctx0" brushRef="#br0" timeOffset="666.32">12651 2253 162 0,'0'0'183'0,"0"0"-173"0,0 0 40 0,0 0-11 0,0 0-7 16,0 0 17-16,-6 0 13 16,12 0-13-16,0 0-2 15,9 0 9-15,20 0 8 16,2-11-32-16,3-5-14 16,22-1 12-16,-3-3-20 15,-6-4 9-15,15 4-7 16,-15-4-12-16,15-4 5 0,-9 0-5 15,3-5 4 1,-16 6-4-16,-21 10-18 16,-9 1-21-16,2 9 16 15,-18-1-25-15,6 8 27 0,-6 0-32 16,0 0 15-16,0 0-78 16,0 0-142-1</inkml:trace>
  <inkml:trace contextRef="#ctx0" brushRef="#br0" timeOffset="1296.09">12645 2270 49 0,'0'0'255'0,"0"0"-182"0,0 0 24 0,0 0-33 0,0 0-31 0,0 0 32 0,40 0-13 16,6 0 25-16,1-13-34 16,6 5 3-16,2 8-34 15,-2 0 3-15,6 0-15 16,-12 0 2-16,15 29 19 15,-10-6-21-15,-11 10 0 16,-13-1 4-16,3 0-3 16,-10-4 12-16,7-4-11 15,-9 0-2-15,-7-9 0 16,-6-2-1-16,4-1-12 16,-10 0-11-16,12-8-79 15,0-4-46-15,-5 0-150 0</inkml:trace>
  <inkml:trace contextRef="#ctx0" brushRef="#br0" timeOffset="2133.73">13680 2262 23 0,'0'0'238'0,"0"0"-199"0,0 0 22 0,0 0-7 0,0 0-19 16,0 0 22-16,0 0-5 15,0 0-4-15,0 0 8 16,0 0-8-1,0 0 41-15,0 0-47 0,0 0 0 16,0 0-37-16,0 0 9 16,16-20-12-1,30-9 12-15,7 1-10 0,0 0-3 16,-1 3-1-16,-5 2 3 16,-7 3-13-16,10 0 19 15,2 0-18-15,-5 0 15 0,12-4-13 16,-19 4-1-1,-6 0-6-15,0 4 0 16,-21 8-18-16,-1 3-13 16,-2 5-38-16,-10-4 45 15,0 4-38-15,0 0-46 0,0 0-150 16</inkml:trace>
  <inkml:trace contextRef="#ctx0" brushRef="#br0" timeOffset="2778.36">13609 2334 112 0,'0'0'95'0,"0"0"-9"0,0 0 14 0,0 0-42 0,0 0-26 15,0 0 29-15,0 0-25 16,0 0 9-16,0 0-34 15,0 0 22-15,0 0-20 16,0 0 2-16,0 0 9 16,0 0 14-16,0 0 8 15,0 0-27-15,25 0 5 16,3 0-12-16,18 0 25 0,7 0-30 16,-7 8 15-16,1 0-20 15,-1 0 7-15,1 0-9 16,-7-1 1-16,0 6-5 15,-5-1 14-15,-8-4-20 16,-8 0 16-16,3 0-10 16,-10 0 5-16,-6-4-2 15,7 0-28-15,-13 0-28 16,9-4-38-16,-3 0-22 16,-6 0-119-16</inkml:trace>
  <inkml:trace contextRef="#ctx0" brushRef="#br0" timeOffset="4628.2">14772 2069 55 0,'0'0'179'0,"0"0"-115"0,0 0 51 15,0 0-46-15,0 0-8 0,0 0-28 16,0 0 16-1,0-17-12-15,0 17-8 0,0 0 23 16,0 0 0-16,0 0-8 16,0 0-27-16,0 0 4 15,0 0-19-15,0 0 13 16,0 0-13-16,0 0 8 16,0 0-10-16,0 0-6 15,0 0 4-15,0 0-1 16,0 5 3-16,0 23 1 15,0 4 20-15,0 4-15 16,6 0 0-16,-6 4-3 0,6-4 0 16,-6-3-3-1,0-5 0-15,0 4 14 16,0-17-13-16,0 10 7 0,0-14-1 16,0 6-8-16,0-13 4 15,0 4-3-15,0-8 0 16,0 0 0-16,0 0-5 15,0 0 10-15,0 0-12 16,0 0 22-16,0-16-9 16,0-4 2-16,0-9-7 15,0-2-1-15,0-2 0 16,0 2 0-16,0-10 2 16,0 5-8-16,0 0 12 15,0 8-7-15,6 0 12 16,16 0-22-16,3-1 11 0,3 6 0 15,-4-1-3 1,4-1 3-16,6 2-5 16,-9-2 8-16,-3 14-13 0,-10 6 16 15,-5 5-16 1,2 0-5-16,-3 0 14 0,0 0-4 16,7 0-5-16,2 0 8 15,-2 0-7-15,5 16 5 16,4 1 8-16,-16 6-14 15,7 10 22-15,-7-6-17 16,-6 10 11-16,0 3-9 16,0 0 6-16,15 0 0 0,-15-3-3 15,6-10 8 1,7 1-9-16,-13-8 4 16,6-4-6-16,-6 1 5 0,6-1-7 15,4-8 10-15,2 0-10 16,0 7-2-1,-5-2-19-15,14-5 10 0,-8 4-53 16,8-9-17-16,10-3 24 16,3 0-55-16,7 0-66 15,-13-23-124-15</inkml:trace>
  <inkml:trace contextRef="#ctx0" brushRef="#br0" timeOffset="7307.42">2279 2823 316 0,'0'0'18'0,"0"0"-11"0,0 0 56 0,0 0-11 0,0 0-14 0,0 0 10 16,0 0 14-16,0 0 3 15,0 0-22-15,0 0 34 16,0 0-30-16,0 0-16 16,0 0-20-16,-9 0 16 15,2 0-13 1,7 0 1-16,0 0-6 0,0 0-4 15,0 0 14-15,0 0-17 16,0 0 30-16,0 0-29 16,0 0 20-16,0 0-23 15,0 0 14-15,-12 0-14 16,0 0 0-16,12 0 10 16,0 0-10-16,0 0 11 15,0 0-4-15,0 0 12 0,-7 0-18 16,7 0 17-1,0 0-18-15,0 0-1 16,0 0-1-16,0 0 4 0,0 0 7 16,0 0-6-16,0 0-6 15,0 0 6-15,0 0-13 16,0 0 8-16,0 0-1 16,25 0 0-16,56 0 3 15,6 0 2-15,-7 0 2 16,26-4-8-16,-32 0 16 15,19-1-13-15,10-3 3 16,-10 5-3 0,27-5 2-16,-20-1 2 0,5 6 1 15,22-5 1-15,-12 3-10 0,12 2 13 16,-6-1-8 0,-9 4 11-16,15 0-16 0,0 0 13 15,16 0-8 1,-10 0 3-16,-6 0 1 0,13-8 0 15,-20-5 0-15,-8 2 7 16,-16-6-11-16,-24 9 11 16,-17 5-10-16,-17 3 1 15,-17 0 0-15,7 0-2 16,-9 0 0-16,9 0-13 16,-16-5-4-16,-6-7-45 0,-6-4-41 15,0 8-169 1</inkml:trace>
  <inkml:trace contextRef="#ctx0" brushRef="#br0" timeOffset="207638.4">3888 6745 381 0,'0'0'21'0,"0"0"3"0,0 0 39 0,0 0-8 0,0 0 4 0,0 0-19 16,0 0 6-16,-34 0-21 15,34 0 18-15,-6 0 8 0,6 0-20 16,0 0-3-16,0 0-16 16,0 0 13-16,0 0-14 15,0 0 8-15,0 0-15 16,0 0 7-16,0 0-9 15,0 0 7-15,0 0-9 16,0 0 1-16,0 0-6 16,0 0 10-16,0 0-6 15,0 0 6-15,0 0 0 16,0 0-4-16,0 12 9 16,22-4-9-16,-4-3-1 15,4-2 2-15,-3 2 5 0,2-2-14 16,-8-3 15-1,-7 0-12-15,12 0 11 16,-2 0 0-16,-4 4 2 16,10 0-4-16,3 0 10 15,-3 0-14-15,2 5 2 0,-2-1 0 16,3 0-4-16,3-8 12 16,0 3-22-16,-10-3 18 15,10 4-7-15,-9-4 2 16,21 5 10-16,-12-2-6 15,3 2 0-15,3-2-7 16,-6 2 10-16,12-2-18 16,1-3 20-16,-1 5-17 15,-9-5 10-15,9 0-4 0,-6 3 0 16,13 1 0 0,-13 4 0-16,6 0 8 0,1 0-12 15,-1-3 10 1,-6-2-12-16,13-3 8 0,-7 0-3 15,-9 0 2 1,9 0-1-16,-12 0 0 0,0 5 2 16,-3-5-3-16,3 4 4 15,6-4-4-15,6 0 7 16,-9 0-11-16,-3 0 5 16,19 0 0-16,-13 0 3 15,6 0-1-15,-6 0 2 16,-3 0-2-16,3 0-4 15,0 0 18-15,7 0-31 0,-7 0 24 16,6 0-10-16,-9 0 1 16,9 0 0-16,-12 0-8 15,-9 0 16-15,21 0-13 16,-18 0 18-16,12 0-21 16,13 0 18-16,-7-12-17 15,6 4 10-15,13 0-3 16,-18-5 2-16,5 9 1 15,-6-4-4-15,-6 5 12 16,1-2-14-16,-4 2 12 0,9-2-12 16,0-3 7-16,1 1-4 15,5-6 0 1,-6 5 0-16,13-4 3 0,-13 4 2 16,1 0-10-16,-1 5 18 15,-6-2-20-15,6 1 16 16,1-4-12-16,-7 4 3 15,19 0 0-15,-13 1 0 16,0-2 3-16,7-3-9 16,-7 0 12-16,6 4-11 15,-11 0 21-15,17-5-25 16,-11 9 11-16,5-7-2 16,-6 7 0-16,26 0 0 15,8-4-2-15,0 4 3 16,7 0-11-16,-35 0 20 15,1 0-14-15,-1 0 11 16,-5 0-12-16,5-4 8 0,-12 4-5 16,1 0 2-16,-11 0 0 15,4 0-2-15,6 0 8 16,7 0-16-16,-4 0 20 16,12 0-18-16,-11 0 18 15,-4 0-12-15,0 0 2 16,0 0-3-16,-9 0 3 15,15 0 0-15,-12 0-4 16,12 0 13-16,-6 0-15 16,-3 0 20-16,4 0-26 15,-8 0 19-15,8 4-7 16,5 0 0-16,0-4-4 16,-9 0-1-16,10 0 10 0,-14 0-17 15,8 0 24-15,11 0-15 16,-12 0 3-16,3 0 0 15,4 0-1 1,-7 0 1-16,12 0-2 0,-5 0 9 16,5 0-16-16,-12 0 17 15,13 0-13-15,-7 0 7 16,-12 0-4-16,3 0 1 16,-9 0 1-16,-4 0 0 15,10-4 1-15,0 4-4 16,12 0 10-16,13-4-6 15,-13 4 0-15,7 0-2 0,-1-8 2 16,-11 4 4 0,5 0-5-16,-9-1 0 15,-9 5-2-15,5 0 2 0,-2 0-7 16,-3 0 14-16,-3 0-15 16,21 0 16-16,-6 0-11 15,0 0 4-15,6 0-1 16,-2-11 1-16,-11 7-1 15,1 4-1-15,-3 0 1 16,-3 0 1-16,-3 0 5 16,8 0-12-16,1 0 9 15,3 0-3-15,3 0 1 16,1 0-1-16,5 0 0 16,6 0-5-16,-5 0 0 0,-7 0 10 15,-9 0-11-15,3 0 15 16,6 0-17-16,-3 0 10 15,-3 0-2-15,-1 0 0 16,14 0 2-16,-1 0-11 16,-15 0 22-16,3 0-22 15,-3 0 17-15,15 0-11 16,0 0 6-16,0 0-1 16,1 0-2-16,5 0-10 0,1 0 8 15,-1 0 2 1,1 0-6-16,-13 0 10 0,12 0-8 15,-11 0 8 1,-1 0-7-16,-6 0 5 16,-4 0-2-16,-2 0 0 0,3 0 3 15,15 0-10-15,-6 0 17 16,7 0-21-16,-13 0 26 16,-4 0-22-16,4 0 14 15,-9 0-14 1,3 0 8-16,-4 0-1 0,10 0 0 15,6 0 5-15,3 0-12 16,13 0 13-16,-4 0-12 16,1 0 12-16,0 0-12 15,-7 0 3-15,0 0 2 16,13-8 1-16,-19 8 0 0,6 0-4 16,1 0 11-16,-1-13-14 15,-9 13 18-15,3-7-20 16,0 3 12-16,0 4-6 15,-3 0 2-15,19-8 1 16,9 4 0-16,-13-4-8 16,22-5 6-16,-21 13 2 15,-1-7-3-15,1 3 14 16,-7-5-20-16,-15 9 9 16,9 0 0-16,0-11-2 15,-6 11 2-15,-3-8-1 16,15-4 6-16,-12-1-13 15,25 2 14-15,-7-9-16 0,-11 7 19 16,5-2-17-16,0-1 8 16,-15-1 0-16,15 6 0 15,-12-6 2-15,6 1-4 16,7 0 7-16,-10 0-12 16,3 1 16-16,0-2-9 15,0-3 0-15,-9 4-4 16,3-8 3-16,12-1 2 15,-12 2-1-15,3-1 4 16,-9 4-7-16,12 0 8 16,-16 4-6-16,4 0 2 15,3-4-2-15,-3-1 2 16,2-2-1-16,4 6 0 0,-9-7 0 16,3 16-7-16,-10-4 15 15,-12 4-15-15,0-4 20 16,12-9-13-16,-12 18 0 15,16-5 0-15,-10-4 5 16,0 4-5-16,-6-4 1 16,0 8 6-16,0-4-10 15,0 0 8-15,0-4-2 16,0 8 3-16,0-4-8 16,0 0 2-16,-6-5-2 15,-16 10 1-15,4-5 2 16,-10 0 0-16,9 4 6 15,-9-4-9-15,4 0 15 0,-4 0-15 16,0 4 5-16,9 0-3 16,-3-5 1-16,4 9 0 15,-4 0-2-15,3 0 3 16,-15 0-6-16,16 0 8 16,-16 0-6-16,15 0 5 15,-15 0 4 1,0 0-5-16,0-3-2 0,0-2 0 15,-7 5 8-15,4 0-17 16,-19 0 18-16,10 0-20 16,-13 0 12-16,19 0-9 15,-7 0 16-15,7 0-11 0,-7 0 3 16,7 0 0 0,0 0-6-16,-1 0 12 15,13-3-4-15,-12-2 4 0,9 2-5 16,-3-9 9-1,-13 7-16-15,20-3 6 0,-14 5 0 16,16-5 3-16,-2-1 2 16,-1 9-10-16,3-3 15 15,-3-2-20-15,0 5 17 16,-3 0-14-16,-9 0 2 16,-7 0-1-16,1 0 6 15,5 0 0-15,1 0-2 16,6 0 10-16,6 0-7 15,-3 0-1-15,-3 0 3 0,0 0 2 16,-6 0-8-16,-1 0 3 16,1 0 0-16,6 0-2 15,3 0 2 1,-25 0 0-16,31 0 5 0,-21-3-8 16,-1 3 12-16,-2 0-10 15,2 0 1 1,-6 0 0-16,1 0-3 0,11 0 3 15,-5 0-1-15,12 0 10 16,0 0-15-16,3 0 16 16,-19 0-20-16,25 0 16 15,-15 0-9-15,6 3 3 0,-7 2-4 16,-5-5 4-16,6 0 0 16,-13 0-2-1,13 0 17-15,-7 3-24 0,7-3 23 16,-1 0-21-1,-11 0 13-15,11 9-10 0,7-9 4 16,-12 3 0 0,6 2-5-16,-1-2 10 0,1 2-13 15,-7-5 16-15,13 3-20 16,-6-3 18-16,15 0-11 16,-9 0 8-16,0 0-5 15,-6 0 2-15,15 0 0 16,-9 0-3-16,-7 0 8 15,1 0-15-15,6 0 16 16,0 0-19-16,3 0 17 16,3 0-4-16,0 0 0 15,3 0-1-15,-9 0-1 0,6 0-15 16,3 0 12-16,-2 0 5 16,-1-3-5-16,-10-5 10 15,4 0-8 1,-6-1 3-16,-6 6 0 0,18-5-6 15,-13-5 15-15,7 5-19 16,-6-4 21-16,27 4-25 16,-5 5 28-16,-10 3-23 0,9 0 20 15,-21-9-13 1,12 9 2-16,16-4 0 0,-16-4-4 16,9 1 9-1,-15-1-14-15,0-1 18 0,0 5-18 16,9 0 19-16,-9 0-14 15,12 0 5-15,-3 1-1 16,-2-2 1-16,2 2 1 16,-16-6-4-16,7 5 4 15,0 0-14-15,-6 0 24 16,6 0-20-16,3-1 12 16,-9 2-4-16,-1 3 0 15,7 0 0-15,0 0 0 0,0-4 7 16,15 0-12-1,-2 4 13-15,-10 0-16 0,9 0 13 16,-3 0-17 0,3 0 3-16,4 0 8 0,-4 0-3 15,10 0 4-15,-16 0-5 16,9 0 16-16,-15 0-15 16,15 0 13-16,-8 0-17 15,-14 0 9-15,1 0-2 16,6 0-1-16,0 0 2 0,15 0 1 15,-9 0 5 1,3 0-10-16,-9 0 14 16,0 0-18-16,0 0 22 15,3 4-18-15,3 0 10 16,0-4-7-16,-3 3 1 16,3-3 0-16,-6 5-5 0,-6-5 15 15,0 4-19 1,-1 0 22-16,1 0-16 0,9 0 6 15,-3 0-4-15,0-4 1 16,-19 5 0-16,0-2-1 16,-9 2 0-16,10-5-10 15,11 3 22-15,7-3-21 16,3 0 22-16,-18 0-24 16,18 0 14-16,-4 0-2 0,1 0 0 15,-12 0-3 1,-1 0 2-16,7 0 2 15,0 0-5-15,-7 4 11 16,7 0-11-16,0-4 10 16,-7 4-10-16,13-4 4 0,-13 0 0 15,13 0-2-15,3 0 7 16,-9 4-11-16,-6 0 17 16,11-4-22-16,8 0 16 15,-8 5-10-15,11-2 5 16,2-3 0-16,3 0 0 15,-9 0-13-15,4 0 7 16,2 0 12-16,3 0-16 16,-2 0 23-16,2 0-20 0,-3 0 10 15,4 0-4 1,-4 0 1-16,3 0-3 16,-2 0 0-16,8 0-6 15,-5 0 4-15,2 0 5 16,-9 0-7-16,10 0 12 0,-10 0-10 15,-9 0 6-15,12 0-6 16,-15 0 4-16,15 0 1 16,-6 0-2-1,16 0 7-15,-22 0-6 0,21 0 13 16,-5 0-19-16,-4 0 12 16,-6 0-7-16,3 0 2 15,-2 0 0-15,2 0-2 0,-9 0 8 16,0 0-14-16,-7 0 17 15,1 0-10-15,0 8 2 16,5 0 0-16,-2-8 1 16,16 4-2-16,8-4 0 15,-15 0 0-15,10 0-8 16,-10 0 16-16,9 0-16 16,4 4 15-16,-10-4-16 15,3 0 18-15,-3 0-22 16,4 0 12-16,-7 0-5 15,3 0 3-15,-9 0 3 16,-7 0-8-16,-5 0 9 16,-1 0-2-16,7 0 2 15,6 0 0-15,0 0 0 16,-13-4-1-16,1-4 16 16,-1-4-14-16,1 0-4 15,6 4 0-15,15 4-4 0,-9 4 12 16,6-7-9-16,3 2 3 15,-3 2 0-15,0 3-4 16,-6 0 4-16,15 0-5 16,-15 0 17-16,16 0-19 15,-10 0 16-15,15 0-14 16,-8 0 12-16,-4 0-14 16,-3 0 5-16,3 0 2 15,4 0-6-15,2 0 3 16,-3 0-5-16,4 0 12 15,-4 0-14-15,9 0 20 16,-8 0-9-16,2 3-1 16,-9 9-3-16,10-4 0 15,-10 5 3-15,15 2-6 0,1-7 13 16,-10 5-14-16,16-5 20 16,-6-5-27-16,-4 5 29 15,10-4-34-15,0 1 13 16,6 3 6-16,-6-5 4 15,-7 2-1-15,13 3-3 16,-9-5 8-16,3-3-13 16,6 12 19-16,0 1-28 15,-7 2 17-15,1 1-5 0,-6 5 2 16,-4-1 0 0,4 8-2-16,6-12 6 0,0-8-12 15,-1 4 18-15,7-4-17 16,0 4 14-16,0 12-9 15,-9-4 2-15,-3 0 0 16,5 4 4-16,-5 4-4 16,3-15 0-16,9 2 7 15,0-7-9-15,0 0 11 16,0-3-15-16,0 3 12 16,0-1-12-16,0 1 6 15,0 0-5-15,-6 0 4 16,-1 4 2-16,7 1-2 15,-12 3 12-15,6-4-19 0,-10-1 11 16,10 6-6 0,-6-1 1-16,-1-5 2 15,4 6 4-15,-4-1-4 0,7-8 0 16,6 4 7-16,0-1-19 16,0 2 13-16,-6-5-2 15,6 4-8-15,0 0 6 16,0 0-1-16,0 0 4 15,0 0-1-15,0 0 8 16,0-3-17-16,0 2 21 16,0 1-13-16,0-4 8 15,0 5-12-15,0-2 10 16,0 6-7-16,0-6 3 16,0 1-5-16,0 1 0 0,0-5 8 15,0 0-16-15,12-5 23 16,-5 9-18-16,8-4 16 15,-15 0-13-15,13-3 5 16,-13 7 0-16,12-4 0 16,-6 12 6-16,4-9-13 15,2 2 14-15,0-1-16 16,1 0 22-16,2-5-24 16,-2 6 11-16,-1-13 0 0,10 8-10 15,-4-8 5 1,4 0 0-16,3 0 10 0,-3 0-13 15,-10 0 16-15,3 0-16 16,-8 0 21-16,-1 0-16 16,6 4 3-16,1 4 0 15,2-8-2-15,-2 0 3 16,8 0-6-16,-8 0 9 16,-7 0-11-16,6 0 14 15,-6 0-10 1,4 0 10-16,-4 0-7 0,0 0 0 15,0 0 2-15,1 0-6 16,-1 0 12-16,3 0-14 16,-9 0 14-16,0 0-14 0,0 0 11 15,0 0-6 1,6 0 1-16,0 0 0 0,1 0 0 16,-7 0 1-1,0 0-7-15,0 0 15 0,0 0-18 16,0 0 17-16,6 0-16 15,6 0 8-15,4 3-1 16,-10-3-13-16,13 5 3 16,-4-5-20-16,4 0-76 15,2 0-109-15,-21 0-307 16</inkml:trace>
  <inkml:trace contextRef="#ctx0" brushRef="#br0" timeOffset="-120794.24">2958 9015 234 0,'0'0'214'0,"0"0"-89"0,0 0-122 0,0 0-3 0,0 0 23 0,0 0-2 0,0 0-15 16,0 0 28-16,0 0 5 15,0 0 39-15,0 0 4 16,0 0-53-16,0 0-7 0,0 0-19 15,0 0 12-15,0 0-13 16,0 0 24-16,0 0-16 16,0 0 26-16,0 0-10 15,0 0-1-15,0 0-5 16,0-4-17-16,0-28 2 16,0-16 7-16,68-20-6 15,19-8-2-15,34-9 9 16,25 1-12-16,21-1 1 15,29-3 6-15,24 1 0 16,-13 2-11-16,14 9 15 16,-42 16-20-16,-51 27 12 15,-23 25-8-15,-37 8-2 0,-21 0-11 16,-7 13 10 0,-6 15 3-16,0 3-4 0,-9 2-3 15,3-1-13-15,6-8-58 16,-15-8-90-16,2-16-268 15</inkml:trace>
  <inkml:trace contextRef="#ctx0" brushRef="#br0" timeOffset="-120128.3">5104 8024 438 0,'0'0'280'0,"0"0"-280"0,0 0 3 0,0 0 2 0,0 0-1 16,0 0 2-16,62 0 47 0,-22 0-31 16,-21 0 7-16,-4 0 11 15,-15 0-7-15,0 0 3 16,0 5-7-16,0 18 24 16,0 13-31-16,-40 13 10 15,-28 7-17-15,9 0-6 16,-3-4-1-16,21-16-7 15,23-15-1-15,12-9-23 16,6-12-2-16,0 0-97 0,12 0-83 16,22 0-2-1</inkml:trace>
  <inkml:trace contextRef="#ctx0" brushRef="#br0" timeOffset="-103009.22">1476 13054 3 0,'0'0'57'0,"0"0"46"0,0 0-40 0,0 0 5 16,0 0 3-16,0 0 6 0,0 0-20 16,0 0 6-16,0 15-14 15,0-15-12-15,0 0 0 16,0 0-19-16,0 0 33 16,0 0-37-16,0 0 18 15,0 0-16-15,0 0 26 16,0 0-15-16,0 0-4 15,0 0-9-15,0 0-10 16,0 0-1-16,0 0 6 16,0 0 0-16,0 0-7 15,0 0 4-15,0 0 7 0,0 0-13 16,0 0 0 0,0 0 0-16,0 0 10 0,0 0-6 15,0 0 16-15,0 0-18 16,0 0 6-16,0 0 0 15,0 0-1-15,0 0-2 16,0 0-2-16,0 0 0 16,0 0 2-16,0 0-10 15,0 0 13-15,0 0-12 16,0 0 15-16,0 0-20 16,0 0 13-16,0 0-8 0,0 0 4 15,28 5 0-15,-10-5 0 16,10 0 9-16,-9 0-19 15,3 4 25 1,2-4-31-16,-2 0 28 0,25 8-14 16,-23-8 4-16,32 0 0 15,-9 0-2-15,-7 0 10 16,13 0-16-16,-25 0 19 16,-3 0-22-16,2 0 18 15,-8 0-12-15,3 0 3 16,-4 0 0-16,10 0 1 15,6 0 2-15,-3 0-6 16,16 0 12-16,-19 0-17 16,6 4 16-16,-9-4-16 15,-4 0 17-15,7 0-14 16,-3 0 5-16,-12 4 0 0,8-4-4 16,-8 3 11-16,15-3-13 15,-4 0 14-15,10 5-12 16,-6-5 8-16,-9 0-8 15,3 0 3-15,-4 0 1 16,4 0 0-16,3 0 4 16,3 8-10-16,6-4 18 15,0-4-26-15,-9 4 31 16,9-4-26-16,-6 0 14 0,-3 0-9 16,9 0 4-1,-16 0 0-15,4 0-5 0,-3 0 14 16,2 0-16-16,-2 0 14 15,-4 0-14-15,16 0 18 16,-9 0-11-16,-3 0 0 16,2 0-1-16,-2 0-3 15,3 0 8-15,2 0-12 16,11 0 21-16,-1 0-17 16,-6 0 15-16,3 0-20 15,-16 0 16-15,16 0-11 16,-15 0 4-16,18 0 0 15,-16 0-2-15,10 0 4 16,-3 0-9-16,3 0 18 16,-9 0-11-16,8 0 2 15,8 0-4-15,-17 0-4 0,10 0 6 16,-16-4 0 0,10 0 2-16,-9-4-12 0,-1 8 23 15,10-5-21-15,-4 2 20 16,10-1-24-16,-3 0 19 15,-3-4-7-15,12 4 3 16,-9-4 0-16,9 3-6 16,0-2 11-16,6 3-19 15,-6 0 24-15,3-4-19 16,-2 8 12-16,-1-5-12 0,0 2 12 16,-9-2-6-16,-4-6 0 15,7 11 0-15,-3-9-5 16,3 6 17-16,6 3-26 15,-9 0 28-15,21-5-17 16,-12-3 5-16,1 8-2 16,-1-3 0-16,-10-2 1 15,11-2-6-15,-1 7 13 16,-10 0-19-16,11 0 22 16,5 0-22-16,-6 0 22 15,6 0-16-15,-6 0 5 16,-3 0 0-16,4 0-1 15,-8-5 1-15,-2 5-7 0,-3 0 17 16,-10 0-23-16,10-3 32 16,-3 3-29-1,2 0 16-15,-2 0-12 16,9 0 6-16,-3 0 0 0,3 0 0 16,0 0 4-16,-4-5-19 15,4 5 30 1,-15-3-24-16,8-5 21 15,-8 8-23-15,-1 0 11 0,16 0 0 16,-22 0 0-16,22 0 5 16,3 0-16-16,-3 0 26 15,6 0-28-15,-9 0 26 16,9-5-26-16,-6 5 10 16,-16-4 3-16,10 0-5 0,-10 4 9 15,-5 0-11 1,5-4 14-16,-3 4-21 15,4-3 27-15,-1-2-19 0,10 2 8 16,3-2-4-16,3-3-3 16,-4 0 5-16,11 1-5 15,-8-6 3-15,-8 5 1 16,-3 0-3-16,-4 4-7 16,-6-4 17-16,7 8-7 15,-4-3 1-15,-9-2 0 16,6 5-4-16,0-4 10 15,0 0-15-15,1-4 15 0,-1-4-19 16,16 0 11 0,-10-4-7-16,0 0 15 0,-12 0-6 15,16 7 0-15,-16-6 5 16,0-1-5-16,0-8 2 16,0-4-8-16,0-8 21 15,0 8-30-15,0-13 11 16,0 2 4-16,0-6 5 15,0 1-5-15,0 0 0 16,-22 3-1-16,4 5 1 16,-4 5 1-16,16-2 1 0,-13 2 8 15,4-2-7 1,-4-3-3-16,7 0-8 0,2 0-1 16,-2 4 4-16,-1 8 0 15,1 0 10 1,-10 4 1-16,16-1-2 0,-6-2 2 15,2-1-4 1,10-1-4-16,-6 2-3 0,6 2-4 16,0 6 0-16,-6 10 9 15,6 2-2-15,0 3 10 16,0 0-7-16,0 0 15 16,0 0-22-16,0 0 14 15,0 0-8-15,0 0 1 16,0 0 5-16,0 0-10 15,-12 0 11-15,-10 0-14 16,-9 0 9-16,-9 0-14 16,-7 0 13-16,-3 0-1 0,-2 0 2 15,5 0 1 1,1 0-2-16,-7 0 9 0,7 0-15 16,-16 0 16-16,15 0-18 15,0 0 23-15,1 3-25 16,-1 5 9-1,1-8 0-15,-16 12-1 0,-3-4 1 16,-10-3-6 0,17 11 13-16,-5-4-14 0,5-4 16 15,11-5-10-15,-15 5 2 16,3 1-1-16,-6-1 0 16,-3 0 1-16,9-5-1 0,-3-3 4 15,9 0-9 1,-6 0 10-16,-9 0-15 0,9 0 26 15,-9 0-26 1,-6 5 16-16,2-5-9 0,4 8 3 16,0-4 0-16,9-4-5 15,6 0 5-15,-9 0-10 16,16 0 17-16,-1 0-19 16,1-4 23-16,-7-4-14 15,0 0 3-15,7 0 0 16,-16 3-1-16,15 2 9 15,1-6-19-15,5 1 25 16,7 5-26-16,9-2 24 16,-9-10-24-16,0 7 4 15,-12-5 3-15,12-7-5 16,-7 17 10-16,1-5-5 0,-7-5 16 16,7 13-22-1,9-4 25-15,-9 0-22 0,18-3 12 16,10 7-8-16,-16 0 4 15,9-5-8-15,-9 2 2 16,-12-2 12-16,0 5-7 16,6 0 15-16,-4 0-24 15,17 0 21-15,-7 0-22 16,-9 0-1-16,2 0 5 16,8 0 4-16,-8 5-7 15,-17 3 7-15,-1-1 6 0,0 1-18 16,-3 0 25-16,32 5-20 15,2 2 13 1,-3 9-13-16,3 12 10 0,4 5-8 16,-4-1 4-16,-12-4-20 15,15-16 17-15,1 4-1 16,-10-4 3-16,22 4 10 16,-22 1-7-16,3 2 2 15,-3 1 0-15,6 5-1 16,-9-5 7-16,10 8-13 15,14-8 15-15,-11 0-24 16,2-4 32-16,4-1-26 0,6 2 13 16,0-5-3-1,6 9 0-15,0-6-4 0,0 13 4 16,0-8 0-16,0 9-7 16,0-14 19-16,0-3-18 15,0-4 13-15,0-8-9 16,0 1 2-16,-10 7 0 15,-8-8 6-15,-16 4-3 16,9 7-6-16,3-14-104 16,-3-5-201-16</inkml:trace>
  <inkml:trace contextRef="#ctx0" brushRef="#br0" timeOffset="-94949.02">10753 6861 376 0,'0'0'141'0,"0"0"-139"0,0 0 54 0,0 0-5 0,0 0 8 0,0 0 2 0,0 0-27 0,0 0 2 0,-40 0-3 0,27 0 24 15,7 0-31-15,-15 0 44 16,-4 0-54-16,25 0-6 16,-28 0-2-16,28 0-5 15,-13 0-2-15,13 0 8 16,0 0-5-16,0 0 5 16,0 0-6-16,0 0-1 15,0 0-4-15,31 4-4 0,56 9 6 16,40-13 11-16,28 0-9 15,13 0 15 1,18-20-14-16,15-13 9 0,-27 5-3 16,-28 4-11-16,-19 12 2 15,-25 0-25-15,-15 8 4 16,-6 1-29-16,-22-2 11 16,-13 5-33-16,-40 0-117 15,-6 0-334-15</inkml:trace>
  <inkml:trace contextRef="#ctx0" brushRef="#br0" timeOffset="-94314.41">11113 7061 387 0,'0'0'95'0,"0"0"-9"0,0 0-7 0,0 0-29 0,0 0 8 15,0 0-21-15,0 0 8 16,28 0-1-16,31 0 22 15,9 0-27-15,19 0 30 16,12 0-20-16,9-11-13 16,-8-9-4-16,-14 8-17 15,-11-4-13-15,-7 11 4 16,-21 2-12-16,-7 3-21 16,-15 0-2-16,-4 0-62 15,-14 0-61-15,-7 0-249 0</inkml:trace>
  <inkml:trace contextRef="#ctx0" brushRef="#br0" timeOffset="-72718.04">20046 4114 162 0,'0'0'180'0,"0"0"-161"0,0 0 18 0,0 0-18 0,0 0-8 0,0 0 2 16,0 0 9-16,0 0-11 15,0 4 58-15,-9 0-3 16,9-4 31-16,0 0-21 15,0 0-26-15,0 5-21 16,-7-2-19 0,7 2 14-16,0-2-23 0,-6 1 6 15,6-4 5-15,-6 4-7 16,6 5-2-16,-22-1 22 16,22 0-17-16,-6 7 4 0,-6 1-9 15,12 4 5 1,-13 4-6-16,4 4 8 0,9 0-17 15,-6 1 16 1,6 3-15-16,-6 0 15 0,6 0-9 16,-7 4 0-16,-5 4 2 15,6 0 7-15,-4 1-8 16,4-5 17-16,-6 8-13 16,-10-8 12-16,22 0-12 15,-12-4-1-15,-1-4-4 16,1-4 0-16,-4 8 6 15,10-4-5-15,-6 0 9 0,6-4-3 16,-10 1-4 0,16-5 7-16,0 4-18 0,-6 4 15 15,0 3-7 1,0-3 0-16,6 1 1 0,0-5-2 16,-7 0 4-16,7 0-6 15,-15-4 13-15,15 13-18 16,0-10 16-16,-6 10-11 15,-1-2 6-15,1-10-3 16,6-10 0-16,-6-2 5 16,6-9-13-16,0 0-12 15,0 0 11-15,0 0-73 16,0-25 5-16,0-22-132 0,0-9-187 16</inkml:trace>
  <inkml:trace contextRef="#ctx0" brushRef="#br0" timeOffset="-71817.86">20083 4194 198 0,'0'0'182'0,"0"0"-137"0,0 0 52 0,0 0-47 0,0 0 0 0,0 0-8 0,0 0 22 15,0 0 16-15,0 0-42 16,0 0 6-16,0 0-19 16,0 0 8-16,9-12-28 15,-9-4 3-15,7-8-3 16,-1 0-2-16,12 0 5 15,4 0-3-15,-3 0 8 16,2 0-10-16,4 8 5 16,3-1 9-16,0 6-32 0,3-5 23 15,19-4-10 1,-26 3 2-16,23 1 0 0,-19 5-6 16,-3 7 3-16,3 4-4 15,-7 0-11-15,-8 0 16 16,5 0-17-16,4 4 14 15,-3 12-3-15,2 0 8 16,-21-1-1-16,13 2 9 16,-13 7-16-16,0 0 16 15,0 4-20-15,0 4 29 16,0 8-19-16,-13 0 6 16,-21 1 10-16,-6-2-5 15,0 2 12-15,-13-5-2 16,-9 8-11-16,-3 0 20 15,-16 0-28-15,-6 4 18 0,-6-7-15 16,0-2 15 0,-3-6-3-16,31-10-12 0,-3 6-1 15,28-9-2-15,-1 8 0 16,10-8-35-16,10-4 12 16,2-16-24-16,-9 0-140 15,3 0-377-15</inkml:trace>
  <inkml:trace contextRef="#ctx0" brushRef="#br0" timeOffset="-69305.43">20471 5582 349 0,'0'0'54'0,"0"0"21"0,0 0-26 0,0 0-11 16,0 0-34-16,0 0 4 16,0 0-3-16,-25-8 20 15,25 8 23-15,0 0 5 16,0-4-3-16,0 4-44 16,0-9 14-16,0 2-20 15,0-5 33-15,0 0-24 16,0-8 13-16,12-1-13 15,10-7-1-15,-3 9-2 16,-7-6-2-16,10-3-8 16,-4 17 11-16,4-9-1 0,-10-1 1 15,10 1-7-15,-3 1 5 16,2-6-3-16,-2 1-2 16,0-4 3-1,2 5-9-15,-14 2 15 0,-1 9-4 16,-6 4-2-16,0-4 8 15,0 4-2-15,0-4-13 16,0 0 9-16,0 3-8 16,0-2 3-16,0 6 0 15,0 2-1-15,0-5 10 16,0 8-18-16,0-9 19 16,0 6-20-16,0 3 5 0,0-5 4 15,0 5 0 1,0 0-9-16,0 0 4 15,-6 0 4-15,-7 0-11 0,-2 0 18 16,8 0-12-16,-5 0 14 16,12 0-17-16,-6 8 7 15,0 9-11-15,-1 2-5 16,-8 2-16-16,9-1 21 16,6-8-3-16,-13 4 7 15,13-12 11-15,0 8-9 16,0-12 8-16,0 17-1 15,0-2-1-15,0 6 0 16,0-2-2-16,0 1-25 16,19-3 10-16,-4-9 0 0,-2 11 13 15,-7-7 5-15,6 1-1 16,-5-2-3 0,8 9 3-16,-2 1-1 0,-7-6 6 15,9 2-6 1,-9-6 8-16,1 5-12 0,11-3 11 15,-12 7-9-15,4-4 5 16,-4-4-1-16,-6 0-1 16,0-4 2-16,0 0 26 15,0 0-19-15,0 4 23 16,-47 4-15-16,-8 4-15 16,8-4 0-16,-6 0-3 0,7-8-49 15,6-4-20 1,21-4 21-16,19 0-344 15</inkml:trace>
  <inkml:trace contextRef="#ctx0" brushRef="#br0" timeOffset="-67690.2">21072 5434 130 0,'0'0'68'0,"0"0"-4"0,0 0-26 0,0 0 17 15,0 0-19-15,0 0 40 0,-12 0-5 16,12 0-18-16,-6 0-2 16,6 0 4-16,0 0 9 15,-7 0-25-15,7 0-4 16,0 0-17-16,0 0 14 0,0 0-29 16,0 0 27-1,-6 0-14-15,6 4-4 0,0 3 6 16,0 6-10-1,0 3 13-15,0 8-13 16,-6-4 6-16,6 4-11 0,0 4 9 16,0 1-10-16,0 7-4 15,0-8-1-15,0 3-6 16,-15 2-30-16,2-9-41 16,1-1-118-16,-4-15-187 15</inkml:trace>
  <inkml:trace contextRef="#ctx0" brushRef="#br0" timeOffset="-66273.48">21429 5209 37 0,'0'0'51'0,"0"0"7"0,0 0-29 0,0 0-12 0,0 0 14 0,0 0 5 0,0 0 19 16,0 0-4-16,0 0 36 15,0 0-16-15,0-3-11 16,0 3-53-16,0 0 7 16,0-5-9-16,0 5-3 15,0 0 16-15,0 0-2 16,-6 0 30-16,6 0 12 16,0 0 23-16,0 0-55 0,0 0 15 15,0 0-20 1,0 0-4-16,0 0-6 0,0 0-9 15,0 0 26-15,0 0-25 16,0 0 44-16,0 0-43 16,0 0 31-16,0 0-33 15,0 0-2-15,0-3 0 16,0-6 0-16,0 5 0 16,0-4 1-16,12-4-9 15,28 12 16-15,-6-8-16 16,-3 8 16-16,10 0-19 15,-7 0 11-15,6 0-6 16,-12 0-3-16,-9 16-16 16,-7 9 2-16,-12-2-1 15,0 9 21-15,0 0 6 0,0-3-13 16,0-6 18 0,0-2-8-16,-6-9 3 0,0-4 2 15,-1-5-10-15,7-3 10 16,0 0-13-16,0 0-11 15,0 0 15-15,0 0-12 16,0 0 9-16,0 0 8 16,7 8-1-16,-1 9 0 15,0-6-1-15,-6 6-6 16,0 2 14-16,0 6 15 0,-12 7-21 16,-29-8 22-1,-11 3-15-15,-1-6-6 16,6-9-1-16,13-4-1 15,13-8-8-15,-4 0-22 0,19 0-49 16,-10 0-196-16</inkml:trace>
  <inkml:trace contextRef="#ctx0" brushRef="#br0" timeOffset="-62627.79">9215 15930 307 0,'0'0'29'0,"0"0"-7"0,0 0-15 0,0 0 12 0,0 0 6 0,0 0 49 15,0 0-41-15,0 0 0 16,0 0 1-16,0 0 18 16,0 0-35-16,0 0-14 15,0 0 2-15,0 0-5 16,0 0 9-16,0 0-2 15,0 0 30-15,28-17-5 16,-3-2 30-16,9-14-20 16,0 9-5-16,6 0-27 15,-12 16-9-15,13-4-2 16,-10 3 0-16,3 6-11 16,-13 3 18-16,-2-8-19 15,0 8 8-15,-4 0 4 0,10 0-7 16,3 0 5-16,0 0 0 15,3 11 6-15,3 14-6 16,-6-5 9-16,6 1-16 16,-15-2 18-16,8-2-12 15,-2-2 4 1,-3-7-2-16,-3 5 2 0,8-2 0 16,1 1-3-16,10 1 9 15,-11-10-12-15,1 9 15 0,-3-4-18 16,3 0 18-1,0-3-18-15,-16-2 9 16,7 2 0-16,-3-5-2 16,-4 8-1-16,0-5 2 0,10 1 2 15,-3 1-8 1,2-2 12-16,-2-3-13 0,-7 0-3 16,4 8 10-16,-10-8-2 15,13 0 3-15,2 5-3 16,-2-5 11-1,9 0-16-15,0 0 13 0,-3 0-6 16,3 0 2-16,-4-5 2 16,4-3 1-16,-15 8-3 15,8 0 7-15,-2 0-6 16,-4 0-2-16,10 0 8 16,-9 0-9-16,9 0 13 0,-4 0-22 15,-15 0 18-15,19 0-13 16,-9 0 10-16,9 0-5 15,2 13 4-15,-8-5 1 16,3-4-7-16,-4-1 7 16,-2 5-5-16,-4-3 2 15,7 3-4-15,-4 0 4 16,10 0 4-16,-3 4 6 16,6-1-7-16,-3 2-2 15,-4-9 11-15,-2 4-18 16,3-5 11-16,-4-3-14 15,1 0 6-15,3 5 0 16,5-5 0-16,-2 4 2 16,9-4 0-16,0 4 2 15,1-4-5-15,-4 0 13 0,-4 0-17 16,-14 0 6-16,15 0 0 16,-10 0-15-1,-11 0 12-15,21 0-1 0,-7 0 4 16,-2 0 0-16,9-8 9 15,-3 0-13-15,2-4 15 16,-8-1-18-16,21 2 7 16,-12-1 0-16,0 12 3 15,-3 0-1-15,3 0-1 0,6 0 6 32,-3 0-8-32,9 0 11 0,1-8-16 0,-1-8 14 15,28 8-8 1,-15-4 1-16,27 4 1 15,-21 3-2-15,-6-3 0 16,-3 8-1-16,-19 0 12 0,-3 0-18 16,0 0 18-16,-10 0-15 15,10 0 8-15,-3 0 4 16,9 0-8-16,6 0 4 16,1 0-12-16,-14 0 19 15,20 0-22-15,-1 8 26 16,-11-3-27-16,-11-2 25 15,11 2-21-15,-23-5 10 0,-6 4-2 16,10-4 0 0,-4 3 2-16,0-3-11 0,16 5 21 15,-9-5-24-15,15 3 24 16,6-3-21-16,-12 0 9 16,13 0-5-16,-10 0 0 15,3-11 5-15,-6-6-2 16,12 6 7-16,-22 2-16 15,23 9 23-15,-19-3-22 16,2-5 20-16,-8 8-15 16,2 0 5-16,17 0 0 15,-11 0 0-15,10 0 3 0,-6 0-6 16,19 0 12 0,-7 0-17-16,-6 8 23 0,-9-5-22 15,-3-3 11 1,-4 0-4-16,-2 0 0 15,-4 0 0-15,1 0-2 0,-1 0 6 16,10 0-8-16,12 0 10 16,-22 0-17-16,16 0 13 15,-9 0-4-15,3 0-3 16,-4 0 5-16,10 0 3 16,-3 0-2-16,9 0-1 15,6 0 5-15,-12 4-17 16,-3-4 18-16,-3 0-12 15,-4 0 12-15,10 0-4 0,-15 0-2 16,14 0 0-16,-8 0-3 16,3 0 10-16,-4 0-13 15,4 0 16-15,-16 0-20 16,7 0 14-16,-13 0-12 16,6 0 3-16,-6 0 5 15,6 0-1-15,3 0-3 16,-2 0 3-16,-1 0-37 15,0 0 21-15,6 0-52 16,4 0-10-16,-4-20-31 16,16 0-14-16,-28 1-172 15</inkml:trace>
  <inkml:trace contextRef="#ctx0" brushRef="#br0" timeOffset="-59929.32">22585 5273 379 0,'0'0'78'0,"0"0"-46"0,0 0 55 0,0 0-43 0,0 0 28 0,0 0-41 0,-15-8 8 0,15 8-4 0,0 0 9 16,0 0 14-1,0 0-38-15,0 0 30 16,-6 0-32-16,6 0 22 0,0 0-32 16,0 0 11-16,0 0-16 15,0 0 13-15,0 0 9 16,0 0-10-16,0 0 20 15,0 0-34-15,0 0 3 16,0 0 11-16,21 0-23 16,38 0 16-16,9 0-2 15,4 0-5-15,-4-4 0 16,-15-4-2-16,-7 8-6 0,-5 0 7 16,-14 0-35-16,-2 0 5 15,-3 0-51 1,-10 0-18-16,-12 0-120 15,0 0-111-15</inkml:trace>
  <inkml:trace contextRef="#ctx0" brushRef="#br0" timeOffset="-59127.32">22492 5024 220 0,'0'0'247'0,"0"0"-200"0,0 0 21 0,0 0 14 0,0 0-32 0,0 0 42 16,0-31-57-16,0 23 19 16,19 3-33-16,0 2 35 15,15-2-22-15,0 1-10 16,18-4 5-16,10 5-17 0,4-2 18 16,14 2-28-1,1-2 11-15,-1 5-10 0,-5-3 0 16,-16-2-3-1,-7 5-11-15,-11 0-15 0,-1-4-29 16,-12-4-36-16,-28-3-151 16,0 11-167-16</inkml:trace>
  <inkml:trace contextRef="#ctx0" brushRef="#br0" timeOffset="-31554.6">17299 1215 256 0,'0'0'180'0,"0"0"-155"0,0 0 24 0,0 0-11 15,0 0 0-15,0 0 23 16,0 0-10-16,0 0 11 16,0 0-9-16,0 0 13 15,0 0-33-15,-10 0 11 16,4 0-30-16,0 0 23 16,6 0-9-1,0 0-12-15,0 0-5 0,-6 0-8 16,6 0-6-16,0 0-2 0,0 20 2 15,0 36 6-15,-6 24-2 16,-1 20 7-16,-2 8-7 16,3-7 0-1,6-9 7-15,0-8-13 0,0-27 14 16,0-5-18-16,0-12-7 16,0-13-13-16,0-10-49 15,0-14-39-15,0-3-146 16,0-3-104-16</inkml:trace>
  <inkml:trace contextRef="#ctx0" brushRef="#br0" timeOffset="-30938.05">17103 1078 302 0,'0'0'254'0,"0"0"-249"0,0 0 66 0,0 0-14 0,0 0 15 0,0 0-12 15,221-140-36-15,-153 108-10 0,-3 12-12 16,3 7 11 0,-28 10-7-16,19 3 0 0,-18 0 3 15,5 0-16-15,-6 16 7 16,7 20 0-16,-1-8 0 15,-18 5-2-15,-15-6 2 16,-13 1-1-16,0 12 0 16,-25 17 2-16,-71 10 3 15,-10 5 2-15,-8 0 31 16,14-15-10-16,20-12-21 16,27-14 1-16,7-15-7 0,11-8 0 15,1-8-57 1,16 0 36-16,-10 0-334 15</inkml:trace>
  <inkml:trace contextRef="#ctx0" brushRef="#br0" timeOffset="-29788.17">17686 1752 327 0,'0'0'138'0,"0"0"-95"0,0 0 13 0,0 0-24 0,0 0 8 0,0 0-6 0,0-4-10 0,13 4-18 16,-13 0 35-16,0 4 10 16,18 16 1-16,-2 8-43 15,-4 0 7-15,-6 4-13 16,7-4 3-16,-13-3 2 15,0-6-6-15,0-10 14 16,0-1-13-16,0-8 5 16,0 0-5-16,0 0-1 15,0 0-2-15,0 0-8 0,15 0 8 16,4-33 4-16,21-14 5 16,13-14-6-16,3 1-6 15,3 12 2-15,-7 0 1 16,-11 16-12-16,-13 12 10 15,-4 4-4-15,-8 16-2 16,-4 0 7-16,-12 0-4 16,0 19 5-16,0 22 6 15,0-1 28-15,0-4-34 16,0-8 0-16,0-7-15 16,0-6-4-16,0 1-23 15,0 0-3-15,22-4-2 0,-3-4-41 16,9-8-61-1,-4 0-149-15</inkml:trace>
  <inkml:trace contextRef="#ctx0" brushRef="#br0" timeOffset="-29340.3">18595 1924 220 0,'0'0'309'0,"0"0"-251"0,0 0 18 0,0 0-41 0,0 0 10 0,0 0-30 16,-22 177-15-16,16-157 0 0,0 0-1 15,6-8-7-15,-7-3 8 16,7-6-34-16,0-3-69 16,0 0-181-16</inkml:trace>
  <inkml:trace contextRef="#ctx0" brushRef="#br0" timeOffset="-28620.42">18775 1592 312 0,'0'0'147'0,"0"0"-87"0,0 0-9 0,0 0-22 0,0 0-16 16,0 0 23-16,0-5 0 0,0 5-17 16,0 29-11-16,0 7 48 15,0 7-10-15,0 1-33 16,0-7 0-16,0-5-9 16,0 1 28-16,0-2-13 15,0 5 7 1,0-8-24-16,0-7 8 0,0-6-7 15,0-7-5-15,0-3 2 16,0-5-11-16,0 0 8 16,0 0-15-16,0 0 11 15,0 0 7-15,0-13 14 16,0-10-7-16,0-5-13 16,0-5 6-16,12-3-1 15,-12 0-7-15,16 4-1 16,-10-8 8-16,0 4 2 0,13 0-4 15,-13-8-10-15,9 3-16 16,-9 5-41-16,1 8-20 16,5 17-39-1,-3 2-171-15</inkml:trace>
  <inkml:trace contextRef="#ctx0" brushRef="#br0" timeOffset="-28220.45">18747 1792 233 0,'0'0'130'0,"0"0"-97"0,0 0 27 0,0 0-17 0,0 0 8 0,0 0-21 15,34 0-6-15,-12 0 18 0,2 0 19 16,10-16 21-1,1 0-46-15,11 0-5 0,7 0-31 16,-7-4 9-16,16-8-9 16,-9-16-14-1,-6 16-36-15,-13-1-41 0,-16 14 7 16,-18 15-48-16,0 0-88 16</inkml:trace>
  <inkml:trace contextRef="#ctx0" brushRef="#br0" timeOffset="-27890.32">18815 1860 344 0,'0'0'111'0,"0"0"-43"16,0 0 35-16,0 0-46 16,0 0-21-16,0 0-19 15,93 81-17-15,-81-57 2 16,-12-9-6-16,0 1-17 15,0 4 7-15,0 5-29 0,0 7-43 16,0-16-170-16</inkml:trace>
  <inkml:trace contextRef="#ctx0" brushRef="#br0" timeOffset="-26922.73">20111 1880 383 0,'0'0'165'0,"0"0"-49"0,0 0 4 0,0 0-16 0,0 0-49 0,0 0-11 0,0 36-32 16,0-11 3-16,0 14-15 16,0-6-23-16,0 3 13 15,0 0-68-15,-28 0-23 16,3-16-104-16,-3-12-97 15</inkml:trace>
  <inkml:trace contextRef="#ctx0" brushRef="#br0" timeOffset="-25642.73">21602 1695 365 0,'0'0'104'0,"0"0"23"0,0 0-56 0,0 0-8 0,0 0 23 0,0 0-32 0,-15-15 0 16,15 15-18-16,-6 0 32 16,6 0-34-16,0 0-2 15,0 0-30-15,-6 0 5 16,6 8-7-16,-7 32-10 15,7 1 10-15,0-2 0 16,0 5-1-16,0-16-6 16,0-3 4-16,0-6-9 15,0-2 11-15,0-9-1 16,0-8-1-16,0 0 6 0,0 0-5 16,0 0 2-16,0 0-39 15,0-20 35-15,-6-21-4 16,6-6-3-16,0-10 14 15,0 6-7-15,0 2-6 16,6 1 10-16,22 12-1 16,-9 12 1-16,3 7-5 15,-4 17 11-15,-5 0-12 16,14 0 14-16,14 0-6 16,-1 0 1-16,0 33-6 15,1 3-2-15,-16 8-9 16,-4 0 6-16,-15-8-14 15,-6-4 19-15,13-8-40 16,-13-4-96-16,6-20-101 0</inkml:trace>
  <inkml:trace contextRef="#ctx0" brushRef="#br0" timeOffset="-24910.77">22452 1150 481 0,'0'0'78'0,"0"0"-10"0,0 0 3 0,0 0-40 0,0 0-1 0,-22 233-24 0,22-168 11 16,0-1-11-16,0 0 3 16,0 4 19-16,0 8-11 15,0-12 9-15,0 1-22 16,0-9 15-16,0-12-13 15,0 0-7-15,0-13 1 16,0-14-1-16,0-13-20 16,0-4 3-16,0 0 10 15,0 0-39-15,0 0 31 16,0-8 13-16,0-20-5 16,0-1-25-16,0 6 29 15,0-5 4-15,0-1 5 16,0-7-5-16,-6 0-30 0,-16 0-106 15,4 8-272 1</inkml:trace>
  <inkml:trace contextRef="#ctx0" brushRef="#br0" timeOffset="-24360.14">22229 986 212 0,'0'0'180'0,"0"0"-100"0,0 0-4 0,0 0-13 0,0 0-28 16,0 0 19-16,0 0-1 16,0 0 24-16,9 0-38 15,22-8-1-15,25-24 11 0,9-12-23 16,9 8-4-1,7 4-20-15,6 4 19 0,-7 12-18 16,-14 12 0-16,-4 4 3 16,-10 0-12-16,1 0-3 15,9 7-3-15,-3 17 3 16,0 1-4-16,-13 6 4 16,1-2-14-16,-32 15 19 15,-15 4-21-15,0 8 24 16,-34 16-9-16,-65 5 4 15,-9 3 1-15,-13-8-7 16,9-11-4-16,3-10-3 16,23-2 17-16,14-13-7 15,10-8-7-15,28-12-94 0,9-13-82 16</inkml:trace>
  <inkml:trace contextRef="#ctx0" brushRef="#br0" timeOffset="-23710.22">23085 1736 405 0,'0'0'126'0,"0"0"-43"0,0 0-1 0,0 0-47 0,0 0-9 0,0 0 14 15,-7 64-10-15,7-28-3 0,0-3-21 16,0-2 1 0,0-7-3-16,0-7-8 0,0 7-5 15,0-17-7 1,0 9-20-16,0-8-29 0,0-3 1 16,0-5-105-16,0 0-171 15</inkml:trace>
  <inkml:trace contextRef="#ctx0" brushRef="#br0" timeOffset="-23550.17">23085 1736 438 0</inkml:trace>
  <inkml:trace contextRef="#ctx0" brushRef="#br0" timeOffset="-23444.16">23085 1736 438 0,'46'56'83'0,"-6"-79"-21"0,22-10 26 15,-9 0 52-15,0-11-125 0,-13 5-4 16,-12 19-3-16,-16 7-16 16,10 10-18-16,-16 3-50 15,-6 0-39-15,0 0-47 16,0 0-229-16</inkml:trace>
  <inkml:trace contextRef="#ctx0" brushRef="#br0" timeOffset="-23162.15">23078 1824 425 0,'0'0'62'0,"0"0"9"16,0 0 17-16,0 0-23 16,0 0 1-16,53 53-6 0,-19-34-40 15,0 1-8 1,-6 0-2-16,-3 1-4 0,-3-13-1 16,-10-1-2-16,16 1-3 15,-16-3-13-15,1 3 12 16,2-8-50-16,4 3-35 15,3-3-63-15,-22 0-289 16</inkml:trace>
  <inkml:trace contextRef="#ctx0" brushRef="#br0" timeOffset="5398.67">20083 8851 321 0,'0'0'52'0,"0"0"43"0,0 0 0 0,0 0-29 16,0 0-26-16,0 0 18 16,0 0-18-16,0 0 3 0,-25 0-17 15,19 0 9-15,6 0 1 16,0 0-20 0,0 0 22-16,0 0-18 15,0 0 12-15,-6 0-9 0,6 0-3 16,0 3-13-16,0-3 4 15,0 0-11-15,0 0 8 16,0 0-17-16,0 0 9 16,0 5-6-16,12 3 12 15,41 4 0-15,34-4 3 16,6 4 6-16,15-8-3 0,4-4-2 16,9 0 6-16,-13 0-12 31,4 0 7-31,-10 0-6 0,-15 0-4 15,-15 4 1-15,-17 0 1 0,17 3-3 16,-10-2-14 0,3-5 11-16,-3 3-12 0,-9-3-7 15,5 0-22 1,-2 0 6-16,-9 0-73 0,-29 0-119 16</inkml:trace>
  <inkml:trace contextRef="#ctx0" brushRef="#br0" timeOffset="7478.53">22539 8975 37 0,'0'0'88'0,"0"0"-44"0,0 0-1 0,0 0 21 16,0 0-20-16,0 0-19 16,18 0 22-16,-18 0 4 15,0 0-3-15,0 0-16 16,0 0-4-16,0 0-8 15,0 0 1-15,0 0-2 0,0 0 11 16,0 0 14-16,0 0-19 16,0 0 15-16,0 0-7 15,0 0 2-15,7 0-32 16,-7 0 8-16,0 0-7 16,0 0 11-16,0 0 9 15,0 0 0-15,0 0 7 0,0 0-5 16,0 0 2-1,0 0-20-15,0 0 17 0,6 0-14 16,9 0 20 0,10 0-5-16,15 0 3 0,41 0 3 15,12 4-9 1,28 4 1-16,6-8-19 0,0 0 23 31,-12 0-27-31,-16 0 1 0,-18 0 0 0,-28 0-4 16,-1 0-21-16,-18 0-19 15,-12 0-26-15,25 0-56 16,-16 0-68-16,9 5-269 16</inkml:trace>
  <inkml:trace contextRef="#ctx0" brushRef="#br0" timeOffset="8913.92">25364 8999 104 0,'0'0'213'0,"0"0"-117"0,0 0 1 16,0 0-58-16,0 0 17 15,0 0-12-15,-13 0-12 16,13 0-15-16,0 0 5 16,0 0 33-16,-6 0-2 0,6 0-2 15,-6 0-15 1,-7 0 14-16,13 0-22 0,0 4 7 15,0-4-19 1,0 0 4-16,0 0-6 0,0 0 1 16,0 0 8-16,0 0-20 15,0 0 13-15,0 0-10 16,0 0-12-16,0 4-2 16,53 8 8-16,18 0 5 15,32 0 13-15,8-4 2 16,10-8-9-16,22 0 2 15,-10 0-7-15,13 0 3 16,-13 0-7-16,-12 0 3 0,-12 0-7 16,-38 0 3-1,-9 0-2-15,-15 0-7 0,-23 0-12 16,-8 0-23 0,-4 0 3-16,-12 0-76 0,0 0-157 15</inkml:trace>
  <inkml:trace contextRef="#ctx0" brushRef="#br0" timeOffset="22532.19">20747 8373 192 0,'0'0'150'0,"0"0"-115"0,0 0 39 16,0 0-53-16,0 0 8 15,0 0-1-15,0 0 2 16,0 0 20-16,0 0-3 15,0 0 12-15,0 0 16 0,0 0-5 16,0 0-59-16,0 0 19 16,0 0-19-1,0 0 5-15,0 0-8 16,0 0 2-16,0 0 12 0,0 0-22 16,12 0 0-16,-6-8 2 15,16-12 5-15,3-11-6 16,15-2-1-16,0 1-16 15,1-4-6-15,5-4-2 16,1-1 13-16,-13-3 9 16,12-4-3-16,-18 1 5 15,6-18 0-15,-9 9 2 16,-3 4 2-16,-4 0-8 16,-11 8 2-16,2 8 2 0,-9-1 0 15,0 6 5 1,0 3-15-16,0 3 13 0,-28 9-9 15,0 4 0 1,-12 4-18-16,0 5 4 0,-1 3 6 16,10 0 14-16,3 0 0 15,-6 3 4-15,16 25 3 16,-10 8-14 0,21 13 5-16,1-5-10 0,6-1-70 15,0 1 30-15,0-3 15 16,0-5 20-16,34-3 8 15,7 10-3-15,-1-6 12 16,-3-1-2-16,4-5-4 16,8-3 0-16,-12 5-1 0,4-2-29 15,-13 6 21 1,-1-1 9-16,-20-4 1 0,-7 4 4 16,0 0 2-16,0 0 11 15,0 0 10-15,-28-3 40 16,3-6-18-16,-9 1 8 15,0 0-15-15,-7-7-17 16,1-1-11-16,0-8-8 16,-7-4-1-16,-5-4-22 15,-1-4-17-15,-3 0-2 16,16 0 19-16,15 0-81 16,19 0-187-16</inkml:trace>
  <inkml:trace contextRef="#ctx0" brushRef="#br0" timeOffset="25764.05">23841 5253 404 0,'0'0'133'0,"0"0"-63"0,0 0 26 0,0 0-41 0,0 0-5 0,0 0-16 0,0 0 4 0,-12 0-20 15,12 0 10 1,0-4 5-16,0-16-14 0,0-11 5 16,31-10-20-16,25 1 16 15,-4-4-16-15,-5 0 18 16,-13-8-20-1,19-9 10-15,-13-6-11 0,0-10 1 16,7-15-2 0,-13-1 0-16,-16 13-5 0,-11 12-19 15,-7 24 17-15,0 20-6 16,-13 4 13-16,-33 12-3 0,-7 0-12 16,0 8 15-1,-3 0 0-15,-2 0-30 16,5 36 14-16,-9 20 15 15,28 12-4-15,3 4 0 0,15 0 8 16,16 5-8 0,0-5 0-16,0-8 1 15,28-3-5-15,19-9 4 0,-13-1-9 16,6-2-32-16,-15-1 23 16,3-4-7-16,-22 0 12 15,-6-3 7-15,0 2 11 16,0 1 13-16,-6-3 31 15,-22 6-11-15,9-11-17 16,-2-3 6-16,8-5-22 0,-5-8 4 16,-10 0 1-16,0-8-10 15,-3-8-29 1,-10-4-112-16,35 0-257 0</inkml:trace>
  <inkml:trace contextRef="#ctx0" brushRef="#br0" timeOffset="26515.48">24771 5229 336 0,'0'0'235'0,"0"0"-161"0,0 0 15 15,0 0-18-15,0 0-34 0,0 0-34 16,0 0 18-16,0 0-7 16,0 0 16-16,0 0-1 15,0 0-3-15,0 0 15 16,0 0-34-16,0 0 4 16,0 0-9-16,0 0 5 15,0 0 0-15,0 0 5 16,0 0-11-16,0 0-1 15,0 0 0-15,0 0 3 16,0 0 15-16,0 0-14 16,0 0-4-16,0 0-7 0,0 0-47 15,0-20-97-15,0 12-150 16</inkml:trace>
  <inkml:trace contextRef="#ctx0" brushRef="#br0" timeOffset="30758.87">22840 7611 181 0,'0'0'157'0,"0"0"-143"0,0 0 71 0,0 0-37 0,0 0 23 0,0 0 2 15,0 0-5-15,152 0-29 16,-112-3 22-16,-12-10-17 15,-3 13-17-15,-10-8-1 16,-3 4-6-16,1 4 5 16,2 0-25-16,-2 0 10 0,5 0-10 15,16 0 0-15,-6 28 0 16,7 17 7-16,-17 10-2 16,4 9 1-16,-16 13-4 15,0-1 4-15,-6 9-7 16,0-5 2-16,0 0-2 15,0-8-8-15,0-11 4 16,0-9-12 0,0-13-10-16,0-14-35 0,0-14-73 15,0-11-14-15,0 0-109 16</inkml:trace>
  <inkml:trace contextRef="#ctx0" brushRef="#br0" timeOffset="31092.74">23112 8145 78 0,'0'0'483'0,"0"0"-452"0,0 0 93 0,0 0 11 0,0 0-54 0,0 0-43 15,435 0 14-15,-336-16-51 16,-12 4-2-16,-1-4-30 15,-24 3-76-15,-27 10-219 16</inkml:trace>
  <inkml:trace contextRef="#ctx0" brushRef="#br0" timeOffset="32760.08">25686 4379 35 0,'0'0'129'0,"0"0"-59"0,0 0 0 0,0 0 33 0,0 0-39 0,0 0-10 0,-81 0 14 0,81 0 2 0,-6 0-7 15,0 0 5-15,-9 0 1 16,15 0-32-16,0-4-7 15,0 4 16-15,0 0-16 0,0 0 8 16,0 0-16 0,0 0 19-16,0-4-17 15,0 4 8-15,0-4-31 16,0 4-1-16,0-4 0 0,0 0-12 16,0-9 12-16,49-2 0 15,-12-1 11-15,25 0-10 16,-15 8 14-16,-13-1-14 15,-9 9-2-15,-10 0-24 16,-15 0 4-16,0 0-19 16,0 45 18-16,0 23 22 15,0 29 3-15,0 11 7 16,-15 0-9-16,-16 4 3 16,3-11-4-16,15-14-3 0,13-18 0 15,0-21-4-15,0-16-2 16,0-12-5-16,0-8 5 15,0-12-45-15,7 0 1 16,-1 0-61 0,6 0 60-16,-12-12-46 0,0 0-59 15,0 0-143-15</inkml:trace>
  <inkml:trace contextRef="#ctx0" brushRef="#br0" timeOffset="33107.54">25379 5041 319 0,'0'0'300'0,"0"0"-241"0,0 0-18 0,0 0 76 0,0 0-30 0,0 0-17 15,394 0-10 1,-261 0-41-16,-24-12-12 15,-4-9-7-15,-30 9-9 16,-23-4-113-16,-46 16-125 0,-6 0-454 16</inkml:trace>
  <inkml:trace contextRef="#ctx0" brushRef="#br0" timeOffset="36715.67">26495 7667 281 0,'0'0'106'0,"0"0"-106"0,0 0-47 0,0 0-74 0,0 0-98 0</inkml:trace>
  <inkml:trace contextRef="#ctx0" brushRef="#br0" timeOffset="37321.75">26495 7667 230 0,'-21'-16'193'0,"21"16"-98"0,0 0-61 0,0 0-1 16,0 0-15-1,0 0 20-15,0 0-22 16,0 0-1-16,0 0 14 0,0 0 29 15,0 0 41 1,0-4-44-16,-13 4-3 16,13-3-24-16,0 3 15 0,0 0-42 15,0 0 15-15,0-5-16 16,0 2 3-16,0-5-3 16,-12 8 4-16,-4 0-5 15,-2 0 2-15,-10 0 23 16,3 0-17-16,-9 0 8 15,21 0-15-15,-8 0 0 16,-7 0 6-16,9 0-6 16,-15 28 0-16,-6 8 0 15,0-4-14-15,9 8 23 16,3 4-18-16,9-3 17 0,4 2-13 16,15 9 5-16,0-3-6 15,0 3-5-15,0-1 0 16,0-2-2-16,34-9-21 15,6-4 30-15,-6-4-24 16,6-7 25-16,-9-2 2 16,16 1-1-16,2-4 1 15,4-4 2-15,0-7-5 16,0-9-81-16,-7 0 82 16,-6-5-15-16,-5-35 18 15,-1 4 0-15,-22-4 3 0,4 4 15 16,-16 8-3-1,0 4 0-15,0 0-15 0,0 4 6 16,-28-4-6-16,-31 7-8 16,-3 9 3-1,-13 8 5-15,4 0 4 0,-10 8 6 16,7 33-8-16,15 3 1 16,13-1-3-16,5 2-7 15,35-5-13-15,6-7-174 16,0-13-90-16</inkml:trace>
  <inkml:trace contextRef="#ctx0" brushRef="#br0" timeOffset="38420.08">26762 5177 525 0,'0'0'154'0,"0"0"-84"0,0 0 35 0,0 0-74 0,0 0-25 0,0 0-4 15,0 0-4-15,0 0 4 16,0 0 14-16,0 0 12 15,0 0 9-15,0 0 1 0,0 0-31 16,0 0 13-16,0-4-18 16,0 4-2-16,0 0-19 15,0 0-35-15,-12 0 51 16,5 4-27-16,-2 8-29 16,3-3-92-16,6-9-232 15</inkml:trace>
  <inkml:trace contextRef="#ctx0" brushRef="#br0" timeOffset="39102.55">27305 5422 424 0,'0'0'105'0,"0"0"-24"0,0 0-17 0,0 0-17 0,0 0-18 16,0 0 21-16,65-157 3 0,-25 109-21 15,7-12-1-15,-1-4-25 16,-12-5 11-16,0-3-16 16,-15-3 3-16,3 9-4 15,-22-9 0-15,0 11-3 16,0 15 7-16,0 18-8 15,0 6 4-15,-16 14-4 16,-9 6-20-16,-9 5 4 16,0 0 8-16,3 0 11 15,-3 13-12-15,12 15-28 16,-3 3 14-16,10 26-17 16,3 2 2-16,5 13-33 0,7-6-2 15,0-7 14-15,0-2 10 16,0-9 30-1,41-4 19-15,11-4-38 16,1-12-46-16,-13 4-75 0</inkml:trace>
  <inkml:trace contextRef="#ctx0" brushRef="#br0" timeOffset="39166.06">27305 5422 112 0</inkml:trace>
  <inkml:trace contextRef="#ctx0" brushRef="#br0" timeOffset="39213.14">27305 5422 112 0,'285'-44'172'0,"-304"104"-12"0,-43-4-62 0,10-8-29 16,5-12-69-16,35-32-7 15,5-4-82-15,-2 0-231 0</inkml:trace>
  <inkml:trace contextRef="#ctx0" brushRef="#br0" timeOffset="40535.08">27739 4656 119 0,'0'0'368'0,"0"0"-345"0,0 0 53 0,0 0-16 0,-34-20-22 0,27 7-8 16,-14 13 2-16,14 0 2 15,-11 0 49-15,2 0-21 16,4-3 23-16,0-2-52 16,-4-2-6-16,-3 7-15 15,1 0-8-15,-4 0-2 0,-12 0 7 16,9 0-7 0,-15 0 0-16,12 15 6 0,-6 26-2 15,-13-2 4-15,1 14-9 16,6 11 3-1,-7 1-4-15,13-6-2 0,22 1 1 16,12 4-3-16,0 0-3 16,0-7-1-16,0-4 3 15,12 3-4-15,34-4 9 16,4-4-9-16,-3-1-14 16,18-6 10-16,3-5-12 15,-3 0 20-15,3-8-32 16,-9-8 29-16,-12-4-11 15,-1-11 13-15,-18-5-17 16,6 0 7-16,-9 0 1 16,15-5 15-16,-18-23 0 0,-10-8 0 15,-12-4 11 1,0-4-2-16,0 4-11 0,0-5 4 16,-34 17-4-16,-18 4 1 15,5 4 1-15,-12 9 4 16,-3-2 21-16,3 13 10 15,-3 0-18-15,3 5 3 16,0 34-19-16,-9 5 7 16,3 17-7-16,25-5 5 15,-1-12-6 1,14-12-5-16,27-12-18 0,0-12-88 16,0-4-115-16,46-4-248 15</inkml:trace>
  <inkml:trace contextRef="#ctx0" brushRef="#br0" timeOffset="41383.11">27646 4724 293 0,'0'0'11'0,"0"0"0"0,0 0 28 0,0 0 23 0,0 0-4 0,0 0 31 0,-248 161-21 15,214-138-7-15,-1 5-34 0,11 1 1 16,2 2-2 0,-3 14-24-16,10 7-2 15,-4 0 6-15,19 4 1 0,0 4-1 16,0-4-12 0,0 5 11-16,0-5-9 0,34-4 4 15,3-8-7 1,13-4 3-16,3-8-12 0,6-7 11 15,9-10-23-15,19-11 9 16,-7-4-7-16,7 0 9 16,-22-8-8-16,-3-24 15 15,-22-8 4-15,-27-4 6 16,-1 3-1-16,-12 5 5 16,0 5 13-16,0-2-1 0,-40 10 4 15,-7 2-20 1,-11 1-7-16,-17 9-28 15,1 3 16-15,2 8 17 0,-2 0 4 16,0 19 12 0,21 25-4-16,13 4 21 0,21-7-31 15,3-5-50-15,16-12-189 16</inkml:trace>
  <inkml:trace contextRef="#ctx0" brushRef="#br0" timeOffset="48879.66">28734 5546 459 0,'0'0'103'0,"0"0"-51"0,0 0 53 0,0 0-19 16,0 0-52-16,0 0 8 16,0 0-13-16,0-16 41 15,0 16 2-15,0-5-6 16,0 5-24-16,0 0-18 0,0-7-8 16,34-1-13-16,25-4 37 15,22 0-17 1,-1 0 7-16,1-1-29 15,-16 2 4-15,-3-1-5 0,-9 4-27 16,-13 0-21-16,-6 3-27 16,-21 2-1-16,-7-5-78 15,-6 0-141-15,0-9-306 16</inkml:trace>
  <inkml:trace contextRef="#ctx0" brushRef="#br0" timeOffset="49129.17">28839 5157 549 0,'0'0'305'0,"0"0"-281"16,0 0 27-16,0 0 24 15,0 0-33-15,0 0-40 16,276-4-2-16,-201-12-19 16,-10-4-32-16,-3 7-65 15,-16 2-214-15</inkml:trace>
  <inkml:trace contextRef="#ctx0" brushRef="#br0" timeOffset="52043.07">27993 994 449 0,'0'0'105'0,"0"0"-26"15,0 0 24-15,0 0-25 0,0 0-35 0,0 0 7 0,-22-16-25 0,16 16 19 0,6 0-16 16,0 0 18-16,0 0-37 0,0 0-9 16,-6 0-1-1,-7 16-3-15,-14 28 2 16,5 24 4-16,-25 12-2 0,-5 5 10 16,5 3-7-16,1-12-1 15,5-16 6-15,13-12-8 16,16-7 1-16,0-9-3 15,12-4 5 1,0-5-10-16,0-14-2 0,0-1-14 16,0-8-50-16,34 0 60 15,12 0 13-15,7 0 1 0,-13 0-1 16,1 0 2 0,-7 0-2-16,-3 0 4 0,-10 0-10 15,4 0-13 1,-9 0 2-16,-4 0-18 15,-6-12 35-15,0-8-10 0,4-4 10 16,-10 4 1-16,0-1 4 16,0 13 1-16,0 5 2 15,0 3 21-15,0 0-26 16,0 0 1-16,0 0-4 16,0 0-1-16,0 0-23 15,0 16 18-15,0 28 6 16,0 20 14-16,0 0 11 15,0-12-17-15,0 4 0 16,0-15-1-16,0-13-14 16,0 3 4-16,0-10 2 15,0-5 1-15,0-9-15 0,6-2 2 16,-6-5-83-16,25 0-92 16,-4-8-141-16</inkml:trace>
  <inkml:trace contextRef="#ctx0" brushRef="#br0" timeOffset="52673.63">28405 1266 347 0,'0'0'105'0,"0"0"-32"0,0 0 20 0,0 0-28 0,0 0-40 0,0 0 8 0,-6-28-16 16,34 9 13-16,-3 2 8 15,-3 9-3 1,12 5-21-16,-22 3-10 0,0 0-8 16,-12 0-11-16,0 28-21 15,0 16 36-15,0 16 12 16,-18 4 1-16,-29 5-11 16,1-10 0-16,6 13 1 0,5-15-6 15,23-9 7 1,3-12 4-16,9-20-5 0,0 4-6 15,0-12-5-15,40-8-1 16,34 0 9-16,1 0 14 16,5 0 5-16,1-8-12 15,-16-12 18-15,-3 0-24 16,-9-1-2-16,-19 10-21 16,-3-1-61-16,-31 4-115 15,0 3-336-15</inkml:trace>
  <inkml:trace contextRef="#ctx0" brushRef="#br0" timeOffset="53443.09">28288 2563 212 0,'0'0'221'0,"0"0"-125"0,0 0-20 0,0 0-14 0,0 0-30 15,0 0 35-15,18-25-59 16,10 6 12-16,-3-2 22 0,15-3 17 16,-6 0-31-16,25-9-11 15,9-3-12 1,-9-11-5-16,3-1 5 0,-15-9-5 16,-7 5-1-16,-21 4-49 15,-4 12 27-15,-15 12-8 16,0 7 23-16,0 10 5 15,-28 3-8-15,-12 4 11 16,-13 0 0 0,13 8-1-16,6 28-2 0,0 8-7 15,21-4 10-15,13 4-11 16,0-12-57-16,7-7 48 16,33-2 7-16,0 1-1 15,-6 1 7-15,19 14 6 0,-13-6-6 16,7 3 14-16,-13-4-8 15,-15-8 1-15,-13 4-3 16,-6-4-18-16,0 0 21 16,-25-4 17-16,-43 5 2 15,9-17 16-15,-3 3-15 16,15 1 33-16,7-7-33 16,9-5-20-16,3 0-50 15,0 0-81-15,22 0-348 16</inkml:trace>
  <inkml:trace contextRef="#ctx0" brushRef="#br0" timeOffset="53907.2">27230 3075 420 0,'0'0'138'0,"0"0"-111"0,0 0-19 0,0 0 73 0,0 0 29 0,0 0-48 16,509-11 7-16,-311-22-18 16,38-6-1-16,-10 6-13 15,-6 1-21-15,-24 12-16 16,-44 4-50-16,-38 7-40 0,-33 6-114 16,-35 3-32-16</inkml:trace>
  <inkml:trace contextRef="#ctx0" brushRef="#br0" timeOffset="54523.21">28579 3244 252 0,'0'0'44'0,"0"0"-20"0,0 0 2 0,0 0-2 15,0 0-8-15,-59 213 15 16,71-193 23-16,29-4-20 16,11-4 2-16,17-1-29 15,-1-11 6-15,3 0-4 16,-3 0-3-16,-9 0 49 0,3-11 8 16,-31-17-18-16,-3 3-37 15,-22 2 69-15,-6 2-70 16,0 9-7-1,-18 4 10-15,-22 8-9 0,-13 0 33 16,-9 0 0-16,9 28-24 16,7 13-8-16,12-10-4 15,21-3-76-15,13-12-119 16,0-16-291-16</inkml:trace>
  <inkml:trace contextRef="#ctx0" brushRef="#br0" timeOffset="55554.96">27196 765 432 0,'0'0'120'0,"0"0"-86"0,0 0 54 0,0 0-13 0,0 0-23 0,47 213-13 15,-32-169-35-15,-3-11 2 16,-12 3-6-16,0 0-15 16,0-8-39-16,0-12-31 0,0-16-99 15</inkml:trace>
  <inkml:trace contextRef="#ctx0" brushRef="#br0" timeOffset="56686.89">27329 3308 12 0,'0'0'42'0,"0"0"67"0,0 0 9 0,0 0-20 0,0 0-48 0,0 0-10 16,-6 0-15-16,6 8-5 15,-6-8-10 1,6 0 10-16,0 0 4 0,0 0 49 15,0 0 6-15,-12 0 33 16,12 4-40-16,0-4-42 16,0 0-3-16,0 0-9 15,0 0 9-15,0 0-20 16,0 0-7-16,0 0-39 16,0 0 33-16,40-12 6 15,6-4 21-15,-15 12-19 16,4 4-1-16,-8 0-1 15,-8 0 0-15,3 0 0 16,-16 0-25-16,0 0 6 0,-6 32 5 16,0 4 13-1,0 4 0-15,-6 8 1 0,-22 1 0 16,3-13 1-16,4-13-6 16,21-7-9-16,0-11-6 15,0-5-46-15,0 0 30 16,6 0 10-16,28 0 26 15,6 0 6-15,-6 0 2 16,-9 0 2-16,-3 0-5 16,-22 8-10-16,0-4 6 15,0 12-1-15,0 12 33 16,-41 16 3-16,-27 8-36 16,-3 9-2-16,-10-10-6 15,7-7-56-15,15-11-19 0,31-17-121 16</inkml:trace>
  <inkml:trace contextRef="#ctx0" brushRef="#br0" timeOffset="57337.42">27891 3336 435 0,'0'0'116'0,"0"0"-92"0,0 0 49 0,0 0-11 0,0 0 2 0,0 0 6 0,-19 13-48 16,19-13-12-16,0-5-10 15,12-7 22-15,23 0-12 16,5 0-2-16,6 9 6 16,-5 3-14-16,-7 0-7 15,-16 0-16-15,-5 0-20 16,-13 15 27-16,0 9 16 16,0 1 5-16,0-6-1 15,0-2-4-15,0-1 1 16,0-5-1-16,0 1 0 0,0 1 0 15,15-2-8 1,10-2 7-16,-3 2-2 0,-4-3-1 16,-2 1 2-16,-16 2-8 15,0 14-4-15,0 2 14 16,-16 6 0 0,-49 11-4-16,-9-4 9 0,9 0-16 15,-3-3 25-15,9-6-28 16,3 1-7-16,3-7-123 15,0-10-258-15</inkml:trace>
  <inkml:trace contextRef="#ctx0" brushRef="#br0" timeOffset="58470.17">30083 4752 555 0,'0'0'114'0,"0"0"-16"15,0 0-35-15,0 0-62 0,0 0 19 0,0 0 9 0,248-116 4 16,-186 100-33-16,-9 4 23 0,-19 12-18 15,-3 0 5-15,-10 0-10 16,-14 0-3-16,-7 12-21 16,0 16 24-16,0 12 14 15,-13 20-12 1,-33-3 4-16,12 2-2 0,-7-23-8 16,35-4 8-16,0-20-8 15,6-4-7-15,0 0-2 16,6 0-19-16,47-8 19 15,6 9 8-15,9-6 10 0,-3-3 9 16,-15 8-11 0,-26 0 15-16,4-3-6 15,-21 10 7-15,-7 10 3 16,0 7 33-16,0 16-2 0,-47 4-29 16,-27-4-7-16,-1-4-13 15,10-3-8-15,6-10-17 16,3-7-5-16,22-7-58 15,3-17-71-15,10 0-84 16,14 0-345-16</inkml:trace>
  <inkml:trace contextRef="#ctx0" brushRef="#br0" timeOffset="59201.93">30827 4548 234 0,'0'0'375'0,"0"0"-278"0,0 0 6 0,0 0-79 0,0 0-23 16,0 0 15-16,158-25 22 16,-83 17-22-16,-1 8 5 15,-9 0-2-15,-15 0-9 16,-19 0-6-16,-16 5-2 15,-15 18-2-15,0 13 6 16,0 8 14-16,0 13-14 16,-15-1 5-16,-16 8-11 15,-3-15 1 1,6-18-2-16,9-6-25 0,10-17 19 16,9 0-7-16,0-5 1 15,0-3-31-15,0 5 8 16,28-2 16-16,6 1 20 15,0 1 0-15,-9 3 2 16,-4 3 24-16,-2 1-22 16,-19 12 19-16,0 9-11 15,0 11 29-15,-25 4-2 0,-49 8-21 16,-7-12-3-16,1-4-13 16,5-16-2-16,16-3-6 15,13-10-1-15,18-3-43 16,22-8-34-16,6 0-160 15</inkml:trace>
  <inkml:trace contextRef="#ctx0" brushRef="#br0" timeOffset="59952.78">31897 4403 183 0,'0'0'282'0,"0"0"-225"0,0 0 34 0,0 0-36 0,0 0-32 16,0 0 15-16,-174 89-12 15,146-61 16-15,-18 3 14 16,12 10 18-16,-7 3-43 15,1 8 5-15,15 12-15 16,-3 4 5-16,7 4-17 16,14-7 0-16,7-9-9 15,0-9 1-15,0-14-5 16,0 11 5-16,0-8-8 16,28-8 8-16,13-8-3 15,5-7-17-15,7-5 1 16,15-8-4-16,13 0 2 15,-10-8 19-15,3-25-98 16,-27-11 99-16,-19 8 6 16,-16 3 6-16,-12 13-10 15,0 4 12-15,0 13-1 0,-6 3-6 16,-41 0 18-16,-5 0-25 16,-10 24-3-16,-3 7-29 15,3 6 9-15,15-10-29 16,13 3-71-16,15-11-167 15</inkml:trace>
  <inkml:trace contextRef="#ctx0" brushRef="#br0" timeOffset="60653.09">29956 6336 442 0,'0'0'101'0,"0"0"-74"0,0 0 58 0,0 0-26 0,0 0-1 15,0 0-15-15,0 85 10 0,9-46-9 16,-3 5-11-1,0 1 14-15,-6 2-17 16,0-11-9-16,7 5-15 16,-1-10-2-16,0-1-4 0,-6-15-8 15,9 1-41 1,-9-8-25-16,0-8-155 0,0 0-354 16</inkml:trace>
  <inkml:trace contextRef="#ctx0" brushRef="#br0" timeOffset="61136.03">29943 6159 514 0,'0'0'61'0,"0"0"-24"15,0 0 27-15,0 0-11 16,0 0 10-16,0 0-21 15,75-51-23-15,-51 46 12 16,4 2-14-16,0 3 15 0,13 0-25 16,5 0 12-1,-6 0-17-15,1 3-2 0,-10 5 0 16,-10 4-5 0,-14 1-11-16,-7 7 16 0,0 12 8 15,0 11 1-15,-59 6 17 16,-22 7-26-1,1-4 8-15,-7-8-8 0,6-8-12 16,13-11 2-16,21-5-18 16,16-9 14-16,22-11-81 15,9 0-60-15,0 0-149 16</inkml:trace>
  <inkml:trace contextRef="#ctx0" brushRef="#br0" timeOffset="61551.86">30325 6385 32 0,'0'0'277'0,"0"0"-261"16,0 0-6-16,0 0 18 15,0 0-2-15,0 0 50 16,108 139 3-16,-83-126-30 16,9-13 29-16,0 0-33 15,7 0 5-15,-1 0-13 0,-3 0 4 16,-3-5 3-16,0-23-22 16,-6-8-4-16,3-3-3 15,-3-2 0-15,-6 5-7 16,-10 8 4-16,-6 4-7 15,-6 12 1-15,0 4-3 16,0 0-3-16,-40 4-15 16,-19 0-8-16,-3 4 20 15,16 0-33-15,5 0 15 16,17 20-39-16,8 4-49 16,4 0-22-16,12-12-175 15</inkml:trace>
  <inkml:trace contextRef="#ctx0" brushRef="#br0" timeOffset="61866.78">31035 5995 664 0,'0'0'192'0,"0"0"-105"0,0 0-26 0,0 0-60 0,0 0-1 0,0 0 11 15,192-128 1-15,-152 96-11 0,-12 12-2 16,-9 15 0-16,-13 5-69 16,-6 0-98-16,0 0-186 15</inkml:trace>
  <inkml:trace contextRef="#ctx0" brushRef="#br0" timeOffset="62183.05">31168 6336 559 0,'0'0'50'0,"0"0"-9"0,0 0 1 16,0 0-40 0,0 0 38-16,0 0-15 0,-40 129 8 15,40-122 10 1,0 1-22-16,12-3-14 0,16-5-7 16,-3 0-14-16,-3 0-105 15,-10 0-20-15,-12 0-325 16</inkml:trace>
  <inkml:trace contextRef="#ctx0" brushRef="#br0" timeOffset="62548.64">31168 6336 105 0,'-208'157'299'0,"208"-149"-286"16,0-5 74-16,0 6-27 0,0-6-11 15,41-3-19 1,-7 0 21-16,12 0 7 0,7-12 33 16,0-12-14-16,-1-4-32 15,-5-3-2-15,-13-2-31 16,-6 1 0-16,-10-4 0 16,-2 4-7-16,-10 4-2 15,-6 7 12-15,0 6-4 16,0 7-11-16,0 8-1 0,0 0-16 15,-46 0 3 1,-10 0-14-16,3 8 4 0,7 15-30 16,18-6 26-1,9-6-49-15,19 2-43 0,0-9 21 16,0 8-36-16,0-5-1 16,0 10 61-16,19-4-78 15</inkml:trace>
  <inkml:trace contextRef="#ctx0" brushRef="#br0" timeOffset="62716.18">31481 6493 381 0,'0'0'205'0,"0"0"-175"16,0 0 53-16,0 0-47 15,0 0-36-15,0 0-104 16,-6 120-39-1,6-120-13-15,0 0-164 0</inkml:trace>
  <inkml:trace contextRef="#ctx0" brushRef="#br0" timeOffset="62867.48">31587 6167 549 0,'0'0'326'0,"0"0"-322"16,0 0-4-16,0 0-26 16,0 0-152-16,0 0-123 0</inkml:trace>
  <inkml:trace contextRef="#ctx0" brushRef="#br0" timeOffset="63116.65">31587 6167 24 0,'201'210'96'15,"-167"-202"-54"-15,0-8 3 16,-9 0-16-16,-3 0 37 16,-16 0 70-16,7 0-3 15,-13 0-22-15,6-13 32 0,-6-7-69 32,0 0-28-32,0-1-17 0,0 10-20 0,0 3 22 15,0 4-5 1,0 4-11-16,0 0-15 0,-25 0-5 15,-3 0-22-15,-6 12-5 16,9-1-33-16,10 6-71 16,8-4-56-16,7-10-124 15</inkml:trace>
  <inkml:trace contextRef="#ctx0" brushRef="#br0" timeOffset="63433.47">32263 6216 684 0,'0'0'147'15,"0"0"-63"-15,0 0-11 16,0 0-58 0,0 0-10-16,0 0-5 0,0 0-3 15,0 0-32-15,6 0 33 16,22 8-5-16,0-1 7 15,-4 1 7-15,11 5 5 16,-8-9-1-16,4 4-10 16,-9-4-2-16,-22 3-16 15,0 10 2-15,0 2 15 16,-28 14 8-16,-31 11 3 0,-3-11-11 16,22-13-6-1,9 4-33-15,3-17-153 0,-6 1-269 16</inkml:trace>
  <inkml:trace contextRef="#ctx0" brushRef="#br0" timeOffset="64465.59">30266 7659 635 0,'0'0'40'0,"0"0"8"0,0 0 99 0,0 0-79 0,0 0 13 0,387 0-37 15,-306 0-21-15,-22 0-11 0,-6-8-8 16,-7 4-4 0,-12-4 5-16,19 5-10 0,-13-5-6 15,7 8-8-15,-7-5-49 16,0-3-85-16,-18-4-7 15,3-8-28-15,-25-4-123 16</inkml:trace>
  <inkml:trace contextRef="#ctx0" brushRef="#br0" timeOffset="64864.75">30591 7367 619 0,'0'0'66'0,"0"0"21"16,0 0 26-16,0 0-76 15,0 0 2-15,0 0-17 0,348-29-3 16,-302 9-16-16,10 9 3 15,-31 3-6 1,-4-1-39-16,-14 9-34 0,11 0-120 16,-18 0-24-16</inkml:trace>
  <inkml:trace contextRef="#ctx0" brushRef="#br0" timeOffset="65296.74">30973 7182 489 0,'0'0'77'0,"0"0"28"15,0 0 27-15,0 0-74 16,0 0-6-16,-134 221-21 15,106-170-6-15,10 6 24 16,-10-1-7-16,9-3-8 16,-9-6-27-16,10-3 3 15,-4 1-2-15,4-5-16 16,2-16-15-16,10-4-15 16,6-8-64-16,0-12-164 0,0 0-226 15</inkml:trace>
  <inkml:trace contextRef="#ctx0" brushRef="#br0" timeOffset="90141.87">20678 10639 497 0,'0'0'14'0,"0"0"-2"0,0 0 57 0,0 0-35 0,0 0 3 0,0 0 7 0,0 0-9 0,0 0 34 16,7 0 0-1,-7 0-2-15,0 0-47 0,0 0-1 16,0 0-16 0,0 16-2-16,0 4-1 0,15 5 0 15,-2-6 0-15,-7 17 5 16,22-8-12-16,6 0 6 16,6-3-3-16,-9-9 2 15,16-4 1-15,2-12-11 16,-2 0 12-16,5 0 2 15,1-32 9-15,9-33 13 16,-25-2-22-16,-3-5 10 16,-18 3 1-16,-16 13-26 15,0 0 19-15,-9 16-6 0,-44 7 0 16,-6 10 2-16,-15 7-5 16,-1 12-1-16,-5 4 2 15,8 0 2-15,-8 23-13 16,18 26-6-16,31 7 8 15,-10 4 11-15,35-4-3 16,6 0-15-16,0-15 2 16,0-10 11-16,19-15-34 15,40-7 11 1,21-9 12-16,7 0 11 0,-13 0 5 16,7-9-8-16,-16-18 8 0,-9-6 9 15,-16 2-2 1,-9 3-2-16,-9 3-1 15,-22 9 6-15,12 8-16 16,-12 8 20-16,0 0-24 0,0 0 18 16,16 0-16-1,3 16 16-15,8 28 14 0,14-4 1 16,5 9-22-16,7-13-1 16,12-12 11-16,-3-9-26 15,-9-15 17-15,0 0-5 16,15 0 6-16,-22-36-2 15,1-11 21-15,-7-6-11 0,-12 14 8 16,-3 10-17 0,-19 5-3-16,16 0 1 0,-4-4-21 15,4 0-45-15,12-4-94 16,-21 4-100-16</inkml:trace>
  <inkml:trace contextRef="#ctx0" brushRef="#br0" timeOffset="97894.89">19556 13307 122 0,'0'0'342'0,"0"0"-324"0,0 0 100 0,0 0-29 0,0 0-11 0,0 0-23 0,0 0 1 15,0 0-24-15,0 0-10 0,0 0 14 16,0 0-28 0,0 0 30-16,0-5-24 0,0-18 18 15,0-10-25-15,0-11 10 16,0-17-4-16,0-6 4 16,0-21 10-16,0-12-20 15,0-8-3-15,22-2 9 16,3 2-18-16,2 5 16 15,-2 6-17-15,3 4 6 16,6 6 0-16,0-2 0 16,-3 17 1-16,-3 7-6 15,-6 21 2-15,-10 21-9 16,7 15-1-16,3 3-11 16,2 5-31-16,17 13 18 15,5 39 13-15,10 20 13 0,-3 12 10 16,-19 4-26-1,-9 20 2-15,-10 1-42 0,-15 3-3 16,0-7-9 0,0 3 40-16,-15-16-4 0,-4-23-19 15,-15-10 28-15,22-23-94 16,-4-15-255-16</inkml:trace>
  <inkml:trace contextRef="#ctx0" brushRef="#br0" timeOffset="98519.93">19584 12769 313 0,'0'0'51'0,"0"0"76"0,0 0-11 0,0 0-26 0,0 0-9 0,0 0 6 0,0 0-28 0,0 0-22 15,25 0 29-15,49 0-20 16,7 0 4-16,18-12-35 15,-6 0 3-15,-3-4-14 16,-3 4-8 0,-22-1-5-16,-6 2-45 0,-19-1-2 15,-12 4-104-15,-28-8-321 16</inkml:trace>
  <inkml:trace contextRef="#ctx0" brushRef="#br0" timeOffset="99800.9">20520 13410 271 0,'0'0'119'0,"0"0"36"0,0 0-80 0,0 0-21 0,0 0-40 0,0 0 6 16,-21-31-20-16,21 6 8 15,12-3-1-15,16-4-7 16,-6-8 7-16,2 12-1 16,-2-4 19-16,-16 0 9 15,13 3 21-15,-13-2-25 16,3-5-7-16,-2 0-18 15,-1 3-1-15,0 2-2 16,-6 2 0-16,0 6-4 16,0 3 10-16,0 7 4 15,0 5-7-15,0 0 22 0,-19 4-2 16,-2 1-10-16,8-2-15 16,-2 5-3-16,9 0-4 15,-1 0-2-15,7 0 4 16,-6 0-30-16,6 20 33 15,0 8-7-15,0 1 8 16,0 2-5-16,0-3 6 16,0 13-5-16,6-10 4 15,22 2-13-15,6 3 2 16,-3-4-2-16,4 4-3 16,-8-4-31-16,14 0 11 15,-23-4-6-15,23-8 31 0,-29 4 6 16,4-4 1-16,-16 0-7 15,0-4 12-15,0 4 15 16,0 4 12-16,-22 1-23 16,-12-1 9-16,-7-9 19 15,10 10-19-15,-9-1-13 16,0-7-14-16,-7 2-32 16,7-7-74-16,6-12-105 15,-6 0-154-15</inkml:trace>
  <inkml:trace contextRef="#ctx0" brushRef="#br0" timeOffset="100370">20874 13371 32 0,'0'0'169'0,"0"0"-95"0,0 0-10 0,0 0 27 0,0 0-26 0,0 0 29 0,0 39-27 16,0-18 10-16,0 7 26 16,0 8-56-16,0 0-1 15,0-3-25-15,0 6-5 16,0-6-12-16,0 3 0 15,0-8-4-15,0-12-4 16,0-1-66-16,0-15-146 16,0 0-204-16</inkml:trace>
  <inkml:trace contextRef="#ctx0" brushRef="#br0" timeOffset="101465.59">21302 12974 243 0,'0'0'60'0,"0"0"29"0,0 0-22 0,0 0-21 0,0 0 26 16,0 0-22-16,-22 0-1 15,22 0-2-15,0 0 35 16,0 0-26-16,0 0-13 16,0 0-10-16,0 0-13 15,0 0-20-15,0 0-4 16,0 0 4 15,0 0-10-31,0 0 7 0,0 0 3 0,22-5 7 0,18-6-3 16,0 3-4-16,-15 8 0 0,3 0-7 15,0 0 0 1,-9 0-21-16,-13 19 17 0,-6 14 11 16,0-2-4-16,0 10 0 15,0-5-6-15,-13-5 1 16,-8 2 7-16,-4-13-7 16,25-7 9-16,0-13-1 15,0 0-33-15,0 0-31 16,0 0-13-16,25 0 72 15,9 0 6-15,6 0 1 0,-12 0 13 16,-9 0-13-16,-13 0-1 16,0 15 8-1,-6 9-1-15,0 1 24 0,0 14 28 16,-47 2-16 0,-5-5-29-16,-7-5 1 0,6-6-8 15,3-9-7-15,19 4-10 16,10-12-11-16,15-5-87 15,6-3-24-15,0 0-247 16</inkml:trace>
  <inkml:trace contextRef="#ctx0" brushRef="#br0" timeOffset="102300.64">22024 12765 339 0,'0'0'137'0,"0"0"-90"0,0 0 33 0,0 0-44 0,0 0 2 0,0 0-4 0,-56 0 10 16,50 0 25-16,6 0-15 15,0 0-6-15,0 0-31 16,0 0-17-16,0 0 8 15,0 0-3-15,28 0 1 16,19 0 1-16,-7 0 11 16,0 0-18-16,-6 0 0 15,13 0-7-15,-7 0-4 16,-9 0-29-16,3 0-18 16,-6 0-99-16,-3 0 39 15,-3 0-93-15</inkml:trace>
  <inkml:trace contextRef="#ctx0" brushRef="#br0" timeOffset="102815.08">21816 12601 302 0,'0'0'297'0,"0"0"-292"0,0 0 83 0,0 0 21 0,0 0-38 0,0 0-15 15,360 0-23-15,-307-8-32 16,-13 8 8-16,-12 0-18 16,0 0 0-16,-9 0-37 15,-13 0-106-15,-6 0-65 16</inkml:trace>
  <inkml:trace contextRef="#ctx0" brushRef="#br0" timeOffset="106511.05">25472 12288 234 0,'0'0'70'0,"0"0"29"0,0 0-11 0,0 0-20 0,0 0-37 0,0 0 20 16,0 0-15-16,47-64 30 16,-19 43 30-16,-4-2-25 15,10-10-26-15,13-11-10 16,-7-8 5-16,7-4-40 16,-13-8 18-16,-6-5-16 15,-16 5-2-15,-6 4 0 16,-6 4 0-16,0 16 1 15,0 0 0-15,-12 7 0 16,-28 10 2-16,-13 2-3 0,3 10 1 16,13 2 11-16,-12 9-7 15,2 0-10-15,-12 0-16 16,19 0 14-16,6 0-58 16,15 25 63-16,4-1-3 15,15 4 5-15,0 4-9 16,0-4 17-16,0 4-16 15,15 8 8-15,25 4 0 16,1 0 1 0,5-3-1-16,-5 3 0 0,-10-8 0 15,3 3 3-15,-6-6 3 16,-4 7-12-16,-24 0 3 16,0 0 3-16,0 0 3 15,0 8-2-15,0-4 8 16,-24 0 12-16,-4-7-1 0,9-5-16 15,-21-9 16 1,6-6-20-16,-1-1 12 0,1-11-12 16,16-5-22-16,5 0-81 15,7-21-163-15,6-15-151 16</inkml:trace>
  <inkml:trace contextRef="#ctx0" brushRef="#br0" timeOffset="107045.01">26433 11466 450 0,'0'0'54'0,"0"0"17"0,0 0-18 0,0 0-19 0,0 0 30 0,0 0 35 0,0 84-19 16,0-40-53-16,0 8 16 16,0 9-32-16,16 3 4 0,-4 0-6 15,-12-9-15-15,13-6 6 16,2-9-39 0,-9-4-11-16,1-8-114 0,-7-4-70 15</inkml:trace>
  <inkml:trace contextRef="#ctx0" brushRef="#br0" timeOffset="107597.24">26554 12436 502 0,'0'0'177'0,"0"0"-119"0,0 0 15 0,0 0-35 0,0 0-10 0,0 0 0 0,0 0-6 0,0 0 29 16,0 0-5-16,0 4-9 16,0-4-30-16,0 0-8 15,0 0 1-15,0 0-50 0,0 0-18 16,0-8-52-16,0-8-128 15,0 0-228 1</inkml:trace>
  <inkml:trace contextRef="#ctx0" brushRef="#br0" timeOffset="108479.83">23454 13046 108 0,'0'0'0'0,"0"0"-13"0,0 0 13 0,0 0 63 0,0 0 55 15,0 0 44-15,0 0-32 16,0 0-49-16,0 0-16 16,0 0 6-16,0 0-7 15,0 0-38-15,0 0 16 16,0 0-30-16,0 0-5 0,58 8 12 16,29-8 45-16,40 0-23 15,22 0-12-15,19 0-3 16,24 0-7-16,34-4 17 15,22-16-26-15,19-8 32 16,9 7-29-16,-3 1 9 16,-13 4-17-16,-18 8-4 15,-16 8 0-15,-18 0-1 16,-12 0 0-16,-32 8-8 16,3 13-4-16,-12-1 21 15,-28-9-18-15,1-3 2 16,-35-3-39-16,-19-5 39 15,-21 0-25-15,-7 0-9 16,-18-21-43-16,-15-2-27 0,-13-2-153 16</inkml:trace>
  <inkml:trace contextRef="#ctx0" brushRef="#br0" timeOffset="115405.25">24716 14104 247 0,'0'0'61'0,"0"0"17"0,0 0 17 0,0 0-12 0,0 0-15 0,0 0-6 0,0 0-5 0,0-36-3 15,0 36-1-15,0-3-14 16,0-5-11-16,0-1-3 16,0-7-19-16,0-8 0 15,0 0 10-15,15-3-2 16,-3-9 9-16,1-9-20 15,-7-12 14-15,-6 2-12 16,0-6 0-16,0-3-5 16,0 12-4-16,0-1-31 0,-19 6 6 15,-21 11 29-15,0 16 5 16,0 12 11-16,-1 8-16 16,16 0 30-16,-9 3-27 15,6 22-3-15,10-1 0 16,2 8 0-16,16 4-17 15,0 4-5-15,0 0-9 16,50 4-1-16,-13 0 31 0,-3 0-17 16,13 5 7-1,-13-9-4-15,-6 12 7 0,-3-4-5 16,2 1 9 0,-8-2 2-16,9-3-3 0,-16 1-1 15,-12-9 12-15,0 0-1 16,-12 0 23-16,-35-12 17 15,1-4-9-15,-1-12 24 16,7-8-27-16,12 0-26 16,10 0-7-16,2 0-39 15,-3 0 4-15,19-12-61 16,0-4-140-16,0-12-424 0</inkml:trace>
  <inkml:trace contextRef="#ctx0" brushRef="#br0" timeOffset="115970.95">23801 14481 407 0,'0'0'305'0,"0"0"-295"0,0 0 81 0,-115-284-16 0,115 180-62 0,0-1 27 0,34-3-38 16,28 8 12-16,10 0-11 15,8 7-3-15,1 25 0 16,-1 8-14-16,-21 16-98 15,3 19-157-15</inkml:trace>
  <inkml:trace contextRef="#ctx0" brushRef="#br0" timeOffset="116786.64">25246 13960 280 0,'0'0'399'0,"0"0"-312"0,0 0 41 0,0 0-74 0,0 0-48 0,0 0 4 15,59 0 67 1,-19-3-37-16,13-10-2 0,-7 13-29 16,1-12 8-1,9 4-12-15,-4-8-5 0,-11 4-35 16,11-1-30-16,-30 10-70 16,-3-1-204-1</inkml:trace>
  <inkml:trace contextRef="#ctx0" brushRef="#br0" timeOffset="117852.83">25940 13639 335 0,'0'0'128'16,"0"0"6"-16,0 0-38 0,0 0-32 0,0 0 22 0,0 0-33 0,6 5-11 0,1-5-42 0,14 0 12 15,4-17-2 1,3 9 28-16,25 0-24 0,-7 0-13 15,1 8-2-15,-7 0-9 16,7 0 2-16,-13 0 6 16,-6 0-3-16,-10 8-5 15,-2 17 2-15,-10 3-6 16,0-1 13-16,-6-2-5 0,0 6 3 16,0-11 1-1,0-7-3-15,0-5-8 0,0-5-4 16,0-3 8-1,13 0-47-15,8 0 39 0,10 0 6 16,-3 5 11-16,6 10 6 16,-21-7 8-16,8 17 12 15,-14-9 4-15,-7 4-3 16,0 4-9-16,0 16 18 16,-75 17-26-1,-5 7 10-15,-7 0-18 0,0-17-2 16,28-11 4-1,13-23-4-15,30-1-9 0,10-12-46 16,6 0-74-16,0 0-188 16</inkml:trace>
  <inkml:trace contextRef="#ctx0" brushRef="#br0" timeOffset="118536.64">26635 13475 478 0,'0'0'63'0,"0"0"1"0,0 0-7 0,0 0-20 0,0 0-25 0,0 0 23 0,0 15-14 16,22-7 45-16,24 17-1 15,1-1-13-15,24 4-11 0,-9 4-16 16,12 0-1-16,-15 4-24 15,-12 0 1-15,-7 5 6 16,-21-2-12-16,2 14 10 16,-21 7-3-16,0 12-2 15,0 9 0-15,-28-6-2 16,-12-6-63-16,-6-30-4 16,21-14-174-16</inkml:trace>
  <inkml:trace contextRef="#ctx0" brushRef="#br0" timeOffset="120917.32">27677 13387 161 0,'0'0'222'0,"0"0"-143"0,0 0 28 0,0 0-47 0,0 0-15 16,0 0-11-16,0 0 42 16,0 0-18-16,0 0 3 15,0 0-38-15,0 8 25 16,0 15 7-16,0 13-18 15,21 8-1-15,-8 5-23 16,-1 7 2-16,-3 0-13 16,-2-4 0-16,-1 1-2 0,-6-13-1 15,6-4-43-15,-6-8-29 16,0-16-74 0,0 4-247-16</inkml:trace>
  <inkml:trace contextRef="#ctx0" brushRef="#br0" timeOffset="121533.17">27739 14369 600 0,'0'0'115'0,"0"0"-33"0,0 0-3 0,0 0-39 0,0 0-31 16,0 0 23-16,0 0-32 0,0 0-11 16,0 0 11-1,6 0 3-15,-6 0 56 0,0-4-21 16,0 4 3-1,0 0-29-15,0 0 5 0,0 0-16 16,0 0-1-16,0 0-10 16,0-12-3-16,6 0-21 15,6-4-51-15,4-12 23 16,-10 8-91-16,-6 8-118 16</inkml:trace>
  <inkml:trace contextRef="#ctx0" brushRef="#br0" timeOffset="122664.14">28272 13022 543 0,'0'0'102'0,"0"0"11"0,0 0 1 0,0 0-58 15,0 0-28-15,0 0-1 0,6 0-3 0,41 0 36 0,9 0-41 16,2 0 14-16,11 0-32 0,-4 0 10 16,-3 0-11-16,-16 0 0 15,7 0-1-15,-25 0-27 16,-3 0-4-16,-4 0-91 16,-21 0-56-16,0 0-157 15</inkml:trace>
  <inkml:trace contextRef="#ctx0" brushRef="#br0" timeOffset="123049.9">28191 12793 372 0,'0'0'227'0,"0"0"-167"16,0 0 107-16,0 0-71 16,0 0-43-16,397 48 5 15,-304-44-31-15,-12-4-10 16,-10 0-17-16,-15 0 0 16,-25 0-44-16,-3 0-83 15,-28 0-251-15</inkml:trace>
  <inkml:trace contextRef="#ctx0" brushRef="#br0" timeOffset="124230.13">29897 12524 89 0,'0'0'531'0,"0"0"-467"0,0 0 53 0,0 0-27 0,0 0-67 0,0 0-5 0,28-112-9 0,18 76 4 16,1-8-11 0,-1-8 25-16,7-9-15 0,-7-3 26 15,-5 0-35-15,-7 1-1 16,-6 6-2-16,-22 9 6 16,0-1-14-16,-6 13 17 15,0 0-17-15,0 21 16 16,0-1 1-16,-6 7 10 15,-16 9-1-15,4 0-17 16,-10 0 15-16,9 0-16 16,-3 0-1-16,10 0-5 15,0 0-7-15,12 20 2 16,0 21-20-16,0 10 25 0,0 1-1 16,40 1 3-16,6-4-9 31,-5-10-9-31,5 5 10 0,1-4-8 0,-1 4 6 15,1 0-18-15,-1 5-3 16,-18-5 8-16,-9-8-11 16,-13-4-31-16,-6 0 50 15,0-12 19-15,-19-8 22 16,-49 4 55-16,-25 5-16 16,0-6-5-16,0-2-28 15,13 10 14-15,17-7-12 16,17 0-29-16,15-7-1 0,3-1-57 15,9-5-47-15,4-3-134 16,9 0-193-16</inkml:trace>
  <inkml:trace contextRef="#ctx0" brushRef="#br0" timeOffset="124846.46">30765 11802 150 0,'0'0'248'0,"0"0"-240"0,0 0 43 0,0 0-24 0,0 0-10 0,0 0 58 16,0-15 23-16,0 26 30 16,0 17-29-16,6 13-25 15,3-1-54-15,4 7 14 16,-7-6-19-16,0 7 4 16,0 0-12-16,-6 0 1 15,0-4-8-15,0 12 0 16,0-7-18-16,0-9-58 15,0-4 2-15,0-9-162 16,0-10-238-16</inkml:trace>
  <inkml:trace contextRef="#ctx0" brushRef="#br0" timeOffset="125362.7">30827 12801 400 0,'0'0'207'0,"0"0"-147"0,0 0-13 0,0 0 58 0,0 0-63 0,0 0-27 0,-6-36 17 15,6 36 3-15,0 0 14 16,0 0-28-16,0 0 4 16,0 0-13-16,0-12-12 15,0-1-15-15,0 6 3 16,0 3 11-16,0 4-5 15,0 0-4-15,0 0-7 16,0 0 5-16,0 0-39 16,0-8-209-16</inkml:trace>
  <inkml:trace contextRef="#ctx0" brushRef="#br0" timeOffset="126128.9">29608 13110 89 0,'0'0'291'0,"0"0"-156"0,0 0-8 0,0 0 14 16,0 0-36-16,0 0-54 15,428 0 2-15,-301 0-12 16,7 0-22-16,2 0 23 16,-18 0-18-16,-3 0 18 15,-1 0-21-15,-14 0 7 16,-1 0-12-16,3 0-13 15,-15 0-3-15,-16 0-25 0,-9 0-15 16,-21 0-61 0,-35 0-128-16,-6 0-604 0</inkml:trace>
  <inkml:trace contextRef="#ctx0" brushRef="#br0" timeOffset="128927.87">30365 13519 138 0,'0'0'149'0,"0"0"-104"0,0 0 95 0,0 0-13 0,0 0-28 15,0 0-23-15,12-8-1 16,-12 8-46-16,0 0 6 16,0 0-8-16,-6 0-5 0,-6 0 11 15,-4 0-6 1,4 0 16-16,-7 0-26 0,4 0 16 15,-10 0-31-15,3 0 5 16,-3 0-3-16,-2 0-4 16,-8 4 2-16,17 4 0 15,-10-8 1-15,3 20 6 16,-9-4 7-16,6 8-16 16,3 8 1-16,-3 4 2 15,16 0-6-15,12-7-4 16,0 7 1-16,0-8-1 15,0 3-4-15,0-2 8 16,25-9-9-16,15 3 3 16,7 2 5-16,-7-1 3 0,0-8 2 15,1 8-2-15,-1 0-6 16,-6 1 6 0,-9-6-6-16,-4-2 1 0,-8-1-5 15,-13 7 11-15,0-2 1 16,0-1 7-16,0 11 18 15,-13-2-23-15,-27-1 3 16,-13 8-6-16,7-13 5 16,-1-2-15-16,7-1 2 15,6-20 6-15,0 0-42 16,0 0-20-16,9-20-75 0,9-12 6 16,16-16-3-16,0-4 43 15,0-4-73-15</inkml:trace>
  <inkml:trace contextRef="#ctx0" brushRef="#br0" timeOffset="129493.01">30098 13571 413 0,'0'0'149'0,"0"0"-52"0,0 0-30 0,0 0 35 0,0 0-41 0,0 0-5 0,0 0-34 15,34 0 4-15,-3-7-6 16,4 2-9-16,-1-3 1 15,0 4-12-15,-3 4-3 16,-3 0-65-16,6 0-27 16,-16 0-169-16</inkml:trace>
  <inkml:trace contextRef="#ctx0" brushRef="#br0" timeOffset="130026.01">30833 13543 671 0,'0'0'45'0,"0"0"47"0,0 0-34 0,0 0-52 0,0 0 30 0,0 0 6 16,-6 204 13-16,6-160-6 15,0 1-10-15,0-1-25 16,0 0-7-16,0 0-7 16,0-4-13-16,0 0 0 15,0-4-25-15,0-8-6 16,0-3-4-16,0-5-130 16,6-17-121-16</inkml:trace>
  <inkml:trace contextRef="#ctx0" brushRef="#br0" timeOffset="130542.11">30880 14533 501 0,'0'0'224'0,"0"0"-168"0,0 0 26 0,0 0-74 0,0 0 10 0,0 0-13 0,0-28 8 15,0 28-10-15,0 0 49 0,0 0 15 16,0 0 8 0,0 0-21-16,0 0-11 0,0 0-43 15,0-8 0 1,0-23-64-16,0-21-148 0,6-9-435 16</inkml:trace>
  <inkml:trace contextRef="#ctx0" brushRef="#br0" timeOffset="131623.17">31915 13190 561 0,'0'0'133'0,"0"0"-77"0,0 0 27 0,0 0-20 16,0 0-52-16,0 0-6 15,242 0 2-15,-211 0-7 16,-3-8 17-16,-16 0-15 15,10 8 26-15,-16 0-25 0,-6 0-2 16,7 0-1-16,-1 0-19 16,9 0-65-16,-9 0-89 15,-6 0-138-15</inkml:trace>
  <inkml:trace contextRef="#ctx0" brushRef="#br0" timeOffset="131890.73">31915 13190 602 0,'115'-201'211'0,"-115"201"-145"0,0 0 3 16,19 0-61-16,15 0 17 15,6 0 14-15,-6 0-17 16,-9 0-8-16,-3 0-13 16,2 0-1-16,4 0-4 15,-15-3-25-15,2-14-80 16,-9 6-151-16</inkml:trace>
  <inkml:trace contextRef="#ctx0" brushRef="#br0" timeOffset="133189.97">21788 16130 425 0,'0'0'258'0,"0"0"-247"0,0 0-5 0,0 0 0 0,0 0-5 0,0 0 33 0,69 0 38 0,-51 0-6 0,-11 0-6 0,20 0 0 16,-8 0-14-16,9 0-7 15,6 8-32-15,0-8 10 16,-3 0-12-16,3 0-5 16,-12 0 0-16,-3 0-5 15,-7 0 3-15,-3 0-11 16,4 0-7-16,-7 0-35 16,0 0 17-16,22-12-16 15,-16 8-32-15,1-5-86 16,-13 6-125-16</inkml:trace>
  <inkml:trace contextRef="#ctx0" brushRef="#br0" timeOffset="133939.79">21897 15901 528 0,'0'0'66'0,"0"0"10"0,0 0 1 15,0 0-63-15,0 0 1 0,0 0-9 16,0 0 5 0,0 0-1-16,0 0 37 0,0 0 6 15,0 0-19-15,0 0-15 16,12 0-5-16,29 0 29 15,-1 0-21-15,7 0-3 16,-1-4-10-16,-12 1-2 16,13 3-7-16,-1 0-5 15,-6-5 5-15,-5 5 1 16,-17-3-1-16,4 3-16 16,-16 0-8-16,0 0-16 15,1-5 20-15,-7 5-104 16,0-8-156-16</inkml:trace>
  <inkml:trace contextRef="#ctx0" brushRef="#br0" timeOffset="138386.31">23395 15324 317 0,'0'0'126'0,"0"0"-126"0,0 0 5 0,0 0 22 0,0 0 30 0,0 0 22 16,0 0-8-1,-62-100-10-15,62 100 45 0,-13-8-57 16,7 0-17-16,0-5-30 16,-16 1 6-16,10 4 3 15,-10 5-7-15,3-10 5 16,-2 13-6-16,2 0 11 16,-9 0-14-16,3 0 0 15,-3 0 5-15,-6 16 14 16,0 4-13-16,16 21-3 15,5 3-3-15,7 0 0 16,6 8-4-16,0-8 1 16,0-1 2-16,6-6-7 0,25 0 5 15,25-6-14-15,-3 2 9 16,21-5 5 0,7 3 3-16,-10 2-5 0,-3-1 11 15,-9-9-4-15,-6 13 2 16,-13-7-8-16,-6 3 0 15,-12-4-2-15,-3-4 1 16,-7 1 3-16,-12-10-6 16,0 1-7-16,0-8 15 15,-12 8 6-15,-47 1 26 16,-9-9-17-16,-13 3 39 0,10-11-42 16,2 0 13-16,-5 0-23 15,9 0 5 1,-3 0-7-16,15-11-3 0,13-14-10 15,21-2-53-15,19-6 2 16,0-3 35-16,0 8-44 16,25 8 0-16,-13 0-79 15,-12 4-328-15</inkml:trace>
  <inkml:trace contextRef="#ctx0" brushRef="#br0" timeOffset="139067.2">23066 15813 232 0,'0'0'197'0,"0"0"-49"0,0 0-50 0,0 0-51 0,0 0-10 16,0 0 13-16,34-73-8 15,19 37-17-15,6 0 25 16,-13 0-20-16,4 8 26 0,-19 4-40 16,3 1-16-16,-12-2-16 15,2 5-38-15,11-4-67 16,-29 12-160-16</inkml:trace>
  <inkml:trace contextRef="#ctx0" brushRef="#br0" timeOffset="139553.75">23987 15660 660 0,'0'0'148'0,"0"0"-110"0,0 0-25 0,0 0-13 0,0 0-59 0,0 0 43 0,-19 0-25 15,-2 0 41-15,8 0 26 16,-5 0 55-16,18 0-36 16,-7 0-41-16,-8-7-4 15,9-1-80-15,-1 0-221 16</inkml:trace>
  <inkml:trace contextRef="#ctx0" brushRef="#br0" timeOffset="140134.71">24477 15200 494 0,'0'0'147'16,"0"0"-98"-16,0 0-27 16,0 0-22-16,0 0 2 15,0 0 51-15,0 0-23 16,65-5 1-16,-50 5-11 15,-2 0-6-15,-1 0-4 16,4 0-7-16,-4 0-6 0,13 0-4 16,-3 21 2-1,-4 7-21-15,-2 11 26 0,-4 2 0 16,1 11 3-16,-13 4 5 16,0 5-5-16,0 3-3 15,0-4 1-15,0-1-9 16,0-10 13-1,0-18-11-15,0-6-13 0,0-17-49 16,0-4 14-16,15 0 25 16,-15-4-17-16,0 0-57 15,0 0-70-15,0 0-175 16</inkml:trace>
  <inkml:trace contextRef="#ctx0" brushRef="#br0" timeOffset="140398.64">24409 15620 419 0,'0'0'249'0,"0"0"-229"0,0 0 26 0,0 0 72 0,0 0-41 0,0 0-7 0,173-3-23 0,-105 3-21 16,-15 0-24-1,-6 0-4-15,-7 0-31 0,0-5-73 16,-27-3-175 0</inkml:trace>
  <inkml:trace contextRef="#ctx0" brushRef="#br0" timeOffset="140816.81">25190 15773 686 0,'0'0'27'0,"0"0"-11"16,0 0-12-16,0 0 21 15,0 0-7-15,0 0 39 0,0-17-10 16,0 17-18-16,-6 0-14 16,0 0-12-1,6 0-3-15,-13 0-21 0,13 0-92 16,0 0-164-16</inkml:trace>
  <inkml:trace contextRef="#ctx0" brushRef="#br0" timeOffset="141699.15">25819 15195 215 0,'0'0'178'0,"0"0"-75"0,0 0-19 0,0 0-38 0,0 0 0 16,0 0-2-16,0 0 33 0,0 0-13 15,0 0-20 1,0 0-2-16,0 5-18 0,0 6 2 15,0 2-21 1,0 15 8-16,-34-5-12 0,9 10 20 16,-2 3-9-16,-1 3 1 15,9 5-13-15,-3 1 2 16,10-1-4-16,0-3 4 16,12 6-4-16,0-6 0 15,0 11-4-15,0-4 12 16,0 0-10-16,18-4 4 15,4 5-10-15,12-13-1 0,-3-5-83 16,9-7 85-16,7-4 10 16,-7-7-8-16,-6-6 9 15,6-2-4 1,-12-5-6-16,-15 0-6 0,15 0 2 16,-28-25 5-16,12-11-5 15,-12-3-8-15,0-6-4 16,0 1-49-16,0 4 54 15,-28 16 15-15,3 3 4 16,-3 21 13-16,10 0 33 16,-16 0 25-16,-7 0-33 15,7 33-38-15,0-5 1 16,-6 0 9-16,0 4-8 16,-1-7 5-16,29-2-5 0,0-7-4 15,12-4-34-15,0-4-149 16,0-8-211-16</inkml:trace>
  <inkml:trace contextRef="#ctx0" brushRef="#br0" timeOffset="142198.4">26356 15733 75 0,'0'0'419'0,"0"0"-338"0,0 0 11 16,0 0-10-16,0 0-3 0,0 0-3 0,0 0-14 15,0 0-30-15,0 0 15 16,0 0-25-16,0 0 4 16,0 0-24-16,0 0 2 15,0 0 0-15,0 0 1 16,0 0-5-16,0 0-2 16,-16 0 2-16,16 0 3 15,-12 0-3-15,12 0-16 16,-6 0-8-16,-1 0-71 15,-8-4-200-15</inkml:trace>
  <inkml:trace contextRef="#ctx0" brushRef="#br0" timeOffset="143136.18">27295 15127 187 0,'0'0'213'0,"0"0"-190"0,0 0 36 0,0 0 9 0,0 0-47 0,0 0 18 15,-77 9 19-15,55 2 12 16,-12 1-16-16,15 1 2 16,-9-2-27-16,4 1-10 0,-4 4 11 15,9-3-10-15,-9 10-4 16,16-3-7-16,-10-4 2 15,-3 1-7-15,25-1 23 16,-9-8-24 0,9 15 16-16,0-2-16 0,0-1 11 15,0 0-14-15,0-4 3 16,9-4-6-16,16 4 11 16,9-5-17-16,0 2 21 15,-3 4-24-15,3-6 17 16,1-3-5-16,-8-4 6 0,-8 9-2 15,15-2-4 1,6 1-2-16,-5 1 0 0,-17-5-43 16,-12-1 31-16,-6 9 13 15,0 5 1-15,0 2 11 16,0 13 29-16,0-3-33 16,-12 6-3-16,-22-3-1 15,9-11 3 1,10-1-12-16,-4-12 8 0,3-1-6 15,-8-6-3-15,-10-5-13 16,6 0-61-16,-13 0-36 16,17-24 18-16,-4-4 49 15,3-8-51-15,9-4-157 16</inkml:trace>
  <inkml:trace contextRef="#ctx0" brushRef="#br0" timeOffset="143746.61">27249 15224 288 0,'0'0'19'0,"0"0"73"0,0 0 17 0,0 0-42 0,0 0 14 0,0 0 4 0,-19 0-18 16,19 0-21-16,0 0-3 16,0 0-15-1,0 0 19-15,0 0-13 0,13 0 1 16,27 0-5-16,6 0-18 16,1 0 4-16,-1 0-4 15,-18 0 0-15,-6 0-11 16,-10 0-1-16,-5 0-1 0,-7 0-15 15,0 0-14-15,0 0-37 16,0 0 8-16,6 0-100 16,-6 0-83-16</inkml:trace>
  <inkml:trace contextRef="#ctx0" brushRef="#br0" timeOffset="147161.11">22824 16511 559 0,'0'0'21'0,"0"0"-9"0,0 0-12 0,0 0-9 0,0 0 9 0,0 0 0 0,34-21 19 15,-34 21 21-15,0 0 56 16,0 0 2-16,0 0-24 16,0-3-47-16,0 3 8 15,0 0 7-15,0 0-13 16,0 0-2-16,13 0-17 16,8 0 2-16,20 0-9 15,11 0 19-15,7 0-17 16,16 0 7-16,-1-4-4 15,7 0 1-15,-16 0 3 16,9 4-7-16,13 0 5 16,-6 0-6-16,-7-5 17 0,19 2-19 15,0-2 2-15,-12 2 0 16,24-2-2-16,-3 5-2 16,4 0 2-16,2 0 7 15,20 0-5-15,-17-3 2 16,23-2-1-16,-7 2 6 15,0-6-11-15,-12 1 14 16,12 0-11-16,-13 0-1 16,10 8-2-1,-15 0-2-15,-10 0 0 0,3 0 4 16,-15 0 4-16,-6 0-3 16,6 0-2-16,-16 0 3 15,16 0-6-15,-7-4 2 0,7-4-1 16,-6-3 1-16,6 3 2 15,-13-1-2-15,7 1 6 16,-10 8-9 0,3 0 6-16,-5 0-6 0,-4 0 4 15,3-3-5-15,-3-2 2 16,3-3-2-16,-3 8 0 16,-3 0 8-16,-9-3-8 15,0-2 10-15,3 5-12 16,-16-4 17-16,7 4-15 0,-23 0 4 15,10 0-2-15,-6 0-5 16,-15 0 6-16,-1 0-4 16,-6 0 6-16,10 0-10 15,-4 0-3-15,1 0-19 16,8-4-52-16,-8 4-96 16,-1 0-296-1</inkml:trace>
  <inkml:trace contextRef="#ctx0" brushRef="#br0" timeOffset="148809.67">27832 15063 129 0,'0'0'84'0,"0"0"-2"0,0 0-49 0,0 0-10 15,0 0 16-15,0 0 29 16,-6 0 4-16,-10 0-30 16,16 0 17-16,0 0-12 15,0 0-3-15,-6 0-14 0,6 0 3 16,0 0-29-1,0 0-3-15,0 0-2 0,0 0 2 16,0 0 18 0,0 0 21-16,0 0 30 0,0 0-24 15,0 0-4 1,-6 0-22-16,-7 0-7 0,13 0-4 16,0 0-2-16,0 0-1 15,0 0-5-15,0 0 9 16,0 0-9-16,0 0 3 15,0 0 6-15,0 0-14 16,0 0 9-16,0 0-1 16,0 0 0-16,0 0-3 15,0 4 0-15,-6-4 6 16,6 3-6-16,0-3-1 0,0 0 7 16,0 0-4-1,0 9-3-15,0-1 1 0,0 0 0 16,0 4 4-16,0 0-4 15,0 0 2-15,0 1 3 16,0-2-11-16,0-7 11 16,0 9-8-16,0-10 4 15,0 5 0-15,0 0-2 16,0-4-5-16,0-4 5 16,0 5-8-16,0 6 4 15,0-3 8-15,0-3-3 16,0 10 1-16,0-2 0 0,0-10-2 15,0 2 0 1,0 7-2-16,0-9 5 0,0 10-5 16,0-1 6-16,0-1 4 15,0 10-5-15,0-6-6 16,0 1 7-16,6 4-3 16,-6-3-1-16,0-5 2 15,0 0-4-15,0-4 6 16,0 0-10-1,0-4 14-15,0 0-13 0,0 0 9 16,0-4-4-16,0 0 0 16,0 0-8-16,0 8 1 15,0 0-6-15,0 0 11 0,0 0-31 16,13 1 9-16,-13-2-50 16,0-3 13-1,0 4-51-15,0-8-23 16,0 0-78-16</inkml:trace>
  <inkml:trace contextRef="#ctx0" brushRef="#br0" timeOffset="149661.87">27670 15889 451 0,'0'0'163'0,"0"0"-74"0,0 0-34 0,0 0-55 0,0 0-39 15,0 0 2-15,0 5 37 0,0-5 10 16,0 0 122 0,0 0-27-16,0 0-15 0,0 0-51 15,0 0-4-15,0 0-16 16,0 0-15-16,0 0-8 15,0 0-8 1,0 0 5-16,0 0-12 0,0 0 14 16,0 0-31-16,0 0 1 15,0 0 21-15,0 0 0 16,0 0-46-16,0 0-167 16,0 0-374-16</inkml:trace>
  <inkml:trace contextRef="#ctx0" brushRef="#br0" timeOffset="151023.81">25326 16912 218 0,'0'0'165'0,"0"0"-3"0,0 0-43 0,0 0-15 0,0 0-15 0,0 0-31 0,-62 0-32 0,44 0 1 16,-10 0 1-16,15 0-11 15,-8 0 12-15,2 0-14 16,4 4 20-16,2 4-24 16,7 0 18-16,0-4-16 15,6 8-3-15,0 0-10 16,0 4-8-16,0 4 4 16,0-4-1-16,18 1-2 0,29 2 13 15,9-7-14-15,-10 4 16 16,7 0-8-1,15 1 1-15,-15-2 1 0,0 1-2 16,-7 4 0-16,-6-7-7 16,7 3 16-16,-19-9-17 15,-16 6 16-15,-6-2-12 16,-6 6 4-16,0 7 0 16,0 4 2-16,0 3 7 15,0-2-3 1,-18-1-6-16,-10 0 0 0,-19-3-3 15,13 3 2-15,-6-9-7 16,9 1-3-16,-9-15-8 16,6-5-22-16,6 0-39 15,-6-8 2-15,15-33-14 16,0-7-84-16,19-1-13 16,0 2-268-16</inkml:trace>
  <inkml:trace contextRef="#ctx0" brushRef="#br0" timeOffset="151340.75">25345 16948 39 0,'0'0'534'0,"0"0"-528"0,0 0 103 0,0 0 48 15,0 0-64-15,0 0-39 16,248-60 18-16,-208 55-54 16,-9 2-15-16,10-5-3 15,-7-4-37-15,-6-1-42 16,-10-2-54-16,4 7-74 15,-22 8-165-15</inkml:trace>
  <inkml:trace contextRef="#ctx0" brushRef="#br0" timeOffset="151806.31">26102 16760 309 0,'0'0'305'0,"0"0"-291"0,0 0 19 0,0 0-10 0,0 0-16 16,0 0 69-16,111 108 16 15,-89-80-17-15,-10 3-17 16,1 2 5-16,-7 0-36 16,-6-2-22-16,0 5 0 15,0 0-2-15,0-3-3 16,0-2-33-16,15-2-13 16,-2-9-41-16,-7 0-58 0,9-4-66 15,-15-8-172-15</inkml:trace>
  <inkml:trace contextRef="#ctx0" brushRef="#br0" timeOffset="152239.87">26294 17538 612 0,'0'0'99'0,"0"0"14"0,0 0-19 0,0 0-83 0,0 0 19 0,0 0 24 0,-6-25-3 16,6 25-28-16,0 0-11 15,0-3-12-15,0-10 0 16,0 2-14-16,0-14-58 16,0 1-91-16,0 0-230 15</inkml:trace>
  <inkml:trace contextRef="#ctx0" brushRef="#br0" timeOffset="153121.37">24824 17898 438 0,'0'0'53'0,"0"0"-42"0,0 0 12 0,0 0 9 0,0 0 25 0,0 0 14 0,99-92 10 16,-58 65 21-16,5-10-32 15,1-11-2 1,15-8-38-16,9-8 6 16,25-8-26-16,-3-5 23 0,0 5-18 15,0 11 1-15,-18 6-16 16,-1 14 0-16,-21 5 2 16,-1-4 0-16,7 0-4 15,9-3-6-15,-9-10-4 16,-3 9-16-16,3 8-4 0,-19 15-17 15,7 6-8-15,-19 2 19 16,-3 5-27 0,-19-3-39-16,16-1-37 15,-10-4-115-15</inkml:trace>
  <inkml:trace contextRef="#ctx0" brushRef="#br0" timeOffset="154738.31">26929 16022 303 0,'0'0'108'0,"0"0"-37"0,0 0 5 0,0 0-37 0,0 0-32 0,0 0 1 0,-21 16-6 16,21-16 27-16,0 0 11 16,0 0 21-16,0 0-3 15,0 0-21-15,0 0-14 16,21-25 0-16,20 1 4 16,5-12-16-16,1 0 19 15,27-12 5-15,7-12 16 16,-4-9-30-16,19-6 18 15,4-10-18-15,-1 5-3 0,9 0-4 16,-2 7-8-16,-19 9 9 16,-13 17-13-16,-15 11-4 15,-25 19 12-15,-6 1-9 16,-3 0-1-16,9-4-2 16,0-4 0-16,12-13-5 15,1 10 5-15,0-1-8 16,-7 3 8-16,-12 14-19 15,-16 7 16-15,-6 4-27 16,-6 0-7-16,0 0-101 16,0 15-171-16</inkml:trace>
  <inkml:trace contextRef="#ctx0" brushRef="#br0" timeOffset="155588.31">28086 16534 238 0,'0'0'303'0,"0"0"-206"0,0 0 6 0,0 0 0 0,0 0-56 0,0 0 11 0,53-23-23 15,-32 15 30-15,4 3-33 16,9-3 11-16,-6 8-23 16,13 0 5-16,5-3-4 15,1 3-14-15,11-4-2 0,-11 4 3 16,6-4-16 0,-4-5-6-16,-12 1 7 0,-9 0-16 15,-15 5 9-15,-4 3-12 16,-9 0-13-16,0 0-41 15,0 0-53-15,0 0-150 16</inkml:trace>
  <inkml:trace contextRef="#ctx0" brushRef="#br0" timeOffset="155987.26">28260 16190 684 0,'0'0'15'0,"0"0"95"0,0 0-1 0,0 0-74 0,0 0-9 0,0 0-22 0,375-40-1 16,-344 31-3-1,-16-2-16-15,4 11 5 0,-13-4-49 16,0 4-48-16,-6 0-12 16,0 0-68-16</inkml:trace>
  <inkml:trace contextRef="#ctx0" brushRef="#br0" timeOffset="158186.41">29115 16443 392 0,'0'0'193'0,"0"0"-132"0,0 0 46 0,0 0-36 0,0 0-18 0,0 0-11 0,-21 0-4 0,21 0-4 0,0 0 31 0,0 0-15 15,0 0-12-15,0 0-21 16,0-17-14-16,0 1-6 16,28-15 10-16,12-5-9 15,13-1 8-15,-7-3-2 0,1 4 0 16,8-4-4-1,-8-4 2-15,-1 0 3 16,1-8-10-16,-22 4-5 16,-10-4 5-16,-9 3-34 0,-6 4 11 15,0 2-5-15,0 19 6 16,0 0 26-16,-21 7 1 16,-10 9 21-16,3 1-13 15,-6 7 8-15,9 0-6 0,-15 0-10 16,18 12 1-1,3 16-1-15,7 12 0 0,3 0-7 16,9-4 5-16,0-3-11 16,0-5 7-16,0 3 6 15,28 1-2-15,-16 1-13 16,10-2-2 0,-4 5-17-16,-2-3 17 0,2-2-5 15,-5 5 2-15,2 1 18 16,-2-5-3-16,-13 4-4 15,0-8 18-15,0 8-15 16,0 0 16-16,-53-8 6 16,-15 1-8-16,3-6-5 15,-4-2 0-15,23-1-2 16,6-8 8-16,12 0-3 0,28-8-12 16,0-4-7-16,0 0-110 15,0-12-206-15</inkml:trace>
  <inkml:trace contextRef="#ctx0" brushRef="#br0" timeOffset="158519.99">29798 16258 35 0,'0'0'742'0,"0"0"-688"0,0 0-16 0,0 0 10 0,0 0-40 0,0 0-5 0,0-24-3 16,0 24 19-16,0 0-17 16,0 0 16-1,0 0-10-15,0 0-8 0,0 0-39 16,0 0-183-16</inkml:trace>
  <inkml:trace contextRef="#ctx0" brushRef="#br0" timeOffset="159152.71">30250 15886 219 0,'0'0'230'16,"0"0"-97"-16,0 0-17 15,0 0 12-15,0 0-57 16,0 0-4-16,0 0-44 16,28 0 19-16,6-13-25 15,-3 1 32-15,10-4-29 0,-1 0-11 16,-12 7-4-16,-10 2-4 15,-8 7 1-15,8 0-2 16,-12 0 0-16,-6 0-7 16,7 0 1-16,2 7 3 15,-9 26-9-15,0 8 5 16,0 2 2-16,0 14-4 16,0 2-5-1,0 6 14-15,0-1 0 0,0-8 0 16,0-12 9-16,0-3-19 15,0-5 8-15,0-13-13 16,0 5-3-16,0-4-20 0,0-7 19 16,-9-1-1-1,-4-8 14-15,-5-4-48 0,8-4-49 16,-14 0 4-16,2 0-269 16</inkml:trace>
  <inkml:trace contextRef="#ctx0" brushRef="#br0" timeOffset="159435.07">30256 16250 475 0,'0'0'215'0,"0"0"-86"0,0 0-9 0,0 0-40 0,0 0-43 0,0 0 25 16,149-12-37-16,-96 0 4 15,0 4-26-15,-13 0-3 16,0 0 0-16,-6-4-14 16,1-1-32-16,-17-2-81 15,-12-1-156-15</inkml:trace>
  <inkml:trace contextRef="#ctx0" brushRef="#br0" timeOffset="159834.73">30898 16194 76 0,'0'0'764'0,"0"0"-674"15,0 0-17-15,0 0-33 16,0 0-38-16,0 0-2 16,-6 0 1-16,6 0-1 15,0 0 5-15,0 0 20 16,0 0-25-16,0 0-16 15,0 0-65-15,0 0-157 16</inkml:trace>
  <inkml:trace contextRef="#ctx0" brushRef="#br0" timeOffset="160532.9">31562 15805 442 0,'0'0'109'0,"0"0"-103"0,0 0 26 0,0 0-8 15,0 0 29-15,0 0 18 0,-34-8 50 16,6 8-54-16,3 0-6 15,-3 0-18-15,3 12-3 16,-3 16-30-16,-6 8-3 16,9 0 5-1,-9 5 1-15,19-2-26 0,2-3 12 16,7 5 1-16,6 3-1 16,0-4-9-16,0-4 5 15,0-4 3-15,0 4-5 16,0-8-1-16,19-4 6 15,15 4-12-15,6-8 6 16,7-4-36-16,-7-16 24 16,-6 0-29-16,13 0-11 15,-13 0 26-15,-9-24 16 16,-10 1 18-16,-2-10-56 16,-13 9 56-16,0 1 16 0,0-2 26 15,0 17-38 1,0-8 8-16,0 16-12 0,0 0-34 15,-13 0-24-15,-33 0 27 16,-1 19 26-16,-2 11 0 16,-4-7-20-16,28-7 25 15,-3 8 23-15,9-7-23 16,10-10-6-16,9-7-123 16</inkml:trace>
  <inkml:trace contextRef="#ctx0" brushRef="#br0" timeOffset="163630.94">24154 6377 45 0,'0'0'47'0,"0"0"-47"0,0 0 0 0,0 0 19 0,0 0-4 0,0 0 0 0,0 0 61 16,81-41 10-16,-81 41-8 16,0 0-15-16,0 0-9 15,12 0-14-15,-2 0-20 16,2 0 9-16,-6 0 24 16,7 0-29-16,15 8-20 15,-10 8 21-15,-9 1-2 16,10 2 21-16,3 1 5 15,-10 0-12-15,16 1-9 0,-9 2-23 16,-7-2 4 0,10-6-1-16,-10-7-16 0,1 5 17 15,2-13-18-15,-3 0 16 16,1 0-14-16,9 0 14 16,-4 0-4-1,4-5-1-15,24-11-2 0,-11-7 0 16,-11-2-14-16,17 6 6 15,-20-1-27-15,-2 7 8 16,3 5 13-16,-22 8 12 16,0 0 4-16,0 0 21 15,6 0-5-15,0 0-16 16,6 0-4-16,-5-4 1 16,8 4-11-16,-2 0 15 15,5 0-3-15,10 0 11 0,6 4 23 16,6 17-32-16,1-9 3 15,-1-4-1-15,7-5 2 16,-16-3-12 0,3 0 14-16,-13 0-17 0,-8 0 19 15,9 0-10-15,-10 0 1 16,7-3-1-16,2-14-3 16,4 1-30-16,3 8 3 15,-22 0-17-15,7 8 44 16,-4 0-5-16,-3 0 8 0,0 0 39 15,7 0-9 1,2 0-18-16,4 0-5 16,9 0 5-16,-4 0-3 0,11 0-8 15,-7 0 4 1,-4 0-10-16,-17 0 5 0,14 0-1 16,-15 0-11-16,16 0 12 15,-9 8 0-15,-1 0 0 16,16 0-4-16,-10-3 16 15,10-2-13-15,-9 1 7 16,21-4-7-16,-6 0 2 16,-6 0 2-16,3 5-2 15,-3 3 7-15,19-5-6 0,-13-3-2 16,6 0 0 0,7 0 0-16,-1 0 0 15,-6 0-28-15,13 0 10 16,-25 0-17-16,-9-3 3 0,-13 3 26 15,-6 0 6-15,15 0 2 16,-15 0 13-16,7 0 2 16,5 0-8-1,10 0 0-15,-4 0-8 0,29 0 7 16,-7 0-8-16,7 0 1 16,8-8 3-16,-14 3 1 15,-4 1-7-15,-9 1 4 0,-22 3 12 16,16 0 2-1,-16 0 13-15,6 0-25 0,10 0 5 16,3 0 5 0,9 0-11-16,6 0 2 0,1 0-4 15,-1 0 0 1,6 0 2-16,-18 0-6 0,3 0 1 16,-3 0-2-16,-15 0 4 15,8 0 0-15,-8 0-3 16,-1 0 6-16,16 0-12 15,-9 0 18-15,9 0-13 16,12 0 10-16,-6 0-11 16,-9 0 7-16,-16 0-2 15,3 0 0-15,1 0 0 16,-1 0-2-16,-2 0 8 0,14 0-11 16,4 0 12-1,-9 0-14-15,3 0-3 16,-4 0 4-16,-2 0-2 0,-10 0 2 15,-6 0-2-15,12 0 8 16,-5 0 2-16,14 0 5 16,-2 0-8-16,3 0 6 15,2 0 0-15,4 0-5 16,-9 0-4-16,-4 0 1 16,-8 0 3-16,-1 0 0 15,-6 0 0-15,0 0-6 0,6 0 15 31,0 0-14-31,10 0 7 0,2 0-4 0,-5 0 2 16,27 0-4 0,-12 0-17-16,-10 0-48 15,4 0-32-15,-22 0-151 0</inkml:trace>
  <inkml:trace contextRef="#ctx0" brushRef="#br0" timeOffset="165145.11">29289 17802 470 0,'0'0'180'0,"0"0"-115"0,0 0 56 0,0 0-61 0,0 0-59 0,0 0-1 0,0 0-23 0,12-4 23 0,4 4 21 15,-10 0 48 1,-6 0-9-16,6 0-17 0,-6 0-19 15,0 0-8 1,7 0-5-16,5 0-11 16,-6 0 0-16,3 0-22 15,-2 0-8-15,-7-4-82 16,0 0-64-16,0 1-171 0</inkml:trace>
  <inkml:trace contextRef="#ctx0" brushRef="#br0" timeOffset="165331.44">29289 17802 479 0</inkml:trace>
  <inkml:trace contextRef="#ctx0" brushRef="#br0" timeOffset="165446.44">29289 17802 479 0,'-388'-236'316'0,"407"244"-234"0,43 0 33 15,-15-8 58-15,11 4-156 16,-23-4-13 0,-8 0-4-16,-14 0-5 0,15 0-27 15,-10 0-11-15,-5 0-69 16,-7 0-143-16</inkml:trace>
  <inkml:trace contextRef="#ctx0" brushRef="#br0" timeOffset="166166.68">30163 17165 587 0,'0'0'88'0,"0"0"-9"0,0 0-6 0,16 0-63 0,15 0 21 16,-3 0 6-16,6 0-13 0,-9 0 2 15,-4 0-16-15,-8 0 11 16,-7 16 19-16,0 4-12 15,-6 4 11-15,0 7-31 16,0 2-8-16,0 7-19 16,-12 0 1-16,-1 0-7 15,7-8 0-15,6-12 25 0,0-4-18 16,0-7 2-16,0-9-35 16,13 0 35-16,21 0 16 15,-9 0 9-15,-10 0-9 16,-9 3 15-16,-6 10 18 15,0 10 16-15,0 13 2 16,0 5-30-16,-40-2 3 16,0-3-21-16,-7 5 8 15,1-5-11-15,-1 4-5 16,-6 0-28-16,-2-8-31 16,20-3-29-16,11-14-115 15,24-15-88-15</inkml:trace>
  <inkml:trace contextRef="#ctx0" brushRef="#br0" timeOffset="166825.68">30880 17112 706 0,'0'0'140'0,"0"0"-79"0,0 0-61 0,0 0-24 0,0 0 24 0,0 0 11 0,105-20-7 0,-77 20 17 15,-16 0 10-15,4 0 17 16,-4 0-19-16,-5 17 2 16,-7 11-15-16,0 11-6 0,0 2-10 15,0-5-5-15,0 3 0 16,0-14 5-16,0-5 0 16,0-12 0-1,0-4-9-15,0-4-48 0,0 0-12 16,0 0 53-16,21 0 16 15,-8 0 17-15,5 0-9 16,-18 7 12-16,0 10-6 16,0 2 23-16,0 14-8 15,0 3-27-15,0 0-2 16,-25 13 2-16,-21-1-8 0,-10-1 8 16,10-11-7-16,5 0-9 15,10-15-14-15,10-13-41 16,14-8-134-16,7 0-128 15</inkml:trace>
  <inkml:trace contextRef="#ctx0" brushRef="#br0" timeOffset="167460.24">31875 16904 451 0,'0'0'255'0,"0"0"-159"0,0 0 29 0,0 0-81 16,0 0-9-16,0 0-1 0,-226 172-6 15,192-116 5-15,-1 8-9 16,11-4 12-16,8-3-25 16,10-1 2-16,6-8-4 15,0-4-16-15,0-8 7 16,0-3-3-16,28-10-3 16,12-7 2-16,7-8 3 15,5-3-8-15,1-5 8 0,-6 0-2 16,-7 0-3-1,-6-16 1-15,-12-17 1 0,-10 2 5 16,-12-2-1-16,0-3 0 16,0 8-4-16,0 4-1 15,0 12 9-15,-22 8-23 16,-15 4 30-16,-19 8-11 16,4 44 4-16,-7 9 0 15,12-1 1 1,7-16-5-16,24-12 0 0,16-16-48 15,0-13-88-15,0-3-301 16</inkml:trace>
  <inkml:trace contextRef="#ctx0" brushRef="#br0" timeOffset="168292.15">32095 17987 302 0,'0'0'333'0,"0"0"-279"0,0 0 50 0,0 0-3 0,0 0-57 16,0 0-4-16,-6 11 0 16,6-11-26-16,46-23 25 15,16-21-14-15,25-8 11 0,13-1-34 16,-7 6 9-16,-7 10-11 15,-17 29 0 1,-23 8-7-16,-12 0 7 0,-15 8 3 16,-13 37 1-16,0 2 12 15,-6 6-15-15,16-1 1 16,2-16-2-16,16-13-4 16,13-6-27-16,-1-13 16 15,7 0 15-15,3-4 5 16,-3 3 3-16,-19 10-8 15,12-1 8-15,-12 4 1 16,-3-4 3-16,16-4-12 16,-1 4-9-16,10-8-30 15,-3 8-26-15,21-4 16 0,-21 4 19 16,-13 12-4 0,1 0-60-16,-23 4 4 0,-2-8-192 15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10:21.1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15373 7207 378 0,'0'0'68'0,"0"0"-33"0,0 0 46 0,0 0-18 16,0 0-21-16,0 0-4 16,0 0 25-16,0 0-24 15,0 0-10-15,-74-25-13 16,74 25-6-16,0 0-5 16,0 0-4-16,0 0-1 15,0 0 2-15,0-8 31 16,0 8-20-16,0 0 27 15,0 0-30-15,0 0-6 16,0 0-4-16,0 0-13 16,0 0 1-16,0 0-13 0,0 0 21 15,0 0-40-15,0 0 16 16,0 0 10-16,0 0 17 16,0 20-14-16,0-7 5 15,-6 7 3-15,6-9 7 16,-7 9 14-16,-2 1-7 15,3-1 14-15,0-9-12 16,6-6 43-16,0-5-31 16,0 0 0-16,0 0-11 15,0 0 8-15,0 0 9 16,0 0-27-16,0 0 43 16,0-36-16-16,0-21 2 15,-7-27-23-15,7-12 15 16,0-16-15-16,0-4-2 15,0-1-4-15,0 8 4 0,0 14-9 16,19 10 0-16,21 21-3 16,-6 16-13-16,-6 24 19 15,-9 12-11-15,3 12 3 16,2 0-26-16,17 0-1 16,-1 40 11-16,0 28-11 15,-12 16 36-15,-15 21-6 16,-13 27-1-16,0-4 11 15,0 0-4-15,0-15 1 16,0-21-1-16,0-15-8 16,0-25-7-16,0-4-20 15,0-24-101-15,0-24-40 0,0 0-146 16</inkml:trace>
  <inkml:trace contextRef="#ctx0" brushRef="#br0" timeOffset="416.15">15190 7099 527 0,'0'0'199'0,"0"0"-194"0,0 0 74 0,0 0 11 0,0 0-18 16,0 0 5-16,208 0-41 0,-152 0-8 15,-3 0-27 1,-1-5-2-16,-11-3-35 0,5 0-33 16,-12-4-94-16,-15 4-206 15</inkml:trace>
  <inkml:trace contextRef="#ctx0" brushRef="#br0" timeOffset="2914.52">16241 7171 268 0,'0'0'123'0,"0"0"-83"0,0 0 26 0,0 0 1 0,0 0-22 16,0 0 2-16,0-8 32 0,0 8-3 16,0-5-19-16,0 5-26 15,0 0 3-15,0 0-29 16,0-8 16-16,0 8-9 16,0 0 8-16,0-8 0 15,0 8-20-15,0 0 21 16,0 0-12-16,0-4 21 15,0-4-22-15,0 8 8 0,0-3-12 16,0-6 0 0,-12 1-4-16,-4 4 0 0,-2-3 0 15,-10 2 0-15,3 5-2 16,-3 0-13-16,-6 0 11 16,9 0 5-16,-9 5-1 15,0 14 0-15,0 5-4 16,15-3 3-16,13-2 2 15,6-7-3-15,0 9-17 16,0-9 2-16,13 7-2 16,33 1 15-16,1-7-12 15,-1-2 16-15,-6-11-13 16,-5 12 0-16,-17-7 12 16,4-2-5-16,-16 2-1 15,-6 3 14-15,12 0-14 16,-12 7 6-16,0 10-1 15,0-1-1-15,0 4 3 0,0 8 3 16,-12 0-1-16,-28 8-4 16,-13 0 5-16,0-7-7 15,-2-10-7-15,8-23 4 16,22-4-37-16,-3 0-17 16,16-12-62-16,12-24-62 15,0-3-325-15</inkml:trace>
  <inkml:trace contextRef="#ctx0" brushRef="#br0" timeOffset="3247.92">16189 7099 307 0,'0'0'256'0,"0"0"-239"0,0 0 36 0,0 0 0 16,0 0 7-16,0 0 1 0,40 0-28 15,-21 0-25 1,2-9-5-16,4 1-3 0,3 0-48 16,-3-5-69-16,-16 2-215 15</inkml:trace>
  <inkml:trace contextRef="#ctx0" brushRef="#br0" timeOffset="3829.37">16362 7539 474 0,'0'0'87'0,"0"0"-28"0,0 0 22 0,0 0-38 16,0 0 19-16,0 0-29 16,0 161-16-16,0-130-14 15,0-10-6-15,0-5-1 16,0-9-40-16,0-7-95 15,-6 0-177-15</inkml:trace>
  <inkml:trace contextRef="#ctx0" brushRef="#br0" timeOffset="4546.57">16682 7127 389 0,'0'0'67'0,"0"0"6"0,0 0-20 0,0 0-1 0,0 0 11 16,0 0-17-16,52-37-8 16,-30 37-34-16,-10 0-8 15,4 0-26-15,-4 20 23 16,-12 20-31-16,0 4 23 16,0 8 15-16,-6 12 0 15,-34 5 12-15,12-5-1 16,0-4 33-16,16-7-19 15,12-17 7-15,0-8-32 16,0-9 0-16,40-7-9 16,6-7 9-16,7-2 10 0,-12-3-4 15,5 0 3-15,-12 0-9 16,-6 0 22-16,0 0-21 16,-16-3-2-16,1 3-52 15,-7 0-65-15,-6 0-138 16</inkml:trace>
  <inkml:trace contextRef="#ctx0" brushRef="#br0" timeOffset="12938.68">12753 13921 334 0,'0'0'98'0,"0"0"-95"0,0 0 24 0,0 0 50 15,0 0-23-15,0 0-21 16,0 0-14-16,0 3 29 15,0-3-10-15,0 0 28 0,0 0-19 16,0 0 12-16,0 0-40 16,0 0 6-16,0 0-4 15,0 0 5-15,0 0 6 16,0 0-16-16,0 0 12 16,0 0-27-16,0-20 29 15,0-40-24-15,19-29 16 16,9-7-19-16,-4-16 2 15,4-1-5-15,6 10-18 16,-15 10-1-16,9 21 1 0,-9 36 16 16,2 16-22-1,-21 12 19-15,13 8-13 0,-13 0 16 16,21 52-17-16,-14 16 19 16,5 12 27-16,-12-11-22 15,12-22 1-15,10-22-6 16,12-21-5-16,3-4-69 15,19-13 72-15,3-31 2 16,9 0 21-16,-9 8-13 16,-12 16-7-16,-1 12-2 15,-12 8 7-15,-12 0-15 16,-16 20 18-16,-6 24-10 16,0 17 4-16,0 15-5 15,0 5 2-15,0 2-49 16,0 1-29-16,0-19-181 0,0-6-348 15</inkml:trace>
  <inkml:trace contextRef="#ctx0" brushRef="#br0" timeOffset="13621.2">13956 13739 710 0,'0'0'100'0,"0"0"-29"0,0 0 42 0,-15 257-74 15,8-196-28-15,7-9-11 16,0-13-2-16,0-11-62 16,0-15 9-16,0-13-28 15,0 0-174-15,13-52-253 16</inkml:trace>
  <inkml:trace contextRef="#ctx0" brushRef="#br0" timeOffset="14587.78">14443 13310 152 0,'0'0'359'0,"0"0"-293"0,0 0-3 0,0 0-3 16,0 0-34-16,0 0 15 16,0 0-5-16,0 0 24 15,0 0-13-15,0 0 9 16,0 8-28-16,6 41 6 15,0 7-23-15,16 0-6 16,-10 8 3-16,1-4-3 0,-4 1 2 16,-9 2-7-16,0-2 13 15,0-5-9-15,0-4 1 16,0-8-5-16,0-12 0 16,0-11-2-16,0-13 2 15,0-8-2-15,0 0 6 16,0 0-8-16,0-17-18 15,0-27 3-15,-9-13 6 16,-10 1 11-16,13-16-4 16,0 4 3-16,6-16-9 15,0-4-22-15,0 4 4 16,6 4-14-16,28 16-11 16,6 15 1-16,-15 9 25 15,16 8 22-15,-7 7 5 16,6 2 2-16,0-1-9 15,1-1-3-15,-1 10-14 0,0 11 24 16,-15 0-3-16,-3 4 3 16,-10 0-17-16,1 0 14 15,-7 8 5-15,-6 32 4 16,0-1 13-16,0 10 39 16,-6-1 23-16,-35 4-42 15,-5-8 5-15,-1 1-32 16,-18-6-10-16,-3 2-10 15,-13-5-33-15,16-8-111 0,-3 0-163 16</inkml:trace>
  <inkml:trace contextRef="#ctx0" brushRef="#br0" timeOffset="21014.09">15646 13752 359 0,'0'0'180'0,"0"0"-133"0,0 0 26 0,0 0 10 0,0 0-7 16,0 0-9-16,0 0-52 15,0-13 15-15,0 13-13 16,0 0 28-16,0 0-8 16,0 0-10-16,22 0-11 15,9 0-14-15,25 0 21 16,9 0-17-16,15 0 16 15,1 0-18-15,-7 0-2 0,4 0-1 16,-10 0-2-16,-15 0-10 16,-13 0-20-16,-18 0-3 15,-4 0-43 1,-18 0 22-16,0 0-129 16,0 0-46-16</inkml:trace>
  <inkml:trace contextRef="#ctx0" brushRef="#br0" timeOffset="21482.04">15699 13531 87 0,'0'0'412'0,"0"0"-395"0,0 0 83 0,0 0-35 0,0 0 12 0,0 0 27 16,301-16-37-16,-233 16-39 15,-3 0-8-15,-3 0-2 16,-9 0-15-16,-13 0-3 15,-6 0-22-15,0 0-16 16,-22 0-76-16,-5 0-43 16,-7-4-190-16</inkml:trace>
  <inkml:trace contextRef="#ctx0" brushRef="#br0" timeOffset="22014.58">15820 14201 445 0,'0'0'78'0,"0"0"-15"0,0 0 25 0,108-253-18 0,-43 149 13 16,10-13-19-16,-1 9-19 16,4 12-27-16,-16 20-18 15,-10 8-16-15,-5 7-42 16,-7 5-128-16,-18 12-75 16</inkml:trace>
  <inkml:trace contextRef="#ctx0" brushRef="#br0" timeOffset="23479.54">17029 13587 192 0,'0'0'123'0,"0"0"-97"0,0 0 71 0,0 0-79 16,0 0-9-16,0 0 37 0,0 32 37 15,0-15 0-15,0-2-23 16,0 14 37-16,0 2-41 16,0-3-13-16,0 5-38 15,0-1 7-15,0 8-6 16,0-8-6-16,0 0 0 15,6 0 3-15,16 0-7 16,-16 4 8-16,6 4-2 16,4-4 5-16,-16 0-9 15,0-3 10-15,0-10-7 16,0-6 1-16,0-9-1 16,0-8 2-16,0 0 2 15,0 0-10-15,0 0 8 16,0 0-3-16,0 0 22 0,0-12 1 15,0-20-20-15,-28-1 0 16,9-7-3-16,-15-12-2 16,6-4-8-16,10-12 15 15,-4 4-6-15,4-5 2 16,2 5-1-16,10 0 5 16,-7 4-5-16,13 4 0 15,0 4 2-15,0 4-4 16,0-4 0-16,0-9-3 15,0 9-4-15,28 8-3 16,-9 4-14-16,3 12 23 16,-10 4-17-16,7 8-3 15,-4-1 12-15,-9 10-4 0,7-5-2 16,-7 12-32-16,9 0 3 16,-2 0-12-16,5 0 41 15,10 0-5-15,13 8 12 16,11 16-16-16,1-1-91 15,-3 2-2-15,-25-1 64 16,9-4 49-16,-22 0-5 16,-12 1 8-16,0 2 3 15,0 5 62-15,0 4 12 16,-19 9 7-16,-21-1-21 0,-6 4-21 16,-10 3-3-1,-3-6 13-15,6-5 51 0,7 0-61 16,5-11-14-16,1 6-25 15,12-7 0-15,3 9-41 16,-3-5-84-16,16-8-120 16</inkml:trace>
  <inkml:trace contextRef="#ctx0" brushRef="#br0" timeOffset="24561.89">17652 13836 256 0,'0'0'183'0,"0"0"-112"0,0 0 3 0,0 0-37 16,0 0 2-16,0 0-3 15,0 8 4-15,0 3 14 16,0 10-18-16,0 7 38 16,0 16-25-16,0 24 18 15,0 4-34-15,0 5-1 16,0-2-12-16,0-1 1 16,0-19-21-16,0-7-2 0,0-12-6 15,0-8-52-15,-6-15-107 16,-22-10-354-16</inkml:trace>
  <inkml:trace contextRef="#ctx0" brushRef="#br0" timeOffset="26076.73">18127 13948 102 0,'0'0'195'0,"0"0"-171"0,0 0-9 0,0 0 15 0,0 0-22 0,0 0 36 0,0 20 6 15,0-20 30-15,0 0-35 16,0 0 4-16,0 0-7 0,0 0-36 16,0 0-2-1,0 0 1-15,0 4 4 16,0 0 2-16,0 4 56 15,0 1-11-15,0-1 1 0,0-5-28 16,0-3-18 0,0 0 7-16,0 0 12 0,0 0 12 15,0 0-28-15,0-3 6 16,0-34-18-16,0-27 21 16,0-20-18-16,18-21 9 15,10-3-14-15,6 3-4 16,-15 25-2-16,-13 13-3 15,16 23 8-15,-22 24 1 16,0 15-3-16,0 5 1 0,0 0 2 16,0 25-22-16,0 22 16 15,0 9 6-15,6-7 9 16,6-13-7-16,-5-20-2 16,2-16-5-16,16 0-42 15,9 0 32-15,25-44 6 16,15-20 9-16,13-21 9 15,6 13-9-15,0 8-12 16,-12 23-14-16,-26 26 20 16,-24 15-31-16,-15 0 23 15,-10 24 14-15,-6 33 6 16,0 18 25-16,0 10-18 16,0 7-10-16,0 8-3 15,-6 0 0-15,-10-4-8 16,16-15-4-16,0-21-107 0,0-24-66 15,0-36-18-15</inkml:trace>
  <inkml:trace contextRef="#ctx0" brushRef="#br0" timeOffset="37250.83">17531 7194 282 0,'0'0'128'0,"0"0"-59"0,0 0-21 0,0 0-48 16,0 0-8-16,0 0 1 16,0 0 7-16,0 0 35 15,0 0 35-15,0 0 21 16,0 0 3-16,0 0-26 16,0 0-48-16,0 0-9 15,0 0-8-15,0 0-2 16,0 0 8-16,0 0 12 0,0 0 22 15,0 0-8-15,0 0-9 16,0 0-19-16,-6-4 13 16,-9-4-16-1,15 8 5-15,0 0 6 0,0 0-5 16,0 0-2-16,0 0-4 16,15 0 2-16,25-8-4 15,7 5 29-15,-7-5-23 16,-6 8-6-16,13-13-2 15,-29 13-21-15,17-8-5 16,-17 8-24-16,-2 0-48 16,-4 0-31-16,-12 0-101 15,0 0-312-15</inkml:trace>
  <inkml:trace contextRef="#ctx0" brushRef="#br0" timeOffset="37750.61">17578 6873 342 0,'0'0'297'0,"0"0"-235"0,0 0 81 0,0 0-44 0,0 0-9 0,0 0-35 16,235-84-6-1,-188 80-38-15,-1 0-3 0,-15 1-8 16,10-5-8-16,5-1-20 16,4 1-7-16,-4 4-15 15,-21-3-77-15,-25 7-160 16</inkml:trace>
  <inkml:trace contextRef="#ctx0" brushRef="#br0" timeOffset="46193.12">19705 6195 381 0,'0'0'106'0,"0"0"-37"0,0 0 4 0,0 0-28 16,0 0-38-16,0 0 15 16,0 0-11-16,0 0 10 15,0 0-7-15,0 0 30 16,0 0 11-16,0 0-6 16,6 0-5-16,-6 0-19 15,0 0-4-15,0 0-13 16,0 0 23-16,0 0-14 0,0 0 18 15,0 0-15 1,0 0 9-16,0 0-13 0,0 0-16 16,-15 0-1-16,-26 0-7 15,-11 0 1-15,-1 8-6 16,0 13 6-16,0-1 4 16,4 0-1-16,18 4 4 15,3-4 0-15,9 0-1 16,10-4 4-16,3-4-8 15,6 0-5-15,0-3 7 16,0-1-17-16,0-1-1 16,6-3-8-16,34 8 14 15,7 1 12-15,2 2 3 16,10 6 6-16,6-6 0 0,-3 17-12 16,-9-4-16-16,0-3 7 15,-19-5-15-15,-12-9 29 16,-22 2-17-16,0 7 18 15,0-1 0-15,0-2 9 16,0 11 25-16,-34-4-28 16,-13 4 11-16,-15 0-16 15,-9-4-2-15,-10-4-2 16,7-4 3-16,21 1-4 16,0-6-14-16,13 1 11 15,0 4 5-15,24-3-158 16,-2 2-39-16,11-15-59 15</inkml:trace>
  <inkml:trace contextRef="#ctx0" brushRef="#br0" timeOffset="46628.5">19556 6377 207 0,'0'0'261'0,"0"0"-157"0,0 0 1 0,0 0 24 0,0 0-45 15,0 0-27-15,0 0-45 16,301-81-5-16,-261 65-7 0,-12 8-36 16,-3 0-40-1,-19 8-130-15,-6 0-185 0</inkml:trace>
  <inkml:trace contextRef="#ctx0" brushRef="#br0" timeOffset="47145.45">20164 6172 36 0,'0'0'77'0,"0"0"-17"0,0 0 56 0,0 0-5 0,0 0-16 0,15 205-1 16,-15-150 8-16,0-2-67 16,0 7-1-16,0-9-16 15,-15-2-18-15,15-9-11 0,0-12-46 16,0-12-50 0,0-16-333-16</inkml:trace>
  <inkml:trace contextRef="#ctx0" brushRef="#br0" timeOffset="48091.35">18716 7202 456 0,'0'0'51'0,"0"0"-15"0,0 0 34 0,0 0-23 0,0 0-3 0,0 0 5 16,-34 0 24-16,34 0-10 16,0 0 7-16,0 0-7 15,0 0-17-15,0 0-45 16,0 0-1-16,65 0 0 15,37 0 4-15,25 0 24 16,47 0-17-16,18 0 22 16,22-8-28-16,6-4 14 15,-18 4-12-15,-16 8 6 16,-25 0-13-16,-34 0-3 16,-34 0-19-16,-25 0-19 15,-21 0 5-15,-22 0-36 16,9 0-11-16,-6 0-22 15,6 0-3-15,-28 0-63 16,-6 0-377-16</inkml:trace>
  <inkml:trace contextRef="#ctx0" brushRef="#br0" timeOffset="48807.92">20123 7050 100 0,'0'0'88'0,"0"0"-58"0,0 0 2 0,0 0 16 15,0 0-4-15,0 0 1 16,10 0 36-16,-10 0 23 15,0 0-22-15,0 0-25 16,0 0-25-16,0 0 38 16,0 0-57-16,0-4-13 15,0-12-18-15,0 8-8 16,0 4-2-16,0 4 26 16,0 0 2-16,0 0 14 15,-10 0-14-15,-2 0-59 16,12-4-103-16</inkml:trace>
  <inkml:trace contextRef="#ctx0" brushRef="#br0" timeOffset="53653.78">18995 7724 158 0,'0'0'28'0,"0"0"43"0,0 0-2 16,0 0 5-16,0 0 4 0,0 0-5 15,0 0-20-15,0 0 18 16,0 0-5-16,0 0 28 16,0 0-48-16,0 0-10 15,0 0-30-15,0 0-6 16,0 0 11-16,0 0 0 16,0 0 12-16,0 0-16 15,0 0 23-15,-6 0-13 16,-16 0-7-16,-3 0-5 15,3 0-6-15,4 0 2 0,-16 0 12 16,6 0-10-16,3 0 6 16,-9 23-13-16,6-2 11 15,3-1-14-15,3 8 8 16,10-4-6-16,0 0-9 16,12 4 9-16,-7-12-2 15,7 0-5-15,0-4 6 16,0 1-24-16,0-2 25 15,0 5-16-15,7 1 20 16,33 3-20-16,-9-4 11 16,19 4-8-16,-19-1 12 15,3-2 5-15,-22-1-18 16,-3-4 11-16,-2-8-13 0,-7 0 2 16,0-1 11-16,0 5 8 15,0 5 8-15,0-1 19 16,0 4-4-16,-7 0-23 15,-27 4 0-15,6 4 9 16,-6 0-15-16,9-8 16 16,-9-4-17-16,28-4 7 15,0-8-9-15,0 0-34 16,-4 0-77-16,4 0-103 16,-12 0 36-16</inkml:trace>
  <inkml:trace contextRef="#ctx0" brushRef="#br0" timeOffset="54270.48">18861 7885 185 0,'0'0'0'0,"0"0"0"0,0 0-49 0,0 0 30 16,0 0-9-16,0 0 28 15,0 0 126 1,-21-25-6-16,8 25 26 0,13 0-44 16,-12 0-18-16,12-8-48 15,0 5-32-15,0-6 16 16,0 1-9-16,0 8 18 16,0 0 28-16,0 0 5 15,0 0-38-15,0-12-8 16,0 8-16-16,25-12 11 15,31 4-7-15,-10-8 15 16,1 4-17-16,5 0-4 16,-11 4 0-16,5-4-33 15,-6 0-62-15,-12 4-52 16,-15 7 1-16,-13 5-154 0</inkml:trace>
  <inkml:trace contextRef="#ctx0" brushRef="#br0" timeOffset="55003.28">19308 8013 355 0,'0'0'148'0,"0"0"-74"0,0 0-6 0,0 0-30 16,0 0 17-16,0 0-7 16,-6-12 7-16,6 12-17 15,0 0-12-15,0 0-2 16,0 0-23-16,15 0 26 15,32 0-14-15,-1-5 8 16,7-11-20-16,0 1 2 16,-1-6-3-16,-11 1-33 15,15 0-33-15,-16 1-144 0,-22 11-110 16</inkml:trace>
  <inkml:trace contextRef="#ctx0" brushRef="#br0" timeOffset="63878.14">20092 7688 284 0,'0'0'105'0,"0"0"-23"0,0 0 2 0,0 0-14 15,0 0 5-15,0 0-29 16,0 0-16-16,0-16-21 16,0 16 14-16,0 0-9 15,0 0 8-15,0 0-9 0,0-5-9 16,0-3 25-16,0 0-18 16,19 1 24-16,9 2-18 15,-16 5 0-15,1 0-15 16,8 0-4-16,-8 0-7 15,-7 0-6-15,0 17 1 16,-6 15 14-16,0 11-2 16,0 1 4-16,-12 13-4 15,-41-4-27-15,7-10 26 16,5 5 1-16,7-3 2 16,6-14 7-16,10 2 2 15,18-14-6-15,0-6-3 16,0-9-6-16,18-1-38 15,16 2 36-15,7-5-7 16,-1 0 13-16,-6 0-2 0,0 0-17 16,-9 0-27-16,3-20 6 15,-16-8-35-15,1 7-273 16</inkml:trace>
  <inkml:trace contextRef="#ctx0" brushRef="#br0" timeOffset="64910.75">18434 7692 108 0,'0'0'119'0,"0"0"8"0,0 0-40 0,0 0-26 16,0 0-15-16,0 0-26 16,-100 83 22-16,91-70-16 15,-10 15 31-15,1-4-12 16,2 13 45-16,-2 10-38 0,12 5-9 15,6 1-25-15,0-1-2 16,0-9-16-16,0-6 1 16,0-1-1-16,0-8 0 15,0-4-3-15,24-8-13 16,17-8-52-16,11-8-93 16,23 0 0-16,-23-12-364 15</inkml:trace>
  <inkml:trace contextRef="#ctx0" brushRef="#br0" timeOffset="66060.77">20384 7572 215 0,'0'0'169'0,"0"0"-86"0,0 0-43 0,0 0-2 16,0 0-28-16,0 0 5 0,0 7 29 15,0 1 23-15,0 0-14 16,9 12 22-16,4 4-38 15,-7-4 0-15,6 13-15 16,4 6-8-16,2-2 4 16,4 3-12-16,-3-8 21 15,2 0-23-15,-8 0 1 16,-7-8-1-16,0 5-8 16,-6-1 0-16,0 0-17 15,0-4-28-15,0-4-83 0,0-9-105 16</inkml:trace>
  <inkml:trace contextRef="#ctx0" brushRef="#br0" timeOffset="66742.42">20607 7528 97 0,'0'0'155'0,"0"0"-88"0,0 0 31 0,0 0-31 0,0 0-42 16,0 0 27-16,0 15-7 16,0 1 17-16,0 0-10 15,0 4 21-15,0 0-12 0,0-7-21 16,0 10-21-16,0-2-6 16,0-1 5-16,0 12-16 15,0-9 8-15,0 5-9 16,0 5 1-16,0-9-2 15,0 8-10-15,0-11-35 16,0-2-92-16,6-7 30 16,7 0-32-16,-1-4-201 15</inkml:trace>
  <inkml:trace contextRef="#ctx0" brushRef="#br0" timeOffset="67309.61">20613 8181 322 0,'0'0'174'0,"0"0"-123"0,0 0-6 0,0 0-45 16,0 0-34-16,0 0 8 0,0 4-12 15,0-4 6-15,0 0 6 16,0 0 26-16,0 0 6 16,0 0 13-16,0 0-2 15,0 0-7-15,0 0 56 16,0 0-2-16,0 0-64 16,0 0-12-16,0 0-12 15,0-4-47-15,0-12-387 16</inkml:trace>
  <inkml:trace contextRef="#ctx0" brushRef="#br0" timeOffset="68308.14">16784 9689 496 0,'0'0'113'0,"0"0"-105"0,0 0 54 0,0 0-3 0,0 0 8 16,0 0-61-16,192-60 0 16,-158 60-6-16,-15 0-14 15,-13 0-37-15,-6 0-18 0,0 0-49 16,0 0-73-1</inkml:trace>
  <inkml:trace contextRef="#ctx0" brushRef="#br0" timeOffset="68492.87">16784 9689 561 0,'19'-237'145'0,"27"237"-139"16,-6-8 3-16,13 0-9 0,-6-7-21 15,-7-6-114 1</inkml:trace>
  <inkml:trace contextRef="#ctx0" brushRef="#br0" timeOffset="69291.69">18254 9035 430 0,'0'0'57'0,"0"0"-48"0,0 0 2 0,0 0 5 0,0 0 10 0,0 0 25 15,-109 36 6-15,103-28-39 0,6 5 15 16,0-10-23-16,0 5 8 16,0 0-18-1,34-4-3-15,6 4 1 16,1 5 4-16,11-2 2 0,-5 6-4 16,15-1 0-16,-3-1-1 15,6 1-9-15,-15-8-33 16,-32 4-1-16,-12-4-4 15,-6 5 48-15,0 3 72 16,-40 8-28-16,-19 8-15 16,6-9-12-16,-2 10 19 15,8-13-1-15,1 1-24 16,33-10-11-16,-8-3-24 0,2-8-54 16,19 0 4-16,0 0-84 15,0-27-156-15</inkml:trace>
  <inkml:trace contextRef="#ctx0" brushRef="#br0" timeOffset="69544.5">18486 8867 663 0,'0'0'0'0,"0"0"-37"0,0 0 27 15,0 0-13-15,0 0-63 0,0 0-80 16</inkml:trace>
  <inkml:trace contextRef="#ctx0" brushRef="#br0" timeOffset="69992.45">19116 8766 22 0,'0'0'42'0,"0"0"-32"16,0 0 97-16,0 0 7 16,0 0 65-16,0 0-37 15,12 121-30-15,-12-77-52 16,0-8-30-16,0 0-30 15,0-8 6-15,0 0-6 16,0 5-10-16,0-6-15 16,0 5-36-16,0 5-71 0,0-9-255 15</inkml:trace>
  <inkml:trace contextRef="#ctx0" brushRef="#br0" timeOffset="70523.42">19082 9588 543 0,'0'0'214'0,"0"0"-191"0,0 0-1 0,0 0-22 0,0 0-38 15,0 0 31-15,34-59 0 16,-34 59 2-16,0 0 7 16,0 0-2-16,0 0 42 15,0 0-42-15,0 3-47 16,6-3-49-16,0 0-293 16</inkml:trace>
  <inkml:trace contextRef="#ctx0" brushRef="#br0" timeOffset="71023.22">17764 10022 469 0,'0'0'138'16,"0"0"-47"-16,0 0 35 0,0 0-74 15,0 0-14-15,0 0-20 16,189-20 58-16,-56 12-1 0,13 0-25 15,9 8-12-15,-9-8-38 16,-4 8 0-16,-14 0-9 16,-23 0-9-16,-12 0-41 15,-6 0-25-15,-25-17-67 16,-37 6-210-16</inkml:trace>
  <inkml:trace contextRef="#ctx0" brushRef="#br0" timeOffset="71743.22">18260 10299 32 0,'0'0'557'0,"0"0"-483"0,0 0 51 0,0 0-36 15,0 0-54-15,0 0-22 16,0 0-9-16,0 0 0 16,0 0-3-16,28-5 25 0,-16 1-22 15,1 4 15-15,-13 0-18 16,0 0-1 0,0 0-3-16,0 0 3 0,0 17 27 15,0 11-16-15,0-4 0 16,0-1-4-16,0 6-14 15,0-9 5-15,0-4-6 16,0-4-10-16,0-4-4 16,21-8-13-16,4 0 25 15,3 0 7-15,-9 0 3 16,-4 4 13-16,-9-4-12 16,-6 8 13-16,0 0-9 15,0 4 29-15,0 12-22 16,0 4 3-16,-12 21-6 0,-38 2-5 15,-9 9-4-15,-15 4-14 16,-7-3 2-16,-5-5-29 16,20-24-5-16,26-16-150 15,34-16-97-15</inkml:trace>
  <inkml:trace contextRef="#ctx0" brushRef="#br0" timeOffset="72254.2">18781 10346 332 0,'0'0'227'0,"0"0"-105"0,0 0-34 0,0 0-44 16,0 0-25-16,0 0 8 15,-6 65 2-15,6-29-19 16,0 4 8-16,0 4-8 15,0 0 12-15,0-4-15 16,0 9-7-16,0-10-1 16,0 10-54-16,0-18-80 15,0-10-53-15,0-9-200 0</inkml:trace>
  <inkml:trace contextRef="#ctx0" brushRef="#br0" timeOffset="72654.03">18827 11112 357 0,'0'0'199'0,"0"0"-151"16,0 0 7-16,0 0 5 15,0 0-42-15,0 0-18 16,7 0-9-16,-7 0 1 15,0 0 1-15,0-3 7 16,0-2 6-16,0-3 17 16,0-3-23-16,0 11 0 15,0 0 8-15,0 0-6 16,0 0 0-16,0-17-2 16,6-14-76-16</inkml:trace>
  <inkml:trace contextRef="#ctx0" brushRef="#br0" timeOffset="77915.96">19832 10138 151 0,'0'0'112'0,"0"0"-55"0,0 0 0 0,0 0-9 0,0 0-22 16,0 0 1-16,0 0-22 16,-16 0 1-16,16 0 17 15,0 0 42-15,0 0 43 16,0 0-36-16,0 0 25 0,-6 0-52 16,6 0-21-16,0 0-22 15,0 0-4-15,0 0-17 16,0 0-5-16,0 0 24 15,0 0 5-15,0 0 33 16,0 0-24-16,0 0 19 16,-6 0-13-16,6 0 16 15,0 0-27-15,0 0-9 16,0-8-23-16,-6 8-2 16,6 0 0-16,0-4 25 15,-6 4 44-15,6 0-10 0,0 0 9 16,0 0-30-16,0 0 4 15,0 0-17 1,0 0-5-16,0 0-1 0,0 0-9 16,0 0 11-16,0 0 8 15,0 0 1-15,0 0-1 16,0 0 3-16,0 0-6 16,0 0-1-16,0 0-1 15,0 0-13-15,0 0 13 16,0 0 2-16,0 0-10 15,0 0 2-15,0 0-1 16,0 0-18-16,0-12 17 16,52 4 9-16,23 4 2 15,-16-8-2-15,15 12-12 16,-27 0-34-16,-13 0-49 0,-16 0-76 16,-18 0-68-16,0 0-225 15</inkml:trace>
  <inkml:trace contextRef="#ctx0" brushRef="#br0" timeOffset="78385.98">19696 9873 250 0,'0'0'200'0,"0"0"-134"0,0 0 8 0,0 0 13 0,0 0-2 16,0 0 27-16,148 0-41 15,-101 0-40-15,-13 0 12 16,6 0-37-16,-9 0-6 16,3 0-35-16,-6 0-37 15,-9 0-149-15,-4-15-318 16</inkml:trace>
  <inkml:trace contextRef="#ctx0" brushRef="#br0" timeOffset="79714.02">21113 9400 304 0,'0'0'166'0,"0"0"-87"0,0 0-19 0,0 0 29 16,0 0-12-16,0 0 17 15,0 0-40 1,0 0-10-16,-7 0-10 0,7 0 6 15,-6 0-3-15,0 4-26 16,0 0 2-16,0-4-8 16,6 5-8-16,0-5 11 15,0 0-16-15,0 8 4 16,0 3-11-16,12 1 14 16,28 4 2-16,7 0 7 15,-7 1-7-15,13-2-2 0,-1-7 8 16,-11 0-15-16,-1 0 3 15,-18-3 5-15,-16-2 0 16,-6 1-8-16,0 4-4 16,0 8 12-16,0 4 5 15,0 9 3-15,0-1-8 16,-28 3 1-16,3 5-2 16,-21-3-25-16,-10 7-15 15,9-8-13-15,1-7 7 16,12-9-8-16,15-16-38 15,-2 0 41-15,21 0-58 16,0-16-114-16</inkml:trace>
  <inkml:trace contextRef="#ctx0" brushRef="#br0" timeOffset="80048.82">21181 9413 438 0,'0'0'253'0,"0"0"-199"0,0 0 2 0,0 0-22 16,0 0 8-1,0 0-10-15,99 0 6 0,-77 0-35 16,2 0-3-16,4-13-2 16,6-7-28-16,7 4-44 15,-7-4-142-15</inkml:trace>
  <inkml:trace contextRef="#ctx0" brushRef="#br0" timeOffset="80530.5">21748 9568 340 0,'0'0'155'0,"0"0"-51"0,0 0-42 0,0 0-48 16,0 0-7-16,0 0-4 15,0 20-6-15,0-20 11 16,0 0 5-16,0 0 31 16,0 0 2-16,0 0-22 15,0 0-18-15,0 0-6 16,0 0-71-16,0 0-17 16,-12 0-296-16</inkml:trace>
  <inkml:trace contextRef="#ctx0" brushRef="#br0" timeOffset="81363.21">22192 9231 204 0,'0'0'285'0,"0"0"-180"0,0 0 1 0,0 0-38 16,0 0-34-16,0 0-28 16,-56 161 16-16,37-132-20 15,-3 2 8-15,4 2-8 16,-4-2 0-16,4 2-2 16,5-14 4-16,4-6-9 15,9-6-5-15,0-2-19 0,0 3-33 16,9-5 44-1,22 5 8-15,9-8 10 0,7 5 7 16,-19-5-7-16,12 0-2 16,-12 0-12-16,-9 0-1 15,-19 0-6-15,6 0 10 16,-6 0 11-16,0 0 36 16,0 0 2-16,0 0-7 15,0 0-31-15,0 0-39 16,0 0 3-16,0-8-89 15,6 0 54-15,-6 3 6 16,0 5 51-16,0 0 14 16,0 0 62-16,0 0-4 0,0 0-14 15,0 0-2 1,0 0-13-16,0 0 2 0,0 21-24 16,0 19 20-1,-25 4 34-15,-3 8 6 0,10-8-33 16,-4-8-5-16,16 0-22 15,6-11-7-15,0-13 0 16,0-4-22-16,0-8-70 16,0 0-57-16,0 0-66 15,0 0-167-15</inkml:trace>
  <inkml:trace contextRef="#ctx0" brushRef="#br0" timeOffset="82346.64">22557 9640 268 0,'0'0'417'0,"0"0"-311"0,0 0-18 15,0 0-27-15,0 0-37 16,0 0 17-16,-12 0-24 16,12 0 15-16,0 0-21 15,0 0 18-15,0 0-14 16,0 0-8-16,0 0-14 15,0 0-23-15,0 0-7 16,0 0-65-16,0 0-142 16,0 0-231-16</inkml:trace>
  <inkml:trace contextRef="#ctx0" brushRef="#br0" timeOffset="82995.53">23044 9413 290 0,'0'0'222'0,"0"0"-66"0,0 0-15 0,0 0-61 15,0 0-29-15,0 0-45 16,-12 0-6-16,12 0-32 16,6-5 11-16,34-11 21 0,-18 4 15 15,9 12-6-15,-9 0 1 16,-4 0 14-16,-2 0-19 16,2 0-6-16,-11 0 3 15,-1 0-4-15,-6 0 4 16,0 20 6-16,0-7-8 15,0 2-6-15,-6-7 0 16,-7-4-12-16,7 0 16 16,6-4-17-16,0 8-6 15,0 8-24-15,34 1 35 16,25 2-10-16,34 6 23 16,-6-2-1-16,-13 1-22 0,-21 4 7 15,-25 0-13 1,-28-3 30-16,0-1 3 0,0 7 64 15,-53-6-21-15,-3-9-6 16,10-8-5-16,12-8-35 16,9 0-48-16,-21 0-94 15,-16 0-73-15</inkml:trace>
  <inkml:trace contextRef="#ctx0" brushRef="#br0" timeOffset="86675.83">23996 9340 185 0,'0'0'129'0,"0"0"47"0,0 0-56 15,0 0-34-15,0 0-22 16,0 0 17-16,0 0-42 15,-9 92-14-15,9-72 0 16,0 13-14-16,0-10 20 16,0 6-8-16,0-14 11 15,0 1-31-15,0-8 5 16,0 4-8-16,0 1-12 16,0 3-24-16,0-1-26 15,0 6-103-15,0-9-99 16</inkml:trace>
  <inkml:trace contextRef="#ctx0" brushRef="#br0" timeOffset="87124.55">23974 9994 465 0,'0'0'106'0,"0"0"-92"0,0 0 10 0,0 0-14 0,0 0-10 16,0 0 1-16,-27-33 19 15,27 33 30-15,-7 0-7 0,1-3 39 16,6 3 0-16,0-5-82 15,0 5-7-15,0 0-15 16,0 0-20 0,0 0-74-16,0 0 0 0,0 0 26 15,-12 0-258-15</inkml:trace>
  <inkml:trace contextRef="#ctx0" brushRef="#br0" timeOffset="88708.66">21516 10102 294 0,'0'0'92'0,"0"0"-82"0,0 0 23 0,0 0-8 0,0 0 2 16,0 0-5-16,0 0 40 15,0 0 9-15,0 0-10 16,0 0-6-16,0 0 36 16,0 0-27-16,0 0-39 15,0 0-19-15,0 0 2 16,0 0-3-16,6 0-1 0,12 0 16 15,10 0 3-15,6 0 9 16,7 0-16-16,5 0-5 16,1 0-6-16,-1 0-2 15,1 0 5-15,-1 0-4 16,-12 0 5-16,7 0-9 16,-13 0 11-16,9 0-5 15,-9 0 3-15,18 0-4 16,-5 0-5-16,-1 0 0 15,6 4 2-15,-5 4 5 16,-1-8 4-16,-12 0-8 16,-3 0-3-16,3 0 1 15,-4 0-1-15,-2 0 5 16,12 0-2-16,0 0 1 16,4 0 3-16,11 0-6 0,4 0 1 15,6 0 6-15,-19 8-11 16,13-8 6-16,-7 4-5 15,-5-4 2-15,-1 0-2 16,-12 0-4-16,6 0 12 16,-15 0-10-16,2 0 10 15,4 0-12-15,-3 0 5 16,3 0 1-16,9 0 2 16,0 0 1-16,25 0-6 15,-13 0 7-15,16 0-5 16,-9 0 9-16,-13 0-10 15,7 0 3-15,-19 0-2 0,-4 0 1 16,4 0 0-16,-21 0 7 16,20 0-2-16,-14 0 1 15,-1 0 3-15,4 0-8 16,-4 0 5-16,7 0-12 16,-10 0 6-16,3 0-1 15,-12 0-9-15,0 0-18 16,0 0-6-16,0 0-35 15,0 0-45-15,-12 4-222 16</inkml:trace>
  <inkml:trace contextRef="#ctx0" brushRef="#br0" timeOffset="89490.84">22263 10615 198 0,'0'0'298'0,"0"0"-233"0,0 0-5 16,0 0 25-16,0 0-36 0,0 0 14 15,0 0 19-15,87 0-26 16,-59-7-31-16,-4-1 25 15,-2 8-29-15,-16 0-13 16,16 0-8-16,-10 0 7 16,-5 0-17-16,-7 0 15 15,0 0-5-15,0 28 3 16,0-5-1-16,0 6-2 16,0-9 0-16,-13-9-2 15,-2-3 0-15,2 9-8 16,13-9-19-16,0 0 4 15,0 0-21-15,0-8-19 16,13 4 11-16,21-4 54 0,-19 0 2 16,4 0 1-16,-13 0 23 15,-6 0-13-15,0 0 26 16,0 3-16-16,0 13 23 16,0 5-14-16,-12-1-5 15,-22-4-20-15,-7 4-6 16,13-4-2-16,-3 4-2 15,10 5-4-15,2-14-18 16,19-3-22-16,0-8-82 16,0 0-129-16,19-19-98 15</inkml:trace>
  <inkml:trace contextRef="#ctx0" brushRef="#br0" timeOffset="89939.86">22899 10495 135 0,'0'0'532'0,"0"0"-477"0,0 0 41 0,0 0-31 0,0 0-38 16,0 0-22 0,-41 185-10-16,41-162-7 0,0 2-19 15,-6 7-52-15,-6-9 20 16,12-2-46-16,-10-9-256 15</inkml:trace>
  <inkml:trace contextRef="#ctx0" brushRef="#br0" timeOffset="90288.69">22945 10928 626 0,'0'0'45'15,"0"0"35"-15,0 0-24 16,0 0-54-16,0 0-2 16,0 0-41-16,0 0-11 15,0 0 49-15,0 0 3 16,0 4 59-16,0 4-8 0,0-4-41 16,0-4-10-16,0 0-114 15,-6 0-235-15</inkml:trace>
  <inkml:trace contextRef="#ctx0" brushRef="#br0" timeOffset="91038.9">22064 11248 97 0,'0'0'0'0,"0"0"-10"0,0 0-73 0,0 0 83 16,0 0 31-16,0 0 165 15,186-108-57-15,-145 89 2 16,-1-21-30-16,7-12-49 15,5-5 0-15,10-15-41 16,25 0-7-16,6-12-10 16,19 15-4-16,-10 5 4 0,-21 17-4 15,-29 26 34-15,-27 13-34 16,-25 8-40-16,0 0-13 16,0 0 23-16,-12 16-79 15,-41 8-360-15</inkml:trace>
  <inkml:trace contextRef="#ctx0" brushRef="#br0" timeOffset="91988.37">23131 9897 264 0,'0'0'279'0,"0"0"-194"0,0 0-10 15,0 0-25-15,0 0-14 0,0 0-6 16,-6 0-15-16,34 0 13 16,18-8 11-16,7-16 18 15,21-8 3-15,7-4-10 16,12-16-31-16,22-12 3 16,3-8-3-16,-10 0-17 15,-2 20 8-15,-38 11-5 16,-22 18-10-16,-24 15-22 0,-10 3 12 15,-5-3-26-15,14 4-1 16,-2-4 5-16,-7 0-33 16,4 8-120-16,-16 0-224 15</inkml:trace>
  <inkml:trace contextRef="#ctx0" brushRef="#br0" timeOffset="92786.66">24108 10359 217 0,'0'0'103'0,"0"0"-89"0,0 0 32 0,0 0 28 15,0 0-21-15,0 0 38 16,0 0-8-16,0 0-5 16,0 0 49-16,0 0-57 15,0 0 20-15,0 0-57 0,15 0-4 16,16-13-20-1,10-2 16-15,-1-1-21 0,0 3 2 16,-6 1-6-16,-9 4-10 16,-3 5 0-16,-10 3-28 15,-6 0 1-15,-6 0-54 16,0 0-7-16,0 0-62 16,0 0 13-16,0 0-50 15</inkml:trace>
  <inkml:trace contextRef="#ctx0" brushRef="#br0" timeOffset="93048.9">24108 10359 494 0</inkml:trace>
  <inkml:trace contextRef="#ctx0" brushRef="#br0" timeOffset="93103.4">24108 10359 494 0,'80'-245'28'0,"-80"245"50"0,7 0-24 0,33 0 6 16,28 0-96-16,-28 0-115 16</inkml:trace>
  <inkml:trace contextRef="#ctx0" brushRef="#br0" timeOffset="93904.12">24939 9873 531 0,'0'0'53'0,"0"0"3"0,0 0 3 0,-56 0-23 15,16 0 32-15,21 0-11 0,-15 21-11 16,6-6-27-16,9 1 21 16,7-3-30-16,-3 10 10 15,15-6-19-15,0 2-1 16,0 1-2-16,0-4-4 15,55 1 1-15,-2-1 10 16,-6-4-10-16,-1 0 11 16,-6 0 0-16,7 0-5 15,6-4 7-15,-7 0-8 16,16-8-3-16,-9 12 1 16,-25-8-21-16,-3 4 13 15,-25 20 8-15,0 0 2 0,0 13 13 16,0 2 15-1,-41 1-25-15,-5 0 7 0,-1-3-9 16,7-17-1-16,6 0-6 16,3-24-24-16,3 0 25 15,0 0-45-15,3 0-57 16,-9-4-43-16,6-16-66 16,3-9-208-16</inkml:trace>
  <inkml:trace contextRef="#ctx0" brushRef="#br0" timeOffset="94135.71">24957 9953 496 0,'0'0'135'0,"0"0"-121"0,0 0 75 0,0 0-5 16,0 0-63-16,0 0-21 15,314-67-15-15,-293 67-65 16,-21 0-39-16,0 0-368 16</inkml:trace>
  <inkml:trace contextRef="#ctx0" brushRef="#br0" timeOffset="94468.45">25664 10246 848 0,'0'0'131'15,"0"0"-73"-15,0 0-33 16,0 0-25-16,0 0-6 15,0 0-5-15,50 0-74 16,-38 0-35-16,-12 0-145 16</inkml:trace>
  <inkml:trace contextRef="#ctx0" brushRef="#br0" timeOffset="95169.3">25981 9769 508 0,'0'0'62'0,"0"0"-62"0,0 0 3 16,0 0-3-16,0 0 26 15,0 0 18-15,18 84-3 16,-43-40-24-16,-15-8 3 15,12-8 36-15,0-3-31 16,28-1-16-16,0-9-9 16,0 2-1-16,0 2-4 15,0-2-2-15,28-9-1 16,12-4-1-16,-5-4 4 16,-11 0 5-16,-2 0 5 0,6 0 55 15,-22 0-33 1,19 0 8-16,-25 0-33 0,16 0 7 15,8-12-3 1,4 0-6-16,13-4 0 0,-17 8-24 16,17-9-16-16,-13 14-36 15,-16-5 55-15,16 4 0 16,-16-4 17-16,4 8-1 16,-16 0 5-16,0 0-11 15,0 0-15-15,0 0 26 16,0 0 1-16,0 15 17 15,0 18-6-15,0 7 58 0,-16 12-15 16,4 5-9 0,-16-2-13-16,9 1-11 0,4-12-3 15,2-8-16 1,7-11-3-16,6-17-5 0,0 4-25 16,0-8-40-16,0-4-66 15,0 0-92-15</inkml:trace>
  <inkml:trace contextRef="#ctx0" brushRef="#br0" timeOffset="95701.09">26942 10331 713 0,'0'0'97'0,"0"0"26"0,0 0-40 0,0 0-22 0,0 0 13 16,0 0-20-16,167-5-33 16,-133-3-15-16,-15 8-6 0,3 0-18 15,-10 0-47 1,-12 0-13-16,0 0-48 0,0 0-143 15</inkml:trace>
  <inkml:trace contextRef="#ctx0" brushRef="#br0" timeOffset="95901.32">26942 10331 587 0,'68'-177'194'0,"-68"177"-101"0,0 0-26 15,6 0-42-15,7 0-12 16,15 0-13-16,-4 0-76 16,4 0-236-16</inkml:trace>
  <inkml:trace contextRef="#ctx0" brushRef="#br0" timeOffset="96550.15">27525 10033 317 0,'0'0'342'0,"0"0"-279"0,0 0-33 0,0 0 33 0,0 0-19 15,0 0-15-15,152-147 10 16,-112 134-37-16,-18 9-2 16,-10 4-15-16,-12 0-27 15,0 45 29-15,0 15 13 16,-46 8-69-16,-7 4-24 16,-9 0 15-16,15-12 34 15,7-7 35-15,15-17 9 0,19-17 50 16,6-2 15-16,0-9-24 15,0-5-28-15,47-3 13 16,11 0 5-16,1 0-8 16,3 0 11-16,-9 0-20 15,0 0 35-15,-7 0-25 16,-12 0 10-16,1 0-34 16,-17 0-12-16,-2 0-38 15,-4 0-122-15,-12 0-110 16</inkml:trace>
  <inkml:trace contextRef="#ctx0" brushRef="#br0" timeOffset="96916.75">28111 10431 409 0,'0'0'247'16,"0"0"-210"-16,0 0 86 16,0 0-33-16,0 0-79 15,415 4-6-15,-316-4 54 16,-12-28-38-16,-12-20 28 16,-13-9-43-16,-31-10 6 15,-31-14-12-15,0 13-26 0,-13 7-29 16,-67 14 16-1,-13 30 33-15,-22 14 6 0,3 3 11 16,4 20-11-16,9 44 22 16,6 8-11-16,18 0 6 15,16-7-9-15,19-17 6 16,34-29-14-16,6-6-62 16,0-13-150-16,6 0 3 15</inkml:trace>
  <inkml:trace contextRef="#ctx0" brushRef="#br0" timeOffset="112353.43">9237 16723 424 0,'0'0'119'0,"0"0"-64"16,0 0 33-16,0 0-24 0,0 0-1 15,0 0-7-15,0 0-19 16,-6 0 7-16,6 0-20 16,0 0 18-16,0 0-18 15,0 0 7-15,0 0-17 16,0 4 2-16,-16-4-10 16,16 0-5-16,0 4-1 15,0 4 0-15,0 5-4 16,0 2 11-16,0 9-6 0,0 4 5 15,0 5-4-15,0 6 1 16,0 2 4 0,0 3-7-16,0 9-3 0,0 2 1 15,0 9 4-15,22-3 3 16,-16-5 3 0,7 8-13-16,-1-1 12 0,-3-6-7 15,-3-1 0-15,-6-12 1 16,7 1-1-16,-1-6 0 15,-6 2-6-15,6 3 14 16,0 0-12-16,-6 0 10 16,0-8-11-16,0-4 5 15,0-3 0-15,0-6-2 16,0-3 0-16,0-4-1 16,0 1 6-16,0-6-8 0,0 2 12 15,0-1-12 1,0-4 5-16,0-5-6 0,0-3-19 15,0 0 23-15,0 0 2 16,0 0 0-16,-6 0 0 16,-6 0-13-16,-16-28 1 15,-3-8 0-15,-10-16 11 16,1-4-17-16,0-4-2 16,6 0-8-16,6 3 18 15,-3 13 6-15,9-3-1 16,10-6 2-16,-4-11-5 15,10-16-13-15,6 0-67 0,0-4 64 16,0 4-107 0,0 15 99-16,0 9-24 0,0 12 46 15,6 8 6-15,22 0 8 16,6 0-6-16,-6 4 7 16,-3 0-10-16,-3-1-30 15,-16 5-15-15,6 12-12 16,-12 4 49-16,13 9 11 15,2 3 4-15,4-5 15 16,9 5-3-16,-10 0 8 16,23 0-20-16,-14 0 1 15,-2 0-1-15,-3 0-4 16,-16 0 1-16,22 0-21 16,-9 0 8-16,15 16 12 15,0 4-5-15,-3 5 14 16,-3-1-12-16,0-1 9 0,-22 5-4 15,-6 5 23-15,0-5 15 16,0 4 11-16,0-4-11 16,0-8-3-16,0-4-9 15,0 4 28-15,-6 4-11 16,-10 4 17-16,-9 5-12 16,-15-5-16-16,-13 3-6 15,-15 2-5-15,9-1 1 16,-3-9-17-16,16-3-5 15,-7 1 5-15,19-13-13 0,15-4-23 16,19-4 7 0,0 0-269-16</inkml:trace>
  <inkml:trace contextRef="#ctx0" brushRef="#br0" timeOffset="113784.46">9879 17574 249 0,'0'0'71'0,"0"0"40"0,0 0 22 0,0 0-97 15,0 0-15-15,0 0 12 16,0 0-15-16,0 0 1 16,0 0-4-16,0 0 47 15,0 0-11-15,0 0-18 16,0 0-25-16,0 0 15 16,0 3-15-16,-16 2-3 15,-9 3 2-15,-2 4-3 16,8-9 25-16,-3 10-17 15,-3-1-12-15,10 4 5 16,-4-4-11-16,-2 4 3 0,8-4 2 16,1 0-3-16,12-4-2 15,0-1 6-15,0-2 0 16,0-5-5-16,0 4 1 16,0-4-6-16,12 4-24 15,22 0 34-15,0 4 0 16,4-4 4-16,2 8 1 15,-6 0-1-15,0 1-4 16,-6-2 4-16,-16 1-6 16,7 1 10-16,3-2-13 15,-16-7 5-15,-6 4-4 16,6-4 4-16,-6 0 2 0,0 9 1 16,0 2 1-1,0 1 13-15,0 4-8 0,0 4 3 16,-25-7-9-1,10 2 2-15,2-2 0 0,-14-9 1 16,14 0 0-16,1-5-4 16,-10 2-4-16,16-1-4 15,-7-4 0-15,13 0-26 16,0 0-19-16,-6 0-34 16,-3 0-32-16,-3 0-51 15,-7-12-151-15</inkml:trace>
  <inkml:trace contextRef="#ctx0" brushRef="#br0" timeOffset="114301.69">9857 17641 497 0,'0'0'33'0,"0"0"39"0,0 0-27 0,0 0-14 0,0 0 9 16,0 0 45-16,6-11-21 0,-6 11-17 15,0 0 16-15,0 0-10 16,22-4-53-16,-3-9 10 16,27-6-20-16,10-6 4 15,-16-3-57-15,-9 0-131 16,-15 12-246-16</inkml:trace>
  <inkml:trace contextRef="#ctx0" brushRef="#br0" timeOffset="114869.48">10331 17887 85 0,'0'0'129'0,"0"0"-15"0,0 0 61 16,0 0-36-16,0 0-6 16,0 0-37-16,-40 28-51 0,34-12-24 15,0-1 19-15,-7 1-19 16,-8 5 21-16,14-1-32 15,-5 0-9-15,-3-4-1 16,8-4-21-16,7-4-45 16,0-8-91-16,0 0-114 15</inkml:trace>
  <inkml:trace contextRef="#ctx0" brushRef="#br0" timeOffset="115684.77">10648 17626 136 0,'0'0'319'0,"0"0"-299"0,0 0-13 0,0 0-7 15,0 0-15-15,0 0 10 16,0 4 5-16,25-4 46 15,2 0 12-15,-2 0-17 16,3 8-6-16,-15 20-15 16,2 0 23-16,-15 0-23 15,0 4 5-15,0-4-22 16,0-8 4-16,0 4 6 16,0-4 41-16,0 4-18 15,-15 1-22-15,15-2 5 16,0-2-18-16,0-6 1 0,0-7-2 15,0-3-5-15,0-5-31 16,21 0 17-16,4 0 19 16,9 0 36-16,0 0-4 15,-15-8-25-15,-4 3 2 16,-8 2-4-16,-7 3-3 16,0 0-2-16,0 0-15 15,0 0-43-15,0 0-32 16,0 0-36-16,0 0-141 15</inkml:trace>
  <inkml:trace contextRef="#ctx0" brushRef="#br0" timeOffset="116751.03">11516 17574 32 0,'0'0'205'0,"0"0"-33"0,0 0 22 0,0 0-79 16,0 0-31-16,0 0-84 15,0 0-7-15,0 0-27 16,0 0 12-16,0 0 22 16,0 0 13-16,0 0 66 15,0 0-3-15,0 0 8 16,0 0-20-16,0 0-26 0,0 0-38 16,6 0-2-1,7 0-10-15,14 0-2 0,8 0 11 16,-11-5 6-16,4-3 8 15,0 5-11 1,-9-2-7-16,-1-2-40 0,4-1-25 16,-10 3-37-16,-5 2-64 15,-7 3-28-15</inkml:trace>
  <inkml:trace contextRef="#ctx0" brushRef="#br0" timeOffset="117234.77">11361 17405 489 0,'0'0'95'0,"0"0"-89"0,0 0 46 16,0 0 12-16,0 0 70 15,0 0-54-15,174 0-24 16,-128 0-3-16,10-13-40 15,-3-2-2-15,5-6-11 16,-11-6-17-16,15-1-70 0,-28 3-108 16,-9 10-313-1</inkml:trace>
  <inkml:trace contextRef="#ctx0" brushRef="#br0" timeOffset="118265.44">12685 17951 357 0,'0'0'204'0,"0"0"-189"0,0 0-8 0,0 0 3 0,0 0-3 0,0 0 11 15,0 0 53-15,0 0 32 16,0 0 12-16,0 0-57 16,0 0 2-16,0 0-35 15,0 0 16-15,0 0-34 16,0 0 7-16,0 0-10 15,0 0 3-15,0 0 8 16,0 0 0-16,0 0 10 16,0 0-8-16,0 0 19 15,0 0-34-15,0 0 4 16,0 0-6-16,0 0-1 0,34 0 1 16,31 0 1-16,37 0 18 15,26 0-18-15,17 0 2 16,23 0-3-16,-23 0-2 15,-24 0 2-15,-28 0 0 16,-18 0-6-16,-22 0-7 16,-13 0-14-16,-6 0 5 15,-6 0 5-15,-10 0-45 16,-11 0-60-16,-7 0-222 16</inkml:trace>
  <inkml:trace contextRef="#ctx0" brushRef="#br0" timeOffset="119064.52">14697 18042 171 0,'0'0'493'0,"0"0"-438"0,0 0 3 0,0 0 40 0,0 0-57 0,0 0-8 16,0 0-29-16,-12 5 10 15,24-5-11-15,41 0 69 16,21 0-16-16,19 0-9 16,22 0-24-16,18 0-9 15,13 0-12-15,22 0 22 16,-13-13-24-16,-10 5 2 16,4 5-21-16,-31 3 13 15,-9 0-45-15,-16 0 42 16,-35 11-89-16,-30 2-103 0,-21 3-216 15</inkml:trace>
  <inkml:trace contextRef="#ctx0" brushRef="#br0" timeOffset="124726.74">13435 16747 45 0,'0'0'65'0,"0"0"64"0,0 0-4 0,0 0-41 0,0 0-73 16,0 0-11-16,0 0 0 16,0 0-1-16,0 0 6 15,0 0 29-15,-15 0 39 16,15 0-1-16,-13 0-7 15,13 0 33-15,0 0-33 16,-6 0-28-16,6 0-4 0,-15 0-29 16,-4 0 14-16,-9 0-16 15,-18 13 4-15,-1-6-2 16,-6 9 0-16,7 0 19 16,-7 1 8-16,-3 3 4 15,16-4-23-15,9 4-12 16,9-1 8-16,10-6-16 15,0 2 17-15,12 2-18 16,0-1 7-16,0 0-9 16,0 4-6-16,37-4 5 15,19 4 7-15,9 0-1 16,3-4 3-16,19 0 6 16,12-4-6-16,-12-4-1 15,15 5 2-15,-31-5-14 0,4 4 9 16,-7-1-3-16,-37-3 0 15,9 0 10-15,-24 1-14 16,-4 2 11-16,-12 17-7 16,0 5 10-16,0 6 0 15,0 14 12-15,-21 4-10 16,-38 6 3-16,-28 1-10 16,-6 0 5-16,-16-8 0 15,10-15 0-15,12-13 1 16,13-17-1-16,15-2-3 15,37-9-17-15,-9 0-76 0,22 0-39 16,-10 0 43-16,-2-16-32 16,14-16-147-16</inkml:trace>
  <inkml:trace contextRef="#ctx0" brushRef="#br0" timeOffset="125425.49">13280 16840 22 0,'0'0'214'0,"0"0"-213"0,0 0 9 0,0 0 41 0,0 0 83 15,0 0-11-15,0 0-45 16,75-49-10-16,-63 49 17 15,0 0-5-15,10-3-45 16,12-2 7-16,3-3-6 16,19-4 23-16,9-4-40 15,10-4 7-15,12-4-17 16,-7 1-7-16,-15-2-4 16,-18 9-13-16,-13 4-2 15,-12 8-66-15,-22 4-63 16,0 0-184-16</inkml:trace>
  <inkml:trace contextRef="#ctx0" brushRef="#br0" timeOffset="132220.37">15627 16708 580 0,'0'0'61'0,"0"0"-16"0,0 0-5 0,0 0-32 15,0 0 7-15,0 0 2 16,0 0 45-16,7-33-20 15,-7 33 4-15,0 0 3 16,0 0-25-16,0 0-21 16,0 0 1-16,0 0-6 15,0 0 4-15,0 0 10 16,0 0-5-16,0 0 29 16,0 0-19-16,0 12-9 15,0 17-8-15,-16 7 2 16,4 11-2-16,-16 6 2 15,9 3-2-15,7-4-8 16,6 0 4-16,6-8 1 0,0-8-2 16,0-4 4-16,0-8-4 15,0-7 1-15,0-6-13 16,24-6 12-16,11-2-64 16,5-3 61-16,6 0 6 15,1 0 2-15,6 0 2 16,-19 0 4-16,12 0 3 15,-18-3-7-15,-9 3 2 16,-4-5 0-16,-2 2-8 16,-13-5-13-16,6-1-1 15,-6-10-10-15,6 6-22 0,0 1-59 16,-6 1 62 0,0 6 43-16,0 1 3 0,0-4-6 15,0 4-1-15,0-8 7 16,0 4-62-16,0 4 31 15,0 4 15-15,0 0 2 16,0 0 15-16,0 12 38 16,0 16 0-16,-12 5-7 15,-1 6 8-15,-2 2 17 16,9 3 33-16,-7 8-54 16,1 4-2-16,-4 5-11 15,-2-2 0-15,5-2 0 16,4-9-14-16,-3-8-8 15,12-17-10-15,0-6-25 0,0-14-65 16,0-3-158-16</inkml:trace>
  <inkml:trace contextRef="#ctx0" brushRef="#br0" timeOffset="133052.82">14496 17361 582 0,'0'0'66'0,"0"0"-6"0,0 0 10 0,0 0-33 0,0 0-27 0,0 0-10 16,-25 0-10-16,25 0 0 15,0 0 10-15,6 0 32 16,-6 0-11-16,0-5-8 16,0-10-13-16,0 3-15 0,0 12-42 15,0 0 41-15,0 0 2 16,0 0 12-16,0 0 2 16,0 0 0-16,0 0 0 15,0 0-139-15</inkml:trace>
  <inkml:trace contextRef="#ctx0" brushRef="#br0" timeOffset="133836.48">16728 17530 294 0,'0'0'375'0,"0"0"-343"0,0 0 44 0,0 0 17 0,0 0-70 15,0 0 9-15,68 0 12 0,-27 0 14 16,-7 0-35-16,-3 0 21 16,3 0-39-16,0 0-5 15,-6 0-6-15,-3 0-21 16,3 0-62-16,-16 0-46 15,0 0-69-15,-12 0-286 16</inkml:trace>
  <inkml:trace contextRef="#ctx0" brushRef="#br0" timeOffset="134052.51">16728 17530 342 0,'-34'-201'555'15,"62"201"-548"-15,12 0 38 16,7 0-16-16,6 0-28 16,15 0-1-16,-9-12-47 15,-4-8-64-15,-36-1-221 16</inkml:trace>
  <inkml:trace contextRef="#ctx0" brushRef="#br0" timeOffset="134588.16">17578 17153 424 0,'0'0'172'0,"0"0"-104"16,0 0 94-16,0 0-100 15,0 0-31-15,409-197-27 16,-344 193 11-16,-18 4-15 16,-19 0-4-16,-10 24-10 15,-18 37 14-15,0 19-6 0,-71 20-31 16,-25 0-38-1,-3 8 14-15,6-11 35 0,6-22 21 16,46-10 5 0,13-25 51-16,28-16 13 0,0-1-64 15,0-10-10-15,47-1 4 16,21-7 6-16,0-5-1 16,10 0 7-16,9 0 29 15,-7 0 7-15,7 0 6 16,-12 0 0-16,-16 0-22 15,3 0-20-15,-16 0-6 16,-12 0-74-16,-15 0-210 0</inkml:trace>
  <inkml:trace contextRef="#ctx0" brushRef="#br0" timeOffset="134968.89">18629 17806 278 0,'0'0'230'0,"0"0"-174"0,0 0 32 16,0 0-11-16,0 0 7 15,0 0 20-15,347-100-72 0,-282 27 22 16,-3-22 0-16,-25-13-22 16,-9-2-15-16,-15 7-17 15,-13 10-3-15,0 25-17 16,-25 20 13-16,-49 20-9 16,-19 16 14-16,0 12-4 15,0 0 5-15,18 12-36 16,29 37 14-16,11 18 19 15,17 13-8-15,-10 9-3 16,0-13-57-16,-6-20-185 16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3:02:09.6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19956 5298 659 0,'0'0'135'0,"0"0"-94"0,0 0 44 0,0 0-55 0,0 0-1 0,0 0-15 16,0 0 24-16,0 0-12 15,0 0 17-15,0 0 2 16,0 0-8-16,0 0-13 0,0 0-23 16,0 0 12-1,0 0-8-15,0 0 6 0,0 0-8 16,0 0 20-1,0 0-7-15,0 0 0 0,0 0 0 16,0 0-8-16,0 0 2 16,0 0-4-16,0 0-12 15,0 8 5-15,9 15-8 16,22 18-7-16,10 14 15 16,-7 18 1-16,-13 7 0 15,-8 8-7-15,-13-3 2 16,0-1 1-16,0-1 8 15,0-14-13-15,0-5 9 16,0-20-8-16,0-19 6 0,0-17-12 16,0-8-1-16,0 0 15 15,-6 0 3-15,-16-49 9 16,-3-23-9 0,-9-24 2-16,6-13-10 0,16-19 3 15,-1-16 2-15,13-5-1 16,0 17-9-16,0 4 9 15,0 3-1-15,25 6-5 16,22-2 5 0,-1 17 2-16,4 11 0 0,-19 18-3 15,3 26-4-15,0 21-3 16,0 20-3-16,-3 8-26 16,31 0 13-16,19 36 25 0,6 8-11 15,-16 8-5-15,-3 4-9 16,-28 9-5-16,-33 3 26 15,-7 17-10-15,-13-2 15 16,-74 6 27-16,-15-9-13 16,3-12 14-16,6-4-25 15,18-11-6-15,35-2 0 16,0-15-20-16,34-15-67 16,6-10-146-16,0-11 31 15</inkml:trace>
  <inkml:trace contextRef="#ctx0" brushRef="#br0" timeOffset="10391.14">20954 6449 243 0,'0'0'249'0,"0"0"-190"0,0 0 10 0,0 0-42 0,0 0-22 16,0 0 6-16,0 0 2 15,7 0-1-15,-7 0 52 16,0 0 8-16,0 0-6 0,0 0-34 16,0 0 7-1,0 0-12-15,0 0-11 0,0 0-14 16,0 0 4-1,0 0-11-15,0 0 14 0,0 0-8 16,0 0 4-16,0 0-10 16,0 3 11-16,0 2-13 15,0-2 7-15,0 2 0 16,0-2 7-16,0 1-6 16,0-4 12-16,6 0-9 15,-6 0 20-15,0 0-12 16,0 0 12-16,0 0 5 15,0-23 1-15,0-18-28 16,0-3 2-16,0-9-6 16,0-6 6-16,0-13 4 15,0 3 3-15,0 1-20 0,0 9 16 16,0 6-14 0,0 13 0-16,0 8 3 15,0 8 0-15,0 16 4 16,0 8-4-16,0 0 13 15,0 0-4-15,0 0-5 0,0 0-12 16,0 0-29-16,-13 0 21 16,-21 19-67-16,-12 10 29 15,18-5 43-15,3 8-3 16,3-12 5-16,22-8 1 16,0 0-10-16,0-12-58 0,0 0-36 15,13 0-92-15,27 0-168 16</inkml:trace>
  <inkml:trace contextRef="#ctx0" brushRef="#br0" timeOffset="11188.74">21221 6159 164 0,'0'0'76'0,"0"0"-4"0,0 0-35 0,0 0 40 16,0 0-19-16,0 0 7 16,-12 0-24-16,2 0 1 15,10 0-3-15,0 0-6 16,-6 5 9-16,6 3-6 16,0 4 10-16,0-1-29 15,0 5 10-15,0 4-22 16,0 5-5-16,0 3 4 15,0-1 1-15,28-2 6 16,0 3 1-16,9-7 11 0,3-2-19 16,10-2-1-1,3-2 2-15,-7-2 5 0,-5-5-9 16,-17 0 5-16,11-8 3 16,-14 0-1-1,10 0 16-15,-3 0-4 0,12-33 17 16,1-7-18-16,-1-8-5 15,-15-8-10-15,9-1-7 16,-12-2 3-16,-22 7-10 16,0-1 4-16,0 1-13 0,0 12 18 15,-16 4-12 1,-37 8 2-16,-5 16 10 0,-17 4 1 16,1 8 1-1,9 0 17-15,-16 0-6 0,28 32-12 16,-3-1-3-16,4 10-40 15,11 3 8-15,7-4-14 16,3-4 0-16,25 1-134 16,6-5-63-16</inkml:trace>
  <inkml:trace contextRef="#ctx0" brushRef="#br0" timeOffset="12373.68">23112 5751 364 0,'0'0'145'0,"0"0"-38"0,0 0 41 0,0 0-24 0,0 0-72 0,0 0 31 0,0 0-40 0,-18 0 0 16,18 0 1-16,0 0 15 16,0 0-31-16,0 0 10 0,18 0 0 15,23 0-20 1,39 0 13-16,7 0-30 0,0 0 9 15,6 0-5-15,-6 0-10 16,-19 0-9-16,-3 0-3 16,-18 0-19-16,-7 0-11 15,-6 0-6-15,-15 0-4 16,9 0 11-16,-28 0-44 16,0 0-27-16,0 0-121 15,-28 0-212-15</inkml:trace>
  <inkml:trace contextRef="#ctx0" brushRef="#br0" timeOffset="12904.64">23153 5578 548 0,'0'0'197'0,"0"0"-106"0,0 0 50 0,0 0-41 15,0 0-28-15,0 0-10 0,406-44-31 16,-338 32-23 0,-21 0-8-16,5 4-1 0,-17 4-53 15,-8 0-14-15,-2 4-99 16,-19 0-201-16</inkml:trace>
  <inkml:trace contextRef="#ctx0" brushRef="#br0" timeOffset="14003.03">26821 5125 88 0,'0'0'393'0,"0"0"-337"0,0 0 43 0,0 0-22 0,0 0 12 0,0 0-19 0,0 0-10 0,0 0 6 0,0 0-7 16,0 0-13-16,0 0-12 15,0 0-11-15,0 0-14 0,0 0 13 16,0 0-10-16,0 0 11 16,0-24-1-16,0-12-8 15,-13-25-7-15,7-14-1 16,-6-13-5-16,12-17 0 16,-16 0-2-16,10 5-9 15,-12 12 7-15,18 27-4 16,-7 25 7-16,-2 17 1 0,9 19 10 15,-6 0 9 1,6 0-12-16,0 0-16 0,0 8-8 16,-13 28 4-16,7 16-22 15,-15 12-20-15,-4 8 4 16,-9 5-36 0,-13 7-7-16,-6-8-36 15,-2-8-26-15,30-19-188 0</inkml:trace>
  <inkml:trace contextRef="#ctx0" brushRef="#br0" timeOffset="14619.01">26982 5065 61 0,'0'0'429'0,"0"0"-403"0,0 0 3 0,0 0 13 0,0 0-36 16,0 0 19-16,-25 100 17 15,56-92 5-15,10-4 35 16,11 4-5-16,4-8-7 16,-3 0-39-16,15-8 24 15,3-32-25-15,22-16 4 0,-12-17-25 16,0-6 4 0,-19-14 1-16,-16-7-7 0,-27 3 5 15,-13 14-11-15,-6 22-1 16,0 17 3-16,-40 24-3 15,-19 12 1-15,-16 8-2 16,-5 0-7-16,-1 12 7 16,4 28 1-16,-4 5-10 15,34 7-7-15,7-4-28 16,12 4 9-16,10 8-78 16,8-12-82-16,-8-4-80 15</inkml:trace>
  <inkml:trace contextRef="#ctx0" brushRef="#br0" timeOffset="15401.41">28145 4066 192 0,'0'0'338'0,"0"0"-251"0,0 0 1 0,0 0-28 0,0 0-3 0,0 0-27 16,0 0 18-16,22 28-2 0,-10 0 25 15,0 0-30 1,4 8 1-16,-4 8-7 0,1 13-22 16,2 7-12-16,-15 0 8 15,0 5-17-15,0-10 17 16,0-2-14-16,0-1 5 16,0-12-3-1,0-8-31-15,0-4-4 0,0-16-70 16,0-8-96-16,0-8-121 15</inkml:trace>
  <inkml:trace contextRef="#ctx0" brushRef="#br0" timeOffset="16051.26">28080 5265 257 0,'0'0'327'0,"0"0"-298"0,0 0 58 0,0 0-18 0,0 0-57 0,0 0-3 0,-22-16 47 16,16 16-4-16,0 0-2 16,-1 16 21-16,7 4 6 15,0-7-64-15,0-5-13 16,0 3-6-16,0-11 1 16,0 0 0-16,7 0-5 0,-7 0 4 15,6 0 12 1,-6 0-7-16,0 0 4 0,0 0-6 15,6-11-39-15,-6-10-110 16,0 1-650 0</inkml:trace>
  <inkml:trace contextRef="#ctx0" brushRef="#br0" timeOffset="17239.91">24771 5815 340 0,'0'0'45'0,"0"0"40"0,0 0-6 0,0 0-30 0,0 0 10 16,0 0 6-16,0 0 4 0,0 0 7 16,0 0-33-16,19 0-6 15,15 0-7-15,19 0 36 16,34 0-26-16,27 0-3 15,26-13 6 1,27-7-28-16,13-4 16 0,15 1-7 16,-2 3 4-16,8-1-26 15,-15 13 10-15,10 4-11 16,2 1-1-16,10 3-6 0,0 0 6 16,12 0 0-1,0 0 16-15,16 0-33 0,12 0 28 16,12 0-19-1,0 0 8-15,-5 0-13 0,-17 0-1 16,-17 0-4-16,-20 0-2 16,-5 0 1-16,-38 0 16 15,-16 0-11-15,-24 0 9 16,-22 0-39-16,-24 0-41 16,-26 0-45-16,-12 0-144 15</inkml:trace>
  <inkml:trace contextRef="#ctx0" brushRef="#br0" timeOffset="25411.38">16127 14674 655 0,'0'0'100'0,"0"0"38"0,0 0-51 0,0 0-48 0,0 0-6 0,0 0 3 16,0 0-15-16,6 0 4 16,-6 0-11-16,15-36 24 15,4-16-30-15,9-20 13 16,6-12-14-16,-9-5 1 15,3 5-8-15,-10 11-1 16,4 13-4-16,-3 20-21 16,-4 21 23-16,-15 14-12 15,0 5-7-15,6 0-22 0,0 13 44 16,1 26 15 0,-1 9 8-16,0 4 10 15,-6-7-27-15,22-21-6 16,-16-8-16-16,13-12 6 15,-10-4-21-15,16 0 26 0,3 0 5 16,-4 0 7-16,4 0-1 16,0 0-4-16,3 0-2 15,-3 0-6-15,-6 28 6 16,-10 4 15-16,-6 8-2 0,-6 0-13 16,7 13-12-16,-7-6-8 15,0 6-22-15,0-9-30 16,0-16-20-16,0-8-6 15,0-20-146-15</inkml:trace>
  <inkml:trace contextRef="#ctx0" brushRef="#br0" timeOffset="25976.43">17075 14417 270 0,'0'0'327'0,"0"0"-257"0,0 0 8 0,0 0 1 0,0 0-25 0,0 0 26 0,0 0-5 0,16 0-15 15,-4 0-37-15,1-3 11 16,2-2-16-16,16-3-1 15,3 1-16-15,7-6 4 16,-7 1-5-16,6-4-4 0,-15 16-8 16,3-3-20-1,-16-2 3-15,4 1-36 16,-4-12-40-16,-12 5-129 0,6-14-172 16</inkml:trace>
  <inkml:trace contextRef="#ctx0" brushRef="#br0" timeOffset="26326.14">17243 14117 638 0,'0'0'107'0,"0"0"-10"16,0 0-21-16,0 0-33 16,0 0 31-16,0 0-45 15,108 12-2-15,-89-12-25 16,-3 0 6-16,-4 0-8 15,0 0-6-15,1 0 2 16,2 0-23-16,-9 0-27 16,13 0-53-16,-3 0-192 15</inkml:trace>
  <inkml:trace contextRef="#ctx0" brushRef="#br0" timeOffset="30395.54">18226 13960 435 0,'0'0'79'0,"0"0"38"0,0 0-44 0,0 0-36 0,0 0-13 0,0 0-5 16,0 0 4-1,6 8 0-15,-6-4 44 0,0-4-5 16,0 0 16-16,0 0-43 15,0 0-8-15,0 0 0 16,0 0-16-16,0 0 5 16,0 0-8-16,0 0 20 0,0 0-19 15,0 0 21 1,0 0-16-16,0 0-11 16,0 0-3-16,0 0-5 0,0 0 4 15,0 0-5-15,28 0 4 16,18-4 2-1,7-4 0-15,9 5 1 0,-9 3-1 16,-7 0-6-16,-5 3-6 16,-13 33 0-16,-16 12-9 15,-6 12 4-15,-6 12-11 16,0 0 27-16,0-3-16 16,-34-9 17-16,0-7 9 15,9-14-2-15,3-11-3 16,16-8 10-16,6-15-14 15,0-5-17-15,0 0 10 16,0 0-7-16,6 0 11 0,35 0-4 16,15 0 7-16,2 0 4 15,17-8 4-15,-4-9 12 16,4 9-10-16,-1 0-10 16,0 1-2-16,-15-1 1 15,-6 8-43 1,-13-8-33-16,-27 8-167 0,-13 0-342 15</inkml:trace>
  <inkml:trace contextRef="#ctx0" brushRef="#br0" timeOffset="36553.65">21001 3909 238 0,'0'0'12'0,"0"0"15"0,0 0 4 0,0 0-12 0,0 0 19 15,0 0 21-15,0 0-4 16,-22 0-9-16,22 0 15 16,0 0-11-16,-6 0 4 15,6 0-23-15,0 0 30 16,0 0-17-16,0 0-18 16,0 0-6-16,-6 0 5 0,6 0 0 15,0 0-17-15,-6 0 23 16,-1 0-18-16,1 0 14 15,-9 0-11-15,8 0 4 16,1 0-1-16,-6 0-5 16,-4 0 3-16,10 0-7 15,6 0 22-15,0 0-25 16,0 0 19-16,0 0-24 16,0 0 5-16,0 0-7 0,0 0 3 15,0 0-10 1,0-7 7-16,0 3-3 15,0-13 0-15,0 9-4 16,6 0 14-16,10 1-17 16,2 2 6-16,17 2-3 0,-17 3-8 15,4 0-11-15,-10 0 26 16,-5 0-21-16,-1 0 16 16,3 3-14-16,-9 22 19 15,0-5-4-15,0 7 0 16,0-2 4-16,0 3-7 15,0-8-2-15,0 7 9 16,-9-6-6-16,-10 7 12 16,-9 0-8-16,16-8 4 0,6-7 1 15,6-10-3 1,0-3-26-16,0 0-25 0,0 0 44 16,0 0 6-16,0 0 1 15,12 0 2-15,22 0 2 16,6-3-8-16,7-14 4 15,-1-2-50-15,1-6-168 16,-19 6-40 0</inkml:trace>
  <inkml:trace contextRef="#ctx0" brushRef="#br0" timeOffset="37234.65">21286 4102 349 0,'0'0'95'0,"0"0"-7"0,0 0-44 0,0 0-37 0,0 0-4 0,0 0 1 15,0 0 2-15,56 36 33 0,-50-3 40 16,0 3 29 0,-6 3-36-16,0 2-59 0,0-10-13 15,13-3-2 1,-4-11-35-16,3-13-112 0,-5-4-52 16</inkml:trace>
  <inkml:trace contextRef="#ctx0" brushRef="#br0" timeOffset="38981.43">25292 6400 141 0,'0'0'1'0,"0"0"8"0,0 0 22 0,0 0 64 0,0 0 6 0,0 0 29 0,0 0-53 0,0 0-17 0,0 0-35 16,0 0-14-16,0 0 1 15,0 0-9 1,0 0 27-16,0 0 19 0,0 0 28 16,0 0-20-16,0 0 6 15,0 0-16-15,0 0-12 16,0 0-10-16,0 0-21 15,0 0-4-15,0-8 3 0,13-7-7 16,21-6 8 0,6 6 10-16,7-6-3 0,-7 5-3 15,0 0-8 1,7 3 0-16,-7 6 3 0,0-1 0 16,-9 8-6-16,-3 0-18 15,-6 0 8-15,-3 0-33 16,-13 32 22-16,-6 8-18 15,0 5 24-15,0 14 5 16,-53-2 13-16,0-1-9 16,-2 8 8-16,-4-4-4 15,6 1 10-15,0-6-2 16,19-7-3-16,0-7 5 16,34-13-5-16,0-4-4 15,0-16-1-15,0 7-5 16,0-15 2-16,0 0 8 0,6 0-8 15,41 0 8-15,27-31 7 16,1-5 0-16,5 3-7 16,-9 9-3-16,-9 12-59 15,-15 9-72-15,-13 3-18 16,-28 0-70-16,-6 0-84 16</inkml:trace>
  <inkml:trace contextRef="#ctx0" brushRef="#br0" timeOffset="39999.61">26142 6039 419 0,'0'0'53'0,"0"0"-14"0,0 0 5 0,0 0-31 0,0 0 18 16,0 0-4-16,0 28 28 15,0-11 8-15,0 10 52 16,12 6-45-16,-6-2-29 15,7 5-25-15,-7 0-10 16,10-3-6-16,-4-2 6 16,0 2-13-16,-12 0 14 15,16 6-17-15,-16-6-4 16,6-10-13-16,6-2-61 16,-5-10-112-16,-7-2-286 15</inkml:trace>
  <inkml:trace contextRef="#ctx0" brushRef="#br0" timeOffset="40565.37">26235 6902 536 0,'0'0'155'0,"0"0"-33"0,0 0-41 0,0 0-59 0,0 0-11 0,0 0 26 0,59 0-15 15,-53 0-12-15,16 0 7 16,-16 0-15-16,-6 0 2 15,0 0 0-15,12 0-8 16,16 0-11-16,-3 0-17 16,-3-16-95-16,-22-12-281 15</inkml:trace>
  <inkml:trace contextRef="#ctx0" brushRef="#br0" timeOffset="48742.37">16341 15557 494 0,'0'0'62'0,"0"0"-15"0,0 0 12 0,0 0-39 0,0 0 8 16,0 0 27-16,0 0-28 0,-19 8 0 16,19-8 2-16,0 0 18 15,-6 3-25-15,6-3-2 16,-10 0-13-16,10 5 2 16,-6-2-6-16,0 1-3 15,-6-4 11-15,-1 8 3 16,-2-3 29-16,2 3-11 15,7-5-3-15,6 5-19 16,-6 0 12-16,-3-8-19 16,9 0 7-16,0 0-9 15,0 0 2-15,0 0 7 16,0 0-10-16,0 0 16 16,0 0-14-16,0-16 3 15,0-23-1-15,9-14 12 0,16-11-6 16,9-1-7-16,0 6-3 15,0 7 4-15,-9 11-7 16,-3 10 10-16,-10 14-10 16,0 17 3-16,-5 0-7 15,2 0-4-15,3 0-14 0,7 0 7 16,9 0 7 0,0 0 9-16,-3 0-18 15,-4 41 15-15,-8 10 0 16,-7 14-2-16,0 3-5 0,-6 0-16 15,0-12-43-15,0-8 21 16,0-8-76-16,0-15 13 16,0-2 93-16,0-7 17 15,0-3-21-15,0-1-13 16,0-12-43-16,0 0-85 16,-12 0 45-16</inkml:trace>
  <inkml:trace contextRef="#ctx0" brushRef="#br0" timeOffset="49089.98">16316 15363 564 0,'0'0'43'0,"0"0"63"0,0 0 53 0,0 0-90 0,0 0 8 15,0 0-44-15,220 0-14 0,-195-3-12 16,3-5-7-16,0 3-33 16,3-2-75-16,-10-9-116 15,-2 11-142-15</inkml:trace>
  <inkml:trace contextRef="#ctx0" brushRef="#br0" timeOffset="49540.75">17004 15420 517 0,'0'0'175'15,"0"0"-101"-15,0 0 36 16,0 0-71-16,0 0 24 0,0 0-12 16,71 0-4-1,-36 0-22-15,11 0 0 0,1 0-25 16,-7 0 11-16,6 0-11 16,-11 0 0-16,-8 0-1 15,-8 0-42-15,-13 0-11 16,-6 0-82-16,0 0-92 15,0 0-56-15</inkml:trace>
  <inkml:trace contextRef="#ctx0" brushRef="#br0" timeOffset="49789.63">17004 15420 565 0,'-22'-204'131'0,"38"204"-114"16,37 0 122-16,-1 0-88 15,-5-5-20-15,-1 2-7 16,-18 3-20-16,-3 0-4 16,-9 0 6-16,2 0-6 15,4 0 0-15,-10 0-6 0,7-8-97 16,-10-1-75-16,-3 1-96 15</inkml:trace>
  <inkml:trace contextRef="#ctx0" brushRef="#br0" timeOffset="54436.23">18099 15183 517 0,'0'0'123'0,"0"0"-36"0,0 0 14 0,0 0-58 0,0 0-33 0,0 0 13 16,0 0 12-16,0 0 16 15,0 0 31-15,0 0-35 16,0 0-1-16,0 0-44 16,0 0-2-16,6 0 1 0,34 0-1 15,7-16 4 1,15-4-3-16,-10 4-2 0,1 12 8 15,-6 4-14-15,-13 0-5 16,-6 0 10-16,-10 0-19 16,-12 9 19-16,10 22-2 15,-16 10-1-15,0 3 3 16,0-8-16-16,0-5-5 16,0-14-30-16,0-6 16 0,0-11 26 15,0 0 1-15,0 0-42 16,0 0-3-1,31 0 55-15,-3 5 1 16,0-2 30-16,-10 5-20 16,-2 9 17-16,-16-1-26 0,0 4 36 15,0 12 2-15,0 13-7 16,0 14-10-16,-50 6-2 16,-43 2-8-16,-28-18-4 15,10-13 5-15,2-16 23 16,22-12-30-16,35-8-5 15,18 0-4-15,27 0-34 0,7 0-86 16,0-13-201 0</inkml:trace>
  <inkml:trace contextRef="#ctx0" brushRef="#br0" timeOffset="57633.8">21736 3862 137 0,'0'0'43'0,"0"0"59"0,0 0-42 0,0 0-60 0,0 0 34 16,0 0 5-16,0 0 17 15,0 0 31-15,0 0 5 16,-13 0-19-16,4 0-16 0,3 0-5 16,6 0-25-16,-6-4 0 15,-1 4-25 1,1-5 18-16,0 5-18 16,6-3 8-16,-15-2 0 15,15 5 6-15,0 0 6 0,0 0-9 16,0 0 4-16,0 0-9 15,-7 0 14-15,7 0-11 16,-6-3 0-16,-6-2-6 16,6 5 10-16,-4 0-11 15,-2-3 3-15,12-2 7 16,0 1-7-16,0 4 6 16,0-3-6-16,0 3-14 15,0-8 10-15,0 0-3 0,0-5 0 16,0-2-9-1,0-6 7-15,0 1-1 16,34 4-1-16,0-4-16 0,-3 4 4 16,-3 8-24-16,-6-1 33 15,-10 9-17-15,0 0 9 16,-5 0 12-16,-1 0-7 16,-6 0 4-16,15 0 7 15,-15 9-7-15,0 7-12 16,0 8 2-16,0 8 9 15,0 5 7-15,-21-9 17 16,2-5-14-16,13-2 4 16,6-14-4-16,0 6-6 15,0-10-9-15,0-3 4 0,0 0-14 16,0 0 15 0,12 5-5-16,7-5 12 0,30 12 14 15,-17-12-12-15,-5 0-2 16,-8 11 3-16,3-6-6 15,-22-2-16-15,0 10 19 16,0-9-20-16,0 20-2 16,0-4 22-16,-41 4 11 15,7 4 4-15,0-3-14 16,9-6 7-16,4-2-8 16,8-14-2-16,13-3-89 15,0 0-81-15,0 0-83 0</inkml:trace>
  <inkml:trace contextRef="#ctx0" brushRef="#br0" timeOffset="60313.53">26790 6332 208 0,'0'0'121'0,"0"0"-5"0,0 0-40 0,0 0-28 0,0 0 0 0,0 0-26 16,0 0 30-16,0 0-9 16,0 0 18-16,0 0 0 15,0 0 1-15,0 0-15 16,0-4 24-16,0 4-22 16,0-4-21-16,12-9-1 15,1 10-16-15,8-13-3 16,13-4-7-16,4 0 11 15,11 4-9-15,-2 4 0 16,-22 8-6-16,9 4 3 16,-6 0-1-16,-4 0-13 15,-17 0 10-15,-7 24-20 16,0 12 17-16,0 8-19 16,-19 0 1-16,-27-4 15 15,5 4-14-15,13-11 21 0,22-14 3 16,6-7-1-16,0-4 1 15,0-8-18-15,6 13 3 16,50-13 15-16,3 0-4 16,0 8 4-16,3-4 2 15,-16 12 1-15,-11-4-6 16,-23-1 1-16,-12 2-3 16,0 11 5-16,-12 8 5 15,-50 12 4-15,-19 0-3 16,0-4 6-16,16-8-10 15,6-7-2-15,31-14-25 0,7 1-17 16,-4-4-71-16,19-8-144 16,-1 0-292-16</inkml:trace>
  <inkml:trace contextRef="#ctx0" brushRef="#br0" timeOffset="60898.94">27810 6103 530 0,'0'0'84'0,"0"0"18"0,0 0 0 0,0 0-51 0,0 0-27 0,0 0 21 0,0 36 12 16,0-3 14-16,0 3-34 15,0 3 7-15,0 6-37 0,0 7 6 16,0 4-10-16,0 9-6 16,-25 2-11-1,13-11-30-15,2 1 9 0,-2-21-68 16,12-13-51-16,0-6-162 15</inkml:trace>
  <inkml:trace contextRef="#ctx0" brushRef="#br0" timeOffset="61497.07">27739 7046 23 0,'0'0'562'0,"0"0"-471"0,0 0 40 0,0 0-40 15,0 0-48 1,0 0-29-16,-16-4-1 0,16 4-12 16,0 0 10-16,0 0-11 15,0-8 32-15,0 8 12 16,0 0-13-16,0 0-4 15,0 0-22-15,0 0-5 0,0 0-19 16,0-4 0-16,-6-12-57 16,0 4-15-16,6 7-18 15,-6 5 109-15,6 0 36 16,-7 0-36-16,1 0-10 16,-9 0-185-16</inkml:trace>
  <inkml:trace contextRef="#ctx0" brushRef="#br0" timeOffset="65855.03">16455 16434 511 0,'0'0'124'0,"0"0"-52"0,0 0 54 0,0 0-78 15,0 0 4 1,0 0-38-16,0 0 1 0,-40-8-3 16,40 8 4-16,0 0 44 15,0 0-22-15,0 13 3 16,0 23-15-16,0 12 11 15,0 12-27-15,0 4 3 16,0-3-13-16,0-6-3 16,0-7-12-16,0-7-13 15,0-5 10-15,0-5-26 16,0-2-34-16,-28-1-117 16,-12-16-207-16</inkml:trace>
  <inkml:trace contextRef="#ctx0" brushRef="#br0" timeOffset="66292.59">16189 16515 217 0,'0'0'388'0,"0"0"-388"0,0 0 113 15,0 0 21-15,0 0-49 16,0 0-8-16,381 0-9 16,-310 0-50-16,-9 0-5 15,-3 0-12-15,-12 0-2 16,-7 0-21-16,-6 0-61 0,-15 0-35 15,-13 0-161 1</inkml:trace>
  <inkml:trace contextRef="#ctx0" brushRef="#br0" timeOffset="66793.63">17237 16832 190 0,'0'0'638'0,"0"0"-633"0,0 0 56 0,0 0-15 0,0 0-27 0,0 0-8 16,260-36-1-16,-213 28-10 16,-7 0 4-16,-18 8-10 15,-10 0-1-15,0 0 1 16,-12 0-26-16,16 0-8 15,-16 0-87-15,0-8-104 16</inkml:trace>
  <inkml:trace contextRef="#ctx0" brushRef="#br0" timeOffset="67011.16">17237 16832 677 0,'34'-226'237'0,"-34"226"-214"16,0 0 7-16,0 0-18 15,40 0 2-15,13 0 31 16,0 0-41-16,2 0 11 16,-17 0-15-16,17-11-3 15,-8-14-50-15,-1 2-81 16,-27-5-183-16</inkml:trace>
  <inkml:trace contextRef="#ctx0" brushRef="#br0" timeOffset="70722.23">18325 16418 353 0,'0'0'195'0,"0"0"-163"0,0 0 34 0,0 0-24 0,0 0-12 0,0 0 25 15,-12 0 7-15,12 0-2 16,0 0 16-1,0 0-12-15,0 0-13 16,0 0-19-16,0 0-9 0,0 0-16 16,0-12-5-1,0-12-2-15,12-12 0 0,28 8-1 16,16-8 13-16,3 12-9 16,-12 9-3-16,-1 10 0 15,1 5-5-15,-13 0-6 16,-6 0-21-16,-10 20 0 15,-18 28-14-15,0 16-51 16,0 12 60-16,-46 4-79 0,-7-3 47 16,-9-13 57-1,15-12 12-15,29-11 21 0,12-21 76 16,6-9-53 0,0-11-41-16,40 0 5 0,31 0 10 15,10-36 11-15,-7-8-24 16,1 8 2-16,-16 5 0 15,-19 10-14-15,-12 17-4 16,-22 4-13-16,6 0-12 16,-12 0-23-16,0 0-28 15,0 0-91 1,0-4-262-16</inkml:trace>
  <inkml:trace contextRef="#ctx0" brushRef="#br0" timeOffset="72370.25">22030 4182 49 0,'0'0'227'0,"0"0"-227"0,0 0 0 0,0 0 66 0,0 0 17 15,0 0 0-15,-28-16-18 0,16 16-16 16,12-8 14-16,0 5-14 15,0-6 12-15,0-2-56 16,0 6 2-16,0 2-6 16,0-2 8-16,0 5-8 15,0-4 24-15,0 0 1 0,0 4 3 16,0-4-21 0,0 0 3-16,0-3 17 0,0-1-26 15,0-1 4-15,0 5 3 16,0 4 0-1,0 0 3-15,0 0 17 0,0 0-6 16,0 0-8 0,0 0 3-16,0-4-16 15,0 0 25-15,0 0-26 0,0 0 19 16,0 0-16-16,0 4-2 16,0 0 7-16,0 0 2 0,0 0 10 15,0 0-8 1,0 0-4-16,0 0-2 15,0 0-8-15,0 0 10 16,0 0-18-16,0 0 3 16,0 0 2-16,0 24-1 0,0 12 5 15,0-4 3-15,0-3-3 16,0-6-1-16,0 2-37 16,0-6-35-16,0-6-128 15,0-13-177-15</inkml:trace>
  <inkml:trace contextRef="#ctx0" brushRef="#br0" timeOffset="73286.64">22095 3757 310 0,'0'0'127'0,"0"0"-43"0,0 0-20 0,0 0-29 0,0 0-3 0,0 0 13 16,0 0-13-16,0-4 62 15,0 0-37-15,0-3 1 16,22-6-38-16,3 1 17 16,3 1-15-16,6 3-17 15,-9-1 2-15,-4 9 3 16,-14 0-20-16,-1 0-2 16,-6 0 11-16,6 0-21 15,-6 17 6-15,0 14 4 16,0 5-6-16,0 0 18 15,0 5 3-15,-12-13 8 16,5-8-7-16,1-1 13 16,6-6-11-16,0-9-12 0,0 4 4 15,0-8-7-15,0 0 8 16,25 0 2-16,9 0 13 16,7-8-7-16,-1-9 6 15,0 9-13-15,-6-3 0 16,-9-1-74-1,-3 7-94-15,-16 2-134 0</inkml:trace>
  <inkml:trace contextRef="#ctx0" brushRef="#br0" timeOffset="74671.58">28272 6356 443 0,'0'0'147'0,"0"0"-77"0,0 0 6 15,0 0 3-15,0 0-9 16,0 0-21-16,0 0 19 16,-6 0 9-16,6 0-30 15,0 0 10-15,0-12-47 16,0-4 21-16,0-4-26 15,22 0 10-15,-4 7 4 16,10 6-9-16,-16 3-10 16,-12 4-7-16,0 0 4 15,0 0-29-15,0 0-3 16,0 28-12-16,-6 8 36 16,-28 13-18-16,0-2 28 15,-6 1-7-15,-1 4 5 16,1-8 2-16,15-3 1 15,19-18-3-15,6 2-2 16,0-5 1-16,0-8-3 0,0-4 7 16,53-4 2-16,21-4 3 15,4 0 8-15,2 0-10 16,1 0 5-16,-7 0-3 16,-15-8 4-16,-12 0-4 15,-32 0-5-15,-2 8-10 16,-13 0-10-16,6 0-29 15,16 0-66-15,-4 0-9 16,10-4-15-16,-9-4-53 16</inkml:trace>
  <inkml:trace contextRef="#ctx0" brushRef="#br0" timeOffset="75218.08">28914 6079 300 0,'0'0'158'0,"0"0"-39"0,0 0-19 15,0 0 14-15,0 0 10 0,0 0-63 0,99 185 18 0,-90-121-54 0,-9-4 10 0,0 1-33 16,0-6-4-16,0-2 1 15,0-9-11-15,0-5-5 16,0-2-5-16,19-5-5 16,9-7-42-16,6-6 7 15,-9-2-194-15,-13-9-225 16</inkml:trace>
  <inkml:trace contextRef="#ctx0" brushRef="#br0" timeOffset="75519.39">29053 7010 731 0,'0'0'218'0,"0"0"-123"0,0 0-28 16,0 0-46 0,0 0-21-16,0 0-4 0,0 0-68 15,0 0-183-15,0-16-275 16</inkml:trace>
  <inkml:trace contextRef="#ctx0" brushRef="#br0" timeOffset="76534.73">28046 6231 35 0,'0'0'21'0,"0"0"-21"0,0 0 202 0,0 0-60 0,0 0-10 16,0 0-42-16,-28 0-16 16,28 0-24-16,0 0 11 15,0 0-45-15,0 0-9 16,0 0-2-16,0 0 3 0,0 0 24 16,0 0-12-1,0 0 29-15,0 0-21 16,0 0 31-16,0 0-34 0,0 0 2 15,0 0-19-15,0 0-5 16,0 0-3-16,0 0 1 16,0 0-8-16,0 0 14 15,0 0-14-15,0 0 14 16,0 0-9-16,0 0 5 16,0 0 2-16,0 0 1 0,0 0-5 15,15 0 0 1,26-11 1-16,-4-6 6 0,3 6 4 15,0 3-12 1,1-1 6-16,-7 6 3 0,0-5-9 16,0 0 0-16,-9 4 3 15,-3-4 0-15,-16 3-6 16,0 5 1-16,-6 0-1 16,12 0-30-16,4 0 22 15,-4 0-9-15,7 0-5 16,-19 0-68-16,0 0-177 15</inkml:trace>
  <inkml:trace contextRef="#ctx0" brushRef="#br0" timeOffset="77465.19">28387 6188 75 0,'0'0'421'0,"0"0"-358"0,0 0 7 0,0 0-24 0,0 0-46 16,0 0 0-16,-22 4 0 16,22-4-4-16,0 0 8 15,-6 0 44-15,0 0 27 16,-1 3-12-16,1 2-11 16,0-5-25-16,6 3 2 0,-9 2-21 15,9 3 19 1,-19 4-14-16,13 7 25 0,-16 2-10 15,10 3-4-15,-1-8-3 16,-8 0-19-16,21-4-4 16,0-4-17-1,0-8-16-15,0 0-115 0,0 0-165 16</inkml:trace>
  <inkml:trace contextRef="#ctx0" brushRef="#br0" timeOffset="101232.39">21909 9501 469 0,'0'0'43'0,"0"0"28"0,0 0 9 0,0 0-33 0,0 0 11 0,0 0 18 0,0 0-13 15,0 0-26-15,-34 3 24 16,34-3-22-16,0 0 10 16,0 0-30-16,0 0 11 15,0 0-7-15,0 0-19 16,0 0 5-16,0 0-9 16,0 0 1-16,7 0 8 0,39 0 9 15,16 0-9 1,19 4 10-16,-16-4-18 15,3 0 7-15,-3 0-8 0,-9 0-7 16,-3 0-6-16,-19 0-38 16,-3 0-23-16,-10 0-69 15,-21 0-140-15,0 0-334 16</inkml:trace>
  <inkml:trace contextRef="#ctx0" brushRef="#br0" timeOffset="101845.37">21841 9180 36 0,'0'0'410'0,"0"0"-304"0,0 0 27 0,0 0 13 0,0 0-70 0,0 0-16 0,0 0-8 0,-6-8-7 0,6 8-20 15,6 0 19-15,50 0 10 16,-3 0-15-16,21-5 0 15,-9-3-7-15,10-4 0 16,-10 1-30-16,9-2-2 16,-6 1-39-16,-9 1-45 15,-6-6-54-15,-19 5-342 16</inkml:trace>
  <inkml:trace contextRef="#ctx0" brushRef="#br0" timeOffset="113919.79">23395 9131 214 0,'0'0'67'0,"0"0"39"0,0 0-28 0,0 0 6 0,0 0-54 0,0 0 16 0,0 0-11 0,0 0 16 0,0 0 5 16,0 0 10-16,0 0-22 16,0 0-21-16,0 0 4 15,0 0-24-15,0 0 21 16,0 0-23-16,0 0 28 0,0 0-9 16,0 0 5-1,0 0-14-15,0 0 2 0,0 0-9 16,0 0 8-16,-10 0-15 15,10 0 7-15,0 0-8 16,0 0 4-16,0 0-7 16,0 0 14-16,0 0-7 15,0 0 21-15,0 0-13 16,0 0 0-16,0 0-4 16,0 0 15-16,0 0-11 15,0-28 26-15,-6-11-32 0,0-14 7 16,6-15-4-16,0-12-4 15,0-9-1-15,0-3-17 16,0 7 11 0,0 10-21-16,0 23 26 0,0 20-1 15,0 11 1-15,0 18 1 16,0 3 0-16,0 0-2 16,0 0-5-16,-12 0-4 15,-10 19-67-15,-18 29 58 16,-7 13-18-16,0 11 9 15,13-8-14-15,16-4-53 0,18-8-83 16,0-19-104 0</inkml:trace>
  <inkml:trace contextRef="#ctx0" brushRef="#br0" timeOffset="114543.33">23633 8987 88 0,'0'0'68'0,"0"0"16"0,0 0-7 0,0 0 3 0,0 0-10 0,0 0-20 0,-65 69-16 0,65-58 13 15,0-3-10-15,0 4 2 0,0-4-29 16,0-3 20-16,0 3-7 16,19-8 18-16,9 0-8 15,-3 0-13 1,9 0 10-16,6-25 6 0,7-19 31 15,-1-12-32 1,7-16-9-16,-4-4-14 0,-2-8-12 16,-7 4-4-16,-15 11-6 15,-19 13-5-15,-6 16-4 16,0 12 6-16,-6 16 2 16,-47 12 8-16,-21 0-35 15,-1 15 27-15,-11 26-1 16,27 7 7-16,25 0-22 15,15 0-129-15,-3 4-15 16,22 1-196-16</inkml:trace>
  <inkml:trace contextRef="#ctx0" brushRef="#br0" timeOffset="115119.23">24182 8947 470 0,'0'0'66'0,"0"0"38"0,0 0-16 0,0 0-14 0,0 0-28 0,0 0-13 16,-6 4-6-16,6-4-19 15,0 0 8-15,0 0-15 16,0 0 19-16,0 0-17 15,0 0 19-15,0-12-20 16,0-1 12-16,0 5-14 0,0 8-4 16,0 0 1-1,0 0-9-15,0-3 11 0,0-1-37 16,0-4-95 0,0 0-334-16</inkml:trace>
  <inkml:trace contextRef="#ctx0" brushRef="#br0" timeOffset="116249.26">24790 8614 78 0,'0'0'239'0,"0"0"-236"0,0 0 51 0,0 0 8 0,0 0-41 0,0 0 43 0,-53 4-12 0,53 0 15 16,0-4-28-16,0 4 5 15,0 0-16-15,0-4 15 16,0 0-14-16,0 0-15 16,0 0-11-16,0 0 1 15,0 0 12-15,0 0-13 16,0 0 20-16,13 0-16 15,8 0 28-15,-2 0-6 16,9-8 13-16,-10-17-16 16,4-2-13-16,-9 3-13 15,-7-4-11-15,-6 7 10 16,0 5-27-16,0 5 25 16,0 11-6-16,-6 0 3 0,-29 0-27 15,1 0 31-15,-6 4 0 16,15 24-7-1,-3 3 8-15,16-3-9 0,12 5 4 16,0-5-6-16,0-4 8 16,0-4-22-16,19-12 2 15,21-4-19-15,6-4 15 16,-5 0 15-16,14 0-18 0,-2-12 26 16,-28-8-15-1,3 4 6-15,-16 4-22 0,-12 12 24 16,0 0 12-1,0 0 39-15,0 0-14 16,0 0-20-16,0 0 10 16,-6 8-11-16,0 8 1 0,-7 0 3 15,-2 4-13-15,15 4 10 16,0 4-9-16,0 0 4 16,0 4 0-1,0 1-1-15,-6-5 8 0,0 0-5 16,-1-4 1-16,-5-9 34 15,-10 2-8-15,-3-5 22 0,-15 4-16 16,-6 0-9 0,-16 0-7-16,3 0-3 0,3-4-6 15,3 0-10-15,28 0-2 16,-3-8-32 0,22 4-31-16,6-3-125 0,0-2-214 15</inkml:trace>
  <inkml:trace contextRef="#ctx0" brushRef="#br0" timeOffset="116817.77">25264 8882 411 0,'0'0'120'0,"0"0"-69"0,0 0 35 0,0 0-50 0,0 0-3 0,0 0-8 0,-12 5 39 16,12-5-15-16,0 0 11 15,0 0-15-15,0 0-8 16,0 0-21-16,0 0-11 16,0 0 3-16,0 0-6 15,0 0-4-15,0 0 6 0,0 0-8 16,0 0-19-16,0 0-20 15,0 0-48-15,0 0-187 16,0 0-316-16</inkml:trace>
  <inkml:trace contextRef="#ctx0" brushRef="#br0" timeOffset="117155.52">25264 8882 261 0</inkml:trace>
  <inkml:trace contextRef="#ctx0" brushRef="#br0" timeOffset="117468.76">25264 8882 261 0,'496'-156'70'0,"-483"96"14"0,15 0-17 0,-22 0 55 0,-6 8-83 0,0 28 15 0,0 4-18 0,-6 3 56 16,-28 1-37-16,0 8 0 15,-1 5-31 1,1 3 22-16,10 0-37 0,-4 0-9 16,9 0 0-16,-3 8 0 15,-2 23 23-15,8 13-22 16,10 0-2-16,6 5-6 15,0-1 6 1,0 0-11-16,40-4-1 0,0 0 0 16,7 0-14-1,-13-3 12-15,6-5-15 0,-6-5 25 16,-9 2-24-16,-3-13 20 0,-10 1 0 16,10-2 5-1,-22-2 8-15,0 2-3 0,0 1 20 16,0-8-4-1,0 1-5-15,-22-2-10 0,-12-6 16 16,-18-2-11-16,5-3-7 16,13 0-27-16,15 0-3 15,19 0-59-15,0-8-25 16,7-16-116-16,45 1-195 16</inkml:trace>
  <inkml:trace contextRef="#ctx0" brushRef="#br0" timeOffset="118513.67">26195 8730 143 0,'0'0'139'0,"0"0"25"0,0 0-17 0,0 0-40 0,0 5 21 0,0-5-41 0,0 0-9 0,0 0-19 0,0 0-4 16,-7 0-25-16,7 0-1 16,0 0-12-16,0 0-9 15,0 0-3-15,-9 0-1 0,3 0-7 16,6 0 3 0,0 0-6-16,0 0-23 0,0 0 7 15,0 0-30-15,0 0-59 16,0 0-148-16</inkml:trace>
  <inkml:trace contextRef="#ctx0" brushRef="#br0" timeOffset="119096.48">26675 8389 454 0,'0'0'118'0,"0"0"-45"0,0 0-3 0,0 0-60 0,0 0 2 0,0 0 26 0,19 0 8 0,2 0 4 16,14 0-25-16,-17 5-3 15,-12 2-12-15,10 1-3 16,-16 8-1-16,0 12-6 0,12 13 13 16,-12 11-13-1,6 16 8-15,-6 4-2 0,0 5 3 16,7-5-5-1,-1-8-5-15,22-12 1 0,0-11-5 16,-3-5 4 0,2-13-9-16,-8-3-8 0,-10-8-30 15,4-12-13-15,-13 0-115 16,0 0-98-16</inkml:trace>
  <inkml:trace contextRef="#ctx0" brushRef="#br0" timeOffset="119381.27">26663 8871 537 0,'0'0'139'0,"0"0"-18"16,0 0-13-16,0 0-65 15,0 0-13-15,0 0-18 16,158 0-12-16,-102 0-13 16,-10 0-36-16,-12 0-46 15,-3 0-77-15,-9 0-150 0</inkml:trace>
  <inkml:trace contextRef="#ctx0" brushRef="#br0" timeOffset="119996.5">27391 8823 120 0,'0'0'293'0,"0"0"-192"0,0 0 17 0,0 0-57 0,0 0-10 15,0 0-18-15,0 0 15 16,0 0-24-16,0 0 6 16,0 0 13-16,0 0 13 15,0 3-35-15,-9-3-18 0,9 0-6 16,0 0-14 0,0 0-37-16,0 0-168 0</inkml:trace>
  <inkml:trace contextRef="#ctx0" brushRef="#br0" timeOffset="120746.92">27860 8466 11 0,'0'0'424'0,"0"0"-358"0,0 0 27 0,0 0-2 0,0 0-63 0,0 0 6 16,-190 164-5-16,178-123-6 0,6-5-8 16,6 0-12-1,0 0 24-15,0 0-23 0,0 0 14 16,0 0-18-16,6 0 5 15,13-8-4 1,15-4-2-16,0-4-4 0,0-12-8 16,-3-4 12-16,3-4 0 15,-6 0-8-15,6 0 18 16,-9 0 8-16,-3-20 1 16,-4-4 3-16,4 4-5 15,-10 0-3-15,-5 4-13 16,-1 4-23-16,-6 4 9 15,0 8-22-15,-6 0-19 16,-47 0 2-16,0 16 49 16,-3 7 8-16,16 5 5 15,15-7 2-15,13 3-10 16,-10-4-1-16,16-4-54 0,6-12-77 16,0 0-362-1</inkml:trace>
  <inkml:trace contextRef="#ctx0" brushRef="#br0" timeOffset="121030.28">28486 8851 817 0,'0'0'134'0,"0"0"-34"0,0 0-33 0,0 0-62 0,0 0-5 0,0 0-31 0,0 0-68 0,-12 0-100 0,-1 0-108 15</inkml:trace>
  <inkml:trace contextRef="#ctx0" brushRef="#br0" timeOffset="121630.01">28802 8442 282 0,'0'0'366'16,"0"0"-309"-16,0 0 35 15,0 0-10-15,0 0-35 16,0 0-23-16,-201 36-7 15,201-25-7-15,0 6-20 16,0 2 22-16,6 2-16 16,34 3 8-16,19-4-4 0,-3 0 0 15,9-8 1-15,3 4-3 16,-3-4 4-16,4 1 9 16,-11 2-7-16,-11-3 0 15,-7 5-2-15,-6-2 2 16,-6 6-4-16,-9 2-25 15,-19 10 23-15,0 3 2 16,0 0 23-16,0 0-16 16,-19-8-1-16,-9-9-6 15,-18-6-18-15,12-9-27 16,-19-4-5-16,0 0-107 16,-15-17-85-16,3-19-223 0</inkml:trace>
  <inkml:trace contextRef="#ctx0" brushRef="#br0" timeOffset="121828.4">28855 8518 389 0,'0'0'274'0,"0"0"-262"0,0 0 28 15,0 0 36-15,0 0-31 16,0 0-29-16,347-21-16 0,-294 10-83 16,-7 6-41-16,-11 5-144 15</inkml:trace>
  <inkml:trace contextRef="#ctx0" brushRef="#br0" timeOffset="122144.11">29763 8730 461 0,'0'0'558'0,"0"0"-509"16,0 0 36-16,0 0-63 16,0 0-22-1,0 0-5-15,-21 5-29 0,21-5-61 16,-13 8-102-16,-11 0-350 15</inkml:trace>
  <inkml:trace contextRef="#ctx0" brushRef="#br0" timeOffset="122810.2">30359 8297 309 0,'0'0'295'0,"0"0"-222"0,0 0 72 16,0 0-92-1,0 0-10-15,0 0-29 0,-121 153 9 16,93-129-17-16,3-1 26 16,3 2 13-16,10-9-3 15,6-12-39-15,6 0-3 16,0-4-20-16,0 0-16 15,0 4 14-15,34 4 19 16,12 0 0-16,7-4 6 16,-6 4-6-16,-1 0-6 15,1 0 6-15,-7-5 0 0,-6 2 2 16,-6-5-5-16,-9 4 0 16,-7-4-5-16,4 0 5 15,-10 0-4 1,0 0-40-16,0 0 22 0,-6 0-8 15,6-9-6-15,-6 9 11 16,0 0 31-16,0 0 15 16,0 0 1-16,0 0 12 15,0 25-12-15,0 16 56 16,0 6-37-16,0 6-7 16,-18-1-12-16,2-4-15 15,4-4-1-15,-7-4-4 0,4-8 0 16,2-4-19-1,-5-4-15-15,18-8-111 0,0-12 19 16,0-4-165-16</inkml:trace>
  <inkml:trace contextRef="#ctx0" brushRef="#br0" timeOffset="123159.64">30908 8763 802 0,'0'0'152'0,"0"0"-14"0,0 0-66 0,0 0-29 0,0 0-31 15,0 0-12-15,0 0-12 0,0 0-42 16,0 0-28-1,-35 0-145-15</inkml:trace>
  <inkml:trace contextRef="#ctx0" brushRef="#br0" timeOffset="123696.43">31233 8389 538 0,'0'0'33'0,"0"0"63"16,0 0-25-16,0 0-1 15,0 0-50-15,0 0 10 16,0 0-22-16,133 25-5 16,-133-1 0-16,0 4 10 15,0 8 5-15,0-5-15 16,0 2 7-16,0-5-7 15,0-8-3-15,0-4 0 0,0-8-11 16,0 4 2-16,16-4 8 16,9 0-1-16,9 4 4 15,-6-4-1-15,-16 8 0 16,1 0-2-16,-13 9 21 16,0 6-24-16,0 2 13 15,-19 3-1-15,-15 0 4 16,0 0-10-16,0-4 1 15,3-8 5-15,-10-8-16 16,26-4-40-16,2-12-75 16,13 4-49-16,0-4-9 15,0 0-244-15</inkml:trace>
  <inkml:trace contextRef="#ctx0" brushRef="#br0" timeOffset="123993.6">31856 8779 603 0,'0'0'274'0,"0"0"-175"15,0 0 1-15,0 0-67 0,0 0-28 0,0 0-10 16,25 0-36-16,-25 0-49 16,0 0-144-16,0 0-273 15</inkml:trace>
  <inkml:trace contextRef="#ctx0" brushRef="#br0" timeOffset="124494.8">32182 8461 215 0,'0'0'293'0,"0"0"-264"16,0 0 33-16,0 0 18 0,0 0-22 15,0 0-6 1,155-11-32-16,-143 11-18 16,-12 31 18-16,0 13-3 0,-12 9-7 15,-28-1 9-15,-13 4-19 16,-3-7-2-16,10-2 2 16,-1-3 14-16,35 1-10 15,-1-13 25-15,13-9-5 16,0-6-23-1,0-13-2-15,0 0-16 0,13-4 16 16,21 0 2-16,12 0 18 16,-5 0-18-16,18 0 28 15,-7 0-26-15,4 0 3 16,-16 0-6-16,13 0-13 16,-6 0-15-16,-13 0-94 0,-9-8-195 15</inkml:trace>
  <inkml:trace contextRef="#ctx0" brushRef="#br0" timeOffset="125212.51">32858 8682 468 0,'0'0'321'0,"0"0"-201"0,0 0-6 0,0 0-45 0,0 0-21 0,0 0-1 15,-19 0 28-15,19 0-8 16,0 0-12-16,0 0-38 15,0 0-17-15,0 0-10 16,0 0-68-16,0 0-4 16,0 0-52-16,0 0-93 15,0 0-271-15</inkml:trace>
  <inkml:trace contextRef="#ctx0" brushRef="#br0" timeOffset="125444.57">32858 8682 551 0</inkml:trace>
  <inkml:trace contextRef="#ctx0" brushRef="#br0" timeOffset="125659.99">32858 8682 551 0,'462'185'78'0,"-468"-185"45"0,-10-36-76 0,10-13 93 15,0-3-114-15,6 12 17 16,0-4-2-16,0 0-18 15,-6 3-9-15,-1 5-8 16,7 13-7-16,-6 15 9 0,6 3-3 16,0 5-2-16,0 0 1 15,0 0-4-15,0 0-5 16,0 0 1-16,0 0-18 16,0 0 13-16,-9 0-4 15,9 0 10-15,-13 5-84 16,-5 23 56-16,-4-4-146 15,4 0-81 1</inkml:trace>
  <inkml:trace contextRef="#ctx0" brushRef="#br0" timeOffset="128540.37">23044 9593 327 0,'0'0'51'0,"0"0"-46"0,0 0-1 0,0 0-4 0,28 0 0 16,-15 0 36-16,2 0-1 16,10 0 22-16,-3 0 1 15,2 0 25-15,4 0-31 16,0 0-11-16,13 0-2 15,5 0-3-15,1 0-8 16,-1 0-10-16,1 0 0 16,5 0-15-16,16 0 19 0,4 0-17 15,2 0 22 1,7 0-14-16,-7 0 8 0,7 0-2 16,-10 0-12-1,4 0 0-15,11 0-1 16,-11 0-5-16,-4 0 9 0,4 0-13 15,5 0 8-15,1-8 1 16,12-1 2-16,0-7-5 16,9 0 8-16,-3 1-11 15,1 2 11-15,-14 5-5 16,-11 4-2-16,-7 4 1 16,-9 0 1-16,9 0-2 0,-9 0 7 15,22 0-5 1,-1 0-4-1,1 0 10-15,24-3-10 0,-5-2 1 0,-4 5 2 16,9 0-3-16,-18 0 3 16,0 0-6-1,-7 0 1-15,-5 0 0 0,12 0 0 16,-1 0 0-16,7 0-1 16,13 0-2-16,-4 0-1 15,-9 0 8-15,13 0-4 16,-4 0 0-16,-21 0-2 15,5 0-2-15,-14 0 8 16,2 0-8-16,13 0 13 16,-13 0-18-16,7 0 21 15,0 0-22-15,-10 0 18 0,10 0-14 16,-1 0 6-16,1 0 0 16,6 0-1-16,18 0 6 15,4 0-10-15,5 0 13 16,-2 0-6-16,-10 0 1 15,-3 0-6-15,-6 0 3 16,0 0-1-16,-6 5-2 16,-6-5 6-16,0 0-3 15,-1 0 5-15,7 0-3 16,-6 0 5-16,-10 0-7 16,3 0 6-16,7 0-7 15,6 0 1-15,0 0 0 16,6 0 2-16,-19 0 3 15,7 0 8-15,-1 0-12 0,1 3 11 16,6 1-3 0,-10-4-7-16,10 8-1 0,3-8 2 15,3 0-3-15,0 8-2 16,-6-3-3-16,-7 3 5 16,-8-5-1-16,-4 6 11 15,0-6-14-15,-3 5 4 16,3-3-6-16,-15 3 6 15,6 0 1-15,9-4-1 16,7-1 2-16,-4-3-10 16,3 0 15-16,1 0-11 0,-16 0 8 15,21 0-7 1,-11 0 3-16,2 0 0 16,-3 0 3-16,-9 5 0 0,3-2-6 15,3 2 10 1,3-2-15-16,-9-3 26 0,10 0-26 15,-11 5 17-15,4-5-16 16,-3 0 7-16,10 0-2 16,-17 0-1-16,1 0-7 15,-6 0-1-15,-1 0 22 16,1 0-23-16,-1 0 17 16,-6 0-14-16,7 3 10 15,-7 2-2-15,1-5 2 16,-1 0-2-16,-6 7-9 0,0-2 10 15,-9-5-10-15,9 0 20 16,0 0-16 0,6 0 12-16,7 0-7 0,-1 0 2 15,-5 0 0-15,-1 0 2 16,-12 0 0-16,-3 0-6 16,-13 0 9-16,4 0-13 15,-10 0-2-15,-6 0-6 16,0-5-38-16,0-2-91 15,-53-1-464-15</inkml:trace>
  <inkml:trace contextRef="#ctx0" brushRef="#br0" timeOffset="157349.07">27137 10462 396 0,'0'0'293'0,"0"0"-257"0,0 0 72 0,0 0-28 0,0 0-67 0,0 0-6 16,-15 9 1-16,15-9 30 0,0 0-9 16,0 0 17-16,0 0-22 15,0 0-6-15,0 0-15 16,0 0 5-1,0 0-12-15,0 0 13 0,0 0-18 16,0 0 3-16,0 0 5 16,0 0-7-1,0 0 4-15,-13 8-41 0,-5-8-89 16,-10 0-246-16</inkml:trace>
  <inkml:trace contextRef="#ctx0" brushRef="#br0" timeOffset="160911.5">27891 10218 283 0,'0'0'89'0,"0"0"-72"0,0 0 90 0,0 0-28 0,0 0-26 0,0 0-10 0,0 0-8 0,-93 249-26 16,93-193 56-16,0 4 0 16,0-4-17-1,0-3-29-15,0-9-2 0,34-5-17 16,0 2 1-16,12-10-6 16,-5-10 10-16,-1 7-10 15,0-20 0-15,1-8 1 16,-4 0 8-16,12-4 4 15,-2-44 4-15,-7-12-8 0,-9-4-4 16,-15 0-17 0,-16 15 10-16,0 9-32 0,0 12 26 15,-34 12 5 1,-28 16 8-16,-10 0 7 0,-15 33 15 16,7 26-12-16,-1 13-10 15,29 0 23-15,11-3-22 16,41-13-2-16,0-16-59 15,0-20-74-15,13-15-171 16</inkml:trace>
  <inkml:trace contextRef="#ctx0" brushRef="#br0" timeOffset="161844.4">28908 10592 698 0,'0'0'67'0,"0"0"24"0,0 0-8 0,0 0-53 0,0 0-29 0,0 0 1 0,-34 8-2 0,34-8-1 16,0 0 1-16,0 0 41 15,0 0-12-15,0 0-3 0,0 0-21 16,0 0-1-1,0 0-4-15,0 0-10 16,0 0 0-16,0 0-27 0,0 11 33 16,0-11 4-16,0 0-48 15,0 0-215-15</inkml:trace>
  <inkml:trace contextRef="#ctx0" brushRef="#br0" timeOffset="172068.28">29736 10279 426 0,'0'0'38'0,"0"0"-14"0,0 0 50 0,0 0-7 0,0 0-32 0,0 0 5 0,0 0-17 16,-25 0-1-16,9 0 15 16,10 0 23-16,-6 0-10 15,5 0-36-15,1 0 26 16,-3 0-25-16,-3 0 27 15,5 3-14-15,1-3 3 16,6 0-6-16,0 0-7 16,0 0-11-16,0 0 1 15,0 0-16-15,0 0 9 16,0 0-3-16,6 0-1 0,35 0 3 16,18-11 0-16,3 2 1 15,-16 1-5-15,1 8 6 16,-13 0-4-1,-3 0-30-15,-16 12-8 0,-15 29-27 16,0 11 45 0,0 12-51-16,-53 24-52 0,-2-4 86 15,-4 1 33-15,18-5 4 16,14-12 4-16,8-11 27 16,19-18-14-16,0-19 18 15,0-12-27-15,59-8 3 16,21 0 15-16,7-31-12 15,6-22-12-15,3 4 0 16,-18 5-17-16,-10 8-76 16,-21 13-4-16,-35 18-297 15</inkml:trace>
  <inkml:trace contextRef="#ctx0" brushRef="#br0" timeOffset="184925.6">29689 11016 194 0,'0'0'45'0,"0"0"3"0,0 0 7 0,0 0 6 0,0 0-6 16,0 0 2-16,0 0 11 0,0 0-15 15,0 0 4 1,0 0-30-16,0 0-4 16,0 0-22-16,-6 0 10 15,0 5 16-15,-1 3-6 0,-8 3 9 16,9-7 25-16,-13 9-7 15,-3-10-24-15,16 10 21 16,-6-10-21-16,-1 6 5 16,4-9-22-16,-3 8 1 15,5 0-4-15,-5 0-4 16,-3 0 2-16,-4-1 2 16,-9 9-3-16,22-8 7 15,-13 9-4-15,-2-6-1 0,8-2 0 16,7 3-3-1,-10-5 0-15,10 1-4 16,0 5 8-16,-6-9-8 0,-4 4 13 16,10-8-9-1,6 8 7-15,-6-8-1 16,6 0-6-16,0 0 9 0,0 0-1 16,0 0-2-1,0 0 4-15,0 0-4 0,0 0-1 16,0 0 2-16,0-8-9 15,0-17 8-15,28-19-1 16,31-7-5-16,3-22 6 0,15-7-6 16,4-8 0-1,6-5 2-15,6 2 5 0,15-1-9 16,7 3 9 0,-10 1-10-16,-6 24 3 0,-30 20-4 15,-29 19-19-15,-12 17-7 16,-28 8-3-16,0 0-30 15,0 0-34-15,-9 20 2 16,-50 4-298-16</inkml:trace>
  <inkml:trace contextRef="#ctx0" brushRef="#br0" timeOffset="186289.54">31937 9236 149 0,'0'0'230'0,"0"0"-146"0,0 0-20 0,0 0-4 0,0 0-35 0,0 0 11 0,-9 3-22 0,9-3-14 0,0 0-1 16,0 0 1-16,0 0 13 15,0 0 2-15,0 0 29 16,0 0 14-16,0 0-4 16,0 0-34-16,0 0 4 15,0 0-10-15,0 0 3 16,0 0 10-16,0 0-5 16,0 0 28-16,0 0-27 15,0 0 22-15,0-11-34 16,0-22-2-16,9-15-3 15,28-4-6-15,4-15 11 0,21-7-11 16,3-9 9 0,21-14 1-16,17 1-9 0,-10 4 7 15,0 8-14-15,-19 24 13 16,-21 19-10-16,-19 21 3 16,-15 9-2-16,-4 2-6 15,-2 1-21-15,-7-3-20 16,-6 2-55-16,6 9-72 15,-6 0-104-15</inkml:trace>
  <inkml:trace contextRef="#ctx0" brushRef="#br0" timeOffset="188554.72">33038 8963 105 0,'0'0'69'0,"0"0"32"0,0 0 14 0,0 0-20 0,0 0-75 0,0 0-13 15,0 0-3-15,0 0-3 16,0 0 5-16,0 0 0 16,0 0 4-16,0 0 21 15,0 0 6-15,0 0 4 16,0 0 9-16,0 0-4 15,0 0 16-15,0 0-37 16,0 0 0-16,0 0-16 16,0 0-9-16,0 0-8 15,0 4 1-15,-6 0-12 16,-1 0-3-16,1 0 22 16,0 0-1-16,6 0 1 0,-9 1 11 15,-4 2 6 1,7-3-12-16,-6 0-10 0,5 0 5 15,7 0-8-15,0-4-7 16,0 0 12-16,0 0 3 16,0 0 3-16,0 0 10 15,0 4-11-15,-15 0 2 16,9 4-4-16,6 0-14 16,-6-8-2-16,6 0-8 15,0 0 24-15,0 0 4 16,0 0 23-16,0 0 5 15,0 0-10-15,0 0-9 0,0-20-11 16,0-7 10-16,27-18-5 16,11-3 0-16,17-8-7 15,4 0 0 1,3-5-8-16,3 9-3 0,-12 4 3 16,9 0 6-1,-15 3 2-15,-1 1 0 0,7 5 0 16,0-2 0-16,-7 10-1 15,-6-2-67-15,-12 13 4 16,-15 12-39-16,-13 5-95 16</inkml:trace>
  <inkml:trace contextRef="#ctx0" brushRef="#br0" timeOffset="193067.75">27410 9316 36 0,'0'0'283'0,"0"0"-234"0,0 0 18 0,0 0 2 0,0 0-45 16,0 0-17-16,0 0-5 0,0 0-2 16,0 0 0-16,0 0 12 15,0 0 63-15,0 0-17 16,0 0-2-1,0 0-2-15,0 0-6 16,0 0-30-16,0 0 1 16,0 0 10-16,0 0-18 0,0 0 8 15,0 0-6-15,0 0 16 16,0 0-20-16,0 0 15 16,0 0-13-16,0 0 2 15,0 0-4-15,0 0-7 0,0 0 9 16,0 0-5-1,0 0 11-15,0 0-9 16,0 0 17-16,0 0-24 0,0-5 10 16,6-23-2-16,16-3-7 15,18-21 3 1,7-17-4-16,12-11-1 0,9-8 3 16,-3-8-7-1,16 3 11-15,-13 9-14 0,-22 20 10 16,-5 20-7-16,-17 8-7 15,-8 12-18-15,9-9-5 16,-4 10-29-16,-2-1-4 16,-3 15-118-16,-16 9-12 15</inkml:trace>
  <inkml:trace contextRef="#ctx0" brushRef="#br0" timeOffset="194715.44">27751 11032 158 0,'0'0'44'0,"0"0"-38"0,0 0 12 0,0 0 31 0,0 0-22 0,0 0-1 0,0 28-9 0,0-28 30 15,0 0-19-15,0 0 6 0,0 0 4 16,0 0 11-1,0 0 8-15,0 0-34 16,0 0 5-16,0 0-15 16,0 0 3-16,0 0-12 0,0 0 21 15,0 0-1 1,0 0-3-16,0 0-14 0,0 0-2 16,0 0 3-16,0 0-3 15,0 8 21-15,0-8-10 16,0 0 5-16,0 0-7 15,0 0 9-15,0 0 4 16,0 0-17-16,0 0 12 16,0 0-14-16,0 0 13 15,0 0-14-15,0-8-14 0,0-31 22 16,0-6-11-16,47-19 10 16,15-20 5-16,-3-8-4 15,34-29-10 1,21 1 4-16,7-1-7 0,-9 1-4 15,-10 32 2-15,-24 12-13 16,-23 28 9-16,-24 23-1 16,-15 18 0-16,-16 7-25 15,0 0-1-15,0 28-49 16,-53 20-131-16</inkml:trace>
  <inkml:trace contextRef="#ctx0" brushRef="#br0" timeOffset="-207969.38">30753 7082 329 0,'0'0'263'0,"0"0"-203"0,0 0-31 0,0 0-29 0,0 0-4 16,0 0-2-16,0 0-1 16,0 0-17-16,0 0 6 15,0 0-15-15,0 0 2 16,0 0-187-16</inkml:trace>
  <inkml:trace contextRef="#ctx0" brushRef="#br0" timeOffset="-206604.04">30811 7078 69 0,'0'0'296'0,"0"0"-203"0,0 0-8 0,0 0-43 0,0 0 0 16,0 0-21-16,0 0 7 15,0 0-25-15,0 0 10 16,0 0 17-16,0 0-10 16,0 0-9-16,0 0-11 15,0 0-33-15,0 0-55 16,0 0-131-16</inkml:trace>
  <inkml:trace contextRef="#ctx0" brushRef="#br0" timeOffset="-182406.9">26368 10174 606 0,'0'0'56'0,"0"0"-44"0,0 0 17 0,0 0-27 0,0 0 16 0,0 0-4 0,214-136 9 15,-189 131-8-15,-10 5 0 16,-8 0 26-16,-7 0-2 16,0 0-10-16,0 9-16 15,0 31 36-15,0 8-21 16,-34 21-11-16,-19-2-11 15,13 10-5-15,-13-2-1 16,6 10 1-16,-15 4-2 16,22-1 4-16,-7-4-2 15,13-1 6-15,10-6-3 16,24-16-4-16,0-14-1 0,0-19-9 16,0-12-1-1,24-16-46-15,45 0 57 0,5 0 4 16,-3-28 0-16,25-24 15 15,-9 0-14-15,-9 4 4 16,-22 12-9-16,-16 16-11 16,-22 20-22-16,-18 0-38 15,0 0-94-15,0 40-122 16</inkml:trace>
  <inkml:trace contextRef="#ctx0" brushRef="#br0" timeOffset="-161623.25">21376 13551 524 0,'0'0'122'0,"0"0"-60"0,0 0 126 0,0 0-64 0,0 0-64 0,0 0-26 0,0 0-3 16,378-28-15-16,-316 24-13 15,-3-4 14 1,-6 4-9-16,-3-5 11 0,-19 9-19 16,-10 0 5-16,-8 0-3 15,-1 0-2-15,-3-3 0 16,10-2-9-16,-7 2-21 16,10-5-35-16,-3-12-55 15,-19-8-152-15</inkml:trace>
  <inkml:trace contextRef="#ctx0" brushRef="#br0" timeOffset="-161092.15">21581 12961 113 0,'0'0'484'0,"0"0"-433"0,0 0 63 0,0 0 17 0,0 0-74 0,0 0 1 16,-41 5-11-16,41-5-17 16,0 0-27-16,0 0 12 0,0 0-4 15,0 0-11 1,35 0 2-16,5 0 9 0,0 0-11 16,19 0 2-16,3 0-4 15,3 0-29-15,3 0-39 16,1-16-163-16,-38-1-244 15</inkml:trace>
  <inkml:trace contextRef="#ctx0" brushRef="#br0" timeOffset="-126439.45">23447 12448 99 0,'0'0'239'0,"0"0"-171"0,0 0 53 0,0 0-7 0,0 0-29 0,0 0-10 0,0 0-23 0,-34-8-1 0,34 8-25 0,0 0 46 0,0 0-28 0,0 0 16 0,0 0-31 0,0 0 3 0,0 0-8 0,0-4-13 0,0-8 2 0,0-12-13 0,0-12 0 0,53-9 5 0,9-2-14 0,-9 19 12 0,-7 3-6 0,-18 14-6 0,3 6-7 16,-3 5 13-16,-9 0-14 16,2 0 15-16,-8 5-15 15,-7 26 5-15,3 18 23 16,-9 7-13-16,0 0 4 16,0-4-4-16,0-8-6 15,0-11-6-15,-9-10 8 16,9-10-16-16,0-10 21 15,0 10-3-15,0-6 1 16,9-2-15-16,28 6 14 16,4 2 7-16,-7-1-3 0,6 4 1 15,-18-4 1 1,-16 12-4-16,-6 16 8 0,0 8-6 16,0 12 8-1,-46 16-4-15,-29 5-4 0,-5-6 0 16,-7-10-4-16,12-25-18 15,10-4-19-15,3-16-45 16,37-20-8-16,10 0-4 16,15 0-160-16</inkml:trace>
  <inkml:trace contextRef="#ctx0" brushRef="#br0" timeOffset="-125867.64">24074 13118 245 0,'0'0'402'0,"0"0"-378"0,0 0 89 0,0 0-29 0,0 0-49 15,0 0-31-15,-78 104 3 16,78-100 3-16,0-4 6 16,31 0 37-16,25 0-8 15,15-24 4-15,22-24-11 16,3-16 11-16,-15-12-38 15,12-1 6-15,-28-10-17 0,-18-10-13 16,-13 1-3 0,-22 15-24-16,-12 6 21 0,0 22-30 15,-40 13 38-15,-38 20-26 16,-24 20-9-16,-10 0-42 16,16 36 45-16,19 20 3 15,9 8-26-15,33-15-235 16</inkml:trace>
  <inkml:trace contextRef="#ctx0" brushRef="#br0" timeOffset="-125156.59">25103 12464 604 0,'0'0'92'0,"0"0"-37"0,0 0 74 0,0 0-80 0,0 0-2 0,0 0-43 16,-18-7 14-16,18-14-14 16,34 1 24-16,-10 4-13 15,11 7-14 1,-14 9-1-16,-2 0-43 0,-7 0-21 15,4 21-5 1,-16 27 23-16,0 13-18 0,0 11 61 16,-16 0-17-16,-15 3 17 15,-3-10-4-15,19-12 7 16,8-17 2-16,7-13 34 0,0-7 12 16,35-12-39-1,39-4 13-15,13 0 11 16,6-7 9-16,6-18-27 15,-3 1 17-15,-25 8-9 0,-24 12-11 16,-7 4-12-16,-12 0-9 16,-9 0-16-16,-4 8-2 15,-9 9-20-15,-6 2-191 16</inkml:trace>
  <inkml:trace contextRef="#ctx0" brushRef="#br0" timeOffset="-124839.29">26015 12858 649 0,'0'0'434'0,"0"0"-381"0,0 0 37 0,0 0-59 0,0 0-31 0,0 0-32 15,0-5-24 1,0-19-70-16,0-4-174 15</inkml:trace>
  <inkml:trace contextRef="#ctx0" brushRef="#br0" timeOffset="-116990.95">26895 12200 217 0,'0'0'42'0,"0"0"-33"0,0 0 63 0,0 0-3 0,0 0-3 16,0 0-13-16,0 0-16 0,-93-33-24 15,81 30 1 1,12-2 28-16,-16 1-24 0,16 4 16 15,0-4-29-15,0 4 11 16,-6-4-8-16,0 4 3 16,-6-3-2-16,5-2-8 15,-2 5 18-15,9 0-14 16,-6 0 21-16,-7 0-5 16,13 0 15-16,0 0-31 15,0 0 22-15,-6 0-14 16,6-3 13-16,-6-2-16 15,6 2-2-15,0 3 9 16,-9 0-11-16,3 0 16 16,6 0-11-16,-7 0-1 15,-11 11-7-15,-4 17 8 16,-3 13-8-16,-21 6-3 0,12 2 2 16,6 7-1-1,-19 8-2-15,-12 0 8 0,13 0-4 16,-10 1 6-16,16-17-16 15,21-20 14-15,-3-9-7 16,22-14 0-16,0-5-12 16,0 0-11-1,0 0-22-15,41 0 38 0,14 0 14 16,-2 0 1-16,0 0-6 16,0-5-3-16,-19 2 1 15,18-2-1-15,-17 2-9 0,-8 3-5 16,-8-8 11-1,-19 8-15-15,0 0 11 16,16 0-3-16,-16-4 9 0,6-4-16 16,0 0-10-16,0-8 27 15,0-9 1-15,1 10-6 16,-1 2 13 0,-6 2-10-16,9 2 6 0,-9 9-6 15,0 0 8-15,0 0-5 16,0 0 0-16,0 0-19 0,0 33 19 15,0 23 11 1,-22 4 21-16,-2 0-18 0,-4 0 4 16,6-12-15-1,-3-4 2-15,25-8-5 0,-12-7-1 16,12-9-14 0,0-12-47-16,0-8-63 0,0 0-17 15,12-36-253-15</inkml:trace>
  <inkml:trace contextRef="#ctx0" brushRef="#br0" timeOffset="-116592.18">26988 12657 313 0,'0'0'7'16,"0"0"31"-16,0 0 39 0,0 0-8 0,0 0-36 0,0 0 5 16,75 116-11-16,-57-88-5 15,4 0 2-15,-3 4 9 16,9-7-7 0,12-10-22-16,-6 1 8 0,0-11-5 15,13-5 16-15,-23 0-19 16,17 0 52-16,-7-17-32 15,0-30-3-15,19-18 16 16,-13-7-35-16,0 4 11 16,-21 3-5-16,-19 6-13 0,0 10 5 15,0 9-1-15,-13 16-12 16,-33 16-7 0,-13 8-27-16,-3 4 40 0,-3 32-5 15,3 4 12-15,3-4-19 16,31-16-82-16,28 1 69 15,0-10-288-15</inkml:trace>
  <inkml:trace contextRef="#ctx0" brushRef="#br0" timeOffset="-116265.04">27838 12681 306 0,'0'0'90'0,"0"0"-50"16,0 0 6-16,0 0 10 15,0 0-26-15,0 0 12 16,307 59-17-16,-199-59 41 16,4-23-16-16,-3-21-17 15,-16-12 20-15,-25 7-21 16,-22 2-21-16,-21-2-10 15,-25 5 8-15,0 7-4 0,0 10-6 16,-40 10 11 0,-19 6-20-16,-16 11-14 15,-11 0 15-15,-1 11-37 0,0 25-33 16,6 2-105-16,10 1-285 16</inkml:trace>
  <inkml:trace contextRef="#ctx0" brushRef="#br0" timeOffset="-115083.16">23385 13564 418 0,'0'0'90'0,"0"0"-44"0,0 0-10 0,0 0 14 0,0 0-50 0,0 0-4 0,0 0 2 16,-24 7 2-16,24-7 42 16,0 0-4-1,0 0 46-15,52 8-30 0,7 0-7 16,16 5-41-16,33-6 12 16,10-7-7-16,18 0-9 15,4 0 33-15,40 0-14 16,15 0 29-16,10 0-27 15,9 0-2-15,6 0-13 16,-12 0-2-16,12 0 3 0,-13 4-7 16,-11 12-2-1,-4 4 3-15,-12 0-5 0,9 0 10 16,-3-4-1-16,22-3-5 16,0 7 3-16,-7-17 2 15,13 13-4-15,-16-4 11 16,10-7-9-16,-6-2 11 15,-16-3-14-15,-19 0-4 16,-27 0 13-16,-19 0-27 16,-28 0 25-16,-13 0-17 0,-5 0 11 15,12-3-3-15,-1 3 0 16,-5 0 0-16,6 0-8 16,-16 0 16-16,4 0-16 15,-7 0-2-15,-9 0-42 16,-19 0-6-16,-28 0-123 15,-12 0-331-15</inkml:trace>
  <inkml:trace contextRef="#ctx0" brushRef="#br0" timeOffset="-112743.2">26160 14168 175 0,'0'0'227'0,"0"0"-184"0,0 0 23 0,0 0-5 0,0 0-33 15,0 0 3-15,140-100 4 16,-112 100-26-16,-16 0 17 15,10 0-23-15,-10 25-2 0,-12 14 0 16,0 18 31 0,0 11-32-16,0 0 4 0,-6 12-12 15,-34-4 13-15,12-11-10 16,9-6 10-16,4-10 9 16,9-9 5-16,6-16 8 15,0 1-21-15,0-17-6 16,6-1 10-16,43-3 16 15,17-4 12-15,2 0-24 16,12-16 36-16,-14-20-42 16,2 12 37-16,-16 0-33 15,-17 12 0-15,-11 8-12 16,4 4-29-16,-9 0 3 16,3 0-13-16,-16 4-15 15,15 12-37-15,-21 0-110 0</inkml:trace>
  <inkml:trace contextRef="#ctx0" brushRef="#br0" timeOffset="-111049.95">21463 16591 435 0,'0'0'20'0,"0"0"7"0,0 0 43 0,0 0-4 0,0 0-36 0,0 0 7 0,0 0 17 0,0 4-4 0,0-4 17 16,0 0-28-16,0 0 0 15,0 0-38-15,59 0 24 16,0 0-13-16,15 0-7 16,1 0 6-16,-10 0-7 15,-10 0-4-15,-2 0-20 16,-28 4 7-16,9 0-21 15,-12-4-3-15,-16 0-37 16,-6 0-32-16,0 0-52 16,0-4-33-16</inkml:trace>
  <inkml:trace contextRef="#ctx0" brushRef="#br0" timeOffset="-110800.09">21463 16591 622 0</inkml:trace>
  <inkml:trace contextRef="#ctx0" brushRef="#br0" timeOffset="-110716.77">21463 16591 622 0,'-34'-212'76'0,"93"215"-69"0,28-3 99 0,-1 0 20 16,7 0-117-16,-46 0-9 15,2 0-18-15,-24 0 2 16,-3 0-57-16,-10 0-68 15,-12 0-135-15</inkml:trace>
  <inkml:trace contextRef="#ctx0" brushRef="#br0" timeOffset="-108603.1">22957 16403 239 0,'0'0'81'0,"0"0"-69"0,0 0-5 0,0 0-6 0,-12 20 0 0,12-17 2 0,0-3 17 16,0 0 10-16,0 0 48 16,0 0-7-16,0 0-2 15,0 0-33-15,0 0 5 16,0 0-3-16,0 0-5 16,0 0-2-16,0 0-28 15,-6 0 8-15,6 0-5 16,-6 0 35-16,-1 8-14 15,-8-3-8-15,9-1-16 16,6-1-1-16,0-3-2 16,0 0 0-16,0 0-3 15,0 0 12-15,0 0-8 0,0 0 14 16,0-7-4 0,0-26-2-16,0-27 14 0,0-12-13 15,0-20-10-15,0-8 10 16,6-9-4-16,28 5-12 15,-6 4-3-15,-9 12 8 16,2 8-33-16,-15 19 12 16,1 25-12-16,-7 20 24 15,0 16 7-15,0 0-16 16,0 36-36-16,-7 33 29 0,-27 3 15 16,6 3-56-1,10-10-40-15,-10-9-112 16,3-12-52-16</inkml:trace>
  <inkml:trace contextRef="#ctx0" brushRef="#br0" timeOffset="-107595.74">23528 15773 89 0,'0'0'79'0,"0"0"12"0,0 0-37 0,0 0-14 0,0 0-32 0,0 0 47 16,0 0 6-16,0-17-28 15,0 17 21-15,0 0-6 16,0 0 17-16,0 0-31 16,0 0 13-16,-22 0-37 0,-12 0 12 15,9 13-18-15,-9 2 10 16,6 6 3-1,4 3-16-15,2-3 0 16,9 2 12-16,7-2-16 0,6 2 12 16,0 1-10-1,0 4 6-15,0-8-4 0,0 1-1 16,19-6-1-16,27 1-5 16,-18 1 1-16,19-9-4 15,-13 12 13-15,0-9-8 16,-15 5 8-16,8 1-8 15,-14-1 5-15,-7 8-1 0,-6 0 1 16,0 25 11 0,0 2 20-16,-12 1-24 0,-35 12-1 15,-15-7 7 1,22-9-16-16,-7-16 9 16,1-16-5-16,33-9-2 0,1-7-9 15,12 0-1-15,0-19-152 16,0-42-99-16,0-3-96 15</inkml:trace>
  <inkml:trace contextRef="#ctx0" brushRef="#br0" timeOffset="-107370.28">23587 15745 629 0,'0'0'129'0,"0"0"-119"0,0 0 23 0,0 0 46 0,0 0-62 0,428-141-17 16,-307 102-14-16,-22 11-105 16,-12 15-84-16,-41 13-259 15</inkml:trace>
  <inkml:trace contextRef="#ctx0" brushRef="#br0" timeOffset="-106738.78">24455 16387 246 0,'0'0'154'0,"0"0"-58"0,0 0-9 0,0 0-74 0,0 0 1 0,34-282 18 15,0 174 3-15,7 8-29 16,-23 8 15-16,23 7-7 15,-14 10 20-15,-2 23-33 16,-9-1 6-16,-4 25-6 16,-6 16 0-16,-6 8-1 15,0 4 2-15,0 8-7 16,-6 45-4-16,-47 19 9 16,-15 0-46-16,15 0 8 0,1-12-70 15,-1-4-30 1,19-8-144-16</inkml:trace>
  <inkml:trace contextRef="#ctx0" brushRef="#br0" timeOffset="-106338.45">25292 16186 769 0,'0'0'131'0,"0"0"-74"0,0 0 27 0,0 0-52 0,0 0-14 0,0 0-18 0,0 0-8 0,0 0-55 0,0-12-86 16,0-8-165-1</inkml:trace>
  <inkml:trace contextRef="#ctx0" brushRef="#br0" timeOffset="-105773.27">25612 15853 529 0,'0'0'25'0,"0"0"42"16,0 0-3-16,0 0-30 16,0 0-28-16,0 0 15 0,173-80-21 15,-157 80-16-15,-16 32-2 16,0 24 18-16,0 28 0 15,-16 9-4-15,-36 7 3 16,-17-4-25-16,10 0 22 16,13-16-17-16,6-15 21 15,21-17 3-15,10-20 1 16,9-20-4-16,0-8-2 16,56 0 2-16,30 0 8 15,7-12 24-15,0-12-23 16,7 4 32-16,-38 4 5 15,3 8-34-15,-25 8-6 16,-6 0 7-16,-12 0-26 16,-16 0 3-16,0 8-1 15,0 16-45-15,7-9-13 16,2 2-37-16,-15-13-145 16</inkml:trace>
  <inkml:trace contextRef="#ctx0" brushRef="#br0" timeOffset="-105456.68">26340 16362 256 0,'0'0'174'0,"0"0"-154"0,0 0 34 16,0 0-10-16,0 0-34 31,0 0-10-31,47 48 0 0,-1-48 5 0,-5-28 59 15,21-16 22 1,-3-12 7-16,9-8-24 0,-16-8-51 16,1-8-14-1,-31-5 7-15,-4 9-11 0,-18 16-4 16,0 20-16-16,-18 24 17 16,-38 16-43-16,-15 8 26 15,-10 51 20-15,19 18-5 16,3 0 5-16,25-10-52 15,9-14-94-15,10-9-243 0</inkml:trace>
  <inkml:trace contextRef="#ctx0" brushRef="#br0" timeOffset="-105124.21">27016 16258 276 0,'0'0'90'16,"0"0"-2"-16,0 0-1 16,0 0-30-16,0 0 4 15,0 0-45-15,366 24 66 16,-291-63-26-16,-1-14 8 0,-15-11-13 15,-19-4 0-15,-24 4-14 16,-16 7-35-16,0 14 0 16,0 10-2-1,-50 22-1-15,-15 11-11 0,-3 0-38 16,-4 23 32-16,-2 34-17 16,-13 10-29-16,19 2-127 15,9-5-175-15</inkml:trace>
  <inkml:trace contextRef="#ctx0" brushRef="#br0" timeOffset="-104204.96">28492 16534 410 0,'0'0'186'0,"0"0"-137"0,0 0 42 0,0 0-19 0,0 0 27 0,168-228-38 15,-116 135 12-15,-2 2-45 16,-10 15 7-16,-15 16-25 15,-3 15-10-15,-10 17 10 16,1 12-3-16,-7 8-14 16,-6 5 8-16,9 3-7 15,-9 0-22-15,6 0-6 0,7 23-42 16,-1 29 62 0,4 9 11-16,-10 3-18 0,0-9-7 15,6-19-68-15,4-11 5 16,-10-9-8-16,-6-4 15 15,0 1-122-15</inkml:trace>
  <inkml:trace contextRef="#ctx0" brushRef="#br0" timeOffset="-103724.89">28675 16170 490 0,'0'0'214'0,"0"0"-202"0,0 0 8 0,0 0 102 0,0 0-79 0,0 0 0 16,0 0-38-16,301-29-9 0,-270 18 4 15,3 3-42 1,-22 8-72-16,-12 0-127 0</inkml:trace>
  <inkml:trace contextRef="#ctx0" brushRef="#br0" timeOffset="-103274.08">28675 16170 576 0,'338'233'110'0,"-329"-233"6"0,-2-33-50 16,5-14-38-16,0-6 9 16,10-7-10-1,-10-4-5-15,4 8-15 0,-4 4-7 16,1 16 7-16,-7 20-14 15,-6 16-8-15,0 0 5 16,0 0-31-16,6 16 2 16,3 28 39-16,-2 0 4 15,-1 4 3-15,13-16 2 16,-4-16-18-16,-3-12 5 16,1-4 2-16,2 0-33 15,-2 0 35-15,21-16 15 0,0-28 22 16,19-20-4-16,-1 0-33 15,1 3 0-15,-6 17-4 16,-13 16-7 0,-6 12-41-16,-16 16 17 0,-6 0-35 15,-6 0 11 1,6 0 40-16,-6 0-73 0,0 0-108 16</inkml:trace>
  <inkml:trace contextRef="#ctx0" brushRef="#br0" timeOffset="-102924.93">29543 16282 617 0,'0'0'114'0,"0"0"-12"0,0 0-25 0,0 0-39 0,0 0-5 0,0 0 14 16,146-229-36-16,-106 170-4 15,1 15-1-15,-13 7-8 0,-4 13 2 16,-8 16 0 0,-4 8-24-16,-6 0-19 15,7 0 1-15,2 8 15 16,4 28 21-16,-4 0 12 0,-8 20-12 15,-7-7-7-15,0-2-50 16,0-6-63-16,0-1 26 16,0-8-12-16,0-4-113 15</inkml:trace>
  <inkml:trace contextRef="#ctx0" brushRef="#br0" timeOffset="-102727.08">29711 15977 758 0,'0'0'220'0,"0"0"-216"16,0 0-3-16,0 0-1 16,0 0-11-1,0 0-25-15,207 61-55 0,-154-61-11 16,0-16-39-16,-19-4-117 15</inkml:trace>
  <inkml:trace contextRef="#ctx0" brushRef="#br0" timeOffset="-102342.83">30318 15820 296 0,'0'0'49'0,"0"0"88"16,0 0-70-16,0 0-22 15,0 0-29-15,0 0 2 16,-341 166-7-16,307-99 4 15,28-7 10-15,6-7-11 16,0-9 18-16,0-4-26 16,47-8 13-16,5-8-18 0,10-12-1 15,-9-7 7-15,-6 2-7 16,-7-7 9-16,-6 0-8 16,-9 0 6-16,-4 0-7 15,-8 0-36-15,-7-24-78 16,-6-3 4-16,0-9-110 15</inkml:trace>
  <inkml:trace contextRef="#ctx0" brushRef="#br0" timeOffset="-101558.05">30284 16190 202 0,'0'0'341'0,"0"0"-282"0,0 0 5 0,0 0 3 16,0 0 45 0,0 0-42-16,41 23-30 0,-13-6-21 15,-10-4-19-15,4-6 8 16,-10 1-2-1,1 0-12-15,-7 0-4 0,3-3-1 16,-9-5-42-16,0 3-20 16,6-3 6-16,-6 0 17 15,0 0 9-15,0 0-17 16,7 0 38-16,-7 0 17 16,6 0-4-16,0 0 14 15,0 0-4-15,0 8 0 16,4-4 4-16,-10 0 0 0,0-4 1 15,12 0 18 1,-12 0 5-16,0 0 3 16,6-24 0-16,7-12 56 15,2-12-48-15,-2-4 4 16,-1-4-24-16,10-9-7 16,3 1-15-16,9 0 0 15,6 8 0-15,0 12-35 0,-12 11 35 16,-3 25-20-16,-10 8 19 15,4 0-30-15,-13 0-14 16,0 25 28-16,-6 15 16 16,0 8-14-16,0 13-26 15,0-6 18-15,-24-7-30 16,-10 1 53-16,-1-10 0 0,23-6 6 16,6-13 10-16,0-9 6 15,6-2-22-15,0-9-12 16,0 0-1-16,0 0 3 15,6 0 8-15,6 0 4 16,10 0 27-16,-10 4-18 16,1-4 1-16,-1 4-2 15,-3-4-10 1,-2 0 38-16,-1 0-1 0,0 0 4 16,6 0-32-16,4-17 41 15,3-6-28-15,8-18 16 16,-2-6-21-16,3-2-2 15,6-7-12-15,-9 17-2 16,15 3-2-16,-18 6 3 16,-3 11-3-16,-13 19 1 0,9 0-8 15,-8 0-29 1,21 0 12-16,-4 24 18 0,-2 12 7 16,-3 8 30-1,2 4-29-15,-14 1-2 0,-7-1-31 16,6-4 16-16,-6-4-28 15,0-8-142-15,0-4 177 16,0-8-158-16,-34-12-234 16</inkml:trace>
  <inkml:trace contextRef="#ctx0" brushRef="#br0" timeOffset="-101366.5">30948 16077 78 0,'0'0'765'0,"0"0"-765"0,0 0-38 0,0 0-33 0,0 0 43 0,0 0 7 16,158-16-25-16,-118 8-108 16,-6 5-67-16</inkml:trace>
  <inkml:trace contextRef="#ctx0" brushRef="#br0" timeOffset="-100915.03">30948 16077 259 0</inkml:trace>
  <inkml:trace contextRef="#ctx0" brushRef="#br0" timeOffset="-100678.27">30948 16077 259 0,'406'229'87'0,"-400"-217"-50"0,22-7 36 0,-9-5 85 0,-4 0-96 0,-15 0-25 0,6 0 66 0,1 0-16 0,5-21-11 0,16-27-13 0,6-16-29 16,-3-8-11-16,-3 4-22 15,0 7 8-15,-9 22-2 16,-7 14-10-16,-3 13 8 15,-9 12-8-15,0 0 3 16,0 0-23-16,0 0 5 16,6 0 2-16,-6 20 1 15,7-3-1-15,-7 2-28 0,12 1-21 32,-12-7 44-32,0 10 18 0,0-7 3 0,0-4 1 15,0 1 17-15,0-13-2 16,0 0-16-16,0 0 0 15,0 0-22 1,6 0-17-16,10 0-78 0,2 8 40 16,-5-8-29-16,-4 0-153 15</inkml:trace>
  <inkml:trace contextRef="#ctx0" brushRef="#br0" timeOffset="-99479.18">31754 16130 282 0,'0'0'164'0,"0"0"-96"0,0 0 7 0,0 0-10 0,0 0-27 0,0 0 23 0,6 0-4 16,16-20 3-16,6-4-26 0,-3-1-3 16,-4 2-5-16,4 7-17 15,-3-4 1-15,-3 12-2 16,-4-5-13-1,-3 9 11-15,-5 4-7 16,-7 0 1-16,0 0 0 0,0 0-30 16,6 0 21-16,-6 25 9 15,0 11 12-15,0 8-12 16,0 0 4-16,0 0-8 16,0-8-8-16,0 1 7 15,-6-1-17-15,-13 0-5 16,-3-5-129-16,-12-7-137 15</inkml:trace>
  <inkml:trace contextRef="#ctx0" brushRef="#br0" timeOffset="-98795.06">32216 16302 469 0,'0'0'145'0,"0"0"-25"0,0 0 9 0,0 0-95 0,0 0 6 0,0 0-2 0,0 0 0 0,0-172-11 0,34 108-17 16,6-5 14-16,7 2-20 15,-7 6 1-15,-6 25 7 16,-9 16-24-16,-19 20 6 16,4 0-22-16,-10 0-44 0,0 24 55 15,0 25 13-15,0 10 4 16,0 6-3-16,0 2-34 15,-22-6 2-15,-12 3-30 16,15-8 7-16,-9 1-3 16,10-18-12-16,2-14-94 15,4-17-116-15</inkml:trace>
  <inkml:trace contextRef="#ctx0" brushRef="#br0" timeOffset="-98625.97">32216 16302 542 0</inkml:trace>
  <inkml:trace contextRef="#ctx0" brushRef="#br0" timeOffset="-98572.88">32216 16302 542 0,'34'-220'16'0,"19"220"-13"0,0-5-6 16</inkml:trace>
  <inkml:trace contextRef="#ctx0" brushRef="#br0" timeOffset="-98171.99">32712 15889 277 0,'0'0'295'0,"0"0"-256"16,0 0-18-1,0-12 18-15,0 12-11 0,0 0 2 16,0 0 32-16,0 0-20 16,0 0-6-16,0 0-33 15,0 17 2-15,0 2-5 16,0 5-1-16,0 0 1 15,19 1-2-15,-7-1-7 16,4-9 18-16,8 10-17 0,-2-9 23 16,3 8-27-1,9-9 18-15,-6 10-6 0,-3-5 3 16,9-4-3-16,-12-5-42 16,-22-6 42-16,0-1 9 15,0 0-2 1,0 0 50-16,0 12-37 0,-34 4-15 15,-13 8-5 1,-15 4-16-16,15-4-8 0,7-8-39 16,22-12-45-16,18-8-70 0,0 0-367 15</inkml:trace>
  <inkml:trace contextRef="#ctx0" brushRef="#br0" timeOffset="-86054.83">31122 16359 36 0,'0'0'94'0,"0"0"-55"0,0 0-3 0,0 0-14 0,0 0-9 0,0 0-13 0,0 0-3 0,0 0-38 0,0 11-7 16,0-2 13-16,0-9 10 15,0 0 25-15,0 3-3 16,0 2-7-16</inkml:trace>
  <inkml:trace contextRef="#ctx0" brushRef="#br0" timeOffset="-85832.97">31122 16359 25 0</inkml:trace>
  <inkml:trace contextRef="#ctx0" brushRef="#br0" timeOffset="-85793.02">31122 16359 25 0,'-149'167'0'0,"136"-159"-13"0,13-3 1 0</inkml:trace>
  <inkml:trace contextRef="#ctx0" brushRef="#br0" timeOffset="-85589.26">30908 16563 56 0,'0'0'29'0,"0"0"-16"0,0 0 5 15,0 0-10-15,0 0 4 16,-22 12-9-16,22-12-3 16,0 0 0-16,0 0-14 15,0 4-9-15,0 0 1 16,0 4 4-16,-6-4 0 16,-1 4 17-16,1 4-1 15,-9 0 0-15,15 0 2 16,-6 0-2-16,6 0-17 15</inkml:trace>
  <inkml:trace contextRef="#ctx0" brushRef="#br0" timeOffset="-75299.73">12111 9252 18 0,'0'0'15'0,"0"0"-9"0,0 0-2 0,372-60-2 0,-297 43 7 0,-1 1-9 0,1 4 0 0,-10-4 12 0,-6 0-12 0,-10-4 0 16,-30 0-5-16,-13-4 0 15,-6 8-10-15,0 4-7 16,0 8 3-16,-6 0 19 16,-22 0 0-16,3-4 0 15,19 4 102-15,-3 4-82 16,9-4 7-16,0 1-26 16,0-2-2-16,0-7 2 0,0 0-1 15,0 0 4-15,0 4-4 16,0-4-8-16,0-1 7 15,-13 10 1-15,-5-5 12 16,2 8 37 0,4 0-38-16,6 0-11 0,-1 0 13 15,1 0-1-15,-16 0 8 16,16 0-19-16,-12 0-1 16,-17 0-4-16,8 0 2 15,-14 0 4-15,-5 0 7 16,-7 0-6-16,7 0 2 15,-23 0-3-15,17 0 1 16,-17 0-3-16,4 0 0 16,-3 0-1-16,3 0-9 0,-3 0 3 15,3 0 14-15,3 4-5 16,3 3 46-16,6 1-42 16,3 5-3-16,13-5-3 15,22 4 0-15,2 4-7 16,1 8-27-16,3 8-24 15,-4 8 45-15,13 0-6 16,0 0-4-16,0-8 16 16,0 1-11-16,13-5-20 15,27 3-46-15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3:10:10.9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25714 4515 270 0,'0'0'213'0,"0"0"-202"0,0 0 81 0,0 0-12 0,0 0-27 0,0 0-18 16,0 0 2-16,0 0-19 16,0 0-2-16,0 0 27 15,0 0-12-15,0 0 10 0,-9 0-28 16,2 0 26-1,7 0-26-15,0 0 6 16,-6 0-12-16,-6 0-6 0,-4 0 4 16,-8 0-1-1,11 0 4-15,-9 0 2 0,-5 0-1 16,-4 0-6-16,3 0 7 16,-7 0-4-16,11 0-6 15,-17 0 0-15,1 0 1 0,0 0-10 16,-7 0 16-1,1 0-10-15,-1 0 6 16,-2 0-6-16,2 5 3 0,1 10-1 16,-1 6-8-1,1-2 9-15,-1 1 0 0,-6-7 3 16,7 2-12-16,-1 14 18 16,7-14-13-16,6 2 8 15,-6 2-8-15,-7-2-1 16,13 11 1-16,-13-1 1 15,13 3 3-15,-6-7-4 16,9 5 10-16,-9-4-15 16,12 4 21-16,-6-4-25 15,0 4 19-15,15-3-10 16,-15 3 4-16,22 0-3 16,-16 4 2-16,3-4 2 15,3-4-9-15,-3 8 14 0,-3 0-14 16,7 0 15-16,-4 0-14 15,3 0 4-15,16 0 0 16,-19 1 0-16,3-5-1 16,10 3 0-16,-3 2 8 15,2-1-14-15,-5 4 23 16,18 0-24-16,-22 0 17 16,9 0-9-16,-8 0 3 15,15 1 0-15,-7-10-3 16,13 6 6-16,-6-2-11 0,6 2 17 15,-6-2-16 1,6 10 16-16,0-10-12 0,0 5 3 16,0-3-1-16,0-5-5 15,0 0 7-15,0-4-10 16,0-4 18 0,0 8-13-16,0 1 16 0,0-6-18 15,0-2 12-15,0 2-11 16,0 2 10-16,12 7-4 15,1 0-1-15,-7 0 6 16,15-4-11-16,-8 4 10 16,9-3-10-16,-4-1 10 15,4-5-9-15,-4 6 4 16,-5-6 0-16,9 2 4 16,-4-6 1-16,4 9-5 0,-10-11 9 15,1 2-18 1,-4 6 24-16,10-1-23 0,2-1 14 15,-2-2-6-15,-7 3 0 16,16 0 2-16,-9-4-4 16,-4 4 15-16,4-4-27 15,3 1 28-15,-4-1-21 16,-5-1 14-16,27 1-8 16,-6 1 1-16,0 2 0 15,-6-3 0-15,9 1 9 16,4 2-12-16,-14-6 11 0,20 2-7 15,-13-2 10-15,13-1-18 16,-7-4 14 0,0 0-13-16,1 0 10 0,5 0-4 15,-6 9 5 1,7-10 2-16,-1 5-2 0,1 1 3 16,-1-2-7-16,7 1 6 15,-6-3-4-15,8 7 3 16,-2-1-6-16,-6-7 0 15,-7 1 2-15,13-1-4 16,-7-4 9-16,-6 0-10 16,1 0 14-16,-1 0-17 15,-6 0 11-15,7-4-10 16,-1 4 5-16,-6-5 0 0,12 5 0 16,7 1 6-1,-13-5-7-15,13 0 8 0,-6 0-2 16,5 0 0-16,-2-1-10 15,-19-3 5-15,25 0 0 16,-10 0 0-16,1 0 11 16,-16 0-20-16,25 0 20 15,-16 0-11-15,0 0 7 16,13 0-10-16,-13 0 3 16,1 0 0-16,-7-3 2 15,3-1 0-15,-3 0-2 16,0-4 3-16,0 4-13 15,0-4 20-15,-3-4-15 0,3 4 10 16,-6 0-5 0,6-5 0-16,-9 5 0 0,3 1-5 15,6-1 10-15,-3-5-3 16,10 5 5-16,5-4-6 16,-6-7 7-16,7 6-6 15,-1-7-2 1,-5 4 0-16,5 1-4 0,-12-10 4 15,7 6 4-15,-7 6 4 16,0 1 0-16,-9-8-5 16,3 1 8-16,6 2-10 15,-16-7 1-15,29 0 0 16,-7 0-2-16,-6 3 0 16,0 2 1-16,0 2-9 0,-15 2 19 15,9-9-17 1,-3 4 13-16,-3-4-12 15,2 7 6-15,-2-2-1 16,-3-6 0-16,9 5 4 0,-1-4-8 16,-8 1 7-16,9-2-12 15,-9 5 18-15,2-4-15 16,-8 4 6-16,5-1 0 16,-2 2-4-16,2 2 4 15,-5-2-1-15,2-1 4 0,10-5-8 16,-3-3 19-1,-4 9-23-15,4-6 20 0,-10 1-16 16,-5 4 10 0,14 0-6-16,-2-4 1 15,-3 4 0-15,2-4 0 0,-5 0 3 16,2 0-15 0,-3 4 20-16,-5-1-19 0,5 2 20 15,4-1-14-15,-10 0 5 16,6-4 0-16,-6 4 0 15,1-5 6-15,2 6-13 16,-3-1 21-16,0 4-24 16,0-5 15-16,1-7-10 15,8 5 5-15,-9-7-3 16,1-1 3-16,-7-1 0 16,0 0-1-16,0 8 5 15,0-4-8-15,0 0 16 0,0 0-23 16,0 7 22-16,0-2-16 15,0 2 5-15,0-2 0 16,0 2-3-16,0 1 7 16,0-3-10-16,0-2 13 15,0 1-14-15,0-1 14 16,0 6-12-16,0-1 7 16,0 0-2-16,-7-1 0 15,1-2 1-15,-9-1-8 16,-4-4 14-16,4 3-17 15,2-3 16-15,1 4-12 16,-10-4 7-16,10 5-5 16,-7 2 4-16,-9-11 0 0,16 11-4 15,-10-2 6-15,10 3-13 16,-16-4 22-16,9 4-18 16,-3-1 16-16,-2-7-18 15,-4 4 13-15,0-4-7 16,3 8 3-16,-3-4 0 15,3 1-5-15,-3 2 10 16,0 1-16-16,4 0 18 16,-10 4-19-16,12 0 16 15,-9-4-4-15,-3 4 0 16,0-12 0-16,-1 8-7 16,11 4 5-16,-4-1-4 0,-6-2 12 15,3-1-12-15,-10-5 11 16,1 9-10-16,0 1-1 15,12 7 6 1,-6-8 0-16,-7-4-1 0,10-9 1 16,-15 5 0-16,6 5-7 15,-7-2 19-15,-3 1-21 16,4-4 14-16,6 0-9 16,-1 3 4-16,-11 2 0 15,11 2-7-15,-5 2 16 16,-13-1-20-16,25 3 21 15,-7 2-21-15,1-6 17 0,-13 6-12 16,19-9 7-16,-6 4-4 16,-6 4 3-1,11-1 0-15,-5 5-4 16,-6-4 12-16,5 4-11 0,10 0 19 16,-9-3-27-1,0 6 24-15,-16 1-15 16,9 0 2-16,23 4-10 0,-17 0 7 15,1 0-2-15,0 0-3 16,6 0 14-16,-1 0-8 16,-5 0 4-16,9 0-2 15,-3 4 0-15,0 5-2 16,0-1-5-16,-13 0-2 0,22 7 8 16,-21-2 2-1,-4 3-7-15,19-9 18 0,-24 6-6 16,24-2-6-16,-10-2 0 15,7-1-3-15,0 3 8 16,-6-3-13-16,6 9 16 16,-4-1-16-16,-2-4 16 15,0 4-17-15,6 0 16 16,0 0-13-16,6-4 6 16,-3 4 0-16,-3-4-1 15,6 4 2-15,3 1-6 16,-9-2 11-16,12-7-17 0,-3 5 23 15,3-2-24 1,4 1 17-16,-10 9-5 16,3-10 0-16,3 6 0 15,4-6-2-15,-10 1 7 0,16-4-13 16,-4 5 19-16,-3-5-21 16,7 7 18-16,-3 1-15 15,8 1 7-15,-5-6 0 16,6 2 0-16,-10-5 4 15,4 4-11-15,12-4 14 16,0 4-10-16,-6 4 13 16,6-4-16-16,-7 4 8 15,-8-5-3-15,15 2 1 16,0-1-7-16,0-12-49 16,0 0-187-16</inkml:trace>
  <inkml:trace contextRef="#ctx0" brushRef="#br0" timeOffset="19351.29">19370 9388 116 0,'0'0'47'0,"0"0"33"0,0 0-9 0,0 0-38 0,0 0 23 0,0 0-5 0,0 0-29 0,0 0 16 0,-6 12-11 16,-10-8 19-16,16 0-19 15,-6 1 11 1,0-5-15-16,6 0 12 0,-6 8-14 16,-7-8 2-16,13 0 1 15,-9 7-3-15,9-7 15 16,0 0-25-16,0 0 22 15,0 0-14-15,0 0 2 0,0 0-7 16,0 0 1 0,0 0 2-16,0 0-16 0,0 0 21 15,0 0-18 1,0-7 21-16,0-18-16 0,0-24 1 16,0 6-10-16,28-14 9 15,0-2-9-15,3-6 1 16,-3-2-6-16,18 3 15 15,-12 7-20-15,7 9 13 16,-17 12-11-16,4 16 1 16,-21 7 6-16,-1 10-2 15,-6 3 0-15,0 0 0 16,0 0-15-16,15 11 7 16,-9 22 5-16,-6 15 4 15,13 8-12-15,-13 9 12 0,0-1-6 16,0-5 1-16,0-2-4 15,0-5-14-15,0-4-34 16,0-9-21-16,0-6-3 16,-13-5-25-16,7-8 13 15,-15-4-55-15,2-8 49 16</inkml:trace>
  <inkml:trace contextRef="#ctx0" brushRef="#br0" timeOffset="19702.93">19277 9244 284 0,'0'0'313'0,"0"0"-265"0,0 0 6 0,0 0 11 16,0 0 19-16,0 0-24 16,118 0-14-16,-90 0-26 0,6 0-1 15,-16 0-16-15,10 3-6 16,6-3-1-16,-15 0-28 15,9 0-27 1,-3 0-67-16,15 0-35 0,-12-11-143 16</inkml:trace>
  <inkml:trace contextRef="#ctx0" brushRef="#br0" timeOffset="21133.9">19435 9889 438 0,'0'0'60'0,"0"0"20"0,0 0-23 0,0 0-23 0,0 0-22 0,0 0 18 0,0 0-12 15,0 0 30 1,0 0 21-16,9 25-15 15,-9-1-10-15,13 16-29 0,-7 7 14 16,-6-6-24-16,0-1 1 16,0 4-2-16,0-8-8 15,0-7-4-15,0-9-33 16,0-4-41-16,6-13-95 16,0-3-5-16,-6 0-197 15</inkml:trace>
  <inkml:trace contextRef="#ctx0" brushRef="#br0" timeOffset="21650.85">19516 9789 297 0,'0'0'28'0,"0"0"21"16,0 0 15-16,0 0-47 0,0 0 17 15,0 0 8-15,133-28-19 16,-133 28 17-16,0 24 29 15,0 12 4-15,0 1-44 16,0 2 15-16,0-3-29 16,0 0-6-16,0-8-9 15,0 0-3-15,0-11-26 0,0-1-3 16,0-8 7 0,28-8-11-16,6 8 27 15,6-4 2-15,-9 0 7 16,3 0 4-16,-12 0 6 0,-9 8-3 15,-7 0 1 1,-6 4 4-16,0 8 9 0,0 8 33 16,0 0-34-16,-19 1 12 15,-37 3-32-15,-15-5-17 16,-10 2-33-16,7-5 3 16,21-12 13-16,25-4-15 15,10-8-25-15,18-4-34 16,0 0-162-16</inkml:trace>
  <inkml:trace contextRef="#ctx0" brushRef="#br0" timeOffset="22366.23">19596 10796 83 0,'0'0'313'0,"0"0"-239"0,0 0-9 0,0 0-15 0,0 0-42 0,0 0 4 0,-80 108-5 15,55-72 7-15,-3 0 2 16,0 4 14-16,16-4 10 0,12-3-8 16,0-1 13-16,0-4-43 15,0-5-3 1,0-6 4-16,21-13-6 15,10 8-4-15,16-9 2 0,-1-3-1 16,16 0-13-16,-9 0 19 16,0-15-8-16,3-1 1 15,-10-12-38-15,-15-5-22 16,9 6-150-16</inkml:trace>
  <inkml:trace contextRef="#ctx0" brushRef="#br0" timeOffset="23001.95">19364 11979 396 0,'0'0'39'0,"0"0"-3"15,0 0-17-15,0 0-18 0,0 0 5 16,0 0 40-16,25-4-16 0,-25 4 31 16,0 0-13-16,0 0 7 15,0 0 11-15,0 0-26 16,0 0-2-16,0 0-13 15,6 4 10-15,9 24-5 16,-2-4 2-16,8 4-32 16,-8 13 10-16,-7-5-10 15,6 0 0-15,4-5-26 16,-4-3-12-16,7-4-27 16,-4-7-114-16,-15 2-41 0</inkml:trace>
  <inkml:trace contextRef="#ctx0" brushRef="#br0" timeOffset="23380.34">19330 12347 433 0,'0'0'9'0,"0"0"48"16,0 0 35-1,0 0-24-15,0 0-4 0,0 0-9 16,226-152-3-16,-198 121-17 16,-16 3 26-16,1-8-29 15,2-5-8 1,-15 10-16-16,0-2-7 0,0 5-1 15,0 15 1 1,0 2-1-16,0-1 9 0,-15 12-3 16,-10 0-6-16,-9 0-12 15,6 0-6-15,-3 0-14 16,9 16-24-16,10-9-31 0,-1 10-18 16,13-9-44-16,0 3-61 15</inkml:trace>
  <inkml:trace contextRef="#ctx0" brushRef="#br0" timeOffset="24001.07">19289 12897 368 0,'0'0'116'0,"0"0"-71"0,0 0-16 16,0 0-21-16,0 0-4 0,0 0 16 0,28 12 36 0,-3 9-20 0,-3-1 12 0,3-4-29 15,9-8-19-15,18 4-4 16,10-9 1-16,4-3 2 16,-4 0-13-16,-10 0-72 15,1 0 49-15,-19 0 2 0,6-15-55 16,-15 2 36-16,3-7-14 16,-16 4-42-16</inkml:trace>
  <inkml:trace contextRef="#ctx0" brushRef="#br0" timeOffset="24247.77">19410 12850 499 0,'0'0'81'0,"0"0"-81"15,0 0-11-15,0 0-30 16,0 0 0-16,0 0-14 16,127-33-106-16</inkml:trace>
  <inkml:trace contextRef="#ctx0" brushRef="#br0" timeOffset="24448.3">19410 12850 551 0,'53'-177'133'16,"-41"169"-126"-16,16 0 40 15,13-4 10-15,-1-4-29 16,6-9-20-16,-11-3-8 15,11-4-21-15,-6 9-58 16,-15-2-31-16,-19 9-255 16</inkml:trace>
  <inkml:trace contextRef="#ctx0" brushRef="#br0" timeOffset="25146.45">19491 13900 488 0,'0'0'39'0,"0"0"-19"0,0 0 43 0,0 0-35 0,0 0 23 16,0 0-6-16,12 21 37 15,-12-21-7-15,0 0-18 16,0 0 6-16,0 0-47 16,13 0 8-16,-13 0-23 15,0-13 15-15,0-19-1 16,0 0 9-16,0-16-14 16,0 4 2-16,0-5-12 15,0-7 11-15,0 4-19 16,0 0 23-16,0 4-22 15,0 12 14-15,15 0-14 16,4 8 0-16,-1 7 6 16,10 6-8-16,-15 7 2 15,21 0 4-15,0 3 4 16,0 1-13-16,6 1 12 0,1-10-13 16,-1 13-26-16,-9-8-28 15,3 8-31-15,-12 0-105 16,-22 0-49-16</inkml:trace>
  <inkml:trace contextRef="#ctx0" brushRef="#br0" timeOffset="25528.56">19423 13819 491 0,'0'0'34'0,"0"0"43"0,0 0 39 0,0 0-24 0,0 0-31 0,0 0-33 0,260-92-9 0,-213 81-13 0,-13 6-12 0,0-6 0 15,-16-2-36-15,10 1-105 16,-28 4-91-16</inkml:trace>
  <inkml:trace contextRef="#ctx0" brushRef="#br0" timeOffset="52022.82">24182 10042 326 0,'0'0'93'0,"0"0"-7"0,0 0-36 0,0 0-33 0,0 0-9 0,0 0 32 15,0 0-11-15,0 0 11 16,0 0 5-16,0 0 27 15,0 8-34-15,0-8-4 16,0 0-8-16,0 0-15 16,0 0 6-16,0 0-14 15,0 0 16-15,0 0-9 16,0 0 24-16,0 0-17 16,0 0 9-16,0 0-16 0,0 0-2 15,0 0-3-15,0 0 8 16,0 0 1-1,0 0-10-15,0 0 0 0,0 0-1 16,0 0 17-16,0 0-16 16,0 0 5-16,0-8-4 15,0-1-5-15,0-2 0 16,0-9-7-16,0 4 6 16,0 4 2-16,0-4-4 15,-6-4 9-15,6 4-12 16,0-9 13-16,0 9-7 15,0-4 0-15,0 1-4 16,0 2 0-16,0 1 7 16,0 8-6-16,0-8-8 15,0 0 10-15,0 4-13 0,0 0 12 16,0 0-3 0,0 0 5-16,0-5 2 0,0 6 1 15,0-1-6-15,0-1 6 16,0 2-7-16,0 3-8 15,0-1 8-15,0 6-7 16,0-2 11-16,0 2 1 16,0-2-1-16,0-2 0 15,0-6 0-15,0 2-11 16,0-1 5-16,0-4-5 16,0 3-14-16,0 1 21 0,0 4 3 15,0 5-1-15,0-2-2 16,0-3 4-1,0 8-1-15,0-8 2 0,0 8-4 16,0-4 0-16,0 1-2 16,0 3 7-16,0 0-2 15,0 0 0-15,0 0 0 16,0 0-6-16,-6 0 12 16,6 0-12-16,0 0 16 15,0 0-20-15,0 0 9 0,0 0 0 16,-16 0 2-1,16 0 25-15,0 0-26 16,0 0-18-16,0 0 12 16,0 0 6-16,0 0-5 0,0 0 7 15,0 0-5 1,-6 0 3-16,-6 7 0 0,5 1 0 16,7 5 2-16,-6-5-8 15,-9-1 13-15,9 1-11 16,6 5 7-16,-7-5-4 15,-5 4 1-15,12-4 0 16,0 3 3-16,-9-3-2 16,-4-3-2-16,1 2 4 15,6 1-8-15,6 0 9 16,0-3-10-16,0-1 3 16,-16-4 2-16,16 8 1 15,0-4 0-15,-6 3-2 0,6 1-1 16,0-3-10-1,0-5-6-15,0 8 10 0,0-4-23 16,0 4 28 0,0-5 4-16,-6 5 3 0,6 1-1 15,0-5 2-15,0 0 5 16,0 0-6-16,0-4-6 16,0 4-13-16,0-4-29 15,0 0-69-15,0 0-13 16,0 0-257-16</inkml:trace>
  <inkml:trace contextRef="#ctx0" brushRef="#br0" timeOffset="53589.47">24685 9842 378 0,'0'0'194'0,"0"0"-146"0,0 0 6 0,0 0-39 15,0 0-5-15,0 0 25 0,6 0 45 0,-6 0-6 16,0 0 5-16,0 0-11 16,0 0-15-16,0 0-43 15,0 0-10-15,0 0 6 0,0 0-3 16,0 0-6-16,0 0 3 15,0 3-9-15,0-3 16 16,0 0-8-16,0 0 2 16,0 0 6-16,0 0-7 15,0 0-7-15,0 0 0 16,0 0 7-16,0 0-4 16,0 0-17-16,0 0 21 15,0 0-6-15,0 0 2 16,0 0-3-16,0 0-4 15,0 0-14-15,0 0-13 16,0 0 35-16,0 0-25 16,0-12-113-16,0 4-338 15</inkml:trace>
  <inkml:trace contextRef="#ctx0" brushRef="#br0" timeOffset="70673.27">27692 5113 157 0,'0'0'85'0,"0"0"-12"0,0 0-11 0,0 0-15 0,0 0-26 0,0 0-11 0,0 0 17 15,0 0 18 1,0 0 13-16,0 0-17 0,0 0-17 15,0 0-8-15,0 0 10 16,0 0-2-16,0 0 7 16,0 0 14-16,0 0-6 15,0 0-9-15,0 0-19 16,0 0 10-16,0 0-15 16,0 0 3-16,0 0-1 15,0 0 1-15,0 0 0 0,0 0-3 16,0 0 8-1,0 0-12-15,0 0 6 0,0 0-5 16,0 0 18 0,0 0-16-16,0 0 18 0,0 0-8 15,0 0-2-15,0-4 2 16,6-12-14-16,7 8 8 16,8-4-6-16,-8 4 5 15,-7-5-3-15,6 6-7 16,4-1 5-16,3-5-3 0,-7-3 0 15,16 4 0 1,0 1-1-16,-16-2 5 16,7-2-7-16,3 7 9 15,-10 0-4-15,3-4-2 0,-8 4 0 16,5-8-3-16,0 3 3 16,4 1-2-16,9 4 6 15,-10 0-8-15,-2 0 10 16,-7 8-12-16,6-12 13 15,4 4-11-15,-4 4 4 16,1-12-1-16,-7 11-1 16,9 2-4-16,-2-5 4 15,-1 0 2-15,-3 0 0 16,4 4 0-16,-7-1-8 0,0 2 17 16,7-5-12-1,2-4 3-15,-3-4-1 0,10 4-9 16,-9 8 2-16,-1 0 7 15,-6-4-3-15,4 3-5 16,-4-10 17-16,-6 11-13 16,0-8 7-16,0 12-4 15,0 0 2 1,0 0-6-16,0-5 5 0,0 5-9 16,0 0 9-16,0 0-18 15,0 0 18-15,0 0-7 16,0 0 0-16,0 0 3 15,0 0 5-15,0 0-1 16,0 0 4-16,0 0-6 0,0 0 16 16,0 0-26-16,0 0 10 15,0 0-7-15,0 0-26 16,0 13 19-16,0 7 13 16,-22-4 0-1,3-8 2-15,-9 7 4 0,10-2 2 16,-4 3-4-16,4-9 0 15,11-7 3-15,-2 5-8 16,3-1-4-16,-13 8 5 16,4 3-10-16,-10 10-20 15,-9-1-14-15,-6 4-37 16,-7-3 59-16,1-6 15 16,11 1 4-16,11-4 14 15,-10 4 1-15,-7 0-6 0,7 9-2 16,0-1-15-16,-6 0-117 15,-1 0-73-15,10-12-8 16</inkml:trace>
  <inkml:trace contextRef="#ctx0" brushRef="#br0" timeOffset="71989.03">28839 4367 420 0,'0'0'59'0,"0"0"5"0,0 0-32 0,0 0-32 0,0 0 8 0,0 0-8 0,-6 0 1 0,6 0 57 16,0 0 45 0,0 0 37-16,0 0-65 0,0 0-24 15,0 0-17 1,0-4-27-16,0-13-7 0,0-2 16 15,0-6-16-15,0-3 2 16,0-3 4-16,16-5 0 16,9 0 6-16,9-8-11 15,12-5 3-15,-6-4-8 16,19-2 4-16,-3-1-4 0,-9 7-18 16,-13 13 12-1,-9 8-3-15,-13 13 7 0,-3 10 5 16,-9 2 1-16,0 3-4 15,0 0 8-15,0 0-8 16,0 0-3-16,13 0-9 16,-7 0-19-1,6 15 24-15,10 14 5 0,-10 7-21 16,4-13 0-16,-4 13-27 16,-12 9-4-16,0-5 14 15,0 4 20-15,0 1 24 16,0-6 9-16,-12-3-9 15,3-3 4-15,2-2-4 16,1-6-2-16,6-6-6 16,-6-6-40-16,6-9 3 0,-6 4 3 15,0-8 3 1,-4 0-52-16,4 0-84 0</inkml:trace>
  <inkml:trace contextRef="#ctx0" brushRef="#br0" timeOffset="72776.25">28942 4118 60 0,'0'0'133'0,"0"0"-65"0,0 0 49 0,0 0-17 0,0 0-5 0,0 0-18 15,6 0-8-15,22 0 22 16,-10 0-2-16,29 0-33 15,-1 0 17-15,7 0-14 16,3 0-26-16,3 0-11 16,-6 0-21-16,2 0 8 0,-8 0-2 15,-7 0-14 1,-15 0-11-16,3-8-7 0,-3 0-12 16,-4 0-20-16,-14 8-40 15,-7-3-159-15</inkml:trace>
  <inkml:trace contextRef="#ctx0" brushRef="#br0" timeOffset="75839.32">19029 9649 367 0,'0'0'101'0,"0"0"-28"0,0 0 4 0,0 0-47 0,0 0-10 0,0 0-9 0,0 0-5 0,0 0-1 16,0 0 16-1,0 0 51-15,0 0-6 0,0 0-21 16,0 0-5-16,0 0-19 16,0 0 15-16,0 0-28 15,0 0-8-15,6 0 8 16,6-4-8-16,4-4 8 15,3-5 2-15,15-7-6 16,0-8 0-16,19-8 4 16,12-11-3-16,9-14 3 0,7-7-5 15,27-4 5 1,-9-1-6-16,-12 1 2 0,6 0 2 16,-12-4-6-16,6 3 0 15,-13 6 6-15,-15 10-17 16,-6 13 7-16,-13 16-8 15,-12 13-12-15,-16 7-9 16,10 3-22-16,-10 5-23 16,1 0-57-16,-13 0-19 15,0 0-104-15</inkml:trace>
  <inkml:trace contextRef="#ctx0" brushRef="#br0" timeOffset="95934.87">25305 10218 247 0,'0'0'80'0,"0"0"-62"0,0 0 30 0,0 0-22 0,0 0 1 16,0 0 15-1,0 0 25-15,0 0-28 16,0-3 6-16,0-2-15 0,0 5 5 16,0 0-6-16,0 0 7 15,0-3 2-15,0 3-19 16,0-5 0-16,0 2-6 16,0-6 20-16,0 5-23 15,0-8 12-15,0 0-12 16,0-4 11-16,0 0 0 15,-13 0-16-15,13-8 5 16,0 12-5-16,0 0 1 16,0-4-6-16,0 8 5 15,0-9-3-15,0 9-4 0,0-7 0 16,0-1 2 0,0-9 1-16,0 2 1 0,0-1-4 15,0-1 2-15,0 9-11 16,0 1 22-16,0 2-18 15,0 1 10-15,0 0-3 16,0-3 1-16,-6-6-1 16,6-3-4-16,0 0-4 15,0-1 6-15,0 6-15 16,0 2 14-16,0 6 3 16,0-1-3-16,0 4 3 15,0-5 0-15,0-2 0 16,0 10-5-16,0-3 5 15,0 5 0-15,0-2-5 16,0 5 4-16,0 0 1 16,0 0-16-16,0 0 3 0,0 0 4 15,0 0-4-15,0 0 3 16,0 0 10-16,-15-3-9 16,15 3 13-16,0 0-8 15,0 0-15-15,0 0-9 16,0 0 15-16,0 0 2 15,0 0-12-15,0 0 8 16,0 0 14-16,0 0-13 16,0 0 8-16,-7 0 6 15,7 0-5-15,-6 0 5 16,6 0-4-16,-6 8-5 16,-6 0-5-16,12 0 12 0,-22-8 4 15,22 7 2-15,0 1-3 16,-6 0 0-1,-1 1 6-15,1-1-9 0,-9 0 2 16,9 3 0-16,-7-6 0 16,13 11 5-16,-6-9-1 15,-3 6-3-15,9-9 8 16,0 0-6-16,-7-4-3 16,7 4 0-16,-6 0 0 15,0 0-3-15,6 1 0 0,-6-2-12 16,0 9-11-1,-10 0-43-15,16 4-79 16,-18-4-80-16</inkml:trace>
  <inkml:trace contextRef="#ctx0" brushRef="#br0" timeOffset="97438.23">25919 9961 760 0,'0'0'76'0,"0"0"-11"0,0 0-36 0,0 0-29 0,0 0-6 0,0 0 2 0,15 0 4 16,-15 0 37-16,0 0 51 16,0 0-4-16,0 0-31 15,0 0-18-15,0 0-16 16,0 0-19-16,6 0-16 0,-6 0-17 15,6 0-39-15,1-8-76 16,-7-15-246 0</inkml:trace>
  <inkml:trace contextRef="#ctx0" brushRef="#br0" timeOffset="106894.85">19354 10495 268 0,'0'0'95'0,"0"0"-85"0,0 0 39 0,0 0-6 0,0 0 0 0,0 0 11 15,0 0-10-15,0 0-3 16,0 0 4-16,0 0 28 15,0 0-14-15,0 0-6 16,0 0-25-16,0 0 0 16,0 0-13-16,0 0 5 15,0 0 0-15,0 0-4 16,0 0 8-16,0 0-23 16,0 0 11-16,0 0-5 15,0 0 1-15,0 0-7 16,0 0-2-16,0-24 4 15,35-8 1-15,39-25 2 16,7-7-6-16,24-16 4 16,10-8 5-16,6-12-17 0,-10 8 18 15,-2 7-20-15,-35 21-7 16,-21 20-10-16,-13 12-37 16,-27 20-13-16,-13 12-82 15,0 0-53-15</inkml:trace>
  <inkml:trace contextRef="#ctx0" brushRef="#br0" timeOffset="109042.95">24409 7034 295 0,'0'0'2'15,"0"0"17"-15,0 0 10 0,0 0-1 0,0 0 35 0,0 0 12 16,0 0 8-16,0 0-29 15,0 0 1-15,0 0-13 16,0 0 14-16,0 0-26 16,0 0 7-16,0 0 2 15,0 0-2-15,0 0-1 16,0 0-18-16,0 0 14 16,0 0-21-16,0 0 7 15,0 0-18-15,-13 0-2 16,13 0-3-16,-6 0 1 15,6 0 4-15,-6 0 2 0,6 0-2 16,-10 0 6 0,4 0-12-16,-6 8 10 0,-10 4-9 15,10 0 0 1,-1-4 5-16,7 0 0 0,-9 0 2 16,15-4 2-16,-7 1-3 15,1-5 16-15,6 0-15 16,0 0 9-16,0 0-8 15,0 0-6-15,0 0-6 16,0 0 2-16,0 0-2 16,0 0-1-16,28-33 10 15,31-8 8-15,15-14 23 16,7-6-30-16,6-3 5 0,6 8 0 16,-12 4-12-1,-23 16 1-15,-11 12-25 0,-19 4 9 16,-10 16-4-16,-8 4 13 15,-10 0-4-15,0 0 16 16,0 12-15-16,-22 20 15 16,-24 13 13-16,-13 6-8 15,-16 6-5-15,1 2-15 16,-7 2 0-16,1-9-50 16,21-13-20-16,12-14 14 15,25-21 46-15,10-4-52 16,12 0-165-16,0-16 44 0</inkml:trace>
  <inkml:trace contextRef="#ctx0" brushRef="#br0" timeOffset="109775.31">23361 7628 406 0,'0'0'59'0,"0"0"26"0,0 0-8 0,0 0-36 0,0 0-10 0,-22 221-24 0,22-198 18 16,-6-10 27-16,6-2 10 15,0-11-30-15,0 0-28 16,0 0-4-16,0 0-6 16,0 0-6-16,0 0-69 15,0 0-24-15,0-24-10 16,6 1-82-16</inkml:trace>
  <inkml:trace contextRef="#ctx0" brushRef="#br0" timeOffset="110141.04">23361 7628 424 0</inkml:trace>
  <inkml:trace contextRef="#ctx0" brushRef="#br0" timeOffset="110473.85">23361 7628 424 0,'-128'-181'75'0,"128"181"-29"16,0 0 9-16,0-8 39 0,0-4-53 0,35 0 33 0,-4-8-13 0,24 0-19 15,-2 4-20-15,6 0-21 16,-6 4-1-16,-13 8-3 0,0 4 0 16,-12 0-21-1,0 0 22-15,-16 4-18 0,-12 19 11 16,0 5-9 0,0 8 18-16,0 5 6 0,-40 7 2 15,0-4 6-15,0 0-2 16,21-11-11-16,10-5-1 15,9-17-3-15,0-6-26 16,0-5-26-16,0 0-21 16,0 0 45-16,49 0 14 15,-18-5 17-15,3-3 3 16,-12 8 0-16,-3 0 2 0,-19 0 3 16,0 0 0-16,0 0-1 15,0 8 22-15,0 25 47 16,-47 11-35-16,-12 0-11 15,-15 0-4-15,12-12 2 16,9-11-14-16,28-10-6 16,10-11 14-16,9 0-22 15,6 0-53-15,0-32-178 16,6-12-437-16</inkml:trace>
  <inkml:trace contextRef="#ctx0" brushRef="#br0" timeOffset="130190.4">26520 9645 31 0,'0'0'365'0,"0"0"-269"0,0 0-17 0,0 0-34 16,0 0-30-16,0 0 8 15,0 0 5-15,0 0 20 16,0 0 16-16,0 0 9 15,0 0-25-15,0 0-7 16,0 0-6-16,0 0-3 16,0 0 2-1,0 0-21-15,0 0 14 0,0 0-15 16,0 0 14-16,0 0-11 16,0 0 7-16,0 0-14 0,0 0-5 15,0 0-3 1,0 0 6-16,0-5-5 15,22-6 2-15,31-6-5 0,-7-2 7 16,22 2-4-16,-9 6-1 16,-12 11-7-16,-13 0-9 15,0 0-7-15,-22 0 0 16,-5 20 3-16,-7 19 20 16,0 10 0-16,-19 11 0 15,-43 8-7-15,9 0 6 16,-6-4-2-16,7-11 3 0,11-1 6 15,7-12-1 1,22-12 0-16,2-4 4 0,10-4-18 16,0-8 10-16,0-3-2 15,0-6-26-15,35 1 26 16,27-4 1-16,-4 0 17 16,17 0 7-1,-4 0-21-15,-9-4 2 0,-15-4 2 16,-7 8-14-16,-21-4-26 15,15 4-18-15,-22 0-54 16,4 0-68-16,-16 0-6 16,0 0-361-16</inkml:trace>
  <inkml:trace contextRef="#ctx0" brushRef="#br0" timeOffset="133486.96">24604 4459 78 0,'0'0'465'0,"0"0"-457"0,0 0 35 16,0 0-32-16,0 0 5 15,0 0-9-15,0 0-2 16,-47-36-3-16,38 31 18 0,3 2 31 16,-7-1-8-16,7 4 21 15,0-8-29 1,0 4 7-16,-3 0-16 0,2 4 3 15,1 0-18-15,-6 0 19 16,12 0 2-16,0 0-13 16,0 0-5-16,0 0-12 15,0 0 1-15,0 0-3 16,0 0-5-16,0 0 5 16,46 28 3-16,13 12 8 15,16 12-2-15,11 5 5 0,1-6-7 16,0 10 5-16,-6-13-4 15,-7-5-5-15,-15-7-1 16,-12-19-4-16,-13-1 0 16,-6-8-14-16,-16-4-32 15,-12 4-65-15,0-4-128 16,-34 13-337-16</inkml:trace>
  <inkml:trace contextRef="#ctx0" brushRef="#br0" timeOffset="134438.25">24108 3662 413 0,'0'0'66'0,"0"0"3"0,0 0 12 0,0 0-38 0,0 0-2 0,0 0 18 0,-13 6-8 0,1-6-7 0,3 5-17 0,-16 3 4 16,-9 0-27-16,-7 4 22 16,14 0-17-16,-4 0 16 15,-4 0-25-15,-5 4 9 16,0 9-4-16,0-5 6 15,-1 7 8-15,7 1-10 16,3 0 42-16,9 8-41 16,10 5-19-16,12-5 11 15,0-8-4-15,0-4-5 0,0 0-2 16,6-8 2 0,41 4-16-16,27-4 15 15,13 0 8-15,12-8-4 0,-6-8-2 16,16 0-26-16,-16 0-30 15,-13-16-18 1,-5-23-102-16,-23-10-146 0</inkml:trace>
  <inkml:trace contextRef="#ctx0" brushRef="#br0" timeOffset="135851.31">19023 11414 297 0,'0'0'77'0,"0"0"-16"0,0 0 32 0,0 0-42 0,0 0-9 0,0 0-13 0,-7 8 12 16,7-8-5-16,0 0 36 0,0 0-23 15,0 0-3-15,0 0-24 16,0 0-14-16,0 0-3 16,0 0 0-1,7-21 9-15,52-22 29 0,21-14 18 16,13-15-34-16,22-9 10 16,12-7-17-16,-15 8-7 15,9 0-2-15,-13 4-11 16,-21 12 0-16,0 7-10 15,-22 9 3-15,-9 8-17 16,-10 0-1-16,-15 8-32 16,-3 0-6-16,-9 20-15 0,-4 0-102 15,-15 12-22 1,0 0-155-16</inkml:trace>
  <inkml:trace contextRef="#ctx0" brushRef="#br0" timeOffset="149840.34">27605 9958 373 0,'0'0'181'0,"0"0"-85"0,0 0 8 0,0 0-16 0,0 0-36 0,0 0 7 0,0 0-47 16,0 0 21 0,0 3-8-16,0-3 25 0,0 0-15 15,0 0-7 1,0 0 6-16,0 0-13 0,0 0 5 15,0 0-21-15,0 0 4 16,0 0-9-16,0 0-4 16,0 0-38-16,0 0-18 15,0-11-140-15,-21-6-423 16</inkml:trace>
  <inkml:trace contextRef="#ctx0" brushRef="#br0" timeOffset="150671.87">28105 9596 150 0,'0'0'326'0,"0"0"-237"0,0 0 21 0,0 0-1 0,0 0-48 0,0 0-29 16,0 0 11-16,21-3-35 15,20-14 33-15,5 1-18 16,1 8 10-16,12 0-30 15,-13 8-2-15,16 0 1 16,-15 0-2-16,-13 8 1 16,-22 25 11-16,-6-6 8 0,-6 10-19 15,0-5 1-15,0 12 0 16,0-8-4-16,0-12 5 16,0 0-8-16,0-8 3 15,22-8-12 1,9 1-2-16,9-9 0 0,16 0 11 15,-9 3 3-15,5 2-12 16,-11 10 23-16,-7 1-13 16,-22 12 8-16,-6 1 18 15,-6 11 4-15,0 7-9 16,-34 10 2-16,-37-1-13 16,-10-8 10-16,-21-4-13 15,15-8 11-15,7-8-14 16,14-12 0-16,20-8-42 15,6-8-52-15,-7 0-191 16</inkml:trace>
  <inkml:trace contextRef="#ctx0" brushRef="#br0" timeOffset="152324.17">29503 10042 749 0,'0'0'191'0,"0"0"-132"0,0 0 25 0,0 0-24 0,0 0-42 0,0 0 13 0,0 0-13 16,6 0 0-16,-6 0 8 15,0 0-10-15,0 0 15 16,0 0-25-16,0 0-12 15,0 0-24-15,0 0-43 16,0 0-42-16,-40 0-262 16</inkml:trace>
  <inkml:trace contextRef="#ctx0" brushRef="#br0" timeOffset="153355.37">19289 12280 531 0,'0'0'109'0,"0"0"-86"0,0 0 28 0,0 0-20 0,0 0-14 0,0 0-14 0,0 3-1 16,0 2-2-16,0 3 55 16,0 0 18-16,0-1-39 15,0 1-4-15,0 5-17 0,0-9 22 16,-12 4-23 0,3 0 11-16,-4-5-11 0,13 2-7 15,-6-5 2-15,-6 8-5 16,12 0 16-16,-7-1-17 15,-2-2 21-15,3-2-16 16,6-3 15-16,0 0-21 16,0 0 6-16,0 0-2 15,0 0-4-15,0 0-9 16,0-23-10-16,62-26 19 16,15-10 4-16,13-18 19 15,22-6-23-15,15-14 13 16,6-3-13-16,-5-5-3 0,-14 5 0 15,-8 28-6 1,-32 15-20-16,-27 30-32 0,-19 15-14 16,-22 12 10-16,-6 0-63 15,0 0-23-15,0 20-268 16</inkml:trace>
  <inkml:trace contextRef="#ctx0" brushRef="#br0" timeOffset="156254.94">27283 7078 192 0,'0'0'6'0,"0"0"2"0,0 0 71 0,0 0-1 0,0 0 10 16,0 0-8-16,0-12-2 16,0 7-25-16,0 2-33 15,0-5-16-15,0 0 1 16,0 0-2-16,0 8 1 16,0 0 20-16,0 0 47 15,0 0 11-15,0 0-37 0,0 0-11 16,0 0-14-1,0-4-4-15,0 4-3 0,0 0-10 16,0-5 8-16,0 5-1 16,0 0 14-16,0 0-4 15,0 0 4-15,0 0-2 16,0 0-11-16,0 0 9 16,0-3-14-16,0 3 10 15,0 0-13-15,0 0 8 16,0 0-11-16,0 0 7 15,0 0-3-15,0 0-1 16,0 0 4-16,0 0-4 16,0 0 2-16,0 0 2 15,0 0-8-15,0 0 7 0,0 0-12 16,0 0 1-16,0 0-4 16,0 0-1-16,22 0 10 15,18 12 1 1,19 15 7-16,9 6 5 0,-3 0-5 15,3-2 3-15,-9 1-9 16,-6-7-1-16,3-2 0 16,-19-3-1-16,-3 1-7 15,-6-10-26-15,-9 1 16 16,-4-4-30-16,-2 0-24 16,5-3-69-16,-9-5-115 15,4 0-295-15</inkml:trace>
  <inkml:trace contextRef="#ctx0" brushRef="#br0" timeOffset="157417.04">28594 7171 515 0,'0'0'128'0,"0"0"12"0,0 0-25 0,0 0-47 0,72 211-27 0,-57-166-11 0,10-9-11 0,-3-4-18 15,-16-4 20-15,0-8-20 16,0 1 8-16,-6-2-9 16,0-7-2-16,7 4-25 0,2-12-53 15,-3-4-64 1,-6 0-116-16,0 0-98 0</inkml:trace>
  <inkml:trace contextRef="#ctx0" brushRef="#br0" timeOffset="157850.51">28446 7182 397 0,'0'0'119'0,"0"0"-60"0,0 0-18 16,0 0 36-16,0 0-32 15,0 0 18-15,341-32-16 16,-279 32 3-16,-16-8-11 16,1 8-6-1,-13 0-7-15,-3 0-23 0,9 8 23 16,-12 24-15-16,6 1 1 16,-15 3-7-16,-13-5-9 15,-6 18 5-15,0-1-1 16,-19 8 19-16,-55 8-12 15,0-12 18-15,8-8-10 0,-8-3 4 16,21-18-19 0,1-2 0-16,5-9-36 0,-3-12-26 15,13 0-78-15,9 0-402 16</inkml:trace>
  <inkml:trace contextRef="#ctx0" brushRef="#br0" timeOffset="166376.17">30204 9392 195 0,'0'0'319'0,"0"0"-253"0,0 0 13 0,0 0-11 0,0 0-33 15,0 0 44-15,0 0-17 16,0-4-29-16,0 4 12 16,0 0 3-16,0 0 0 15,0 0-43-15,0 0 17 0,0 0-11 16,0 0 14 0,0 0-13-16,0 20 1 0,-6 16 5 15,-29 16-16-15,-11 4 6 16,-1 4-4-16,7-7-4 15,6-1 10-15,3-8-16 16,9-8 11-16,4-8-7 16,18-3 2-16,0-10-10 15,0-7 6-15,0 8-12 16,0-8 9-16,0-8-15 0,40 9 10 16,6-9-7-1,1 3 16-15,6 2 4 0,-7-5-1 16,7 11 0-1,3-6 2-15,-25-2-7 0,25-3 12 16,-25 0-14-16,-10 0 13 16,13 0-15-16,-21 0-9 15,-1 0-4-15,4-8-27 16,-16-8 13-16,0-4 26 16,0 4 10-16,0 4-6 15,0 1 12-15,0 6-11 16,0-7 8-16,0 12-6 15,0-8 3-15,0 0-4 16,0 0 1-16,0 8 3 0,0 0-8 16,0 0 17-1,0 0 6-15,0 0-4 0,0 0 15 16,0 8-18 0,0 20 8-16,0 8-3 15,0 5 3-15,-10 6 3 16,10 1-18-16,-6 1 20 0,-6-1-16 15,6 4 13-15,-1-11-16 16,-8-2 5-16,9-6-3 16,-7-10-5-16,13-7 1 15,0 1-12-15,0-6-13 16,0-3-76-16,0-3-59 16,0-5-280-16</inkml:trace>
  <inkml:trace contextRef="#ctx0" brushRef="#br0" timeOffset="166959.47">31025 10058 677 0,'0'0'74'0,"0"0"-42"0,0 0 10 0,0 0-42 0,0 0-33 0,0 0 25 0,81-48 2 16,-75 24 12-16,4 16 12 15,-10 8-7-15,0 0 20 16,0 0 24-16,0 0-9 15,0 0-36-15,0 0-3 16,0 0-7-16,0 0-35 16,0 0-194-16,0-25-469 0</inkml:trace>
  <inkml:trace contextRef="#ctx0" brushRef="#br0" timeOffset="168541.49">23274 5987 87 0,'0'0'185'0,"0"0"-161"0,0 0 98 16,0 0-33-16,0 0-33 0,0 0-2 15,0 0-12-15,-41-3 3 16,41 3-12-16,-6 0 38 16,6 0-27-16,0 0 1 15,0 0-32-15,0 0 13 16,0 0-26-16,0 0 0 15,31 0 0-15,44 0 20 16,5 0 12-16,26 0-13 0,15 0 16 16,12 0-33-16,10 0 22 15,-16-21-18 1,-22 9 2-16,-18-8-6 0,-6 7-1 16,-35 6-2-16,-12-5-19 15,-15 12-20-15,-19 0-59 16,0 0-99-16</inkml:trace>
  <inkml:trace contextRef="#ctx0" brushRef="#br0" timeOffset="169295.14">21928 5735 529 0,'0'0'127'0,"0"0"-102"0,0 0 41 0,0 0-24 0,0 0-4 0,0 0-33 0,0 0 12 15,0 16-9-15,0 24 33 16,16 15 14-16,-4-2-29 15,10 2-13-15,-10-6-6 16,28-9-4-16,-15-11 3 16,15-1-12-16,7-13-10 0,9-2 16 15,3-5-6 1,9-8 6-16,9 0 0 0,-2 0 1 16,-22-28-1-16,2-5-33 15,-24 5 20 1,3-4-52-16,-12 12-71 15,-22 0-41-15,0 8-92 16</inkml:trace>
  <inkml:trace contextRef="#ctx0" brushRef="#br0" timeOffset="169639.59">22037 6015 483 0,'0'0'19'0,"0"0"17"0,0 0 45 0,0 0-60 0,0 0-6 0,0 0-11 16,254-44-4-16,-242 27-18 16,-12 6-47-16,0-9-79 15</inkml:trace>
  <inkml:trace contextRef="#ctx0" brushRef="#br0" timeOffset="169873.17">22071 5671 559 0,'0'0'155'0,"0"0"-58"0,0 0 83 16,0 0-79-16,0 0-62 16,0 0-19-1,359-149-20-15,-312 129-8 0,-13 7-36 16,-15 10-79-16,-10-5-131 16,-9 8-360-16</inkml:trace>
  <inkml:trace contextRef="#ctx0" brushRef="#br0" timeOffset="171075.17">19255 13061 660 0,'0'0'44'0,"0"0"-30"0,0 0 19 16,0 0-23-16,0 0-3 0,0 0-14 0,0 5 10 0,0-5-3 15,0 0 10 1,0 0 48-16,0 0-7 0,41 0 0 16,17-28-10-16,23-21 3 15,21-18-4-15,4-14-33 16,15-12 13-16,0-7-18 16,-16 4 4-16,-12 4-6 15,-25 20-7-15,-21 20-2 16,-25 20-52-16,-4 19 8 15,-18 13-21-15,0 0-25 16,0 0-145-16,-40 28-216 16</inkml:trace>
  <inkml:trace contextRef="#ctx0" brushRef="#br0" timeOffset="179300.26">31856 9516 549 0,'0'0'89'0,"0"0"-45"0,0 0 57 0,0 0-51 0,0 0-6 16,0 0-4-16,0 0 12 16,-21 0 11-16,21 0-8 0,-7 0-5 15,7 0-16-15,-6 8-8 16,-6 0-13-16,-4 9-11 15,4-6 3-15,0 10-9 16,2 7 13-16,10 0-9 16,-6 3 2-16,6 2-2 15,0-1-1-15,0 0-2 16,22-8 2-16,18 4 2 16,0-12-8-16,7 12 11 0,6-3-8 15,6-2 8 1,3-2-4-16,-16-1 0 0,-6-9-6 15,-15 2 2 1,-9-1-8-16,2-4 11 0,-12 0-4 16,-6 12 4-16,0 0 2 15,0 12-2-15,0 0 1 16,-40 8-1-16,-19-8-7 16,13-8-1-16,12-11-7 15,0-13-19-15,3 0 16 16,3 0-35-16,-6-8-30 15,-1-25-89-15,4-3-93 16</inkml:trace>
  <inkml:trace contextRef="#ctx0" brushRef="#br0" timeOffset="179715.97">32157 9336 656 0,'0'0'122'0,"0"0"-58"0,0 0-10 0,0 0-17 0,0 0-10 0,0 0 31 0,199 11-33 16,-144-11-4-16,4 0-19 15,-6 0 12-15,-13 0-10 16,1 0-4-16,-7 0-1 16,-22 0-42-16,4 0-54 0,-16-11-190 15</inkml:trace>
  <inkml:trace contextRef="#ctx0" brushRef="#br0" timeOffset="185992.89">24148 11405 403 0,'0'0'55'0,"0"0"3"0,0 0-1 0,0 0-32 0,0 0-7 0,0 0-5 16,0 0 13-16,0 0-10 16,0 0 40-16,0 0 12 0,0-4-11 15,0 4-35 1,0 0 1-16,0 0-4 0,0 0-11 16,0 0 8-16,0 0-16 15,0 0 21-15,0 0-11 16,0 0 27-16,0 0-14 15,0 0 4-15,-6 0-26 16,-34 0 0-16,12 21 1 16,-19-1 1-16,16 7-6 15,-9 1 6-15,0 0-8 0,-1 5 12 16,7-9-14 0,22-1 6-16,2 2 1 0,10-1-1 15,0-4-13-15,0 4 13 16,22-4-19-16,18-3 10 15,19-6-35-15,3-11 35 16,-3 5-14-16,3-5 24 16,-3 3 0-16,-6 5 5 15,0 4-5-15,-13 1 0 16,0 2-6-16,-12-2-3 16,0-2-6-16,-28 1-8 15,0 1 20-15,0 10 6 16,0 6 5-16,0-1 4 0,-34 3-8 15,-13-3 5-15,-8-3-5 16,2-5-7-16,6 0 3 16,7-16-5-16,-6-4-48 15,18 0-37-15,3 0-25 16,3-8-19-16,16-24-57 16,-6 3-141-16</inkml:trace>
  <inkml:trace contextRef="#ctx0" brushRef="#br0" timeOffset="186343.19">24148 11530 431 0,'0'0'27'0,"0"0"63"0,0 0 11 0,0 0-46 0,0 0-40 0,0 0 4 16,133-28-19-16,-92 15 13 16,5 2-13-16,1-6-23 15,9 6-99 1,-16-6-126-16</inkml:trace>
  <inkml:trace contextRef="#ctx0" brushRef="#br0" timeOffset="187758.65">25165 11915 428 0,'0'0'64'0,"0"0"6"0,0 0 24 0,0 0-3 0,0 0 47 0,0 0-31 0,0 0-7 0,0 0-38 15,0 0 11-15,0 0-25 16,0 0-5-16,0 0-43 16,0 0 0-16,0 0-8 15,0-8-49-15,0-12-24 16,40-16-29-16,1 0-175 16</inkml:trace>
  <inkml:trace contextRef="#ctx0" brushRef="#br0" timeOffset="188442.16">25847 11478 488 0,'0'0'75'0,"0"0"-18"15,0 0 12 1,0 0-8-16,0 0-1 0,0 0-16 15,-87 157-40 1,53-118 21-16,6 1-20 0,-6-16 17 16,22-4 3-16,0-16-5 15,12 5-14-15,0-6-2 16,0-3-8-16,0 5-18 16,12-2 17-16,34-3-7 15,16 5 5-15,-3-5 8 16,-6 0-1-16,-19 0 1 15,6 0 6-15,-21 0-14 0,-3 0-9 16,-16 0 0-16,0 0-17 16,6 0 21-1,6 0-5-15,-6 0 3 0,4 0 3 16,2 0-32-16,7-5 14 16,-10-15 21-16,-9 9 0 15,0-2 16-15,0-3-10 16,0 4 2-16,0 0-6 15,0 12-7-15,0 0 13 16,0 0-1-16,0 0-20 16,0 0 21-16,0 20 6 15,0 13 24-15,0-2-11 16,0 5 54-16,0 5-40 0,0-2-10 16,0 2 7-1,0-1-16-15,0 0-4 16,0-8-7-16,0-4-6 0,-9-16-13 15,3-3-51-15,6-9-78 16,0 0 2-16,0 0-161 16</inkml:trace>
  <inkml:trace contextRef="#ctx0" brushRef="#br0" timeOffset="188774.21">26582 11826 498 0,'0'0'385'0,"0"0"-331"0,0 0 1 0,0 0-8 0,0 0-46 0,0 0-2 0,0 9-21 15,0-9-37 1,0 0-28-16,0 0 83 0,-12 0 3 16,-4 0-35-16,-2 0-74 15,18 0-181 1</inkml:trace>
  <inkml:trace contextRef="#ctx0" brushRef="#br0" timeOffset="189424.92">27249 11514 550 0,'0'0'146'0,"0"0"-124"0,0 0 33 0,0 0-55 0,0 0-4 0,0 0 4 15,34-12 6-15,-12 7-6 16,2 5-1-16,4 0 1 16,-15 0 0-16,8 0-6 15,-14 8 6-15,5 17 26 16,-6-1-25-16,0 4 12 0,-6 4-8 16,0 4-10-1,0 4 7-15,0-8-3 0,0 0 1 16,0-15-8-1,0-6-15-15,0-6-6 0,0 2 15 16,16 1-30-16,9 5 19 16,3-2 21-16,-16 6-4 15,-12 2 16-15,0 9 6 16,0 5 30-16,-6-2 14 16,-53 5-21-16,12-11-34 15,1-5 19-15,-4-4-17 16,13-8-5-16,-3 12-9 15,-1-8-144-15,7 5-117 16</inkml:trace>
  <inkml:trace contextRef="#ctx0" brushRef="#br0" timeOffset="189840.83">27965 11815 261 0,'0'0'282'0,"0"0"-197"0,0 0 36 0,0 0 24 0,0 0-71 0,0 0-10 16,0 0-41-16,0-13-23 15,0 13 0-15,-12 0-7 16,5 0-2-16,-2 0-7 15,9 0-11-15,-6 0-14 16,-6 0-91-16,5 0-48 16,-8 0-14-16</inkml:trace>
  <inkml:trace contextRef="#ctx0" brushRef="#br0" timeOffset="190422.95">28728 11481 679 0,'0'0'18'0,"0"0"-10"0,0 0-5 0,0 0-1 0,0 0 31 0,0 0-22 15,139-28-11-15,-111 28 8 16,-15 8-4 0,-13 25 38-16,0 6-5 0,0 10-34 15,-59 11-3-15,-22 8-15 16,-6-4-10-16,13-12 10 15,15-4 14-15,19-19-6 16,33-17 11-16,7-1-9 16,0-6-40-16,7-5-20 15,33 0 29-15,37 0 36 16,10 0 2-16,-12 0-1 16,5-8 19-16,-27 0-10 0,-13 3-2 15,-18 2-8 1,-16 3 3-16,0 0-3 0,-6 0-33 15,0 0-60 1,0 0-165-16</inkml:trace>
  <inkml:trace contextRef="#ctx0" brushRef="#br0" timeOffset="191072.9">29590 11782 609 0,'0'0'66'0,"0"0"9"0,0 0 1 0,0 0-3 16,0 0-19-16,0 0 19 0,0 0-37 16,0 0-13-1,0 0 14-15,0 0-19 0,0 0-18 16,0 0-5-16,0 0-10 15,-13 0-56-15,-15 0-145 16,-24-3-617-16</inkml:trace>
  <inkml:trace contextRef="#ctx0" brushRef="#br0" timeOffset="193619.06">30343 12131 263 0,'0'0'202'0,"0"0"-160"0,0 0 51 0,0 0-29 0,0 0-39 16,0 0 30-16,0 13-6 16,0-13-7-16,0 0-6 15,0 0 20-15,0 0-8 0,0 0-1 16,0 0-21-16,0-13-22 15,0-7 20-15,0-8-21 16,0-12 18-16,0 0-20 16,0-16 21-1,0-9-21-15,0 1-2 0,0 0 1 16,0 8 0-16,0 8-1 16,0 8 5-16,0 8-12 15,0 8-1-15,0 3 4 16,0 5 7-16,0 4-4 15,0 12-4-15,0 0-16 16,0 0 9-16,0 0-6 16,0 0 19-16,-25 17 0 15,-9 11-24-15,-12 4-40 0,6 4 30 16,-1 0-110 0,7 0-158-16</inkml:trace>
  <inkml:trace contextRef="#ctx0" brushRef="#br0" timeOffset="195552.14">22806 11882 315 0,'0'0'82'0,"0"0"-34"0,0 0-34 0,0 0-4 0,0 0-2 0,0 0 67 0,0 0-6 15,0 8 13-15,0-8 17 16,0 8-17-1,0-3-30-15,0-5-21 0,0 0 3 16,0 0-33-16,0 0-1 0,0 0 9 16,0 0-7-1,34 0 11-15,18 0 23 0,1 0-30 16,-6 0 6 0,-1 0-7-16,-6 0-5 15,-18 0-15-15,9 0-20 16,-15 0-1-16,-10-5-23 0,-6-3-14 15,0 5-108-15,-6-5-237 16</inkml:trace>
  <inkml:trace contextRef="#ctx0" brushRef="#br0" timeOffset="195727.9">22806 11882 218 0</inkml:trace>
  <inkml:trace contextRef="#ctx0" brushRef="#br0" timeOffset="195803.51">22806 11882 218 0,'52'-208'191'0,"1"208"-90"16,3 0 8-16,-16-8-134 15,-9-4-303-15</inkml:trace>
  <inkml:trace contextRef="#ctx0" brushRef="#br0" timeOffset="198401.4">21113 11514 477 0,'0'0'25'0,"0"0"-24"0,0 0 50 0,0 0-36 15,0 3 7-15,0 10 3 16,-7-1 25-16,1 4-1 16,6 4 51-16,-6 7-32 0,0 14-31 15,0 11-18 1,-4 12-3-16,10 12 4 0,-12-11-20 15,12-14 2 1,0-2 5-16,0-17-10 0,0-8 9 16,0-4-5-1,0-4 0-15,0 0-1 0,0-8 0 16,-6 1 3-16,6-6 3 16,0-3-1-16,0 0 14 15,0 0-17-15,-13 0 15 16,7-16-17-16,-9-16-31 15,-4-8 24-15,-3 0 7 16,10-1 4-16,-7 5 3 16,-3-3-7-16,4-2 6 0,-4-11-14 15,-12-4 16 1,9-8-16-16,-9 8 6 0,0-4-7 16,15 4-11-1,-2 4 4-15,21 3 13 16,0 6-16-16,0 10 17 15,0 1-4-15,0 12 0 0,0 8 6 16,21 4-1-16,-14 8 1 16,11-5-1-16,10 2-3 15,12-5 8 1,1 8-12-16,11-8 12 0,-5 8-8 16,-7 0-27-16,-6 0-11 15,-9 8 23-15,3 8 17 0,6 9 2 16,-6 6 0-1,-9 2-2-15,-13 6 7 0,-6 2 4 16,0 11 10 0,0-4 9-16,-6-1-8 0,-28-6-1 15,0-1-9-15,-7-8-7 16,16 0-3-16,-9-8 7 31,0 0-14-31,22-4-30 0,-7-4-65 0,-3-4-90 16,4 1-325-16</inkml:trace>
  <inkml:trace contextRef="#ctx0" brushRef="#br0" timeOffset="199483.04">21463 12055 300 0,'0'0'239'0,"0"0"-193"0,0 0 12 0,0 0-10 0,0 0-48 15,0 0 5-15,0 0-1 0,0 4-4 0,0-4 34 16,0 0 84 0,0 8-23-16,0-8-35 15,0 4-2-15,0 0-49 16,-34 4 8-16,6 0-12 0,-19 4 2 15,13 4-7-15,-6 4 9 16,9 5-5-16,3-6 3 16,-6 17-1-16,9 0 1 15,3 0-8-15,-5 1 9 16,27-1-16-16,0-4 8 16,0-7-2-16,0-6-4 0,0 1-5 15,27-8 9-15,20-4-8 16,6 0 3-1,-7-8-13-15,10 0 17 0,-10 0-31 16,-5 0 0-16,-7 0-19 16,-9-8 12-16,15-15-54 15,-28-10-133-15,10-3-125 16</inkml:trace>
  <inkml:trace contextRef="#ctx0" brushRef="#br0" timeOffset="201097.92">22176 11397 80 0,'0'0'152'0,"0"0"-152"0,0 0-37 0,0 0 24 0,0 0-13 15,0 0 26-15,34-19 44 16,-34 14 64-16,0 5 66 16,0 0-49-16,0 0-40 15,0 0-64-15,0 0-21 16,0 0-1-16,0 0-10 16,0 0 9-16,0 0 2 15,0 0 37-15,0 0 70 0,0 0-14 16,0 0-52-1,0 0-5-15,0 0-31 0,0 0 5 16,0 0-10 0,-12 0 0-16,-16 0-2 0,9 0 3 15,-15 0-8-15,6 21 12 16,-6 2-12-16,-6 2 14 16,3-1-9-16,3-1 8 15,-1 2-9-15,14-1 3 16,2 4-15-16,7 0 6 15,-4 0-3-15,4 0 11 16,6-4-8-16,6 9 6 0,0-2-5 16,0-7 7-1,0 12 1-15,0-8-2 0,0 8 1 16,0-8 0-16,12 8-7 16,10-11 11-1,9 3-12-15,-10-12 18 0,20 8-17 16,-1-8 8-16,0 4-1 15,1-8-3-15,-1 0-4 16,-9-8 7-16,-3 0-30 16,0 0-1-16,-10-4 16 15,4 0 14-15,-16 0 4 16,7 0-4-16,-7 0-6 16,9 0 8-16,-2-4-3 15,-1-24 6-15,10 4-1 0,-3-4-1 16,-7 0-2-1,-12 11-4-15,0 2 4 0,0 7 2 16,0 0 17-16,0 3 4 16,-6-6-14-16,-41 6-5 15,13 2-3-15,-19-1 20 16,7 4-18-16,-7 0 10 16,0 0-12-16,4 4 0 15,12 15 3 1,-13 2-3-16,19 3-4 0,3-5 4 15,9 2-3-15,4 3-27 16,15 0-10-16,0 8-36 16,-6 8-8-16,0-4-74 0,-1-3-175 15</inkml:trace>
  <inkml:trace contextRef="#ctx0" brushRef="#br0" timeOffset="202976.73">22210 12989 696 0,'0'0'164'0,"0"0"-163"0,0 0 8 0,0 0-9 0,0 0-12 0,0 0 12 0,0 44 2 0,13-23 15 0,2-1 5 16,4 3 30-16,2 10-4 16,4 3-10-16,22 5-23 15,-1-5-9-15,16-8-6 16,-3-5 0-16,16 1-3 0,-17-11-34 15,23-10-6 1,-6-3-9-16,5 0-46 16,-21 0-89-16,-31 0-180 15</inkml:trace>
  <inkml:trace contextRef="#ctx0" brushRef="#br0" timeOffset="203444.17">22719 13447 45 0,'0'0'289'0,"0"0"-188"0,0 0 7 16,0 0-13-16,0 0-22 16,0 0-32-16,-134 51-20 15,134-51-21-15,0 0-19 16,25 9 19-16,37-5 21 15,9 0 9-15,16-4-29 16,-6 0 4-16,0 0 0 16,-7 0-5-16,-21 0 0 15,-19 0-7-15,-16-4 5 16,-2-9-12-16,-16-6 13 16,0-9 1-16,0-5 29 0,-40 2-16 15,-13-2 18-15,3 10-6 16,19 2-1-16,-3 13-3 15,22 0-13-15,2 8-8 16,10-12-31-16,0-4-104 16,0-4-163-16</inkml:trace>
  <inkml:trace contextRef="#ctx0" brushRef="#br0" timeOffset="204376.79">24170 13804 636 0,'0'0'102'0,"0"0"-54"0,0 0 63 0,0 0-83 0,0 0-7 0,0 0 1 16,-161 40 8-16,126-16 7 15,17 12-2-15,-16 4 12 16,6 20-28-16,-6 4 13 0,9 0-31 16,9-3 8-16,10-6-6 15,6-6-5-15,0-1 2 16,0 1-4-16,28-10 3 15,25 5-1-15,0-4-6 16,-4-11 3-16,4-6 4 16,-7-6-10-1,7-6 6-15,-6-6-10 0,-7-5 3 16,0 0 0-16,-6 0-6 16,-15-20 4-16,-13-9-28 15,-6-2 33-15,0-2 11 16,0 2-8-16,-12 14 6 15,-29 1-4-15,-5 8-32 16,-13 8 28-16,-9 0-26 0,3 0-11 16,-10 16 14-16,16 17-91 15,10-2 70-15,18 2 52 16,31-5 10-16,0-4-10 16,0-12-15-16,12-12-194 15</inkml:trace>
  <inkml:trace contextRef="#ctx0" brushRef="#br0" timeOffset="204977.17">24762 14341 562 0,'0'0'107'0,"0"0"-105"0,0 0 87 0,0 0-21 0,0 0-21 0,0 0-23 16,-19 0 3-16,19 0-13 15,0 0 30-15,19 0 14 16,31 0-28-16,9 0-5 15,9 0-25-15,3 0 11 16,4-4-11-16,5-8-5 16,-27-8-49-16,15 4-34 15,-28 0-56-15,7 0-82 16,-22 12-245-16</inkml:trace>
  <inkml:trace contextRef="#ctx0" brushRef="#br0" timeOffset="205445.37">26027 14494 83 0,'0'0'413'0,"0"0"-329"0,0 0-44 0,0 0-19 16,0 0 29-16,0 0-12 15,0-254 68-15,0 198-50 16,0-4-17-16,0 4-18 16,0-4-6-16,0 12-15 15,0-4-22-15,0 4 21 16,0 7-39-16,0 18 11 16,0 7 29-16,0 11 4 15,0 5 1-15,0 0 5 16,-12 0 22-16,-22 13-7 0,-13 26-25 15,-15 14-31 1,-3-1-88-16,-3 0-92 0,9-12-296 16</inkml:trace>
  <inkml:trace contextRef="#ctx0" brushRef="#br0" timeOffset="206176.31">23227 14854 524 0,'0'0'96'0,"0"0"-85"16,0 0 46-16,0 0-1 0,0 0 39 0,0 0-21 0,-142-200-40 0,142 160-1 15,0-13 6-15,0-3-5 16,34-19-29-16,18-10 13 16,10 1-13-16,-9 7-2 15,-6 5-3-15,-1 12-14 16,-6 4-18-16,13 20-57 0,-6 0-50 15,8 16 1 1,-8-1-62-16</inkml:trace>
  <inkml:trace contextRef="#ctx0" brushRef="#br0" timeOffset="206908.6">26207 13623 378 0,'0'0'38'0,"0"0"17"0,0 0 23 0,0 0-22 0,0 0 51 0,0 0 47 0,46 36-75 16,-18-12 9-16,-9 9-42 15,21 6 0-15,1 2-38 16,-7 7 5-16,6 16-4 16,-21 4 0-16,15 13-2 15,-13 10-2-15,-14 1 7 16,-7-3-9-16,0-9 10 16,0-15-13-16,0-17-6 0,0-24-30 15,0-24-34 1,0 0-117-16,0-5-393 0</inkml:trace>
  <inkml:trace contextRef="#ctx0" brushRef="#br0" timeOffset="207557.9">26942 13459 722 0,'0'0'126'0,"0"0"-51"0,0 0-5 0,0 0-20 0,0 0-26 16,-6 232 5-16,6-192-21 15,6 4 5-15,9 0-7 0,-2 17 12 16,-13 3-11-16,0 0 0 16,0 8-7-16,0-20-3 15,0-3-32 1,0-13-59-16,0-5-38 0,0-2-140 15,0-5-186-15</inkml:trace>
  <inkml:trace contextRef="#ctx0" brushRef="#br0" timeOffset="207990.58">27122 14702 315 0,'0'0'234'0,"0"0"-212"0,0 0 14 0,0 0-15 0,0 0 12 0,0 0 12 16,0-52 29-16,0 52 43 15,0 0-70-15,0 0 0 16,0 0-5-16,0 0-13 16,0 0-29-16,0 0-11 15,0 0-16-15,0-12-50 16,0-12-38-16,0-4-110 16</inkml:trace>
  <inkml:trace contextRef="#ctx0" brushRef="#br0" timeOffset="211306.27">27959 14430 320 0,'0'0'332'0,"0"0"-240"0,0 0 39 0,0 0-71 15,0 0-37-15,0 0-14 16,0 0-5-16,46 0-1 16,-18 0 45-16,-9-5-20 15,15-3 19-15,0 0-19 0,13 0-8 16,-7 1-17 0,0-1-2-16,1-1-1 0,-10 1-7 15,9 4-15-15,-6 0-16 16,-15-4-7-1,-4 5-46-15,-15-2-71 0,0-3-15 16,0 0-107-16</inkml:trace>
  <inkml:trace contextRef="#ctx0" brushRef="#br0" timeOffset="211572.03">27977 14109 674 0,'0'0'49'0,"0"0"23"15,0 0 52-15,0 0-68 16,0 0-14-16,0 0-22 15,183 3-16-15,-145-6-8 16,-4 3-41-16,12 0-25 16,-30 0-180-16,-4 0-422 0</inkml:trace>
  <inkml:trace contextRef="#ctx0" brushRef="#br0" timeOffset="212156.19">28948 14088 385 0,'0'0'251'0,"0"0"-242"0,0 0 66 0,0 0-23 0,0 0-35 0,0 0 17 15,-12 96-3-15,58-71-5 0,1-9-15 16,18-1 11 0,3 6-17-16,-9-5 12 0,9 4-15 15,-15-3 6-15,-7-2-6 16,-5 6-3-16,-14-6 1 15,-14 1 0-15,-7-3 12 16,-6 7 5-16,0-1 27 16,0 1-17-16,-6 4 8 15,-28-4-32-15,-7 5 8 16,-5-14-11-16,-1 2 0 16,-5-13-10-16,-1 0-34 0,6 0-22 15,1 0-150 1,12-5-183-16</inkml:trace>
  <inkml:trace contextRef="#ctx0" brushRef="#br0" timeOffset="212406.41">29202 13940 577 0,'0'0'28'15,"0"0"60"-15,0 0 67 16,0 0-91-16,0 0-7 16,0 0-28-16,335-136-29 15,-288 120-9-15,-7 3-40 16,-15 10-106-16,-25 3-134 15</inkml:trace>
  <inkml:trace contextRef="#ctx0" brushRef="#br0" timeOffset="212855.14">29810 13755 450 0,'0'0'137'15,"0"0"-78"-15,0 0 28 0,0 0-2 16,0 0 6 0,0 0-40-16,19 61 16 0,-10-25-18 15,-3 8 5-15,0 4-14 16,0 1-15-1,-6 2-13-15,0 6-11 0,0-5-1 16,0-4-1-16,0 4-8 16,0-4-47-16,0-4-10 15,0-8-102-15,0 0-235 16</inkml:trace>
  <inkml:trace contextRef="#ctx0" brushRef="#br0" timeOffset="213236.3">29996 14758 616 0,'0'0'106'0,"0"0"-63"16,0 0-10 0,0 0-33-16,0 0-70 0,0 0 64 15,0-32-25-15,0 32 25 16,0 0 6-16,0 0 5 15,0 0 11-15,0 0-1 16,0 0 21-16,-6 0-28 16,6-4-1-16,0-8-7 15,0 4-68-15,0 4-78 16,0 4-198-16</inkml:trace>
  <inkml:trace contextRef="#ctx0" brushRef="#br0" timeOffset="213721.02">30418 14433 657 0,'0'0'244'15,"0"0"-226"-15,0 0 22 0,0 0-30 0,0 0 32 0,0 0-18 0,207-47-24 16,-166 42-3-16,-13-7-55 16,-10 12-8-1,-12-4-128-15,-6-8-113 0</inkml:trace>
  <inkml:trace contextRef="#ctx0" brushRef="#br0" timeOffset="213953.19">30511 14104 648 0,'0'0'118'0,"0"0"-50"15,0 0 18-15,0 0-84 16,0 0-2 0,0 0-64-16,207-44-120 0,-191 36-174 15</inkml:trace>
  <inkml:trace contextRef="#ctx0" brushRef="#br0" timeOffset="-211446.86">31335 14489 218 0,'0'0'400'0,"0"0"-305"0,0 0 73 0,0 0-105 0,0 0-6 16,0 0-22-16,0 0-5 15,0 8-20-15,0-8 10 0,0 8 12 16,0-8-1-1,0 0 7-15,0 0-27 0,0 0 15 16,0 0-24 0,0 0 20-16,0 0-13 0,7 0 20 15,-7 0-8 1,0 0 3-16,0-11 10 0,0-33-10 16,0-17-20-16,0-23 3 15,6-12-13-15,12-4 10 16,10-8-8-16,-15 11-24 15,21 4-18-15,-15 13 3 16,-4 24 6-16,-9 17 15 16,-6 22 1-16,0 17 12 15,0 0 18-15,0 0-1 0,0 32-4 16,-34 20-4 0,-12 12-12-16,5-12-25 15,7 5-21-15,22-25-5 0,-1 0-10 16,13-8-49-16,0-12-105 15,0-4-180 1</inkml:trace>
  <inkml:trace contextRef="#ctx0" brushRef="#br0" timeOffset="-210830.39">31701 13840 227 0,'0'0'382'0,"0"0"-317"0,0 0 3 0,0 0 23 0,0 0-34 0,0 0-14 16,0 4 13-16,0-4-6 15,0 0-18-15,0-8-9 16,0-9-6-1,22-6-13-15,25 7-7 0,-7 3 5 16,-9 10-4 0,-16 3 1-16,4 0-15 0,-19 27 13 15,0 26-21-15,0 7-2 16,-47 12-34-16,-21 4 5 16,-3 9-18-16,3-10 50 15,3-6 23-15,18-13 43 16,13-24 22-16,12-7-53 15,22-25 16-15,0 0-12 0,0 0-16 16,0 0 7-16,16 0-10 16,24 0 6-16,7-8-3 15,5-9 11-15,1 9 9 16,9 0 1-16,-15 5-18 16,-7 3-3-16,-9 0 0 15,-16 0-12-15,10 0-52 16,-3 0-3-16,-10 0-132 15,-5 0-92-15</inkml:trace>
  <inkml:trace contextRef="#ctx0" brushRef="#br0" timeOffset="-210412.47">32142 14257 250 0,'0'0'314'0,"0"0"-232"0,0 0-12 0,0 0-34 0,0 0 11 0,0 0-3 16,74 8-18-16,-62-8-1 15,16 0-11-15,-9 0 39 16,15-12-7-16,6-29 27 0,7-14-44 16,-1-14-4-16,10-11-21 15,-9 4 0-15,-7-1-4 16,-21 2-14-16,-13 11 1 16,-6 12-28-1,0 11-26-15,0 18 7 0,-19 18 51 16,-27 5-2-16,-1 24 11 15,-21 40 0-15,9 8 2 16,13 13-8-16,18-25-1 16,15-16-194-16,13-24-453 15</inkml:trace>
  <inkml:trace contextRef="#ctx0" brushRef="#br0" timeOffset="-209082.68">31856 15319 56 0,'0'0'320'0,"0"0"-197"0,0 0 21 0,0 0-26 0,0 0 9 0,0 0-74 15,0 0 29-15,0 0-29 16,0-8-17-16,19-28-22 0,34-15 8 16,21-14 4-16,13-3-17 15,12 0 6-15,-3 12-12 16,-15 15-1-16,-16 13 5 16,-25 17-14-16,-6 11-1 15,-15 0 3-15,-19 0-19 16,0 44 24-16,0 12 8 15,0 8-4-15,0-4-8 16,-6 4 1-16,6-8-5 16,0-12 14-16,0-8-15 15,0-23 13-15,0-1-9 0,12-8 5 16,22-4 0-16,0 0 1 16,7 0 4-1,11 0-7-15,1 0 2 16,-13 20-1-16,16 16 1 15,-15 12 10-15,-29 12-3 0,13-7-7 16,-25 2 11-16,22-11-10 16,-4-16-1-16,4-3 7 15,3-9-15-15,3-12 21 16,-1 0-18-16,-8 8 8 16,3-1-6-16,-4 6-25 0,-11 7 27 15,8 12-12 1,-15-8-49-16,0 0-120 0,0-12-730 15</inkml:trace>
  <inkml:trace contextRef="#ctx0" brushRef="#br0" timeOffset="-201816.58">21488 10535 432 0,'0'0'110'0,"0"0"-38"0,0 0 18 0,0 0-21 0,0 0-54 15,0 0-6-15,0 0-9 16,0 0 2-16,0-24 25 16,0 24 0-16,0 0-4 15,21 0-20-15,-2 0 4 16,21-4 0-16,7-4-4 0,6 4 18 16,21-8-8-16,7 0 15 15,5 0-20-15,7-4 8 16,0 8-4-16,16 4-10 15,-10-4 7 1,10 8-1-16,2 0-6 0,-2-8 5 16,2 8-2-16,4 0-3 15,0 0-4-15,-10 0-14 16,-12 0 10-16,22 8-21 16,-22 4 27-16,0-4-6 0,22-8-1 15,-7 0 1 1,4 0 1-16,-3-4 0 0,2-12 5 15,4 11-1-15,0 5-7 16,-4 0-16-16,-2 0 24 16,12 21 0-16,-16-6 1 15,4-7 2-15,-10-8-6 16,0 0 6-16,10 0 1 16,-10 0 0-16,9 0-2 15,10 0 13-15,-15 0-13 16,2 9-4-16,-12 7 5 15,9 0-6-15,-15 0 6 16,6-4-6-16,-6-8 3 0,6-4-13 31,0 0 13-31,-6 0 0 0,0 0-4 0,-1 0 8 16,11 16-11 0,-4 8-2-16,6-12 9 0,0 1 1 15,3-5 2-15,-2-8-1 16,8 0-2-16,-2 0 2 15,-7 0 1-15,-3 0-3 16,-9 0 7-16,-1 0-14 16,8 0 9-16,-8 0-4 15,7 7-3-15,0 6 5 16,-6-2-8-16,16 1 17 0,-4-8-12 16,0 5 7-1,3-1-8-15,-9 0 16 0,7 4-26 16,-7-9 22-16,9 2-12 15,-9-2 4-15,0-3-3 16,-6 0-1-16,-7 0 8 16,7 0-10-16,0 0 16 15,0 0-15-15,6 0 10 16,0 0-10-16,15 0 3 16,-2 0 2-16,2 8 3 15,4-8-2-15,-4 0-2 16,7 0 6-16,-3 0-7 15,9 0 4-15,0-8 3 16,0 5-1-16,-4 3-7 0,-2 0 3 16,0 0-1-1,-10 0 1-15,4 11 1 0,-10-3-1 16,-18 1 7-16,5 2-12 16,1-6 10-16,0 6-6 15,12 1 1 1,10 13-16-16,-4-1 16 0,10-4 0 15,-10-9-4-15,-8-3-36 16,-26-8 33-16,-3 0 12 16,-15 0-10-16,-7 0-10 15,7 0 6-15,-13-8 9 16,1 1 0-16,-1 3 0 16,0 0-9-16,1 4 1 15,5 0 8-15,1-4 4 16,8-8-4-16,-2-4-4 15,6-17 4-15,9-6 0 16,-3-9-12-16,4-17-1 0,-11 1 7 16,-5 0-18-1,-3 0 18-15,-19 8 12 0,3-1-1 16,-12-2-1-16,-4-6 9 16,10-15-13-16,-9-1-13 15,2 1-17-15,-21-4-29 16,0 1-17-16,0 2 17 15,-9 1-35-15,-50 7 94 16,6 1 18-16,1-8 31 16,18-1 13-16,6-2-51 0,15-1-4 15,13 4-7-15,0 8 8 16,0-2-14-16,0 10 10 16,0-8-8-1,0-3-5-15,0-6-6 0,-21 1-19 16,2 4-20-16,7-8 17 15,-10 4-18-15,10-9-28 16,-16-4-137-16</inkml:trace>
  <inkml:trace contextRef="#ctx0" brushRef="#br0" timeOffset="-201673.39">33112 6734 81 0,'0'0'0'0,"0"0"-81"0</inkml:trace>
  <inkml:trace contextRef="#ctx0" brushRef="#br0" timeOffset="-200090.49">32331 4535 342 0,'0'0'49'0,"0"0"-7"16,0 0 44-16,0 0-57 15,-62-261-29 1,77 205-3-16,16 12-28 0,-15 5-1 16,-10 3 32-16,-6 7 0 15,0 1 0-15,0 8 2 16,-12 4 66-16,-16-4 21 16,0 4-31-16,-13-12-20 15,17-12-33-15,-23 3-5 16,1 1 95-16,-16-4-95 15,-3 4-3-15,-16 0 3 16,-12 4 85-16,-9-4-78 0,15 0 6 16,6-4 8-16,16-1-21 15,-3 2 4-15,15 3 7 16,-15 3 8-16,9 5-14 16,-15 1-1-16,-7-1 13 15,-6 3 60-15,-6-3-76 16,6-4 9-16,0 8-4 15,1-5 4-15,5 6-10 16,-6 2-5 0,16 1-6-16,-4-4 11 0,7-4-1 0,-3-8-15 15,-10 5-12 1,7-10 28-16,-13 5 4 0,6 8 5 16,-5-12-14-16,-14 0 13 15,-8 0-11 1,-4 0 3-16,-15 4-4 0,-6-4-9 15,-28 7 13 1,6 1-3-16,-19 0 6 0,-6 0-2 16,0 1 11-16,7-2-14 15,-1 9 2-15,7 12-5 16,-1 4 4-16,13 4 0 16,22 0-6-16,6-13 6 15,6 2-3-15,28-14-14 16,0-2 13-16,0 15 5 15,0-1 2-15,-16 9-1 16,-24 8 0-16,-7 0 13 0,-21 0-7 16,-6 16-4-16,-1 9 4 15,10-1-6-15,22-9 3 16,8 10-8-16,23-5 4 16,6-1-1-16,-4 10 0 15,17-1-10-15,-1 0 9 16,-12 5-25-16,-10-10 27 15,4 5-18-15,-23 4 2 16,14 1 3-16,8 3 9 16,-2-8 0-16,9 8 4 0,-1-5-5 15,-8 5 10 1,-4-11-10-16,-15-1 14 0,6-7-11 16,-28-2 8-16,-3-3 13 15,13-3-18-15,-4 2 15 16,-2 1-9-16,17-12-1 15,7 0-8-15,-6 0 10 16,13 0-16-16,2 0 16 16,-3 0-15-16,-6 21 10 15,10-1-6-15,-10 16-1 16,0 8 4-16,15 8-2 0,-2 7-7 16,9 7 9-1,18 9-17-15,28 2 9 16,-2 7-15-16,2-4-9 15,6 16-47-15,-5-4 3 16,-17 0 69-16,-2 1-2 0,-10 7 3 16,-5 8 12-16,5 13-9 15,-12 3 7-15,25 4-3 16,-7 0 0-16,16 1 12 16,1-12 0-16,23-6-10 15,8-10-6-15,8 3 9 16,3-4-10-16,4 9 10 15,0 7-6-15,-10-4 6 16,3 4-1-16,-2-7 14 16,8-5-6-16,1-7-8 0,-4-5-2 15,-2 4 1 1,18-4-2-16,-7 1 0 0,7 7 4 16,0 3-6-1,41 7 9-15,18 1-9 0,3 2 9 16,-16-5-7-16,-21-11 0 15,3 3 5 1,-16-4 4-16,29 4 12 0,5 5 4 16,7 3-10-16,15-8 9 15,7-8-25-15,-10-7 5 16,-3-10-3-16,-3 6-1 16,-7-9-4-16,4 4 8 15,-3 0-9-15,-1 1 20 0,-11 6-19 16,-7 6 2-16,-9 4-3 15,-4 2 0-15,-8-2 2 16,21-9 1-16,0-4-2 16,6-11-5-1,-9-2 11-15,10-2-8 0,-1-9 4 16,-6-8-5 0,0-7-6-16,-15-2 7 0,-4-6 2 15,-2-2-25-15,-7-15-18 16,-6-16-182-16,0 0-333 15</inkml:trace>
  <inkml:trace contextRef="#ctx0" brushRef="#br0" timeOffset="-196527.43">5907 13639 149 0,'0'0'115'0,"0"0"-73"0,0 0-15 0,0 0-27 0,0 0 0 0,0 0 1 0,0 0 4 15,-13-100 20-15,13 100-15 16,0 0 78-16,-12 0-35 0,12 0-10 15,-9 0-38 1,2 0 17-16,1 0 48 0,6 0-47 16,0 0 5-1,0 0-28-15,0 0 10 0,0 0-4 16,0 0-2-16,0-5 9 16,0 5-2-16,0 0 5 15,0 0-15-15,0 0 17 16,0 0-12-16,0 0-8 15,0 0 2-15,0 0-3 16,0 0-25-16,0 0 25 16,0 0 2-16,22 0 1 15,3 0 0-15,21 0 6 0,-12 0-14 16,25 0 17-16,10 9-12 16,-1-1 12-16,3 0-14 15,3-3 10 1,-5 10-5-16,8-7 0 0,-9 12 2 15,1-12-10-15,-4-4 16 16,-6-4-16-16,-4 0 19 16,-2 0-18-16,0 0 15 15,0 0-14-15,9 0 6 16,-3 0 0-16,34 4-2 16,3 0 12-16,15 8-19 15,-2 0 18-15,-16 4-18 0,6 0 19 16,-6-8-10-1,-12 9 0-15,6-9-3 16,-19 0-1-16,-16-1 8 16,1-2-8-16,-13-2 15 0,16 10-19 15,3-10 13-15,0 9-9 16,22-4 4 0,6-3 0-16,15-5-9 0,3 0 9 15,10 0-2 1,-16 0 5-16,-6 8-3 0,0 0 9 15,-6 15 0-15,9 10-9 0,-9-5 11 16,6-4-8 0,0-12-3-16,0-4 0 0,9 0-7 15,10 4 6-15,9 8 1 16,6 12-9-16,13 4 22 16,-7 0-8-16,16 0-1 15,-3-3-7-15,9-13 3 16,-10-9-2-16,-5-11-5 15,2 0 14-15,-8-11-16 16,5-14 19-16,1 2-14 16,15 7 9-16,25 3-4 15,-7 6 2-15,17 7 2 16,2 0-3-16,-19 0-1 16,-11 0-1-16,-10 0 5 15,3 0-12-15,0 0 11 16,-10 0-8-16,1-8 1 0,3-5 3 15,-10-2-1-15,1-6 4 16,3-7-13-16,-22-16 9 16,-4 8-1-16,-8-4-59 15,-16 8 60-15,-6-8-5 16,-7-1 1-16,1 2-24 16,-10-13 14-16,-2-9-2 15,-11 1 12 1,-17-4 4-16,5 0-8 0,-24 8-3 15,-3 4 20-15,-19-9-8 16,15 17 7-16,-3-17-6 16,1 14-1-16,9-1 9 15,-4 4 6-15,10 0-8 0,0 3 6 16,-3-3-7 0,-4-8-2-16,-8-12 2 15,-7 0-6-15,-6-12 0 0,0 11-2 16,0 14 2-16,-34 2 20 15,-13-3 12-15,1-12-9 16,-1-5-17-16,-11-15-6 16,2 1-13-16,3-2-8 15,-21 9 21-15,2 11 5 16,-2 14-4-16,-1 7 20 16,17 3-2-16,5 1-13 15,6-4 5-15,-15 0-15 0,22 3 8 16,-25 5-1-1,-16-3 1-15,-6 3 1 0,-15-5 2 16,-10 5 2 0,-21-8-2-16,12 8-4 0,-28-4 38 15,4 0-26-15,5 4-18 16,-27-1 6-16,5 10 3 16,-11 7 2-16,-13 4 20 15,-3 7-24-15,21 1-1 16,4 8 7-16,21-8-6 15,22 8 0-15,3 0 3 16,10-12-14-16,-13 1 6 16,-12-5 1-16,-7 3 0 15,-21 13 5-15,3 0 3 16,-3 0-8-16,6 0 23 16,9 21-12-16,12-2 13 15,-14 1-23-15,21-3 8 16,-7 7-9-16,1-9 5 0,0 9 0 15,5-7 0-15,-5-6 10 16,6-2-13-16,12-9-4 16,4 0 12-16,8 0-8 15,10 0-1-15,6 0-1 16,-6 0 2-16,0 0 0 16,-15 0-4-16,15 0 4 15,-6 4-6-15,-10 4 18 0,-3-1-21 16,4 1 13-1,3-8-8-15,18 0 2 0,0 9 0 16,12-1-2-16,-5 0 9 16,-13 0-21-16,-16 0 25 15,-2 0-22-15,15 0 22 16,3 1-10 0,27-9-1-16,11 11-5 0,8-7-4 15,16-4 9-15,-9 8-14 16,12-8 18-16,-6 8-15 15,0-3 22-15,-4-2-21 16,-17-3 15-16,2 12-10 0,-21-8 6 16,8 5-1-1,-8 2 0-15,15 9-3 0,-3 4-5 16,9 9 14-16,13 3-18 16,6-13 9-16,9-7 2 15,3 4-11 1,10-7 4-16,-10 7 6 0,-9 0 4 15,3 7-4-15,-6 3 8 16,-12 1-15-16,21-3 23 16,-25 0-25-16,26 8 11 15,-17-7-3-15,1 7-11 16,6 3 14-16,0 2-6 16,3 3 9-16,9 4-11 0,3 0 16 15,-2 17-16 1,15-1 10-16,-1 3-5 0,1-6 3 15,6-6-4-15,0-10 1 16,0 3-5-16,-6 0 3 16,-10 0 10-16,10 1-10 15,-12 6 18-15,-10 1-21 16,9 5 13-16,-9-5-7 16,0 1 2-16,10-10 0 15,5-3-4-15,13-3 13 16,0-1-21-16,0-12 21 15,0 12-18-15,0-17 4 0,25-2-3 16,9-5 0 0,0-4 3-16,0 5-1 15,13-2 12-15,-7 6-14 16,-3 2 16-16,4-7-9 0,-7 4 13 16,0-4-18-1,12-3 6-15,1 2-6 0,15-7 1 16,-3 5 5-16,15-1-2 15,-9 4 6-15,-3-1-16 16,-9-2-31-16,0-2-47 16,-13-2-14-16,-6-9-26 15,-34 0-195-15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14:19.20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9562 16154 554 0,'0'0'15'0,"0"0"10"0,0 0 22 0,0 0-9 0,0 0-26 15,0 0 4-15,0 0-1 16,0-4-6-16,0 8 19 15,0 28 47-15,0 12-15 16,7 8-31-16,2 9-4 0,3 6-20 16,1 13 3-16,2-3-5 15,-8 3 5-15,-7-4 7 16,0-3-7-16,0-1 14 16,0-8-20-16,12 8 14 15,-12-8-14-15,0 0 6 16,0 0-5-16,0-12 1 15,0-3-4-15,6-21 1 16,-6-12-2-16,0-12 6 16,0-4-5-16,0 0 6 15,0 0 11-15,0-25-10 16,0-22-9-16,-6-22 6 16,-28-6-4-16,0-6 0 15,3-7-1-15,9-12-5 0,3-16-30 16,4-13-17-16,2-7 22 15,1-5-8-15,6 21 15 16,6 15-117-16,0 17 134 16,0 16 7-16,0 8 3 15,18-5-2-15,23 5-2 16,11 9-7-16,11 10-27 16,8 18 16-16,16 15 8 15,-7 12-23-15,7 0 21 16,-19 3 5-16,-21 33 8 15,-13-8 0-15,-15 8 3 16,-4 0 16-16,-15 5-11 0,0 23 11 16,-40 16-5-1,-47 12 11-15,-15 5 6 0,-4-1-8 16,-2-16 1 0,27 1 29-16,10-17 21 0,15-17-74 15,31-19 0-15,25-15-48 16,0-13-12-16,0-5-647 15</inkml:trace>
  <inkml:trace contextRef="#ctx0" brushRef="#br0" timeOffset="982.88">10319 17525 150 0,'0'0'172'0,"0"0"-160"0,0 0 69 0,0 0 16 0,0 0-34 0,0 0-35 16,0 28 28-16,0-28 1 15,0 0 45-15,0 0-4 16,0 0-44-16,0 0 0 16,0 0-39-16,0-20-15 15,0-24 0-15,0-15 0 16,0-22 3-16,0 5 6 16,0-21-8-16,-12 1-2 15,2 0 1-15,4 8-40 16,6 24 20-16,0 28 4 0,0 23 16 15,0 13-11-15,0 0-19 16,0 61 21-16,-12 14 9 16,-22 22 7-16,9-4-5 15,-9-10-1-15,6-19 5 16,9-23-12-16,-2-13-12 16,8-12-123-16,13-12-58 15,0-4-233-15</inkml:trace>
  <inkml:trace contextRef="#ctx0" brushRef="#br0" timeOffset="1415.29">10412 17502 591 0,'0'0'2'0,"0"0"-4"0,0 0 5 0,0 0 2 0,0 0-1 16,0 0 11-16,155 95 8 0,-115-95 7 15,-9 0 40-15,4-28 15 16,-8-8-20-16,-14-16-42 16,15-16 6-16,-16-12-17 15,-6 0-5-15,-6 3-7 16,0 10-7-16,0 6-4 16,0 12-10-16,-18 13 7 15,2 21-6-15,-9 15 16 16,-2 0 2-16,-8 12 2 15,-23 36-4-15,-1 17 4 16,12-1-74-16,25-12-85 0,22-12-224 16</inkml:trace>
  <inkml:trace contextRef="#ctx0" brushRef="#br0" timeOffset="2199.42">11510 17052 635 0,'0'0'43'16,"0"0"10"-16,0 0 49 0,0 0-77 0,0 0 8 15,0 0 9-15,127 0-7 16,-68 0-2-16,0-4-2 15,-4 0-6-15,-2 4-17 16,0 0-4-16,-13 0-4 0,7 0-11 16,-13-4-45-16,-6 1 5 15,-22-5-44-15,-6-5-114 16,0 1-91-16</inkml:trace>
  <inkml:trace contextRef="#ctx0" brushRef="#br0" timeOffset="2731.98">11494 16703 575 0,'0'0'21'0,"0"0"31"0,0 0 21 0,0 0 34 15,0 0-15-15,0 0-35 16,0 0-3-16,183 0-19 16,-124 0-14-16,-6 0-21 15,-7-4 11-15,-5 4-10 0,-7-4-1 16,-6 4-31 0,-10 0-39-16,-5 0-66 15,-4 0-67-15,-3 0-118 0</inkml:trace>
  <inkml:trace contextRef="#ctx0" brushRef="#br0" timeOffset="4912.39">13981 16061 247 0,'0'0'210'0,"0"0"-190"0,0 0 21 0,0 0 3 15,-388-75 117-15,308 75-102 16,15 0 10-16,-4 36-30 0,4 24-5 16,10 8-12-1,24 0 11-15,9-4-31 0,22-3-4 16,0-22-15-16,0-11 11 16,62 1-10-16,-3-14-25 15,9-7 14-15,-3-8-1 16,3 0-6-16,-3-16 18 15,-12-24 7-15,9-4 16 16,-9 0-10-16,-19 8 3 16,-15 4-1-16,-4 8-6 15,-15 0 7-15,0 8 5 16,0 4 19-16,-22 4-1 16,-2 4 40-16,2 4-10 15,9 0-25-15,7 0 23 0,0 0-39 16,6 0-11-16,0 0-2 15,0 4-2-15,0 16-6 16,0 0 17-16,0 12-16 16,0 9 16-16,0 3-3 15,0 3-1-15,0 1-4 16,19-4 0-16,9 0-10 16,-10-3 4-16,4 3-13 15,-10 4 16-15,-12 4 6 16,13 1-12-16,-13 2 16 15,6-7-9-15,-6-4 3 16,0 1-1-16,0-5 0 16,0-8 4-16,-40 0 0 0,-7 1 4 15,-12-2 13-15,-15 2-3 16,-19 11 23-16,-7 0-20 16,-8 0 0-16,-13 4-13 15,16-4-1-15,18-13-7 16,0 7-6-16,25-10-4 15,31-13-14-15,15-2-4 16,16-13-103-16,0 0-247 16</inkml:trace>
  <inkml:trace contextRef="#ctx0" brushRef="#br0" timeOffset="5612.37">14455 15977 264 0,'0'0'342'0,"0"0"-319"0,0 0 2 16,0 0 33-16,0 0-40 15,0 0 24-15,-12 97 11 16,24-58 8-16,16 2-9 16,-9 15-8-16,3 4 7 0,-10 8-34 15,-6 4-2 1,3 16-11-16,-9 5-8 0,0-1-16 16,0-3-22-16,0-14-31 15,0-10-100-15,0-21-82 16</inkml:trace>
  <inkml:trace contextRef="#ctx0" brushRef="#br0" timeOffset="5962.8">14831 17522 415 0,'0'0'256'16,"0"0"-256"-16,0 0-5 15,0 0-16-15,0 0-52 16,0 0 5-16,0-73 68 16,0 73 0-16,0 0 41 0,0 0 80 15,0 4-61-15,0 1-60 16,-13-5-16-16,7 0-166 16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23T23:14:30.49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8815 4564 10 0,'0'0'380'0,"0"0"-350"0,0 0 32 0,0 0 42 0,0 0-29 0,0 0-30 0,0 0-20 15,-40-21-3-15,40 17-6 16,0 4 18-16,0 0 22 15,0 0-26-15,0-4 11 16,0 4-33-16,0-7 13 16,-6 7-19-16,6-8 9 15,0-1-8-15,0 1-2 0,0 4 11 16,0 0-7 0,0 4 9-16,0-3-7 0,0-2 3 15,0 5-5-15,0-3-5 16,0-2 0-16,0 5-1 15,0-12-3-15,0 1 3 16,0-2-5-16,0-3 12 16,0 4-11-16,0 4 15 15,0 4-15-15,0 0 9 16,0 0-8-16,0 0 3 16,0 0-2-16,0-1 2 15,6 2-4-15,6 3 2 16,10 0 4-16,3-4-10 0,-3 0 14 15,2 0-14-15,-2 0 13 16,12 0-4-16,-3 4 0 16,-3 0-1-1,-6 0 1-15,3 0 0 0,2 0-8 16,-2 0 20 0,3 0-18-16,0 0 6 0,3 0 0 15,3 0-3-15,-6 0 3 16,19 0 7-16,-7 0-2 15,-6 0-2-15,6 0-3 16,7 0 0-16,-1 0 7 16,7 0-13-16,0 0 12 15,-7 0-5-15,1 0-1 0,2 0 0 16,4 0-4-16,-13 0 8 16,13 0-10-16,-13 0 15 15,13 0-17-15,-13 0 11 16,13 0-3-16,-12 0 0 15,14 0 0-15,-2 0-2 16,0 0 14-16,-1 0-10 16,1 0 0-16,-3 0-2 15,3 0 6-15,12 0-8 16,-10-8 2-16,11 3-4 16,-14-3 4-16,4 5 0 15,-9-5 2-15,-13 4 6 0,3 4-12 16,13-5 10-1,2 5-8-15,1 0 2 0,21 0 0 16,-2 0 2-16,-4 0 3 16,12 0-5-16,14 0 0 15,-14 0-2 1,7 0 10-16,-6 0-10 0,-7 0 10 16,-3 0-16-16,4 0 10 15,-1 0-2-15,-21 0 2 16,15 0 1-1,-15 0-6-15,12 0 12 0,9 0-11 16,1 0 7-16,5 0 4 16,-21 0-6-16,9 0-3 0,10 0 0 15,-4 0 0-15,7 0-1 16,-7 0 3-16,-2 0-5 16,8 9 8-16,13-9-10 15,4 0 9 1,-11 0-9-16,-5 0 4 0,-4 0 1 15,10 0-2 1,0-4 5-16,15-4-6 0,-15-8 10 16,0 8-8-16,-22-4 4 15,3-1-3-15,-9 10 1 16,10-1-2-16,-11 4 0 16,4 0 1-16,4 0 5 0,-4 0 0 15,-4 0-4 1,11 0 6-16,11 0-14 0,-2 0 17 15,9 0-15-15,-1 0 11 16,-17 0-4-16,24 0 0 16,-13 0-1-16,-11 0-1 15,8 0 0-15,-15 0 3 16,12 0 4-16,-2 0-14 16,2 0 15-16,1 0-8 15,-10 0 0-15,15 0 0 16,-5 0-3-16,-1 0 12 15,-9 0-20-15,4 0 23 16,-11 0-12-16,4 0 2 16,-3 0-4-16,-6 0 6 15,9 0-4-15,3 4 0 16,10-1 3-16,-10 10-6 0,-3-5 7 16,-10 0-7-16,1-4 14 15,3-1-22-15,-3 2 17 16,-7-2-14-16,-5 5 12 15,-1-8-4-15,-6 5 0 16,19-5 4-16,-7 8-8 16,-12-8 7-16,13 0-10 15,-22 0 14-15,9 0-15 16,-6 0 8-16,-4 0-1 16,11 0-5-16,5 0 6 15,-6 0-5-15,12 0-1 16,1 0-29-16,-13 0 35 0,0 0-21 15,-34-13-74 1,0 2-189-16</inkml:trace>
  <inkml:trace contextRef="#ctx0" brushRef="#br0" timeOffset="1696.97">1684 5253 31 0,'0'0'41'0,"0"0"-38"0,0 0 53 0,0 0-6 0,0 0 26 15,0 0-8-15,0 0 9 16,-174 12 82-16,140-12-141 16,28 0 66-16,-10 0-56 15,10 0 14-15,-6 0-9 16,-1 0 20-16,-2 0-30 16,2 0 0-16,-5 0 6 15,8 0-14-15,-2 0-1 16,6 0-4-16,-7 0 10 0,-8 0-17 15,14 0 3-15,-11 0-1 16,18 0 10-16,-9 0-1 16,2 0 6-16,1 0 2 15,6 0-16-15,0 0 28 16,0 0-34 0,0 0 0-16,0 0-5 0,0 0 0 15,0 20-1 1,40-7 3-16,13 6 1 0,9 1 0 15,-9-7 0-15,6-5 0 16,-3 4-5-16,-10-1 11 16,19-3-4-16,3 5 4 15,-2-9-3-15,2 4-2 0,-3 3 9 16,9-6-17-16,-5 3 22 16,24-1-21-1,0 1 22-15,-7 9-22 0,-5-6 17 16,-28 6-9-16,-7-9 0 15,16 0-2-15,-15 0 0 16,18-5 4-16,-9 2-9 16,-10-5 10-16,7 0-14 15,-7 0 19-15,7 0-10 16,-6 0 4-16,-1 0-1 16,10 0-1-16,-3 0 6 15,-7 0-13-15,-5 4 3 16,11-4-1-16,-11 0 10 0,-1 0-13 15,0 0 12 1,0 0-8-16,1 0 8 0,-1 0-4 16,-6 0 2-16,-3 0 2 15,3 0 0-15,0 0 1 16,-6 0-10-16,-9 0 5 16,0 0-5-16,2 0 2 15,-8 0 3-15,8 0 6 16,-8 0 0-16,-1-4 0 15,-3-1-6-15,-9 2 19 16,7-1-16-16,-7 0 1 16,6 4 4-16,0 0-2 0,-6-4-6 15,0 4 0-15,0 0-1 16,0 0 1 0,0 0-1-16,0 0-32 0,0-8-40 15,0-8-187-15</inkml:trace>
  <inkml:trace contextRef="#ctx0" brushRef="#br0" timeOffset="56501.01">21094 4868 142 0,'0'0'349'0,"0"0"-310"0,0 0 0 0,0 0 14 0,0 0-16 0,0 0 7 15,0 0 25-15,0 0 0 16,0 0-9-16,0 0-20 16,0 0 7-1,0 0-20-15,0 0 7 0,0 0-19 16,0 0 8-16,0 0-10 15,0 0 3-15,0 0-14 16,0 0 7-16,0 0-7 16,12 0-2-16,29 0-1 15,33 0 1-15,19 0 15 16,22 0 2-16,18 9-14 16,0-9-1-16,-12 0 2 15,-9 0-4-15,3 0-15 16,-22 0 6-16,-6 0-23 0,-7 0 3 15,-27 0-42 1,3 0-22-16,-16 0-129 0,-21 0-105 16</inkml:trace>
  <inkml:trace contextRef="#ctx0" brushRef="#br0" timeOffset="57233.95">23153 4892 559 0,'0'0'120'0,"0"0"-55"0,0 0 12 0,0 0-54 0,0 0 43 0,0 0-11 0,335-51-5 0,-208 34-5 16,6 4-14-16,-21 10 6 15,15 3-28-15,-19 0-9 16,-8 0-12-16,-7 8 5 16,3 4 7-16,-3-4-26 15,6 0-21-15,-12-8-70 16,0 0 19-16,-35 0-118 15,-24 0-233-15</inkml:trace>
  <inkml:trace contextRef="#ctx0" brushRef="#br0" timeOffset="57933.68">25680 4952 252 0,'0'0'231'0,"0"0"-136"0,0 0-25 0,0 0-20 0,0 0 52 0,0 0-23 15,214 0-8-15,-127 0-8 16,-7 0-20-16,19 0-21 15,7 5 3-15,15-2-25 16,-6 2 9-16,12-2-17 16,-6 1 8-16,-10 1-8 15,10-5-64-15,-12 0 28 16,-38 0-97-16,-15 0-239 16</inkml:trace>
  <inkml:trace contextRef="#ctx0" brushRef="#br0" timeOffset="58615.85">28064 4960 484 0,'0'0'48'0,"0"0"74"0,0 0 0 0,0 0-8 0,0 0-57 0,0 0 0 0,456 0-25 16,-301 0-16-16,3 0-9 0,16 0-3 16,-19 0-8-16,-16 0 11 15,-5 0-14-15,-20 0 7 16,-14 0-78-1,-20 0 13-15,-27 0-98 0,-31 0-198 16</inkml:trace>
  <inkml:trace contextRef="#ctx0" brushRef="#br0" timeOffset="61346.27">23308 1471 655 0,'0'0'114'0,"0"0"-83"0,0 0 53 0,0 0-18 0,0 0-33 0,0 0 15 15,0 8-39-15,0 0 15 16,0 0-18-16,0 12 40 15,0 1-30-15,0 10 2 16,-9 18-7-16,-4 11-9 16,1 16 13-16,-4-12-13 15,4 13 5-15,-1-13 0 16,13-12-14-16,0-9 0 16,0-14 0-16,0-5-30 15,0-12 2-15,0-8-8 0,0-4-68 16,-6 0-123-1,-50-12-99-15</inkml:trace>
  <inkml:trace contextRef="#ctx0" brushRef="#br0" timeOffset="61678.87">22753 1695 326 0,'0'0'156'16,"0"0"-67"-16,0 0 23 16,0 0-15-16,0 0-9 15,0 0-6-15,232-28-36 16,-139 28 10-16,0 0-35 15,22 0 2-15,-16 0-22 16,-12 0-2-16,9 0-30 16,-37 0-20-16,9 0-15 15,-2 0-77-15,-26-8-45 16,-12-15-153-16</inkml:trace>
  <inkml:trace contextRef="#ctx0" brushRef="#br0" timeOffset="62146.71">23922 2089 332 0,'0'0'46'0,"0"0"60"0,0 0-3 16,0 0-12-16,0 0 41 16,0 0-22-16,40 0-36 0,-6 0-3 15,-3 0-9 1,25-4-39-16,-10 0-10 0,13 0-6 15,10 0-14-15,-17 0-13 16,1 4-16-16,-19 0-55 16,-6 0-37-16,-16 0-104 15,-12 0-97-15</inkml:trace>
  <inkml:trace contextRef="#ctx0" brushRef="#br0" timeOffset="62379.18">24067 1913 477 0,'0'0'87'15,"0"0"10"1,0 0 27-16,0 0-72 0,0 0-47 15,0 0-5-15,348 0-68 16,-308 0-84-16,-6 0-161 16</inkml:trace>
  <inkml:trace contextRef="#ctx0" brushRef="#br0" timeOffset="62895.25">25398 2021 448 0,'0'0'97'16,"0"0"10"-16,0 0-2 0,0 0 4 15,0 0-59-15,0 0-10 16,0-36-30-16,0-8 27 15,0 8-13-15,0-5 2 16,15-7-6-16,4 1-15 16,-13-2-3-16,6-4 5 15,-2 2-14-15,-10 14 8 16,0 14-3-16,0 6 4 16,0 17-12-16,0 0 8 15,0 0-5-15,0 0-7 0,0 33 14 16,-41 15-5-1,7 8 5-15,0-8 0 0,22-16-123 16,-1-4-71 0,4-4 23-16,3 1-107 0</inkml:trace>
  <inkml:trace contextRef="#ctx0" brushRef="#br0" timeOffset="63149.75">25398 2021 141 0</inkml:trace>
  <inkml:trace contextRef="#ctx0" brushRef="#br0" timeOffset="63279.44">25398 2021 141 0,'434'31'74'0,"-366"-18"-13"0,13-5 26 0,-1-8 202 0,7 0-211 0,-40-8 46 0,-7-33-63 0,-9-11-21 16,-3-4-39-16,-28-4-1 15,0 4-12-15,0 12-8 0,-59 12-34 16,-16 20 33-16,-5 12 16 15,-19 0 5 1,12 32 35-16,0 16-35 0,13-4-82 16,21 5-208-16</inkml:trace>
  <inkml:trace contextRef="#ctx0" brushRef="#br0" timeOffset="69607.97">21488 4672 403 0,'0'0'58'0,"0"0"22"0,0 0-16 0,0 0-31 0,-6 0-21 0,6 0 28 0,0 0-12 0,0 0 29 0,0 0 10 16,0 0 6-16,0 0-31 15,0 0-6-15,0 0-2 16,0-8-21-16,0-17 15 16,0-11-24-16,0-11 15 15,0 11-18-15,0-21 27 0,0 1-11 16,0-8-6 0,0-13-9-16,0 5-1 0,0 5-2 15,0 2 5 1,0 13-13-16,0 4 15 0,0 16-8 15,0 16 4-15,0 4-2 16,0 8 3-16,0 4-3 16,0 0 0-16,0 0-10 15,0 0 0-15,0 0-23 16,0 0 33-16,0 16-74 16,0 20 69-16,-19 16-55 15,19-4 18-15,-9-4-51 0,9 0-36 16,0-16-20-1,0-3-134-15</inkml:trace>
  <inkml:trace contextRef="#ctx0" brushRef="#br0" timeOffset="70243.25">21736 4238 133 0,'0'0'142'0,"0"0"-130"0,0 0 93 0,0 0-13 16,0 0-46-16,0 0 3 15,-28 141-22-15,28-113 16 16,0-4-13-16,0 8 1 16,6 0-25-16,22-4 0 15,6-8 8-15,-9 1 0 16,15-13 27-16,1-5-25 16,-14-3 16-16,14 0-20 15,-7 0 26-15,-9-19-15 16,9-26 25-16,6-10-20 15,-6-6-6-15,0-3-13 16,13-8-4-16,-7 7 4 16,-15 1-4-16,-19 12-7 15,-6 4 4-15,0 12-4 0,0 4-4 16,-12 12 4-16,-29 8 1 16,-11 12-22-16,-1 0 14 15,-3 0 4-15,10 0 5 16,5 4-39-16,1 20 16 15,15 4-90-15,-9 4-77 16,0 5-110-16</inkml:trace>
  <inkml:trace contextRef="#ctx0" brushRef="#br0" timeOffset="71255.59">22784 4327 289 0,'0'0'167'16,"0"0"-142"-16,0 0 30 0,0 0-23 16,0 0-25-16,0 0-7 0,0 0 11 15,0 0 9-15,0 0 42 16,0 0 27-16,0 0 20 16,0 0-70-16,0 0-7 15,0 0-20-15,0 0-12 16,0 0-1-16,0 0-1 15,0 0 1-15,0 0-5 16,0 0-28-16,0-17-156 16,0 2-177-16</inkml:trace>
  <inkml:trace contextRef="#ctx0" brushRef="#br0" timeOffset="75340.39">23708 4046 138 0,'0'0'75'0,"0"0"-70"0,0 0 49 16,0 0-44-16,0 0-8 16,0 0 77-16,0 0-5 0,-6 24 6 15,6-24-22 1,12 4 13-16,0-4-31 15,10 4-3-15,3-4 8 0,9 0-3 16,0 0-16-16,0 0 7 16,7 0 7-16,-1-20-30 15,0-4 18-15,-9-4-16 16,-9 0 6-16,3-5-15 16,-4 2 6-16,-14-2-9 15,-7 14-6-15,0 2-11 16,0 1 6-16,0 9 7 0,0 2-11 15,0 2 14-15,-35 3-33 16,-5 0 30-16,0 0 1 16,0 0 3-1,9 11-19-15,3 1 12 16,0 13 0-16,22-6-20 0,-7 9 14 16,13-3-14-16,0 3 26 15,0-4-39-15,0-8 3 16,0-4 21-16,0-8 10 15,0 0-3-15,19-4 2 0,15 0 6 16,-12 0 1 0,18 0 5-16,-9 0-2 0,-3 0-2 15,0 0-1 1,-22 0-1-16,6-4-7 0,-12-4 8 16,0 0 4-16,0 0 8 15,0 8 11-15,0 0 10 16,0 0 37-16,0 0-24 15,0 0-42-15,0 0-4 16,0 0-3-16,0 4 0 16,0 16 3-16,0 4-7 15,0 0-22-15,0-4 24 16,13 4-17-16,8 4 17 16,-14-3-14-16,14 3 12 15,-15-1-3-15,1-2-8 16,-1-2 3-16,-6-7 1 0,0-3 12 15,0 2-17 1,0-2 19-16,-13 2 20 0,-49-2 28 16,4-1 9-16,-17-4-30 15,16-4 2-15,3 0 9 16,4 4-21-16,5 4-15 16,1 16-2-16,-1 8-21 15,7 4-48-15,12-8-77 16,16-16-150-16</inkml:trace>
  <inkml:trace contextRef="#ctx0" brushRef="#br0" timeOffset="76750.67">25165 4407 413 0,'0'0'50'0,"0"0"6"0,0 0 15 0,0 0-28 0,0 0-17 15,0 0 35-15,0 0 2 16,0 0 14-16,0 0-13 16,13 0-22-16,-13 0-6 15,0 0-25-15,0-4 6 16,0 4-16-16,0 0 16 16,0 0-10-16,0 0 1 0,0 0-8 15,0 0 1 1,6-4-2-16,0 0-21 15,3-12-60-15,-3-4-44 0,-6-1-225 16</inkml:trace>
  <inkml:trace contextRef="#ctx0" brushRef="#br0" timeOffset="78749.66">26328 4579 151 0,'0'0'96'0,"0"0"-93"0,0 0 25 0,0 0 3 16,0 0 49-16,0 0 26 0,0 0-17 15,0 0-23-15,0 0-30 16,0 0 12-16,0 0 20 0,0 0-30 15,0 0-24-15,0 0 16 16,0 0-25-16,0 0 15 16,0 0-4-16,0 0-8 15,-28-7 5-15,16-6 0 16,-10-7 18-16,-3 9-17 16,3-10 12-16,22 6-15 15,-6-6 12-15,6-2-23 16,0 2 0-16,0-7-1 15,0-4-4-15,6-4 3 0,35-13 1 16,-1 5-10 0,0-3 4-16,13 2 1 15,-19 9-20-15,0 4 16 16,-21 4-1-16,8 3 11 16,-21 2-2-16,0 3 6 15,0 0-8-15,0-8 12 0,0 8-16 16,0 4 5-16,0-1-5 15,-6 17-4-15,-22 0-4 16,0 0-14-16,-3 0 30 16,10 0 5-16,-4 21-4 15,9 7-2-15,4 4-12 16,6 0 3-16,6-4-16 0,0 0-4 16,0 0-6-16,0 8 2 15,18-4 14 1,29 4-4-16,-13-8 11 0,0 0-7 15,0-3-6-15,-15-6-19 16,9 6 31-16,-10-5 1 16,-2 8 13-16,-4 4 0 15,13 4 0-15,-10 0 18 16,-15 0-17-16,0-8 24 16,0-3-8-16,0-9 17 15,-6-1 11-15,-50-7 11 16,-2 0-35-16,-11-8-10 15,23 0-11-15,-1 0-27 16,7-11-47-16,6-9-77 16</inkml:trace>
  <inkml:trace contextRef="#ctx0" brushRef="#br0" timeOffset="80748.72">27658 4271 151 0,'0'0'110'15,"0"0"-16"-15,0 0 21 0,0 0-37 0,0 0-13 0,0 0-18 16,0 0-21-16,0 0-24 16,0 0 18-16,0 0-2 15,0 0 28-15,0 0-1 16,0 0-19-16,0 0 1 15,0 0-26-15,0 0 12 16,0 0-11-16,0 0-4 16,0 0 4-16,0 0-9 0,0 0 3 15,0 0-8-15,0 0-3 16,0 0 15-16,0 0 6 16,0 0 0-16,0 0 3 15,0 0-4 1,0 0-1-16,0 0-4 0,0 0-10 15,0 0-45 1,0 0-48-16,0-20-233 0</inkml:trace>
  <inkml:trace contextRef="#ctx0" brushRef="#br0" timeOffset="82529.17">28660 3886 272 0,'0'0'170'0,"0"0"-90"0,0 0 14 0,0 0-42 16,0 0-16-16,0 0-11 16,0 0 32-16,6 0 10 15,9 0-11-15,16-5 4 0,-3-3-1 16,6 0-25-1,0-4-33-15,-3 4 7 0,10 0-3 16,-13 5-8-16,0 3 3 16,-4 0-18-16,-2 0 2 15,9 0 8-15,3 28 4 16,0 8 7-16,-6 8-6 16,-3 3-25-16,-10 6 27 15,-8 4-29-15,-7 2 12 16,0-2 13-16,0-9 1 15,0-9-2-15,0-10 11 16,0-14-12-16,0-6-4 16,0-5-66-16,0-4-52 15,0 0 5-15,0 0-127 0</inkml:trace>
  <inkml:trace contextRef="#ctx0" brushRef="#br0" timeOffset="82795.45">28942 4110 441 0,'0'0'113'0,"0"0"15"0,0 0 29 0,0 0-62 0,0 0-30 0,347-36-4 16,-282 36-39-1,3 0-19-15,-15 0-3 0,9 0-36 16,-22 0-58-16,-21 0-187 16</inkml:trace>
  <inkml:trace contextRef="#ctx0" brushRef="#br0" timeOffset="85505.27">20759 7467 132 0,'0'0'0'0</inkml:trace>
  <inkml:trace contextRef="#ctx0" brushRef="#br0" timeOffset="86075.9">20297 7592 570 0,'0'0'59'0,"0"0"32"16,0 0 14-1,0 0-46-15,0 0-21 0,0 0 4 16,22-13-15-16,-10 13 14 15,10 0-11-15,-4 0-4 16,23 0 3-16,-1-4-27 16,0 1 5-16,7 3-1 15,-1-5-12-15,-5 5-5 16,-7-3-3-16,6-2-48 16,-21 2-48-16,2-2-57 0,-14 1-11 15,-7-4-147 1</inkml:trace>
  <inkml:trace contextRef="#ctx0" brushRef="#br0" timeOffset="86407.85">20077 7271 600 0,'0'0'6'0,"0"0"56"0,0 0 60 0,0 0-33 0,0 0-49 0,381 8-24 0,-306-8-2 16,-10 0-13-16,-9 0-2 15,-25 0-54-15,3 0-72 16,-19 0-116-16</inkml:trace>
  <inkml:trace contextRef="#ctx0" brushRef="#br0" timeOffset="88541.87">30573 626 244 0,'0'0'166'0,"0"0"-99"0,0 0 49 0,0 0-23 0,0 0-15 16,0 0 2-16,0 0-35 16,0 3-8-16,0-3-20 15,0 0 28-15,0 0-21 16,0 0 15-16,0 0-26 0,0 0 15 16,0 0-3-16,0 0-1 15,0 0-1-15,0 0-20 16,0 0 12-16,0 0-14 15,0 0-2-15,40 0-1 16,7 0 2-16,-1 0 2 16,-6 0-2-16,-15 0-8 15,-3 0-8-15,-10 0 6 16,4 0-19-16,-4 0 19 16,-12 24-12-16,0 16 21 15,0 12-8-15,0 17 2 16,-6 3 0-16,-22-5 7 15,0-10 7-15,10-4-7 16,11-22-4-16,-5-11-23 16,12-12-30-16,0-8 2 15,0 0-24-15,0 0-65 0,0 0 13 16,0-36-149-16</inkml:trace>
  <inkml:trace contextRef="#ctx0" brushRef="#br0" timeOffset="88758.12">30393 1034 607 0,'0'0'60'0,"0"0"-58"0,0 0 84 0,0 0 22 0,0 0-62 0,0 0-40 0,307 0-6 0,-261 0-143 0,-21 0-22 16,-9-15-351 0</inkml:trace>
  <inkml:trace contextRef="#ctx0" brushRef="#br0" timeOffset="89188.9">31047 853 302 0,'0'0'322'0,"0"0"-291"15,0 0-5-15,0 0-1 16,0 0-24-16,0 0 42 15,168-47 37-15,-134 47-44 16,-16 0-21-16,1 0-12 16,-10 3-3-16,-3 22 0 15,-6 3 2-15,0 0 5 16,0 8-4 0,0 4 0-16,0 0-3 0,0-4 0 15,0 0 0-15,0-4-4 0,0-7-24 16,0-5 21-1,0-1-7-15,25 1 12 0,-3-7-6 16,12-5-3 0,-9 4 11-16,9-4 0 0,6-8-4 15,13 0-3-15,-7 0-15 16,10-13-65-16,-9-10-21 16,-16-2-183-16</inkml:trace>
  <inkml:trace contextRef="#ctx0" brushRef="#br0" timeOffset="89456.26">31887 1158 270 0,'0'0'65'16,"0"0"36"0,0 0-33-16,0 0-3 0,0 0-28 15,0 0 20-15,202 64-23 16,-162-71 37-16,1-25 20 15,17-5-15-15,-11-3-15 16,-7 0-30-16,-6 0 1 16,-18 4-24-16,-16-1-7 15,0 10-1-15,0 7-25 16,-56 16-8-16,3 4-33 16,-15 0 38-16,9 24 22 0,0 16-52 15,4 0-137 1,14 0-126-16</inkml:trace>
  <inkml:trace contextRef="#ctx0" brushRef="#br0" timeOffset="90121.99">31897 1852 535 0,'0'0'34'0,"0"0"47"0,0 0-5 0,0 0-50 0,0 0-20 16,0 0 2-16,359-24-8 0,-346 24-2 16,-7 0-2-1,-6 0 4 1,0 5 9-16,0 26 17 0,0 5-14 0,0 5-4 16,0-10-8-1,0 13-14-15,9-3-7 0,-3-9-31 16,1 0 29-16,-7-8-15 15,6-7 9-15,-6-6-7 16,0-11-85-16,0 0-216 16</inkml:trace>
  <inkml:trace contextRef="#ctx0" brushRef="#br0" timeOffset="90338.64">31962 2032 723 0,'0'0'59'15,"0"0"-24"-15,0 0 44 16,0 0-21-16,0 0-28 16,0 0-12-16,288 13-18 15,-241-13-70-15,-19-4-152 16,-28-13-238-16</inkml:trace>
  <inkml:trace contextRef="#ctx0" brushRef="#br0" timeOffset="90840.11">29798 2414 320 0,'0'0'236'0,"0"0"-149"0,400 31 29 0,-193-31-12 0,54 0-38 0,21 0-16 0,19-11 0 16,-10-9-25-16,-15 8-24 16,-50 12-2-1,-40 0-237-15,-37 0 217 0,-49 24-504 16</inkml:trace>
  <inkml:trace contextRef="#ctx0" brushRef="#br0" timeOffset="91738.02">29943 2963 223 0,'0'0'150'0,"0"0"-133"0,0 0 39 0,0 0 23 0,0 0-22 0,0 0-8 15,127 0-11 1,-99 0 9-16,6 0-18 0,-15 0 18 16,9 0-24-16,3 0 10 15,-3 0-32-15,6 0 6 16,-15 0 0-16,-13-4 5 0,-6 4 7 15,0 0-4 1,0 0 24-16,0 0-5 16,0 0 2-16,0 0-26 15,0 0-10-15,-13 0-17 0,-21 0 17 16,3 0 7-16,-3 16-6 16,6 4 6-16,3 8-6 15,4-8 14-15,15 1-15 16,6-6 0-16,0 1-6 15,0 1 1-15,0-6-4 16,40 2-1-16,-6 3 9 16,6-9-9-16,-9 9 5 15,3 1-3-15,-21-6 6 16,15-2-3-16,-28-1 4 16,0-4-2-16,0 4-4 15,0-1-16-15,0 14-6 16,-41 3 4-16,-5-8-85 0,-7-8 4 15,7 0-23 1,-1-8-106-16</inkml:trace>
  <inkml:trace contextRef="#ctx0" brushRef="#br0" timeOffset="91941.2">30163 2992 357 0,'0'0'501'0,"0"0"-499"0,0 0 13 0,0 0 58 0,0 0-38 0,0 0-35 16,388-33-9-16,-314 33-76 0,-5-11-135 16,-10 6-237-1</inkml:trace>
  <inkml:trace contextRef="#ctx0" brushRef="#br0" timeOffset="92269.3">30948 3100 487 0,'0'0'85'0,"0"0"-35"15,0 0-23-15,0 0-24 16,0 0 0 0,0 0 13-16,105 80 11 0,-52-80-5 15,0-36 0-15,3-13 18 16,-16 5-27-16,-15 0-9 16,-19 0 2-16,-6 20-11 15,0 0 5-15,-13 16-11 16,-39 8-12-16,-16 0 16 15,2 5-1-15,4 26-29 0,10 5 19 16,18 5-62-16,21-13-77 16,13-4-286-16</inkml:trace>
  <inkml:trace contextRef="#ctx0" brushRef="#br0" timeOffset="92819.4">31909 2831 423 0,'0'0'91'16,"0"0"-73"-16,0 0 39 16,0 0-7-16,0 0-29 15,0 0-21-15,-167 128-3 16,133-108-2-16,15-4 5 16,3-4 15-16,10 1 22 15,0-13-8-15,6 3-29 16,0-3-23-16,0 5 11 15,22-2 12-15,18-3 23 0,7 0-14 16,-7 0 7-16,-9 0-12 16,-16 0-3-16,4 0 1 15,-13 0-2-15,-6 5 0 16,6-5-7-16,4 0 4 16,2 0-13-16,1 0-6 15,2 0-9-15,-9 0 23 16,0 0 3-16,-6 0 1 15,0 3 4-15,0 9 0 16,0 4 2-16,0 9 37 16,0 6 36-16,0 2-32 15,0-1-9-15,0 0-34 16,-6-8 0-16,6 1-9 16,0-19-39-16,0 3 4 15,0-9-67-15,0 0-142 0</inkml:trace>
  <inkml:trace contextRef="#ctx0" brushRef="#br0" timeOffset="93120.04">32216 3136 157 0,'0'0'112'0,"0"0"-73"0,0 0 29 0,0 0-8 0,0 0-14 16,0 0-14-1,149 44 3-15,-103-72-1 0,20-12-14 16,-20-8 2 0,1 4 2-16,-32-1 17 0,-15 13-27 15,0 4 12-15,0 16-21 16,-15 8 14-16,-38 4 38 15,-6 0-57-15,-15 24-26 16,-1 12-91-16,-6 0-160 16</inkml:trace>
  <inkml:trace contextRef="#ctx0" brushRef="#br0" timeOffset="94385.62">21742 7142 364 0,'0'0'41'0,"0"0"6"0,0 0 18 0,347 40-28 0,-272-32-7 0,-23-4-1 0,-11 9-21 16,-13 2-5-16,-16-10 16 16,-12 6 38-16,0 9-10 15,0 4 50-15,-6 21-44 16,-56 10-14-16,-16 14-37 0,-9 3 4 16,-15-3-1-16,15-2-4 15,7-10 6-15,15-17-6 16,24-8 7-1,13-20-6-15,22-12-4 0,6 0-42 16,0-44-113-16,0-20-16 16,0-13-74-16</inkml:trace>
  <inkml:trace contextRef="#ctx0" brushRef="#br0" timeOffset="94619.87">22024 7025 214 0,'0'0'358'15,"0"0"-339"-15,0 0 42 16,0 0 0-16,0 0-61 15,0 0-32 1,313-75-127-16</inkml:trace>
  <inkml:trace contextRef="#ctx0" brushRef="#br0" timeOffset="95253.03">22638 7290 283 0,'0'0'53'0,"0"0"18"0,0 0 47 0,0 0-40 0,0 230-7 15,6-194-22-15,22-5-30 16,3-10-3-16,-3-6-16 16,12-10 0-1,-5 3 7-15,17-8 45 0,1 0-20 0,15 0-14 16,-9-33 16-16,3 2-28 15,-9-10-6-15,-7-7-3 16,-12-8-2 0,1-8-28-16,-17 0-48 15,-5 3 38-15,-13 5 20 16,0 16 22-16,0 8 1 0,-47 0-7 16,-18 12-6-16,-22 4-71 15,19 8-2-15,-7 8 86 16,10 0 35-16,3 8 2 15,31 16 44-15,10 9-59 16,14-5-22-16,1-5-79 0,0 9-96 16</inkml:trace>
  <inkml:trace contextRef="#ctx0" brushRef="#br0" timeOffset="95970.05">24043 6793 402 0,'0'0'129'0,"0"0"-63"0,0 0 20 0,0 0-9 15,0 0-4 1,0 0-3-16,-255 196-51 0,200-151 8 0,-4 3-14 16,18-12 8-1,7-4 15-15,9-8-17 16,19-8-14-16,6 1-5 0,0-9-2 16,0-1-15-16,19-7 15 15,34 0-28-15,2 0 24 16,4 0 1-16,-6 0 1 15,-6 5 2-15,-7 3-8 16,0-5 10-16,-6 5-7 16,0-8-7-16,-9 0-18 15,-9 0 19-15,2 0-19 16,-5 0 32-16,-4 0 1 16,10 0 1-16,-19-8-2 15,6 8 6-15,-6 0 2 0,0 0-8 16,0 0 17-1,0 0-11-15,0 8-6 0,0 17 16 16,0 11 29-16,0 3-26 16,0 2-5-16,0-1-8 15,-13 8-2-15,-21 0-8 16,0-4 3-16,9-3-2 16,-3-13-12-16,16-13-3 15,6-7-42-15,6-8-99 16,0 0-15-16,0 0-296 15</inkml:trace>
  <inkml:trace contextRef="#ctx0" brushRef="#br0" timeOffset="96350.66">24328 7346 409 0,'0'0'29'0,"0"0"-11"0,0 0 44 0,0 0-16 0,0 0 29 16,0 0-16-16,6 157-23 15,28-137-34-15,7-4 34 16,-1-8-11-16,6-4-3 16,7-4 3-16,3 0 3 0,3 0 23 15,15-8-25 1,1-32 17-16,2-4-12 15,-2-12 2-15,-13-4-31 0,-10-1-2 16,-27 14-28 0,-25 2-10-16,0 13 12 0,-6 4 26 15,-65 25-6-15,-26 3 12 16,-8 0 8-16,-3 31-10 16,-4 18 19-16,31-5-22 15,19 4-1-15,25-9-13 16,37-10-52-16,0-6-187 15,0-2-426-15</inkml:trace>
  <inkml:trace contextRef="#ctx0" brushRef="#br0" timeOffset="117732.7">27745 7415 370 0,'0'0'78'0,"0"0"3"0,0 0-7 0,0 0-35 0,0 0 3 15,0 0 0-15,0 0 22 16,0 0 6-16,0-8-21 16,0 4-2-16,0 4-32 15,0-4 17-15,0 4-23 16,0 0 5-16,0-4-1 15,0-1-3-15,6 2 15 0,22-2-12 16,-3-2 15-16,9-1-18 16,12 0 9-16,7 0-19 15,3 3 8-15,3 2-8 16,9-5 0 0,-9-9 0-16,-6 9-4 0,3-3 3 15,-19 2-19-15,-3-2 7 16,-6 3-42-1,-10 3-17-15,-18-10-70 0,0 10-133 16</inkml:trace>
  <inkml:trace contextRef="#ctx0" brushRef="#br0" timeOffset="118116.02">28105 7307 202 0,'0'0'95'0,"0"0"-84"16,0 0 59-16,0 0-49 15,0 0-16-15,0 0 28 16,-25 56-1-16,25-44 3 16,0 3 16-16,0 13 23 15,0 8-13-15,6 2-6 16,28 1 3-16,-3 2-24 15,-3-5-14-15,-9 0-10 16,2-5-10-16,-15-3 3 0,1 0 2 16,-7-3-2-16,0 7 27 15,0-12 0 1,-7 12 10-16,-33-12-26 0,0-8-8 16,0 1 3-16,-7-13-2 15,7 0-14-15,-1 0 3 16,10 0-39-16,4-25-84 15,-1-3-114-15,21 4-203 16</inkml:trace>
  <inkml:trace contextRef="#ctx0" brushRef="#br0" timeOffset="118815.11">28526 7744 186 0,'0'0'182'0,"0"0"-99"0,0 0 7 0,0 0-24 0,0 0-35 0,0 0-1 0,0 64 32 0,0-40 21 16,6 8-19-16,22 0-46 16,-9 0 13-16,-10 5-23 15,-3-9 5-15,-6-5-7 0,0 6-12 16,0-1-8 0,0 0-43-16,0-8-123 0,-21-17-236 15</inkml:trace>
  <inkml:trace contextRef="#ctx0" brushRef="#br0" timeOffset="119630.01">29162 7354 295 0,'0'0'98'0,"0"0"12"0,0 0-19 0,0 0-22 0,0 0-32 0,0 0 18 0,-149 85 6 16,118-65-27-16,3 4 2 16,-6 0-5-16,15 8 3 15,-2 4-23-15,8 4 19 16,7-4-20-16,6 5 5 15,0-9-5-15,0 0-7 0,0 0 2 16,6 0 1 0,22-12-12-16,-3-8 8 0,9 8-11 15,6-15 4 1,-5-5 1-16,23 0-3 0,-5 0 7 16,9-5 3-16,-9-15-2 15,-13 8-1-15,-6-8-1 16,-15 8-2-16,-4 0-28 15,-8-1 1-15,-7-2-7 16,12-1-41-16,-12-12-77 16,6 7-203-16</inkml:trace>
  <inkml:trace contextRef="#ctx0" brushRef="#br0" timeOffset="120062.09">29608 7683 410 0,'0'0'54'0,"0"0"1"0,0 0 30 0,0 0-23 0,0 0-12 0,0 0 48 16,-6 181-34-16,0-141-27 16,0 0-5-16,0-12-22 15,6-7-10-15,0-10-1 16,0-7-9-16,0-4-55 16,0 0-95-16,0 0-83 0</inkml:trace>
  <inkml:trace contextRef="#ctx0" brushRef="#br0" timeOffset="122860.81">30185 7271 93 0,'0'0'371'0,"0"0"-346"0,0 0 55 0,0 0-20 0,0 0-30 0,0 0-11 0,-40 80 34 0,40-44-3 0,12 0 20 16,-6 0-35-16,10 4 6 16,-16 0-36-16,0-4 14 15,0-3-15-15,0-2 10 16,0-3 0-16,0-3-7 16,0-6-7-16,-16-6 6 15,16-13-12-15,0 0-37 16,0 0-62-16,0 0-99 0,0 0-96 15</inkml:trace>
  <inkml:trace contextRef="#ctx0" brushRef="#br0" timeOffset="123561.76">30198 7282 9 0,'0'0'337'0,"0"0"-274"0,0 0 19 0,0 0-30 0,0 0-34 0,0 0-9 0,114 0-9 16,-83 0-4-1,3 0-1-15,-12 0 1 16,-3 0-12-16,-4 0 16 0,-2 0 17 16,-7 17-12-16,-6 7 15 15,0-4-3-15,0 8 16 16,0 8-27-16,-34-4 5 16,-19 0-1-16,6 4-2 15,7-4 12-15,0-4-9 16,12-3 11-16,9-14-21 15,7-6-1-15,-4-2 0 16,16-3-8-16,0 0-8 16,0 0 2-16,0 0 7 0,0 0-13 15,0 0-5-15,0 0-3 16,0 0 26 0,0 0 2-16,0 0 9 0,0 0 8 15,0 9 14 1,28 15-4-16,-9-1 24 0,3 2 30 15,2 3-31-15,4-4-18 16,-15 0-24 0,21-4 2-16,-12-12-9 0,2-4-1 15,4 4-29 1,6-8-28-16,-3 0-53 0,-3 0-6 16,-15 0-108-16</inkml:trace>
  <inkml:trace contextRef="#ctx0" brushRef="#br0" timeOffset="124112.77">30914 7623 657 0,'0'0'177'0,"0"0"-118"0,0 0-16 0,0 0-43 0,0 0-8 15,-16 226-8-15,16-203-33 0,0 1-68 16,0-4 64-16,-12-8-4 15,6-12-72-15,-1 0-311 16</inkml:trace>
  <inkml:trace contextRef="#ctx0" brushRef="#br0" timeOffset="124397.77">30914 7623 307 0</inkml:trace>
  <inkml:trace contextRef="#ctx0" brushRef="#br0" timeOffset="124841.71">30914 7623 307 0,'366'-172'29'0,"-366"200"34"15,6 8 17-15,3 0 109 16,-9 5-159-16,0-25 40 15,0-1-8-15,0-2-31 16,0-2-18-16,0 1 3 16,0-4 4-16,0-3-16 15,0-2 6-15,0-3-7 16,0 0 2-16,0 0-2 16,0 0-6-16,0 0 8 0,0-16-5 15,0-15 6-15,0-2-1 16,0 2-5-16,0-10 2 15,0 1-5 1,0 0-15-16,0-8 13 0,0 4-14 16,6 3 4-16,13-3-40 15,9 16 43-15,-10 5 4 16,-2 2 8-16,9 9-2 16,15-7-2-16,7 6 3 15,15 1 2-15,3-8-5 16,9 8-12-16,-15 0 3 0,-12 8-40 15,-26 4 31-15,-8 0-10 16,-13 0 27-16,0 9 5 16,0 22 42-16,-34 2 3 15,-44 19-24-15,4-9 4 16,-7 1-3-16,13-11-1 16,21-9-21-1,1-12-26-15,27-4-92 0,-3-8-169 16</inkml:trace>
  <inkml:trace contextRef="#ctx0" brushRef="#br0" timeOffset="128654.85">27844 10146 270 0,'0'0'146'0,"0"0"-87"16,0 0 50-16,0 0-19 0,0 0-22 0,0 0 8 15,0 0-32-15,-71 0 0 16,49 8-32-16,10 4 14 15,-10 8-24-15,3 1 20 0,-2 7-4 16,2-1 6-16,7 1 5 16,-4 0-23-16,10 5 5 15,6-2-8-15,0-2 8 16,0-5-8-16,0-5 2 16,12-2-1-16,16-1-4 15,6 0 0-15,7-8-3 16,-1-8-9-16,-9 0-23 15,31 0 35-15,-3 0 0 16,3-12-6-16,9-20-34 16,4-4-39-16,-7-5-132 15,-3 2-158-15</inkml:trace>
  <inkml:trace contextRef="#ctx0" brushRef="#br0" timeOffset="129055.22">28681 10382 194 0,'0'0'348'0,"0"0"-310"0,0 0 48 0,0 0-13 0,0 0-26 0,0 0 3 0,-6 182-33 0,-9-146 11 16,-4 0-19-16,-9 0 0 15,9-8-9-15,13-9-6 16,-3 6-45-16,3-17-95 16,6-5-26-16,0-3-352 0</inkml:trace>
  <inkml:trace contextRef="#ctx0" brushRef="#br0" timeOffset="130370.72">29261 10114 111 0,'0'0'101'0,"0"0"-4"0,0 0 33 0,0 0-11 0,0 0-20 0,0 0-4 16,0 0 9-16,0 0-61 16,0 0-4-16,0 0-29 15,0 0-3-15,0 0 5 16,0 0-12-16,0 28 12 16,0-4 5-16,0 0 14 15,0 12-17-15,0 4 15 0,6 1-29 16,-6-5 3-1,0 0 10-15,0-4-14 0,0 0 2 16,0-4-1-16,0 4 0 16,0-4 3-16,0-8-6 15,0-12 9-15,0-3-11 16,0-5 14-16,0 0-18 16,0 0 4-16,0 0-1 15,0-17-4-15,0-19 8 16,0 8 1-16,0-16-2 15,0 0 3-15,0-8-32 16,0-1 11-16,0 6-12 16,0-6 27-16,0 17-7 15,0 4-2-15,0 0 11 16,10 16 4-16,-4-8 0 16,6 12 9-16,-6-4-6 0,10-4-1 15,-4 15-2 1,7-6 0-16,3 11-2 0,-10 0-11 15,10 0-7 1,-10 0 20-16,7 0-3 0,-4 0-14 16,-2 0-27-16,-7 0 37 15,0 0-1 1,-6 24 8-16,0 8 4 0,0 12 22 16,-19 0-4-16,-21 4-11 15,-6-8 4-15,12-12-11 16,6-8-8-16,9-7-22 0,7-5-41 15,2-8-118-15,10 0-144 16</inkml:trace>
  <inkml:trace contextRef="#ctx0" brushRef="#br0" timeOffset="130773.4">29869 10382 201 0,'0'0'60'0,"0"0"7"0,0 0 88 0,0 0-34 0,0 0-11 0,0 0 27 16,0 65-47-16,0-29 4 15,0 4-40-15,-6 1-16 16,-1-10-27-16,1 2 7 0,0-6-10 15,6-2-16 1,0-10 1-16,0-10-45 16,0-5-85-16,0 0-153 0,0 0-343 15</inkml:trace>
  <inkml:trace contextRef="#ctx0" brushRef="#br0" timeOffset="131803.34">30312 9953 185 0,'0'0'265'0,"0"0"-227"0,0 0 39 0,0 0-11 0,0 0-11 0,0 0-11 16,41 121 32-1,-29-93-40-15,0 0 2 16,-5 8 9-16,2-3-13 16,-9-2 1-16,0 1-30 0,0-4 31 15,0-3-33-15,0-5 5 16,0-4-4-1,0-8-6-15,0-8 2 16,0 0-4-16,0 0 1 0,0 0-12 16,0 0 14-16,0-5-25 15,0-23 23-15,0-11 3 16,0-5-5-16,0 3 5 16,0-7-26-16,0 8 12 15,0 0 7-15,0-9 5 0,0 2-16 16,0-1-18-1,12-1-56-15,22 13 32 0,-9 8 10 16,-9 12 31 0,-4 8 18-16,7 8-3 0,-4 0 3 15,4 0-2-15,9 0 2 16,-16 8 2-16,1 16-2 16,2 1 2-16,-15-2-2 15,0 1-10-15,0 1-12 16,0-9-12-16,0 7 17 15,0 2 18-15,0-1 3 16,0 4 39-16,0-8 7 16,0 0 3-16,0-8-21 15,0 4-18-15,0 0-7 16,0 0 6-16,31 0 19 0,-3 1-5 16,-6-2-3-1,-4 6-16-15,10-10 24 0,-9 1-24 16,2-4 14-16,-2-3-21 15,-13-2 0-15,10 2 10 16,-4-2-10-16,-6 5 0 16,1 1 5-16,-1-1-13 15,9 0-18-15,-9 4-70 16,7-1-30-16,-7-3-5 16,-6 0-101-16</inkml:trace>
  <inkml:trace contextRef="#ctx0" brushRef="#br0" timeOffset="132304.18">31354 10126 530 0,'0'0'224'0,"0"0"-82"0,0 0-61 0,0 0-19 0,0 0-42 0,0 0 5 16,87 217-24-16,-75-170 8 0,-12-2-9 16,0-9-2-1,0-4-17-15,0-16-66 0,0-12-46 16,0-4-123-16,0 0-137 16</inkml:trace>
  <inkml:trace contextRef="#ctx0" brushRef="#br0" timeOffset="132806.01">31770 9909 541 0,'0'0'92'0,"0"0"-26"0,0 0 29 0,0 0-19 16,0 0-27-16,0 0-18 15,266-48-26-15,-219 37 1 16,-1 6-5-16,-5-7-2 16,-14 12 1-16,-8 0-14 15,-7 0-33-15,-12 0-68 16,0-4-18-16,0 0-100 16</inkml:trace>
  <inkml:trace contextRef="#ctx0" brushRef="#br0" timeOffset="133103.21">31770 9909 475 0,'238'5'53'16,"-238"19"29"-16,0 7-43 16,22-6-18-16,12 3-6 15,-9-8-15-15,9 4 3 16,-15 0 3-16,-4 12 1 0,-2-8 11 15,-13 8 52 1,12 0-27-16,-6 0 10 16,-6-4-3-16,0-8-34 0,0 4-7 15,-18-15-8-15,-29 2 14 16,1-10-11-16,5-5-4 16,1 0-11-1,6 0 4-15,15 0-9 0,13-5-40 16,6-10-60-16,0 2-59 15,0-7-255-15</inkml:trace>
  <inkml:trace contextRef="#ctx0" brushRef="#br0" timeOffset="150504.46">2084 17076 249 0,'0'0'32'0,"0"0"-10"0,0 0 15 0,0 0-22 0,0 0 22 0,0 0 8 16,0 0-4-16,-7 0-21 16,7 0 36-16,-6 0-10 15,0 0 10-15,-3 0-27 0,3 0-2 16,-1 0 2-16,7 0-9 16,-6 0 0-1,0 0-11-15,6 0 9 0,-6 0-12 16,0 0 19-16,-4 0-21 15,4 0 10 1,6 0-11-16,0 0-2 0,-6 0 12 16,0 0-13-16,6 0 0 15,-22 0 5-15,22 0-3 16,0 0 2-16,0 0 4 16,0 0-5-16,0 0 6 15,0 0-6-15,0 0-3 16,0 0 0-16,0 0 1 15,0 0-9-15,0 0 1 16,0 0 7-16,0 0-22 0,0 0 19 16,0 0-1-1,0 0-2-15,15 0 1 0,4 4-6 16,9-4-1-16,6 4 11 16,-9 0-8-16,43-4 18 15,6 4-9-15,-8 0 2 16,20-4 2-16,-45 5-1 15,-7 3 1-15,-9-8-4 16,3 3-3-16,-7-3 3 0,4 0 0 16,-3 5 8-1,-4-2-5-15,-5 1-1 0,2 1 1 16,16-5-6-16,10 0 3 16,-7 0-3-1,0 0 1-15,-6 0 2 0,-10 3-5 16,10-3 12-1,-9 5-9-15,9-5 13 0,-3 0-11 16,2 0 1-16,-8 3 0 16,15-3-1-16,-6 5 5 15,0-5-8-15,-9 0 10 16,8 3-14-16,-14-3 14 16,15 5-12-16,-10-5 5 15,-5 0-8-15,15 0 4 16,0 0 3-16,-10 0-3 15,10 0 8-15,-15 0-2 0,5 0 0 16,10 0 5 0,-6 0-2-16,-4 0-5 0,-11 0 2 15,5 0 3-15,10 0-5 16,-10 0 0-16,-6 0-3 16,4 0 6-16,-4 0-4 15,0 0 10-15,6 0-2 16,10 0-3-16,-10 0-4 15,7 0 3-15,9 0-2 16,-6 0-2-16,15 0 5 16,-3 3-8-16,-6-3 12 15,6 4-14-15,-3-4 11 16,-3 0-5-16,0 5 0 0,-16-5 0 16,1 0-1-1,-13 0 2-15,6 0-4 0,-6 0 1 16,0 3 1-16,9-3-25 15,-9 0-7-15,13 0-71 16,-13 0-51-16,0 0-186 16</inkml:trace>
  <inkml:trace contextRef="#ctx0" brushRef="#br0" timeOffset="159765.56">12685 17409 351 0,'0'0'356'0,"0"0"-328"0,0 0 29 0,0 0 48 16,0 0-68-16,0 0 9 16,0 0 4-16,-53-64-9 0,53 8-14 15,0-21-6 1,0-23 8-16,0-8-26 15,25-5 6-15,15 10-4 0,-6 10-10 16,1 25 5 0,-17 24-1-16,-2 24-3 0,-4 20-7 15,-6 0-7-15,0 4-21 16,16 44 39-16,-3 20 11 16,21 12 13-16,-12 9-19 15,6-5-10-15,-15-8 1 16,15-4-13-16,-16-8-14 15,4-11-48-15,-10-9 12 16,-5-16-69-16,-7-12 17 16,0-13-121-16</inkml:trace>
  <inkml:trace contextRef="#ctx0" brushRef="#br0" timeOffset="159963.81">12719 17065 1037 0,'0'0'0'0,"0"0"-9"16,0 0 8-16,0 0 1 16,0 0-1-16,0 0-14 15,388-9-82-15,-330-7-145 0,-17 0-171 16</inkml:trace>
  <inkml:trace contextRef="#ctx0" brushRef="#br0" timeOffset="160412.75">13975 17196 562 0,'0'0'15'16,"0"0"41"-16,0 0 22 15,0 0-21 1,0 0 1-16,0 0-26 0,-28 165-19 16,28-161-9-16,28-4 22 15,0 0-4-15,12-12 26 16,0-44 8-16,7-16-23 16,-1-21-17-16,-21 1-5 15,-9 4-11-15,-16 8-17 16,0 16 1-16,0 19-43 15,-47 21 42-15,-9 21-3 0,-3 3 8 16,-9 8 10-16,15 31 1 16,7 10-17-16,12 2-62 15,15-2-76-15,19-5-198 16</inkml:trace>
  <inkml:trace contextRef="#ctx0" brushRef="#br0" timeOffset="160542.78">13975 17196 423 0</inkml:trace>
  <inkml:trace contextRef="#ctx0" brushRef="#br0" timeOffset="160845.01">13975 17196 423 0,'394'-144'52'0,"-373"176"3"0,-8-7-29 0,-1-10 18 0,-12-15 35 16,0 0 57-16,0-7-34 15,0-30-75-15,0-14-24 16,0-2 14-16,0-7-15 16,40-1 11-16,16 14-9 15,-3 6-4-15,0 13-3 16,-13 16 2-16,-6 8-24 16,-9 4-25-16,-16 0 27 15,4 8 23-15,-7 33 13 0,0 6-2 16,-6 6 4-1,0-6-11-15,0-10-2 16,0-9-2-16,6-16-4 0,0-9-1 16,4-3-3-16,8 0-21 15,4 5 3-15,9 3 26 16,3 4 17-16,0 8 8 16,-6-4-25-16,-9 4-5 15,9 4-12-15,-16-4-103 16,-6-4-31-16,-6-3-105 15</inkml:trace>
  <inkml:trace contextRef="#ctx0" brushRef="#br0" timeOffset="161311.79">15172 16860 289 0,'0'0'485'0,"0"0"-403"0,0 0-14 0,-13 112 2 0,13-76-49 0,0 0-13 16,0-7-8-16,6-10-3 0,13-2-10 15,-13-2-5 1,4-7-16-16,-10 5-79 0,0-10-89 16,0 5-183-1</inkml:trace>
  <inkml:trace contextRef="#ctx0" brushRef="#br0" timeOffset="161777">15079 17209 442 0,'0'0'265'16,"0"0"-254"-16,0 0 90 16,0 0-31-16,0 0-15 15,0 0 2-15,353-144-10 0,-294 67-29 16,-3-7 1-16,-25-1-17 15,-9 2-2-15,-22 14-16 16,0 17-25-16,0 20-8 16,-47 24 8-1,-21 8-18-15,-13 4 11 0,10 32 30 16,9 0 8-16,22 4 4 16,21-8 0-16,19 5 5 15,0-6-6-15,0-3-14 16,19-7-2-16,27-14-22 15,10-7 1-15,-10 0 21 16,1 0 23-16,-1 5 3 16,-5-2 19-16,5 5-8 0,1 1 9 15,5 2-10-15,10 2-6 16,4-10-2 0,2 6-5-16,-16 2 0 0,-5-3 2 15,-13 1-5 1,-6-9 2-16,-3 0-3 0,-10 0-3 15,-2 0-20-15,-1 0 21 16,1 0-15-16,2 0-1 16,-9-17-50-16,-6-6-41 15,0-5-162-15</inkml:trace>
  <inkml:trace contextRef="#ctx0" brushRef="#br0" timeOffset="161945.2">15894 16767 961 0,'0'0'20'0,"0"0"-20"0,0 0-19 0,0 0-5 0,0 0-14 16,0 0-36-16,40-92-104 15,-40 53-225-15</inkml:trace>
  <inkml:trace contextRef="#ctx0" brushRef="#br0" timeOffset="162081.6">15894 16767 568 0,'6'-269'328'0,"-6"269"-257"16,0 0 2-16,0 0-71 0,0 0-2 16,19 0-59-1,21 0 5-15,1 0-99 0,-7 0-162 16</inkml:trace>
  <inkml:trace contextRef="#ctx0" brushRef="#br0" timeOffset="162363.04">16322 16687 881 0,'0'0'70'16,"0"0"-11"-16,0 0-36 15,0 0-23-15,0 0-11 16,0 0 11-16,99-48 0 0,-65 12-16 15,0 0-21-15,7 8 7 16,-10 8-13-16,3 7-21 16,0 5 7-16,0 8 29 15,-9 0 28 1,3 0 87-16,-16 13-25 0,10 15 1 16,-10-4-10-16,1 4-16 15,8-8-17-15,-8-12-20 16,15-8-18-16,-3 0-104 15,-4 0-86-15,-21-8-464 16</inkml:trace>
  <inkml:trace contextRef="#ctx0" brushRef="#br0" timeOffset="163060.01">14217 18452 259 0,'0'0'574'0,"0"0"-565"0,0 0 27 0,0 0 13 0,0 0-33 15,24-253 8-15,-14 205-21 16,-4 20-3-16,0 16 7 16,0 12-15-16,-6 0-3 15,0 0 7-15,13 4 4 16,2 28 11-16,4 4-2 16,3-3-1-16,15-2-8 15,3-11-14-15,0-12 11 16,7-8-8-1,-7 0 11-15,7 0 3 0,2-23 34 0,-11-26-14 16,-4-7 9 0,0-4-30-16,-16-1-2 0,4 5-28 15,-10 9-46-15,-12 6-27 16,0 13-133-16,0 20-348 16</inkml:trace>
  <inkml:trace contextRef="#ctx0" brushRef="#br0" timeOffset="163362.1">15010 18135 498 0,'0'0'260'16,"0"0"-260"-16,0 0 93 0,0 0-37 15,0 0-41-15,41-209-15 16,-20 186-3-16,-14 7-3 16,11 11-26-16,4 5 11 15,-3 0-57-15,2 5 40 16,10 34 38-16,-3 14 38 16,0-1-30-16,-3-4-8 15,-3-16-41-15,-4-8-45 16,-18-8-15-16,0-4 2 15,0 0 3-15,-18-7-45 0</inkml:trace>
  <inkml:trace contextRef="#ctx0" brushRef="#br0" timeOffset="163709.28">15010 18135 643 0,'35'-80'265'0,"-23"80"-201"16,3 0 10-16,-8 0-53 15,27-4-17-15,-3-8-8 16,3-4-20-16,6-4 4 16,0 0-49-16,-5 4 16 15,5 8-5-15,-6 8-13 16,-9 0 21-16,15 0 50 0,0 0 14 16,7 3 42-1,6 5-4-15,-7-3-27 0,4-5-9 16,-4 0-12-16,-5 0 7 15,-10-24 5-15,-10-4 12 16,-8-13 8-16,-13 5-24 16,0 0 7-16,0 13-16 15,0 6-6-15,-41 17-22 16,-5 0 0-16,-7 4-23 16,7 28 21-16,-10-4-3 15,25-8-60-15,-3-12-167 0</inkml:trace>
  <inkml:trace contextRef="#ctx0" brushRef="#br0" timeOffset="163911.21">14877 17798 913 0,'0'0'1'0,"0"0"14"0,0 0-24 0,0 0 9 0,0 0-5 0,0 0-112 0,267-104-235 16</inkml:trace>
  <inkml:trace contextRef="#ctx0" brushRef="#br0" timeOffset="164275.51">16403 17766 610 0,'0'0'86'16,"0"0"-37"-16,0 0-55 16,0 0 6-16,0 0-156 15,0 0-161-15</inkml:trace>
  <inkml:trace contextRef="#ctx0" brushRef="#br0" timeOffset="164461.84">16334 17365 928 0,'0'0'153'16,"0"0"-145"-16,0 0-8 15,0 0-10-15,0 0-109 16,0 0-193-16</inkml:trace>
  <inkml:trace contextRef="#ctx0" brushRef="#br0" timeOffset="164825.91">16663 17770 809 0,'0'0'107'0,"0"0"-106"16,0 0 35-16,0 0-27 16,0 0-1-1,140-229-4-15,-106 193-8 0,-16 12-12 16,-2 16-8-16,-10 8 18 16,-6 0-35-16,6 0 41 0,0 13 26 15,-6 6 23 1,19-2-17-16,-10-9-10 0,10-8-22 15,-13 0-13-15,22 0 12 16,0 0 1-16,-16 0 51 16,22 0-37-16,-3 0 24 15,-9 0-30-15,-3 0-2 16,-4 3-6-16,4 5-6 16,-7-3-32-16,4-2-88 15,-10-3-143-15,0 0-327 0</inkml:trace>
  <inkml:trace contextRef="#ctx0" brushRef="#br0" timeOffset="165211.18">17370 17522 111 0,'0'0'433'16,"0"0"-385"-16,0 0 27 0,0 0-7 15,0 0-31 1,0 0-27-16,53 140-8 0,-53-140 13 15,0 0 42-15,0 0 22 16,0-4-6-16,0-32-50 16,-31-12-22-16,3-13 3 15,9-7-4-15,10-12 0 16,9-1-6-16,0 1 8 0,15 8-14 16,26 16 10-1,-10 12-3-15,3 20-5 0,-6 12-2 16,-3 9-7-16,-4 3 19 15,13 0-4-15,0 0 5 16,-9 0-10-16,-3 19 7 16,-16 9-7-1,-6 8 18-15,0 12-10 0,-22 4 6 16,-30 5 5-16,11-6-10 16,1-15-2-16,22-7-14 15,11-17-78-15,7-8-112 0,0-4-120 16</inkml:trace>
  <inkml:trace contextRef="#ctx0" brushRef="#br0" timeOffset="165299.93">17370 17522 679 0</inkml:trace>
  <inkml:trace contextRef="#ctx0" brushRef="#br0" timeOffset="165491.26">17370 17522 679 0,'288'-177'80'0,"-260"205"2"0,25-4-3 0,0-16 9 0,6-8-70 16,-25 0 13-16,0-13-28 16,6-30 18-16,-6-14-21 15,-9-2-18-15,-3-1 3 16,-22 4 15-16,0 15-35 0,-28 13-21 16,-31 17-10-1,-9 11 0-15,-4 0 63 0,10 15-24 16,10 25-38-16,18 5-32 15,15-6-78-15,19-6-91 16</inkml:trace>
  <inkml:trace contextRef="#ctx0" brushRef="#br0" timeOffset="165959.03">18065 17373 386 0,'0'0'106'15,"0"0"12"-15,0 0-34 16,0 0-28-16,21 16-23 16,-21-16 19-16,0-24-7 15,0-21-26-15,0-2 32 0,0-6-20 16,0-2 7-16,0-1-21 16,0-1-7-16,41 4-10 15,5 10-2-15,7 11 1 16,-19 12-10-16,12 15-8 15,-18 5-32-15,-3 0 50 16,-3 13-12-16,-16 23 13 16,-6 4-16-16,0-4-12 0,0-4 22 15,0-12 6 1,0-4 15-16,0-12-12 0,0 1 36 16,0-2-8-1,0-3-31-15,0 0 55 0,0 0-33 16,0 5-21-16,0 3-1 15,0 4 1-15,0 7 2 16,0 9-6-16,0 5-6 16,0-2-6-16,0-2-22 15,0-14 23-15,0-10-2 16,0-5 1-16,0 0-58 16,0 0-55-16,0-24-55 15,12-1-112-15</inkml:trace>
  <inkml:trace contextRef="#ctx0" brushRef="#br0" timeOffset="166174.56">18641 16912 380 0,'0'0'252'0,"0"0"-135"0,0 0 29 0,0 0-58 0,0 0-27 16,0 0-43-16,41 148-11 15,-29-124-14-15,0 1-6 16,-2-5-1-16,-4-1-20 16,-6 1 24-16,0-7-4 0,0-2-28 15,0-7-51 1,0-4-128-16,-40 0-195 0</inkml:trace>
  <inkml:trace contextRef="#ctx0" brushRef="#br0" timeOffset="166360.15">18641 16912 974 0,'-189'44'74'0,"189"-44"-8"16,0 0-37-16,0 0-29 16,0-4-15-16,9 0 9 15,22 0 0-15,16-4-19 16,3-1-2-16,-19 1-62 15,9 1-77-15,-6 3-127 16</inkml:trace>
  <inkml:trace contextRef="#ctx0" brushRef="#br0" timeOffset="166690.94">18815 17132 477 0,'0'0'87'0,"0"0"-3"16,0 0-54-16,0 0-4 15,65-220 22-15,-37 171-15 16,6 10-7-16,-9 11-23 0,-3 15 6 16,-10 10-9-16,10 3-14 15,-10 0 5 1,-6 28 9-16,0 16 0 0,-6 0-6 15,0 4 5-15,0-4 1 16,0 0-2-16,0-3 10 16,0-5-7-16,7-8 0 15,-7-5 9-15,0-7-10 16,9-3-19-16,-9-10-14 16,0-3-47-16,0 0-104 15,0 0-170-15</inkml:trace>
  <inkml:trace contextRef="#ctx0" brushRef="#br0" timeOffset="166809.34">18815 17132 964 0</inkml:trace>
  <inkml:trace contextRef="#ctx0" brushRef="#br0" timeOffset="166890.87">18815 17132 964 0,'0'0'51'0,"0"0"-6"0,0 0-45 0,53 0 21 15,-1-3-21-15,-18-22 0 16,7 5-5-16,-13 4-88 0,-16 8-59 16,-12 8-344-1</inkml:trace>
  <inkml:trace contextRef="#ctx0" brushRef="#br0" timeOffset="172785.21">29562 9236 450 0,'0'0'136'0,"0"0"-102"0,0 0 47 0,0 0 2 0,0 0-18 0,0 0-29 15,208-25 7-15,-156 22-15 16,-5-2 3-16,9 2 20 16,-4 3-29-16,1 0 14 15,15-8-34-15,-9 4 22 16,9-9-18-16,-2 5 10 0,-14 0-16 15,10 0 0 1,-9-4-1-16,-7-4-5 0,-5 4 6 16,-13-7-46-16,-16-2-10 15,-12 1-86-15,0 4-296 16</inkml:trace>
  <inkml:trace contextRef="#ctx0" brushRef="#br0" timeOffset="173585.96">29677 8843 61 0,'0'0'213'0,"0"0"-166"0,0 0 37 0,0 0-12 0,0 0 1 15,0 0 2-15,-34 0-7 16,34 0-14-16,-7 0 4 15,7 0 9-15,0 0-16 16,0 0 7-16,0 0-24 16,0 0 1-16,0 0-25 15,0 0 13-15,0 0-13 16,0 0-3-16,0 0 4 16,0 0-8-16,0 0-6 15,0 0 9-15,0 0-12 16,0 0 11-16,28 0-13 0,19 0 12 15,18-5-4 1,3 2 2-16,6-6 2 0,-2 6-4 16,2-2 4-1,1-3-3-15,-10 0 4 0,-3-7-10 16,3-6-20-16,-12 1 12 16,-13-8-32-16,0 4-47 15,-24 8-61-15,-4 1-86 16</inkml:trace>
  <inkml:trace contextRef="#ctx0" brushRef="#br0" timeOffset="207388.23">26923 12693 494 0,'0'0'36'0,"0"0"-7"0,0 0 29 0,0 0-7 16,0 0-36-1,0 0 18-15,0 0-14 0,0 0 15 16,0 0 23-16,-15 0 5 16,15 0-35-16,0 16 4 15,0-8 0-15,-6 12-9 16,-1 0 3-16,7 7-22 15,-12 6 22-15,12 3-23 16,0 8-1-16,0 0 2 16,0 4 2-16,0 1-4 15,0 7 3-15,0 4-8 16,0 0 16-16,0 5-25 0,0-10 26 16,12-7-26-1,1-4 12-15,-13-11 1 0,0-9 2 16,15-12 1-16,-15-9-6 15,0-3 1-15,0 0-5 16,0 0-4-16,0 0 11 16,0 0 7-16,0-3 28 15,0-25-25-15,-15-5-8 16,-10-11-4-16,-9-8 2 16,0-4-7-16,-7-19 14 15,17 9-8-15,2 3 7 16,9-1-12-16,-8 8 6 15,15-1 0-15,6 1 0 16,0-11-1-16,0-2-4 0,0-8 2 16,0 10 1-1,0 3-18-15,6 3 6 0,9 12-14 16,-9 13 16-16,22 5-6 16,-21 7 15-16,33-4 0 15,-9 0 3-15,25-8-8 16,3 3-3-16,-7 5-5 15,10 9-15-15,-21 10 4 16,11 9-24-16,-11 0 4 16,-1 0 18-16,6 28 8 15,-11 5 21-15,5 11-23 0,-40-4 17 16,0 7 6 0,0 6 6-16,0 4 40 0,-62-2 12 15,3 6-27-15,-3-5 13 16,-9 4-19-16,9-4-11 15,15-8-9-15,1-8-5 16,12-8-36-16,9-11-85 16,9-13-95-16</inkml:trace>
  <inkml:trace contextRef="#ctx0" brushRef="#br0" timeOffset="210952.18">27491 13154 296 0,'0'0'94'0,"0"0"-13"0,0 0 21 0,0 0-54 15,0 0 2-15,0 0 0 16,-19 0 4-16,19 0 20 16,-9 0-24-16,9 0 4 15,0 0-14-15,0 0 0 16,0 0-37-16,0 0 9 15,0 0-7-15,0 0 0 16,0 0 5-16,0 0-9 16,0 0 4-16,-6 0 2 15,-13 12-8-15,3 16 8 0,-8 8-12 16,-10 16 9 0,-7 0-4-16,1 1 0 0,15-9-5 15,-9-4 3-15,18-13 0 16,4-6-9-16,6-9 3 15,6-9-2-15,0-3-33 16,0 0 6-16,0 0-35 16,0 0-9-16,34 0 80 15,0 0 1-15,13-11 3 16,-7 3 1-16,-9 0-7 16,-3-1 3-16,-10 6-2 15,-2-2-17-15,-4 2-2 16,-5-1 7-16,-1 0-13 0,3 0 20 15,-3-4-14-15,0-5 14 16,7 6 14-16,-7-6-16 16,-6 2 9-16,0-2-1 15,6 1-12-15,-6 9 13 16,0-2 4-16,0 5-4 16,0 0 18-16,0 0 1 15,0 0-19-15,0 0 6 16,0 5-6-16,0 18 6 15,0 10 45-15,0 3-32 16,-6 8 6-16,-13-4-3 16,7 4-10-16,-10 0 15 0,10 0-20 15,6-8-7-15,-10 13 9 16,16-10-18 0,-6-11 8-16,6-3-31 15,0-5-80-15,0-12-29 0,0 5-71 16</inkml:trace>
  <inkml:trace contextRef="#ctx0" brushRef="#br0" timeOffset="211770.01">28024 13207 332 0,'0'0'155'0,"0"0"-69"0,0 0-23 0,0 0-40 0,0 0-15 16,0 0 17-16,40 0 55 0,1 0-24 15,5 0-3 1,1 0-33-16,2 0 15 0,10 0-6 16,-6 0-17-1,0 0-1-15,-13 0-8 0,-6 0-3 16,-6 0-8-16,-10 0-4 15,-2 0-41-15,-4 0-5 16,-5 0-74-16,-7-5 20 16,0-3-95-16,0-4-159 15</inkml:trace>
  <inkml:trace contextRef="#ctx0" brushRef="#br0" timeOffset="212127.91">27959 12989 459 0,'0'0'135'0,"0"0"-112"0,0 0 117 0,0 0-20 0,0 0-58 0,347 8-6 0,-260-8-35 0,-19 0-2 0,-9 0-19 15,-12 0-2-15,-13 0-45 16,0 0-13-16,-22-8-83 16,-6 0-103-16</inkml:trace>
  <inkml:trace contextRef="#ctx0" brushRef="#br0" timeOffset="213450.11">29404 12244 443 0,'0'0'85'0,"0"0"1"0,0 0-16 0,0 0-44 0,0 0-21 0,0 0 23 16,12 0-17-16,-12 11 57 16,0 22-4-16,0 11-5 15,0 12-39-15,0 4 1 16,-22-4 4-16,-9 8-25 15,4-8 19-15,-1-7-13 0,3-10-1 16,9 2-3-16,4-10 1 16,6 2-3-16,6-9-3 15,0-4-4-15,0-8-11 16,0 1-2-16,28-5-14 16,3-8 32-16,9 3 4 15,-18-3-15-15,18 0 17 16,-15 0-8-16,3 0 2 15,-16 0-2-15,22 0 4 16,-28 0-1-16,1 0 1 0,-1 0-5 16,-6 0-1-1,0-11-9-15,9-2 9 0,-3-7 10 16,-6 0-8 0,6 4 2-16,1 0 2 0,-1 4-1 15,-6-4 4-15,6 0-9 16,3-1-4-16,-9 6 7 15,0-1-7-15,0 4 3 16,0 3 9-16,0 5-2 16,0 0 12-16,0 0 11 15,0 0-7-15,0 0-15 0,0 0-2 16,0 0 7 0,0 29-6-16,0 7 22 0,0 9 0 15,0 2-8-15,0 6 4 16,0 2-3-16,0 6-5 15,0 6 16-15,0-2-24 16,0 3 18-16,0-4-19 16,0-7 14-16,0-10-12 15,0-11-6-15,0-11 3 16,0-9-14-16,0-8-26 16,0-4-47-16,0-1-16 15,0-3-94-15,0 0-90 16</inkml:trace>
  <inkml:trace contextRef="#ctx0" brushRef="#br0" timeOffset="214066.69">30018 12291 281 0,'0'0'246'0,"0"0"-147"0,0 0-13 0,0 0 42 0,0 0-59 0,0 0-23 15,-7 230 21-15,1-186-20 0,-3 0-3 16,3-5-20-16,6 6 11 15,0 7-28-15,0 0 7 16,0 4-6-16,0 0-8 16,0 1 0-16,0-1-13 15,0-9-7-15,0-6-29 16,0-10-7-16,6-6-72 16,-6-1-79-16,0-7-88 0</inkml:trace>
  <inkml:trace contextRef="#ctx0" brushRef="#br0" timeOffset="214551.23">29990 13539 487 0,'0'0'152'0,"0"0"-38"0,0 0-25 0,0 0-73 15,0 0-9 1,0 0 14-16,6 0 11 0,-6 0 3 15,9 0-10-15,-9 0 29 16,0 0-34-16,0 0-15 16,0 0-5-16,0 0-18 15,6 0-42-15,1 0-25 16,-1 0-138-16,0-8-109 16</inkml:trace>
  <inkml:trace contextRef="#ctx0" brushRef="#br0" timeOffset="-214563.72">30532 13174 448 0,'0'0'288'0,"0"0"-203"16,0 0-12-16,0 0-44 15,0 0-17-15,0 0 28 16,106 0 10-16,-72 0-43 16,-6 0 9-16,-10 0-16 15,4 0-4-15,-3 0-41 16,-7 0-20-16,4 0-19 16,-16-8-70-16,0 0-50 15</inkml:trace>
  <inkml:trace contextRef="#ctx0" brushRef="#br0" timeOffset="-214346.4">30532 13174 694 0,'-40'-252'174'0,"68"252"-170"15,-3 0 40-15,9 0-37 16,0 0-7 0,6 0-25-16,7 0-89 0,-1-8-76 15,-12-12-292-15</inkml:trace>
  <inkml:trace contextRef="#ctx0" brushRef="#br0" timeOffset="-213682.57">31422 12388 562 0,'0'0'44'0,"0"0"4"16,0 0 23-1,0 0-15-15,0 0-15 0,0 0 22 16,-108 188-57-16,67-147 11 15,1-1-16-15,6-4 29 16,3-4-13-16,16-12 2 16,8 0-11-16,7-7-8 15,0-2-8-15,0 1-16 16,0 1 17-16,34-6 1 16,7 1 2-16,5 0 4 0,-12-4-1 15,7 5 2 1,-10-6 6-16,-10 2-7 0,-8-5-7 15,-13 3-9-15,15-3-49 16,-2 0-16-16,-7 0 9 16,0 0 61-16,-6 0-6 15,0 0 15-15,0 0 2 16,0 0 8-16,0 0 37 16,0 4-8-16,0 25 25 15,0 14-6-15,-6 9 0 16,-13 9-30-16,4-1 6 15,-4 4-20-15,4-8-6 0,8-4-1 16,1-16-4 0,6-3-1-16,0-17-10 0,0-9-27 15,0-2-44-15,0-5-7 16,0 0-36-16,0 0-73 16,0-8-228-16</inkml:trace>
  <inkml:trace contextRef="#ctx0" brushRef="#br0" timeOffset="-213446.98">31540 13279 517 0,'0'0'144'0,"0"0"26"0,0 0-44 0,0 0-34 0,0 0-17 0,0 0-56 0,0 0-19 15,0 0-13-15,0 0-40 16,0-8-67-16,0-9-152 16</inkml:trace>
  <inkml:trace contextRef="#ctx0" brushRef="#br0" timeOffset="-212797.52">31887 12717 731 0,'0'0'79'15,"0"0"-37"-15,0 0-35 16,0 0 12-16,0 0 15 16,0 0-32-16,255-100 1 15,-227 100 3-15,6 0-12 16,-16 0 5-16,-12 0-2 15,-6 12-5-15,0 16-1 16,0 8 9-16,0 16 7 16,-24-4 8-16,-10-4-14 0,15-12-1 15,3-7-6-15,16-14 3 16,0 1-19-16,0-4-26 16,0-3 6-16,0 2 28 15,16 6-2-15,3-5 16 16,-7 3 10-16,-6 6-2 15,-6-1-2-15,0 4 11 16,0-4 41-16,0 12-41 16,-31-4-10-16,-15 4-1 0,-10 12-6 15,3-8 0 1,7 0-6-16,12-8-20 0,15-4-70 16,3-7-35-1,10-2-168-15</inkml:trace>
  <inkml:trace contextRef="#ctx0" brushRef="#br0" timeOffset="-212498.72">32452 13118 277 0,'0'0'606'0,"0"0"-517"0,0 0 11 0,0 0-53 0,0 0-42 0,0 0-5 16,0 0-10-16,0 0 7 15,0 0-48-15,0 0-28 16,0 0-329-16</inkml:trace>
  <inkml:trace contextRef="#ctx0" brushRef="#br0" timeOffset="-211981.51">32759 12704 431 0,'0'0'187'0,"0"0"-148"16,0 0-11-16,0 0 45 0,0 0 30 16,0 0-56-1,192-111-1-15,-139 106 1 0,-13 5-4 16,-12 0-39-16,-10 5 1 16,-8 34 0-16,-10 22-1 15,0 3-4-15,0 0-7 16,-41 1 2-16,1-1-135 15,-6-12 131-15,-10-16 15 16,31 4-6-16,3-8 6 16,16-16 1-16,6-1-7 15,0-15-32-15,0 0 22 0,6 0-5 16,16 0 13 0,3 0 4-16,15 0-2 15,-12 0 4-15,-9 0 5 0,-4 0-9 16,-9 0 2-16,7-3-2 15,8-2 5-15,-2-10-16 16,3-1 9 0,9 8 2-16,-3-8-127 0,-7 4-62 15</inkml:trace>
  <inkml:trace contextRef="#ctx0" brushRef="#br0" timeOffset="-211566.78">33425 13078 809 0,'0'0'134'0,"0"0"-40"0,0 0-29 0,0 0-45 0,0 0-8 0,0 0-12 15,0 0-18-15,0 0-52 16,-12 0-57-16,-16 0-366 16</inkml:trace>
  <inkml:trace contextRef="#ctx0" brushRef="#br0" timeOffset="-211251.36">33425 13078 145 0</inkml:trace>
  <inkml:trace contextRef="#ctx0" brushRef="#br0" timeOffset="-210995.86">33425 13078 145 0,'307'-28'280'0,"-307"32"-181"0,0-4 1 0,0 0 53 16,0 7-103-16,0-7-2 15,0 0 31-15,0 0 9 16,0 0-27-16,0-7-52 15,-6-25 13-15,-6-16-22 16,-1-4-6-16,7-12 5 16,6-5-9-16,0 1 9 0,-9 4-31 15,9 8 12 1,-6 20-24-16,-1 11 32 0,1 14-9 16,6 11 21-16,-12 0 8 15,12 0-8-15,0 0-19 16,-16 15 1-16,10 9 9 15,-13 9-47-15,-2-5-86 16,2-9-53-16,-3 1-251 16</inkml:trace>
  <inkml:trace contextRef="#ctx0" brushRef="#br0" timeOffset="-210351.17">30672 14730 846 0,'0'0'74'0,"0"0"-40"0,0 0-1 0,0 0 24 15,139-12-4-15,-70 4-49 16,-1 0 12-16,-9-4-16 15,-13 4-2-15,-12 3-17 16,-15-2-44-16,-13-1-63 0,-6 0-159 16,0-5-80-1</inkml:trace>
  <inkml:trace contextRef="#ctx0" brushRef="#br0" timeOffset="-210168.48">30672 14730 935 0,'28'-277'18'15,"-10"277"13"-15,4 0 9 16,9 5-7-16,19 3-31 16,-19-5-2-16,25 5-17 0,-10-8-67 15,-21 0-170-15</inkml:trace>
  <inkml:trace contextRef="#ctx0" brushRef="#br0" timeOffset="-209500.25">31636 14240 505 0,'0'0'323'0,"0"0"-309"0,0 0-6 0,0 0 16 0,0 0-24 15,0 0 27-15,214-31-10 16,-167 31-10-16,-16 0-6 16,-10 24-1-16,-21 24 2 15,0 12-3-15,-12 8 1 16,-50 0-13-16,-3 8-32 15,-10-11 26-15,1-1 19 0,15-8 2 16,-3-12 11 0,37-11 6-16,10-10 11 0,15-2-29 15,0-13-2 1,0-8-17-16,28 0 12 16,31 0 9-16,3 0-3 0,-3 0 5 15,3-5-5-15,-4-3-1 16,-11 0-63-16,-7 0-49 15,-12 4-31-15,-9-4-111 16</inkml:trace>
  <inkml:trace contextRef="#ctx0" brushRef="#br0" timeOffset="-208917.69">32256 14284 476 0,'0'0'90'0,"0"0"-62"0,0 0 34 0,0 0-36 0,0 0-9 16,0 0-10-16,7 53-6 15,-7-25 2-15,0 1 47 16,0 7-17-16,0-13-8 0,-7 1-3 16,7-12-17-1,0-4-5-15,0-8-5 16,0 0-7-16,13 0 8 0,15 0 4 16,0 0 0-1,3 0 0-15,3-16 6 0,6-7-6 16,0-2-2-16,-6-7-12 15,-9 0 7-15,-9 0-1 16,9 0-8-16,-19 4-12 16,9-1 28-16,-9 14 0 15,1 7-27-15,-7 8 17 0,0 0 10 16,0 0 13 0,0 48-10-16,0 8 94 15,-7 16-49-15,-20 1 0 0,14-6-22 16,-5-11-13-16,-4-3 8 15,9-9-10-15,-2-4-1 16,9-4-5-16,-7-12-4 16,7-3-1-16,6-6-1 15,-6-11-29-15,6-4 23 16,0 0-29-16,0 0-29 16,0 0-10-16,0 0-55 15,0-24-22-15,0-12-366 16</inkml:trace>
  <inkml:trace contextRef="#ctx0" brushRef="#br0" timeOffset="-187286.45">21215 8165 316 0,'0'0'91'0,"0"0"-55"0,0 0 13 0,0 0-2 0,0 0-38 0,0 0-6 16,0 0 7-1,0 0 23-15,0 0 39 16,0 0 4-16,0 0 35 0,0 0-51 16,0 0-11-1,0 0-30-15,0 0 12 0,0 0-20 16,0 0-6-16,0 0 2 15,0 0-2-15,0 0 21 16,0 0-21-16,0 0 25 16,0 0-27-16,0 0 10 15,0 0-13-15,0 0 0 16,0 0 0-16,0 0 1 16,6 0-3-16,6 0 1 15,4 0-5-15,9 0 12 16,-4 0-1-16,4 3-1 0,3 2 4 15,6-2-4-15,7-3 3 16,-1 5-5-16,6-5 2 16,13 0-4-1,0 0 7-15,9 0-13 0,1 0 14 16,-10 0-6-16,0 0 1 16,3 0-3-16,-16 0 0 15,7 0 1-15,-1 4-3 16,-5 4 8-16,9-4-10 15,-4 0 11-15,1-1-14 16,0-3 14-16,15 5-3 16,0-5-4-16,-15 0 0 15,18 4 3-15,-9-4 3 0,3 0-8 16,-2 0 11-16,11 0-15 16,-15 0 18-1,-6 0-16-15,-1 4 4 0,4-4 0 16,-3 0-1-1,12 0 2-15,-3 0-4 0,-3 0 10 16,9 0-14-16,-3 0 14 16,3 0-14-16,-15 0 14 15,9 0-9-15,-9 0 2 16,0 0 0-16,-7 0 1 16,7 0-1-16,21 4 11 15,-6 0-8-15,-3 8-2 0,10-4 12 16,-7 4-21-1,-3-8 14-15,3 0-6 16,13 4 0-16,-16-8 4 0,-6 0-11 16,-3 0 15-1,-10 0-7-15,1 5 2 16,-7-5 11-16,7 0-14 0,-1 0 19 16,7 0-6-16,-7 0-8 15,1 0 5-15,9 0-6 16,-10 0 4-16,7 0-7 15,-6 0 5-15,-7 0 0 16,13 0-8-16,-7 0 2 16,1 0 0-16,-13 0 1 0,6 0 4 15,-6 0-10 1,-15 0 8-16,-4 0-8 0,4 0 5 16,-13 0-14-16,16 0-36 15,-16 0-22-15,-6-5-79 16,0-11-426-16</inkml:trace>
  <inkml:trace contextRef="#ctx0" brushRef="#br0" timeOffset="-183607.57">23212 8445 258 0,'0'0'188'0,"0"0"-119"0,0 0 50 0,0 0-43 0,0 0 19 0,0 0-42 16,0 0-6-16,-25-7-35 0,25 7 30 15,-16 0-11 1,16 0 10-16,0 0-10 16,0 0-19-16,0 0 13 0,0 0-23 15,-6 0 12 1,-6 0-12-16,-10 0-4 16,-9 28 2-16,-9 12-3 0,-1 4 3 15,-5 8-5 1,-16-4 5-16,31 9 0 0,-9-10-1 15,6-2 4-15,12-9-8 16,9-8-2 0,13-4 6-16,0-12-12 0,0-4 0 0,0-4-4 15,0-4-12-15,7 4 27 16,21-4-2-16,-10 0-3 16,10 0 14-1,-9 0-6-15,9 0 2 0,-1 0 10 16,-2 0-13-16,9 0 0 15,0 0-5-15,-9 0 10 16,25 0-11-16,-19 0-4 16,-3 0 10-16,12 0-25 15,-15 0 13-15,-10 0-21 16,-15 0 17-16,13-8-4 16,-13 0 19-16,0-4-4 15,0-1 10-15,0-2 1 16,0 2-4-16,0 5 4 15,-13 1 2-15,7 7-1 0,-9 0 0 16,8 0-1 0,1 0-6-16,0 0 2 0,0 0 20 15,6 36-18-15,0 8 13 16,0 12-14-16,0 0 18 16,0 4-19-16,0 1 9 15,18-5-8-15,-11-4-2 16,-7 0 0-16,0-9 7 15,0-10-16-15,0-13 0 16,0-12-32-16,0-8-63 16,6 0-162-16,-6-8-321 15</inkml:trace>
  <inkml:trace contextRef="#ctx0" brushRef="#br0" timeOffset="-182974.9">23788 8533 182 0,'0'0'325'0,"0"0"-242"0,0 0 42 0,0 0-17 0,0 0-45 0,0 0-19 16,-27 130 3-16,27-75-11 16,0 6-9-16,0-5-1 15,0 4-15-15,12-8 6 16,3-7-12-16,-2-2-6 15,-1-11 1-15,-6 1-5 0,4-10-32 16,-4 1-39 0,-6-4-32-16,0-4-114 0,0-7-217 15</inkml:trace>
  <inkml:trace contextRef="#ctx0" brushRef="#br0" timeOffset="-182654.49">23841 9413 690 0,'0'0'121'16,"0"0"-14"-16,0 0-46 15,0 0-49-15,0 0-12 16,0 0-2-16,0 0-12 16,0 0-6-16,0 0-12 15,0 0 2-15,0 0-68 16,0 0-9-16,0 0-89 0</inkml:trace>
  <inkml:trace contextRef="#ctx0" brushRef="#br0" timeOffset="-152648.62">11575 12865 345 0,'0'0'86'0,"0"0"-55"0,0 0 39 0,0 0-6 0,0 0-56 0,0 0 20 15,0 0-21-15,0 0 15 0,-87 0-5 16,68 0 33-1,-2 0-11-15,-13 0-28 0,21 0 14 16,1 0-18-16,-1 0 10 16,-8 0-11-16,2 4 4 15,19 0-7-15,-15 1 9 16,2 3 1-16,1 3-13 0,-4 6 7 16,-2 6-5-16,-4 6 2 15,3 2 5-15,-2-3-9 16,8 1 6-16,-5 7-6 15,-10-8 6-15,9-5 1 16,-3 10-5-16,4-9 2 16,2 8-8-16,4 4 10 15,0 0-3-15,-4 0 3 16,4 0-7-16,-1 5 6 16,7-5-8-16,0 3 3 15,6 2 0-15,0-1 0 16,0 0 3-16,0 8-9 15,0 4 16-15,0 4-15 16,12-4 10-16,22 9-10 16,-15-9 5-16,21 0 0 15,-6-12-2-15,0 1-2 16,-3-5 3-16,-3 0 1 0,-9 0-9 16,9 0 18-16,12 3-14 15,-27-3 10-15,21 0-7 16,-6-3 2-16,-10-17-8 15,10 9 8-15,-9-2-9 16,9-10 1-16,-10 2 16 16,10-2-16-16,6 3 7 15,-9-1-6-15,15 1 7 16,7 9 0-16,-1-9-2 16,4 7 0-16,-4-6 2 15,1-1-40-15,-13-4 40 0,13-4-29 16,-16-4 26-1,-3 0-13-15,-1-4-15 16,-2 3 15-16,-9-3 9 0,2 0 6 16,-5 0-5-1,8 0-2-15,4-11 16 0,3-17-9 16,0-5 4-16,-9 5-6 16,2-11-3-16,4 3 6 15,-3-5-3-15,-10 5 9 16,7 0-8-16,-4-4 4 15,-8 0-4-15,-1-5 0 16,6-2 1-16,-12 3 2 16,10-1 6-16,-10 5-7 15,0 0 10-15,0-7-10 16,0-2 3-16,0 1-6 0,0 4 6 16,0 0-6-16,0 3 1 15,0-3 2-15,0 4-3 16,-10 0-8-16,4 4 11 15,-6-1 0-15,-10 1 0 16,3 9 12-16,13-10-21 16,0 18 18-16,0-14-15 15,6 10 6-15,0-5 0 16,0 4 0-16,0-4 2 16,0 3-5-16,0 1 3 15,0-4 0-15,0 4 0 16,0-4-6-16,0-4 6 15,0 4 0-15,-16 4 2 0,10 4 0 16,-13 4-2-16,4 0 5 16,2-1 24-16,-5-6-16 15,-10 10 18 1,0-7-25-16,-12 4 2 0,15-4-6 16,-9 1-3-16,-6-2 1 15,12 6-21-15,-3 2 19 16,-3-3 4-16,6 12 18 15,-7-4-8-15,11 4 8 16,-10 0-18-16,-1 0 7 16,-11 4-7-16,12 0-3 15,-13-4 1-15,-5 4-2 16,5-4 2-16,-6-1 48 0,13 5-48 16,-6 0 0-16,-1 0 9 15,7 0-9-15,12 0-47 16,0 33-77-16,3 11-108 15</inkml:trace>
  <inkml:trace contextRef="#ctx0" brushRef="#br0" timeOffset="-128703.53">23413 8329 177 0,'0'0'384'0,"0"0"-374"0,0 0 50 16,0 0 30-16,0 0-25 0,0 0-20 0,0 0 12 15,-52-23-46-15,30 18 16 0,16 1-17 16,-7 4 22-1,7-4-8-15,-9 0-21 0,2 0 8 16,-5 0-9 0,-17 1 0-16,7-2 10 0,-6 5-23 15,3 0 13-15,-9 0-4 16,6 0-1-16,0 0 1 16,9 0 0-16,-3 0 2 15,-6 0-2-15,0 0 2 16,3 0-4-16,-9 0 0 15,6 16-2-15,6 1 8 0,-7-1-14 16,-5 7 17-16,3-3-5 16,3 9 0-16,-6-6 0 15,5-2-2-15,8-1 4 16,2 0-3-16,3-4 5 16,3 4-8-16,-2-4-10 15,2 8 14-15,-3-4 0 16,4 3-2-16,-10 6 0 15,9-1 2-15,-2 4-2 16,2 0 11-16,0-7-12 16,4 6 9-1,2-6-12-15,13-1 4 0,0-1-2 16,0 2-1-16,0 3 3 16,0-1-4-16,0 1 12 15,0 1-10-15,0-1 12 0,0 0-14 16,0 0 10-16,7 0-4 15,-1 5 0-15,-6-2-1 16,0 2-1-16,6-6 4 16,3 1 1-16,-2-7-3 15,5-6-1-15,7 2-3 16,-4-1-3-16,4-4 5 16,-13 7 1-16,22-2-2 15,-10-1 3-15,10 4 0 0,-6-7 6 16,3 6-6-1,-10-7 1-15,16 9-2 0,-9-10 3 16,12-2-4-16,-3 2 2 16,9-3 0-16,7-4 4 15,-1 12-2-15,10-8 3 16,-15 4-3-16,11-4 8 16,-11 5-6-16,-1-2-8 15,-6-2 3-15,-3-6 1 16,9 2 2-16,7-5 3 15,-1 0-7-15,16 0 10 16,4 0 1-16,8 0-6 16,0 0 16-16,-9 0-19 15,4 0 6-15,-17-5-6 16,1 2 0-16,-6-6-1 16,-7 1-1-16,0 0 2 15,1 0 0-15,-1 8-2 0,0-3 7 16,0-2-10-1,-5 5 7-15,5 0-2 0,6 0 0 16,-5-4 8-16,-7 1-12 16,-3-5 11-16,3-5-11 15,0 1 9-15,0-7-3 16,-3 6-2-16,-3-7 0 16,0 8 6-16,-3 0-3 15,-4-3 12-15,4-6-6 16,-9 1-4-16,18-5 0 0,-16-6 5 15,10 7-7 1,-9-8-2-16,3 0 0 0,-16 4 4 16,13-5-2-1,-19 5-2-15,6 4 4 0,-6-8-3 16,6 5 11-16,-6-10-13 16,0 1 2-16,0 0 1 15,0 7 2-15,0 1-4 16,0 9 0-16,0-9 3 15,0 3-1-15,0 2-5 16,-12-1 10-16,-7 4-5 16,-3-5 4-1,10 6-9-15,-10-2 3 0,3-2-1 16,-8 6 0-16,2-3-2 16,3 0 1-16,-9 0 2 0,16 4-3 15,-10-4 11-15,-3 3-10 16,0 6 1-16,3-5-1 15,-3 4-1-15,0-1 2 16,4 6 4-16,2-6 1 16,3 5-10-16,-9 0 12 15,10 1-11-15,-10 2 12 16,3 2-12-16,-9-2 4 16,0 5-1-16,-7-8-1 15,7 5-3-15,-12-2 1 16,12-3 8-16,-7 4-12 15,10-4 19-15,-3 5-16 16,6-2 8-16,4-3-4 0,-4 5 1 16,9-6-7-16,-9 1 5 15,0 0 4-15,10 5 0 16,-16-6 4-16,21 5-4 16,-15-3 4-1,10 2-8-15,-10-3 3 0,0 0-2 16,3 0-1-16,-9-4 2 15,0 4 0-15,9 0 4 16,-3 4-9-16,0 4 5 16,3 0 0-16,-21-4-8 15,6 0 8-15,5 0 12 16,1 0-9-16,0 4-6 0,16-3 3 16,-1-6-2-1,4 5 3-15,2-4-5 16,7 4 8-16,0 4-3 15,-10 0 1-15,16 0 3 0,-12 0-5 16,-1 0 2 0,-2-4-6-16,3 4-1 0,-7 0 4 15,-3 0-29-15,4 0-10 16,-16 0-71-16,-7 0-343 16</inkml:trace>
  <inkml:trace contextRef="#ctx0" brushRef="#br0" timeOffset="-80776.08">19221 12529 125 0,'0'0'245'0,"0"0"-212"0,0 0 23 0,0 0 24 0,0 0-43 0,0 0 21 0,0 0-20 16,-18-49 11-16,11 49 7 15,-8 0 38-15,15 0-27 16,0 0-11-16,0-4 1 15,0 4-27-15,0 0 9 16,0 0-30-16,0 0-4 16,0 0 8-16,49 0-13 15,29 0 5-15,18-4 11 16,-3-8-4-16,0-8-6 16,-6 4-6-16,-13 0-6 15,-21-1-3-15,-6 2-20 16,-29-6-26-16,-18-2-65 0,0-1-118 15</inkml:trace>
  <inkml:trace contextRef="#ctx0" brushRef="#br0" timeOffset="-80545.25">19035 12159 664 0,'0'0'282'0,"0"0"-282"16,0 0 0-16,0 0 65 15,0 0 0-15,0 0-53 16,282 0-12-16,-195-20-24 16,-16 0-60-16,-9 1-96 0,-21 2-155 15</inkml:trace>
  <inkml:trace contextRef="#ctx0" brushRef="#br0" timeOffset="-79744.42">21041 11422 182 0,'0'0'305'0,"0"0"-262"15,0 0 65-15,0 0-35 0,0 0 13 0,0 0-17 16,-87 0-30-16,59 0-29 0,28 0-1 16,-18 0 14-16,18 0-6 15,-9 0 12-15,9 0-26 16,0 0 27-16,0 15-29 16,0-10 16-16,0 6-17 15,0-6-5-15,27 3 2 16,14 0 6-1,5 4 6-15,1-1-7 0,21 6 15 16,-9-6-14-16,3 10-2 16,-9 2 2-16,-1 5-4 15,-18 5 1-15,-15-1-8 16,3 4 3-16,-16 17 5 0,-6 6 14 16,0-2-6-1,-12 15-5-15,-57-16 1 0,10-8-5 16,-15-4 1-16,15-23-4 15,-9-21-10-15,9 0-53 16,-9-13-42-16,9-39-202 16</inkml:trace>
  <inkml:trace contextRef="#ctx0" brushRef="#br0" timeOffset="-79544.83">20908 11486 523 0,'0'0'375'16,"0"0"-374"-16,0 0 14 16,0 0 32-16,0 0 6 15,0 0-29-15,260-33-6 16,-167 13-18-16,0-8-2 16,16 1-65-16,-10-1-52 15,-12-5-145-15</inkml:trace>
  <inkml:trace contextRef="#ctx0" brushRef="#br0" timeOffset="-79111.11">22015 11751 384 0,'0'0'177'15,"0"0"-166"-15,0 0-3 16,0 0 44-16,0 0-24 0,0 0 17 15,155 196-6 1,-96-192 10-16,15-4 11 0,7 0-3 16,-7-8-1-16,-2-37-23 15,-4-15 14-15,-28-7-42 16,-28-6-5-16,-12 5 0 16,0 4-21-16,-12 20-3 15,-56 16-6-15,-10 20 16 16,-2 8 14-16,-16 0 2 15,9 19 1-15,0 26-6 16,16-1-12-16,24-3-71 16,25-5-128-16,22-9-159 0</inkml:trace>
  <inkml:trace contextRef="#ctx0" brushRef="#br0" timeOffset="-78627.97">23199 11248 340 0,'0'0'125'0,"0"0"-123"0,0 0 35 0,0 0 20 0,0 0-43 0,-294 241 8 0,260-200-6 16,3-10 19-16,21 2-23 16,10-9 9-16,0-7-21 15,0 6-13-15,62-7 9 16,-9-8 4-16,15-4 3 0,4-4 0 16,-10 0-6-16,-16 0-19 15,-6 0-13-15,-21 0-28 31,-3 0 8-31,-4 0-1 0,-6 0-42 0,-6-15 18 16,13-10-90-16</inkml:trace>
  <inkml:trace contextRef="#ctx0" brushRef="#br0" timeOffset="-78480.2">23320 11594 23 0,'0'0'223'0,"0"0"-89"16,0 0-52-16,0 0-9 15,0 0 48-15,0 0-20 16,-133 265-4-16,99-201-42 0,12-8-24 15,10-4-28-15,12-16-6 16,0-8-22-16,0-12-92 16,0-8-78-16,0-8-67 15</inkml:trace>
  <inkml:trace contextRef="#ctx0" brushRef="#br0" timeOffset="-78108.66">23559 11802 288 0,'0'0'168'0,"0"0"-115"15,0 0 2-15,0 0 0 16,0 0-38-16,0 0 13 15,115 129 15-15,-56-129-1 16,9 0 19-16,-9-5-5 16,21-34 14-16,-5-25-31 15,-7-8 2-15,-15-5-25 16,-35 8-4-16,-2 10 3 16,-16 15-15-16,0 16 9 15,-62 12-6-15,-3 11-10 0,-22 5 25 16,-15 0-43-16,9 33-5 15,-1 14-59-15,8 6-171 16,17-4-167-16</inkml:trace>
  <inkml:trace contextRef="#ctx0" brushRef="#br0" timeOffset="-77208.51">20592 12552 208 0,'0'0'146'0,"0"0"-46"0,0 0 4 0,0 0-31 16,0 0 3-16,0 0 62 15,248 32-83-15,-93-28 0 16,31 1-4-16,34-5 12 16,40 0-23-16,23-5 1 15,36-31-1-15,16 5-10 16,6-10-20-16,6 18 11 15,-46 2-17-15,-47 9-4 16,-28 9-14-16,-46 3-37 16,-43 0 24-16,-50 0-57 0,-47 15-70 15,-40 13-223-15</inkml:trace>
  <inkml:trace contextRef="#ctx0" brushRef="#br0" timeOffset="-76197.33">21615 13294 612 0,'0'0'48'0,"0"0"-20"0,0 0 84 0,0 0-23 0,0 0-46 0,353-104-7 0,-266 92-27 15,-12 12 4-15,-13 0-13 16,-31 0-9-16,-10 20 9 16,-15 25-46-16,-6 6 29 15,0 17 7-15,-12-4 10 16,-22 5-4-16,-6-13 4 16,12-12 9-16,9-12-5 15,19-8-1-15,0-8-3 16,0-11-7-16,19 3 0 0,37-8 7 15,2 0 3 1,8 0 4-16,2 0 0 0,-9-8-4 16,3-13-6-1,-3 6-6-15,-7-6-35 0,4-7-88 16,-3 12 21-16,-19-8-149 16</inkml:trace>
  <inkml:trace contextRef="#ctx0" brushRef="#br0" timeOffset="-75540.86">22892 13038 599 0,'0'0'56'0,"0"0"-20"0,0 0 35 0,0 0-16 0,0 0 14 16,0 0-25-16,-86 188-44 15,51-143 7-15,7 2 1 16,10-11-8-1,-4-3 5-15,10-10-4 0,-1-7 3 16,13-8-8-16,0-8-6 16,0 0-12-16,25 0 17 15,25 0 9-15,3 0-12 16,21 0 16 0,-3-3-2-16,-9-13-4 0,-9 8 2 15,-19 4-2-15,-3-4-2 16,-9 3 0-16,-4 2-14 15,-2-2 10-15,-4 2-13 16,-6-5 15-16,7-1-27 16,2-2 17-16,-15-6-2 15,13-7 10-15,-13 8 4 16,0-12-9-16,0 0-13 0,0 4-47 16,0 4 54-1,0 8-9-15,0 8 20 0,0 4-3 16,0 0 7-1,6 4 18-15,0 36 62 0,4 17 19 16,-10 10-46-16,0 2 26 16,0-5-29-16,0-4-11 15,0-12-37-15,0-8 4 16,0 0-6-16,0-16-6 16,0 1-36-16,12-17-51 0,-6-8-70 15,22 0-337 1</inkml:trace>
  <inkml:trace contextRef="#ctx0" brushRef="#br0" timeOffset="-56350.03">24650 15055 1197 0,'0'0'71'0,"0"0"-62"0,0 0 45 0,0 0 5 0,0 0-35 0,0 0 12 0,0 0-19 0,0 8 25 0,0-8-29 0,0 0 14 0,0 0-27 0,0 0-20 0,-15-8-52 0,-10-21-85 0,-3-7-18 0,22 8-219 0</inkml:trace>
  <inkml:trace contextRef="#ctx0" brushRef="#br0" timeOffset="-55199.46">19844 15668 620 0,'0'0'275'16,"0"0"-247"-16,0 0 63 16,0 0-18-16,0 0-30 15,0 0-24-15,-6 0 13 16,37 0-19-16,25-8 27 0,9-7 9 15,-9-1-37-15,-3-1-5 16,-1 1-2-16,1 0-10 16,9 9-25-16,-9-1-8 15,-7-5-44-15,-5 1-27 16,-7-12-74-16,-28 16-180 16</inkml:trace>
  <inkml:trace contextRef="#ctx0" brushRef="#br0" timeOffset="-54982.56">19919 15288 712 0,'0'0'252'0,"0"0"-237"0,0 0 29 0,0 0 11 0,0 0-39 0,0 0 14 15,139 0-26-15,-74-8-8 16,-3-5-4-16,-9 1-28 16,6-4-64-16,-9-4-170 15</inkml:trace>
  <inkml:trace contextRef="#ctx0" brushRef="#br0" timeOffset="-54415.33">20812 14998 700 0,'0'0'215'15,"0"0"-200"-15,0 0-11 16,0 0 21-16,0 0-19 15,0 0 34-15,260-168-30 16,-204 164-10-16,-16 4-8 16,1 4-6-16,-29 53-5 15,-12 23 12-15,0 23 2 16,-40 10 10-16,-28 7-1 16,15-11 7-16,13-21 5 0,21-20-13 15,13-24 23 1,6-19-15-16,0-6-7 0,0-7-6 15,18-4 7 1,23-3 15-16,11-5-4 0,10 0 9 16,10 0-17-16,-10 0 13 15,18 0-16-15,-27 0-4 16,0 0-1-16,-7 0-34 16,-5 0-28-16,-7 0-63 15,0-13-102-15,-9-2-249 16</inkml:trace>
  <inkml:trace contextRef="#ctx0" brushRef="#br0" timeOffset="-54000.44">21829 15091 142 0,'0'0'417'0,"0"0"-394"0,0 0 74 0,0 0 13 0,0 0-46 16,0 0 6-16,-121-8-27 16,121 8-18-16,0 4-20 15,0 20 7-15,28 1-8 0,18-6 3 16,22 1 18-1,4 0 1-15,-4 9 0 0,13-9-7 16,-22 8 6 0,3 0-25-16,-10-4 14 15,-18 4-14-15,-9 0-2 0,-12-4-1 16,-13 8 3-16,0 4-2 16,0 0 10-16,-31 4-18 15,-25-12 7-15,-3-11-19 16,6-17-22-16,7 0-21 15,-10-20-75-15,19-37-111 16,-13 4-85-16</inkml:trace>
  <inkml:trace contextRef="#ctx0" brushRef="#br0" timeOffset="-53917.71">21829 15091 703 0</inkml:trace>
  <inkml:trace contextRef="#ctx0" brushRef="#br0" timeOffset="-53800.07">21829 15091 703 0,'248'-232'320'0,"-248"232"-293"0,12 0 46 0,10-5-56 16,18-11-33-16,19 1 14 15,28-14-27-15,12-7-20 16,16 0-37-16,-10 4-113 16,4 0-151-16</inkml:trace>
  <inkml:trace contextRef="#ctx0" brushRef="#br0" timeOffset="-53233.8">23038 14798 571 0,'0'0'85'16,"0"0"-15"-16,0 0 58 16,0 0-83-16,-12 4-37 15,12-4 0-15,18-8-7 16,38-4 10-16,-9 12-1 16,-7 0 1-16,-15 0-8 15,-10 48-3-15,-15 17 0 16,0 15 4-16,-40 12-9 0,-35 0 0 15,7 1 4 1,16-13-27-16,11-16 27 0,23-12 1 16,-4-7 0-16,22-22 0 15,0 1-2-15,22-7-3 16,30-9 5-16,23-5 4 16,5 2 29-16,-2-2 12 15,12 1 7-15,-19-4-9 16,10 8-31-16,-13-3 0 15,-3 3-12-15,-3-5-5 16,3 5-10-16,-3-3-43 16,-9-5-55-16,-7 0-322 0</inkml:trace>
  <inkml:trace contextRef="#ctx0" brushRef="#br0" timeOffset="-52045.51">24477 15172 258 0,'0'0'339'0,"0"0"-330"0,0 0 56 0,-161 228 0 0,161-188-33 16,0-4-1-16,6-8-15 15,46-16 2-15,17 4-17 16,17-16 23 0,-5 0-3-16,25 0 4 0,-10-16-20 15,-3-24 8-15,-22 12 0 16,-3-8-8-16,-27 4-4 16,-7 4 1-16,-16 0-4 15,-12 15-7-15,-6 5 6 16,0 8 3-16,0 0-1 15,0 0-10-15,0 0-12 16,0 0 19-16,0 13-3 16,0 7 2-16,7-4-4 0,33-5 1 15,16-2-7-15,3-9 14 16,0 0 2-16,3 0 33 16,-4 0 12-16,11-9-23 15,-10-22 11-15,9-5 1 16,-34-5-15-16,-3 2 12 15,-31 6-6-15,0 1-23 16,0 8 23-16,-19 4-23 16,-43 8-3-16,3 12-20 15,-15 0 12-15,15 0-1 16,6 16 9-16,19 9-6 16,13 6-14-16,21 2 8 15,0 3-22-15,0-5 11 16,21-7 3-16,32-7 3 0,0-9 9 15,3-5 8-15,2-3 2 16,1 0 2-16,3 0 8 16,-3 0-5-1,-3-16 4-15,-19 4-8 0,4 4 0 16,-7 5 16-16,-6 3-16 16,-4 0 17-16,11-5-6 15,-14-3-9-15,20-7 0 16,17-6-1-16,-5-10 2 15,0 6 6-15,3 5-5 16,-22 9-7-16,-16 11 0 16,-5 0 6-16,-7 0 8 0,3 0-10 15,16 15 16 1,3 1-20-16,-9 4 5 0,-4 1-11 16,4-1-14-16,2-1-65 15,4-7-122-15,-9-7-322 16</inkml:trace>
  <inkml:trace contextRef="#ctx0" brushRef="#br0" timeOffset="-51836.26">26768 15127 650 0,'0'0'28'0,"0"0"56"0,0 0 35 0,0 0-59 0,0 0-57 15,0 0 4 1,93 169-7-16,-77-146-4 0,-16-10-65 16,6-5-40-16,-6-8-1 15,0 0-113-15,0-8-5 16</inkml:trace>
  <inkml:trace contextRef="#ctx0" brushRef="#br0" timeOffset="-51703.75">26768 15127 667 0,'6'-212'329'0,"-6"212"-323"15,0 0-5-15,0 0-1 0,34 0-38 16,-6 0-139 0,-15 3-179-16</inkml:trace>
  <inkml:trace contextRef="#ctx0" brushRef="#br0" timeOffset="-51302.01">27450 14951 9 0,'0'0'647'0,"0"0"-634"0,0 0 98 16,0 0-15-16,0 0-40 15,0 0-24-15,-74-53 26 16,55 53-44-16,7 0-1 16,-10 5-2-1,16 18-3-15,-6 2-8 0,12 3-6 16,0-4 3 0,0 4-4-16,24-8-1 0,23-1 12 15,-1 2-6-15,10-5 4 16,-9-4-4-16,-13 5 6 15,-9 2-3-15,-13-7-1 0,-3 4 0 16,-9 17-5-16,0 3 9 16,-15 8-22-16,-32-4 27 15,-12-4-26 1,7-12 17-16,11-4-32 0,-5-12-12 16,30-8-102-1,16 0-24-15,0-4-159 0</inkml:trace>
  <inkml:trace contextRef="#ctx0" brushRef="#br0" timeOffset="-50952.66">27804 14846 605 0,'0'0'13'16,"0"0"52"-16,0 0 32 15,0 0-55-15,0 0-4 0,0 0-33 16,-127 113 9 0,127-89-5-16,62 0-8 0,-3 0 3 15,15-4 6-15,13-1-7 16,0 2 0-16,-7-1 4 16,7 5-7-1,-28 6-18-15,-25-3 18 0,-21 8 15 16,-13 0-12-16,0 5 26 15,-31-2-8-15,-44-6-4 16,7-13-17-16,9-8-26 0,19-12-27 16,6 0-123-1,15 0-33-15,19-16-130 0</inkml:trace>
  <inkml:trace contextRef="#ctx0" brushRef="#br0" timeOffset="-50719.7">28446 15280 317 0,'0'0'174'0,"0"0"-94"16,0 0 19-16,0 0-24 15,341-8-7-15,-254-20-2 16,-25-5-62-16,-22-3 60 16,-28-3-63-16,-12-2 10 0,0 13 9 15,-12 0-18 1,-56 8-2-16,-13 8-28 15,-6 12 13-15,7 0-19 0,14 8 5 16,4 20-11-16,22-4-87 16,22-8-56-16,11-8-217 15</inkml:trace>
  <inkml:trace contextRef="#ctx0" brushRef="#br0" timeOffset="-50453.23">28325 14810 824 0,'0'0'129'15,"0"0"-104"-15,0 0 24 0,0 0 13 16,0 0-31-16,0 0-16 16,356-3-15-16,-263-14-12 15,0 1-40-15,-40 8-143 16,-6 0-245-16</inkml:trace>
  <inkml:trace contextRef="#ctx0" brushRef="#br0" timeOffset="-50153.16">29156 14879 158 0,'0'0'113'16,"0"0"20"-16,0 0 10 15,0 0-55-15,0 0-2 16,0 0 12-16,0 191-21 15,0-142-38-15,0 7-18 16,6-7-3-16,28-6-14 16,6-7-1-16,13-7 0 0,0-9-6 15,9 0-10-15,9-4 1 16,3-4-7-16,7-8-291 16,6-4 300-16,-22 0-59 15,-3 0-73-15,-22 0-104 16</inkml:trace>
  <inkml:trace contextRef="#ctx0" brushRef="#br0" timeOffset="-49954.37">29497 15015 961 0,'0'0'26'0,"0"0"-6"0,0 0-26 16,0 0 6-16,0 0-3 16,0 0-20-16,99 0-39 15,-87 0-113-15,4 0-72 16</inkml:trace>
  <inkml:trace contextRef="#ctx0" brushRef="#br0" timeOffset="-49536.72">29497 15015 819 0,'111'-164'140'16,"-111"164"-123"-16,0 0 24 0,0 0-40 15,0 0-1 1,41 0-7-16,5 0 3 16,1-13-26-16,9 9-30 0,-4-7-116 15,-18-2 15-15,-15 5-42 16,-13 8 3-16,-6-4 23 15,0 4 177-15,-18 0 49 16,-29-4 69-16,7 4 93 16,12 0-71-16,9 0-68 15,19 0 30-15,0 0 4 16,0 0-35-16,0 0-52 16,0 16 21-16,19 12-30 15,15-4-8-15,6 1 7 16,1-2 0-16,11 1 3 0,10-4-7 15,16 1-1-15,2-6 3 16,-11 10-5 0,-4-1 6-16,-25 7-11 0,-12 6 3 15,-28 7-4-15,0 0-31 16,-6 0 35-16,-56-8 13 16,3-8-13-16,0-15-5 15,12-5-68-15,7-8-108 16,6 0-105-16</inkml:trace>
  <inkml:trace contextRef="#ctx0" brushRef="#br0" timeOffset="-49019.86">29094 15224 652 0,'0'0'46'0,"0"0"62"0,0 0 1 0,0 0-62 0,0 0-2 0,0 0-11 16,381 12-31-16,-328-29-3 15,-4 6-22-15,-24-6-26 16,3 1-84-16,-28 13-144 15</inkml:trace>
  <inkml:trace contextRef="#ctx0" brushRef="#br0" timeOffset="-48720.02">29190 15007 457 0,'0'0'248'16,"0"0"-186"-16,0 0 94 15,0 0-67-15,0 0-46 16,0 0-4-16,214-32-35 0,-162 11-4 16,7 1-34-16,-18 1-110 15,-35 7-363-15</inkml:trace>
  <inkml:trace contextRef="#ctx0" brushRef="#br0" timeOffset="-46155.98">20948 16579 539 0,'0'0'44'0,"0"0"-16"0,0 0 36 0,0 0 20 0,0 0-16 0,0 0-21 0,31-28-20 15,-3 11-22-15,0-2 29 16,-3-6-20 0,15 10-9-16,-6 7 5 0,-6 0-13 15,3 8 8-15,9 0-5 16,7 0 0-16,-1 0 0 15,4 0-1-15,3 0 2 16,6-13-1-16,-7-7 0 0,4 4 0 16,-9 1 0-16,-1 2-6 15,1 10 7-15,5 3-2 16,1 0-4 0,3 0-9-16,-9 3 14 0,-1 10 0 15,7-10-5-15,-1-3 3 16,17 0-3-16,5-16-22 15,4-20 8-15,2-4 15 16,-5 16 4-16,-16 16-5 16,-10 8 4-16,4 0-2 15,-7 0 3-15,7 8 0 16,0 12 3-16,3-16 10 16,9-4-9-16,15 0-4 15,20-8 0-15,-14-24 2 0,17 9-5 16,-38 6 13-1,3 9-16-15,-9 8 12 0,3 0 14 16,3 0-5-16,-3 0-3 16,3 8 1-16,3-8-13 15,-2 0-2-15,-4 0-2 16,18 0-4-16,-15-8 4 16,-18-16 1-16,21 20 4 15,-21 0-1-15,-1 4 0 16,7 0-12-16,-1 0 12 15,10 20 0-15,-3-8-9 0,10-4 19 16,-4-8-18 0,15 0 8-16,-5-8-17 0,5-16-39 15,-5 7 37-15,-38 6 19 16,19 7 1-16,-16 4 14 16,7 0-5-16,-1 0 26 15,7 0-13-15,15 0-6 16,-9 0-5-16,-6 0-10 15,21-12-1-15,1-12-1 16,-17 3-1-16,1 6 1 16,-9 11-3-16,9 4 3 15,15 0 0-15,7 0 1 16,6 24 14-16,-16-4 1 16,3 0 4-16,7-16-13 15,-7-4 1-15,13 0-8 0,-15 0-8 16,24-32-3-16,-31 0 21 15,-12 16-13-15,-26 8 6 16,-8 8-5-16,-3 0 4 16,-4 0 1-16,16 0 18 15,-3 0-11-15,9 0 10 16,19 0-18-16,-7-8 6 16,22-12 0-16,-3 4-6 15,4 4 7-15,11 12-11 16,13 0 2-16,-12 0 0 15,6 0-3-15,-19 15 7 16,-3 1-2 0,3-7 3-16,3-9-10 0,4 0-7 15,6 0-9-15,-13-25 19 0,-16 17-1 16,-11 1 3-16,-10-1 0 16,9 8-2-16,0 0 10 15,16 0-9-15,16-5 6 16,2 2-10-16,7-2-7 15,5-7 12-15,-11 8 0 16,-4 0 0-16,-9-4-5 16,-9 8 12-16,0 0-6 15,9 0 5-15,9 0-1 16,9-3 4-16,7-5-18 16,-12-1-10-16,-1-2 19 0,-15 3 0 15,0-5 1 1,3 9-4-16,-9-4 6 0,-7 5-12 15,-5 3-23 1,-1 0 24-16,-12 0-16 0,-3 0-17 16,-4 0-23-16,-2 0 3 15,9 11 61-15,-3 1 8 16,9 1 27 0,12-2-28-16,-6-7-7 0,16-4-43 15,-3 0 30-15,-13 0-133 16,-6-8-156-16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15:28.97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9671 10571 136 0,'0'0'166'0,"0"0"-161"0,0 0 43 0,0 0 55 0,0 0-45 15,0 0-36-15,0 0 4 16,0 0 29-16,-28 0-5 0,28 0 23 15,0 0 8-15,0 0-9 16,0 0-35-16,0 0 0 16,0 0 1-16,0 0-21 15,0 0 0-15,0 0-8 16,0 0-16-16,0 0 21 16,0 24-16-16,0 12 11 15,0 8-6-15,0 9 0 16,0 2-2-16,0 14 4 15,0-5-3-15,0 0 1 16,0 0-1-16,0 1-2 16,6 7 3-16,10-5-3 0,-4-6 3 15,7-12-3 1,-4-10-10-16,-8-14-1 0,11-5 7 16,-18-4 4-16,9-5 0 15,-9-2 1-15,0-1 0 16,0-8 3-16,0 3-8 15,0-3 2-15,0 0-12 16,0 0 9-16,0 0 1 16,0-8 4-16,0-31 8 15,0-6-8-15,0-2-10 16,-9-14 0-16,-9-3-8 16,18 0 2-16,-13-12-5 15,4-1 1-15,-4 1 12 0,1-4-11 16,0 8 18-16,-10 11-25 15,3 17 24-15,4 8-13 16,9-3 15-16,-1 3 0 16,7-5-18-16,0-3-22 15,0 4-26-15,13 0 49 16,9 0-28-16,12 19-20 16,-16-2 62-16,1 10-57 15,3 5 47-15,5 1-4 16,4 7-13-16,-3 0 30 15,0 0-8-15,-3 0 17 16,-3 3 0-16,-10 14-9 0,-6 7-12 16,-6 4 10-16,0-5 4 15,0 18 46-15,0-2 0 16,-12 10 12-16,-16-1-17 16,3 4-7-16,4-8-27 15,-7 4-5-15,-10 9-4 16,-11-9-13-16,-4-1-51 15,-6-14-43-15,25-21-149 16,6-12-14-16</inkml:trace>
  <inkml:trace contextRef="#ctx0" brushRef="#br0" timeOffset="915.96">10105 10980 424 0,'0'0'135'0,"0"0"-73"0,0 0 9 0,0 0-11 0,0 0-37 0,0 0 34 16,-6-8-11-16,6 8-1 16,0 0-10-16,0 0 25 0,0 0-9 15,0 0-31 1,0 0-17-16,0 0 4 15,0 0-11-15,19-8 5 16,21 1-2-16,0 2-28 0,0-3-11 16,1 4-41-16,-7 4-90 15,-9 0-51-15</inkml:trace>
  <inkml:trace contextRef="#ctx0" brushRef="#br0" timeOffset="1964.55">10713 11204 239 0,'0'0'22'0,"0"0"-21"0,0 0-1 0,0 0 0 0,0 0 0 0,0 0-3 0,-25 21 6 15,25-17-2-15,-15-4 23 16,15 0 81-16,0 0-27 15,0 0-56-15,0 8 9 16,0 0-3-16,0-5 8 16,0 2-26-16,0-5 31 15,0 12 2-15,0-8 17 16,0-4 15-16,0 0-20 16,0 0-31-16,0 0-5 15,0 0-1-15,0 0-15 16,0-8 16-16,0-32-17 15,0-16 3-15,0-13-2 16,21-11 3-16,-2-12-2 0,-19 0-4 16,12 4 0-16,-12 8-21 15,0 16-9-15,0 11 6 16,0 17 8-16,0 24-4 16,16 0 20-16,-16 12 5 15,0 0 23-15,0 0-28 16,0 24-3-16,0 8 3 15,0 8 5-15,0 0 0 0,0-4 2 16,0-3-7-16,0-14 0 16,12-14-6-1,1-5-65-15,21 0 49 0,6-28 22 16,13-21 3-16,3 5 8 16,9-4-3-16,-3 12 7 15,-3 4-11-15,-7 12-6 16,-18 8 2-16,0 12-9 15,-21 0 8-15,15 0 1 16,-10 52 2-16,-11 20 30 16,-7 21 19-16,0-2-36 15,0 1-4-15,0-7-9 16,15-9-2-16,4-24-24 16,2-3-60-16,-8-13-41 15,12-16 10-15,-4-12-173 0</inkml:trace>
  <inkml:trace contextRef="#ctx0" brushRef="#br0" timeOffset="5811.73">11984 11032 47 0,'0'0'167'0,"0"0"-96"0,0 0-20 0,0 0-47 15,0 0-4 1,0 0-17-16,0 0 8 0,-40 0-5 16,34 0 14-16,6 0 20 15,-10 0 40-15,10 0 28 16,0 0-25-16,0 0-32 16,0 0 17-16,0 0 1 15,0 0-7-15,0 0-12 16,0 0 16-16,0 0-2 15,0 0-35-15,0 0-9 16,0 0-7-16,0 0 5 0,0 0-2 16,0 0 2-16,0 0 4 15,0 0 17-15,0 0-1 16,0 0-1-16,0 0 3 16,0 0-7-16,0 0 6 15,0 0-16-15,0 0 30 16,0 0-16-16,0 0 26 15,0 0-16-15,0 0-1 16,0 0-16-16,0 0-9 16,0 0-1-16,0 0 4 15,0 0-7-15,0 0 11 16,0 0-12-16,0 0 4 16,0 0 0-16,10 0-1 15,30 0 1-15,6 0 5 0,1 0-1 16,-1 0 3-16,7 5 2 15,-13 2-12-15,7 1 11 16,-7-3-16-16,-6-2-12 16,-9-3 4-16,-3 0-39 15,-16 0-12-15,0 0-45 16,-6 0-78-16,0-8-118 16</inkml:trace>
  <inkml:trace contextRef="#ctx0" brushRef="#br0" timeOffset="6944.13">11910 10755 14 0,'0'0'176'0,"0"0"-148"0,0 0-9 0,0 0 8 15,0 0 2 1,0 0 0-16,0 5 15 0,0-5 16 16,0 0 16-16,0 0 19 15,0 0-14-15,0 0-44 16,0 0 5-16,0 0-13 15,0 0 3-15,0 0-17 16,0 0 3-16,0 0 2 16,0 0-7-16,0 0 8 15,0 0-9-15,0 0 9 16,0 0-21-16,0 0 0 16,0 0-2-16,0 0 0 0,28 4 2 15,3-1 6-15,24 5 2 16,-2-8-8-16,0 0 10 15,9 0-6-15,-16 0 0 16,-5 0-1-16,-23 0-1 16,16 0-1-1,-15 0 2-15,3 0-4 0,-10 0 1 16,-6 0-8-16,-6 0-46 16,16 0-121-16,-16 0-226 15</inkml:trace>
  <inkml:trace contextRef="#ctx0" brushRef="#br0" timeOffset="8058.87">12958 10993 67 0,'0'0'0'16,"0"0"5"-16,0 0-2 0,0 0 23 0,0 0 12 0,0 0 22 15,0 0-13-15,0 28-10 16,0-20-11-16,0-8 17 16,0 0 1-16,0 0-5 15,0 0 9-15,0 0-1 16,0 8 5-16,0-5-20 16,0-3 26-16,0 0-30 15,0 0 8-15,0 0-23 16,0 0 20-16,9-19 8 15,-3-22-23-15,19-27 8 0,3-4-13 16,-16-8 17 0,-5 0-28-16,8 8 5 0,-15-1-7 15,0 21 0-15,0 12-2 16,0 15 2-16,0 14 0 16,0 11 5-16,0 0 13 15,0 0-18-15,0 0 0 16,0 16 10-16,0 23-9 15,0 6 15-15,0-5 25 16,6-12-12-16,22-3-29 16,-3-25-12-16,15 0-26 15,1 0 22-15,5-8 16 16,-6-33 4-16,29 1 1 16,-17-4 1-16,13 12-5 15,-15 8-2-15,-13 12 1 16,-3 12-10-16,-18 0 6 0,2 0 0 15,-5 24 4-15,-7 32 2 16,-6 8 32-16,0 8-10 16,0 8-15-16,0-8-2 15,0-3-7-15,0-17-12 16,0-12-51-16,0-24-83 16,0-16-133-16</inkml:trace>
  <inkml:trace contextRef="#ctx0" brushRef="#br0" timeOffset="8893.21">13928 10804 340 0,'0'0'45'0,"0"0"51"0,0 0 22 0,0 0-36 15,0 0 1-15,0 0 7 16,0 0-19-16,0 0-47 16,0 0 6-16,0 0 18 15,0 0-16-15,0 0-22 16,6 0 0-16,35 4 3 16,11-4-11-16,10 0 3 15,-3 0 0-15,-6 0-10 16,-3 0 5-16,-13 0-7 15,-9 0-7-15,-6 0-75 16,9 0 12-16,-25-25-144 16,-6 17-228-16</inkml:trace>
  <inkml:trace contextRef="#ctx0" brushRef="#br0" timeOffset="10110.06">14623 10523 264 0,'0'0'26'0,"0"0"18"0,0 0 31 16,0 0 18-16,0 0-22 15,0 0-24-15,34 60-29 16,-28-32-8-16,0 8 14 16,-6-3-14-16,7 15 19 15,2 4-24-15,-3 4 33 16,0 4 11-16,-6-4 4 15,13-4-41-15,2-8-6 16,10-7-6-16,3-10-102 16,-10-7 102-16,-2-12 3 0,-4-3-3 15,-5-5-9-15,5 0 0 16,-3 0-17-16,-3-13 15 16,1-26-6-16,-1-14-43 15,0 1 27-15,-6-4 3 16,0 4 4-16,0 4 26 15,0-1 12-15,-12 10-3 16,-1-2 21-16,-8 18 4 16,8 2 11-16,-2-2 13 15,2-5-48-15,7-5-10 16,0-7-2-16,6 12-13 16,0-8-12-16,0 12 23 15,0 0-7-15,0 4 10 16,0-4-6-16,0-1 7 0,12 6-1 15,10-1-4-15,3-1-19 16,-4 9-27-16,4 4 40 16,-3 8-14-16,-10 0 25 15,1 0 1-15,8 0 0 16,-2 8 6-16,3 4-6 16,12-4-1-16,-15 5 5 15,2-10-13-15,-8 5 16 16,-13 1-11-16,12 2 6 15,-6 2-3-15,-6 10 19 16,0 2-5-16,0 3 29 16,0-1-14-16,-18-2 4 0,-4 11 8 15,-9-8 20-15,-9 8-12 16,-1 5-6-16,-15-5-31 16,-2 3 19-16,5-14-21 15,6-14-10-15,13-11-22 16,6 0-68-16,4 0-111 15,-11 0-115-15</inkml:trace>
  <inkml:trace contextRef="#ctx0" brushRef="#br0" timeOffset="49243.45">16375 5923 207 0,'0'0'212'0,"0"0"-150"0,0 0 41 0,0 0 3 0,0 0-8 0,0 0-15 16,0 0-21-16,0 0-18 15,0 0-23-15,0 0 14 16,0-5-15-16,0 5 7 15,0 0-25-15,0 0 12 0,0 0-8 16,0-7 6-16,0 7 3 16,0 0 0-16,0 0 11 15,0 0-15-15,0 0 14 16,0 0-24-16,0 0 2 16,0 0 1-16,0 0-8 15,0 0 3-15,0 0-10 16,0 12 2-16,6 36 4 15,16 9-1-15,-10 23 9 16,0 4-6-16,4 8-2 16,-4-4 0-16,16 0-9 0,-15-11 7 15,-1-5 4 1,0-4-12-16,4-20 15 16,-16-12 0-16,6-19-5 15,-6-14 11-15,0-3-2 0,0 0-1 16,0-24 4-16,-22-36-3 15,-24-16-1-15,6-8-6 16,9-12 8-16,9-13-12 16,16-12 12-16,6 2-6 15,0-10 1-15,0 12-5 16,0 9-12-16,0 5-2 16,0 10 7-16,0 17-12 15,6 12 6-15,0 12-1 16,22 19 15-16,-16 9-39 15,4 12 14-15,-4 4 8 16,16 8 4-16,-3 0-25 0,15 41 24 16,1 6 17-16,-1 17-3 15,-21-3-40-15,-19 7-15 16,0 0 59-16,-25 4 0 16,-50-3 52-16,-5-17 35 15,-1 0-31-15,16-20-6 16,12-20-36-16,13 8-14 15,0-20-70-15,18 0-152 16,16 0-227-16</inkml:trace>
  <inkml:trace contextRef="#ctx0" brushRef="#br0" timeOffset="50125.07">16902 6311 674 0,'0'0'20'0,"0"0"5"0,0 0 55 0,0 0-60 0,0 0-16 15,0 0 25-15,-140 66-29 16,140-51 23-16,0-7-10 16,0 0 5-16,22 5-7 15,37-2-4-15,22-2 3 16,-1 7-6-16,-9-5 11 15,-2 6-14-15,-23 11 9 16,-6-4-9-16,-5 4 4 16,-23 3-4-16,-6 5 2 15,-6-3 4-15,0 3 2 16,0 0 20-16,-12-8-11 0,-29 0 1 16,-11-7-15-16,-10-13-4 15,3-8-8-15,-9 0-24 16,15 0-27-16,25-21-34 15,9-19-14-15,13-4-42 16,-6-8-268-16</inkml:trace>
  <inkml:trace contextRef="#ctx0" brushRef="#br0" timeOffset="50259.44">16902 6311 753 0</inkml:trace>
  <inkml:trace contextRef="#ctx0" brushRef="#br0" timeOffset="50324.68">16902 6311 753 0,'-81'-23'69'0,"177"23"-64"0,-3-41 59 16,13 2 68-16,8-10-187 16,-73 37-146-16,-35 9-228 15</inkml:trace>
  <inkml:trace contextRef="#ctx0" brushRef="#br0" timeOffset="50673.49">17510 6588 347 0,'0'0'270'0,"0"0"-235"15,0 0 56-15,0 137 31 0,0-101-91 16,0-4-28-16,0-3-3 16,0-14-29-16,0-7-104 15,0-8-20-15,0 0-276 16</inkml:trace>
  <inkml:trace contextRef="#ctx0" brushRef="#br0" timeOffset="51275.67">17965 6147 619 0,'0'0'71'16,"0"0"-20"-16,0 0 49 0,0 0-50 16,0 0-44-16,0 0-6 15,-18 12-8-15,18 4 5 16,0 1 6 0,0-1 8-16,0-4-10 0,0-4 10 15,0-8 7-15,0 3 10 16,0-3 21-16,0 8-10 15,0 0-5-15,0 5-26 16,0-1 19-16,0 8-20 16,12 8 6-16,1 12-12 15,8 4 14-15,-8 12-3 0,-7 0-9 16,0 5 2 0,0-17-1-16,16-12-8 0,-10-12-16 15,4-8 18 1,2-12-4-16,4 0 0 0,3 0 5 15,15 0 1-15,13 0 0 16,15 0-4-16,-9 0-27 16,3 0-75-16,-31 0-134 15,-9-20-338-15</inkml:trace>
  <inkml:trace contextRef="#ctx0" brushRef="#br0" timeOffset="52190.91">17872 6220 61 0,'0'0'177'0,"0"0"-106"0,0 0 48 0,0 0 18 0,0 0-32 15,0 0-46 1,0-12 12-16,0 7-13 0,0 2-51 16,0-2 21-16,0 2-21 15,-6-5 32-15,-9 4-16 16,2-1 26-16,7 2-12 15,0 3-12-15,0 0-7 16,-1 0-16-16,-2 0-2 16,9 0-8-16,0 0 7 15,0 0-16-15,0 0 7 16,0 0 2-16,0 0 0 16,0 0 0-16,0 0-10 15,0 0 11-15,0 0-12 16,0-5 6-16,0 5-18 15,0-8-4-15,0 5 3 0,0-1 32 16,0-4 13-16,9 3 5 16,10-6-4-16,0-9-12 15,15-1-4-15,6-2-2 16,0-2-12-16,1 6-39 16,-13 14-47-16,-22 5-102 15</inkml:trace>
  <inkml:trace contextRef="#ctx0" brushRef="#br0" timeOffset="52905.67">19054 6167 629 0,'0'0'304'0,"0"0"-294"0,0 0 29 15,0 0 61-15,0 0-70 16,0 0-14-16,316 0-13 15,-251-3-3-15,-25-2-5 0,7-2-25 16,-19-1-46-16,-22-5-68 16,-6-3-125-16,0 1-87 15</inkml:trace>
  <inkml:trace contextRef="#ctx0" brushRef="#br0" timeOffset="53087.8">19054 6167 936 0,'40'-280'70'15,"-25"280"-10"-15,4 0-13 0,21 0-30 16,22 0 0-16,10 0-8 16,15 0-9-16,-1-8-29 15,17-12-116-15,-38 7-159 16</inkml:trace>
  <inkml:trace contextRef="#ctx0" brushRef="#br0" timeOffset="54104.13">19965 6385 429 0,'0'0'40'0,"0"0"110"0,0 0 5 0,0 0-15 0,0 0-41 15,348-13-29-15,-237 1-34 16,4 4-20-16,-7 0-2 16,-15 5-14-16,0-2-4 15,-18 1-28-15,-4 4-37 16,-15 0-74-16,-19 0-175 15</inkml:trace>
  <inkml:trace contextRef="#ctx0" brushRef="#br0" timeOffset="54636.78">21736 6247 705 0,'0'0'103'0,"0"0"17"0,0 0-10 0,341 0-33 15,-174 0-41-15,1 0 11 16,5-11-45-16,-15-5-2 15,-15 4-28-15,-22-8-26 16,-28 7-87-16,-40-3-193 16</inkml:trace>
  <inkml:trace contextRef="#ctx0" brushRef="#br0" timeOffset="55919.06">20480 5337 298 0,'0'0'86'0,"0"0"-76"0,0 0 29 0,0 0-23 15,0 0 11-15,0 0 35 16,12 0-15-16,-12 0 0 15,0 0-7-15,0 0 3 0,0 0 20 16,0 0 4-16,0 0-35 16,0 0-10-16,0 0 17 15,0 0-9-15,0 0 3 16,0 0-24-16,0 0 18 16,0 0-23-16,0 0-3 15,0 0 0-15,0 0-1 16,-12 21 12-16,-28-9-8 15,-7 7 2-15,-9 9-2 16,10-7-2-16,-7 2 1 16,13 5 5-16,6-3-8 15,9 3 0-15,9 0 1 0,16-4-2 16,0 4 1-16,0 0-1 16,0-4-12-16,28-4 10 15,25-4 2-15,9-8-1 16,-3 4-6-16,22-4 4 15,-7-3-14-15,-3 3 8 16,-9 4-10-16,-9-1 2 16,-6-3 0-16,-20 5 0 15,-2-6-16-15,-19 1 23 16,4 5-27-16,-10-1 7 16,0-1 7-16,0 10 24 15,0 11 6-15,-41-8 5 0,-14 16 10 16,-4 0-3-1,6 0 5-15,-9-8-18 0,15-7 14 16,7-14-18-16,28-7-2 16,6-4-13-16,6 0-55 15,0-7-80-15,0-17-70 16,0-4-171-16</inkml:trace>
  <inkml:trace contextRef="#ctx0" brushRef="#br0" timeOffset="56751.69">20452 5398 428 0,'0'0'284'0,"0"0"-227"0,0 0-2 0,0 0 5 16,0 0-32-16,0 0-13 15,0-20-8-15,0 20-6 16,0 0 17-16,0 0 8 16,0 0 25-16,12-8-28 15,44 8 8-15,9-12-24 16,16-1-7-16,0-3-13 15,5 1-38-15,-11-1-16 16,-22 11-76-16,-13-3-99 16</inkml:trace>
  <inkml:trace contextRef="#ctx0" brushRef="#br0" timeOffset="57401.17">20979 5774 72 0,'0'0'484'0,"0"0"-408"0,0 0 3 0,0 0-9 16,0 0-14-16,0 0-5 15,0 0-6-15,0 0-45 16,0 0 1-16,0 0 0 15,0 0 22-15,0 0-23 16,0 0 1-16,0 0-1 16,0 0 8-16,0 0 27 15,0 0-13-15,0 0 3 16,0 0-16-16,0 0 5 16,0 0-14-16,16 0-6 15,-16 0-3-15,0-8-5 16,0 5 13-16,0 3-46 15,0 0 36-15,0 0 3 0,0 0 2 16,0 0-38-16,0 0-58 16,0 0-241-16</inkml:trace>
  <inkml:trace contextRef="#ctx0" brushRef="#br0" timeOffset="59899.63">22430 5177 209 0,'0'0'52'0,"0"0"-47"0,0 0 100 16,0 0 20-16,0 0-83 15,0 0 14-15,0-4 25 0,0 4 4 16,0 0-11-16,0 0-45 16,0 0 1-16,0 0-17 15,0 0-12-15,0 0-1 16,0 25 0-16,0 19 21 16,0-1 9-16,-28 17-23 15,-18-7 7-15,15-6-11 16,-9-3 2-16,5-11-8 15,1-1 9-15,16-8 5 16,-10-3-6-16,9-6 12 16,19-7-17-16,0 0-10 15,0-8-42-15,53 5 1 0,21-5 36 16,4 0-6-16,9 0-17 16,-25 0-13-16,-22 7 25 15,-6-7-2-15,-21 0 20 16,-7 0-3-16,6 0-3 15,-6 0 13-15,10-4 1 16,-16-16 0-16,0 4-18 16,0-4-19-16,0 4-111 15,0 0-84-15</inkml:trace>
  <inkml:trace contextRef="#ctx0" brushRef="#br0" timeOffset="60082.31">22598 5534 124 0,'0'0'140'16,"0"0"-88"-16,0 0 36 15,0 0-8-15,0 0-46 0,0 0-17 16,-93 84 20-16,80-48 13 16,4 9 11-16,-3 2 33 15,5 9-17-15,-5-4-19 16,3 1-37-16,-4-9-7 16,7-11-14-1,6-14-11-15,0-15-48 0,0-4-191 16</inkml:trace>
  <inkml:trace contextRef="#ctx0" brushRef="#br0" timeOffset="60581.93">23488 5907 634 0,'0'0'59'0,"0"0"120"0,0 0-95 0,0 0-37 15,0 0-23-15,0 0-24 16,372 0-3-16,-323-8-47 0,-18-12-11 16,-3 8-136-16,-22-1-171 15</inkml:trace>
  <inkml:trace contextRef="#ctx0" brushRef="#br0" timeOffset="60800.28">23568 5602 351 0,'0'0'228'16,"0"0"-153"-16,0 0 70 0,0 0-37 16,0 0-61-16,0 0-47 15,348-8-1-15,-290 8-129 16,-5 0-185-16</inkml:trace>
  <inkml:trace contextRef="#ctx0" brushRef="#br0" timeOffset="61565.85">24598 5381 9 0,'0'0'548'0,"0"0"-493"0,0 0 46 0,0 0 11 0,0 0-65 15,0 0 11-15,204-96-43 16,-188 96-5-16,-16 29-10 16,0 27 21-16,-16 12-13 15,-49 8-8-15,-9 4-12 16,9 5 8-16,-10-6-10 16,13-2 14-16,16-5 0 15,27-25 15-15,19-14-3 16,0-13-4-16,59-7 6 0,34-5 11 15,22-8 1 1,24 0-25-16,-2 0 9 0,-13 0-10 16,-28 0-7-16,-37 0-6 15,-25 0 3-15,-15 0-29 16,-4 0-73-16,-15 0-257 16</inkml:trace>
  <inkml:trace contextRef="#ctx0" brushRef="#br0" timeOffset="61947.65">25326 6007 516 0,'0'0'47'0,"0"0"-27"0,0 0 0 0,0 0-20 0,0 0-6 16,0 0 6-16,199 80 5 15,-119-103 35-15,7-34 18 16,-6-11-16-16,-1-12-19 15,-14-5-13-15,-32 5-10 16,-34 13-44-16,0 14 23 16,-34 25 10-16,-53 24 11 0,-6 4 42 15,6 32 54-15,0 36 2 16,13 17-42-16,15-5-56 16,18-20-16-16,23-28-311 15</inkml:trace>
  <inkml:trace contextRef="#ctx0" brushRef="#br0" timeOffset="190770.96">24455 6368 274 0,'0'0'80'0,"0"0"-17"0,0 0 27 0,0 0-39 16,0 0-33-16,0 0 27 15,0 0 4-15,0 0 9 16,0-8 5-16,0 8 16 15,0 0-50-15,0 0 11 16,0 0-26-16,0 0-2 16,0 0 5-16,0 0-6 15,0 0 8-15,0 0-5 16,0 0 10-16,0 0-16 16,0 0 18-16,0 0-16 15,0 0 0-15,0 0 0 16,6 0-10-16,10 0 0 0,36 0 0 15,23 0-2-15,24 0 4 16,22 0 10-16,19 0-10 16,15 0 4-16,-3 0 0 15,15 0-4-15,-6 0-2 16,-15 0 1-16,-13 0-2 16,-24-4 5-16,-35-8-2 15,-15 12-2-15,-25 0 0 16,-28 0-8-16,7 0-5 15,-7 0-23-15,3 0 23 16,-2 0-37-16,-7 0-66 16,0 0-139-16,-7 0-402 15</inkml:trace>
  <inkml:trace contextRef="#ctx0" brushRef="#br0" timeOffset="191737.74">25286 6601 457 0,'0'0'26'0,"0"0"73"0,0 0-13 0,0 0-48 15,0 0-23-15,0 0 6 16,186 0-5-16,-133 0-10 16,-25 0 5-16,-3 0-6 15,-10 8 20-15,-15 8 4 16,0 12 20-16,0 12-6 16,0-4-2-16,-34 5-22 0,0 3-1 15,9 0 9-15,9 0-6 16,4 4-3-16,12-4-17 15,0-13 6-15,0 2-7 16,0-17 0-16,0 0-13 16,28-12 13-16,3 1 9 15,3-5-4-15,0 7 8 16,7-7-11-16,-1 4 8 16,-6-4-3-16,-3 0-14 0,9 0 5 15,-6 0-19-15,-6 0-67 16,-3 0-29-16,-19 0-102 15,-6 0-302-15</inkml:trace>
  <inkml:trace contextRef="#ctx0" brushRef="#br0" timeOffset="192436.81">26074 6524 468 0,'0'0'64'0,"0"0"-31"0,0 0-9 0,0 0-8 16,0 0-1-16,0 0 34 16,12 25 3-16,4-6 30 15,-16 22 29-15,18 7-50 16,-12 12 3-16,10-4-39 15,-10 5 4-15,0-6-23 16,0 6 4-16,7-9-10 16,-13 4 0-16,6-15-3 15,3-22 0-15,-2 5-19 16,5-16-40-16,-6-8-33 16,0 0-196-16</inkml:trace>
  <inkml:trace contextRef="#ctx0" brushRef="#br0" timeOffset="193102.6">26260 7431 151 0,'0'0'411'0,"0"0"-368"0,0 0-8 0,0 0-26 0,0 0 2 16,0 0 10-16,0 0 3 15,-7 12-22-15,7-12 3 16,0 0 29-16,0 0 103 15,0 0-79-15,0 0-40 16,0 0-3-16,0 0 1 16,0 0-3-16,0 0-10 0,0 0 1 15,0 0 0 1,0 0-4-16,0 0-19 0,0-4 19 16,0 4 6-16,0 0-5 15,0 0-1-15,0-8-62 16,0-8-206-16,0-9-394 15</inkml:trace>
  <inkml:trace contextRef="#ctx0" brushRef="#br0" timeOffset="194017.59">26663 6364 609 0,'0'0'69'0,"0"0"30"0,0 0-7 16,0 0-46-16,0 0-5 16,0 0-8-16,158 0 1 15,-118 0-27-15,-18 0 4 0,3 0-11 16,-10 0-16-16,-2 0-16 15,-7 0-22-15,0 0-72 16,-6 0-26-16,0 0-131 16</inkml:trace>
  <inkml:trace contextRef="#ctx0" brushRef="#br0" timeOffset="194226.66">26663 6364 599 0</inkml:trace>
  <inkml:trace contextRef="#ctx0" brushRef="#br0" timeOffset="194304.16">26663 6364 599 0,'0'-176'92'0,"80"176"54"0,-2 0-46 15,9-4-61-15,-13-21-103 16,-52 10-223-16</inkml:trace>
  <inkml:trace contextRef="#ctx0" brushRef="#br0" timeOffset="200995.06">27711 5630 429 0,'0'0'206'0,"0"0"-107"0,0 0 25 0,0 0-36 0,0 0-60 16,6 0-13-16,0 0-15 16,10 0-2-16,-4 0 2 15,22 0 1-15,-9 0 34 16,9 0-17-16,13 0 11 16,-1 0-16-16,4 0 11 15,-13 0-22-15,-3 0 3 16,-12 12-10-16,-10 20 5 15,-12 1-6-15,0 18-6 16,0 6 2-16,-53 15-25 0,-21-5 20 16,0-1-12-1,15-2 16-15,12-20 9 0,41-8-1 16,6-8 3-16,0-9-31 16,0-2 6-16,6-14 3 15,47-3 13-15,0 0-6 16,2 0 13-16,-8 0-5 15,-7-15-30-15,-9-6-100 16,-9 1-205-16</inkml:trace>
  <inkml:trace contextRef="#ctx0" brushRef="#br0" timeOffset="201363.25">28381 6167 403 0,'0'0'201'0,"0"0"-149"0,0 0 5 0,0 0-11 0,0 0-24 0,0 0 34 16,393-128-21-16,-312 52-17 16,-16 4 2-16,-25 4 13 0,-18 8-28 15,-22 15 7-15,0 13 11 16,-22 12-19-16,-37 8 28 16,-27 12-10-16,-7 0-22 15,-22 0-9-15,0 32-24 16,28 9-8-16,28 6-74 15,32-6-106-15,27 3-253 16</inkml:trace>
  <inkml:trace contextRef="#ctx0" brushRef="#br0" timeOffset="201896.27">27543 6429 451 0,'0'0'51'0,"0"0"76"0,0 0 2 0,0 0-7 0,0 0-41 0,416 0-4 0,-277 0-30 15,-5 0-33-15,15 0 18 16,-22 0-31-16,-10 0-2 15,-2 0-12-15,-6 0-48 16,-16 0-45-16,-22 0-116 16,-31-5-204-16</inkml:trace>
  <inkml:trace contextRef="#ctx0" brushRef="#br0" timeOffset="202628.33">28120 6689 374 0,'0'0'51'0,"0"0"-21"0,0 0 34 0,0 0-11 15,0 0 10-15,0 0 1 0,168-32-33 16,-150 32 19-16,-5 0-24 16,-7 28 3-16,-6 4-28 15,0 4-1-15,-6 12-4 16,-47 9-6-16,-6 2-23 15,-3 2 21-15,15-9 12 16,13-4 3-16,28-8 19 16,6-8-18-16,0-8 3 15,22-8-3-15,37-12-8 16,21-4-6-16,7 0 0 0,12-12 6 16,-12-12 4-1,-12 4-3-15,-17 0 7 0,-17 20-8 16,-7 0 4-16,-12 0-1 15,-4 0-29-15,-18 0-113 16,0 0-402-16</inkml:trace>
  <inkml:trace contextRef="#ctx0" brushRef="#br0" timeOffset="203176.87">29162 6613 264 0,'0'0'422'0,"0"0"-361"0,0 0 22 15,0 0-12-15,0 0-14 16,0 0 8-16,155-32-17 15,-90 19-16-15,-12 10-28 16,9-5 2-16,-22 0-6 0,-9 8-11 16,-3 0-56-16,-16-4-44 15,-12 4-142 1,16-8-210-16</inkml:trace>
  <inkml:trace contextRef="#ctx0" brushRef="#br0" timeOffset="203392.87">29162 6613 718 0,'192'-272'31'16,"-142"272"86"-16,-4 0-67 15,7 0-50-15,12 0-22 16,3-5-77-16,1-7-74 16,-17-1-300-16</inkml:trace>
  <inkml:trace contextRef="#ctx0" brushRef="#br0" timeOffset="204009.83">30297 6385 507 0,'0'0'118'0,"0"0"-12"0,0 0 20 0,0 0-74 15,0 0-31-15,0 0-21 16,62-201 34-16,-44 140-21 16,4 2 32-16,-16 10-18 15,13 5 7-15,-4 4-34 16,-8 16 0-16,-7 4-4 0,0 8-19 16,0 12-7-16,0 0-1 15,0 0 13-15,0 36 18 16,-13 16 1-16,-49 24-1 15,3-7-8-15,3-18-95 16,32-15-178-16,11-15-305 16</inkml:trace>
  <inkml:trace contextRef="#ctx0" brushRef="#br0" timeOffset="204197.87">30297 6385 317 0</inkml:trace>
  <inkml:trace contextRef="#ctx0" brushRef="#br0" timeOffset="204375.89">30297 6385 317 0,'490'15'73'0,"-444"-11"32"0,19-4-48 0,16 0 9 16,6-8-5 0,-19-36 5-16,-15-12 50 0,-7-4-47 15,-18-12-23 1,-22 3-10-16,-6 9-21 0,0 12-15 16,-18 24 12-16,-38 15 12 15,-15 9-1-15,-10 33-23 16,-21 23-10-16,15 9 4 15,34-6-31-15,25-10-73 16,28-18-210-16</inkml:trace>
  <inkml:trace contextRef="#ctx0" brushRef="#br0" timeOffset="212885.25">17144 8497 496 0,'0'0'193'0,"0"0"-182"0,0 0 35 0,0 0 66 0,0 0-69 15,0 0-4-15,0 0-25 16,0 0 7-16,0 0-13 15,0 0 8-15,0 0 17 0,0 17-7 16,0 19 9 0,0 11-24-16,0 14 17 0,0 16-26 15,0 6 7 1,0 2-5-16,6-1-7 0,-6-7 3 16,12-10 0-16,-2 2-1 15,-4-17-6-15,-6-8 3 16,0-24 8-16,0-4-8 15,0-16 4-15,0 0-1 16,0-24-13-16,0-32-2 16,-6-21-1-16,-22-6 17 15,0-6 7-15,15 1-5 0,1-4 5 16,12-9 0 0,0 1-14-16,0 0 6 0,0 8-5 15,40 4-28 1,1 11-22-16,-10 9 23 0,3 20-5 15,-6 12 5-15,-4 19 22 16,-2 14-11-16,-9 3 9 16,14 0-6-16,-14 0-1 15,-1 0 12-15,4 20 4 16,-16 12-10-16,0-1 14 16,0 2 11-16,0 7 9 15,-41 4 7-15,-5 13 12 16,-22-1-18-16,15-1-4 15,0 2-17-15,25-14-9 16,28-7-112-16,0-23-108 0</inkml:trace>
  <inkml:trace contextRef="#ctx0" brushRef="#br0" timeOffset="214600.05">17838 8967 249 0,'0'0'111'0,"0"0"-94"0,0 0-1 15,0 0 27-15,0 0-42 0,0 0 8 16,0 0 10 0,0 0 46-16,0 0-10 0,0 0 21 15,0 0-18 1,0 0-20-16,0 0 10 0,0 0-23 15,0 0 4-15,0 0-19 16,0 0 1-16,0 0 6 16,0 0 12-16,0-4-15 15,0 4-3-15,0 0-8 16,0 0 3-16,0 0 1 16,0 0-6-16,0-4 19 15,0 4-9-15,-6 0 3 16,-28 0-11-16,-13 0-3 15,13 0 11-15,3 12-7 16,3 4 6-16,0 0-8 0,28-4-2 16,0 4-6-1,0-4-19-15,0 1-8 0,28-5 11 16,13-1 4-16,11 5 15 16,23 0 1-16,-10 4-3 15,3 4 2-15,-3 0 2 16,3-4 0-16,-21 5-47 15,-19-9-40-15,-16-1 50 16,-12 6 29-16,0 7 9 16,0-1 39-16,-40 10 42 15,-13-1-29-15,13 0-32 16,0 0-18-16,12-15-4 16,9 6-18-16,-3-15-18 15,4 0-28-15,-1-8-43 0,-9 0-21 16,0 0-245-16</inkml:trace>
  <inkml:trace contextRef="#ctx0" brushRef="#br0" timeOffset="-214578.32">17965 8975 196 0,'0'0'314'0,"0"0"-197"0,0 0-13 0,0 0 21 16,0 0-80-16,0 0-29 16,174-16-16-16,-121 0-17 15,9-4-110-15,-28 0-35 0,-9-1-200 16</inkml:trace>
  <inkml:trace contextRef="#ctx0" brushRef="#br0" timeOffset="-212681.04">18232 8890 360 0,'0'0'116'0,"0"0"-30"0,0 0 8 16,0 0-29-16,0 0 17 16,0 0 9-16,0-3-51 15,0 3-12-15,0 0-22 16,-12 0 3-16,-1 0-5 16,-15 0-4-16,22 0 0 0,-22 0 3 15,-3 3-3-15,-9 10 2 16,-10 2-4-16,-9 6 9 15,0 3-3-15,-9 0 2 16,9 0 7-16,3 0-10 16,19 5 4-16,3 7-7 15,6 3-5-15,16 5-1 16,-1 4 1-16,13 1-7 16,0-1 19-16,0-12-15 15,0-4 4-15,0-7 3 16,0-6-12-16,0-7 1 15,7 4 11-15,17-8-15 16,11-8-9-16,-1 0-10 0,6 0 24 16,0 0-15-1,7 0 18-15,-7-11-33 0,7-14 41 16,-7-7 1-16,-21 4 5 16,2 4 10-16,-21 0-7 15,0 3 16-15,0 6-23 16,0-1-2-16,-34 11 5 15,6 5-5-15,-3 0 20 16,-3 0-3-16,0 0-8 16,-6 25-4-16,-7 7-5 15,1-4-5-15,18-8-55 16,9 4-86-16,19-15 32 16,0-1-60-16,0-8-164 0</inkml:trace>
  <inkml:trace contextRef="#ctx0" brushRef="#br0" timeOffset="-211714.14">18527 9272 538 0,'0'0'131'0,"0"0"-75"0,0 0 82 0,0 0-44 15,0 0-18-15,0 0-12 0,-13 221-41 16,-9-182-23 0,22-6-6-16,0-13-16 0,0-20-116 15,0 0-225-15</inkml:trace>
  <inkml:trace contextRef="#ctx0" brushRef="#br0" timeOffset="-210929.14">18920 8995 284 0,'0'0'238'0,"0"0"-181"0,0 0 9 0,0 0-13 16,0 0-24-16,0 0 33 15,0-12 12-15,0 12-3 16,0-4-55-16,0 0 9 0,22 4-16 16,12 0 11-1,13 0-20-15,-7 0 4 0,-9 17-8 16,-9 6 5-16,-22 5-5 15,0 8-20-15,0-4 23 16,0-4-1-16,-34 0-1 16,6-15 6-16,15-5 6 15,13-4-9-15,0-4-6 16,0 0-17-16,0 0-22 16,28 0 37-16,25 0 3 15,-7 0-10-15,1 0 9 16,-25 0 6-16,-4 0 0 15,-18 8 0-15,0 3 54 0,0 6-17 16,-18 7 7-16,-38 7-10 16,-3 10 8-16,-9-9-39 15,9 0-3-15,6-7-6 16,13-6-18-16,6 1-30 16,0-4-74-16,3 1-151 15</inkml:trace>
  <inkml:trace contextRef="#ctx0" brushRef="#br0" timeOffset="-209183.85">19736 9283 577 0,'0'0'20'0,"0"0"-14"0,0 0 65 0,0 0-19 0,0 0-2 0,0 0-13 15,260 9-37-15,-219-5-12 16,-20 0 1-16,-8 0-20 16,-13-4-5-16,0 4 1 15,0-4-13-15,0 0 2 16,0 0-27-16,-13 0-99 16,-21 0 4-16</inkml:trace>
  <inkml:trace contextRef="#ctx0" brushRef="#br0" timeOffset="-208981.2">19736 9283 843 0,'-140'-127'116'0,"140"127"-35"16,0 0-18-16,0 0-48 15,28 0-1-15,13 0 5 16,24 0 1-16,-3 0-18 15,-3 0-2-15,-1 0-20 16,-11-12-13-16,-7-1-34 16,10-7-64-16,-25 1-225 15</inkml:trace>
  <inkml:trace contextRef="#ctx0" brushRef="#br0" timeOffset="-208118.77">21013 8699 537 0,'0'0'59'0,"0"0"-22"0,0 0 21 0,0 0-28 0,0 0 1 0,0 0 41 16,0-21-12-16,0 21 11 16,0 0-30-16,-12 0 7 15,-10 0-18-15,-9 0-7 16,-9 8-23-16,0 21 2 15,-1 7-3-15,7 3 1 16,6 9 0-16,3 9 2 16,19 2 10-16,-9-2-12 15,15-1 0-15,0-4-10 16,0-7 1-16,40-9-2 0,0 0-19 16,13-12 0-16,15-4-10 15,-9-17 13-15,3-3-24 16,-9 0 24-16,-19-19 27 15,-15-17 1-15,-4 0-1 16,-15 3 3-16,0 2-6 16,0 3 5-16,0 11-4 15,-49 9-28-15,18 8 5 16,-25 0 23-16,3 0-12 0,-12 25 14 16,9 11 16-1,3 3 17-15,19 2 6 0,9-5-39 16,4-5-18-16,21-3-86 15,0-15-133-15,0-9-275 16</inkml:trace>
  <inkml:trace contextRef="#ctx0" brushRef="#br0" timeOffset="-200157.93">21401 9316 415 0,'0'0'198'0,"0"0"-78"0,0 0 32 0,0 0-59 0,0 0-32 16,0 0-30-16,0 0-30 15,0 0-1-15,0 0 9 16,0 0-9-16,0 0 13 15,0 0-3-15,0 0-5 16,0-5 0-16,0-2-5 16,0-1-12-16,0 4-18 15,0-5 7-15,0 9 10 16,0 0-8-16,0 0 19 16,0 0 0-16,0 0-3 15,0 0-103-15,0 0-214 16</inkml:trace>
  <inkml:trace contextRef="#ctx0" brushRef="#br0" timeOffset="-199243.15">21922 8943 563 0,'0'0'57'0,"0"0"-27"0,0 0 16 0,0 0-28 16,0 0-13-16,0 0-1 15,-34 0 31-15,34 0 9 0,0 0 39 16,-13 4-35-16,-5-4-13 16,18 0-28-16,0 0-5 15,0 0 2-15,0 0-3 16,0 4-1-16,0-4 0 15,0 0 5-15,0 0 0 16,0 0 19-16,0 0-20 16,0 0-4-16,0 0-1 15,0 0-1-15,0 0-5 16,0 0-4-16,0 0 5 16,0 0 0-16,0 0 3 0,0 0 6 15,0 0 0-15,0 0-2 16,0 0 14-16,-16 3-11 15,4 10 2 1,-16-1-6-16,3 1-2 0,-3 2-1 16,16 1 2-16,-1-4-1 15,4-4 2-15,9-4-4 16,0 0-9-16,0 4 5 16,0 0 6-16,34 4-3 15,13 1 3-15,-1-2 2 16,10 5-3-16,-3 1-1 15,6-2 3-15,-4 6-25 16,-24-1-29-16,4 4-12 0,-14-4 27 16,-21 4 16-16,0-1 5 15,0 2 19-15,0 3 4 16,0 0 38-16,-56 4-9 16,4 0-11-16,-1 5-9 15,13-1-9-15,-7-8-1 16,13-13-3-16,0-7 0 15,0-8-62-15,-13 0-38 16,1-3-158-16,-7-30-26 16</inkml:trace>
  <inkml:trace contextRef="#ctx0" brushRef="#br0" timeOffset="-198957.09">21928 9015 689 0,'0'0'36'0,"0"0"5"0,0 0 73 0,0 0-79 15,0 0-22-15,0 0-13 16,264-28-16-16,-233 20-136 16,-16 8-125-16</inkml:trace>
  <inkml:trace contextRef="#ctx0" brushRef="#br0" timeOffset="-198443.7">22477 9640 698 0,'0'0'165'0,"0"0"-127"0,0 0-38 0,0 0-29 0,0 0-55 15,0 0 65-15,40-36-20 16,-34 25-5-16,-6 6 44 15,0 5 98-15,0 0 65 16,0 0-82-16,-18 0-54 16,5 0-27-16,4 0-5 15,9 0-40-15,0 0-28 16,0 0-131-16,0 0-184 0</inkml:trace>
  <inkml:trace contextRef="#ctx0" brushRef="#br0" timeOffset="-197677.37">23395 9344 617 0,'0'0'104'0,"0"0"-27"0,0 0 29 0,0 0-65 0,0 0-10 0,0 0-30 15,-329 185 3-15,307-165-4 16,16-4-2-16,-6 0 2 15,12-4 10-15,0-4-9 16,0 0-1-16,0-5-4 16,0 2-14-16,0 7 18 15,34-9 0-15,0 5 13 16,-3 1-5-16,-3-1-3 16,6 0-3-16,-9 0 0 15,-4-5 1-15,20 2 1 16,-7-5-6-16,-9 0 2 15,3 0-2-15,-10 0-5 0,-12 0 7 16,4 0-6-16,-10 0 6 16,0 0-2-1,0 0 2-15,18 0-5 0,-12 0 10 16,22-5-10-16,-15 5-2 16,-1 0-1-16,-12 0-17 15,0 0 22-15,0 0-2 16,0 0 5-16,0 0 16 15,-12 41 0-15,-41 7 17 16,-15 12-28-16,15 1 16 16,13-9-18-16,6-12 9 15,21-8-12-15,13-17-2 16,0-15-27-16,0 0-31 0,0 0-74 16,0 0-179-16</inkml:trace>
  <inkml:trace contextRef="#ctx0" brushRef="#br0" timeOffset="-196278.09">20840 9645 158 0,'0'0'18'0,"0"0"-18"0,0 0-162 0</inkml:trace>
  <inkml:trace contextRef="#ctx0" brushRef="#br0" timeOffset="-196194.91">20840 9645 151 0,'0'-33'36'0,"0"33"-36"16,0 5-81-16</inkml:trace>
  <inkml:trace contextRef="#ctx0" brushRef="#br0" timeOffset="-192746.69">20886 9733 209 0,'0'0'80'0,"0"0"-69"0,0 0 1 0,0 0-11 0,0 0 1 15,0 0 70-15,0 0 48 16,0 0-55-16,0 0-17 0,0 0-5 16,0 0-15-1,0 0-14-15,0 0 6 0,0 0 27 16,0 0 29-16,0 0-4 15,-12 0-38-15,12 0-5 16,-22 0-29-16,16 0 13 16,-7 0-11-16,1 0 17 15,-10-4-19-15,22 0 12 16,-12 4 0-16,12 0 7 16,-6-4 14-16,6 4-14 15,0 0-3-15,0-4-15 16,0-1-2-16,0 5-5 15,0-8 2-15,0 8-1 0,0 0 5 16,0 0 0-16,6 0 3 16,19 0-6-16,9 0 13 15,6 0-15-15,0 0 6 16,13 0-2-16,3 0-5 16,-9 0 3-16,-1 0 3 15,-6 0 0-15,1 0 0 16,-10 0 3-16,9 0-3 15,-6 0 1-15,6 0-1 16,1 13 2-16,-7-5-2 16,0 0 0-16,-9-8 3 15,9 4-3-15,-16-4-11 16,17 0 8-16,-14 5 6 0,-2-5-11 16,3 3 13-1,-4-3-8-15,10 8 3 0,-3 0-3 16,3 0 2-1,0 4 2-15,-4-4-5 0,11-4 8 16,-1 4-3 0,18-3 9-16,-17-2-17 0,-1 13 13 15,-3-8-6-15,3 9 0 16,-6-6 3-16,-4 1 2 16,-2 1-3-16,3-5 2 15,3-5-3-15,6 6-2 16,-9-9 2-16,9 3-1 0,-6 2 3 15,-3 6-1 1,3 2-2-16,-1-1 1 0,4-1-4 16,-3 6 6-16,6 2-9 15,-6-2 8-15,10-6-7 16,-11 6 7-16,8-9-5 16,-11 8 3-16,10 8 0 15,-12-8-5-15,18 4 9 16,-21-4-9-16,15-4 10 15,-15-12-9-15,-4 12 10 16,-8-7-9-16,-7 2 3 16,18 1 0-16,-2 5 3 15,-4-2 0-15,-6 1 6 0,22-8-5 16,-22 5 4-16,13-6-7 16,3-3 2-16,-10 8-3 15,0-3 1-15,-2-5 1 16,2 0-2-16,-6 0-5 15,1 0-49-15,-7 0-55 16,0-21-236-16</inkml:trace>
  <inkml:trace contextRef="#ctx0" brushRef="#br0" timeOffset="-190117.36">21500 10202 400 0,'0'0'65'0,"0"0"-52"0,0 0 12 0,0 0-19 0,0 0 35 0,0 0 14 16,0 5-8-16,0-5 13 15,0 0 26-15,0 0 10 16,0 0-47-16,0 0-14 16,0 0-24-16,0 0 4 0,0 0 3 15,0 0 3-15,0 0 9 16,0 0-16-16,0 0 3 15,0 0-12-15,0 0 20 16,0 0-19-16,0 0 2 16,0 0-6-16,0 0-4 15,0 0-3-15,9 0 3 16,16-8-1-16,9-5 1 16,7 5-1-16,5 1-11 15,1 2-5-15,-7 5-12 0,0 0 0 16,1 0-11-1,-23 0 17-15,-2 16-32 0,-16 9 40 16,0 6 17 0,0 2 7-16,-28-2 13 0,-13-7-19 15,1-4 10-15,6-7-8 16,9 7 4-16,4-17-4 16,21-3-3-16,0 0-3 15,0 0-39-15,0 0-38 16,0 0-32-16,15 0 62 15,16 0 47-15,9 8 0 16,-12 5 6-16,-9 7-2 16,9 0-1-16,-16-4 1 15,-3-4-2-15,-9-12-12 16,0 16 11-16,0 0 2 0,-49 9 11 16,-4-2 7-1,-6 1 24-15,-15 9 4 0,-1-2 22 16,-2 2-41-16,15-5-27 15,9-12-20 1,25-13-79-16,22-3-1 0,6 0-146 16</inkml:trace>
  <inkml:trace contextRef="#ctx0" brushRef="#br0" timeOffset="-189467.26">22151 10287 271 0,'0'0'148'0,"0"0"-3"0,0 0-13 0,0 0-48 0,0 0 7 0,0 0-44 0,-80 95-17 0,64-62-14 16,4-1-8-16,6-8 14 15,-1 12-3-15,1-8 10 16,-3 4-19-16,3 1 1 15,-1-2-11-15,-5-7-8 16,12 1-29-16,0-5-33 16,0-4-126-16,0-4-6 15,0-4-184-15</inkml:trace>
  <inkml:trace contextRef="#ctx0" brushRef="#br0" timeOffset="-188917.71">21850 11085 448 0,'0'0'142'0,"0"0"-71"0,0 0-3 0,0 0-66 0,0 0-2 0,0 0 2 15,0-41-2-15,0 37 33 16,0 1 45-16,0 3 2 15,0 0-42-15,0 0-2 16,0-8-36-16,0 0-2 16,0-5 0-16,0 9-8 15,7-4 3-15,-7 8 1 16,0 0 5-16,12 0 1 16,7-16-46-16,2-12-126 15,-8-20-263-15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20:53.285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11321 8378 389 0,'0'0'272'0,"0"0"-114"0,0 0-64 15,0 0-52-15,0 0 84 0,0 0-123 16,0 0 8-16,155 116-14 16,-121-100 11-16,6 7-9 15,-15-2 4-15,3 7-3 16,-10 4 1-16,-2 8-1 15,-4 16-1-15,-6 16 1 16,1 13 9-16,8 11-7 16,4 8 1-16,-1 17 0 15,10 7-3-15,13 21 0 16,-7-2-2-16,6-2 2 16,-15-16 1-16,-3-13-1 15,-16-28 7-15,-6-24-17 16,6-28 21-16,-6-19-11 15,0-14 0-15,0-3 5 0,0 0-5 16,0-3 0-16,0-66-9 16,-12-44 9-16,-29-43-2 15,1-37 8-15,-13-7-6 16,7 16 6-16,-1 3 0 16,7 5-1-16,6 15-5 15,12 5 0-15,16 4 1 16,6 3-7-16,0 0-12 15,0 18-11-15,46 2-56 16,1 29 47-16,-13 28-7 16,6 36 3-16,-12 24 32 15,12 12-4-15,7 0 1 0,6 36 2 16,6 15-3-16,3 23-21 16,3 1 2-16,-3 9-44 15,-22 4 0 1,-28 1 62-16,-12 7 15 0,0 17 79 15,-80-1 15-15,-13 0-1 16,-28 0-47-16,15-16 1 16,-8-4-44-16,-1-11 7 15,16-9-10-15,6-7-50 16,18-18-116-16,29-22-301 16</inkml:trace>
  <inkml:trace contextRef="#ctx0" brushRef="#br0" timeOffset="1232.55">12818 9797 236 0,'0'0'329'0,"0"0"-300"0,0 0-9 0,0 0 5 16,0 0 13-16,0 0-16 16,0 0 17-16,0 0 36 15,0 0-32-15,0 0 0 16,0 0-34-16,0 0-5 15,0 0 6-15,0 0-10 16,0 0 1-16,0 12-1 16,0 12 4-16,28 16 9 15,12 17 0-15,-5 10-4 0,-4 10 7 16,-10 3-13-16,13-12-2 16,-21-19 1-16,-7-21-4 15,6-20-1-15,-12-8 3 16,0 0 8-16,0 0-3 15,0 0-5-15,0-41-15 16,0-10 12-16,0-18-2 16,7 1 3-16,27 0 4 15,-6-4 3-15,12 15-5 16,19 1-3-16,3 16-6 16,-9 16 5-16,5 20-1 15,-2 4-29-15,-19 12-7 16,13 40 41-16,-31 8 13 15,-1 9-8-15,-2-2 4 16,-16-2-1-16,0-9-8 0,0-8 0 16,0-12-5-16,0-7-46 15,12-18-160-15,10-11-142 16</inkml:trace>
  <inkml:trace contextRef="#ctx0" brushRef="#br0" timeOffset="2964.34">12499 6825 137 0,'0'0'249'0,"0"0"-177"0,0 0-16 0,0 0-5 0,0 0-11 15,0 0-38-15,-16 0 29 16,16 0-8-16,0 0 7 16,0 0-7-16,0 0 4 15,0 0 13-15,0 0-23 16,0 0 19-16,0 0-17 15,0 0 16-15,0 0-14 16,0 0 17-16,0 0-24 16,0 0-11-16,0 4-3 0,0 25-11 15,0 15 9 1,0 12 2-16,0 8 4 16,0 0 5-16,22 0-14 0,-3 1 15 15,-4-9-18-15,-2-9 8 16,-7-11-5-16,6-19-34 15,10-9-20-15,-10-8-32 16,16 0-28-16,12 0-19 16,-5-12-88-16</inkml:trace>
  <inkml:trace contextRef="#ctx0" brushRef="#br0" timeOffset="3580.87">12539 7190 196 0,'0'0'0'0,"0"0"-3"0,0 0-3 15,0 0 6-15,0 0 52 16,0 0 74-16,0 0-7 0,0 0-24 16,0 0-14-16,0 0-2 15,0 0-20-15,0-8-18 16,0-16-22-16,31-7 8 16,19-6-16-16,2 1 8 15,7 0-15-15,-6 7 2 16,3 1-12-16,-3-3-7 15,-7-2-34-15,1 1-70 16,5-4-14-16,-18 13-101 16,-12 6-14-16</inkml:trace>
  <inkml:trace contextRef="#ctx0" brushRef="#br0" timeOffset="4098.39">12350 7299 393 0,'0'0'111'0,"0"0"-96"0,0 0 13 0,0 0-25 15,0 0 11-15,0 0-1 0,68-17 6 16,-21 17-17-16,-1 0 2 16,1 0 0-16,-1 0 6 15,-5 0 10-15,-14 17 13 16,14 2-28-16,-23 6 5 15,10 3 12-15,-9-4-14 16,3-1-4-16,2-6-3 16,4-9-2-16,6-8-92 15,-15 0-83-15</inkml:trace>
  <inkml:trace contextRef="#ctx0" brushRef="#br0" timeOffset="4964.54">13246 7659 266 0,'0'0'225'0,"0"0"-212"0,0 0 80 0,0 0-40 16,0 0-6-16,0 0 5 16,-40-116 25-16,34 96-41 15,-1-8-9-15,7 4-27 16,0 4 0-16,-6 0 9 16,-16 12-4-16,16 8 4 15,-12 0 3-15,2 0 20 16,-2 0-22-16,-10 12-10 0,9 16-4 15,-3 4-2 1,10-7-17-16,6-2-42 0,6-2-85 16,0-10-21-1,0-3-34-15</inkml:trace>
  <inkml:trace contextRef="#ctx0" brushRef="#br0" timeOffset="5311.97">13581 7351 157 0,'0'0'334'16,"0"0"-323"-16,0 0 48 15,0 0 30-15,0 0-16 16,0 0-31-16,-53 221-19 16,53-198-14-16,-6-3-9 15,6-12-5-15,0-3-18 16,0-5-38-16,0 0-51 15,0 0-49-15,0 0-61 0</inkml:trace>
  <inkml:trace contextRef="#ctx0" brushRef="#br0" timeOffset="5864.01">13882 6850 515 0,'0'0'60'0,"0"0"-43"0,0 0 18 0,0 0-6 0,0 0-2 16,0 0-2-16,6 128-12 15,6-84 13-15,10 0-8 16,-16 0-14-16,0 4-4 16,-6 1-8-16,0-10-31 0,7-6-87 15,-1-22-71 1,-6-11-139-16</inkml:trace>
  <inkml:trace contextRef="#ctx0" brushRef="#br0" timeOffset="6078.95">13981 7061 372 0,'0'0'116'15,"0"0"-113"-15,0 0 0 16,0 0-1-16,242-203-2 0,-196 167-2 15,-12 3-11-15,-15 14-55 16,-3 10-103-16</inkml:trace>
  <inkml:trace contextRef="#ctx0" brushRef="#br0" timeOffset="6345.68">14043 7025 136 0,'0'0'340'0,"0"0"-285"16,0 0 45-16,0 0-21 16,0 0-34-16,0 0-18 0,0 41 24 15,0-8-1-15,0-2-20 16,12 2-30-16,1-6-3 15,2-10 0-15,-2 3-23 16,-1-9-7-16,4-3-60 16,8 4 37-16,4-4-58 15,-9-8-167-15</inkml:trace>
  <inkml:trace contextRef="#ctx0" brushRef="#br0" timeOffset="6572.22">14043 7025 1 0</inkml:trace>
  <inkml:trace contextRef="#ctx0" brushRef="#br0" timeOffset="6778.75">14043 7025 1 0,'347'117'312'0,"-347"-117"-312"16,0 0 2-16,0 40 72 0,0 13-70 16,0 2-4-16,-6 9-41 15,-28 5 9-15,0-5 32 16,0-12 46-16,21-8 38 15,13-19-52-15,0-13-29 16,0-12-3-16,19 0-34 16,31-28 34-16,15-13 13 15,-13 1-6-15,-11 8-3 16,-13 12 0-16,-16 8-8 16,-12 8-2-16,0 4-98 15,0 0-137-15</inkml:trace>
  <inkml:trace contextRef="#ctx0" brushRef="#br0" timeOffset="7077.78">14710 7399 13 0,'0'0'744'0,"0"0"-660"0,0 0-20 0,0 0-64 15,0 0-4-15,6-4-151 16,16-9-56-16,-16-6-323 16</inkml:trace>
  <inkml:trace contextRef="#ctx0" brushRef="#br0" timeOffset="7311.11">15258 7207 543 0,'0'0'125'15,"0"0"-125"-15,0 0-6 16,0 0-6-16,0 0-122 15,0 0-107-15</inkml:trace>
  <inkml:trace contextRef="#ctx0" brushRef="#br0" timeOffset="7510.56">15258 7207 477 0,'307'152'266'0,"-307"-152"-251"15,0 0-15-15,0 0-15 16,0 0-37-16,0 0-14 16,13-13-14-16,-13 5-159 15</inkml:trace>
  <inkml:trace contextRef="#ctx0" brushRef="#br0" timeOffset="8993.45">16356 7215 386 0,'0'0'477'0,"0"0"-410"0,0 0 20 15,0 0 2-15,0 0-40 16,0 0-45-16,0 0-1 16,0-13-3-16,0 13-11 15,0 0-23-15,0 0-16 16,0 0-136-16,0 0-387 16</inkml:trace>
  <inkml:trace contextRef="#ctx0" brushRef="#br0" timeOffset="9658.52">17063 8918 631 0,'0'0'303'0,"0"0"-282"0,0 0-8 0,0 0 5 16,0 0-16-16,0 0 6 0,186-55-6 15,-124 35-2 1,-9 3-8-16,-13 9 6 0,-6 8-30 16,-9 0-40-16,-16 0-87 15,-9 0-4-15,0 0-103 16</inkml:trace>
  <inkml:trace contextRef="#ctx0" brushRef="#br0" timeOffset="9892.54">17063 8918 850 0,'-267'-255'6'0,"314"234"21"16,18-3 25-16,3-8-4 15,13 4 1-15,-7 3-31 16,-2 2-18-16,8 7-64 16,-18 3-172-16,-21 6-415 15</inkml:trace>
  <inkml:trace contextRef="#ctx0" brushRef="#br0" timeOffset="10957.67">20632 6886 614 0,'0'0'70'0,"0"0"-39"0,0 0-11 0,68 224 0 16,-49-144-16-16,-19-4-1 15,0 1 4-15,0-13-3 16,0-12-1-16,0-19 35 16,0-14 10-16,0-7-1 15,0-12 3-15,0 0-21 0,0 0 13 16,0-20-41 0,-19-40-1-16,-3-20 0 0,10-12 1 15,6-5 7-15,6 13 8 16,0-4-16-16,0 11 3 15,25 2-2-15,37 10-1 16,24 22 0-16,-11 14-21 16,18 17 7-16,-6 12-15 15,-7 0 10-15,-8 28-22 16,-26 21-4-16,-18 10 33 16,-22 13 12-16,-6 5 10 15,0 3-5-15,0 4 10 16,0-12-15-16,0-15-4 0,0-18-31 15,47-14-58-15,15-25-57 16,9 0-44 0,-3 0 12-16</inkml:trace>
  <inkml:trace contextRef="#ctx0" brushRef="#br0" timeOffset="11474.51">22337 6064 752 0,'0'0'104'0,"0"0"-32"0,0 0-20 0,19 208-17 16,9-144-13-16,0 0 0 15,3 4-22-15,-10-4 0 16,-8 5-30-16,-7 11-13 0,-6-4-35 16,0 4-65-1,0-3-44-15</inkml:trace>
  <inkml:trace contextRef="#ctx0" brushRef="#br0" timeOffset="11975.13">22492 7359 420 0,'0'0'61'15,"0"0"-33"-15,0 0 29 16,0 0-52-16,0 0-3 16,0 0-2-16,25-49 0 15,-19 49 3-15,-6 0-6 0,0 0 6 16,0 0 48-16,0 0-8 16,0 0 14-16,0 0-41 15,0-3-1-15,0-5-15 16,0-1-6-16,0 1-17 15,0 5 23-15,0 3-4 16,0 0 4-16,0 0-2 16,0-8-58-16,-12 8-210 15</inkml:trace>
  <inkml:trace contextRef="#ctx0" brushRef="#br0" timeOffset="12706.33">18995 8554 271 0,'0'0'309'0,"0"0"-264"0,0 0 18 0,0 0-38 0,0 0-17 16,0 0 15-16,99-68 82 15,-77 56-40-15,-10 4-26 16,16 3-3-16,12 5-3 15,41 0 1-15,46 0-13 16,47 0 6-16,52-11-12 16,41-14-10-16,33-6-5 15,14 2 8-15,36 1-9 16,3 5 2-16,7 10-2 0,-13 1 7 16,16 4-12-16,-15 0 5 15,-23-4-4 1,-24-4-14-16,-59 0-11 0,-41 4-6 15,-55-1-29-15,-59 6 6 16,-13 7-159 0,-46 0-19-16</inkml:trace>
  <inkml:trace contextRef="#ctx0" brushRef="#br0" timeOffset="16087.04">19463 9833 245 0,'0'0'219'0,"0"0"-189"0,0 0 6 16,0 0 6-16,0 0-17 16,0 0 14-16,0 0 21 15,0 0-15-15,0 0 27 16,0 0-7-16,0 0-24 15,0 0-35-15,0 0 3 16,0 0-9-16,0 0 12 16,0 17 3-16,0 6-11 15,0 13 7-15,0 16-8 0,0 1 10 16,0 7-12 0,0 4 4-16,0-3-5 0,0 2 0 15,0-7 0-15,0 5 0 16,0-5 1-16,0-8-1 15,0-3-6-15,0-22-33 16,0-10-67-16,0-13-70 16,6 0-141-16</inkml:trace>
  <inkml:trace contextRef="#ctx0" brushRef="#br0" timeOffset="16402.73">19550 10222 215 0,'0'0'288'0,"0"0"-281"0,0 0 48 0,0 0 11 0,0 0-25 15,0 0-2-15,226-261-5 0,-164 209-32 16,-9 8-4-16,0 12-14 16,-19 8-39-16,-16 4-115 15,-2 0-322-15</inkml:trace>
  <inkml:trace contextRef="#ctx0" brushRef="#br0" timeOffset="16685.75">19603 10218 297 0,'0'0'309'16,"0"0"-255"-16,0 0 16 15,0 0-47-15,0 0-23 16,0 0-16-16,248 141 8 15,-208-118-40-15,-6-2-26 16,-9-13-87-16</inkml:trace>
  <inkml:trace contextRef="#ctx0" brushRef="#br0" timeOffset="17152.75">20266 10780 320 0,'0'0'178'16,"0"0"-111"-16,0 0 24 16,0 0-41-16,0 0-44 15,0 0 12-15,-22-149-7 16,22 82 3-16,0 10 9 15,0 4 9-15,0 6-21 16,0 7 2-16,0 4-13 16,0 7-34-16,0 17-11 0,0 12 17 15,0 0 22-15,0 0-11 16,-6 28 10-16,-28 8-7 16,-6-8 8-16,21-3-47 15,7-14-136-15</inkml:trace>
  <inkml:trace contextRef="#ctx0" brushRef="#br0" timeOffset="17684.88">20852 9493 207 0,'0'0'520'0,"0"0"-485"0,0 0 29 0,0 0 13 15,0 0-48-15,56 236-24 16,-31-184 1-16,9 0-6 16,-6 1 5-16,-10-6-10 15,4-2-5-15,-16 2-3 16,-6-6-30-16,0-5-62 0,0 0-48 15,0-8-227-15</inkml:trace>
  <inkml:trace contextRef="#ctx0" brushRef="#br0" timeOffset="17968.37">20886 10600 448 0,'0'0'166'16,"0"0"-159"-16,0 0 28 15,0 0-30-15,0 0-5 16,0 0-7-16,0-41 5 16,0 29-45-16,0 0-62 15,0 5-121-15</inkml:trace>
  <inkml:trace contextRef="#ctx0" brushRef="#br0" timeOffset="18601.45">21575 9501 609 0,'0'0'85'0,"0"0"-5"0,0 0 25 0,0 0-48 15,6 232-43-15,22-168 24 16,0 0 0-16,-4 5 1 16,-17-5-24-16,14 0-14 15,-8 0 4-15,-7-4-5 16,0-7 0-16,-6-9-22 15,9-5-14-15,-9 2-22 16,0-18-28-16,0 2-56 16,0-14-41-16,0-6-69 0,0-5-1 15</inkml:trace>
  <inkml:trace contextRef="#ctx0" brushRef="#br0" timeOffset="18951.5">21668 10042 558 0,'0'0'103'0,"0"0"-6"16,0 0 3-16,0 0-38 16,0 0 7-16,0 0-17 15,220-221-9-15,-158 181-31 16,3-8-1-16,-3 4-11 16,-3-8-14-16,3 3-21 15,-10 5-21-15,-11 4 30 16,-7 12-24-16,-15 17-10 15,-13 11-69-15,-6 0-46 16,0 0-332-16</inkml:trace>
  <inkml:trace contextRef="#ctx0" brushRef="#br0" timeOffset="19316.98">21702 10074 487 0,'0'0'71'15,"0"0"-24"-15,0 0 23 16,0 0-26-16,0 0-32 0,0 0 39 16,114 0 12-16,-55 4-5 15,10 8-24-15,-11 12-11 16,-17 0-14-16,-13 9 4 16,-10-5-9-16,-12 3-4 15,-6-7-2-15,0 12-23 16,0-8 2-16,0-3-48 15,0-9-40-15,0-16-51 16,0 0-342-16</inkml:trace>
  <inkml:trace contextRef="#ctx0" brushRef="#br0" timeOffset="19917.56">22257 10162 190 0,'0'0'16'0,"0"0"31"0,0 0-4 0,0 0 20 15,0 0 41-15,0 0-65 16,99 60-2-16,-99-8-28 15,-6 5-9-15,-19 7 4 16,3 0-7-16,16-12 8 16,6-12 30-16,0-24 11 15,0-12-39-15,47-4-7 16,5 0-7-16,10-24 5 0,-3-4-29 16,-12-4 6-1,-13 12-34-15,-16 0 0 16,-2 4-218-16</inkml:trace>
  <inkml:trace contextRef="#ctx0" brushRef="#br0" timeOffset="20350.86">22933 9356 365 0,'0'0'105'0,"0"0"-79"0,0 0 94 0,0 0-35 0,0 0-18 15,0 0 51-15,207 168-63 16,-194-116-14-16,27 4-40 15,-15 5-1-15,3-1-30 16,-6-4-20-16,-10-4 47 0,-6 1-122 16,-6 2-33-1,0-7-242-15</inkml:trace>
  <inkml:trace contextRef="#ctx0" brushRef="#br0" timeOffset="20582.56">23286 10235 182 0,'0'0'424'0,"0"0"-424"16,0 0-4-16,0 0-7 0,0 0-297 16</inkml:trace>
  <inkml:trace contextRef="#ctx0" brushRef="#br0" timeOffset="21216.19">23633 10038 295 0,'0'0'188'0,"0"0"-54"0,0 0 4 0,0 0 26 0,0 0-68 0,0 0-20 0,0-5-44 15,0-3-25-15,0 8 5 16,0 0-7-16,0 0 0 15,0 0-5-15,0-3-18 16,7 3-74-16,8-5-53 16,4 5-155-16</inkml:trace>
  <inkml:trace contextRef="#ctx0" brushRef="#br0" timeOffset="21600.2">23633 10038 244 0</inkml:trace>
  <inkml:trace contextRef="#ctx0" brushRef="#br0" timeOffset="21733.26">23633 10038 244 0,'450'-16'101'0,"-450"16"11"0,0 0-20 0,0 0 149 0,0 0-132 0,0 0-60 16,0 0-1-16,0 0-25 15,0 0 6-15,0 0-13 16,0 0-7-16,0 0-9 15,0 0 5-15,0 0-2 16,0-5 1-16,0 5-8 16,0-7-10-16,12-1-17 15,-5-8-36-15,20 4-113 16,-2-4-140-16</inkml:trace>
  <inkml:trace contextRef="#ctx0" brushRef="#br0" timeOffset="22165">24629 9938 326 0,'0'0'45'0,"0"0"-45"0,0 0-30 0,0 0-195 0</inkml:trace>
  <inkml:trace contextRef="#ctx0" brushRef="#br0" timeOffset="22364.76">24629 9938 564 0,'214'0'190'16,"-214"0"-171"-16,0 0 159 15,0 0-70-15,0 0-76 16,0 0 14-16,0 0-38 15,0 0 5-15,0 0-2 16,0 0 15-16,0 0 1 16,0 0-27-16,0 0-19 15,0 0-39-15,0 0-73 16,0 0-296-16</inkml:trace>
  <inkml:trace contextRef="#ctx0" brushRef="#br0" timeOffset="22983.49">25785 9889 778 0,'0'0'142'0,"0"0"-48"0,0 0 4 0,0 0-37 16,0 0-39-16,0 0-7 0,0 0-12 15,0-8-6 1,0 8 2-16,0-8-6 0,0 4-15 16,0-7-72-16,0-2-258 15</inkml:trace>
  <inkml:trace contextRef="#ctx0" brushRef="#br0" timeOffset="28908.67">11454 12745 321 0,'0'0'206'0,"0"0"-184"0,0 0 9 0,0 0 34 16,-19 224-31-16,26-171 10 16,27 3 24-16,6 7-25 15,6 10-17-15,-5 7-1 16,-1 8 25-16,-15 5-39 0,9 15 3 15,-12 9-8-15,-16-1-5 16,-6 0 10-16,0-4 14 16,0-24 9-16,0-23-32 15,0-37 8-15,0-13-6 16,0-15 13-16,0 0 5 16,0-39-13-16,0-33-9 15,-53-36-3-15,19-22-13 16,-28-22 22-16,22 8-16 15,3-8 8-15,-4-4-3 16,7-1-14-16,12 1-21 16,4-1 24-16,5 13-5 0,13 11-4 15,0 14-3-15,0 9-42 16,25 27 6-16,28 14-36 16,3 18 74-1,9 26 9-15,3 21-23 0,13 4 21 16,-10 21-28-16,16 30-42 15,-13 6-19-15,-6 7 40 16,-15 0 14-16,-25 12 9 16,-28 8 45-16,0 13 31 15,-56 14 181-15,-15 6-12 16,-25 12-87-16,-16-1-51 16,19-8-45-16,-9-28-17 15,15-23-55-15,13-21-6 0,15-37-117 16</inkml:trace>
  <inkml:trace contextRef="#ctx0" brushRef="#br0" timeOffset="30707.63">13193 12540 418 0,'0'0'187'15,"0"0"-140"-15,0 0 87 0,0 0-36 0,0 0-37 16,0 0-32-16,-195-39 2 16,142 39-22-16,-12 0 20 15,-15 0-2-15,5 36-20 16,-5 20-5-16,-7 16 3 15,6 11 6-15,10 19-4 16,3-2 10-16,27-12-14 16,35 4 5-16,6-8-8 0,0-4-1 15,75 13 0-15,11-5-5 16,1 1-10-16,6-6-10 16,6-3 19-16,-6-19-7 15,-12-22 5-15,12-22-13 16,3-17-1-16,10-12 5 15,15-65-2-15,-1-14-11 16,-8-14-79-16,-25-3-259 16</inkml:trace>
  <inkml:trace contextRef="#ctx0" brushRef="#br0" timeOffset="31545.44">13789 13571 521 0,'0'0'95'0,"0"0"-93"0,0 0 70 15,0 0-9-15,6 248-1 16,6-171 12-16,10-1-55 15,-16-11 12-15,13-1-14 16,-13-12 18-16,-6-8-20 16,0-16 5-16,0-13-8 15,0-15-4-15,0 0 6 0,0 0-12 16,0 0-2-16,9-28-17 16,4-27 11-16,5-18 6 15,23-3 21-15,-1 0-21 16,0 4 0-16,1 8-7 15,5 20-16-15,-6 8-17 16,1 20 24-16,-7 16-4 16,-16 0 4-16,4 11 16 15,-3 33 12-15,2 17 5 16,-14 3-17-16,-1 0-6 16,-6 16-8-16,0-8-16 0,0-3-37 15,0-17-24 1,0-12 55-16,0-20-89 0,0-20-260 15</inkml:trace>
  <inkml:trace contextRef="#ctx0" brushRef="#br0" timeOffset="32106.31">15079 13498 344 0,'0'0'292'0,"0"0"-272"0,0 0 67 0,0 0-7 0,0 0-57 15,400-31-16-15,-314 15-7 16,-5 8-8-16,0-1-45 16,-29 9-29-16,-18 0-79 15,-34 0-69-15,0 0-89 0</inkml:trace>
  <inkml:trace contextRef="#ctx0" brushRef="#br0" timeOffset="32307.23">14970 13243 589 0,'0'0'203'0,"0"0"-182"15,0 0 70-15,0 0-60 16,422 23-27-16,-289-23-4 0,-12 0-100 15,-12-12-509-15</inkml:trace>
  <inkml:trace contextRef="#ctx0" brushRef="#br0" timeOffset="32873.01">17075 12488 772 0,'0'0'91'0,"0"0"-14"0,0 0-4 0,0 0-23 0,-232 224-21 16,198-99-2-16,21 4-26 15,13-5-1-15,0-7 5 16,0-17-10-16,59-9-3 16,10-10-1-16,5-1 2 0,3-3-27 15,10-5-13-15,0-13-28 16,0-22-239-16,-6-22 59 16</inkml:trace>
  <inkml:trace contextRef="#ctx0" brushRef="#br0" timeOffset="33508.12">17479 12873 393 0,'0'0'125'0,"0"0"-99"16,0 0 64-16,0 0-63 0,0 0 13 16,0 0 3-16,179 116 44 15,-166-55-25-15,-7 7 0 16,-6-4-37-16,0 16-3 15,0-8-2-15,0-11-2 16,0-13 1-16,0-16-15 16,-12-17 9-16,12-10-12 15,0-5 10-15,0 0-11 16,0-41-11-16,0-18 10 16,46-26 2-16,7 13 0 15,15-4-1-15,0 16-1 0,-3 32-31 16,4 20 30-16,-4 8-15 15,3 20 17-15,-9 35 13 16,-13 18-2-16,-12 0-11 16,-15-1 1-16,-3-8-7 15,-4-12 6-15,0-16-3 16,16-8-33-16,0-12 0 16,12-12-132-16,-9-4-77 15</inkml:trace>
  <inkml:trace contextRef="#ctx0" brushRef="#br0" timeOffset="33887.67">18654 13387 669 0,'0'0'192'0,"0"0"-149"0,0 0 7 0,0 0 24 0,0 0-11 15,474-41-41-15,-319 29-22 16,-22-4-54-16,-12 8 26 16,-49-8-157-16,-32 16-457 15</inkml:trace>
  <inkml:trace contextRef="#ctx0" brushRef="#br0" timeOffset="34305.22">20285 13351 239 0,'0'0'603'15,"0"0"-580"-15,0-237-22 0,12 137 49 16,4 8-42-16,2 15 3 16,-12 25 7-16,4 16 9 15,-10 32-13-15,0 4 63 16,0 0-41-16,-16 0-29 16,-37 0-5-16,-15 25-4 15,9 11-1-15,7 3-29 16,5 2-8-16,19-5-15 15,0-5-94-15,10-3-250 16</inkml:trace>
  <inkml:trace contextRef="#ctx0" brushRef="#br0" timeOffset="34737.72">20833 12352 821 0,'0'0'41'0,"0"0"67"15,493-16 14-15,-297 16-84 0,-23 60-25 16,-27 24 13-16,-78 40-26 16,-49 29-6-16,-19 31-28 0,-53 8 7 15,-68-15-94-15,-18-12-203 16</inkml:trace>
  <inkml:trace contextRef="#ctx0" brushRef="#br0" timeOffset="35405.66">22926 12372 605 0,'0'0'6'0,"0"0"-4"0,41 268 7 16,-41-183-13-16,12-13 4 15,1-4-6-15,-13-3-99 16,0-14-104-16</inkml:trace>
  <inkml:trace contextRef="#ctx0" brushRef="#br0" timeOffset="35753.58">23072 13498 647 0,'0'0'281'16,"0"0"-265"-16,0 0-23 15,0 0 7-15,0 0-14 0,0 0-24 16,13 0-29-16,-13 0-7 16,9 0 74-16,-9 0 10 15,0 0-10-15,0 0-3 16,0 0-21-16,0 0-14 16,0 0-412-16</inkml:trace>
  <inkml:trace contextRef="#ctx0" brushRef="#br0" timeOffset="40015.66">12096 15820 573 0,'0'0'76'0,"0"0"-42"0,0 0 100 0,0 0-55 0,0 0-16 15,0 0-7-15,0 0 7 16,-87 0-32-16,62 0-20 16,-3 0 7-16,-12 17-15 15,0-4 6-15,-26 10-5 16,-14 9 12-16,-13 16-15 16,-16 9 28-16,10 15-17 15,-9 12 17-15,21 20-8 16,0 13-12-16,22 7-2 15,37 1-3-15,28-9-8 16,28-5-3-16,90-14 6 16,43-13-1-16,34-24-8 0,32-27-43 15,21-33 15-15,18 0 7 16,7-33-43-16,-43-27-74 16,-57-4-322-16</inkml:trace>
  <inkml:trace contextRef="#ctx0" brushRef="#br0" timeOffset="41515.61">13193 16783 413 0,'0'0'197'0,"0"0"-178"0,0 0 68 0,0 0 0 0,0 0-22 15,0 0-20-15,-6 133 11 16,19-89-32-16,15 0 21 16,-10 0 12-16,4 4-24 0,-4 4 2 15,10-4-28 1,-9 4 4-16,3-8-8 0,-22-7 4 15,12-17-1-15,-12-13 0 16,0-7-6-16,0 0 0 16,0 0 20-16,0 0-16 15,0-23-4-15,0-13-7 16,0-8 4-16,0-13-2 16,34-2 1-16,6 2-1 15,-9 21-6-15,10 16-2 16,-1 16-15-16,0 4 15 15,13 0-10-15,15 17 23 0,-15 22 3 16,3 5 15 0,-31 12-18-16,-4 5 7 0,-14 7-7 15,-7 4-10-15,0-4-35 16,0-8-65-16,0-24-83 16,0-24-174-16</inkml:trace>
  <inkml:trace contextRef="#ctx0" brushRef="#br0" timeOffset="42031.34">14415 17129 314 0,'0'0'579'0,"0"0"-552"0,0 0-4 0,0 0 45 16,0 0-11-16,0 0-19 16,56 155-20-16,-44-98 17 15,-6 7-25-15,-6-8 7 16,0 0-8-16,0-7-9 16,0-10-5-16,0-3-14 0,0-8-21 15,0-20-107 1,-18-8-327-16</inkml:trace>
  <inkml:trace contextRef="#ctx0" brushRef="#br0" timeOffset="42747.97">14889 16775 76 0,'0'0'487'0,"0"0"-437"0,0 0 13 16,0 0 16-16,0 0-44 16,0 0-12-16,0 88-11 15,10-60 22-15,2 8-8 16,7 5 27-16,2-1 0 15,-2 4 2-15,3 0-22 16,-10-11-25-16,-6 3-8 16,10-17-1-16,-10-11-8 15,-6 1-56-15,6-9 0 16,-6 0-127-16,0 0-44 16,0 0-63-16</inkml:trace>
  <inkml:trace contextRef="#ctx0" brushRef="#br0" timeOffset="43063.16">14970 17037 259 0,'0'0'297'0,"0"0"-276"0,0 0 47 16,0 0-39-16,0 0-15 16,0 0 17-16,149-154 33 15,-103 115-55-15,7-2-4 16,-13 5-5-16,-5 13-43 15,-17 10-68-15,-12 9-154 16</inkml:trace>
  <inkml:trace contextRef="#ctx0" brushRef="#br0" timeOffset="43347.02">15091 16948 238 0,'0'0'233'16,"0"0"-199"-16,0 0 96 16,0 0-29-16,0 0 8 15,0 0-42-15,226 120-24 16,-170-84-20-16,-16 5-21 15,-9-13-2-15,-3-5 7 16,-9-10-14-16,-3-5-11 0,-4 0-51 16,-12 4-116-1,0-4-143-15</inkml:trace>
  <inkml:trace contextRef="#ctx0" brushRef="#br0" timeOffset="44436.27">9324 15769 468 0,'0'0'209'0,"0"0"-161"0,0 0 8 15,0 0-19-15,0 0-18 16,0 0 47-16,-62 4-35 0,62-4 13 15,-6 0-5-15,-7 0 16 16,-21 0-20-16,-25 0-19 16,-28 0 3-16,-34-25 0 15,-18-26 5-15,-16-17-14 16,0-13 39-16,-3-15-39 16,9-9 2-16,9-18-12 15,13-10-3-15,22 4-19 16,43 5-7-16,28 29-5 15,34 14-46-15,9 13-80 16,68 20-234-16</inkml:trace>
  <inkml:trace contextRef="#ctx0" brushRef="#br0" timeOffset="45295.98">9082 16002 169 0,'0'0'248'0,"0"0"-230"0,0 0 30 15,0 0 17-15,0 0 1 16,0 0 12-16,-25 0-3 16,25 0-6-16,0 0-19 15,0 0 24-15,0 0-42 16,0-8 2-16,0-25-33 0,31-6 13 15,25-10-9-15,-10-4 9 16,7 14-12-16,-6 6-2 16,-29 14 0-16,10 10-24 15,-28 9 11-15,0 0-16 16,0 0 27-16,0 0-21 16,0 0 8-16,0 0-28 15,0 9 43-15,13 18 20 16,2 14-2-16,25 12 14 15,7-9-32-15,-1-5 10 16,1-11-9-16,-7-8 3 16,-15-7-1-16,-9-13-6 0,-16 0 6 15,0 0-1 1,0 0 21-16,0 0-1 0,0-8-1 16,-7-20-21-16,-21-5-10 15,7 2-31-15,2 10-6 16,7 9-121-16,-4 12-63 15</inkml:trace>
  <inkml:trace contextRef="#ctx0" brushRef="#br0" timeOffset="46443.87">4992 12958 614 0,'0'0'2'0,"0"0"6"0,0 0 40 0,0 0 13 16,0 0-43-16,-53 208 14 16,94-184-7-16,11-7 16 15,1-10-5-15,0-7-32 16,0 0 10-16,-4-16 12 15,-2-41 32-15,-16 2-5 16,-3-21-5-16,-16-12-35 0,-12-13-1 16,0 13-12-16,0 8-19 15,-25 15-1-15,-21 21-14 16,-1 29 5-16,-15 15 19 16,3 0-15-16,-9 47 20 15,-3 1 4-15,21-4 1 16,25-3-6-16,25-2-75 15,0-3-57-15,34-3-3 16,31 0-204-16</inkml:trace>
  <inkml:trace contextRef="#ctx0" brushRef="#br0" timeOffset="46965.56">5674 12933 592 0,'0'0'37'0,"0"0"-34"16,0 0 24-16,0 0-12 16,0 0 0-16,0 0 17 15,-21 161 22-15,21-158-16 16,0-3 32-16,0 0 5 15,0 0-27-15,-19-19-3 16,-9-29-39-16,-6-13 1 0,9-3 0 16,3-12-13-16,10 4 6 15,12 8-13-15,0 3-4 16,0 22-11-16,12 11 16 16,16 7-19-16,6 21 3 15,-3 0-34-15,-9 0-18 16,6 0 21-16,-9 24 32 15,-13 17-2-15,-6 3 13 16,0-4 13-16,0 4 6 16,0-8 6-16,0-16 2 15,0-8 31-15,0-3-15 16,12-9-14-16,10 0 22 16,6 0 18-16,-10 0-11 15,-5 0-17-15,2 7-2 0,4 9-8 16,-7 5 13-16,29 7-28 15,-7 0 0-15,28-1-29 16,-16-10-34-16,19-6-100 16,-18-6-14-16,-19-5-39 15</inkml:trace>
  <inkml:trace contextRef="#ctx0" brushRef="#br0" timeOffset="47177.23">6242 12853 550 0,'0'0'84'0,"0"0"-30"0,0 0-36 0,0 0-14 0,0 0-4 0,0 0-14 16,121 149-12-16,-103-149-22 15,-12 0-25-15,-6 0-12 16,0 0-12-16,0-13 37 15</inkml:trace>
  <inkml:trace contextRef="#ctx0" brushRef="#br0" timeOffset="47458.67">6242 12853 557 0,'80'161'117'0,"-80"-161"-110"16,0 0 42-16,6-9-1 0,13-22 45 15,9-10-17-15,6-14-32 16,-9-14-24-16,-3 0-11 16,6-3-1-16,-28 8-3 15,0 12 0-15,0 4 5 16,0 24-4-16,0 8-2 16,-35 9-8-16,8 7 1 15,-8 0 3-15,4 15-1 16,-3 29-5-16,13 8-31 15,8-11-29-15,13-5-76 16,0-13-54-16,0-18-43 16,22-5-28-16</inkml:trace>
  <inkml:trace contextRef="#ctx0" brushRef="#br0" timeOffset="47593.38">6918 12814 73 0,'0'0'107'0,"0"0"-101"16,0 0 7-16,0 0-12 16,0 0-1-16,0 0-51 15</inkml:trace>
  <inkml:trace contextRef="#ctx0" brushRef="#br0" timeOffset="47794.62">6918 12814 735 0,'24'-254'65'16,"-17"254"-60"-16,2 0-10 15,-3 0-5-15,7 0-37 16,-13 0-25-16,0-16-120 15,0 1-229-15</inkml:trace>
  <inkml:trace contextRef="#ctx0" brushRef="#br0" timeOffset="47927.11">6815 12355 20 0,'0'0'795'16,"0"0"-738"-16,0 0-34 15,0 0-23-15,0 0-28 16,0 0-82-16,56-19 24 15,-31 7-209-15</inkml:trace>
  <inkml:trace contextRef="#ctx0" brushRef="#br0" timeOffset="48409.41">6688 12504 368 0,'0'0'176'0,"0"0"-140"0,0 0-5 0,0 0 13 0,0 0 4 16,0 0 30-16,-6 120-15 15,46-76-11-15,22-8-52 16,10-3 0-16,21-13-5 16,3-4-2-16,-9-8 3 15,6-5-25-15,6-3-33 0,-12 0-46 16,-13-11-51-16</inkml:trace>
  <inkml:trace contextRef="#ctx0" brushRef="#br0" timeOffset="49009.45">7727 12922 176 0,'0'0'529'0,"0"0"-508"0,0 0 55 0,0 0-54 0,0 0-11 16,0 0 3-16,0-213-14 16,0 161-5-16,0 12-25 15,31 16-31-15,-9 12 8 16,-16 12 47-16,-6 0 6 16,0 0 5-16,0 0 41 15,0 12 67-15,18-1-59 16,10-6-54-16,13-5-4 15,11 0-36-15,1 0 30 16,9-16 20-16,-15 4-3 16,-1 7-7-16,-6 5 22 0,-12 0 3 15,3 0-4-15,3 0-10 16,7 0-11-16,18 0-18 16,-4 0-164-16,-8-8-354 15</inkml:trace>
  <inkml:trace contextRef="#ctx0" brushRef="#br0" timeOffset="49607.5">5767 13819 589 0,'0'0'257'0,"0"0"-186"16,0 0 6-16,0 0-19 15,0 0-14-15,0 0 2 16,-6-15-5-16,6 15-37 0,0 15-8 15,19 10 7-15,21-1-6 16,6-12-14-16,-18 4-26 16,7-8-55-16,-11-4-27 15,-24-4-121-15,0 0-298 16</inkml:trace>
  <inkml:trace contextRef="#ctx0" brushRef="#br0" timeOffset="49724.48">5767 13819 361 0,'-93'233'0'15,"93"-233"-176"-15</inkml:trace>
  <inkml:trace contextRef="#ctx0" brushRef="#br0" timeOffset="50190.65">5715 14037 368 0,'0'0'208'15,"0"0"-85"-15,0 0-55 16,0 0-36-16,0 0-31 16,0 0 9-16,0-13 31 15,0-10-16-15,0-14 2 0,0-3-22 16,0-16 9-1,0 4-12-15,0 0-1 0,0 4-1 16,0 23 3-16,0 14-2 16,0 6 2-16,0 5 1 15,0 0-3-15,0 0-2 16,0 0-27-16,0 25 8 16,24 11 20-16,10 3 2 15,13 2-2-15,-7-5-21 16,7-20 12-16,-13 7 1 15,-6-10 6-15,-10-13 0 16,-18 0 2-16,0 0 0 0,13 0 26 16,2-28-9-16,4-8-1 15,3-8-14-15,-4 15 1 16,-5 1-5-16,2 5 7 16,-9 15-10-16,1 8 0 15,-1 0-33-15,6-5-30 16,10-7 35-16,-4-4 6 15,-2-8-51-15,-4-8-92 16,-12 0-298-16</inkml:trace>
  <inkml:trace contextRef="#ctx0" brushRef="#br0" timeOffset="50541.14">6294 13811 954 0,'0'0'0'0,"0"0"4"0,0 0-4 0,22-224 4 15,18 180 1-15,-9 12-10 16,4 16 1-16,-8 11-17 16,-2 5-22-16,9 0 18 0,-6 8-3 15,6 25 28 1,-3 0-7-16,-3 3-30 0,-22-9-1 16,1 13-21-16,-7-4 8 15,0-8-13-15,0-7-111 16,0-9-235-16</inkml:trace>
  <inkml:trace contextRef="#ctx0" brushRef="#br0" timeOffset="50823.64">6294 13811 577 0,'208'-224'66'15,"-202"224"45"-15,22 0 0 0,-22 0-80 16,29 8-31-16,11-3-1 15,1-5-27-15,27 0-26 16,3 0 19-16,13-13 16 16,3-15-1-16,-12-8-7 15,-16-4-28-15,-25-9 20 16,-18 13-22-16,-22 5-24 16,0 2 81-16,-34 9 61 15,-34 4-1-15,-7 8 24 16,10 8 24-16,-3 0-33 15,9 24-75-15,6 29-2 16,7 7-50-16,18-8-47 16,9-24-148-16</inkml:trace>
  <inkml:trace contextRef="#ctx0" brushRef="#br0" timeOffset="51041.83">6149 13426 596 0,'0'0'87'16,"0"0"62"-16,0 0-81 0,0 0-68 15,412-136-110 1,-350 117-83-16</inkml:trace>
  <inkml:trace contextRef="#ctx0" brushRef="#br0" timeOffset="51390.75">5560 14898 654 0,'0'0'114'0,"0"0"2"16,0 0-52-16,0 0-58 15,0 0 5-15,0 0-11 16,34 133-7-16,-16-125-22 16,-2-8-86-16,-10 0-65 15,-6-32-50-15</inkml:trace>
  <inkml:trace contextRef="#ctx0" brushRef="#br0" timeOffset="51541.67">5473 14505 867 0,'0'0'108'0,"0"0"-108"15,0 0-4-15,0 0-43 16,0 0-195-16,0 0-142 15</inkml:trace>
  <inkml:trace contextRef="#ctx0" brushRef="#br0" timeOffset="51889.09">6189 14951 648 0,'0'0'309'15,"0"0"-295"-15,0 0-28 16,0 0 2-16,0 0-18 16,0 0-2-16,-68-233 24 15,89 209-49-15,-14 16-20 16,-1 8 47-16,-6 0 30 16,0 0 12-16,6 12 8 0,0 12 76 15,10-8-47 1,15-16-49-16,9 0-60 0,7-12 1 15,8-32 59-15,-14-5 4 16,-4 2 8-16,-22 14-9 16,4 18-3-16,-13 15 1 15,-6 0-7-15,10 0 6 16,-4 0-19-16,12 8 15 16,16 4-5-16,-15-12-63 15,-3 0-291-15</inkml:trace>
  <inkml:trace contextRef="#ctx0" brushRef="#br0" timeOffset="52306.46">6775 14602 10 0,'0'0'589'0,"0"0"-589"15,0 0-12-15,0 0-11 16,0 0 23-16,0 0 23 16,22 64 134-16,-22-89-36 15,-7-14-115-15,-27-17 23 16,-6 4 14-16,12-12-29 16,10-5 0-16,11-3-14 15,7-8 0-15,0 0-3 0,7 11-20 16,39 17-19-16,1 40-24 15,-1 12 6-15,1 0 41 16,-1 20 19-16,10 12 6 16,-3 4-6-16,-19-8-12 15,-22-8-26-15,-12 5 21 16,0-1 17-16,-40 12 119 16,-41 8-64-16,-12-8-30 15,6-4-21-15,19-8-4 16,37-16-5-16,3-8-125 15,28 0-84-15</inkml:trace>
  <inkml:trace contextRef="#ctx0" brushRef="#br0" timeOffset="52555.57">7184 14301 0 0,'0'0'572'0,"0"0"-564"15,0 0-8-15,0 0-14 16,0 0 14-16,0 0 36 16,242-100-7-16,-183 44 1 15,-47-1-28-15,-12 9 5 16,0 12 6-16,0 20 23 16,-46 16-4-16,-19 0-7 0,-16 5-25 15,1 31-48 1,18 8-21-16,31-8-35 0,15 0-232 15</inkml:trace>
  <inkml:trace contextRef="#ctx0" brushRef="#br0" timeOffset="52956.72">7184 14301 400 0,'329'-17'6'0,"-329"30"-3"16,0-13 19 0,0 0 95-16,-16-16-11 0,-2-40-52 15,2-9-51-15,-8-2 9 16,17 3-4-16,7 7-3 16,0 1-4-16,19 8-2 15,43 20-38-15,-9 7-12 16,-1 21 34-16,-5 0 5 15,-7 0 4-15,-18 25-3 16,3 14 10-16,-25 10 2 16,0-5 17-16,0-12 14 15,-25-11 33-15,-3-10-16 16,16-3 23-16,2-8 14 16,10 0-62-16,0 0-24 15,0 0-26-15,0 0-23 16,28 0 39-16,19 0 0 0,-13 0 9 15,0 0-59-15,-9 0 0 16,-4 0-25-16,-8 0-26 16,-1 0-126-16</inkml:trace>
  <inkml:trace contextRef="#ctx0" brushRef="#br0" timeOffset="53156.91">8046 13896 212 0,'0'0'442'0,"0"0"-441"0,0 0 18 0,0 0 3 16,0 0-22-16,0 0-4 16,99 88-7-16,-92-68-44 15,-7-16-96-15,0-4-172 16</inkml:trace>
  <inkml:trace contextRef="#ctx0" brushRef="#br0" timeOffset="53337.77">8046 13896 605 0,'-226'-165'308'0,"251"165"-302"15,37-7-5 1,-3-9 47-16,3-5-25 0,-3-7 30 15,-13-4-42-15,1 8-11 16,-13-4-35-16,-6 8-44 16,3 4-121-16,-3 16-184 15</inkml:trace>
  <inkml:trace contextRef="#ctx0" brushRef="#br0" timeOffset="53588.69">8468 13752 462 0,'0'0'179'0,"0"0"-52"0,0 0-5 16,0 0-89-16,0 0-29 16,0 0-8-16,65-254 0 15,-37 210 1-15,-9 16-13 16,-10 12-51-16,-3 16 23 16,0 0-9-16,7 0-5 15,8 16 16-15,-2 17 40 16,3 3 1-16,-10-8-7 15,7 13-15-15,-19-18-100 16,0 1 34-16,0 1 56 16,0-2 21-16,-19-7-112 15</inkml:trace>
  <inkml:trace contextRef="#ctx0" brushRef="#br0" timeOffset="53770.36">8468 13752 754 0,'59'-173'166'0,"-53"173"-126"15,22 0-18-15,6 0-10 16,6 0-12-16,26-8-16 16,-14-16-52-16,-11-4-186 15</inkml:trace>
  <inkml:trace contextRef="#ctx0" brushRef="#br0" timeOffset="54810.37">16368 16891 353 0,'0'0'354'0,"0"0"-213"0,0 0-54 0,0 0-44 0,0 0-40 16,0 0 9-1,0 0 6-15,0-3 8 0,0 3-11 16,7 0 17-16,27 0-7 16,0-5-8-16,12-6 1 15,1-6-10-15,-7 2-6 16,7-9-2-16,-7-4-4 16,0-5-28-16,-21 1-2 15,3 8-38-15,-22 5-17 16,0 2-121-16,-10 13-64 15</inkml:trace>
  <inkml:trace contextRef="#ctx0" brushRef="#br0" timeOffset="54986.77">16288 16570 721 0,'0'0'2'0,"0"0"0"0,0 0 80 15,0 0 27-15,0 0-55 16,0 0-40-16,288-51-6 16,-247 43-8-16,-1 3-4 15,-3 5-54-15,13-3-115 16,-10-2-168-16</inkml:trace>
  <inkml:trace contextRef="#ctx0" brushRef="#br0" timeOffset="56086.15">19665 15493 272 0,'0'0'2'0,"0"0"66"0,0 0 106 0,0 0-34 0,0 0-24 16,0 0 35-16,0-25-72 15,0 25-5-15,0 0-38 16,0 0-36-16,0 4 0 16,0 20 6-16,0 17-6 15,0 10 10-15,18 6 12 16,-5 7-6-16,2 11 1 16,-9-9-3-16,7 1-10 15,-7-7-2-15,16 1 3 16,-10-13-8-16,0-8 12 0,-12-12-13 15,0-16 8-15,0-4-4 16,0-8 6-16,0 0 0 16,0 0 0-16,0 0-6 15,0 0-1-15,0-28-14 16,0-16 12-16,0-12-3 16,0-13 5-16,0-3 1 15,0-4 0-15,0-5-1 16,0 1-14-16,0 13 8 15,0 6-28-15,28 25 28 16,13 16-8-16,-1 12 14 0,13 8-21 16,15 0 13-1,3 0 7-15,4 8-2 0,-1 16 3 16,-21 5-13-16,-19 2-11 16,-16 18-6-16,-8 2 27 15,-10 21 4-15,0 1-1 16,0-5-18-16,0-12 5 15,0-4-45-15,-16-8-68 16,10-11 19-16,-6-2-48 16,-4-18-180-16</inkml:trace>
  <inkml:trace contextRef="#ctx0" brushRef="#br0" timeOffset="56753.71">21147 15047 154 0,'0'0'331'0,"0"0"-246"0,0 0-13 0,0 0-14 16,0 0 17-16,0 0 31 16,0 4-30-16,0 15-35 15,15 22 14-15,-9 15 8 16,19 8-34-16,-9 8-6 15,-4 8-21-15,-12 9 10 16,0-4-9-16,0-10-6 0,0-3-4 16,0-7-17-1,0-14-5-15,12 2-20 0,4-13-38 16,3-3-49-16,-7-14-13 16,-12-7-200-16</inkml:trace>
  <inkml:trace contextRef="#ctx0" brushRef="#br0" timeOffset="57186.44">21336 16410 289 0,'0'0'277'0,"0"0"-154"0,0 0-43 0,0 0-48 0,0 0-31 15,0 0 78-15,0-40-17 0,0 32-35 16,0 8-13-16,0 0-6 16,0 0 45-16,0 0 11 15,0 0-24-15,0 0-36 16,0 0-4-16,6-3-19 15,6-26-117-15,1-7-203 16</inkml:trace>
  <inkml:trace contextRef="#ctx0" brushRef="#br0" timeOffset="58034.52">18601 16872 351 0,'0'0'184'16,"0"0"-129"-16,0 0 3 0,0 0 9 0,0 0-52 0,0 0 17 16,28 0-2-16,-28 0 17 15,0 0 7-15,0 0-17 16,12 0 1-16,1 0-22 15,8 0 20-15,10 0-2 16,16 0 11-16,27 0-35 16,13 0 11-16,28 0-8 15,24 0-2-15,23-4 0 16,11-12-7-16,35-4 14 0,0 4-15 16,-16-1 16-16,16 14-16 15,0 3 4-15,-16 0-7 16,9 0 0-16,-8 0 0 15,14 0 10-15,-5 0-10 16,6 0 0-16,-10 0-1 16,-9 0 2-16,-15 0 5 15,-35 3-5-15,-12 6-1 16,-34-6-4-16,-18-3-49 16,-35 0 50-16,-27 0-75 15,-13-3-115-15,-13-17-491 0</inkml:trace>
  <inkml:trace contextRef="#ctx0" brushRef="#br0" timeOffset="59282.44">19770 17594 3 0,'0'0'216'0,"0"0"-195"16,0 0 60-16,0 0-61 0,0 0-20 16,0 0 0-16,-12-4 5 15,12 4 32-15,-7 0 74 16,-8 0-18-16,2 0-6 16,7 0-27-16,0 0-36 15,6 0-15-15,0 0-9 16,0 0 0-16,0 0 0 0,0 0 0 15,-6 0 11-15,-3 0 45 16,-4 0 16-16,13 0-17 16,0 0-6-16,0 0-9 15,0 0-13-15,0 0-27 16,0 0 0-16,0 7 0 16,0 18 0-16,0 2 2 15,0 10 11-15,0 11-1 16,0 5 6-16,0-2 6 15,0 6-15-15,0-6 2 16,0-2-8-16,0-10-5 16,0-10 5-16,0-13-6 0,0-8-6 15,0 4 2-15,0-12 4 16,0 0 6-16,0 0 2 16,0 0 1-16,0 0-12 15,0-12-3-15,0-12-7 16,-6-8 10-16,-6-12 5 15,12 3 1-15,0-10 3 16,0 2-3-16,0 5 0 16,0 0-7-16,18 12 14 15,10 4-14-15,-3 7-6 16,3 10-7-16,0 11-12 16,-10 0-7-16,10 0 39 15,-3 11 0-15,15 18 8 16,-6-9-6-16,0 3-4 15,-9 10 1-15,3-5-5 0,0 8 6 16,-3 5 0-16,-3-2 0 16,-16 10 6-16,0-9-9 15,6-4 13-15,4-4-17 16,-4-12 11-16,1 0-8 16,8-4-41-16,14-13-84 15,-17-3-56-15,1 0-190 16</inkml:trace>
  <inkml:trace contextRef="#ctx0" brushRef="#br0" timeOffset="59799.08">20480 17842 545 0,'0'0'154'0,"0"0"-52"0,0 0 17 0,0 0-83 16,0 0-5 0,0 0 7-16,93-8 23 15,-40 4-31-15,-1 4-8 0,10-7-4 16,-15 2-14-16,-1-3-8 16,-5-4-11-16,-7-4-8 15,6-12-68-15,-9-8-76 16,16-5-192-16</inkml:trace>
  <inkml:trace contextRef="#ctx0" brushRef="#br0" timeOffset="60251.32">21209 17513 11 0,'0'0'355'0,"0"0"-236"0,0 0 30 15,0 0-23 1,0 0-7-16,0 0-37 0,0 77-56 16,6-49 7-16,0 8-14 15,-6 16 7 1,12 0-9-16,-5 8-4 0,2-4-13 15,10 1 1-15,-7-5-3 16,3-12 4-16,-8-8-1 16,-7-17-1-16,12-6-6 15,-6-9-72-15,0 0-15 16,4-16-108-16,-4-24 67 16,-6 0-142-16</inkml:trace>
  <inkml:trace contextRef="#ctx0" brushRef="#br0" timeOffset="60548.81">21286 17854 234 0,'0'0'88'0,"0"0"-61"15,0 0 48-15,0 0-12 16,0 0-2-16,0 0 22 16,0-44-22-16,9 24 36 15,22-4 9-15,-3 0-61 0,19-5-34 16,-13-7-8-16,19-3-6 16,-13 3-10-16,-12 8-40 15,-9 12-60-15,-13 11-23 16,-6 5-77-16,0 0-155 15</inkml:trace>
  <inkml:trace contextRef="#ctx0" brushRef="#br0" timeOffset="60798.71">21274 17823 276 0,'0'0'362'0,"0"0"-359"0,0 0 84 16,0 0 31-16,0 0-38 15,0 0-41-15,208 136 8 16,-162-112-45-16,1-4 2 16,-7-4-4-16,0-9-6 15,-12 1-20-15,-16-3-11 16,7-5-45-16,-19 0-156 15,0 0-298-15</inkml:trace>
  <inkml:trace contextRef="#ctx0" brushRef="#br0" timeOffset="61465.35">19116 17369 472 0,'0'0'124'0,"0"0"-26"0,0 0-31 16,0 0 31-16,0 0-25 16,0 0-14-16,0 253-2 15,0-189-28-15,0 8 5 16,0-4-29-16,6 1 8 0,34-10-13 15,7-2-2 1,12-9-43-16,3-8-41 16,3-16-47-16,3-12-48 0,0-12-218 15</inkml:trace>
  <inkml:trace contextRef="#ctx0" brushRef="#br0" timeOffset="62280.52">21950 17309 295 0,'0'0'182'0,"0"0"-94"0,0 0-34 0,0 0-23 16,0 0 29-16,0 0 69 15,0 20-49-15,18 0-12 0,16 8-18 16,1 4 12-1,5 12-41-15,-6 8-9 0,-9 4-11 16,-10 5 2 0,4-6 7-16,-19 6-9 0,0-5 0 15,0 4 6-15,0 1-14 16,0-1-6-16,0-4 3 16,0-8-24-16,0-16-34 15,0-16-81-15,0-16-207 16</inkml:trace>
  <inkml:trace contextRef="#ctx0" brushRef="#br0" timeOffset="62896.69">22517 17289 582 0,'0'0'94'0,"0"0"41"0,0 0-7 0,0 0-84 0,0 0-8 16,0 0-11-16,-12 241 8 15,12-202 3-15,0-6-11 16,6 3 13-16,6 0-38 16,-5 8 2-16,8 4 4 15,4-4-12-15,-4-3-21 16,-2-5 3-16,-7-13-41 16,-6-2-36-16,0-18-133 15,0-3-142-15</inkml:trace>
  <inkml:trace contextRef="#ctx0" brushRef="#br0" timeOffset="63297.2">22666 18103 485 0,'0'0'91'0,"0"0"-34"15,0 0-26-15,0 0-24 16,0 0-3-16,0 0 36 16,0 0-33-16,0 0 4 15,0 0 3-15,0-4 69 16,0 4-22-16,0 0-30 16,0 0-2-16,0 0-15 0,0 0-14 15,0-12-30-15,0-5-43 16,6-2-55-1,-6 2-42-15</inkml:trace>
  <inkml:trace contextRef="#ctx0" brushRef="#br0" timeOffset="65911.3">17965 17677 485 0,'0'0'18'0,"0"0"-18"0,0 0 0 16,0 0 19-16,0 0 24 16,0 0 35-16,22 0-32 15,-22 0-2-15,0 0 53 16,0 0-15-16,0 0-29 15,0 0-46-15,0 0 9 0,0 0-11 16,0 0 7-16,0 0 0 16,0 0 12-16,0 0-8 15,0 0 12-15,0 0 7 16,0 0-27-16,0 0 15 16,0 0-20-16,0 0 17 15,0 0-20-15,0 9-6 16,19 15-4-16,-1 15 10 15,10 14 8-15,-6 7-7 16,9 9 1-16,-9 3 9 16,-4 0-13-16,-2 4 4 15,-16-4-2-15,0-7 0 16,0-18 0-16,0-22-10 0,0-17-18 16,0-8-18-1,0 0-69-15,12-36 9 0,-6-5-145 16,-6 5-305-1</inkml:trace>
  <inkml:trace contextRef="#ctx0" brushRef="#br0" timeOffset="66445.03">18151 18151 255 0,'0'0'64'0,"0"0"-58"0,0 0 28 16,0 0-34-16,0 0-30 0,0 0 30 15,-6 0 65-15,6 0-22 16,0 0 15-16,0 0 38 16,0 0-9-16,0-9-46 15,0-6-8-15,0-9-18 16,6-9 23-16,35-6 0 16,-1-5-9-16,16-1-7 15,15-7-11-15,-3 4 1 16,-9 4-10-16,3 8-4 15,-15 0-7-15,-13 8-92 16,-9 7-50-16,-13 13-132 0</inkml:trace>
  <inkml:trace contextRef="#ctx0" brushRef="#br0" timeOffset="66945.23">18114 18103 483 0,'0'0'68'0,"0"0"-35"0,0 0 61 0,0 0-29 15,0 0 29-15,0 0-25 16,140 92-19-16,-106-71-37 16,-9 7 8-16,15-5-21 15,6 1 0-15,-5 9-2 16,5 3-35-16,1 0-48 15,-13-5-51-15,-12-14-90 16</inkml:trace>
  <inkml:trace contextRef="#ctx0" brushRef="#br0" timeOffset="67791.67">18734 17613 276 0,'0'0'84'0,"0"0"-16"0,0 0-46 0,0 0 3 0,0 0-21 16,0 0 35-16,0 0-1 16,0 0 40-16,0 0 4 15,0 5 3-15,0 7-18 16,13 4-26-16,-7 7-15 15,22-2-21-15,0 11 6 16,-10-5-11-16,10 6 5 16,-15 8-2-16,-13-2 17 15,12 9-1-15,-3-4 21 16,-2 0-26-16,-1-11-10 16,12-5-4-16,-18-8-19 15,22 0-38-15,-10 0-125 16,-12-4-57-16,0-4-320 0</inkml:trace>
  <inkml:trace contextRef="#ctx0" brushRef="#br0" timeOffset="68309.92">18989 18568 190 0,'0'0'481'0,"0"0"-426"0,0 0 5 0,0 0-48 0,0 0-12 0,0 0-1 0,0-3 1 16,0-14 1-16,0 6-1 16,0-2 5-16,0 5 0 15,0 0 5 1,0 8-3-16,0 0 2 0,0 0-4 16,0 0 44-16,0 0-37 15,0 0-12-15,0-4-11 16,0-12-29-16,0-9-106 15,0-6-326-15</inkml:trace>
  <inkml:trace contextRef="#ctx0" brushRef="#br0" timeOffset="72322.57">12251 5317 239 0,'0'0'358'0,"0"0"-283"0,0 0-8 0,0 0-55 16,0 0-12-16,0 0-14 16,0 0 0-16,-6 0 3 15,6 0 11-15,0 0 18 16,0 0 1-16,0 0-3 16,0 0 8-16,0 0 56 15,0 0-19-15,-7 0 3 0,7 0 11 16,0 0-15-16,0 0-42 15,0 0-9-15,0 0-9 16,0 0-8-16,0 0-11 16,0 0-10-16,0 0 27 15,0 0 4-15,0 0 11 16,0 0-6-16,0 0 15 16,0 0-16-16,0 0-6 15,0 8-15-15,0 4-22 16,0 9 24-16,0-9-6 15,0-1 13-15,0 6 12 16,0-13 1-16,0-4 10 0,0 0-1 16,0 0 0-1,0 0-5-15,0-13-9 0,0-39 8 16,0-20-1-16,13-28-9 16,-1-13 9-16,16-7-5 15,-3-1-3-15,9-2-1 16,6 7 0-16,13 11-2 15,9 9-9-15,-9 32-8 16,-7 16-9-16,7 19 11 16,-19 14-17-16,6 10 3 15,-5 5-4-15,11 12 8 16,-6 65 6-16,13 39 21 16,-19 25 28-16,-15 6-23 0,-10 6 7 15,-3-24-8-15,-6-13-8 16,0-11 1-16,0-13 3 15,0-20-19-15,0-12-45 16,0-24-238-16</inkml:trace>
  <inkml:trace contextRef="#ctx0" brushRef="#br0" timeOffset="72588.99">12672 5121 471 0,'0'0'232'0,"0"0"-225"0,0 0 63 0,0 0-37 16,0 0-33-16,0 0-28 16,214 4-44-16,-195-4-218 15</inkml:trace>
  <inkml:trace contextRef="#ctx0" brushRef="#br0" timeOffset="74574.72">13609 5281 208 0,'0'0'60'0,"0"0"-56"0,0 0-2 0,0 0-4 16,0 0 5-16,0 0 51 16,0 25 37-16,0-25 25 15,0 0-17-15,0 0 0 16,0 0-24-16,0 11 17 16,0 1-47-16,-16 9-7 15,16 10-18-15,0 2-1 16,0 3 13-16,0 8-28 15,0 0 0-15,0 0 3 16,0 4-13-16,0 1 13 0,0-10-7 16,0-6 15-1,-6-5-2-15,6-25 6 0,0-3-17 16,0 0 7-16,0 0-4 16,0-3-9-16,0-33 6 15,-6-8-2-15,6-9 0 16,0 6-4-16,0 2 1 15,0 16 3-15,6 14-5 16,0 7 9-16,-6 8-8 16,16 0-2-16,-4 0-1 15,1 0-17-15,-1 0 20 16,4 32 4-16,2 8 13 16,-2 8 2-16,2-4-11 0,10-8-4 15,-3-8 0 1,3-15-15-16,6-13-69 0,6 0-11 15,-9 0-67-15,-9-16 69 16,-10-1-81-16,-12 1-195 16</inkml:trace>
  <inkml:trace contextRef="#ctx0" brushRef="#br0" timeOffset="75170.57">14437 5586 450 0,'0'0'382'0,"0"0"-382"0,0 0 20 0,0 0 24 16,0 0-22-16,0 0-8 16,6 180 5-16,0-164-19 15,-6-7-17-15,0-5-48 16,0-4-97-16,0 0-168 15</inkml:trace>
  <inkml:trace contextRef="#ctx0" brushRef="#br0" timeOffset="75489.57">14437 5586 599 0</inkml:trace>
  <inkml:trace contextRef="#ctx0" brushRef="#br0" timeOffset="75786.1">14437 5586 599 0,'428'-261'36'0,"-428"306"1"0,0 2 46 16,0 2 55-16,0-1-124 15,0-16-8-15,0 0-3 16,0-4-6-16,0-4 8 16,0-8-8-16,0-4 3 15,0-4-10-15,0 0 0 16,0-3-16-16,0-5-52 16,0 0-5-16,0 0 50 15,0-8 33-15,0-21 23 16,0-3 1-16,0-8-3 0,0 4-12 15,0 4 8-15,0 0 37 16,18 4-31-16,10 0-11 16,-9-5-12-16,9 10-6 15,0 2-3-15,-10 13-20 16,4-4-5-16,-16 12 14 16,-6 0 2-16,0 0-14 15,0 0 7-15,0 0-70 16,0 28-174-16</inkml:trace>
  <inkml:trace contextRef="#ctx0" brushRef="#br0" timeOffset="76035.53">14871 5466 355 0,'0'0'42'16,"0"0"-42"-16,0 0-18 15,0 0 3-15,0 0 15 16,0 0 6-16,0 0-6 15,0 8 27-15,0 4 127 16,0 0-16-16,12 0-24 16,16 3-50-16,12-2-28 15,1-5-36-15,-1 0 7 16,0-4-7-16,1-1-19 16,-16 2-3-16,2-5-7 0,-14 0-38 15,-7 0-73 1,0 0-77-16</inkml:trace>
  <inkml:trace contextRef="#ctx0" brushRef="#br0" timeOffset="76817.44">16027 5221 622 0,'0'0'156'0,"0"0"-84"0,0 0 26 16,0 0-23-16,0 0-27 16,0 0-20-16,329-32-25 0,-276 20-6 15,-19 8 0 1,6-1-8-16,-15 2-37 0,-3-9-33 15,-22-4-136 1,0 0-202-16</inkml:trace>
  <inkml:trace contextRef="#ctx0" brushRef="#br0" timeOffset="77018.72">16027 5221 831 0,'35'-228'44'0,"23"220"14"15,23-9 45-15,6-2-40 16,12 2-60-16,-12 1-3 16,-13 0-52-16,-27 4-73 15,-41 4-232-15</inkml:trace>
  <inkml:trace contextRef="#ctx0" brushRef="#br0" timeOffset="78216.75">8127 5854 175 0,'0'0'195'0,"0"0"-142"0,0 0 29 0,0 0 12 16,0 0 26-1,0 0 10-15,214-23-33 0,-93-9-53 16,46-16 30 0,32-1-37-16,21-15 3 0,22-4-28 15,-1-8-2-15,-2 4-10 16,-25 0-8-16,-6 7 2 15,-34 14-32-15,-19 15-4 16,-56 11-33-16,-25 17 3 16,-68 8-176-16,-6 0-139 15</inkml:trace>
  <inkml:trace contextRef="#ctx0" brushRef="#br0" timeOffset="78718.16">10607 5052 834 0,'0'0'0'0,"0"0"14"0,0 0-10 0,0 0-4 0,342 93-3 16,-271-85-3-16,-25-4 2 15,-12 4-50-15,-34-5-13 16,0-3 10-16,0 9 29 16,0 3 28-16,-24 8-1 15,-26 5 3-15,-3 6-2 0,13 10 16 16,0-10 76-1,9 2 19-15,9-1-52 0,22-12-38 16,0-8-21-16,0-12-74 16,53 0-180-16,-13-45-320 15</inkml:trace>
  <inkml:trace contextRef="#ctx0" brushRef="#br0" timeOffset="79931.67">4698 6372 16 0,'0'0'562'0,"0"0"-541"0,0 0 7 0,0 0-28 16,0 0 47-16,0 0 0 15,192 36 9-15,-118-67 17 16,-21-2-23-16,-3 0-12 16,-32-6-16-16,-12-2 2 0,-6-10-18 15,0-1-6 1,0 11-19-16,0 10-6 0,-18 14 4 15,-29 17 3-15,-9 0-22 16,4 20 40-16,-1 24-5 16,13 12 10-16,27 1 2 15,13-9-4-15,0-16-6 16,0-17-64-16,31-15-17 16,16 0 13-16,9 0 48 15,-4 0 18-15,7-7 0 16,3-5 5-16,10 0-50 15,-10 7 3-15,-28 5 44 16,-3 0 2-16,-3 9-1 0,-7 18 2 16,4 14 23-16,-13-5 6 15,16-3 19-15,-6-13-30 16,-10-4 15-16,-5-8-24 16,-1-5 22-1,-6-3-5-15,0 0 29 0,0 0 26 16,0-32-27-16,0-8-39 15,0-12 2-15,0 0-19 16,0-4 3-16,28-5-2 16,12 6-33-16,0 7-13 15,1 11-58-15,-16 22 66 16,-19 15 24-16,3 0-5 16,-9 0 12-16,0 23 8 0,0 9 41 15,0 4-24 1,0 0 7-16,-9 1-11 0,-4-18-4 15,7-2-5-15,6-13 1 16,0-4 43-16,0 0-36 16,0 0-3-16,53 4 42 15,21-4-13-15,-9 8-16 16,10-5 1-16,-29 10-9 16,-12 3-10-16,-6-4-4 15,-9 8-11-15,3 0-18 16,2-4-32-16,-2-8-98 15,-9-8-58-15,-1 0-325 16</inkml:trace>
  <inkml:trace contextRef="#ctx0" brushRef="#br0" timeOffset="80370.27">6316 6236 518 0,'0'0'167'0,"0"0"-158"0,0 0 27 0,0 0-24 16,0 0 1-16,0 0-13 16,31 92-1-16,-3-92-31 15,-22 0 20-15,0 0 12 16,-6 0 5-16,0 0 21 0,0 0-1 16,0 0 0-1,0 0-25-15,0 0-44 0,0 0-27 16,0 0 6-16,0 0 6 15,0 0 59 1,0 0 53-16,0 0 10 0,0 0-9 16,0 0-45-16,0 0 26 15,10 0 9-15,15-4 27 16,2-16-28-16,-8-12-11 16,3-9 2-16,-4-2-9 15,4-6-13-15,-10 10-9 16,-12-5-6-16,0 3 0 15,0 10-15-15,-40 10-5 16,-13 21 19-16,-9 0-13 0,10 12 10 16,-1 41 1-16,6 11-2 15,32-12-85-15,15-12-169 16,0-8-163-16</inkml:trace>
  <inkml:trace contextRef="#ctx0" brushRef="#br0" timeOffset="80549.16">6902 6236 265 0,'0'0'155'0,"0"0"-112"0,0 0-31 0,0 0-10 16,0 0-4-16,0 0 4 0,381 72 9 15,-340-76-11 1,-7-4-23-16,-28-4-77 0,7 8-59 15</inkml:trace>
  <inkml:trace contextRef="#ctx0" brushRef="#br0" timeOffset="80731.39">6902 6236 890 0,'161'-177'111'0,"-161"177"-111"16,0 0 0 0,0 0-7-16,7-16-46 0,48-7 3 15,-24-2-111-15,-9 5-259 16</inkml:trace>
  <inkml:trace contextRef="#ctx0" brushRef="#br0" timeOffset="80868.13">7225 5891 557 0,'0'0'173'0,"0"0"-172"16,0 0 76-16,0 0-77 15,0 0-57-15,0 0-87 16,52 0-199-16</inkml:trace>
  <inkml:trace contextRef="#ctx0" brushRef="#br0" timeOffset="81114.17">7786 6075 131 0,'0'0'808'0,"0"0"-808"15,0 0-42-15,0 0-9 16,0 0-14-16,0 0 27 16,28-47 16-16,-3 39-96 15,9 3-37-15,0 5 60 16,-3 0 95-16,9 0 19 15,0 0 53-15,-6 5 6 16,-6 14 26-16,-3-7-1 0,-3 12-24 16,-10 4-9-1,10 5-35-15,3-5-26 0,3-8-9 16,-10-20-199-16</inkml:trace>
  <inkml:trace contextRef="#ctx0" brushRef="#br0" timeOffset="81597.84">5380 7307 1036 0,'0'0'28'0,"0"0"-20"0,0 0-6 0,0 0 1 15,0 0-3-15,0 0-24 16,180 168-33-16,-174-148-142 16,-6-8-39-16,0-12-321 15</inkml:trace>
  <inkml:trace contextRef="#ctx0" brushRef="#br0" timeOffset="81764.61">5380 6961 1131 0,'0'0'24'0,"0"0"-14"15,0 0-10-15,0 0-25 16,0 0-58-16,0 0-10 16,24 20-237-16</inkml:trace>
  <inkml:trace contextRef="#ctx0" brushRef="#br0" timeOffset="81947.73">5969 7528 243 0,'0'0'734'0,"0"0"-734"16,0 0-12-16,0 0-10 15,0 0-118-15,0-205 35 16,31 172 20-16,3 22-197 16</inkml:trace>
  <inkml:trace contextRef="#ctx0" brushRef="#br0" timeOffset="82118.23">5969 7528 312 0,'99'-177'179'0,"-99"201"-72"16,0-20-29-16,12-4-70 15,29-4-8-15,5-44 0 16,7-8 16-16,9 12-15 0,-9 7-1 15,-13 21-3-15,-6 13-9 16,-21 3-10-16,8 0 1 16,-15 11 21-16,1 22 53 15,5-13-53-15,10-9-2 16,-4-11-144-16,16 0-164 16</inkml:trace>
  <inkml:trace contextRef="#ctx0" brushRef="#br0" timeOffset="82514.46">6775 7299 600 0,'0'0'33'0,"0"0"-28"0,0 0 27 16,0 0-21-16,0 0-1 15,0 0-1-15,0 39-8 16,0-39 43-16,0-31 33 15,-47-18-55-15,-11-2-7 16,-1 2 56-16,18-3-40 16,7 0-9-16,13 0-16 15,21-12-12-15,0 15-19 16,27 5-42-16,42 16-24 16,8 25 22-16,-9 3 43 15,-9 0 26-15,3 31-8 0,-9 2 12 16,-6-2-9-1,-20-6-6-15,-20-1-11 0,-7-4 22 16,-22 4 18-16,-65 20 84 16,-18-4-14-16,-10 4-27 15,22-11-46-15,19-6-6 16,61-15-9-16,13-12-71 16,0 0-173-16,68 0-56 15</inkml:trace>
  <inkml:trace contextRef="#ctx0" brushRef="#br0" timeOffset="82614.85">6775 7299 650 0</inkml:trace>
  <inkml:trace contextRef="#ctx0" brushRef="#br0" timeOffset="82746.53">6775 7299 650 0,'450'-189'41'0,"-450"189"-41"0,99 0-27 15,-12 0 26-15,-1-24 1 16,-39-1-6-16,-19-2 5 15,-22-5 1-15,-6 8 6 16,0 4-5-16,-12 12 19 16,-35 8-20-16,-9 0 3 15,-3 3-7-15,13 38-31 16,-1-5-43-16,19-5-76 16,22-10-66-16</inkml:trace>
  <inkml:trace contextRef="#ctx0" brushRef="#br0" timeOffset="83162.5">7550 7174 358 0,'0'0'5'0,"0"0"30"15,0 0 11-15,0 0-14 16,0 0-21-16,0-64 3 15,0 15 7-15,0 10 14 0,0-2-1 16,0 5 11 0,0 0-45-16,22 8-4 0,6 5-30 15,-3 10-6-15,15 13 1 16,-28 0 14-16,10 0 21 16,-3 20 4-16,-19 17 31 15,9-5 5-15,-9 0-21 16,0-4 3-16,0-4-10 15,0-8 49-15,0-4 6 16,0-8-6-16,0 4-50 16,0-5 22-16,25-3-29 15,-4 0-13-15,-8 0 7 16,15 0 6-16,-10 5-3 16,-5-5-44-16,8 12 26 15,-14 4-23-15,-1 0-16 0,16 1 8 16,-16-14-218-1</inkml:trace>
  <inkml:trace contextRef="#ctx0" brushRef="#br0" timeOffset="83362.62">8173 6925 328 0,'0'0'521'0,"0"0"-518"0,0 0 5 0,0 0-16 0,0 0-38 0,0 0-16 16,13 153-22-16,-7-141-58 15,-6-8-54-15,0-4-91 16</inkml:trace>
  <inkml:trace contextRef="#ctx0" brushRef="#br0" timeOffset="83614.78">8173 6925 652 0</inkml:trace>
  <inkml:trace contextRef="#ctx0" brushRef="#br0" timeOffset="83712.31">8173 6925 652 0,'-207'-64'130'0,"207"64"-110"0,46 0 20 16,22 0 192-16,19 0-198 15,-28 0-31-15,-6 0-3 0,3-3-48 16,-10-13-31 0,1-1-140-16,-13 1-238 15</inkml:trace>
  <inkml:trace contextRef="#ctx0" brushRef="#br0" timeOffset="84061.15">8688 7042 189 0,'0'0'470'0,"0"0"-349"15,0 0-32-15,0 0-73 0,0-81-15 16,0 34 38-16,0-2-14 15,0 6-13-15,0 14-8 16,13 14-4-16,2 10 0 16,-9 5-8-16,0 0-9 15,7 0-57-15,9 28 64 16,-4 13 5-16,-5 3 5 16,8 4 1-16,-8-4-1 15,8-4-2-15,-8-4-41 16,-7-8-44-16,0-11-44 15,-6-6-18-15,0-11-106 16</inkml:trace>
  <inkml:trace contextRef="#ctx0" brushRef="#br0" timeOffset="84166.98">8688 7042 833 0</inkml:trace>
  <inkml:trace contextRef="#ctx0" brushRef="#br0" timeOffset="84261.67">8688 7042 833 0,'-155'-48'261'0,"155"48"-255"0,0 0 14 0,62 0-22 15,19-8 2-15,-4-20-14 16,13-5-80-16,-25 10-189 16</inkml:trace>
  <inkml:trace contextRef="#ctx0" brushRef="#br0" timeOffset="91277.59">19364 3653 475 0,'0'0'206'0,"0"0"-136"0,0 0 67 0,0 0-68 0,0 0-35 0,0 0 5 16,-22 0 3-16,22 0-8 16,-6 4 18-16,6-4-18 15,0 0 10-15,-6 0-24 16,-7 5-4-16,13 1-13 15,-9 7-2-15,3 7-2 16,6 13 2-16,0 3 1 16,0 11-1-16,0 9 19 15,0 5-15-15,0 11 5 16,0-4-7-16,0 4-4 16,-6-3 1-16,-7-2-4 15,-2-11 4-15,2-12-4 16,7-15-1-16,-6-22-14 0,12-7 16 15,0 0 3-15,0 0 3 16,-7 0-1-16,-14 0-2 16,-7-11-3-16,3-33-16 15,-3-9 10-15,22-11-15 16,6-8 20-16,0 4-23 16,18 4-1-16,45 4 18 15,-11 12 2-15,10 12-2 16,-31 16-5-16,-9 20 14 15,3 0-13-15,-4 0 14 16,7 36 5-16,19 12 14 0,-7 0-19 16,-15 4 0-16,9-4 0 15,-28 0-1-15,-6 4-1 16,0 12-10-16,0 8 8 16,0-3-29-16,0-5-46 15,0-23-160-15,0-30-248 16</inkml:trace>
  <inkml:trace contextRef="#ctx0" brushRef="#br0" timeOffset="91839.16">19996 3613 365 0,'0'0'270'0,"0"0"-220"0,0 0 125 15,0 0-68-15,0 0-36 16,0 0-18-16,62 229-28 16,-49-177-12-16,-7-4-12 0,-6-1 21 15,6 2-11 1,-6 4 5-16,9 2-11 0,-9 1-10 15,13 5-1 1,-7-22-34-16,22-6-74 0,-9-13-88 16,-13-12-52-16,-6-8-290 15</inkml:trace>
  <inkml:trace contextRef="#ctx0" brushRef="#br0" timeOffset="92255.47">19978 4764 643 0,'0'0'21'0,"0"0"44"0,0 0 83 0,0 0-87 0,0 0-50 0,0 0 4 0,0 8-5 15,12-28-10-15,-6 4 1 16,-6 4 6-16,0 8-3 16,0 4-1-16,0 0-3 15,0 0-17-15,0-4-22 16,0-4-158-16,0 3-186 16</inkml:trace>
  <inkml:trace contextRef="#ctx0" brushRef="#br0" timeOffset="92838.6">18161 5242 357 0,'0'0'161'0,"0"0"-77"0,0 0 48 0,0 0 11 0,372-21-54 16,-199-11-17-16,57-8 3 15,37-8-45-15,5 4 10 16,23 0-26-16,-35 16-2 15,-46 15-12-15,-34 9-46 16,-59 4-28-16,-59 0-122 16,-56 33-152-16</inkml:trace>
  <inkml:trace contextRef="#ctx0" brushRef="#br0" timeOffset="94271.05">17919 5846 576 0,'0'0'121'0,"0"0"-90"0,0 0 119 0,0 0-87 0,0 0-25 16,-155 213-10-16,155-152 8 16,0-1 1-16,15-4-6 0,19-4-18 15,4-8-4-15,2-4-9 16,16-8-31-16,-10-4-57 16,13-8-77-16,-19-12-73 15,-5-8-363-15</inkml:trace>
  <inkml:trace contextRef="#ctx0" brushRef="#br0" timeOffset="94802.83">18151 6020 54 0,'0'0'287'15,"0"0"-237"-15,0 0 142 16,0 0-29-16,0 0-42 16,0 0-40-16,62 172-37 15,-55-148-31-15,5-4-8 16,-12-9-2-16,0-6 8 0,0-5-7 16,0 0 27-16,0 0 4 15,0-21-18-15,0-26-17 16,40-9-5-16,22-5 1 15,3 9 0-15,-3 21-1 16,-15 10 4-16,-16 12-3 16,-9 9 3-16,6 0 1 15,-16 30 9-15,0 14 8 16,-5 0-16-16,-7-1 1 16,0-11-2-16,0-4-17 0,0-8 11 15,9 1-19-15,-9-13-7 16,12-1-30-16,-6-7-33 15,1 0-200 1</inkml:trace>
  <inkml:trace contextRef="#ctx0" brushRef="#br0" timeOffset="95287.9">18942 6123 400 0,'0'0'326'16,"0"0"-274"-16,0 0 75 0,0 0-55 0,0 0-34 0,0 0 16 16,99 0-5-16,-31 0-8 15,-2 0-16-15,-4-8 15 16,-3-7-40-16,-7 2 0 16,-5-2-11-16,2-1-30 15,-18-5-88-15,-9 1-288 16</inkml:trace>
  <inkml:trace contextRef="#ctx0" brushRef="#br0" timeOffset="96251.64">19810 5702 561 0,'0'0'138'0,"0"0"-88"0,0 0 113 0,0 0-100 16,0 0-52-16,0 0 20 0,87 49-24 15,-75-21 4-15,4 0 10 16,-4 0 10-16,-5 16-2 16,-7-5-21-16,0-3-2 15,6 5-6-15,-6-21-4 16,0 4-13-16,0-12 12 15,0-4-10-15,0-8 5 16,0 0 3-16,0 0 5 16,0 0-4-16,6 0 4 15,-6 0-6-15,9 0 8 0,-9-12-11 16,0-15-5 0,0 10 9-16,0-11 7 15,0 4 2-15,13-9 12 16,-1 2-10-16,10-2 12 0,3 6-15 15,-4 2 22-15,20 2-12 16,-29 7 4-16,16-1-12 16,-9 9-1-16,-13-3-4 15,9 2-8-15,4 9-29 16,3-3-34-16,-4 3 16 16,-12 0-1-16,7 0 37 15,-13 12 21-15,0 12 2 16,0 7-2-16,-37-3-19 15,2-3-80-15,14-14-14 16,8-11 113-16,1 0 21 0,12 8 33 16,0-3 3-16,-6-5 42 15,-4 8-43-15,10 4-26 16,0 0-8-16,0-4-5 16,0-8 1-16,0 8 1 15,0-4 28-15,0-4 0 16,0 0-7-16,0 7-22 15,0 6 1-15,0-1 0 16,10 16-10-16,15-4-9 16,2-4-21-16,20-15-32 15,6-5-45-15,-1 0 1 16,-5 0-67-16,-19-5-49 16</inkml:trace>
  <inkml:trace contextRef="#ctx0" brushRef="#br0" timeOffset="96851.83">20551 5538 490 0,'0'0'165'0,"0"0"-137"0,0 0 83 15,0 0-28-15,0 0-43 16,0 0-7-16,0 0 43 16,81 12-5-16,-28 29 0 15,2 3-34-15,-2 3-8 16,0 1-24-16,-25 4-5 15,6 1 0-15,-34 3-27 16,0 4 20-16,0-8-23 16,-9 1 13-16,-22-17-90 0,9-17-139 15,9-10-238-15</inkml:trace>
  <inkml:trace contextRef="#ctx0" brushRef="#br0" timeOffset="97570.77">21215 5378 698 0,'0'0'170'0,"0"0"-82"0,0 0 23 0,0 0-62 0,59 213-33 16,-31-177-15-16,-4-5-1 15,4-3-2-15,-15-4-3 16,-4-4-17-16,-9-4-30 15,0 1-93-15,0-9-204 16</inkml:trace>
  <inkml:trace contextRef="#ctx0" brushRef="#br0" timeOffset="97834.07">21556 6072 694 0,'0'0'99'16,"0"0"-94"-16,0 0 20 0,0 0 15 15,0 0-40 1,0 0-87-16,0-13 16 0,0 10 44 15,0 3 27-15,0 0 26 16,0 0-14-16,0-5-12 16,0-18-290-16</inkml:trace>
  <inkml:trace contextRef="#ctx0" brushRef="#br0" timeOffset="100131.46">12731 1776 146 0,'0'0'154'0,"0"0"-44"0,0 0 36 0,0 0-66 16,0 0-22-16,0 0-25 0,0 0-1 16,0 0-18-1,0 0-12-15,0 0 26 0,0 0 31 16,0 0-6-16,0 0-12 15,0 0 9-15,0 0-37 16,0 0 16-16,0 0-24 16,0 0 2-16,0 32-4 15,0 12 5-15,22 20-3 16,3 13-4-16,9 15-1 16,-15 4 4-16,2 4-2 15,-21-8 2-15,0-15-8 16,0-13 6-16,0-23-4 15,0-14 1-15,0-15 1 16,0-12 9-16,0 0-8 0,0 0 18 16,0 0-14-16,0-20 6 15,0-20-9-15,-34-8 0 16,-6-21-2-16,-7-14 0 16,23-2-1-16,2-7 6 15,9 4-12-15,13 7 12 16,0 6-12-16,0 3-8 15,0 7 5-15,41 13-17 16,-10-13 10-16,3 14-3 16,0 2 9-16,-15 18 8 15,2 23 2-15,20 3-6 16,5 5 0-16,1 0 5 0,33 0-12 16,1 24 12-1,0 4-8-15,-1 0-6 16,-21 5 2-16,-19-2-3 0,-6 13 14 15,-27 9-5-15,-7-1 8 16,0 12 47-16,-41 13-5 16,-27 3-3-16,-25-4-26 15,6-8-4-15,0-12-3 16,22-15-6-16,10-13-13 16,24-9-65-16,9-19-178 15</inkml:trace>
  <inkml:trace contextRef="#ctx0" brushRef="#br0" timeOffset="101730.25">13541 2566 83 0,'0'0'2'0,"0"0"-2"0,0 0-19 0</inkml:trace>
  <inkml:trace contextRef="#ctx0" brushRef="#br0" timeOffset="102228.97">13541 2566 11 0,'-41'20'9'0,"41"-20"29"15,0 0 16-15,0 0 28 16,0 0 26-16,0 0-13 16,0 0-28-16,0 0-41 15,0 0-4-15,0 0 13 0,0 0 12 16,0 0-30 0,0 0 15-16,0 0 9 15,0 0-10-15,0 0 8 0,0 0-12 16,0-4 14-16,0 0-24 15,0 0 0-15,0 4-7 16,0 0 31-16,0 0 5 16,0 0-18-16,0 0-28 15,0 25 0-15,0 6 3 16,0 5 0-16,7 5 6 16,-7-5-6-16,0-5 5 15,0-14-7-15,0-6 11 16,0-11-8-16,0 0 3 15,0 0 11-15,6 0-16 16,3-20 11-16,-3-7-8 0,7-6-10 16,21 5-1-16,0-3 4 15,-3 14-9-15,-3 6 10 16,6 11-12-16,-22 0 13 16,16 0-6-16,-15 0 12 15,-7 0-12-15,0 0 8 16,-6 31-2-16,0 13 22 15,0 1 7-15,0 2-24 16,22-14-5-16,18-22-13 16,19-11-106-16,9-3-154 15,-3-45-167-15</inkml:trace>
  <inkml:trace contextRef="#ctx0" brushRef="#br0" timeOffset="102630.23">14390 2882 82 0,'0'0'565'0,"0"0"-481"0,0 0 7 0,0 0-53 0,0 0-38 15,0 0 10-15,0 218-5 0,0-187-10 16,0-10-2 0,0-14-73-16,0-7-125 0</inkml:trace>
  <inkml:trace contextRef="#ctx0" brushRef="#br0" timeOffset="103313.05">14725 2570 582 0,'0'0'79'0,"0"0"-6"0,0 0 35 0,0 0-27 16,0 0-48-16,-9 204 16 16,9-171-19-16,0-9-8 15,0-4-14-15,0-12-4 16,0-8-8-16,0 0-15 16,0 0-20-16,0 0 2 15,0-4 24-15,15-16-8 16,-2 4-2-16,-7-1 11 15,-6 6 12-15,0 2 13 16,0 6 11-16,6-10 18 16,10 2-29-16,-4-9-13 15,16-8 2-15,3 0-7 0,3-5 2 16,0 6-12-16,-6 10 10 16,-16 14-2-16,-5 3-9 15,-7 0-52-15,0 0-44 16,0 0 3-16,0 11-8 15,0 9 43-15,0 0-131 16</inkml:trace>
  <inkml:trace contextRef="#ctx0" brushRef="#br0" timeOffset="103424.22">14725 2570 61 0</inkml:trace>
  <inkml:trace contextRef="#ctx0" brushRef="#br0" timeOffset="103524.45">14725 2570 61 0,'99'189'272'0,"-99"-189"-267"0,0 15 30 0,0 2 204 16,13 11-165-16,2-8-48 15,4 0 27-15,-7-4-18 16,10-4-20-16,-3-4-15 16,8-8-17-16,8 0-61 15,-17 0-63-15,-5 0-297 16</inkml:trace>
  <inkml:trace contextRef="#ctx0" brushRef="#br0" timeOffset="104212.75">15547 2462 508 0,'0'0'90'0,"0"0"31"0,0 0 55 15,0 0-95 1,152 8-66-16,-106-4 0 0,1-4-15 15,2 0-16-15,-11 0-66 16,-11 0-80-16,-20 0-143 16</inkml:trace>
  <inkml:trace contextRef="#ctx0" brushRef="#br0" timeOffset="104411.8">15547 2462 575 0,'-143'-136'199'15,"152"136"-162"-15,10 0 123 0,3 0-60 16,3 0-58-16,15 0-24 16,6 0-18-16,23 0-3 15,-4-9-54-15,-19-7-125 16,-12 1-279-16</inkml:trace>
  <inkml:trace contextRef="#ctx0" brushRef="#br0" timeOffset="120380.4">16589 2366 264 0,'0'0'103'0,"0"0"5"0,0 0-26 0,0 0-28 16,0 0-22-16,0 0 19 15,0 0-6-15,0 0 39 16,0 0-9-16,0 0-25 15,0 0-27-15,0 0-16 16,0 0-6-16,0 0 1 0,0 0-4 16,0 0-1-1,0 0 3-15,0 0 1 0,0 0 26 16,0 0 1-16,0 0 9 16,0 0-18-16,0 0-18 15,0 0-2-15,0 0-8 16,0 0 9-16,0 0 0 15,0 0 2-15,0 0 2 16,0 0 6-16,0 0-4 16,0 0 0-16,0 0-1 15,0 0-5-15,0 0-8 16,0 0 6-16,0 20-7 0,6 8 17 16,6 16-8-16,-2 0 6 15,-4 0-2-15,0-4-3 16,0 1 3-1,-6-10-8-15,6 2 8 0,1-5-6 16,2-9 2-16,-3-2-7 16,0-9-16-16,-6-5 22 15,6-3-13-15,1 0 1 16,-7 0 7-16,0 0-19 16,0-20 3-16,0-19 22 15,0-5 11-15,0-9-9 16,0-11 6-16,0-4-8 15,0-4 0-15,6 0-8 16,9 16-16-16,16-5-22 16,-3 13-41-16,6 8-79 0,-9 12 46 15,3 8 35-15,-15 12-17 16,-4 4 70-16,3 4 20 16,-6 0 12-16,13 0 23 15,9 12 106-15,0 28-31 16,12 8-74-16,13 9-6 15,-7-2-17-15,-5-2 3 16,-7 7-2-16,-16-4-2 16,-11 4 1-16,-7 0 0 15,0-3 22-15,0-10-18 16,0-14 0-16,0-21-5 0,0-12-79 16,21 0-209-16</inkml:trace>
  <inkml:trace contextRef="#ctx0" brushRef="#br0" timeOffset="120948.24">17624 2489 245 0,'0'0'207'0,"0"0"-170"0,0 0 72 0,0 0-10 15,0 0-34-15,0 0 33 16,0 0-45-16,0 0-37 16,0 0-13-16,0-3 13 15,0 3 0-15,0 0-13 16,0 0 10-16,0 0-5 16,0 0 8-16,0 0-14 15,0 0 19-15,0-4-13 16,0-4-5-16,0 0 3 15,0-5-8-15,-6-2 2 16,0-6-60-16,0 6-221 16</inkml:trace>
  <inkml:trace contextRef="#ctx0" brushRef="#br0" timeOffset="128857.79">18127 2209 69 0,'0'0'31'0,"0"0"-15"0,0 0-15 0,0 0 82 16,0 0 51-16,0 0 24 15,0 0-105-15,0 0-16 16,-22 8 20-16,22-8-14 16,0 0 39-16,0 0-13 0,0 0-22 15,0 0-19-15,0 0 8 16,0 0-13-16,0 0-16 15,0 0-4-15,0 0 1 16,0 0 1-16,0 0-5 16,0 0 10-16,0 0 9 15,0 0 25-15,0 0-7 16,0 0-5-16,0 0-13 16,0 0-11-16,0 4-1 15,-6 17-4-15,-19 26 1 16,9 22-4-16,-2 23 16 15,-4 8-1-15,22-8-4 16,0-7-11-16,6-5-2 0,62-16-10 16,19-20-22-16,6-16-56 15,-6-28-232-15</inkml:trace>
  <inkml:trace contextRef="#ctx0" brushRef="#br0" timeOffset="129822.85">18716 2317 393 0,'0'0'197'0,"0"0"-189"0,0 0 42 0,0 0-2 16,0 0-33-16,0 0 39 15,6 0 55-15,-6 0-23 16,0 0-38-16,0 0 18 15,0 25-44-15,0 6-3 16,6 22-8-16,-6-5-8 16,0-3-1-16,0-6 3 15,0-11-8-15,0 0 11 0,0-15-13 16,0-10 5-16,0-3-1 16,0 0-10-16,6 0 3 15,-6 0-5-15,19-20-21 16,21-32 33-16,16-12-8 15,-3-8 3-15,12 8-27 16,-3 15 12-16,-16 21-4 16,-12 20 20-16,-15 8-9 15,3 0 6-15,3 0 8 16,-4 5 11-16,4 10 8 0,3 1-13 16,-22 17 14-1,16-9-18-15,-10 16-4 0,-12-4-5 16,0-4-17-16,0-4-19 15,0-8-68-15,0-20-80 16</inkml:trace>
  <inkml:trace contextRef="#ctx0" brushRef="#br0" timeOffset="130306.81">19630 2462 568 0,'0'0'210'0,"0"0"-85"0,0 0-52 0,0 0-27 0,0 0-5 16,0 0 15-16,186-24-23 16,-139 20-24-16,-1 4-9 15,1 0-2-15,-7 0-1 16,10 0-39-16,-4 0-45 15,-5 0-191-15,-10 0-326 16</inkml:trace>
  <inkml:trace contextRef="#ctx0" brushRef="#br0" timeOffset="130693.65">20592 2494 685 0,'0'0'142'16,"0"0"-49"-16,0 0-12 15,0 0-45-15,0 0-29 16,0 0-7-16,-7-205 1 16,7 161-1-16,0 8 0 15,7 4-16-15,-1 17 16 16,-6 6 8-16,0 9-7 16,0 0 18-16,0 0 4 15,-13 0-21-15,-27 20-2 16,-6 8-11-16,-7 5-16 15,13-5-13-15,5-4-58 0,11-9-97 16,2-7-135 0</inkml:trace>
  <inkml:trace contextRef="#ctx0" brushRef="#br0" timeOffset="131089.42">21240 2121 376 0,'0'0'180'0,"0"0"-130"0,0 0 57 0,0 0-11 0,0 0-4 16,21 252-53-16,-21-191 9 15,0-1-26-15,0-12-22 16,0-4-3-16,0-16-54 16,0-12-146-16,0-11-282 15</inkml:trace>
  <inkml:trace contextRef="#ctx0" brushRef="#br0" timeOffset="131554.32">21776 2522 655 0,'0'0'143'0,"0"0"-62"0,0 0-9 0,0 0-15 0,0 0-54 16,0 0-6-16,47-20 0 16,-47 20 2-16,0 0-4 15,0 0 5-15,0 0-1 16,0-8-36-16,-22-12-228 15</inkml:trace>
  <inkml:trace contextRef="#ctx0" brushRef="#br0" timeOffset="131989.5">22511 2727 359 0,'0'0'535'0,"0"0"-486"16,0 0 35-16,0 0 12 15,0 0-72-15,0 0 9 16,-174-225 0-16,168 173-31 15,6 4 27-15,0-4-23 16,6-5-12-16,41-7-11 16,-1-3-14-16,1 1-63 15,-7 11-53-15,-12 15-130 16,-9 24-222-16</inkml:trace>
  <inkml:trace contextRef="#ctx0" brushRef="#br0" timeOffset="132588.45">22666 2430 313 0,'0'0'190'0,"0"0"-109"0,0 0 28 0,0 0-12 16,0 0-21-16,0 0-15 15,0 64-17-15,0-44-25 16,0 0 4-16,0-4 2 16,0-8-7-16,0-8-10 15,0 0 0-15,0 0 3 0,0 0 4 16,0-12-6-16,12-24-1 15,13-16 0-15,15-4-5 16,1-4-3-16,-1 11-23 16,-6 1 22-16,13 12-8 15,-19 16 8-15,-4 12-10 16,-8 8-1-16,-4 0 8 16,-5 0 4-16,14 4 15 15,-2 20-13-15,-7 1 2 16,16-10-4-16,-6 1-3 0,-16-3-38 15,6-2-10 1,-5 1-40-16,-1 4-65 0,-6 1-6 16,0-1-122-1</inkml:trace>
  <inkml:trace contextRef="#ctx0" brushRef="#br0" timeOffset="132937.19">23528 2366 514 0,'0'0'244'0,"0"0"-150"0,0 0 22 0,0 0-69 15,0 0-22-15,0 0-23 16,158 0-4-16,-111 0-49 15,-13 0-130-15,-13 0-42 0,4 0-85 16</inkml:trace>
  <inkml:trace contextRef="#ctx0" brushRef="#br0" timeOffset="133389.54">23528 2366 472 0,'474'-253'135'0,"-474"249"-45"0,0-9 4 15,25 6-13-15,15-5-34 16,-5 0 5-16,5 7-39 16,-6 2 30-16,-15 3-21 15,2 0-13-15,-8 0-9 16,-7 0-9-16,-6 28-5 16,0 13-3-16,0 10 6 15,0 1-21-15,-25-3 31 16,3-18-4-16,10-6 0 15,12-17 2-15,0 8 0 0,0-16 3 16,0 8 0 0,19-8 0-16,21 0 6 0,6 0-15 15,1 0 5 1,-1-8-46-16,4-16-118 0,-3 7-57 16,-1 1-181-16</inkml:trace>
  <inkml:trace contextRef="#ctx0" brushRef="#br0" timeOffset="134021.12">24830 1864 439 0,'0'0'138'0,"0"0"-7"0,0 0 20 0,0 0-49 0,0 0-57 15,0 0 16-15,53 0-35 0,-7 8 3 16,1 20 2-16,27 4-9 15,-5 8 1-15,2 1-19 16,-9 6 5-16,-3 6-5 16,3 3-8-16,-37 12 2 15,-10 4-27-15,-15 5 25 16,-40 3-10-16,-62-12-30 16,15-16-58-16,0-19-119 15,16-22-259-15</inkml:trace>
  <inkml:trace contextRef="#ctx0" brushRef="#br0" timeOffset="135170.57">26160 2342 137 0,'0'0'435'0,"0"0"-343"0,0 0 35 0,0 0 43 0,0 0-115 15,0 0 7-15,-12 8-32 16,12-8-13-16,-6 0 0 15,-3 0 5-15,2 0 17 16,1 0-4-16,0 0 21 16,-6 0-42-16,-4 0-14 15,10 0-38-15,-13 0 12 16,4-8-13-16,9 0-6 16,6 8 20-16,0 0 14 15,0 0 2-15,0-8-43 16,6-1-66-16,50-7-245 15</inkml:trace>
  <inkml:trace contextRef="#ctx0" brushRef="#br0" timeOffset="135635.21">27091 2614 647 0,'0'0'94'16,"0"0"51"-16,0 0 15 0,0 0-83 0,0 0-26 15,0 0-16-15,0 0-8 16,0 0-19-16,0 0 4 0,0 0 4 16,0 0-6-16,0 0-14 15,0 0 4-15,0 0-5 16,0 0-33 0,0 0-13-16,0 0-68 0,31-4-297 15</inkml:trace>
  <inkml:trace contextRef="#ctx0" brushRef="#br0" timeOffset="135984.82">28080 2663 262 0,'0'0'472'0,"0"0"-403"16,0 0 71-16,0 0-50 15,0 0-12-15,0 0-47 16,12 0 13-16,-12 0-29 15,0 0-15-15,0 0-1 16,0 0-24-16,13 0-16 0,2 0-86 16,4 0-53-16,9 0-98 15,-16 0-268-15</inkml:trace>
  <inkml:trace contextRef="#ctx0" brushRef="#br0" timeOffset="136217.31">28839 2614 561 0,'0'0'368'15,"0"0"-309"-15,0 0 22 0,0 0-25 16,0 0-46-16,0 0-10 15,10 0-21-15,-10 0-57 16,0 0 20-16,0 0-54 16,0 0-119-16</inkml:trace>
  <inkml:trace contextRef="#ctx0" brushRef="#br0" timeOffset="154834.92">8728 2682 423 0,'0'0'204'0,"0"0"-204"0,0 0 0 0,0 0 39 0,0 0-7 16,0 0 5-16,0 0-11 15,0 0-22-15,-6-36 7 16,6 36 7-16,0 0 76 15,0 0-33-15,0 0 18 16,0 0-21-16,0 0-11 16,0 0-28-16,0 0 4 15,0 0-2-15,0 0-21 16,0 0-4-16,0 0 4 0,0 0-4 16,0 0 9-16,0 0 0 15,0 0-2-15,0 0 7 16,0 0-6-16,0 0 4 15,0 0-3-15,0 0-4 16,0-11-2-16,19-10 3 16,34 6-2-16,9-10 5 15,12 1-4-15,3 8 1 16,10 4-2-16,22-4 2 16,-4-1-1-16,44 2-2 15,-3 3 7-15,-13 3-10 16,-6 1 11-16,7 5-13 0,-26-5 14 15,13 0-8 1,-16-1 0-16,10 1-2 0,12 1-1 16,-6-6 6-16,-9-3-6 15,3 9 7-15,-16-9 1 16,-6 8-4-16,-6 0-2 16,-7 0-4-16,1 8 4 15,-7 0 1-15,1-17 0 16,-10 9-1-16,-25 0-13 15,-12 1 3-15,-16 2-26 16,-12 2-18-16,0-5-45 16,0 0-70-16,0-1-376 15</inkml:trace>
  <inkml:trace contextRef="#ctx0" brushRef="#br0" timeOffset="155750.49">11469 2045 445 0,'0'0'263'0,"0"0"-249"0,0 0 66 0,0 0-16 0,0 0-30 16,0 0-11-16,0 0 18 15,0 0-30-15,25 0 22 16,9 0-14-16,19 0-9 15,9 0-8-15,-3 7 0 16,-6 6-4-16,-13-5-12 16,-12 8 14-16,0 0-12 15,-16 5 10-15,-12 2-3 16,0 9 5-16,0 13 1 16,0-1 0-16,-12 3 1 15,-44 2 3-15,25-9-10 16,-19-4 12-16,13-8-11 15,3-4 8-15,6-4-3 0,10 0 1 16,2-4 2-16,4 0-8 16,5-8-2-16,1-4 5 15,6 0-11-15,0-4 5 16,0 0 14-16,0 0-13 16,0 4 12-16,0-4 19 15,-6 0-3-15,6 0-21 16,0 0-2-16,0 0-5 15,0 0-3-15,-9 0-31 16,9 0 15-16,0 0 6 16,0 0 19-16,-13-4 0 15,1-20-27-15,-10-4 23 16,4-4 4-16,-10-13 6 16,-6 1-5-16,21 1 8 15,-5-14-8-15,-4 18-2 16,-3-5-19-16,10 7 3 0,-10 21-13 15,9 8-10-15,-2 8 40 16,-4 0 43-16,22 0 0 16,0 0-29-1,-6 20 15-15,6 12-29 0,0 0-17 16,0-11-113-16,0-5-177 16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25:45.17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1268 13852 202 0,'0'0'293'0,"0"0"-289"0,0 0-4 0,0 0 4 15,0 0-4-15,0 0-5 16,0 0 5-16,-40-72 26 0,40 72 23 15,0-5 41-15,-6 5-47 16,-1 0-8 0,1 0-12-16,0 0 31 0,6 0 13 15,0 0-37-15,-9 0-7 16,3 0-18-16,6-3 16 16,0 3-20-1,0 0 9-15,0 0-2 0,0 0 12 16,0 0 9-16,0 0-3 15,0 0 1-15,-13 0-14 16,13 0 7-16,0 0-20 16,0 0 7-16,0 8-6 15,0 8 10-15,0 7-10 0,0 10 3 16,0 11 3 0,0 4-3-16,0 12 2 0,0 9-2 15,34-5-3-15,-9 8 1 16,3-16 0-16,-9-1 2 15,-10 2-6-15,-9-1 4 16,0 8-1-16,0 0 7 16,0-3-8-16,0-1 0 15,0-8 1-15,0 1 2 16,0-2-2-16,-22-2-2 16,4-2 1-16,-4-14-2 15,3 7 4-15,-2-16 4 16,2-4 7-16,19-4-12 15,0-13-2-15,0 6-7 0,0-5 7 16,0-4-20-16,0 0 20 16,0 4-3-16,0-4 4 15,0 4 1-15,0 0 2 16,0 4 5 0,46-4-5-16,7 0 7 0,15 4-7 15,13 0-3-15,-3-4 6 16,8-4-3-16,1 0-3 15,9 0 1-15,4 0-5 16,-7 5 8-16,21 10-6 16,26 6 12-16,-7-10-17 0,22 1 7 15,-28 1-2 1,-15-13 1-16,-16 0-3 0,-18 0 4 16,-16 0 0-1,3 0-1-15,-10 0 6 0,-8-8-3 16,18 8-2-16,-18-5 0 15,15 1-1-15,-3-4 2 16,-13 0-7-16,-12 0 13 16,6-4-14-16,-12 4 18 15,3-3-16-15,10 11 13 16,-1-9-1-16,13 1-6 16,15-4 7-16,-15 0-8 15,-13-4-14-15,0 0 5 16,-18 0 9-16,3 0 6 0,-10 8-3 15,10-8 2 1,-3 7-4-16,-10-6 4 0,1-9-5 16,2-12-1-16,-3-8-7 15,-5-12 3-15,-7-1-3 16,0 1 13-16,0 0-6 16,0-4 2-16,-19-1-2 15,-15 2 6-15,6-14 3 16,3-8-8-16,10 1-7 15,2-3 2-15,-21 10 5 16,9 10-1-16,-2 2 6 16,-1 9-10-16,15-1 11 15,-8 2-9-15,2-1 3 0,7 0-7 16,-4 3-6 0,10 17-5-16,0 0 16 0,-13 16 0 15,-3 4 2-15,-12 4 3 16,16 4 16-16,5 4-19 15,-2-4 3-15,8 0-3 16,-5-4-7-16,0-4-3 16,-4 4 3-16,4 4 1 15,-10-5 12-15,3 9-4 16,-2 0 4-16,-4 0 15 16,-15 0-17-16,-1 0 0 15,-11 0-1-15,18 0 2 0,6 0-10 16,9 0 12-1,-9 9-14-15,3-5 14 16,-15 0 1-16,-16 4-5 0,-21 8 2 16,-19 0 6-16,-10 4-6 15,7-8-5-15,12 1 0 16,6-10 6-16,-21 1-2 16,-3-4-8-16,-4 0 9 15,-9 0 4-15,38 0-9 16,-1 0 9-16,-6 4-7 15,7 0 0-15,11-4 2 16,11 4 0-16,17-4-8 16,7 0 10-16,9 0-6 15,-3 0 0-15,1 0 0 16,-14 0 0-16,10 0 4 0,-9 0-8 16,-7-8 9-16,19 4-6 15,10 0 5-15,2 4 1 16,16 0-2-16,0 0-4 15,0 0 1-15,0 0-12 16,0 0-5-16,0 0-15 16,0 0 21-16,0 0-4 15,0 0 10-15,0 0-7 16,0 0-22-16,0-8-31 16,0 0-220-16</inkml:trace>
  <inkml:trace contextRef="#ctx0" brushRef="#br0" timeOffset="49584.34">6635 8309 253 0,'0'0'316'0,"0"0"-263"0,0 0-14 0,0 0 18 16,0 0-37-16,0 0-15 15,0 0-3-15,0 0 3 0,0 0 7 16,0 0 18 0,-24 0 37-16,24 0-37 0,0 0-3 15,0 0-23-15,0 0 9 16,0 0-11-16,0 0 3 16,0 0-4-16,0 0 2 15,0 0 7-15,0 0-7 16,0 0-3-16,0 0 8 15,0 0-16-15,0 0 10 16,0 0-5-16,0 0 6 16,0 5 3-16,18 3 3 0,23-1-6 15,-1 6 10 1,6-5-12-16,13 0 13 0,3-5-4 16,10-3 15-1,2 0-5-15,7 0-2 0,-7 0-13 16,-9 0 4-16,-3 4 1 15,-21 9-10-15,5 3 21 16,-6-4-20-16,1 4 20 16,11-8-14-16,1 0 1 15,6-8-1-15,9 4-6 16,0-4 4-16,-21 0-4 16,6 0 6-16,-25 0-3 15,-22 0-5-15,6 0 4 16,1 0 0-16,-7 0 0 15,-6 0 0-15,0 0-3 0,0 0-3 16,0 0-1-16,0 0-44 16,9 0-27-16,3 0-148 15,-12-12-215-15</inkml:trace>
  <inkml:trace contextRef="#ctx0" brushRef="#br0" timeOffset="50683.05">8862 8397 298 0,'0'0'239'0,"0"0"-215"0,0 0 21 0,0 0 6 16,0 0-45-16,0 0 24 15,-6 0 21-15,6 0-5 0,0 0 26 16,0 0-4-16,0 0-11 16,0 0-45-16,0 0 2 15,12 4 0-15,28 4 17 16,7 0 0-16,15 0-9 15,9 0 3-15,22 1-18 16,9-1 18-16,-2-5-25 16,-1 2 18-16,3-2-18 15,-9-3 0-15,-25 5 0 16,10-1 0-16,-38 4-1 16,16-5 1-16,-25 2-7 15,3-2 7-15,-6-3 0 16,-3 0-18-16,-10 0-7 15,10 0-33-15,-9 0-33 0,-10-3-34 16,-6-2-131-16,0 5-295 16</inkml:trace>
  <inkml:trace contextRef="#ctx0" brushRef="#br0" timeOffset="51732.13">11054 8478 237 0,'0'0'136'0,"0"0"-24"0,0 0-6 0,0 0-49 16,0 0-2-16,0 0 1 16,0 0 16-16,0 0-26 15,12 0-15-15,4 0 5 16,15 0-15-16,18 0 12 16,10-4-6-16,16 0 13 0,12 0-26 15,12-1 15-15,0 5-2 16,16 0-11-1,-16 0 1-15,10 0-12 0,-16 0 3 16,0 5-4-16,-7 10-8 16,-5-7 3-16,-13-3-20 15,-9-5-32-15,0 0-55 16,-19 0-133-16,7 0-315 16</inkml:trace>
  <inkml:trace contextRef="#ctx0" brushRef="#br0" timeOffset="52865.36">13420 8466 352 0,'0'0'98'15,"0"0"6"-15,0 0-12 0,0 0-16 0,0 0 12 0,0 0 17 16,-13 12-55-16,13-12-8 15,0 0 13-15,0 0-1 16,0 0-48-16,0 0 13 16,34 8 3-16,19 0-2 15,22 0-2-15,2-4-11 16,25-4 20-16,4 0-25 0,15 0 6 16,-13 0-2-16,-2 0 14 15,-7 0-20-15,3 0 1 16,4 0-3-16,8 0 8 15,-8 0-13-15,-10 0 6 16,-9 0 1-16,-28 0-5 16,0 0 3-16,-19 0-22 15,-6 0-5-15,-12 0-14 16,-16 0-13-16,-6 0-78 16,0 0-256-16</inkml:trace>
  <inkml:trace contextRef="#ctx0" brushRef="#br0" timeOffset="67452.8">5594 14369 270 0,'0'0'166'15,"0"0"-132"-15,0 0 14 0,0 0-38 0,0 0-8 16,0 0-2-16,0 0 18 0,0-16-3 16,0 16 15-16,0 0 59 15,0 0 4-15,0 0-27 16,0 0-38-16,0 0-2 16,0 0-3-16,0 0-11 15,0 0 4-15,0 0-9 16,0 0 11-16,0-8-6 15,0-12 27-15,0-16-17 16,0-13 4-16,0-15-13 16,0-8 4-16,0 0-11 15,0-3-5-15,0-2 3 16,0 29-3-16,0 4 4 16,0 20-4-16,-7 15 8 15,1 6-7-15,6 3-2 0,0 0-4 16,0 0-6-16,-9 0-10 15,3 3 20-15,-13 22-2 16,-3 22-5-16,-2 6-34 16,2 11-54-16,3 8-73 15,-9-4-51-15</inkml:trace>
  <inkml:trace contextRef="#ctx0" brushRef="#br0" timeOffset="67952.72">6000 14289 737 0,'0'0'97'0,"0"0"-51"0,0 0 21 15,-13 225-55-15,13-181-5 16,0-8-7-16,0 8-15 0,0-8-104 16,0 0-88-16,0-12-216 15</inkml:trace>
  <inkml:trace contextRef="#ctx0" brushRef="#br0" timeOffset="68501.1">6456 13852 558 0,'0'0'158'15,"0"0"-127"-15,0 0 58 16,0 0-89-16,0 0-27 16,0 0-6-16,-7 3 33 15,48-14 21-15,5 7 39 16,-12 4-33-16,-3 0-25 0,-9 4 7 16,-16 52-14-16,-6 8 5 15,0 4-13-15,0 4 11 16,0-3-7-16,0-9 3 15,0-16 12-15,0-20-12 16,28-20 6-16,31-4-4 16,9 0-2-16,10 0 4 15,-10-16-2-15,-9-8-4 0,-3 12 7 16,-16-1-31-16,-9 6-14 16,-15-1-40-16,-16 8-116 15</inkml:trace>
  <inkml:trace contextRef="#ctx0" brushRef="#br0" timeOffset="68752.22">7463 14405 721 0,'0'0'179'0,"0"0"-166"0,0 0 2 0,-59 236-15 16,59-187-42-16,0-17-26 16,0-16-47-16,0-16-173 15</inkml:trace>
  <inkml:trace contextRef="#ctx0" brushRef="#br0" timeOffset="69350.78">8046 13703 703 0,'0'0'198'16,"0"0"-142"-16,0 0-3 16,0 0-53-16,0 0-8 15,0 0 2-15,41 0 1 16,-23 0 2-16,10 13 3 15,0 10 0-15,-16 13 11 16,1 5-5-16,-13 3 4 16,0 0-8-16,0-4-2 15,0-8 0-15,0-12-9 0,0-8-4 16,6-4-14 0,22-3-18-16,6-2 26 0,0 5 16 15,13 8 6-15,-16 4 1 16,-10 8 22-16,-8 5-6 15,-13 6-2-15,0 2-11 16,0 3 4-16,0 0-7 16,0-4-6-16,0-8 2 15,-19 4-8-15,13-16-36 16,-10-12-95-16,4-8-124 16</inkml:trace>
  <inkml:trace contextRef="#ctx0" brushRef="#br0" timeOffset="69652.89">8983 14345 529 0,'0'0'277'0,"0"0"-265"0,0 0 104 15,0 0-28-15,0 241-73 16,-7-194-15-16,-2-14-18 16,9-9-51-16,-6-16-55 15,6-8 19-15,0 0-37 0,0 0-210 16</inkml:trace>
  <inkml:trace contextRef="#ctx0" brushRef="#br0" timeOffset="70233">9590 13691 617 0,'0'0'65'15,"0"0"-25"-15,0 0 33 16,0 0-49-16,0 0-10 16,0 0 4-16,-93 213-8 15,78-185-8-15,15 0 26 16,0-4 30-16,0-7-53 0,0-10-5 16,28-7 3-16,24 0-3 15,11 0 0-15,17 0-1 16,-9-7-1-16,-15 2-5 15,-25 5-8-15,3 0-5 16,-12 0 18-16,-10 5 2 16,16 2-1-16,-15-7-43 15,-1 0-21-15,16 0-4 16,-16 0 16-16,-12 0 11 16,0 8 42-16,0 5 7 15,0 6 28-15,0 13 23 16,0 17-37-16,0-2 2 15,0 10-21-15,0 7 1 16,0 0-3-16,0 5 0 0,0-5-2 16,-18-12 2-16,-4-21 9 15,22-22-9 1,0-9-111-16,0-28-267 0</inkml:trace>
  <inkml:trace contextRef="#ctx0" brushRef="#br0" timeOffset="70482.86">10660 14305 631 0,'0'0'413'0,"0"0"-404"0,0 0-9 0,0 0 0 0,0 241-5 15,0-201-45-15,0 0-26 16,0-20-210-16,6-12-286 16</inkml:trace>
  <inkml:trace contextRef="#ctx0" brushRef="#br0" timeOffset="70915.78">11175 13780 469 0,'0'0'127'15,"0"0"-119"-15,0 0 30 16,0 0-28-16,0 0-7 0,0 0 52 16,-127 128-23-16,127-104-19 15,34 1 5-15,25-14 16 16,0-3-24-16,3 0-10 15,-3 1 0-15,-4 6 8 16,-2 14-1-16,-6 2 28 16,-7-3-6-16,-15 8-22 15,-10 0 16-15,-15 8 4 16,0 17 2-16,-28-5-24 16,-31 9-3-16,4-18 0 15,24-22 2-15,-4-22-8 16,8-3-28-16,2-16-120 15,19-43-62-15,-16-18-268 16</inkml:trace>
  <inkml:trace contextRef="#ctx0" brushRef="#br0" timeOffset="71083">11321 13755 614 0,'0'0'138'16,"0"0"-121"-16,0 0 5 16,0 0 9-16,0 0-31 15,381-80-65-15,-328 69-147 16</inkml:trace>
  <inkml:trace contextRef="#ctx0" brushRef="#br0" timeOffset="71367">12071 14350 582 0,'0'0'392'0,"0"0"-358"0,0 0 66 16,0 0-53-16,158 236-43 15,-142-176-8-15,-4-16-11 16,-6-12-94-16,-6-16-212 16</inkml:trace>
  <inkml:trace contextRef="#ctx0" brushRef="#br0" timeOffset="72197.91">13007 13627 380 0,'0'0'0'0,"0"0"-12"0,0 0 11 0,0 0-72 0,0 0 73 16,0 0 4-16,174-24 26 15,-174 24 86-15,0 0 34 16,0 0-75-16,0 0-37 15,0 0 35-15,0 0-7 16,6 0-6-16,-6 0-43 16,0 0-3-16,0 0-14 15,0 0-18-15,0 0-4 16,0 0 22-16,0 0 4 0,0 0 25 16,0 0-2-1,0 0-24-15,0 0 3 0,0 0-3 16,0 0-5-16,0 0 2 15,0 0 0-15,0 8 5 16,0-4-2-16,0 8 8 16,-28 5-6-16,-12 11-10 15,-7 3 2-15,1 5 3 16,6 21 19-16,-1 15-1 16,17 4 14-16,8 12-4 15,16-3-15-15,0-5-6 16,0-16-14-16,0-11 10 15,53-17-12-15,15-17 2 16,0-2 4-16,3-17 2 16,32 0 1-16,-16 0-6 0,6 0-37 15,-13-41 42-15,-15-15 2 16,-31 4-2-16,-21-4-3 16,-13 4 2-16,0 3-17 15,-31 21-3-15,-3 20-3 16,-13 8 1-16,-9 13 18 15,25 42 0-15,-3 14 5 16,6-2-8-16,28-1-4 16,0-27-125-16,0-3-90 15</inkml:trace>
  <inkml:trace contextRef="#ctx0" brushRef="#br0" timeOffset="72514.72">14217 14430 810 0,'0'0'81'0,"0"0"-11"0,0 0 4 0,0 0-17 15,0 0-37-15,52 240-20 16,-52-200-12-16,0-4-17 16,0-8-24-16,-6 0 23 15,6-7-92-15,0-21-139 16,0 0-164-16</inkml:trace>
  <inkml:trace contextRef="#ctx0" brushRef="#br0" timeOffset="72914.24">14731 13603 290 0,'0'0'271'15,"0"0"-256"-15,0 0 37 0,0 0-6 16,0 0-32-16,0 0 3 16,261 64 9-16,-255-7-20 15,-6-1 14-15,0 8 46 16,0 0 2-16,0-4-51 16,0-4 18-16,0 4-29 15,6-7-5-15,7-1-1 16,2-4-50-16,-2-4-92 15,-1-11-10-15,-12-18-36 16</inkml:trace>
  <inkml:trace contextRef="#ctx0" brushRef="#br0" timeOffset="73116.71">14958 13932 868 0,'0'0'161'16,"0"0"-133"-16,0 0 37 16,0 0-44-16,0 0-21 15,0 0-10-15,273 0-74 16,-218 0-120-16,-24 0-319 16</inkml:trace>
  <inkml:trace contextRef="#ctx0" brushRef="#br0" timeOffset="73381.14">15820 14386 4 0,'0'0'989'15,"0"0"-987"-15,0 0 10 16,-53 228 21-16,47-180-33 16,0-8-65-16,6-16-142 0,0-7-365 15</inkml:trace>
  <inkml:trace contextRef="#ctx0" brushRef="#br0" timeOffset="73918.14">16213 14394 510 0,'0'0'117'16,"0"0"-106"-16,0 0 74 15,168-257-35-15,-122 188 0 16,-18 9-16-16,-15 9-34 15,-13-2-1-15,0 4-7 16,0-2-39-16,0 14 46 16,0-3-10-16,-25 13-19 15,-9 7 30-15,0 12 2 0,0 8-2 16,9 0 5-16,3 0 17 16,10 11-8-16,-1 22 16 15,13 3 15-15,0 3-13 16,0 6-8-16,0-5 8 15,31 0-10-15,10 4-21 16,5-3-1-16,-6 2 5 16,7 1-14-16,-7-8-10 15,1 8 19-15,-7-3 1 16,-22 11 0-16,-6-8-1 16,-6 4-2-16,0 0 2 15,0-16 9-15,-6-12-9 16,-19-7 2-16,4-5-7 15,2-5-57-15,3-3-101 16,-2 0-220-16</inkml:trace>
  <inkml:trace contextRef="#ctx0" brushRef="#br0" timeOffset="74214.52">16958 14417 407 0,'0'0'444'0,"0"0"-406"0,0 0 38 0,0 0 13 0,0 0-71 16,0 0-18-16,0 216-33 16,0-172-138-16,0-11 25 15,0 0-144-15,0-14-122 16</inkml:trace>
  <inkml:trace contextRef="#ctx0" brushRef="#br0" timeOffset="75162.05">17717 13908 598 0,'0'0'125'0,"0"0"-121"0,0 0 28 0,0 0-30 0,0 0 6 16,0 0 68-16,16 0-4 15,-4 0-14-15,-6 0-29 0,-6-4 34 16,22-32-50-16,-16 0-4 16,7 0-9-16,-13 7-27 15,0 9 8-15,0 12 13 16,0 5 5-16,0 3 0 15,-6 0 1-15,-29 0 3 16,1 0 1-16,16 19 0 16,-10 1-8-16,15 9 8 0,7 3-4 15,6 0 0 1,0-4 3-16,0-8-6 16,0-12-17-16,0 0-11 0,6-8-27 15,13 0-2-15,3 0 51 16,2 0 9-16,-8 0 0 15,9-11-14-15,-3-14-15 16,-4 5-3-16,4 4-10 16,-16 16-30-16,-6 0 15 15,0 0 57-15,0 0 21 16,0 20 54-16,0 4-12 16,0 4 23-16,0 4-48 15,28-3-28-15,3 7-10 16,9 0-3-16,1 0-34 15,-7 0-12-15,-6-13 8 16,-22 6 41-16,0-17 33 16,-6 7 3-16,0-2 24 0,0-1 27 15,-6-4-52-15,-35 12-2 16,-5 1 13-16,-16 2-42 16,9 1 8-16,1 4-10 15,5 0-2-15,19-12-14 16,3-7-51-16,25-13-112 15,0 0-485-15</inkml:trace>
  <inkml:trace contextRef="#ctx0" brushRef="#br0" timeOffset="77794.78">5755 15637 301 0,'0'0'46'0,"0"0"-46"0,0 0 64 0,0 0 47 16,0 0-51-16,0 0-13 16,127 88-28-16,-102-80-3 15,-3 7 11-15,2 6 37 16,10-1 30-16,13 4-43 16,-1 8-26-16,1 0-4 15,9-8 12-15,3-3-29 16,0-2 12-16,3-7-7 0,-3-4 1 15,3 0 1 1,-4 0 2-16,1-4-4 0,16-4-4 16,-16 0 11-16,-4 0-14 15,-2 0 12-15,-12 0-13 16,11 0 5-16,-11 0-4 16,11 0 3-16,4 0-3 15,3 0-2-15,0 0 4 16,15 0-3-16,-15-8 2 15,9-12 1-15,1 4-8 16,-10-8 9-16,-7 8-9 16,1 5 8-16,-3 2-4 15,21 9 0-15,16-4 2 16,21 4 2-16,-15-4 0 16,-6-4-6-16,-19 0 12 0,4 0-15 15,2 0 10-15,13 8-8 16,-7 0 6-16,-14 0-3 15,-4 0 17-15,-3 0-7 16,3 0 1-16,3 0-8 16,3 0 2-16,3 0 1 15,10 8-7-15,-7-8 4 16,-6 0-2-16,-2 0-1 16,-14 0 0-16,-2 0-1 15,-4 0 2-15,-5 5-3 16,-4-2 5-16,19 5 4 15,-10 0-4-15,7 0-2 16,6 4 1-16,3-4-4 0,3 4 4 16,9 4 0-16,-12-4-2 15,3 4 1 1,10 0 0-16,-1 9 5 0,-9-2-3 16,4 1 0-16,-10-4-3 15,-13-4 0-15,-12-3-1 16,0-1 1-16,-15 4 0 15,9-4-4-15,-10 4 9 16,4 4 10-16,3 0-15 16,-10 0 11-16,-2-8-9 15,-1-4-2-15,-12-4-2 16,6-4 2-16,-6 0-2 0,0 0 7 16,0 0 3-16,10 0-8 15,8 0 7-15,4 0-6 16,3 0 3-16,15-12-1 15,-6-12-3-15,13-8 0 16,-1-4 3-16,13-4-1 16,9 4 4-16,1 11-12 15,-4 2 14-15,-6 15-15 16,3 0 14-16,-3-5-7 16,9 1 0-16,19 4 0 15,6 0-2-15,6 0 0 16,16 4-4-16,-7 4 6 15,4 0-3-15,-10 0 9 16,3 0-7-16,-5 0 1 16,2 0 0-16,-9 0 0 0,6 4 0 15,10 9 0-15,-4-2 0 16,-2 5-10-16,2 1 10 16,0-1 4-16,-8-1-2 15,-4 1-2-15,-13 1 4 16,-15-9-1-16,10 0-6 15,11 0 7-15,1-4-12 16,6 0 16-16,0 3-10 16,-6-2 6-16,0 3-4 15,-13 0 0-15,19 0 0 16,4-4 8-16,-4 4-6 16,12-5-4-16,4-3 10 0,-4 0-14 15,16 0 13-15,-6 0-12 16,-10 0 8-16,-12 0-3 15,-6 0 3-15,-7 0-1 16,1 0 4-16,0 0-3 16,6 0-6-16,-13 0 8 15,-3 0-10-15,4 0 0 16,5 0 1-16,-5 0 4 16,5 0 0-16,-8-11 15 15,-10 7-13-15,-3-9 8 16,-13 2-8-16,1-1 0 15,-7 4-2-15,-12 0 0 16,-10 0-5-16,-2-5 5 0,9 1 0 16,-4-7 0-16,-2-14-1 15,9-6 5-15,-3-10-10 16,-4 1-1-16,-8 4 3 16,9 4-19-16,-10 4 13 15,-6 12-9-15,7 16 1 16,-13 4 9-16,0 4-22 15,0 0-16-15,0 0-70 16,0 0-235-16</inkml:trace>
  <inkml:trace contextRef="#ctx0" brushRef="#br0" timeOffset="79108.67">10474 16963 37 0,'0'0'341'0,"0"0"-236"0,0 0-37 0,0 0 2 16,0 0-16-16,0 0 15 16,-40 36 6-16,30-23-16 15,-14 4-17-15,-10 2 0 16,6 1 7-16,3 0-2 15,3 4-5-15,16-4-25 16,6-4-6-16,0 4-10 16,0 1 10-16,0-6-9 15,12 1 3-15,29 1-1 16,-1-6 7-16,16-3-2 0,-3-8-6 16,12 0-6-16,3 0 8 15,0-23-5-15,-3-14 0 16,-6-6-3-1,-9-6-1-15,-26 1-6 0,-11 0 9 16,-13 3-25-16,0 1 8 16,0 13-27-16,-19 11 29 15,-21 15 4-15,-7 5 7 16,7 0 4-16,0 13-4 16,-7 23 5-16,13 4-12 15,9-4 8-15,-2-4 2 16,27 4-9-16,0-8 14 15,0-3-8-15,0-2-10 0,0-2-8 16,40-9 5 0,13-1-3-16,-1-6 9 0,10-5-39 15,-9 0 17-15,-7 0-6 16,-11-13 8-16,-17-2 6 16,-8 7 4-16,-4 0-20 15,-6 8 19-15,0 0 23 16,0 0 29-16,0 0-10 15,6 0 29-15,-6 0-23 16,0 11-9-16,19 14 9 16,-10-2-21-16,9 1-3 15,1 9 0-15,3-2 4 16,6 5-2-16,-22 0 4 0,19-6 6 16,-25 1 3-1,0-7 26-15,0-4-29 16,0-4 26-16,0-4-14 0,-7 9-2 15,-39-6-7-15,-7 6-14 16,-15 7 4-16,3-8-6 16,-3 8 0-16,-7-9-12 15,-2 2-15-15,9-6-58 16,15 6-78-16,31-9-26 16</inkml:trace>
  <inkml:trace contextRef="#ctx0" brushRef="#br0" timeOffset="79725.78">11755 17633 81 0,'0'0'602'0,"0"0"-587"0,0 0 16 0,0 0 31 15,0 0-26-15,0 0-15 0,229 41 29 16,-176-46-23-16,0-18-9 16,-13-18 1-16,-12-11-6 15,-22-12 6-15,-6-8-8 16,0 0-8-16,0 3-3 16,-28 13-7-16,-12 17-16 15,-7 23 20-15,-18 16 3 16,19 0 5-16,-29 11 19 15,7 25-24-15,21 5 0 16,13 7-1-16,22 0-3 16,12 0-6-16,0-4-15 15,0-8-38-15,22-8-94 0,9-16-155 16</inkml:trace>
  <inkml:trace contextRef="#ctx0" brushRef="#br0" timeOffset="80241.49">12437 17345 659 0,'0'0'75'0,"0"0"-74"0,0 0 11 15,0 0 8-15,0 0-19 16,0 0 41-16,0 0 2 16,46 204-39-1,-46-192 16-15,0-12 23 0,0 0 6 16,0 0-30-16,0 0 40 16,0-15-58-16,0-18-2 15,-24-7-26-15,8-11 23 16,4-2 3-16,-1 1 1 15,1 0 23-15,-4 4-24 16,10-1 16-16,6 1-14 16,0 4-4-16,0 8-10 15,0 8-21-15,6 4-4 16,35-4 7-16,11 4 14 0,4 12-35 16,-16 7 31-1,7 5-19-15,-16 0 22 0,-16 0 13 16,10 13 2-16,-25-1 2 15,0 7-7-15,0 14 7 16,-6 15 6-16,-40 9-6 16,-1-2-1-16,1-2-2 15,5-17-5-15,13-5-6 16,28-10-60-16,0-9-97 16,0-12-106-16</inkml:trace>
  <inkml:trace contextRef="#ctx0" brushRef="#br0" timeOffset="80790.59">13165 17101 238 0,'0'0'188'0,"0"0"-157"0,0 0 30 0,0 0 39 16,0 0-14-16,0 0-38 15,-99 0 30-15,59 0-22 16,-13 23-2-16,19 1-6 16,0 12-1-16,22 5-6 15,12 7-21-15,0-1-5 16,12 10-11-16,35-12-7 15,8-9 3-15,-24-13-1 16,16-2-23-16,-7-1 24 0,-6-1-2 16,7 1 4-16,5 1-4 15,-24-1-9-15,-4-4-6 16,4-4 8-16,-22 7 9 16,0 6 4-16,-28 14-1 15,-40 10-1 1,3 15 0-16,-10-3-2 0,1-6-31 15,34-18-47-15,21-26-245 16</inkml:trace>
  <inkml:trace contextRef="#ctx0" brushRef="#br0" timeOffset="81192.45">13575 17458 285 0,'0'0'321'0,"0"0"-310"0,0 0-11 15,0 0 23 1,0 0 1-16,0 0-10 0,260-193 41 16,-241 165 2-16,-19-5 53 15,0 10-27-15,0-2-61 16,-40 9 13-16,-19 5-34 16,-10 11-1-16,-8 0 0 15,9 0-11-15,15 19 10 16,6 14 1-16,13-2-4 15,13-6-28-15,21-14-62 16,0-6-122-16,15-5-217 16</inkml:trace>
  <inkml:trace contextRef="#ctx0" brushRef="#br0" timeOffset="81558.12">13680 16824 631 0,'0'0'292'0,"0"0"-285"0,0 0 46 0,0 0-47 0,0 0-6 15,0 0-53-15,242-8-165 16,-208-9-250-16</inkml:trace>
  <inkml:trace contextRef="#ctx0" brushRef="#br0" timeOffset="81842.02">14170 17132 381 0,'0'0'310'0,"0"0"-268"16,0 0 74-16,0 0-75 15,0 0-41-15,0 0-11 16,93 77 4-16,-53-77-44 15,-15 0-2-15,9 0 53 16,-6 0 0-16,6 0 0 0,-15 0-2 16,-7-5 1-16,4-3-46 15,-16-4-84-15,0-4-260 16</inkml:trace>
  <inkml:trace contextRef="#ctx0" brushRef="#br0" timeOffset="82056.63">14170 17132 498 0,'-62'-260'556'0,"62"260"-538"0,0 4-4 16,6 3 23-16,28 1-16 15,7-3-18-15,-7-5-6 16,-6 0 1-16,-10 0-39 15,10 0-28-15,-9 0-49 16,3-20-198-16</inkml:trace>
  <inkml:trace contextRef="#ctx0" brushRef="#br0" timeOffset="82206.08">14338 16780 1074 0,'0'0'25'15,"0"0"-8"-15,0 0-11 16,0 0-6-16,0 0-33 16,0 0-55-16,173 31-137 15,-160-39-237-15</inkml:trace>
  <inkml:trace contextRef="#ctx0" brushRef="#br0" timeOffset="82488.75">14338 16780 960 0,'198'100'11'15,"-198"-76"-6"-15,0-4-5 16,22-4-15-16,9 0 0 0,3 0-9 16,6 0 20-1,-12 4 8-15,6 4-2 0,19 4 24 16,-7 0-11-16,1 1-15 15,-13-6-38-15,-15 2 31 16,-19-1 14-16,0 4 4 16,0 8-9-16,0 3 6 15,-53 10-5-15,6-13-6 16,7-4-9-16,6-24-144 16,9-8-304-16</inkml:trace>
  <inkml:trace contextRef="#ctx0" brushRef="#br0" timeOffset="83405.39">12852 17192 119 0,'0'0'369'0,"0"0"-367"0,0 0-2 0,0 0-19 0,0 0 10 15,0 0 9-15,28 9 94 16,-28-9 13-16,0 0 13 16,0 0-10-16,0 0-63 15,6 0-47-15,1 3-10 16,-7-3 4-16,6 5 6 15,0-5 0-15,-6 0 0 16,0 3 20-16,0-3-15 16,0 0 13-16,0 0-18 15,28 0 1-15,-9 0-1 16,2 0 2-16,4 0 0 16,-3 5 0-16,-4-2 5 0,-18-3 2 15,7 0 0-15,-7 0-5 16,0 0 12-16,0 0-16 15,0 0 0-15,0 0 10 16,0 0-8-16,0 0 33 16,0 0-2-16,0 0 10 15,0 0-30-15,0 0-4 16,0 0-9-16,-19 0-1 16,-9 5-1-16,3-1-7 15,4 4 9-15,8 3 2 16,-5 10 17-16,2 11-12 15,16 0-7-15,0 4 0 16,0-4-1-16,0-8-4 0,0-4-7 16,0-7 10-16,53-13-7 15,15 0 6-15,13 0-2 16,24 0-4-16,4 0 5 16,-23-13-6-16,7 1-40 15,-24-4-14-15,-29 0 1 16,-15-4-74-16,-13-5-40 15,-12 6-231-15</inkml:trace>
  <inkml:trace contextRef="#ctx0" brushRef="#br0" timeOffset="92948.18">13748 5024 272 0,'0'0'215'0,"0"0"-104"0,0 0-1 0,0 0-25 15,0 0-32-15,0 0-23 16,0 0-8-16,0 0-20 16,19-31 13-16,-19 26 18 15,0 5 29-15,0 0-12 16,0 0-17-16,16 0-13 16,-16 0-11-16,0 0-9 15,0 0 6-15,6-3-15 16,0 3 18-16,6 0-9 15,4-5 1-15,-4 5 6 16,13 0-7-16,3-3 0 16,6-2 2-16,0 1 6 15,13 1-16-15,-7-5 11 0,-9 0-11 16,9 3 16-16,-12-3-15 16,6 4 7-16,0 1 0 15,-9 3 0-15,9 0 2 16,7 0-4-16,-13 0 4 15,-4 0-8-15,4 0 6 16,-3 0-3-16,-3 0 6 16,-4 0-5-16,10 0 2 15,-9 0-4-15,-10 0 2 16,4 0 4-16,-1 0-1 0,3 0 1 16,4 0-4-1,0 0 6-15,15 0-1 0,0 0-1 16,-6 0-1-16,3 0 0 15,-9 0 3-15,-4 0-8 16,-2 0 13-16,-4 0-16 16,-6 0 14-16,-6 0-10 15,6 0 5-15,10 0-2 16,9 0 0-16,3 0 0 16,12 0 0-16,6 0 0 15,1 0-3-15,12 0 8 16,-13 0-5-16,-5 0 2 15,-1 0-4-15,-6 0 2 0,0 0 0 16,-9 0-3-16,9 0 7 16,-6 0-9-16,0 0 10 15,-9 0-10 1,-1 3 15-16,10 1-18 0,-6 1 12 16,15-2-4-16,13 5 0 15,2-3 1-15,1-5-1 16,21 0-6-16,-15 0 4 15,-18 0-12-15,-1 0 1 16,-28 0-29-16,-5 0-16 16,-7 0-70-16,0 0-203 15</inkml:trace>
  <inkml:trace contextRef="#ctx0" brushRef="#br0" timeOffset="96494.53">1730 5679 227 0,'0'0'150'0,"0"0"-127"0,0 0-13 0,0 0-5 0,0 0-10 0,0 0 11 15,19 0-5-15,-19 0 43 16,0 0 0-16,0 0 27 15,0 0-20-15,0 0-6 16,0 0-26-16,0 0 15 16,0 0-7-16,0 0 10 15,0 0-17-15,0 0 20 16,6 0-17-16,-6 0-9 16,0 0 5-16,9 0-14 15,-9 0 14-15,6 0-15 16,1 0 7-16,5-5-8 15,4-3 5-15,-4 5-8 0,0 3 0 16,10-5 1 0,-3 5 2-16,-7 0-6 0,16-4 6 15,-6 4 4-15,-4 0-2 16,1-8 18-16,21 4-12 16,-6-3 7-16,7-1-16 15,-1-1-1-15,0-3-1 16,-6 5 2-16,0-1-6 15,-9 3 8-15,16 5-3 16,5 0 3-16,-6 0 2 16,7 0-1-16,-13 0 4 15,0 0-3-15,0 0-2 16,3 0 2-16,4 0-3 16,-7 0 6-16,19 0-8 0,-13 0 8 15,0 0-7-15,-6 0-1 16,0 0-1-16,1 0 1 15,-11 0-5-15,4 5 9 16,-3-2-10-16,-9 2 10 16,18-5 2-16,6 0-3 15,-9 0-4-15,-3 0 5 16,6 0 0-16,-9 0-3 16,3 0-2-16,-16 0 6 15,22 0 1-15,-6 0-7 16,3 0 6-16,-3 0-7 15,0 0 4-15,-9 0-5 16,-7 0 2-16,3 3 0 0,-2 1 0 16,9 4 2-16,-4-4-9 15,10 5 14-15,-3-1-7 16,3-8 3-16,0 3-4 16,3-3 1-16,-3 4 0 15,-10 4 0-15,-2-8 3 16,-4 0-7-16,-12 0 9 15,6 0-10-15,1 0 14 16,8 0-13-16,4 4 6 16,15 5-3-16,12-6 1 15,-5-3 0-15,5 0-1 16,1 0 3-16,-13 0-10 0,-10 0 17 16,4 0-15-1,-15 0 12-15,8 0-7 0,-2 0 1 16,3 0 0-16,-4 0 0 15,4 0-2-15,3 0-3 16,3 0 10-16,0 0-9 16,-10 0 10-16,4 0-6 15,-10 0 0-15,13 0 0 16,3 0 0-16,6 0 0 16,0 0-3-16,7 0 8 15,-10 0-11-15,3 0 14 16,0 0-12-16,-6 0 8 15,-10 0-6-15,-5 0 4 0,2 0-3 16,-8 0 1 0,5 0 0-16,10 0-5 0,-10 5 10 15,0-5-3-15,4 3 0 16,3-3-4-16,8 5 1 16,-14-2 0-16,21-3 0 15,-22 0 1-15,7 0-3 16,-4 0 6-16,-2 0-9 15,-7 4 12-15,0-4-10 16,4 0 9-16,-4 0-9 16,12 0 5-16,-5 0-1 15,2 0 1-15,-2 0-1 16,-13 0 0-16,6 0 1 16,-6 0-7-16,0 0 13 0,6 0-9 15,-6 0 3-15,0 0-1 16,16 0 0-16,-4 0-1 15,10 0-3-15,-4 0 8 16,-5 0-11-16,2 0 14 16,-9 0-12-16,1 0 11 15,-7 0-9-15,6 0 3 16,-6 0 0-16,6 0 0 16,10 0-1-16,-4 0-4 15,7 0 10-15,-4 0-13 16,4 0 16-16,-7 0-10 15,4 0 7-15,-10 0-10 16,-6 0 8-16,0 0-3 0,0 0 0 16,12 0 5-1,-12 0-6-15,13 0 4 0,-4 0-4 16,3 0 6-16,1 0-9 16,2 0 6-16,-2 0-2 15,-7 0 0-15,-6 0 6 16,0 0-12-16,0 0 12 15,0 0-10-15,0 0 12 16,12 0-7-16,-12 0-1 16,0 0-2-16,16 0 2 15,-16 0 0-15,12 0-2 16,-12 0 8-16,0-4-13 0,6 4 13 16,7 0-7-1,2 0 2-15,-2 0 0 0,-13-3-1 16,6-2 0-16,0 5 0 15,-6 0 2-15,0 0-3 16,0 0 5-16,0 0-8 16,22 0 2-16,-22 0-2 15,18 0-13-15,10 0 8 16,0 0-20-16,3-11-36 16,-9-10-108-16,-16-11-349 15</inkml:trace>
  <inkml:trace contextRef="#ctx0" brushRef="#br0" timeOffset="115394.78">2056 6549 113 0,'0'0'379'0,"0"0"-367"0,0 0-8 0,0 0 12 0,0 0-16 16,0 0 13-16,0 8 25 15,0-8-8-15,0 0 6 16,0 0 44-16,0 0 1 16,0 0-6-16,0 0-25 15,0 0-36-15,0 0-8 16,0 0 0-16,0 0-6 16,0 0 8-16,0 0-2 15,0 0 13-15,0 0 12 16,0 0 4-16,0 0-15 0,0 0-20 15,0 0-5 1,21-20-3-16,14-24 8 0,23-8 33 16,-5 3-8-16,-13-7-5 15,16 4-16-15,-18-1-8 16,24-6-5-16,-10 7-46 16,1 4-32-16,-7 11-50 15,-11 17-109-15,-29 20-137 16</inkml:trace>
  <inkml:trace contextRef="#ctx0" brushRef="#br0" timeOffset="115795.34">2257 6007 378 0,'0'0'365'0,"0"0"-328"0,0 0-19 0,0 0 8 0,0 0-17 15,0 0 16-15,87 0 2 16,-25 0-13-16,-9 0-14 16,-7 0 1-16,-18 0-3 15,-15 8-44-15,-7-8-34 16,-6 0-54-16,0 0-110 15,0 0-121-15</inkml:trace>
  <inkml:trace contextRef="#ctx0" brushRef="#br0" timeOffset="116044.55">2257 6007 550 0,'41'-89'0'16,"-41"78"13"-16,34 3-12 16,-22 8 7-16,-6 0-2 15,1 0-5-15,2 0 5 16,-9 24 7-16,12 7 18 16,-12-1 0-16,6-11 15 15,7-7-30-15,-4 16-4 16,4-7-11-16,-7 7-2 0,0-5-14 15,0-15-145-15</inkml:trace>
  <inkml:trace contextRef="#ctx0" brushRef="#br0" timeOffset="117093.94">2419 6028 415 0,'0'0'150'0,"0"0"-123"0,0 0 35 0,0 0 12 16,0 0-47-16,0 0-21 16,18 0 30-16,-12-13 34 0,16 13-48 15,-3-8 17-15,-4-4-26 16,10 4 11 0,3 8-20-16,-10-12-3 0,-8 12-1 15,-4 0 0-15,-6 0 0 16,0 0-13-16,0 0 11 15,0 0 4-15,0 20 17 16,19 5-1-16,-4 11 19 16,-3-8-36-16,23-4-1 15,-17-9-39-15,22-7-102 16,-18-3-106-16</inkml:trace>
  <inkml:trace contextRef="#ctx0" brushRef="#br0" timeOffset="118226.56">1470 7279 404 0,'0'0'147'0,"0"0"-102"0,0 0 22 15,0 0-23-15,0 0-16 16,0 0-10-16,0 3 19 15,0-3-8-15,0 0 38 16,0 0 14-16,0 0-29 16,0 0-18-16,0 0-24 15,0 0 5-15,0 0-11 0,0 0 5 16,0 0-6-16,0 0 11 16,6 0-9-16,13 0 9 15,2 0 4-15,4 8-13 16,43-8 1-16,7 0-1 15,5 9-5-15,-8-9 2 16,-38 0-4-16,6 0-18 16,-12 0-1-16,-3 0-36 15,9 0-10-15,-28 0-29 16,16 0-76-16,-22-17-105 16</inkml:trace>
  <inkml:trace contextRef="#ctx0" brushRef="#br0" timeOffset="118642.07">1677 7002 730 0,'0'0'107'0,"0"0"-92"0,0 0 11 0,0 0-13 16,0 0-13-16,0 0-23 16,-40 8-44-16,59-8-41 0,27 0 34 15,-12 0-104 1</inkml:trace>
  <inkml:trace contextRef="#ctx0" brushRef="#br0" timeOffset="119009.06">1805 7515 114 0,'0'0'27'0,"0"0"128"16,0 0-21-16,0 0-52 16,0 0-10-16,0 0-36 15,0-12-36-15,0 8-121 16</inkml:trace>
  <inkml:trace contextRef="#ctx0" brushRef="#br0" timeOffset="119993.14">2620 7046 200 0,'0'0'144'0,"0"0"-142"0,0 0 9 0,0 0 45 0,0 0-49 15,0 0 49-15,0 0 36 0,0 0-14 16,0 0 2-16,0 0 29 16,0 0-45-16,0 0-18 15,0 0-33-15,-15 0-4 16,-4 0 0-16,3 0 7 15,-2 0 11-15,-1 0-11 16,-2 8 26-16,8-1-37 16,-2-2-1-16,8 11 3 15,7-8-11-15,0 1 4 16,0 2-12-16,0-3-15 16,0 4 4-16,0 0 19 15,0-4 4-15,16 5-6 0,3-5 4 16,2 3 1-1,10-3-11-15,-15-4 5 0,9 9 6 16,-10-13-14-16,-9 8 11 16,-6-1-5-16,6-2 7 15,-6 6 4-15,7 9 1 16,-1 1-2-16,-6-10 4 16,0 9-2-16,0 1 0 15,0-6-3-15,0 10-10 16,0-1 5-16,0-1 10 15,-19-2-7-15,-9-6 5 16,10-2-3-16,-4-5 0 16,10-4-1-16,-10-4-6 0,3 4-21 15,-2 0-43-15,2-4-47 16,13 0 60-16,0 0-56 16,-10 0-10-1,16-20-55-15</inkml:trace>
  <inkml:trace contextRef="#ctx0" brushRef="#br0" timeOffset="120723.84">2580 7046 230 0,'0'0'89'0,"0"0"-60"0,0 0 61 0,0 0 9 16,0 0-58-16,0 0 12 15,0 0 13-15,0 0 17 16,0 0 12-16,0 0-23 16,0 0-17-16,0 0-27 15,0 0-2-15,18 0-14 16,10-4 21-16,19-4-22 15,-1-1-3-15,1 2 1 16,6-9-18-16,-7 11 7 16,-6-6-10-16,-6-5-11 15,-15 12-24-15,-19 4-19 0,9 0-101 16,-9 0-84-16</inkml:trace>
  <inkml:trace contextRef="#ctx0" brushRef="#br0" timeOffset="131864.1">27249 10010 719 0,'0'0'158'16,"0"0"-130"-1,0 0 54-15,0 0-4 0,0 0-78 16,0 0-8 0,-25-32 6-16,25 15 1 0,0 6-13 15,0-1-34-15,0 7-20 16,0 5-111-16,0 0-12 16,0 0-107-16</inkml:trace>
  <inkml:trace contextRef="#ctx0" brushRef="#br0" timeOffset="208781.97">11556 13266 404 0,'0'0'139'0,"0"0"-65"0,0 0 24 0,0 0-40 0,0 0-4 16,0 0-29-16,0 0 6 16,0 0 1-16,0 0-1 15,0 5 1-15,0-5-12 16,0 0-3-16,0 0-13 15,0 0 18-15,0 0-9 16,0 0 20-16,0 0-8 16,0 0-11-16,0 0-5 15,0 0 0-15,0 0-8 16,0 0 7-16,0 0-1 16,0-9 2-16,0-7 14 15,0-8-20-15,0-16-4 16,0-1 8-16,0-14-8 15,-6-6 1-15,6-3-2 0,-9 4 2 16,9 4 0 0,0 12-5-16,0 0 2 0,0 24 2 15,0 0-8-15,0 4 3 16,0-4-5-16,9-4 8 16,10-4-5-16,9 8-18 15,-16 15-12-15,0 5-73 16,-12 0-109-16,0 0-67 15</inkml:trace>
  <inkml:trace contextRef="#ctx0" brushRef="#br0" timeOffset="209932.3">11321 13141 129 0,'0'0'2'0,"0"0"3"0,0 0 74 0,0 0-19 15,0 0 7-15,0 0 6 16,0 0 3-16,0 0-6 16,0 0 10-16,0 0-3 15,0 0-30-15,0 0-19 16,0 0-18-16,0 0 9 16,15 0-19-16,-15 0 23 15,0 0 6-15,12 0 20 0,1 0-11 16,2 25-8-1,-2-9-14-15,12 0-8 0,-4 4-8 16,-2-8 7-16,3 12-11 16,-4-7 13-16,-8 6-11 15,-4 1 5-15,0-11 6 16,0-1-1-16,-6-9-4 16,6-3-3-16,-6 0 5 15,0 0-8-15,0 0 7 16,0 0-4-16,0 0 4 15,0 0-7-15,0 0 2 16,0 0 0-16,7 0-1 16,8 0-8-16,4 0 1 15,-7-3 8-15,22-14-4 0,-12 1 11 16,-4 0-14 0,4 1 2-16,-3 2 1 0,-13 1 3 15,16 4-7 1,-16 0 3-16,-6 0 2 0,6 4 0 15,0 0-8-15,-6 0 6 16,6 4 10-16,-6-4-1 16,0 4-3-16,0-7-1 15,0 7 0-15,0 0 1 16,0-5-2-16,0-3 11 16,0-4-12-16,0 4 8 0,0-4-8 15,0 4 7 1,0 4-2-16,0 4-2 0,-6 0 9 15,0 0 15-15,-6 0-24 16,-22 0 17-16,6 0-15 16,-13 0 0-16,1 0-3 15,9 0 14-15,3 0 9 16,10 0 1-16,2 0-9 16,-3 0-7-16,4 0-8 15,9 0-3-15,-13 4-6 16,-3 0-30-16,4-4 20 15,12 0-49-15,6 0-14 16,0 0-132-16</inkml:trace>
  <inkml:trace contextRef="#ctx0" brushRef="#br0" timeOffset="-199162.54">15386 6244 129 0,'0'0'349'0,"0"0"-324"0,0 0 51 15,0 0 0-15,0 0-37 16,0 0 17-16,0 0 54 16,0 0-42-16,0 0-29 15,12-13-11-15,3-2 16 0,16-9-29 16,10-9 7-16,15 2-4 16,9-10 3-16,15-11-4 15,26-8-5-15,8 3-2 16,1 6-2-16,-16 11-16 15,-18 12 2-15,-28 11-38 16,-13 17-55-16,-12 0 21 16,-9 0-64-16,-19 0 41 15,0 20-84-15,0-7-281 16</inkml:trace>
  <inkml:trace contextRef="#ctx0" brushRef="#br0" timeOffset="-198500.47">15317 6208 264 0,'0'0'52'0,"0"0"30"0,0 0 1 0,0 0-54 0,0 0 2 0,0 0 14 16,0 0 29-16,-93 156-9 16,93-152 17-16,0-4-43 15,0 0-39-15,0 0-9 16,7 0 9-16,33 0 7 15,16 0 7-15,3 0 14 16,15-24-2-16,-9 0 24 16,-12-4-17-16,-4 11 14 0,-30 10-40 15,-19 3-7 1,0 4-13-16,0 0-35 0,0 8-163 16,-46 20-214-16</inkml:trace>
  <inkml:trace contextRef="#ctx0" brushRef="#br0" timeOffset="-197683.05">16682 5963 389 0,'0'0'146'0,"0"0"-71"0,0 0 44 0,0 0-34 15,0 0-20-15,0 0-3 16,0-9-21-16,0 9-6 16,0 0 5-16,0 0 16 15,0-3-29-15,6 3 7 16,-6 0-18-16,15 0 1 0,10-8-15 16,3 8 4-16,12-4 1 15,7-4-7-15,-7 0-6 16,-6 3-21-16,-9-6-1 15,9 3-42-15,-12 8-35 16,-10 0-132-16,1-8-108 16</inkml:trace>
  <inkml:trace contextRef="#ctx0" brushRef="#br0" timeOffset="-197251.51">16669 5735 162 0,'0'0'314'0,"0"0"-298"0,0 0 76 0,0 0 18 0,0 0 11 0,0 0-27 16,202-44-42-16,-156 27-29 15,-5 9-15-15,-17-4 11 16,-8 8-19-16,-4 0-52 16,-12 0-174-16,0 4-295 15</inkml:trace>
  <inkml:trace contextRef="#ctx0" brushRef="#br0" timeOffset="-196434.99">17544 5606 259 0,'0'0'208'0,"0"0"-86"0,0 0-20 16,0 0-11-16,0 0 23 16,0 0-54-16,0 0-17 15,0 0-22-15,0 0 16 16,0 0-3-16,-19 0-6 15,-3 4-27-15,4 4 4 16,-4-4-2-16,3 4-1 0,19 0 4 16,0 0-6-1,0 0-1-15,0 4-6 0,0-4-2 16,0 4-9-16,0 1 16 16,0-2 2-16,41-3-1 15,-16 9 0-15,15-6 2 16,-6 1-2-16,0 1 5 15,-6-2-9-15,-3 2 3 16,-10-1-6-16,-2-4-13 16,5 8 10-16,-12-12 1 15,4 7-12-15,-4 2 13 16,-6 7-12-16,0 0 11 16,0 12 10-16,0 0-4 15,-40-8 7-15,18 4-3 16,10-15 0-16,5-6-4 0,1-7-26 15,0 0-34-15,-10 0 14 16,10 0-82-16,-12 0-223 16,2 0 9-16</inkml:trace>
  <inkml:trace contextRef="#ctx0" brushRef="#br0" timeOffset="-195767.44">17578 5550 312 0,'0'0'217'0,"0"0"-71"16,0 0-44-16,0 0-7 0,0 0-18 15,0 0-31-15,0-4-46 16,0 4 11-16,0-4-1 15,21 0 27-15,26-4-13 16,6 0-5-16,-1 0-19 16,17-4-9-16,-4-1-26 15,3 2-33-15,-9-9-79 16,-6 4-234-16</inkml:trace>
  <inkml:trace contextRef="#ctx0" brushRef="#br0" timeOffset="-170973.69">14257 8093 242 0,'0'0'180'0,"0"0"-148"0,0 0 12 0,0 0-18 15,0 0 21-15,0 0 25 16,-6 0 11-16,6 0-32 16,0 0 38-16,0 0-25 0,0 0-28 15,0 0-20 1,0 0-12-16,0 0 12 0,0 0-11 15,0 0 26-15,0 0-17 16,0 0 26-16,0-5-3 16,0-15-12-16,0 1 12 15,0-14-31-15,0-3 22 16,0-4-26-16,0-8 10 16,0-4-10-16,0 0 1 15,0 0 8-15,6-4-5 16,6-4-6-16,1 15 6 15,2 1-6-15,-2 8 9 16,5 4-18-16,4 0 10 16,-3 12-3-16,-4 4-4 15,-9 8 1-15,-6 8 5 0,0 0 0 16,0 0 3-16,0 0 0 16,0 0-3-16,0 0 4 15,0 0-8-15,0 0-4 16,0 0 6-16,0 0-1 15,0 0-2-15,0 16 5 16,-40 4 10-16,6 8 0 16,-13-8-9-16,13 8 5 15,9-4-1-15,-9 0-8 16,0 8 3-16,-6 9-1 16,0 6-17-16,-7 10-26 15,1-13 6-15,11-16-45 0,1-8-49 16,22-16-108-16,6-4-387 15</inkml:trace>
  <inkml:trace contextRef="#ctx0" brushRef="#br0" timeOffset="-155070.71">10338 3945 370 0,'0'0'162'0,"0"0"-51"0,0 0 15 0,0 0-25 0,0 0-36 0,0 0-34 0,0 0-9 16,0 0-4-16,0-15 4 15,0-1 22-15,0 4-33 16,0 4 1-16,-13-5-10 15,-5 5 19-15,-4 0-3 16,3 1-4-16,-2-1-5 16,2-5-6-16,-15-2-3 15,0-1 3-15,-6 3-7 0,15-2 6 16,-16 7-4-16,7-5-14 16,-6 9 15-16,-7 0-6 15,-21 4 0-15,16 0 6 16,-14 0-5-16,-2 0 5 15,9 0-15-15,-9 0 9 16,0 0-25-16,3 0 28 16,-3 0 4-16,2 8-4 15,-2 0 8-15,3 5-2 16,3-2-2-16,9 6 2 16,1 2-10-16,11 6 11 15,-11-2-8-15,11 2 2 16,-5-6 2-16,6 6-12 15,-1-9 12-15,1 0-11 0,0-1 12 16,-13 6-2 0,-3 3 7-16,25 4 6 0,-9 1-7 15,12 2-4-15,-6-3 1 16,9 4-2-16,-3 4-7 16,9-3-6-16,-8-2 6 15,-1-3-2-15,9 0 4 16,-3-3 12-16,10-1-5 15,-7 4 1-15,4 0 1 16,2 4-3-16,1 4 0 16,-4-4-4-16,16 0 3 0,-6 1-1 15,6-2 0-15,0-3-6 16,0 5 3-16,28-1 5 16,-9 0 0-16,9 0 0 15,-10-4 1-15,-2-3-1 16,9-2 0-16,3-3 4 15,-1 4-4-15,11-8-2 16,2 1-2-16,-6-1 8 16,28 4-4-16,9 3 1 15,4-2 1-15,5 2-2 16,-5 2 0-16,-4-9 9 16,4 12-8-16,-17-4 6 15,11-1-4-15,-1-6-6 16,-3-13-13-16,9-4 10 15,1 0-4-15,-10 0 9 0,-6 0-6 16,15 0 14-16,-5 0-12 16,-17 12 11-16,7-12-6 15,-3 0 2-15,-10 0-4 16,13 0 4-16,-12 0-3 16,-7 0 2-16,0-12-1 15,13 8 8-15,3-16-7 16,3 8 19-16,-6-4-18 15,9-4 12-15,-3-4-12 16,-7 8 1-16,-11-9 1 16,11 5-3-16,-11-4-1 15,-1 1 0-15,-12-2 1 16,12 1 7-16,-12 9 9 16,-16-1-15-16,13-4 15 15,9-1-12-15,0-2 0 0,1-10-5 16,-1 0 1-16,3-10-2 15,-3-1-8-15,-6 4 7 16,12 0 4-16,-21 11 6 16,-4-2-7-16,-8-2 11 15,-1-3-8-15,-6-8-4 16,0 0-6-16,0-1-2 16,0 9 3-16,0 5 0 15,0 7 2-15,0-1 6 0,0 2 0 16,-22-2 1-1,-3-2-4-15,-3 2 0 0,4 1 1 16,-4 0-4-16,-7 8-3 16,11-4 3-16,-10-1 6 15,6 2-10-15,9 2-1 16,-3-2 8-16,4 7-6 16,2-4 4-16,4-1-1 15,-1 6 3-15,-14-9-8 16,14 4-13-16,1 3 18 15,12 1-16-15,-28 4 17 16,15 5 2-16,-14-2-11 0,-1 5 1 16,-3 0-5-1,-10 0 14-15,-5 0 1 0,-4 0 5 16,-3 0 2-16,7 0 6 16,-1-3-13-16,-5-6 11 15,-16 1-1-15,15 5-10 16,6-2 4-16,13 2-4 15,22-2-13-15,-1-7-215 16</inkml:trace>
  <inkml:trace contextRef="#ctx0" brushRef="#br0" timeOffset="-147093.86">10893 14802 338 0,'0'0'81'0,"0"0"18"0,0 0 2 0,0 0-44 15,0 0-3-15,0 0 18 16,0 0-4-16,0 0-57 16,-13 5 35-16,13-5 2 15,0 0-22-15,-6 0-16 16,6 0-3-16,-6 0 16 16,6 0-19-16,0 0 9 15,0 3-13-15,0-3 18 16,0 0-11-16,0 0 19 0,0 0-11 15,0 0-6 1,0 0-4-16,0 0-1 0,0 0 8 16,0 0-7-1,0 0-3-15,0 0 1 0,0 0 3 16,0 0-5-16,0 0 2 16,0 0-3-16,0 0 7 15,0 0-15-15,0 0 7 16,0-16 1-16,0-8 0 15,12-12 18-15,22-4-13 16,1-8-2-16,5-12 0 16,6-4 0-16,1-5-3 15,12-7 0-15,0-12-6 0,-4 0-10 16,4-4 13 0,-12-1 6-16,6 1-13 15,15 12 18-15,-9 3-8 0,-3 1 6 16,2 8-1-16,11-4-4 15,-10-8 1-15,15-9-4 16,-15 1-16-16,3 12 4 16,-16 12-12-16,-21 20 17 15,3 12 2-15,-15 20 7 16,-7 7 0-16,-6 5-1 16,0 0-2-16,0 0-10 15,0 0 9-15,0 0-1 0,0 8-84 16,0 1-149-1,0 3-175-15</inkml:trace>
  <inkml:trace contextRef="#ctx0" brushRef="#br0" timeOffset="-126726.83">7330 7908 464 0,'0'0'120'0,"0"0"-58"0,0 0 4 0,0 0-6 16,0 0-37-16,0 0 0 16,0 0-10-16,0 0 8 0,-6 0 1 15,6 0 37 1,0 0-3-16,0 0-34 16,0 0-6-16,0 0 3 15,0 0 17-15,0 0-23 0,0 0 8 16,0 0-10-1,0 0 4-15,0 0-5 0,0 0 8 16,0 0-3-16,0 0-6 16,-6 0-7-16,-7-12 5 15,-9-12-6-15,10 4 2 16,-10 0-1-16,16-4 2 16,-12-1-4-16,18-2 0 0,0-5 0 15,0-9-1 1,0 2-1-16,0-10-7 15,24 13 6-15,10 0 0 16,7 8-6-16,-7 4 6 0,-6-4 2 16,-3 0 1-16,9-5 0 15,0 2 0-15,6-5-2 16,-9 0-17-16,9 3 14 16,-5 9-4-16,-14 9 7 15,-21 2 4-15,0 1 0 16,-9 1 2-16,-28-2-1 15,9-3 5-15,0 1-4 16,3-2-8-16,-3 17 0 16,10 0-8-16,-4 0-1 15,16 0 13-15,0 0 5 0,6 0-4 16,0 0-1-16,0 0-5 16,0 0 0-16,0 20 0 15,0 8 1-15,0-4 8 16,0 16-11-16,0-4 15 15,0 8-9-15,0 5 1 16,0-13-3-16,0 4-1 16,0-8-7-16,34 4 6 15,-3 4 5-15,-3-8-1 16,-1-4-6-16,14 0 6 16,-10-4 0-16,-3-4-1 15,-10 5 0-15,-8-6 4 16,-10 1-6-16,0 1 10 15,0 2 10-15,0 2-7 0,-50-5 4 16,3 0-11 0,16 4 1-16,-15 8-1 0,-4 0 3 15,-2 8-1-15,5-7-3 16,7-18 4-16,15-2 2 16,-3-13-14-16,6 0-6 15,-2 0-28-15,2-25-26 16,3 6-93-16,-9 2-109 15</inkml:trace>
  <inkml:trace contextRef="#ctx0" brushRef="#br0" timeOffset="-122231.62">7919 14662 250 0,'0'0'65'0,"0"0"-39"0,0 0 52 0,0 0-22 16,0 0 12-16,0 0-22 15,0 0 17-15,-12 0-27 16,12 0 11-16,0 0-7 0,0 0 8 16,0 0 7-1,0 0-8-15,0 0-7 0,0 0-21 16,0 0 1-16,0 0-17 15,0 0 10-15,0 0-10 16,0 0 13-16,0 0-10 16,0 0-5-16,0 0 11 15,0 0-6-15,0 0 25 16,0 0-23-16,0 0 5 16,0 0-13-16,0-16 0 15,0-25 6-15,59-18 6 16,9-6-9-16,3-2-3 15,-3-10 7-15,13-7-5 16,0-12-2-16,18-13 7 0,-6 5-10 16,-13 15 6-16,1 14-3 15,-28 19 0-15,-13 19-3 16,-12 14-1-16,-9 10-18 16,-4 9-9-16,-2 4-71 15,5-3-15-15,-12 3-125 16</inkml:trace>
  <inkml:trace contextRef="#ctx0" brushRef="#br0" timeOffset="-117735.72">9243 7258 289 0,'0'0'77'0,"0"0"-77"16,0 0 1-16,0 0 52 0,0 0 6 15,0 0 18-15,0 0-35 16,0 0-38-16,0 0 3 16,0 0 1-16,0 0 24 15,0 0-20-15,0 0 41 16,0 0 1-16,0 0 52 15,0 0-33-15,0 0-18 16,0 0-18-16,0 0-17 16,0 0-15-16,0 0-5 15,0 0-4-15,0 0-12 16,13 0 12-16,21 0 8 16,0-20 0-16,0 9 6 0,-3-9-6 15,3 7-2-15,-12 9 2 16,2-4-8-16,-11 8 10 15,2 0-12-15,10 0-3 16,-16 0 6-16,4 0-18 16,-13 0 5-16,0 25 16 15,0 26 8-15,0 26 35 16,0 3-24-16,0 8 3 16,0-4-20-16,12-12-2 15,1 5 4-15,-4-5 1 16,-3 5-5-16,0-5 4 0,-6 0-9 15,0-13 12 1,0-2-17-16,0-17 9 0,0-16 1 16,0-16-34-16,0-4 15 15,0-4 1-15,0 0 3 16,0-4-31-16,0-24 8 16,7-4-117-16,-7-1-43 15,0 5-339-15</inkml:trace>
  <inkml:trace contextRef="#ctx0" brushRef="#br0" timeOffset="-117102.62">9308 7720 262 0,'0'0'136'0,"0"0"-33"0,0 0 17 0,0 0 3 0,0 0 16 16,0 0-43-16,56-4-26 16,9 4 1-16,3 0-31 15,19-13-9-15,6 2-5 16,-12-1-24-16,-16-1-2 16,-3 5-26-16,-16 0 1 15,-18 8-67-15,-15 0-140 16,-13 0-476-16</inkml:trace>
  <inkml:trace contextRef="#ctx0" brushRef="#br0" timeOffset="-112838.89">16108 14823 280 0,'0'0'372'0,"0"0"-285"0,0 0 30 0,0 0-53 0,0 0-38 15,0 0 16-15,0 0-6 16,19-65-2-16,-4 50-3 16,4-6 3-16,2-3-14 15,-2-12 7-15,15-8-19 16,0-16 2-16,31-17-7 15,4-15-3-15,-4-13 9 16,15-6-8-16,7-10 18 16,22-10-17-16,9-10 9 0,9 8-4 15,0 9-8-15,-19 27 2 16,-33 25-2-16,-29 25-5 16,-21 27-18-16,-25 20 5 15,0 0-44-15,0 0-22 16,0 31-76-16,-34 5-143 15</inkml:trace>
  <inkml:trace contextRef="#ctx0" brushRef="#br0" timeOffset="-105695.16">12198 7238 214 0,'0'0'379'0,"0"0"-336"0,0 0 35 0,0 0 10 0,0 0-10 0,0 0-32 0,0 0 6 0,0-11-22 16,0 11 1-16,0 0 18 15,0 0-12-15,0 0-21 0,0 0-13 16,0 0 9 0,0 0-10-16,0 0 6 0,0 0-1 15,0 0 12-15,0 0 4 16,0 0-7-16,0 0 7 16,0 0-22-16,0 0 10 15,0 0-7-15,0 0-6 16,-34 0 3-16,0 0-2 15,-6 0-3-15,-1 0-1 16,-5 8 1-16,-1 15 5 16,1 9-4-16,-1 1 5 15,19-5-12-15,-12 11 15 16,15 6-12-16,-3 3 6 16,0 8 0-16,4-3 1 0,2-6-1 15,9 6-2-15,7-9-3 16,6 8 3-16,0-8-1 15,0 1 3-15,0-6-8 16,28-11 8-16,-3 0-11 16,21-12-18-16,-5-3 27 15,-7-10-1-15,-6-3 0 16,3 0 8-16,-9 0-10 16,-10 0 12-16,0 0-6 15,-2 0 2-15,-10 0 0 16,6-3 2-16,6-13-3 15,1 3 0-15,2-2 6 16,-15 2-14-16,0-7 9 0,0 0-6 16,0-7-10-16,0 2 3 15,0 13 10-15,-40-8-7 16,6 20 4-16,-13 0 8 16,-6 0-4-16,-2 0 0 15,2 0-5-15,13 32-5 16,6 8 5-16,15-4-15 15,7 12-12-15,12-8-7 16,0-11-88-16,0-1-171 16</inkml:trace>
  <inkml:trace contextRef="#ctx0" brushRef="#br0" timeOffset="-104380.43">8335 7828 57 0,'0'0'605'0,"0"0"-561"0,0 0 14 15,0 0 35-15,0 0-75 0,0 0 8 16,0-8 3 0,0 4-2-16,0 4 5 0,0 0 14 15,0 0 21-15,0 0-46 16,0 0-9-16,0 0-9 15,0 0-4-15,0-8 4 16,0 8-6-16,0-8-1 16,0 8 4-16,0 0-5 15,0 0-1-15,0 0-8 16,0-12-55-16,0-1-36 16,0 6-310-16</inkml:trace>
  <inkml:trace contextRef="#ctx0" brushRef="#br0" timeOffset="-103412.72">10598 7828 592 0,'0'0'7'0,"0"0"7"0,0 0 39 0,0 0-16 16,0 0-11-16,0 0 70 15,9-8-16-15,-9 8-41 16,0 0 4-16,0 0-18 16,0 0 5-16,0 0-18 15,0 0 18-15,0-4-5 16,0-4-4-16,0 8-19 15,0 0 3-15,0 0-5 16,0 0-6-16,0 0 1 16,0 0-17-16,0-8-23 0,0-9-74 15,0 2-324 1</inkml:trace>
  <inkml:trace contextRef="#ctx0" brushRef="#br0" timeOffset="-102398.1">12973 7896 199 0,'0'0'450'0,"0"0"-392"0,0 0-4 0,0 0 7 16,0 0 17-16,0 0-18 15,0 0-29-15,0 0-20 16,0 0 27-16,0 0 1 16,0 0 13-16,0 0-34 15,0 0-7-15,0 0-11 16,0 0 0-16,0 0 2 15,0 0-2-15,0 0 18 0,0 0-17 16,0 0 10 0,0 0-6-16,0 0-4 0,0 0-1 15,0-19-62-15,13-6-129 16,-13-11-553-16</inkml:trace>
  <inkml:trace contextRef="#ctx0" brushRef="#br0" timeOffset="-100699.77">7305 10130 221 0,'0'0'100'0,"0"0"-85"0,0 0-15 0,0 0 166 0,0 0-54 15,0 0-16-15,72 216-11 0,-51-172 9 16,-8-3-71-16,2-10 11 15,-9-10 2-15,-6-9-2 16,0-12-32-16,0 0 10 16,0 0 27-16,0 0-17 15,0 0 1-15,0-24-23 16,-28-16-1-16,-6-17 1 16,0-15 12-16,9-12-6 15,-3-8-1-15,28 4-5 16,0 3-10-16,0 13 1 15,0 12-15-15,16 8 12 16,31 4-16-16,18 8-6 16,-13 20-19-16,10 12 13 0,-21 8-9 15,-7 0-17-15,-9 8 47 16,-4 24 19-16,4 17-3 16,-25 10 3-16,0 9-12 15,-12 13-44-15,-63-6-29 16,10 6-8-16,9-9 46 15,19-20 47-15,15-28 15 16,22-4 4-16,0-20 33 16,0 0-2-16,28 0-36 15,44 0 32-15,36 0-7 16,-15 0 22-16,-12 0 17 0,-1 5-40 16,-39 15-12-16,-10-1 9 15,-3 9 3-15,-22 0-37 16,-6-3-1-16,0-1-26 15,0-8-71-15,0-8-199 16</inkml:trace>
  <inkml:trace contextRef="#ctx0" brushRef="#br0" timeOffset="-100316.39">8480 10390 578 0,'0'0'330'16,"0"0"-248"-16,0 0-27 0,0 0-22 16,0 0-20-16,0 0-2 0,0 0 6 15,0 0-14-15,0 0 8 16,0 0-9-16,0 0-4 15,0 0-27-15,0 0-99 16,7 0-185-16</inkml:trace>
  <inkml:trace contextRef="#ctx0" brushRef="#br0" timeOffset="-100033.06">9404 10382 699 0,'0'0'400'0,"0"0"-383"16,0 0-17-16,0 0-9 16,0 0-50-16,0 0-69 15,0-15-154-15,0 7-355 16</inkml:trace>
  <inkml:trace contextRef="#ctx0" brushRef="#br0" timeOffset="-99850.92">9336 10014 551 0,'0'0'572'16,"0"0"-563"-16,0 0-9 15,0 0-24-15,0 0-315 16,0 0-247-16</inkml:trace>
  <inkml:trace contextRef="#ctx0" brushRef="#br0" timeOffset="-99063.64">10713 10439 668 0,'0'0'290'0,"0"0"-269"0,0 0 20 0,0 0-11 0,0 0-22 16,0 0-3-16,0-137 34 16,12 89-19-16,29-4 4 15,-14-20-22-15,8-8 10 16,5 4-12-16,-15-9-1 15,-10 5-17-15,-9 8-20 16,-6 16 11-16,0 7 4 16,-21 13 14-16,-26 16 9 15,7 9 14-15,0 11 13 16,15 0-13-16,-3 0-14 16,9 3-15-16,-2 33 2 0,21 9-28 15,0 10 19-15,0 6 0 16,27-1 19-16,26 1 0 15,6-2-6-15,3-2-1 16,3-1-6-16,3-8-3 16,-9 0-18-16,-12-3 7 15,-13-6-22-15,-12-6 36 16,-16-10 16-16,-6-2 26 16,0-10 90-16,0 6-27 15,-53-1-4-15,-3-4-61 16,-3-1-5-16,1-3-11 15,2-3-8-15,15-1-36 16,10 0-33-16,10-4-25 16,21 0-181-16</inkml:trace>
  <inkml:trace contextRef="#ctx0" brushRef="#br0" timeOffset="-98597.52">11789 9986 407 0,'0'0'270'0,"0"0"-265"0,0 0 71 16,0 0 55-16,0 0-44 15,0 0-24-15,0 31 2 16,-19 2-49-16,-9 3-2 16,0 4-13-16,4-4 1 0,-11 4-2 15,8-7-14-15,2-14 11 16,3-2-21-16,16-14-17 16,-7-3-15-16,1 0-19 15,3-20-253-15,-4-19 51 16</inkml:trace>
  <inkml:trace contextRef="#ctx0" brushRef="#br0" timeOffset="-98434.81">11789 9986 579 0,'-267'16'275'0,"267"-16"-197"0,13 0-31 16,21 20 0 0,12 16 26-16,7 3-37 0,15 2-31 15,-9-8-5-15,9-2-5 16,-15-3-32-16,-13-4-38 15,-12 4-26-15,-9 5-93 16,-19-10 20-16,0-7-85 16</inkml:trace>
  <inkml:trace contextRef="#ctx0" brushRef="#br0" timeOffset="-97968.23">12136 9665 278 0,'0'0'302'0,"0"0"-237"0,0 0 44 0,0 0-44 0,0 0-35 16,0 0-19-16,307 0 4 15,-273 0-13-15,-12 0 15 16,-10 16 36-16,7 20-9 16,-19 12-13-16,0 8-28 15,0-4-3-15,0 13-10 16,0-6 9-16,0-6-12 16,0 3 10-16,0-8-1 15,0-3 1-15,0-18-47 16,0-2-127-16,0-14 13 15,0-7-90-15</inkml:trace>
  <inkml:trace contextRef="#ctx0" brushRef="#br0" timeOffset="-97735.92">12297 10022 465 0,'0'0'187'0,"0"0"-114"15,0 0 51-15,0 0-33 0,0 0-45 16,0 0-21 0,360 11-25-16,-310-11-13 0,-13 0-106 15,-9 0-104-15,-16 0-433 16</inkml:trace>
  <inkml:trace contextRef="#ctx0" brushRef="#br0" timeOffset="-97285.37">13308 10335 276 0,'0'0'470'0,"0"0"-469"0,0 0 41 0,0 0 18 0,0 0-32 15,0 0-4-15,233-205-24 16,-205 181-31-16,-16 15-84 16,-6-2-14-16,-6 3-212 15</inkml:trace>
  <inkml:trace contextRef="#ctx0" brushRef="#br0" timeOffset="-97070.3">13395 9978 490 0,'0'0'427'0,"0"0"-418"15,0 0 16-15,0 0 25 16,0 0-39-16,0 0 22 16,105 112-12-16,-77-72-7 15,13 12-14-15,-17-8-9 16,4 1-32-16,-9-9-33 15,3-5-117-15,-22-10-62 16</inkml:trace>
  <inkml:trace contextRef="#ctx0" brushRef="#br0" timeOffset="-96252.92">14403 9629 502 0,'0'0'98'0,"0"0"-55"0,0 0 25 0,0 0-1 0,0 0 74 0,0 0-93 16,-186 140-2-16,164-76-23 16,3 0 12-16,13 0-6 15,-3 0 1-15,9-3-17 16,0-1-9-16,0 1 9 15,0-2-10-15,34-7-5 0,6 1 2 16,7-17-5-16,-7-20-11 16,0-8 0-16,7-8-4 15,-7 0-7-15,-6-28 15 16,-6-16 0-16,-28 3 11 16,0 13-14-16,0 0 11 15,-15 17 3-15,-26 3 1 16,1 8 11-16,-6 0 37 15,-1 3-42-15,-6 30 4 16,13-2-8-16,6 2-2 16,9-5-18-16,3-4-21 15,10-4-39-15,6-4-120 16,6-4 15-16,0-8-93 16,0 3-30-16</inkml:trace>
  <inkml:trace contextRef="#ctx0" brushRef="#br0" timeOffset="-95803.7">14958 10411 457 0,'0'0'212'0,"0"0"-108"0,0 0 38 16,0 0-53-16,0 0-9 15,0 0-24-15,207-176-33 16,-141 140 4-16,-4-1-2 16,-10 5-1-16,-18 8-22 0,-9 8-4 15,-9 12-9-15,-4 0-15 16,-12 4-20-16,0 0-13 15,0 0-21-15,-6 0-54 16,-28 0-13-16,-7 0 10 16,1 0-162-16</inkml:trace>
  <inkml:trace contextRef="#ctx0" brushRef="#br0" timeOffset="-95604.56">15131 10050 13 0,'0'0'454'16,"0"0"-293"-16,0 0-24 15,0 0 27-15,0 0-85 0,0 0-32 16,0 0 16-16,13 47-33 16,21-22-10-16,6 3-7 15,7 4-13-15,-1-7-13 16,-6-2 13-16,1-2-3 16,-1-10-46-16,-12 6-52 15,-3-6-147-15,-10 6-42 16</inkml:trace>
  <inkml:trace contextRef="#ctx0" brushRef="#br0" timeOffset="-95004.95">15941 10443 285 0,'0'0'37'0,"0"0"-36"0,0 0 152 0,0 0-39 16,0 0-11-16,0 0 63 16,12-112-31-16,-6 63-45 15,4-15-32-15,-4-8-31 16,6-8-8-16,1 11-15 0,2 2-8 16,-3 10 8-16,1 29-15 15,-7 8 23-15,-6 12-9 16,0 0 17-16,0 8-10 15,0 0-10-15,0 0 0 16,0 0-1-16,0 0-19 16,0 0 8-16,0 0-1 15,0 24-5-15,0 16-35 16,-25 1-25-16,-15 3-33 16,0-24-184-16</inkml:trace>
  <inkml:trace contextRef="#ctx0" brushRef="#br0" timeOffset="-91941.13">16924 10338 858 0,'0'0'111'0,"0"0"-101"0,0 0 9 0,0 0 42 16,0 0 2-16,0 0-36 16,300 0-14-16,-247-7-6 15,-13-6-7-15,-6 13 2 16,-15-3 6-16,3-2-16 15,-16 5-13-15,-6 0-73 16,0 0-189-16</inkml:trace>
  <inkml:trace contextRef="#ctx0" brushRef="#br0" timeOffset="-91737.76">16924 10338 594 0,'-109'-176'484'15,"143"176"-473"-15,6 0 63 0,41 0-8 16,-16-8-30 0,3-8-33-16,1 8-3 0,-23 4-65 15,-21 4-67-15,-25 0-374 16</inkml:trace>
  <inkml:trace contextRef="#ctx0" brushRef="#br0" timeOffset="-91007.33">18046 9789 999 0,'0'0'46'0,"0"0"-6"0,0 0 3 16,0 0-35-16,0 0 7 15,0 0-10-15,307-100-2 16,-233 87 3-16,-27 10-12 15,-29 3 7-15,4 0-6 0,-22 3-4 16,0 38 3 0,0 11 3-16,-53 12-4 0,-2-3 1 15,8-5 2-15,29-9 1 16,18-11-16-16,0-8-30 16,0-3-2-16,46-14 28 15,1-2 12-15,-13-1 11 16,-10 0 0-16,4 0 3 15,-21 8 2-15,-7 12-5 16,0 20 31-16,-35 4-24 16,-30 5-7-16,-9 2-18 15,0-6-29-15,15-13-139 0,-10-12 70 16,23-11 22 0,-1-17-248-16</inkml:trace>
  <inkml:trace contextRef="#ctx0" brushRef="#br0" timeOffset="-90309.1">18861 9721 56 0,'0'0'840'0,"0"0"-791"0,0 0 1 0,0 0-33 16,0 0-6-16,0 0-9 15,202-24 2-15,-137 20 2 16,3 4-11-16,-27 0 5 16,-10 4-6-16,-22 36 6 15,-9 8 2-15,0 9 13 16,0-2-14-16,-40-7 13 15,24-15-14-15,4-14 0 0,12-6-4 16,0-1-29 0,0-9-5-16,0 5 38 0,6 1 5 15,0-9 3-15,10 19 29 16,-16 6 1-16,0 11 19 16,0 16-28-16,0 4-3 15,0 13-18-15,0-1-1 16,-56 0-7-16,3-16-14 15,0-4-20-15,19-12-43 16,-6-24 16-16,34-12-113 16,6 0-125-16</inkml:trace>
  <inkml:trace contextRef="#ctx0" brushRef="#br0" timeOffset="-89658.98">20071 9581 610 0,'0'0'142'0,"0"0"10"0,0 0-46 0,0 0-20 16,-233 208-38-16,193-144-30 0,18-3-2 16,4 11-16-16,-4 0 3 15,22-4-2-15,0-4-1 16,0-8-2-16,0-8 2 15,28-7-1-15,18-17-7 16,13-12-10-16,-3-12-9 16,15 0 25-16,-9-20-15 15,3-24 3-15,-30-9-40 16,-8 6 30-16,-27 6 14 16,0 5 10-16,0 20 0 15,-21 16 0-15,-32 0 32 16,-34 24-7-16,-12 24-1 15,-10 12-2-15,23 1 11 0,21-9-14 16,55-16-19-16,10-13-26 16,22-18-180-16,52-5-505 15</inkml:trace>
  <inkml:trace contextRef="#ctx0" brushRef="#br0" timeOffset="-88877.12">19237 11189 769 0,'0'0'143'0,"0"0"-140"0,0 0 68 0,372-152-33 16,-183 67-13-16,3-3 4 0,3 7 1 15,-21 17-27-15,-41 25 3 16,-40 34-6-16,-52 5-1 15,-41 61 1-15,0 35 12 16,-19 21 9-16,-49-6-9 16,9 2 1-16,25-25-12 15,34-16-1-15,0-24 5 16,53-12-9-16,61-23 4 16,32-13-13-16,15 0 3 15,-21 0-12-15,-13-13 11 16,-40 10-5-16,-25 3 16 15,-16 8 2-15,-5 56 33 0,-1 8-18 16,13 20 14 0,-1-4-26-16,23 0-2 0,18-11-3 15,40-33-9 1,41-24-11-16,-1-20-81 0,-5 0-4 16,-41 0-144-16</inkml:trace>
  <inkml:trace contextRef="#ctx0" brushRef="#br0" timeOffset="-62516.16">19336 18355 400 0,'0'0'198'0,"0"0"-192"0,0 0 98 0,0 0 13 0,0 0-34 15,0 0-48-15,0 0 15 16,6 0-18-16,0 0-6 15,-6 0 6-15,6-11-17 16,4-9-9-16,-4-16-2 16,6-8 6-16,1-5-1 0,2 1 11 15,-2-4-17-15,8 4 26 16,-2-12-19-16,15-4-7 16,-9-13 1-1,9-7 1-15,6-4-5 0,-6 0 5 16,1 7-6-16,-23 13 6 15,7 8-5-15,-10 8 0 16,3-4 0-16,7-9 1 16,3-7 3-16,12-4-8 15,-10 0 1-15,29 0 0 16,-19 12 2-16,0 15-8 16,0 10 9-16,-9 6 0 0,3-6 0 15,6-14 0-15,19-7-1 16,0-17-2-16,15 10-4 15,-15 3 2-15,-1 7 0 16,-5 13 7-16,-7 12-6 16,16 0 4-16,-9 0 0 15,11-8 6-15,11-5-3 16,-4-7-6-16,15 0-10 16,-5-4 8-16,-16 0-21 15,15 8 25-15,-21 4-12 16,0 8 13-16,-4 0 0 15,-2-1 0-15,-7-3-1 16,13 0 5-16,12-3-8 0,-3-1 15 16,-3-5-17-1,28-7 8-15,-13 0-4 0,7-4 2 16,-10-1 0-16,3 1 1 16,-5 4 3-16,-11-8 3 15,-5 8-6-15,3-4-1 16,-3-17 10-16,-7 9-20 15,1-4 5-15,-13 4 4 16,-9 7 1-16,-16 6 0 16,3-1 5-16,7-8 0 15,3-1-4-15,2-16 6 16,4-14-13-16,13-1 9 16,-7-13-6-16,6 13-4 15,-15 8 7-15,3 11 0 0,-10 9 1 16,16 8 2-16,-6-1 2 15,25-3-4-15,0 9 7 16,3-14-14-16,9 5 8 16,3-4-4-16,3-8 0 15,25-1 2-15,-9 2 0 16,-6 11 3-16,-4-1-5 16,-8 13 4-16,-11 0-3 15,4 3 9-15,-3 5-16 16,3 4 11-16,-3-7-3 15,6-2 0-15,10-7 0 16,-1 0-5-16,-15-9 14 16,16 18-11-16,-23 2 5 0,-18 9-5 15,-6 12 9-15,-9 4-7 16,9-4 0-16,-3-8 0 16,9 0 0-16,6-8-2 15,7 4 1-15,5 0-12 16,4-5 12-16,-3 10-8 15,-13 2 8-15,7 9-5 16,-13 12 2-16,6-8 4 16,13-7 0-16,6-10-7 15,21 2 15-15,-12-5-14 16,-2 0 15-16,-4 19-15 16,-16 4 13-16,7 5-14 0,-7 8 2 15,7 0 5 1,15 0-3-16,19 0 13 0,0 0-15 15,6-3 10 1,0-9-2-16,-6-1-3 0,9 13 4 16,-9 0 2-16,12 0-2 15,6 0 14-15,16 0-13 16,0 0 3-16,0 0-7 16,6 0 4-16,-15 0-1 15,-4 0-1-15,-8 0 1 16,-7 0-4-16,3 0 0 15,3 0 4-15,0 0-5 16,16 0 5-16,6-3-2 16,12-9-2-16,1 8 6 15,-7-4 3-15,12 8 2 0,-18 0-5 16,12 0-6 0,1 0-3-16,-7 0 3 0,0-9 2 15,-12-2 7-15,-10-6-14 16,-3 6 10-16,4-5-10 15,2-1 0-15,4-2-1 16,15 7 6-16,13-13 1 16,9-15-1-16,2 4 8 15,-2-15-15-15,-9 2 14 16,-19 9-8-16,-22 8 3 0,-25 7 2 16,-21 5-2-1,-13 9-2-15,7-5 1 0,9 4 2 16,9-13-6-1,9-2 7-15,7-6-11 0,0-3-9 16,5 5 13-16,7 10-7 16,7 17 7-16,-1 4-4 15,3 0 6-15,4 0-5 16,-4 0 6-16,-3 0 2 16,16 0 10-16,-10 0-21 15,10-8 11-15,-3-20-4 16,-4 8 2-16,-27-4-5 15,-1 12 2-15,-21 0 3 16,-6-5 0-16,15-3 7 16,-9-7-13-16,9-1 6 0,-9 3-3 15,-12 1-42 1,-19 9-38-16,-22 7-197 0,-6 8-422 16</inkml:trace>
  <inkml:trace contextRef="#ctx0" brushRef="#br0" timeOffset="-61233.92">25928 12886 654 0,'0'0'200'0,"0"0"-164"0,0 0 45 0,0 0-27 15,0 0 6-15,0 0-34 16,12 8-12-16,-6-8-13 15,-6 0 6-15,7 0 22 16,-7 0-17-16,0-29 9 16,0-7-20-16,12-9 10 15,4 1-6-15,2 8 6 0,-2 13-6 16,-16 15-5-16,0 8-2 16,12 0-2-16,7 0-2 15,15 0-34-15,19 0 38 16,9 8 2-16,-4 4-6 15,11-4 10-15,-4-8-8 16,9 0-2-16,1-8 6 16,5-28 3-16,-8-20 2 15,-10-16 5-15,-22 0-7 16,6-9-6-16,-21 5-11 16,-9 4-20-16,-10 8-20 15,6 3-32-15,1 13-140 0,2 21-92 16</inkml:trace>
  <inkml:trace contextRef="#ctx0" brushRef="#br0" timeOffset="-60815.72">27057 12845 660 0,'0'0'200'0,"0"0"-134"0,0 0 22 0,0 0-13 0,0 0-70 15,0 0 1-15,52-133 14 16,-24 94-12-16,-15 11-8 16,14 0 3-16,-14 20-9 15,5 0 11-15,-2 8-10 16,3 0-24-16,8 0 5 16,8 0 6-16,5 3 16 0,-9 10-20 15,-9 10-21 1,-4 5-28-16,-12 8 23 0,-6 5-5 15,0 3-10-15,0-4-23 16,-12-4-113-16</inkml:trace>
  <inkml:trace contextRef="#ctx0" brushRef="#br0" timeOffset="-60451.26">27057 12845 923 0,'167'-144'71'16,"-167"136"-47"-16,19 8 10 16,8 0-28-16,8 0-9 0,17 0 6 15,1 0-6-15,0 0-15 16,-7 0-21-16,-12-4 21 16,19 4-7-16,-19 0-6 15,6 0-9-15,7 0 37 16,-1 0-6-16,17 0 3 15,-11 0 8-15,1 0-2 16,-7 0 0-16,-5 0 0 16,-7-8 18-16,-22-5-7 15,-2-7 24-15,-10 4-1 16,0 1 6-16,0-1-38 16,0 3 18-16,0 9-19 15,-10 4 12-15,-8 0-13 0,-16 0-17 16,-13 0-14-16,-6 17-92 15,7-9-156-15</inkml:trace>
  <inkml:trace contextRef="#ctx0" brushRef="#br0" timeOffset="-60216.64">27438 12364 614 0,'0'0'143'0,"0"0"-136"0,0 0-7 0,0 0 17 0,0 0-7 16,0 0 16-16,93 4-26 15,-40-12-16-15,-7-8-109 16,-6 8-202-16</inkml:trace>
  <inkml:trace contextRef="#ctx0" brushRef="#br0" timeOffset="-59835.2">29289 12624 816 0,'0'0'64'16,"0"0"-63"-16,0 0-2 15,0 0-3-15,0 0-86 16,0 0-34-16,59 149-147 15</inkml:trace>
  <inkml:trace contextRef="#ctx0" brushRef="#br0" timeOffset="-59534.44">29289 12624 822 0,'-93'249'77'0,"146"-249"27"0,15 0 0 16,25-32-40-16,0-25-45 16,-6-10 11-16,-13-5-30 15,-49 3-13-15,-25 9 4 16,0 8-8-16,-19 16 15 16,-43 8-34-16,3 16 25 15,7 12 3-15,-4 0 1 16,9 0-10-16,7 12 10 15,15 24-4-15,4 4-26 16,21-12-1-16,0 5-15 16,0-10 22-16,55-7-97 15,17-4-8-15,8-7-137 16,1-5-99-16</inkml:trace>
  <inkml:trace contextRef="#ctx0" brushRef="#br0" timeOffset="-59401.21">29918 12645 238 0,'0'0'20'0,"0"0"70"15,0 0 87-15,0 0-73 16,0 0-41-16,0 0-45 16,53 192-17-16,-47-179-1 15,1-10-32-15,-7-3-96 16,0 0-242-16</inkml:trace>
  <inkml:trace contextRef="#ctx0" brushRef="#br0" timeOffset="-59232.67">30163 12324 284 0,'0'0'803'16,"0"0"-790"-16,0 0-10 16,0 0-6-16,0 0-62 15,0 0-17-15,-24 72-199 16,24-72-391-16</inkml:trace>
  <inkml:trace contextRef="#ctx0" brushRef="#br0" timeOffset="-58869.07">30163 12324 604 0,'295'76'173'16,"-329"-64"-169"-16,9-3 82 15,3 2-40-15,4-3-36 16,2 12 0-16,-2-4 15 16,11 4-6-16,7 5-16 15,0-6-4-15,0 6 10 16,0-6-18-16,19-2 5 16,21-9 4-16,1 7-15 15,-1-10 15-15,-6-2 0 0,-6 10 1 16,-16-5 16-16,1 4-16 15,-7 4 22-15,-6 7-3 16,0 6 16-16,0-5-25 16,-40 8 24-16,-19-4-8 15,0-12-10-15,-3 1-17 16,22-9-7-16,15-8-11 16,25 0-57-16,0 0-64 15,0 0-308-15</inkml:trace>
  <inkml:trace contextRef="#ctx0" brushRef="#br0" timeOffset="-58520.04">31066 12472 694 0,'0'0'239'0,"0"0"-188"0,0 0 13 0,0 0-33 0,0 0-23 15,0 209 0-15,0-165-16 16,0-12-10-16,15-5 2 16,-15-10-10-16,6-9-7 15,-6-8-57-15,0 0-142 16,0 0-121-16</inkml:trace>
  <inkml:trace contextRef="#ctx0" brushRef="#br0" timeOffset="-58335.16">31066 12472 1022 0,'-81'-24'102'0,"81"24"-96"16,22 0 23-16,31 0-23 16,21 0 5-16,13-12-11 15,-7 4-18-15,1-4-53 16,-16 4-72-16,-18 0-109 15,-7 8-168-15</inkml:trace>
  <inkml:trace contextRef="#ctx0" brushRef="#br0" timeOffset="-58120.37">31760 12629 951 0,'0'0'65'0,"0"0"-7"16,0 0 11-16,0 0-45 15,0 0-24-15,0 0-5 16,0 3-44-16,0-3-57 16,0 16-143-16,0-7-182 15</inkml:trace>
  <inkml:trace contextRef="#ctx0" brushRef="#br0" timeOffset="-57753.52">32396 12841 947 0,'0'0'141'0,"0"0"-61"16,0 0-13-16,0 0-54 15,0 0-13-15,0 0-45 16,15-20-38-16,-2 13-181 16,-13 2-131-16</inkml:trace>
  <inkml:trace contextRef="#ctx0" brushRef="#br0" timeOffset="-57521.36">32684 12516 929 0,'0'0'154'16,"0"0"-59"-16,0 0-16 16,0 0-36-16,0 0-43 15,0 0-20-15,0-4-104 16,0 4-327-16</inkml:trace>
  <inkml:trace contextRef="#ctx0" brushRef="#br0" timeOffset="-55704.74">24129 15452 319 0,'0'0'118'0,"0"0"-48"0,0 0 69 16,0 0-63-16,0 0-1 15,0 0-35-15,0 0-5 16,-34 0-2-16,34 0 17 15,0 0-21-15,0 0 4 0,0 0 13 16,0 0-10 0,0 0-19-16,47 0-5 0,40 0 1 15,40 0-1-15,28 0 8 16,9 0-15-16,19 0-2 16,-9 0-3-16,-7-8-2 15,-21 4-7-15,-25 0-37 16,-22 4-28-16,-24 0-116 15,-17 0-195-15</inkml:trace>
  <inkml:trace contextRef="#ctx0" brushRef="#br0" timeOffset="-54938.75">26883 15516 332 0,'0'0'65'0,"0"0"-24"0,0 0 42 0,0 0-52 0,0 0-8 15,0 0 18-15,-47 21 32 16,47-21-42-16,-15 0 41 15,15 0 40-15,0 0-47 16,0 0-11-16,0 0-15 16,0 0 1-16,0 0-24 15,0 0-16-15,28 3 5 0,59 9-2 16,27-7 4-16,20-5 12 16,-1 8-8-1,0-8-4-15,-18 0-14 0,-16 8 4 16,-18-5-1-16,-16 1-38 15,-31 9-29-15,-12-5-115 16,-22-5 47-16,0-3-341 16</inkml:trace>
  <inkml:trace contextRef="#ctx0" brushRef="#br0" timeOffset="-54272.03">29029 15601 405 0,'0'0'100'0,"0"0"-78"0,0 0 12 0,0 0-9 16,0 0 24-16,0 0 10 15,-7 0 1-15,7 0 51 16,0 3-29-16,0-3-12 16,7 8-9-16,67 0 7 15,19 1-43-15,28-9 18 16,12 3-30-16,7-3-11 15,-13 0 0-15,6 0-2 16,-12 0 0-16,-22 13-15 16,-6-2-14-16,-24 1 10 0,-10 4 2 15,3-3-48 1,-16-9-71-16,-12-4-270 0</inkml:trace>
  <inkml:trace contextRef="#ctx0" brushRef="#br0" timeOffset="-53604.58">31596 15656 56 0,'0'0'254'0,"0"0"-203"0,0 0 13 0,0 0 73 0,0 0-74 0,0 0 34 15,40 0 23 1,19 0-8-16,22 0-36 15,12 0-6-15,28 9-14 0,6 2-30 16,6-3-3-16,-6 12-15 16,0-4 25-16,-15-3-33 15,-10 2-4-15,4 2 1 16,-13-13 2-16,-13 0-49 16,-11-4 36-16,-35 0-40 15,-34 0-120-15,0 0-347 16</inkml:trace>
  <inkml:trace contextRef="#ctx0" brushRef="#br0" timeOffset="-46945.53">32325 15347 407 0,'0'0'16'0,"0"0"6"0,0 0 5 0,0 0-27 16,0 0-1-16,0 0 1 0,0 0 27 15,-10 0 10-15,10 0 40 16,0 0-46-16,0 0 10 16,0 0-17-16,0 0-2 15,0 0-9-15,0 0 19 16,0 0 20-16,0 0 2 16,0 0 1-16,0 0-31 15,0 0 3-15,0 0-23 16,0 0 3-16,0 0-6 15,0 0 4-15,0 0-1 16,0 0 5-16,0 0 5 16,0 0 3-16,0 0 14 0,0-28 3 15,10-16-3-15,2-12-29 16,22-12 15-16,-9-13-14 16,3-10-4-16,6-1 1 15,-9 3-5-15,3 9 4 16,-10 0 1-16,-2 3-4 15,9 5-5-15,-4 0 7 16,-8 8-18-16,-1 8 19 16,-3 20-5-16,-2 15 2 15,-7 18 0-15,0 3 7 16,0 3-8-16,0 46-2 16,-41 7 0-16,-5-12 14 0,12-8 0 15,12-8-7-15,3 0-10 16,-15 8-6-16,9 0-41 15,-2-3 10-15,14-14-201 16,13-6-231-16</inkml:trace>
  <inkml:trace contextRef="#ctx0" brushRef="#br0" timeOffset="-44681.35">31801 16876 198 0,'0'0'427'0,"0"0"-398"0,0 0 35 0,0 0 13 0,0 0-36 16,0 0 7-16,-7 12 25 15,7-12-32-15,0 0 42 16,0 0-22-16,-6 0-8 16,-6 0-44-16,-4-20-4 15,-2-16-5-15,-1-5 1 16,-9 2-9-16,6-5 19 16,10 3 3-16,0-7-14 15,12 4 1-15,0 0-1 0,0 3-4 16,0 10-15-16,34 11-11 15,-9 4-25-15,15 3-76 16,-6 9-98-16,0 1-147 16</inkml:trace>
  <inkml:trace contextRef="#ctx0" brushRef="#br0" timeOffset="-44031.56">32188 16519 352 0,'0'0'125'0,"0"0"-107"0,0 0 63 0,0 0-41 16,0 0 7-16,0 0-12 15,-71 40 9-15,71-36-41 16,0 3 21-16,0 2-12 15,25 3 23-15,30 0 6 0,4 4-22 16,-6 1-7 0,9 2-11-16,-22 1 10 15,7 0-7-15,-16-4-1 16,-9-8-2-16,-10 0-1 0,-6-4 2 16,-6 1 1-16,0 3 19 15,0 8 17-15,-12 12-2 16,-28 0-33-16,-1 0 10 15,1-9-12-15,15-6-4 16,-9-9-3-16,22-4-5 16,-16 0-43-16,6 0-52 15,-3 0 2-15,-3-25 17 16,-6 2-228-16</inkml:trace>
  <inkml:trace contextRef="#ctx0" brushRef="#br0" timeOffset="-43808.87">32188 16519 321 0</inkml:trace>
  <inkml:trace contextRef="#ctx0" brushRef="#br0" timeOffset="-43714.53">32188 16519 321 0,'189'-29'230'0,"-170"22"-225"0,-4 3 75 16,26 0 34-16,-4-1-112 16,-3 2-2-16,0-10-51 15,0 2-68-15,-15-6-258 16</inkml:trace>
  <inkml:trace contextRef="#ctx0" brushRef="#br0" timeOffset="-43365.07">32811 16318 516 0,'0'0'166'0,"0"0"-159"15,0 0 66-15,0 0 22 16,174 85-44-16,-134-62-8 16,7 13-10-16,-19 0 5 15,12 9-14-15,-15 3 25 0,-10 5-40 16,-8-10-6-16,-1 1-3 16,-6-8-45-16,0-7-81 15,0-6-192-15</inkml:trace>
  <inkml:trace contextRef="#ctx0" brushRef="#br0" timeOffset="-24298.76">25026 14129 250 0,'0'0'150'0,"0"0"-33"0,0 0-35 0,0 0-53 0,0 0 31 0,0 0-23 15,0 0 7-15,0 0 13 16,0 0 5-16,0 0-28 16,0 0-10-16,0 0 10 15,0 0-16-15,0 0 30 16,0 0-16-16,0 0 6 16,0 0-35-16,0 0 0 15,0 0-3-15,0 0 0 16,0 0 7-16,0 0-3 15,0 0 10-15,0 0-14 16,0 0 15-16,0 0-9 0,0 0-2 16,0 8-3-16,-16 0 10 15,4 4-11-15,-10 7-4 16,3 6 2-16,-9 7-9 16,10 0 5-16,-4-8 10 15,16 7-10-15,0-1 12 16,6 6-13-16,0-5 5 15,0 10-2-15,12-2 3 16,28 2-1-16,7-10-1 16,-7-14-1-16,7 7-2 15,-7-16-7-15,-6 0 12 16,-6-8-10-16,-9 0 7 16,9 0 0-16,0-16 4 0,3-25 3 15,-10 2 4-15,13-10-3 16,-15 13 2-1,0 5-7-15,-10-2 4 0,-9 5-2 16,0-8 1-16,0-4-2 16,-28 3-2-16,0 9-7 15,-3 0 0-15,-3 12-12 16,0 1 4-16,0 10-25 16,0 5 28-16,-13 0-13 15,22 0 27-15,-9 20 5 16,0 13 1-16,0 6-5 15,9-6 2-15,-3-1-6 0,10-8-7 16,18-3 3 0,-7-2 14-16,7 1-7 15,0 5 3-15,0-6-2 0,0-2-1 16,19-1 1-16,9-8-2 16,3-1 2-16,-3 1-8 15,0-3 15-15,3-5-9 16,-9 0 9-16,-4 0-3 15,10 0 0-15,-9 0-3 16,-4 3 8-16,4 5-7 16,2 4 11-16,-8 1-10 15,15 3 13-15,-3-1-17 16,-4 10 6-16,4-1-4 0,-3 7-1 16,-10 5-1-1,16-3 1-15,-16 8 0 0,-5-5 4 16,-7-8 0-1,15-5 0-15,-15 1 7 0,0-12-9 16,0-7 0-16,0 6 4 16,0-3 27-16,-28 12-9 15,-31 5-24-15,4-1 14 16,2-1-11-16,-6-6 5 16,3-1-6-16,-15-8 0 15,-4 8-3-15,-5-8 0 16,5 7-2-16,16-6-6 15,13 7 5-15,12 8-23 16,6 8-15-16,-3 8-67 0,25-7-139 16,6-13-222-1</inkml:trace>
  <inkml:trace contextRef="#ctx0" brushRef="#br0" timeOffset="-23431.85">26266 14738 626 0,'0'0'53'0,"0"0"-7"0,0 0 57 0,0 0-87 16,0 0-2-16,0 0-7 16,0 0 17-16,0 0-6 0,0 0 37 15,0-4-12-15,0 4-28 16,0-4-7-16,0 4-8 16,0 0 20-16,0 0-18 15,0 0 8-15,0 0-5 16,0 0 11-16,0 0 4 15,0 0-20-15,0 0-13 16,0 0-73-16,0 0-133 16,0 0-153-16</inkml:trace>
  <inkml:trace contextRef="#ctx0" brushRef="#br0" timeOffset="-20002.1">27537 14329 475 0,'0'0'43'0,"0"0"-31"0,0 0 55 16,0 0-30-16,0 0-14 16,0 0-18-16,0 0 31 15,0-15 8-15,0 6 62 0,0 9-24 16,0 0-11-16,0 0-41 15,0 0-2-15,0 0-10 16,-12 0-18-16,-10 0-1 16,10 0-6-16,-1 0 6 15,-8 0 2-15,2 0 12 16,13 0-10-16,-10 0 8 16,16 0-11-16,0 12-8 15,0 0 0-15,0 9-4 16,0-10-1-16,47 5-12 15,9 1 18-15,2-10 13 16,1 1-8-16,3-8 4 16,3 0 9-16,4 0 3 0,-10-20-6 15,-4-19-5-15,-14-14 4 16,-16-11-14-16,-25-4-15 16,0-1-7-16,-19 2-5 15,-55 14-12-15,-13 21 1 16,0 12 4-16,-6 20 41 15,12 0 28-15,7 8-9 16,15 40-5-16,12-4 53 16,13 5-49-16,22 2-14 15,-4-2-3-15,16 3-2 16,0-4-4-16,0-4-1 16,41-8 1-16,-1 5 2 0,13-5 3 15,-7-8-11 1,4-9-3-16,9-2-24 0,-7-14 20 15,1-3-5 1,3 0-7-16,-25 0 6 0,3 0 8 16,-6-20 11-16,-22 9 10 15,0 3 9-15,1 3-14 16,-7 5 25-16,0 0-2 16,0 0-13-16,0 0-10 15,0 0-3-15,0 0-2 16,0 0 10-16,6 0 5 15,9 16 4-15,4 9 26 16,15 3-24-16,-6 11-11 16,3 10-4-16,-3-9 0 0,-6 0 7 15,-16-8-8-15,-6-8 18 16,0 4-15-16,0-4 22 16,0 1-12-16,0 3 22 15,0 0-17-15,-41-4 2 16,-5 7-13-16,-28 2 4 15,-13-2 1-15,-6-6-12 16,0-17 13-16,-10 0-13 16,38-8-1-16,-3 0-46 15,15 0 10-15,1 8 2 16,-10 32-54-16,-19 9-136 16,10 10 0-16,24-2-45 15</inkml:trace>
  <inkml:trace contextRef="#ctx0" brushRef="#br0" timeOffset="-18919">28827 14682 467 0,'0'0'109'0,"0"0"-78"0,0 0 84 0,0 0-6 15,0 0 0-15,0 0-39 16,-6 0 8-16,6 0-55 0,0 0-10 16,0 0-11-1,0 0-2-15,0 0-9 0,0 0-12 16,0 0 8-16,0 0 9 16,0 0 4-16,-6 0 16 15,-1 0 2-15,1 0-3 16,-9 0 2-16,15 0-7 15,0 0-5-15,0 0-10 16,0 0-15-16,0 0-62 16,0-16-198-16,15-12-212 15</inkml:trace>
  <inkml:trace contextRef="#ctx0" brushRef="#br0" timeOffset="-16805.04">29990 14350 79 0,'0'0'268'0,"0"0"-128"0,0 0-22 15,0 0-44-15,0 0-15 0,0 0 29 0,-65 0-2 16,58 0-38-16,-8 0-6 16,-4 0-2-16,-2 3-24 15,2 21 18-15,4-7-33 0,8 3 8 16,7-4-3-1,0-1-11-15,0-2 5 16,0 6-4-16,0 1 2 0,34 0-11 16,13-7 8-16,6-5 10 15,2-8-9-15,11 0 11 16,8-16-5-16,7-40 0 16,12-21 2-16,-13-7-4 15,-15 4-8-15,-24 15 6 16,-26 14 2-16,-15 15-6 15,0 11 14-15,-6 14-6 0,-44 11 9 16,-15 0 15 0,-9 20-17-16,-19 27-9 0,18 2-4 15,4-5-25-15,15-16-1 16,25-5 9-16,16-10 15 16,15-9-6-16,0 12-2 15,0-8-30-15,0 4-11 16,0-8-11-16,28 5-4 15,6-9 47-15,-3 0 6 16,3 0 12-16,0 0 8 16,-6 0-6-16,-3 0 6 15,-4 0 0-15,-8 0 1 16,-13-9-2-16,12 9-3 0,-6 0 1 16,-6 0-5-1,0 9 5-15,10 27 23 16,2 3 10-16,7 5-7 15,9 0-26-15,6 1-21 0,6 2 15 16,-6 6-6-16,-3-9 4 16,-15-8 5-16,-4-12-2 15,-12 1 10-15,0-6 17 16,0 1 27-16,-12 5 19 16,-29-2-38-16,-27-2-5 15,-12-1 14-15,-13-4-4 16,-7-1 42-16,-14-2-43 15,8-5-3-15,10 0-31 0,19-8-12 16,2 4-52-16,13 7-55 16,9 14-277-1</inkml:trace>
  <inkml:trace contextRef="#ctx0" brushRef="#br0" timeOffset="57799.28">22759 3007 285 0,'0'0'156'0,"0"0"-119"0,0 0 64 0,0 0-13 0,0 0-49 0,0 0 31 0,0 0 2 16,81 249-45-16,-50-189 2 15,3 1 1-15,-6-2 2 16,-4 6-6-16,4-1 17 15,-21 3-28-15,14 14 11 16,-8-5-23-16,-1 0 9 16,-6 1-12-16,22-5 1 15,-6 13 3-15,3 10-3 0,-4 10 6 16,4 11-2-16,3 0-10 16,-3 1 12-16,3-13-12 15,-16-12 5-15,4 0 0 16,-10-7 0-16,-6-2 0 15,0-10 14-15,0 15-12 16,0-8 4-16,0 13 6 16,0 3-21-16,0-3 9 15,6-2 0-15,28 6-4 16,0-13-9-16,-9 4 10 16,-9 4 5-16,2-7-8 0,-18-5 12 15,0-4-8-15,0-4 7 16,0 1-4-16,0-1 1 15,0 12-3-15,0 12 1 16,0 1 0-16,0 3 1 16,-18-12 3-16,-4 4-8 15,3-15 16-15,4-2-18 16,15 2 8-16,-6 3-2 16,6 4 0-16,0 1-2 15,0 2 2-15,0 1 0 16,0-7-2-16,0-5 7 15,0 8-4-15,0-4 7 16,0 9-12-16,0 7 4 0,0-4-1 16,0 5 1-1,0-9 0-15,0-4 0 0,0 1-8 16,0-2 1-16,6 6 14 16,-6 3-8-16,0 1 4 15,0 7-2-15,0 4 4 16,0 0-8-16,0 0 3 15,0 1-1-15,0-10-3 16,0-2 8-16,0 4-7 16,0-5 6-16,0 8-6 15,0 4-3-15,0-7 3 16,0 3 1-16,0-4 2 16,0-12-10-16,0-4 20 0,0-11-11 15,0 3 2-15,0-5-2 16,0 10 7-16,0 3-11 15,0 1 6-15,0-6-1 16,0-6 2 0,22-9 0-16,12-4-2 0,3 0 5 15,-9 1 5-15,12-6-3 16,0 1-7-16,1-3 0 16,-7 4 0-16,-9 6-1 15,2 1 2-15,-8 1 0 16,3-9 6-16,-4 4-14 15,-11-12 16-15,14-4-15 0,-8-4 8 16,2-4-3 0,-9-4 1-16,13 0 0 0,-7 0-3 15,-2-4 7-15,-4 1-9 16,-6-5 11-16,6-9-5 16,-6-3 0-16,0 12-2 15,19-4 0-15,15 5 1 16,-12-1 0-16,9-8-2 15,-4 4-4-15,1 0 11 16,-3-1-12-16,9 2 14 16,-12 11-5-16,-3-16 3 15,2 5-5-15,-15-10 0 16,1-7-2-16,-7 0 1 16,0 0-13-16,0 0 13 0,6 0-18 15,-6 0 12-15,6 0-4 16,-6 0-31-16,6 0-37 15,-6 0-79-15,16 0 48 16,-16 0-281-16</inkml:trace>
  <inkml:trace contextRef="#ctx0" brushRef="#br0" timeOffset="66740.77">24623 4127 367 0,'0'0'115'0,"0"0"-78"0,0 0 31 15,0 0-21-15,0 0-41 0,0 0 29 16,0 0-5-16,0 3-12 16,0-3 25-1,0 0 56-15,0 5-36 0,0-5-42 16,0 0 17-16,0 7-37 16,0 1-1-16,0 5 2 15,0-5-6-15,0 7 4 16,-13-2 0-16,7 10 0 15,0 6 0-15,-10 2 8 16,4 5-6-16,-1 1 13 16,4 3-14-16,3-4-1 15,6 0-2-15,0 0-1 16,0-4-1-16,0 5 4 0,0-6-1 16,0 2 4-16,0-13-2 15,0 12 4-15,0 0-8 16,0 0 6-16,0 0 0 15,0-5-2-15,0 3 2 16,0-3-2-16,0 10-1 16,0-6 4-16,0 1-1 15,0-7-6-15,0-5 5 16,0-9-10-16,0 2 14 16,0-1-6-16,0-4 0 15,0 3 1-15,0-2-3 16,0 2 4-16,0 2-1 0,0-5 2 15,0-4-6-15,0-4-9 16,0 0-9-16,0 0-11 16,0 0 11-16,0 0 17 15,0 0 2-15,0 0 1 16,0-12 2-16,0-4 4 16,0-1-2-16,0-2-3 15,0-1 5-15,0-1-5 16,0-7 0-16,0 0 4 15,0-3-14-15,0-5 21 16,-13 0-14-16,13 3 9 16,-6 1-7-16,0 0 1 15,0-12 0-15,6 0-2 0,0-17 0 16,0-3-17-16,0 4-34 16,0 4 0-16,0 12-6 15,0 3 59-15,0 10 69 16,0 3-69-16,0 8-2 15,6-4 2-15,6 4 1 16,-12-4 0-16,19-4-2 16,3 0-34-16,-10 7 17 15,10-2 13-15,-3 2-3 16,-7 1 13-16,16-5-5 16,-6-2 0-16,2-1 1 15,-2 0-2-15,3 0 4 16,-10 0-6-16,4 7 6 0,3 6-3 15,-10 2 2 1,0 5-2-16,-12 1 0 0,7 2 0 16,8-3 15-16,-2-3-13 15,14-1-2-15,-2-4-1 16,9-1-8-16,-15 6 14 16,21-2-12-16,-12 5 7 15,0 4-5-15,-15 0 2 16,-1 4 1-16,-6 0-4 15,10 0 6-15,-10 0-4 16,0 0 3-16,-6 0-2 16,6 0 0-16,7 0 2 15,-4 0 1-15,-3 4 0 16,13 8 0-16,-4 1 6 0,-2 2-12 16,-13 1 9-16,6 0-8 15,-6-4 4-15,0 9-3 16,0-9 4-16,0-1-1 15,0 6 1-15,0-14-3 16,0 13-1-16,0-11-13 16,0 7 16-16,0 4-26 15,0 0 15-15,0-1 4 16,0 2 8-16,-6-1 4 16,-16-5-4-16,-3 6 12 15,-9-5-9-15,6 0 7 16,-3 0-9-16,-9 4 11 15,12 0-1-15,-19 4 11 16,7 4 4-16,6-7 15 16,-6-2-20-16,21-2-5 0,-15-5-4 15,22-5-10-15,-4 5 15 16,-3-8-7-16,-8 9-1 16,8-6-7-16,-3 5-2 15,-3-3 9-15,10-2 14 16,9-3 10-16,0 0-21 15,-7 5-10-15,7-2 0 16,-16 1-4-16,4 9-23 16,-4-2 5-16,-3-6 7 15,10 3 12-15,8-8 1 0,1 0-8 16,6 0-39-16,0 0-72 16,0 0-38-16</inkml:trace>
  <inkml:trace contextRef="#ctx0" brushRef="#br0" timeOffset="79396.23">25466 4900 192 0,'0'0'110'0,"0"0"-106"0,0 0 25 0,0 0 3 15,0 0-21-15,0 0 2 16,0 0 46-16,0-12-18 16,0 12 27-16,0-3 30 15,0 3-30-15,0 0-26 16,0 0-12-16,0 0 19 16,0-5-6-16,0 5-16 15,0 0 12-15,0 0-15 16,0 0-16-16,0 0-1 15,0 0 0-15,0 0-6 0,0 0-2 16,0 0-4-16,0 0 4 16,0 0-5-16,0 0 6 15,0 0 1-15,0 0 0 16,0 0-1-16,0 0 1 16,0 0 8-16,0 0-8 15,0 0 17-15,0 0-14 16,0 0 7-16,-6 5-7 15,-10 15 1-15,10-4-1 16,-6-5-2-16,12-2-4 16,0-6 5-16,0 5-11 0,0 0 6 15,0 0-1 1,0 4-3-16,0 1 4 0,0-2 1 16,0-2 0-16,0-1 1 15,0 3 1-15,0 2-1 16,0-1 7-16,0-4-11 15,0 0 4-15,0 4-3 16,0 4 3-16,0-4 0 16,0 0 7-16,-7 4-6 15,7-4 0-15,0 0 2 16,0-4-6-16,-6-4 5 16,6 4-2-16,-15-4 1 15,15 5-1-15,0-1 1 16,0-5 0-16,0 9 0 15,0 1 0-15,0 6-2 0,0-7 5 16,0 4-7-16,0-4 8 16,-7-7-6-16,7 3 1 15,0 0-6-15,0 3 6 16,-6 1-2-16,0 1-2 16,0-5-8-16,-3-8-7 15,9 0-68-15,0 0-112 16,0 0-138-16</inkml:trace>
  <inkml:trace contextRef="#ctx0" brushRef="#br0" timeOffset="80198.84">25326 5093 25 0,'0'0'152'0,"0"0"-83"0,0 0 6 0,0 0-25 15,0 0-42-15,0 0 52 16,0 0-9-16,-15 16 3 0,15-8 0 16,-6-4-12-16,6 0-18 15,0-4 5-15,0 0 30 16,-13 0-2-16,13 0 12 15,0 0-22-15,0 0-17 16,0 0-21-16,0 0-9 16,0 0-9-16,0 0-33 15,0 0 41-15,0 0-6 16,0 0-1-16,0 0 14 16,0 0-13-16,0 0 7 15,0 0 0-15,0 0-2 16,0 0 2-16,0 0 7 0,0 0-5 15,0 0 31-15,0 0-23 16,0 0-1-16,0 0-7 16,0-4-4-16,0-16 1 15,19 0 1-15,9-1 0 16,-3-2-6-16,9-6 5 16,0-7 1-16,6 5-4 15,-6-10-32-15,13 13 0 16,-22 5-28-16,-10 6 48 15,-3 13 11-15,-12 4-4 16,0 0 5-16,0 0-53 16,0 0-100-16,0 0-348 15</inkml:trace>
  <inkml:trace contextRef="#ctx0" brushRef="#br0" timeOffset="82095.07">25906 5345 309 0,'0'0'62'0,"0"0"13"0,0 0-9 16,0 0-8-16,0 0-46 0,0 0 28 16,0 0 16-16,0 0-7 15,0 0-7-15,0 0-2 16,-6 5-27-16,0 3-8 16,-10 12-5-16,10-9 6 15,-13 14 3-15,13-1-9 16,-9 4 33-16,2-5-12 15,1 10 1-15,-10-5-8 16,10 0-10-16,-1 0-4 16,-2-7-7-16,15-6-16 0,0-15-122 15,0 0-174 1</inkml:trace>
  <inkml:trace contextRef="#ctx0" brushRef="#br0" timeOffset="82914.26">26322 5478 4 0,'0'0'252'0,"0"0"-186"0,0 0 64 0,0 0 8 0,0 0-50 0,0 0-8 16,6 3-7-16,-6-3 22 16,0 0-41-16,0 0 5 15,0-7-31-15,0-9-6 16,0-8-11-16,0-1-8 16,0-14 16-16,0-6-18 15,0 1 17-15,12-3-17 16,4 11 1-16,-10 6 3 15,6 3-5-15,-5 7 0 16,5 0-1-16,-3 0 0 16,10 4-20-16,-13 0 15 15,0 4-32-15,10 4-17 16,-16 3 7-16,0 5 16 0,0 0 9 16,0 0-23-16,-16 21-1 15,-30 19-26-15,-13 0 28 16,-3 8-62-16,15-12-222 15</inkml:trace>
  <inkml:trace contextRef="#ctx0" brushRef="#br0" timeOffset="85492.11">27224 4985 165 0,'0'0'212'0,"0"0"-197"0,0 0-2 0,0 0 24 15,0 0-25-15,0 0 11 16,0 0 8-16,0 0 25 16,0 0-10-16,0 0-18 15,0 0-2-15,0 0-16 16,0 0 2-16,0 0 7 16,0 0 11-16,0 0-8 15,0 0 2-15,0 0-23 16,0 0 9-16,0 0 4 0,0 0 15 15,0 0-2 1,0 0-19-16,0 0 18 0,0 0-19 16,0 0 4-16,0 0-11 15,0-8-2-15,0-1 2 16,0-7 2-16,19-4-2 16,-4 1 0-16,10-6 14 15,-3 5-14-15,2-4 19 16,17 0-13-16,-20-4 8 15,10 0-10-15,-3-4 0 16,-15 3-4-16,2 14-3 16,-9 7-1-16,-6 8-6 15,0 0 0-15,0 0-22 16,0 0-38-16,0 0-34 0,0 0-39 16,0 0-131-16</inkml:trace>
  <inkml:trace contextRef="#ctx0" brushRef="#br0" timeOffset="86460.16">27270 4664 142 0,'0'0'70'0,"0"0"-70"0,0 0-12 0,0 0 0 0,0 0 12 16,0 0 44-16,-12 0 68 15,12 0 56-15,0 0-82 16,0 0-22-16,0 0-27 16,0 0-14-16,0 0-18 0,0 0-5 15,0 0-2 1,0 0 2-16,0 0 9 0,0 0-6 15,0 0 12-15,0 0-9 16,0 0 9-16,0 0-13 16,0 8 0-16,0 20-2 15,0-4 7-15,12 8 6 16,23-4 4-16,5-1-4 16,-9-2-10-16,3 3 0 15,-6-4 0-15,-16-7 2 16,1 2-2-16,-4-7-3 0,3-4 10 15,-5 0-1-15,-1-8-9 16,16 0-24-16,-10 0-54 16,0 0-49-16,4 0-209 15</inkml:trace>
  <inkml:trace contextRef="#ctx0" brushRef="#br0" timeOffset="93551.83">28880 4138 12 0,'0'0'134'0,"0"0"17"0,0 0-37 0,0 0-13 0,0 0-63 15,0 0-4-15,0 0 29 16,-13 28 8-16,13-28-3 15,0 0-1-15,0 0-14 16,0 0-35-16,0 0-10 16,0 0 1-16,0 0-9 15,0 5 0-15,0-5 28 16,0 8-5-16,0 7-22 16,0 6 11-16,0 7-11 15,0 0 7-15,0 3-3 16,0-2-6-16,0 7 6 0,0 4 0 15,0 4-5-15,0 4-1 16,0 4-1 0,0 5 4-16,0-1-4 0,0 0 2 15,0-4-5-15,0-8-3 16,0-4 7-16,0-4 1 16,0 4-4-16,0 0 2 15,-6 4 2-15,-6 0-1 16,-4-3 7-16,-2-5-11 15,5-16 10-15,-2 0-10 16,2-8 14-16,1 5-19 16,-10-6 13-16,4 1-5 15,2 1 2-15,10-6 0 0,0-3 0 16,6-4 6 0,0 0-14-16,0 0-6 0,0 0 12 15,0-11-2 1,0-10 1-16,0-11 4 0,0 0-1 15,0-8 0-15,0-9-2 16,0-6 1-16,0-6 2 16,0 5-2-16,-13-4 1 15,13 8-2-15,-6-8-41 16,-9 16 33-16,2 0 7 16,13 3 3-16,-6 2 13 15,0-2-6-15,-4-7-14 0,10-1 14 16,0 2-14-1,0-1-57-15,0 7 31 0,16 5-17 16,-4 8 6 0,-5 1 43-16,8 2 1 0,-9-3 9 15,19 4-6-15,3-4 9 16,6 4-12-16,-15 0 0 16,15 0-1-16,-6-4-5 15,3-8 6-15,9 3-8 16,7 2 7-16,-1 3-3 15,-6 4 1-15,1 4 6 16,-7 4 1-16,-6 4-2 16,-3 4 9-16,-4 0-5 15,13 0-6-15,-3-1-4 16,10 1-13-16,-1 5 17 0,6-2-3 16,1 2 1-1,-13 3 4-15,19-5-3 0,-13-3 2 16,0 4-1-16,-12 0 0 15,-9 4 0-15,-4 0-1 16,-8 0 2-16,-7 0-4 16,0 4 6-16,0 16-3 15,0 5 3-15,0-1 0 16,-34 4 0-16,-25 8-2 16,-16 0-1-16,-18 12 1 15,0 7 19-15,6-10-13 16,13-5 55-16,21-12-61 0,19-3-1 15,0-6-62-15,0-7-14 16,-13-4-346-16</inkml:trace>
  <inkml:trace contextRef="#ctx0" brushRef="#br0" timeOffset="101811.54">29289 5417 244 0,'0'0'149'0,"0"0"-48"0,0 0-59 0,0 0-22 0,0 0-20 15,0 0 6-15,0 0-3 16,0 0 0-16,0 0 7 16,0 0 14-16,0 0 6 15,0 0-10-15,0 0 3 16,0 0 1-16,0 0 18 16,0 0-14-16,0 0 28 15,0 0-5-15,-6 0-5 16,6 0-28-16,0 0-3 15,0 0 1-15,0 0-11 0,0 0 17 16,0 0-10 0,-6 0 19-16,6 0 4 0,0 0-2 15,0 0-27-15,0 0 15 16,0-8-21-16,0-3-1 16,0-6-2-16,0-3 3 15,0-4-2-15,0 1 5 16,0-6-6-16,0-3 4 15,18 8-3-15,16 1 3 16,-9-6-1-16,9 9 0 16,0-5 3-16,-6-6-7 15,-3 7 5-15,-9-4-6 0,-10 3 2 16,-6 9 0 0,0-4-1-16,0 12 4 0,0 0-7 15,0 4 3-15,0-4 3 16,0 5-18-16,0-2 13 15,0 5-5-15,-6 0 9 16,-16 0-19-16,16 0 4 16,-16 0 17-16,16 0 24 15,0 13-23-15,-1 10-2 16,7 2-2-16,0 3-1 16,0-4 4-16,0-1 2 15,0-2-2-15,0 2-24 16,28 2 17-16,-3 3-13 15,3-4-9-15,6 1 3 16,-9-6-14-16,3 9-20 0,-10-11-8 16,-2-1 49-16,-16-1 3 15,0-7 16-15,0 5-18 16,0-5 18-16,0 4 9 16,0-12 22-16,0 11 35 15,-16-3-54-15,10 1 1 16,-6-1-13-16,-10 0-17 15,3 0-83-15,-8-5-28 16,-4 2-119-16,-19-5-98 16</inkml:trace>
  <inkml:trace contextRef="#ctx0" brushRef="#br0" timeOffset="102478.01">29943 5358 496 0,'0'0'111'0,"0"0"-71"0,0 0 17 15,0 0-27-15,0 0-10 16,0 0 19-16,0 176 42 0,0-144-64 16,0-4-8-16,0 0-9 15,0-12-14-15,0 0-159 16,0-4-331-16</inkml:trace>
  <inkml:trace contextRef="#ctx0" brushRef="#br0" timeOffset="105828.12">30480 5088 371 0,'0'0'131'0,"0"0"-50"0,0 0-16 16,0 0-49-16,0 0 12 15,0 0 8-15,0 0 2 16,77-20-14-16,-61 20 22 16,-16 0 19-16,6 0-29 15,0 0-7-15,-6 0-19 16,0 9 6-16,0 15-12 0,0-4 16 16,0 4-13-16,0-12 7 15,0-1-1-15,0-6-13 16,0-1-4-16,0-4-17 15,0 8 4-15,22-4-5 16,9 8 18-16,3-4 6 16,0 4-5-16,-6 9 6 15,-9-10-3-15,-7 1 7 16,-12 4-3-16,0-12 6 16,0 9-2-16,0 6-2 15,0 1 6-15,-6 1-3 16,-19-1-6-16,-3-9 21 15,6 6-3-15,4-6-13 0,5-6-8 16,-2-5-14-16,-25 3-53 16,-19 2-166-16,-34 18-461 15</inkml:trace>
  <inkml:trace contextRef="#ctx0" brushRef="#br0" timeOffset="107590.99">31649 5016 514 0,'0'0'8'0,"0"0"11"0,0 0 78 0,0 0-71 16,0 0-26-16,0 0 0 16,-7 0 17-16,7 0 43 15,0 0 70-15,0 0-26 0,0 0-71 16,0 0-8-16,0 0-14 16,0 0 30-16,19 0-14 15,15 0 1-15,6 0-2 16,7 0-17-16,-1 0 6 15,-5 0-15-15,-1 0-3 16,-6 0-26-16,-3 0-3 16,3 0-51-16,0-3 9 15,-12-2-177-15,-22-2-242 16</inkml:trace>
  <inkml:trace contextRef="#ctx0" brushRef="#br0" timeOffset="108074.29">31776 4736 643 0,'0'0'94'0,"0"0"12"0,0 0 45 0,0 0-43 16,0 0-59-16,387-41-21 0,-322 26-28 15,10 2-7-15,-22 10-13 16,-19-5-59-16,-28 4-109 16,-6 0-489-16</inkml:trace>
  <inkml:trace contextRef="#ctx0" brushRef="#br0" timeOffset="110769.55">25385 7667 303 0,'0'0'178'0,"0"0"-129"0,0 0 57 0,0 0-43 16,0 0-59-16,0 0 5 0,13 5-6 15,-13-5 34-15,0 0 22 16,0 0 63-16,0 0-31 15,0 0-37-15,0 0-18 16,0 0-26-16,0 0-1 16,0-5 5-16,0-18-8 15,0-18-4-15,0-3-2 16,0-8 4-16,0-4-2 16,0 0-2-16,15-8 0 15,-9-9 0-15,13 9-29 16,3 0 17-16,2 0-50 15,-2 20 10-15,3 8 33 0,-3 16 7 16,-16 15 3-16,-6 5 9 16,0 0 11-16,0 0-11 15,0 0-10-15,-6 17 10 16,-41 15 0-16,13 8 0 16,-6 4-9-16,-1 0-26 15,-5-8-144-15,18-3-160 16</inkml:trace>
  <inkml:trace contextRef="#ctx0" brushRef="#br0" timeOffset="111390.13">26195 6793 481 0,'0'0'135'0,"0"0"-115"0,0 0 56 0,0 0-20 15,0 0-35-15,0 0 49 16,-7 65-13-16,7-29 11 16,0-5-11-16,0 5 9 15,0-3-53-15,0-5-13 16,0 0 0-16,0-4-27 16,0 1-16-16,0 3-50 15,0-5-170-15</inkml:trace>
  <inkml:trace contextRef="#ctx0" brushRef="#br0" timeOffset="112052.07">26120 7639 347 0,'0'0'215'0,"0"0"-205"0,0 0 32 15,0 0 41-15,0 0-44 16,0 0 93-16,0 0-25 16,0 0-67-16,0 0-15 15,0 0 2-15,0-3-13 0,0-10-10 16,0-2-8 0,6-1-20-16,1 7 6 0,-7 9 7 15,0 0 7-15,0 0-5 16,9 0 2-16,9 0-21 15,-5-16-288-15</inkml:trace>
  <inkml:trace contextRef="#ctx0" brushRef="#br0" timeOffset="113051.13">26988 7507 176 0,'0'0'278'0,"0"0"-204"0,0 0-15 0,0 0-13 16,0 0-8-1,0 0 37-15,-12 0 25 16,12 0-26-16,0 0-39 0,0 0-2 16,0 0-1-16,0 0-27 15,0-4 10-15,0 0-7 16,0 4-3-16,-6 0 6 16,-7 0-6-16,-2 0 9 15,2 0 19-15,13 0-29 16,0 0-4-16,0 0-19 15,0 0-78-15,13-7-195 16,21-2 45-16</inkml:trace>
  <inkml:trace contextRef="#ctx0" brushRef="#br0" timeOffset="116714.33">28018 7756 326 0,'0'0'188'0,"0"0"-90"0,0 0-10 15,0 0-41-15,0 0-17 0,0 0 21 16,0 0 19-16,0 0-11 15,0 0-5-15,0 0-14 16,0 0 10-16,0 0-35 16,0 0 3-16,0 0-14 15,0 0 12-15,0 0-6 16,0 0-3-16,0 0 13 16,0 0-11-16,0-9 5 0,0-7-4 15,-6-4-10 1,-13 1 6-16,19-6-12 0,-6 2 5 15,6-1-2-15,0-1 3 16,0 9-7-16,0 1 3 16,0-6 7-16,0-11-9 15,6-4 12-15,13-8-12 16,8-5-4-16,-8-2-1 16,-3-1-4-16,-4 8-3 15,-6-1-1-15,0 5-5 16,-6 17 1-16,0-5-12 15,0 11 34-15,-6 1-12 16,-28 8 12-16,0 0-10 16,3 0 11-16,15 8-3 15,4 0-3-15,0 0 3 16,-4 0-7-16,-2 0 8 16,18 16-34-16,-13 12 30 0,4-8-8 15,9 4 12-15,0-4-6 16,0 4 3-16,9 4 0 15,38 5 2-15,12-2-5 16,-7 5-62-16,10-3 10 16,-9 3 14-16,0 4 8 15,-7-8-8-15,10 0 10 16,-9 0-47-16,-1 0 20 16,1 1 17-16,-7-10-12 15,-15 2-3-15,-4-9 4 16,-14-5 57-16,-7-2 44 15,0 2 45-15,-28 2 23 0,-44 7-77 16,-2-9-34-16,-13 2-1 16,13-6-4-16,9-7-36 15,18 5-113-15</inkml:trace>
  <inkml:trace contextRef="#ctx0" brushRef="#br0" timeOffset="117247.69">28694 7492 457 0,'0'0'112'0,"0"0"-29"0,0 0-25 0,0 0-22 0,0 0-30 15,0 0 16-15,0-5-20 16,0 5 56-16,0-4 42 16,0 4-36-16,0 0-32 15,0 0 1-15,0 0-19 16,0 0-14-16,0-12-27 16,0 0-69-16,0-4-226 0</inkml:trace>
  <inkml:trace contextRef="#ctx0" brushRef="#br0" timeOffset="117846.81">29295 7061 276 0,'0'0'218'0,"0"0"-161"0,0 0 47 0,0 0-18 15,0 0-41-15,0 0-31 16,68-7 3-16,-61 7-8 16,-7 0 0-16,12 0-1 15,-12 0 35-15,0 0-41 16,0 28 42-16,0 8-9 16,0 9-30-16,12-1-1 15,4-5-4-15,3 14-5 16,-7-6-43-16,-3 6-10 0,-9-1-7 15,0 0 20-15,0-8 34 16,0-12 1-16,0-16 5 16,0 0-61-16,0-12-26 15,0-4-95-15,0 0-142 16</inkml:trace>
  <inkml:trace contextRef="#ctx0" brushRef="#br0" timeOffset="118131.74">29308 7379 525 0,'0'0'146'0,"0"0"15"16,0 0-7-16,0 0-38 16,0 0-71-16,0 0-19 15,102 0-26-15,-56 0-4 16,7 0-24-16,6-8-40 16,-19 0-58-16,7-1-285 15</inkml:trace>
  <inkml:trace contextRef="#ctx0" brushRef="#br0" timeOffset="118613.87">30111 7556 490 0,'0'0'1'0,"0"0"10"0,0 0-11 0,0 0 6 15,0 0 25-15,0 0 92 16,0 0-41-16,0 0-11 16,-13 0 8-16,7 0-23 15,-3 0-56-15,3 0-6 16,6 0-80-16,0 0-66 16,0 0-141-16</inkml:trace>
  <inkml:trace contextRef="#ctx0" brushRef="#br0" timeOffset="119362.58">30908 7182 245 0,'0'0'247'0,"0"0"-231"0,0 0 105 15,0 0-31-15,0 0-12 16,0 0 15-16,-143 25-28 16,124-25-24-16,-9 8 8 15,4 4-2-15,-4 7-30 0,-6 6-1 16,9 11-12-16,3 0-1 16,4 3 5-16,18 10-10 15,0-5 4-15,0-4-4 16,0 1 0-16,0-2-3 15,6-6 2-15,28 11-8 16,-3-8 3-16,9 0-25 16,0-12-1-16,22-4 6 15,-9-8 16-15,-6-12-32 16,-1 0 4-16,-12 0 15 16,-9-32 16-16,-9 0 9 15,-10-12 1-15,-6 11-1 16,0-3 4-16,-6 8-14 0,-41 12 10 15,-9 9 0-15,4 7 14 16,-1 0-1-16,0 11 3 16,-3 21-15-16,16 4-1 15,9-4 0-15,9-4-26 16,10-8-167-16,6-7-199 16</inkml:trace>
  <inkml:trace contextRef="#ctx0" brushRef="#br0" timeOffset="120013.25">31540 7692 234 0,'0'0'305'0,"0"0"-203"0,0 0-13 0,0 0 9 15,0 0-28-15,0 0-11 16,40 0-12-16,-12 0-14 15,0 0 11-15,9-4-3 16,4-4-10-16,-7 3-20 16,0-3 0-16,-6 8-11 15,-16 0-5-15,1 0-15 16,2 0-23-16,-9 0-37 16,7 0-49-16,-7 0-98 0,-6-8-137 15</inkml:trace>
  <inkml:trace contextRef="#ctx0" brushRef="#br0" timeOffset="120212.67">31540 7692 276 0,'47'-281'460'0,"-47"281"-435"15,55 0 128-15,11 0-74 16,2-4-39-16,6-4-31 16,-9-1-9-16,-18 9-38 15,-13 0-163-15,-28 0-223 0</inkml:trace>
  <inkml:trace contextRef="#ctx0" brushRef="#br0" timeOffset="122333.55">25981 9183 276 0,'0'0'32'0,"0"0"-26"0,0 0 46 16,0 0 15-16,0 0-42 15,0 0 32-15,0 0 17 16,0 0-22-16,0 0-12 16,0 0 23-16,0 0 0 0,0-11 29 15,0-22-81-15,0-6 2 16,0-5 10-16,0-1 22 15,0-7 5-15,0-8-11 16,0-8-7-16,0-9-30 16,0 1 1-16,0 8 4 15,-7 12-14-15,-2 16-13 16,9 20 12-16,-12 20 1 16,12 0-6-16,0 0 8 15,0 0-54-15,-7 8 33 16,-5 15 14-16,-16 10 9 15,0 6-27-15,3 10 4 16,-9-1-4-16,0 4-56 0,16 1-34 16,-10-6-256-16</inkml:trace>
  <inkml:trace contextRef="#ctx0" brushRef="#br0" timeOffset="122944.31">26821 8926 202 0,'0'0'347'0,"0"0"-347"0,0 0-11 0,0 0 4 0,0 0-74 0,0 0 63 0,0-15 18 0,0 15 39 16,0 0-29-16,0 0 81 15,0 0 0-15,0 0-41 16,0 0-6-16,0 0-19 16,0 0-25-16,0 0-22 0,0 0-17 15,0 0 11-15,0 0 28 16,0 0 33-16,0 0 8 15,-19 0 10-15,7 0-51 16,-4 0-82-16,16-12-337 16</inkml:trace>
  <inkml:trace contextRef="#ctx0" brushRef="#br0" timeOffset="123859.18">27438 9031 509 0,'0'0'39'0,"0"0"-23"0,0 0-21 0,0 0 5 0,0 0 0 0,0 0 14 15,0 0 38-15,53-141 14 16,-13 110-21-16,-6-13-7 15,-3-8-35-15,3-4 8 16,-12 3-8-16,-10 9-3 16,-12 8 2-16,0 12 4 15,0 4 6-15,0 0-12 16,-6 4 0-16,-22 3-13 0,10 10 8 16,-10 3-28-1,15 0 33-15,1 0 15 0,-4 0 2 16,10 0-4-1,0 16-13-15,6 4 0 0,0 4-16 16,0-4 3-16,0 8-21 16,0 4 6-16,28 4 15 15,3 0 10-15,15 0 3 16,-5 1 0-16,-1-1-8 16,-6 0-83-16,-6-8-51 15,-22-4 16-15,-6 0 126 16,0 0 26-16,0-5 122 15,0-2-39-15,0-1-32 0,-40 0-19 16,0-4-35 0,-1 4 2-16,7-4-17 0,16-4-8 15,-4-3-19-15,9-5-37 16,7 0-103-16,0 0-412 16</inkml:trace>
  <inkml:trace contextRef="#ctx0" brushRef="#br0" timeOffset="124242.34">28179 8899 876 0,'0'0'101'0,"0"0"-15"0,0 0-11 16,0 0-58-16,0 0-17 0,0 0-13 15,0 0-9-15,0 0-59 16,0 0-42-16,0-9-119 16</inkml:trace>
  <inkml:trace contextRef="#ctx0" brushRef="#br0" timeOffset="124874.9">29122 8522 701 0,'0'0'219'0,"0"0"-111"0,0 0-41 0,0 0-46 0,0 0-14 16,0 0-2-16,12-8-1 15,16 0-4-15,-16-1 0 0,10 6 2 16,-16 3-6 0,-6 0 2-16,0 0-6 0,0 0-29 15,0 0 4-15,0 28 14 16,0 8 19-16,0 8 7 15,6 4-7-15,-6 4 0 16,0 0 6-16,0-4-7 16,0 1 1-16,0-5-2 15,0-8-24-15,0-8-20 16,0-12-123-16,-12-12 29 16,6-4 9-16,-3 0 22 15,-10 0-100-15</inkml:trace>
  <inkml:trace contextRef="#ctx0" brushRef="#br0" timeOffset="125108.55">28920 8682 523 0,'0'0'184'0,"0"0"-160"15,0 0 114-15,0 0-6 16,0 0-80-16,0 0-3 16,254 0-38-16,-192 0-11 15,-9 0-14-15,0 0-70 16,-25 0-165-16</inkml:trace>
  <inkml:trace contextRef="#ctx0" brushRef="#br0" timeOffset="125476.92">29717 8807 1033 0,'0'0'94'0,"0"0"-43"0,0 0-9 0,0 0-42 15,0 0-70-15,0 0-96 0,12-33-534 16</inkml:trace>
  <inkml:trace contextRef="#ctx0" brushRef="#br0" timeOffset="126190.99">30718 8489 394 0,'0'0'213'0,"0"0"-127"0,0 0-30 0,0 0-2 15,0 0 29-15,0 0-35 16,-111 0 6-16,89 0-36 16,-12 0 40-16,-6 0-24 15,-7 25 0-15,-12 19-22 16,13 0 16-16,-1 4-21 16,7 1-4-16,6 3-6 15,21-1 4-15,7 1-11 16,6-3 12-16,0-5-6 0,0-8-1 15,19-8 2-15,34-8-31 16,9-12 3 0,-10-8-16-16,13 0 17 15,-15-4 16-15,-13-28-7 0,-15 0 21 16,-16 0-14-16,-6 8 10 16,0 12-13-16,0 8 13 15,-34 4 8-15,-6 0 28 16,-1 0-29-16,-5 36-2 15,-7 8 10-15,19-4-11 16,15-8-58-16,19-24-230 16</inkml:trace>
  <inkml:trace contextRef="#ctx0" brushRef="#br0" timeOffset="133517.32">26080 10338 348 0,'0'0'119'0,"0"0"-20"0,0 0-53 0,0 0-29 16,0 0 11-16,0 0 26 16,0 0-24-16,-53 13 7 15,53-13 11-15,0 0 16 0,0 0-36 16,0 0-22-1,0 0 16-15,0 0-11 0,0 0 15 16,0-13-5 0,0-10-21-16,0-10 2 0,0-3-2 15,0-8 4-15,0-4 3 16,0 0-9-16,19 0 6 16,-10-8-4-16,-9 7 11 15,0 2-19-15,0 10 8 16,0 1-6-16,-40 24 2 15,6 0 0-15,-1 12-16 16,8 0 18-16,2 0-7 16,9 0 9-16,4 0-15 15,-7 12-7-15,19 17 12 16,0 7-19-16,0 3 19 0,0 10 7 16,19-1 3-1,34-4-4-15,9 4-45 0,12 0 3 16,-3-8-18-1,-9 1-2-15,-15-5 18 0,-16 0-7 16,-16-5 42-16,-15 2 13 16,0-1 73-16,0-8-8 15,-40 0-5-15,6 0-47 16,6-12 25-16,9 0 3 16,13-12-41-16,6 0-59 15,-6 0-77-15,-9 0-67 16</inkml:trace>
  <inkml:trace contextRef="#ctx0" brushRef="#br0" timeOffset="133867.52">26715 10146 321 0,'0'0'675'0,"0"0"-647"0,0 0 25 0,0 0-37 0,0 0-16 16,0 0-54-16,-40 8-92 16,40-8-182-16</inkml:trace>
  <inkml:trace contextRef="#ctx0" brushRef="#br0" timeOffset="134349.8">27224 9781 527 0,'0'0'314'15,"0"0"-178"-15,0 0-62 16,0 0-45-16,0 0-29 16,0 0-14-16,34 0 2 15,-22 4 2-15,-12 12 6 16,13 4 4-16,-1 9 1 16,-2 10 11-16,8 5-12 15,-12 9 9-15,10-1-9 16,9 0 1-16,-13 0-5 0,4-8-2 15,-10-8-7-15,0-12-12 16,0-8 0-16,10-4-61 16,-10-7-53-16,19-2 79 15,-10-3-39-15,-15 0-257 16</inkml:trace>
  <inkml:trace contextRef="#ctx0" brushRef="#br0" timeOffset="134567.34">27345 10090 587 0,'0'0'89'0,"0"0"-43"16,0 0 56-16,0 0-72 15,0 0-30-15,0 0-13 16,133 16-48-16,-108-32-43 16,3 8-239-16</inkml:trace>
  <inkml:trace contextRef="#ctx0" brushRef="#br0" timeOffset="134932.7">28139 10025 641 0,'0'0'277'0,"0"0"-236"15,0 0-12-15,0 0-29 16,0 0-44-16,0 0-34 15,-13-3-20-15,13-5 65 16,0 4-68-16,0-4-180 16</inkml:trace>
  <inkml:trace contextRef="#ctx0" brushRef="#br0" timeOffset="135698.65">28967 9593 364 0,'0'0'90'0,"0"0"-61"0,0 0 51 0,0 0-12 15,0 0-6-15,0 0 0 16,-245 236 40-16,245-184-56 16,0 5-20-16,0-1-23 15,18-8 8-15,29 7-11 16,-1-6-13-16,10-9-3 15,-3-8-23-15,-1-12-34 16,7-12-2-16,-3-8 52 16,-16 0-22-16,-15-16 24 0,-9-15 5 15,-16-6 10 1,0 5-28-16,0 8 1 0,-41 8-13 16,-14 16 46-1,2 0 33-15,-6 0 35 0,-9 0-63 16,3 40-5-16,-3 12-23 15,15-4-39-15,19-12 29 16,21-12-48-16,13-12-172 16</inkml:trace>
  <inkml:trace contextRef="#ctx0" brushRef="#br0" timeOffset="136182.09">29584 10010 204 0,'0'0'412'0,"0"0"-350"0,0 0 18 0,0 0-40 0,0 0-15 15,0 0-3-15,-16 0-13 0,16 0-5 16,-6 0-4-1,6 0-7-15,0 0-70 0,0 0-115 16</inkml:trace>
  <inkml:trace contextRef="#ctx0" brushRef="#br0" timeOffset="136631.95">30480 10162 511 0,'0'0'178'0,"0"0"-136"16,0 0 79-16,0 0-40 15,0 0-43-15,0-229-11 16,0 193-24-16,0 4 6 0,0 9-9 15,0 6 1 1,0 13 4-16,-10 4 1 0,-2 0-4 16,-7 0-2-16,-15 0-19 15,0 0 8-15,0 8 9 16,-12 8-31-16,5 4-37 16,1-12-129-16,9 8-377 15</inkml:trace>
  <inkml:trace contextRef="#ctx0" brushRef="#br0" timeOffset="-177144.93">16381 2482 157 0,'0'0'299'0,"0"0"-292"0,0 0 37 0,0 0 1 0,0 0-42 15,0 0-3 1,0 0 7-16,0 0 29 0,0 0-14 15,0 0 0-15,0 0 2 16,0 0-23-16,0 0-1 16,0 0-10-16,0 0 8 15,0 0 4-15,0 0 8 16,0 0 45-16,0 0 57 16,0 0-14-16,0 0-42 15,0 0-27-15,0 0-26 16,0 0-3-16,0-4 4 15,0 4-10-15,0 0 12 16,0 0 1-16,0 0 1 16,0 0 22-16,0 0 1 15,0 0-9-15,0-4-13 16,0 4-6-16,0-4-6 16,0 4-6-16,6-4 7 0,22 0-7 15,12 0 9-15,13-1 11 16,0 2-1-16,15-2-10 15,-3 2 5-15,9-1-13 16,7 4 8-16,-6 0-2 16,-10 0-18-16,-3 0 5 15,-16 0-45-15,-12 0-2 16,-9 0-123-16,-19 0-126 16</inkml:trace>
  <inkml:trace contextRef="#ctx0" brushRef="#br0" timeOffset="-176563.87">17900 2482 78 0,'0'0'78'0,"0"0"-78"0,0 0-18 0,0 0 18 0,0 0 62 0,0 0 45 15,0 4 48 1,0-4-74-16,0 0 19 0,0 0-25 15,0 0-16-15,6 0-2 16,-6 0-15-16,13 0-2 16,-1 0-23-16,22 0 26 15,13-4-6-15,15-4 10 16,9 4-30-16,-3-4-3 16,7 8-14-16,-16 0-3 15,9 0-9-15,-9 0-16 16,6 0 4-16,-9 0-31 15,-10 0-54-15,-5-4-90 16,-23-1-145-16</inkml:trace>
  <inkml:trace contextRef="#ctx0" brushRef="#br0" timeOffset="-176131.47">19475 2466 541 0,'0'0'62'0,"0"0"-62"0,0 0 21 0,0 0 69 15,0 0-40-15,0 0 11 16,289 4-19-16,-209-4-8 16,-5 0-31-16,-16 0-3 15,9 0-13-15,-9 0-87 16,-6 0 7-16,-7 4-25 0,-6 4-43 16,7-4-79-16</inkml:trace>
  <inkml:trace contextRef="#ctx0" brushRef="#br0" timeOffset="-175680.59">21829 2522 367 0,'0'0'20'0,"0"0"52"0,0 0-19 0,0 0-11 0,341 4-12 16,-242 4-4-16,3 0-26 15,-9 0-13-15,-12-3-11 16,-16-2-5-16,-31 2 9 16,-6-2-151-16</inkml:trace>
  <inkml:trace contextRef="#ctx0" brushRef="#br0" timeOffset="-174697.7">22002 3059 524 0,'0'0'81'0,"0"0"-69"0,0 0 13 0,0 0 9 16,0 0-26-16,0 0 12 16,0 0-11-16,0 0 29 15,0 0 21-15,0 0 29 16,0 0-45-16,0 0-12 16,0 0-4-16,0 0-14 15,0 0-10-15,0 0 6 0,0 0-16 16,-12 8 17-1,12 0-17-15,0 9 14 0,0 11 2 16,0 8 18-16,0 11-9 16,0 6 5-16,0 11-10 15,0 1-5-15,0 2-1 16,-6 5-3-16,0 0-4 16,-16-6 5-16,-6 1-3 15,9-10-4-15,-2-6-3 16,2-10-9-16,7-10-21 15,-10-10-59-15,16-17-126 16,-7-4-157-16</inkml:trace>
  <inkml:trace contextRef="#ctx0" brushRef="#br0" timeOffset="-174076.8">21668 3392 70 0,'0'0'233'0,"0"0"-214"0,0 0 84 0,0 0-4 15,0 0-18-15,0 0-18 16,0 0 0-16,15 0-6 15,-9 0 23-15,7 0-28 16,-1 0-33-16,16 0 1 16,-6-12-19-16,-4 9 1 15,1-5-2-15,9-1-3 16,-7 5-13-16,-14 0 1 16,5 4-6-16,-12 0-26 15,0 0 9-15,0 0-38 0,0-8-56 16,0 0-257-16</inkml:trace>
  <inkml:trace contextRef="#ctx0" brushRef="#br0" timeOffset="-173832.12">21668 3392 643 0</inkml:trace>
  <inkml:trace contextRef="#ctx0" brushRef="#br0" timeOffset="-173682.08">21668 3392 643 0,'102'-104'23'0,"-71"72"-17"0,9 0 4 0,7 0-10 0,-7-1-1 16,-18 18 1-16,-10 7-9 15,4 3 9-15,-16 5 2 16,0 0 29-16,6 0 16 16,-6 0 0-16,0 21 54 15,6-1-57-15,6-4-27 16,1 4-17-16,2-4 0 0,-2-4-44 15,8-4-50-15,-8-8-86 16,-7 0-453-16</inkml:trace>
  <inkml:trace contextRef="#ctx0" brushRef="#br0" timeOffset="-172834.01">21060 4816 325 0,'0'0'145'0,"0"0"-133"0,0 0 57 0,0 0-9 0,0 0-23 0,0 8 42 0,0-4-14 15,12 9-22-15,4-5-41 16,-4-5 4-16,1 1-6 16,8-4 9-16,7 0 29 15,-9 0-2-15,-1 0 3 16,4 0-11-16,18-24 6 0,-6-8-8 15,7-12-6-15,-10-4-19 16,-3-4-2 0,-16-1-3-16,4 6-13 0,-16 11-8 15,0 23 12-15,0 13 5 16,-56 0 1-16,-9 16-12 16,-4 25 16-16,4 3-9 15,10 12-37-15,14-17-129 16,10 10 15-16,16-17-59 15,15-20-86-15</inkml:trace>
  <inkml:trace contextRef="#ctx0" brushRef="#br0" timeOffset="-172467.93">21587 4888 610 0,'0'0'163'0,"0"0"-77"0,0 0 20 0,0 0-54 0,0 0-52 0,0 0 2 0,-99 157-2 16,93-150-29-16,6-7-39 15,0 0-15-15,0 0-38 16,0-3-90-16,0-25-123 15</inkml:trace>
  <inkml:trace contextRef="#ctx0" brushRef="#br0" timeOffset="-171617.37">22095 4511 13 0,'0'0'251'0,"0"0"-171"0,0 0 43 0,0 0-55 0,0 0-48 15,0 0 28-15,0 0-25 16,0 0 33-16,0 0-27 15,0 0 11-15,0 0 17 16,0 0 30-16,0 0-32 16,0 0-23-16,0 0-15 15,0 0-17-15,0 0 19 16,0 0-14-16,0 12 16 16,-6 0-16-16,0 1 5 15,0-2-4-15,0 2-3 0,-1-10-1 16,7 9 0-16,0-4-4 15,0 5-15-15,0 2 15 16,0 10-13 0,7-1 9-16,17 7-12 0,17-10 0 15,-13 7 15-15,-22-12 1 16,16 0-4-16,-16-4 12 16,0 3-7-16,-6 2 4 15,0 4 16-15,0 7-7 16,0 0 4-16,0 8-5 15,0-5-10-15,-28-2 6 16,3 2-5-16,4-6-4 16,-14-5 14-16,11-9-14 15,8-6 2-15,-2-5 0 16,5 0-53-16,4-16-44 0,-4-24-54 16,13-1-5-16,0-3-165 15</inkml:trace>
  <inkml:trace contextRef="#ctx0" brushRef="#br0" timeOffset="-171367.48">22142 4523 661 0,'0'0'10'0,"0"0"0"0,0 0 40 0,0 0-21 0,0 0-11 0,0 0-14 0,363-39-4 16,-323 39-43-16,-15 0-80 16,-25 0-254-16</inkml:trace>
  <inkml:trace contextRef="#ctx0" brushRef="#br0" timeOffset="-164603.87">25271 2619 576 0,'0'0'59'0,"0"0"-54"0,0 0 14 0,0 0 11 0,0 0 6 0,0 0 40 16,0 0 8-16,0 0-20 16,0 8-21-16,0-8 3 15,0 0-35-15,0 0-9 0,0 0 6 16,0 0-10-16,0 0 4 15,0 0 6-15,0 0 38 16,0 0-10-16,0 0-1 16,0-41-23-16,0-15-12 15,0-24 9-15,15-28-5 16,10-5 0-16,9 1-6 16,-6 0 6-16,-10 15-5 15,-11 5 1-15,-7 20-2 16,0 20-1-16,0 12 6 15,0 24-11-15,0 8 8 16,0 8-8-16,-34 24-12 16,-59 36 20-16,0 0 0 15,-13-8 3-15,4-7-10 16,21-14 2-16,28 1 2 16,29-15-31-16,24-1-83 15,0-9-158-15,0-7-219 0</inkml:trace>
  <inkml:trace contextRef="#ctx0" brushRef="#br0" timeOffset="-163973.15">25866 1957 333 0,'0'0'276'0,"0"0"-155"0,0 0 62 0,0 0-80 0,0 0-53 16,0 0-8-16,-13-77-42 16,79 46 14-16,-4 6-11 15,18 1 9-15,-15 16-9 16,-12 8-3-16,-13 0-5 16,1 0-13-16,-20 16-2 15,-21 32-14-15,0 17 12 16,-46 19 4-16,-41 12 14 0,-15 1 7 15,9 3-8-15,18-9 7 16,10-18-2-16,37-16 8 16,16-26-8-16,12-7-5 15,0-16 5-15,68-4 1 16,-3-4-1-16,10 0 0 16,5 0-4-16,1-16 4 15,-16 12 0-15,-12 1-44 16,-25 3-167-16,-16-5-186 15</inkml:trace>
  <inkml:trace contextRef="#ctx0" brushRef="#br0" timeOffset="-163225.67">26982 1792 699 0,'0'0'262'0,"0"0"-248"0,0 0 6 0,0 0-10 0,0 0-10 15,0 0 0-15,242-72-1 16,-208 72-13-16,-22 24-1 16,-12 16 10-16,0 4 10 15,0-3 3-15,0-10-4 16,-21-2 10-16,15-17 13 16,6 12-22-16,0-9-5 15,0-2 10-15,6-1-22 16,15-4 19-16,26 8-9 15,-19 0 4-15,-16 4-4 0,-12 11 2 16,0 10-5-16,0 7 5 16,-62 1 15-16,-3-2 12 15,25-2 2-15,-13-5-12 16,19 0-11-16,-6-4-12 16,6 4 6-16,21-8-27 15,-15-8-26-15,22-12-98 16,6-12-166-16</inkml:trace>
  <inkml:trace contextRef="#ctx0" brushRef="#br0" timeOffset="-162540.52">27971 1712 646 0,'0'0'40'0,"0"0"-29"0,0 0-8 0,0 0 23 0,0 0-19 0,0 0 13 0,-232 237 8 0,191-185 27 0,7-12 4 0,16-4-14 16,18-17-16-16,0-6-23 16,0-1-12-16,24-7-16 15,29-2 12-15,3 0-32 16,-3 6 10-16,6-1 30 16,-13 0-7-16,4-3 3 15,-19-2-15-15,3-3 13 16,-12 4-33-16,-16-4 32 15,6 0-14-15,1 0 4 16,2 0-16-16,16 0 13 0,-3-16-40 16,-9-5-147-16,8 6-178 15</inkml:trace>
  <inkml:trace contextRef="#ctx0" brushRef="#br0" timeOffset="-162372.81">28294 2217 411 0,'0'0'202'0,"0"0"-109"0,-115 249-63 15,103-177-1-15,-4-11-29 16,10-14-4-16,0-2-71 16,6-26-112-16</inkml:trace>
  <inkml:trace contextRef="#ctx0" brushRef="#br0" timeOffset="-161226.58">28387 2029 196 0,'0'0'44'0,"0"0"24"0,0 0 8 0,0 0 2 0,0 0-41 15,0 0 26-15,0 0-19 16,6 0 4-16,-6 0 8 15,0 0-32-15,0 0 34 16,0 0 25-16,0 0-26 16,-12 12-35-16,-16 7 14 15,-6 10-4-15,9 8 20 0,-9 6-13 16,6 9-26-16,9 0-13 16,4-8 0-16,15-11-27 15,0-17-133-15,0-16-386 16</inkml:trace>
  <inkml:trace contextRef="#ctx0" brushRef="#br0" timeOffset="-155431.51">27404 3950 309 0,'0'0'192'16,"0"0"-170"-16,0 0 46 0,0 0-42 0,0 0-17 15,0 0-3-15,0 0 21 16,0 0 21-16,-40 20-27 16,33-12 18-16,-5-8 0 15,12 0 8-15,0 0-2 16,0 0 7-16,0 0-32 16,-16 0-9-16,16 0-8 15,0 0-3-15,0 0 12 0,0 0-5 16,0 0 14-16,0 0-20 15,0 0 2-15,0-16 0 16,0-12-6-16,0-8 4 16,0 0-1-16,16-12 1 15,9-9 2-15,3-2-4 16,12-7 10-16,6-9-15 16,13-10 6-16,10-7 0 15,-4 4-27-15,-3 32 20 16,-22 20-6-16,-34 20-10 15,7 12-7-15,-13 4-99 16,0 0 42-16,0 0-82 16,0 0-129-16</inkml:trace>
  <inkml:trace contextRef="#ctx0" brushRef="#br0" timeOffset="-154682.95">27531 3256 341 0,'0'0'70'0,"0"0"-30"0,0 0-10 0,0 0-30 0,0 0 58 16,0 0 10-16,6 0-7 16,-6 0-4-16,6 0-44 15,-6 0 25-15,28 0-5 16,-9 0 7-16,3 0-4 16,2-4-6-16,17-16-10 15,-1 0-9-15,6-8-11 16,-5 3 8-16,-7 2-7 15,-6 10 1-15,-10 2-4 0,-5 11 8 16,-4 0-16-16,-3 0 2 16,1 0-9-1,-7 0 4-15,0 3 13 0,0 30 2 16,0-1 10-16,0 4 29 16,0 0-32-16,0-13 21 15,0 10-29-15,0-5-1 16,0-8-7-16,0 4-28 15,0-4-25-15,0 4-16 16,0-7 48-16,0-9-47 16,40-8-107-16</inkml:trace>
  <inkml:trace contextRef="#ctx0" brushRef="#br0" timeOffset="-151985.66">30163 2948 396 0,'0'0'8'0,"0"0"97"0,0 0-21 16,0 0-34-16,0 0-21 0,0 0-18 15,0 0-4-15,-18 0-6 16,18 0 41-16,0 0 51 16,0 0-14-16,-6-5-30 15,-1-7-7-15,7-7-32 16,-9-22 10-16,3-7-19 16,6-12 13-16,0-9-10 15,0-11 1-15,0-8-5 16,0 7-1-16,0 2 0 15,0 14-4-15,0 13 2 16,0 16 6-16,0 24-8 16,0 12 12-16,0 0-14 15,-12 16-19-15,-41 40 22 0,-3 13-23 16,-3-2 10 0,6-6-30-16,19-12-127 0,6-13-25 15,10-13-87-15</inkml:trace>
  <inkml:trace contextRef="#ctx0" brushRef="#br0" timeOffset="-151436.1">30278 2458 455 0,'0'0'101'0,"0"0"-16"0,0 0-44 0,0 0-39 0,0 0 19 15,0 0 3 1,233-77-20-16,-187 69-4 0,-12 8-3 16,-12 0 1-16,-22 0-19 15,0 25 13-15,0 27 8 16,-46 17 27-16,-41 11 5 15,12 0 17-15,1-16-4 16,27-12-17-16,29-20 5 16,8-13-29-16,10-6-4 15,0 3 5-15,0-4-12 16,22-4 4-16,12 0-2 16,-3 4 8-16,3-12-4 0,-6 8 1 15,25-8-26 1,-13 0-27-16,7 0 0 0,-13 0 11 15,-6 0-16-15,-3 0-16 16,-4-8-122-16</inkml:trace>
  <inkml:trace contextRef="#ctx0" brushRef="#br0" timeOffset="-150686.24">30914 2534 130 0,'0'0'454'0,"0"0"-393"0,0 0 51 0,0 0-12 0,0 0-66 16,0 0-34-16,6-8-1 15,34 1-4-15,1 2-2 16,-1 5-14-16,-15 0-8 16,-4 0 16-16,-14 8 0 0,-7 8 13 15,0 4 16 1,0-4 10-16,0-4-22 0,0 4 0 16,0 1 32-16,0-6-33 15,0 5-3-15,18-4-2 16,10-4-1-16,0 5 0 15,-3-10 1-15,3 14 4 16,-10-9-4-16,-2 7 2 16,-10 6 0-16,-6 2 27 15,0 10-7-15,0 3 16 16,0 0-19-16,0 0 19 16,-28-4-24-16,-6-8 7 15,-6 0-19-15,3-8 0 16,-13-12-6-16,13 1-16 15,-13 6 3-15,25-6-77 16,4-2-62-16,8-3-59 0</inkml:trace>
  <inkml:trace contextRef="#ctx0" brushRef="#br0" timeOffset="-149886.17">32083 2582 223 0,'0'0'208'0,"0"0"-135"0,0 0 44 0,0 0-42 16,0 0-37-16,0 0 6 15,-168 4-6-15,122 12 21 16,5-8 13-16,7-4-33 16,16 1-1-16,2 3-11 0,4-8 10 15,6 3-23-15,6 2-14 16,0 10 0-16,0 1-15 16,0 0 2-1,0 9-3-15,28-5 8 0,18 4-10 16,7 4 18-16,-7 0-4 15,-5-8-1-15,-1-1-7 16,-6-2 9-16,-15-1 3 16,2-8-25-16,-14-4-4 15,-1 4 0-15,-6 0 24 16,0 0 10-16,0 16 10 16,-19 0 21-16,-30 8 3 15,-4 4-34-15,6-8 0 16,13-12 2-16,22-4-3 0,-1-7-8 15,13-5-16-15,0 3 16 16,0-3-11-16,0 0 10 16,-6 0 0-16,-16 0-13 15,10 0-63-15,-10-3-62 16,16-25-200-16</inkml:trace>
  <inkml:trace contextRef="#ctx0" brushRef="#br0" timeOffset="-149620.69">32182 2530 55 0,'0'0'304'0,"0"0"-167"0,0 0-19 0,0 0-35 16,0 0 0-16,0 0-14 15,155-4-28-15,-108 4-40 16,-1-4-1-16,7-12-1 16,-7-4-90-16,-18-4-186 15</inkml:trace>
  <inkml:trace contextRef="#ctx0" brushRef="#br0" timeOffset="-146405.76">31441 4074 261 0,'0'0'129'0,"0"0"-7"0,0 0 8 0,0 0-86 0,0 0-14 16,0 0-4-16,0 0-22 15,-40 25 5-15,40-25-3 16,0 0 39-16,-13 3-7 16,-2 5 23-16,2 4-40 15,7 1 11-15,-6-10-16 16,12 1 6-16,0 0-16 0,-7-4 8 15,7 4-2 1,0-4-10-16,0 0 9 0,0 0-6 16,0 0-3-16,0 0 6 15,0 0 25-15,0 0-11 16,0 0-7-16,0-12-8 16,13-32-7-16,46-20 13 15,9-4-4-15,-3-13-14 16,3 9 5-16,-15 5-3 15,-13 6-16-15,-6 17 2 16,-21 24 13-16,-7 8-3 16,-6 12 7-16,0 0-56 15,0 0-50-15,-12 27-154 16,-29 3-381-16</inkml:trace>
  <inkml:trace contextRef="#ctx0" brushRef="#br0" timeOffset="-145840.5">31615 3568 70 0,'0'0'290'0,"0"0"-252"0,0 0 47 0,0 0-52 15,0 0 7-15,0 0 26 16,52-11-16-16,-24 6 3 15,0-6-35-15,-3 2 6 16,3 1-13-16,-16 5-9 16,10 3 2-16,-16 0-8 15,0 0-1-15,-6 0-11 16,0 11 16-16,0 9 3 16,0 16 43-16,0-3-31 15,-21 3-15-15,21-8-10 0,0-4-89 16,0-16-92-1,0-8-246-15</inkml:trace>
  <inkml:trace contextRef="#ctx0" brushRef="#br0" timeOffset="-144690.63">30973 4443 446 0,'0'0'77'0,"0"0"-30"0,0 0 19 15,0 0-28-15,0 0-2 16,0 0-12-16,0 0 43 15,-53 13-18-15,41-13 26 16,-10 3-8-16,9 1-30 16,-8 4-22-16,21 0-15 0,0-3 0 15,0-2 0 1,0-3 0-16,0 5-20 16,0-2 20-16,0 9-12 15,0 1 12-15,0 6 0 0,15 1-2 16,10-4-1-16,-3 9-16 15,3-5 17-15,-4-4-4 16,-8 4 4-16,-13 4 4 16,0-1-2-16,0 10 16 15,0-5 5-15,0-8-19 16,0 1-1-16,-13-10 6 16,7-3-3-16,-9-4-3 15,2-4-1-15,7 0-1 16,-6 0-23-16,-4 0-24 0,-3-17-112 15,-2-2-50-15,-4-17-84 16</inkml:trace>
  <inkml:trace contextRef="#ctx0" brushRef="#br0" timeOffset="-144528.38">30973 4443 230 0</inkml:trace>
  <inkml:trace contextRef="#ctx0" brushRef="#br0" timeOffset="-144393.34">30973 4443 230 0,'-168'-148'515'0,"168"148"-480"0,22 0 64 0,18 0-89 0,13 0-13 0,0 0-26 0,-1 0-59 0,-11 0-27 0,-13 0-97 0,-28 0-187 15</inkml:trace>
  <inkml:trace contextRef="#ctx0" brushRef="#br0" timeOffset="-46740.77">31469 13318 139 0,'0'0'0'0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40:38.6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24235 12424 674 0</inkml:trace>
  <inkml:trace contextRef="#ctx0" brushRef="#br0" timeOffset="41245.67">1141 11926 351 0,'0'0'94'0,"0"0"-62"0,0 0 50 0,0 0-47 0,0 0-25 16,0 0-10-16,0 0 28 16,0 0-6-16,0 5 23 15,0-5-3-15,0 0 14 16,0 8-13-16,0 4-5 15,0-1-32-15,0 14-1 0,0-5-3 16,0-8 1-16,0 4 1 16,0 4-3-16,0 4 25 15,0 0-21-15,0 4 20 16,0-4-24-16,0 1 4 16,0-2-4-16,0-2 1 15,-6 2 0-15,6-3 0 16,0 4 10-16,-6 4-8 15,-1 5 13-15,7-2-14 16,0 2 1-16,0-9-4 16,0 0 0-16,0 0 4 15,0-8-4-15,0 9 7 0,-6-10-2 16,6 9-2 0,0 1 3-16,0-9-10 0,0-8 7 15,0-1-6-15,0-2-1 16,0-5 4-16,0 0 4 15,0 3-1-15,0 5 6 16,0 0-7-16,0-3 5 16,0-1-3-16,0-4-8 15,0 0-5-15,0 0 9 16,0 0-8-16,0 0 8 16,0 0 2-16,0 0 3 15,0 0-3-15,0 8 7 16,0-8-18-16,0 3 8 15,25 2-3-15,3-5 4 16,12 0 0-16,1 0-1 0,-1 0 4 16,6 0-3-16,-5 0 6 15,5 8-8-15,1 4 7 16,5-12-5-16,1 8 0 16,-13-8 0-16,13 0-3 15,-3 0 3-15,-4 0-7 16,1 3 14-16,-7 2-9 15,0-2 10-15,7 2-16 16,-16-1 15-16,25 0-9 16,-10 0 2-16,7 0 0 15,6 3-3-15,3 1 7 16,25-3-9-16,-7-5 11 0,1 0-14 16,-4 0 14-1,-15 0-6-15,13 0 10 0,-22 0-9 16,12 0 9-16,-9 0-9 15,-4 4 16-15,7-4-12 16,9 12 6-16,-9-8-5 16,-6-4-8-16,15 5 3 15,-15-2-1-15,9 0 4 16,-9 2-2-16,-7-5-4 16,1 0 8-16,5 0-6 15,4 0 0-15,-3 0 4 16,-7 0-1-16,7 4-3 15,9 0 5-15,-9-4-6 0,0 4 1 16,-1-4 0 0,4 0-3-16,3 0 9 0,-12 0-10 15,-1 0 13-15,-6 0-16 16,7 0 12-16,-1 0-5 16,1 0 2-16,-1 0-1 15,4 0-2-15,-4 0 5 16,1 0-7-16,0 0 6 15,-1 0-4-15,13 4 6 16,3-4-6-16,-9 0 1 16,-7 0-1-16,-6 0-2 15,1 0 3-15,-13 0-3 0,3 0 9 16,-3 0-6-16,6 0 1 16,-16 0-2-16,10 0 9 15,6 0-12-15,-9 0 4 16,3 0-1-16,-22 0-4 15,7 0 4-15,-13 0-2 16,15 0 6-16,-15 0-10 16,0 0 10-16,0 0-9 15,0 0 5-15,0 0-2 16,0 0 2-16,13 0 1 16,-13 0-5-16,6-4 12 15,-6-4-7-15,12 8 4 16,-12-4-7-16,0-4 7 15,16 0-8-15,-16-8 8 16,0 4-1-16,12 0-3 0,-12-4 5 16,0 3-8-16,0-2 10 15,0-1-5-15,0 0 2 16,0-1-5-16,0-6 2 16,0-1 0-16,0-1-1 15,0 1 0-15,0-4 0 16,0 0 0-16,0 4-8 15,0 0 20-15,0 5-22 16,0-2 17-16,0-3-9 16,0 8 3-16,0 0-1 0,0-4 0 15,0 4 0 1,0-4-4-16,0-1 8 0,0 1-6 16,0-3 9-16,0-6-11 15,0 1 4-15,0-8 0 16,0-4-9-16,0 0 1 15,0 0 2-15,6 0-4 16,7 12 5-16,-13 0 10 16,0 3-7-16,0 9 8 15,0-7-12-15,0 7 6 16,0-1-1-16,0 1-6 16,0-4 14-16,0 0-16 15,0 9 19-15,0-2-18 16,0-3 14-16,0 4-9 15,0 0 6-15,0 0-6 0,0 0 3 16,0 4 0-16,0 4 0 16,-13-4 2-16,7 4-5 15,6 0 6-15,-12 0-1 16,12-3 2-16,-16 2 1 16,-2-3-4-16,5-4-1 15,-2 4 0-15,2-8-7 16,7-1 2-16,-9 14 10 15,2-2-10-15,1 2 14 16,-10 3-15-16,-3-4 6 16,4 0-2-16,-4-4 1 15,-3 4-9-15,0-4 6 16,3 3 2-16,-3-3-2 0,3 5 8 16,4 3-3-16,-7 0 0 15,3 0 3-15,-9 0-2 16,6 0 0-16,3-9-2 15,-9 9 4-15,15 0-8 16,-8 0 9-16,-8 0-10 16,11 0 14-16,-17 0-18 15,1 0 2-15,6 0 0 16,0 0 5-16,0 0 2 16,3 0-3-16,-3 9 11 15,-1-1-11-15,1-5 7 16,10-3 2-16,-11 5-3 15,1-5 7-15,6 0-10 16,-3 0 0-16,4 0-1 0,-8 0 2 16,11 0-1-16,-17 0 7 15,1 0-4-15,0 3 1 16,-1-3 1-16,7 0-3 16,16 0-3-16,-10 0 1 15,9 0 0-15,-9 0 3 16,7 0-3-16,-4 0 11 15,3 0-9-15,3 0 13 16,-8 0-12-16,8-3 2 16,-9-2-2-16,3 5-2 15,-9 0-1-15,6-3 1 16,3-2-4-16,-3 2 8 16,1-6-7-16,2 9 10 0,3 0-4 15,-3 0-3-15,-3 0-1 16,10-3 0-16,-4-5-2 15,-6 3-3-15,10 2 1 16,-10-2-3-16,-3 2 14 16,3 3-9-16,6 0 5 15,-15 0 0-15,3 0-1 16,-7 0-2-16,7-4 0 16,-12-4-5-16,5 8 4 15,1-5 2-15,0 5-6 16,6 0 17-16,-7-3-21 15,17 3 9-15,-17-5 0 0,-5 2 0 16,-1 3 4-16,1 0-8 16,5 0 9-16,-21 0-12 15,4 0 7-15,-17 0 0 16,22-8-4-16,13 8 2 16,12 0 2-16,-3-5-5 15,16 1-1-15,2 1 6 16,-8-5-4-16,-10 8 9 15,9 0-2-15,-12 0 2 16,9 0-9-16,-3-5 7 16,-12 2-3-16,15-6 0 15,-9 9 1-15,0-4-2 0,6 0 0 16,3 4-2-16,3 0 6 16,4 0-3-16,11 0 0 15,-8 0-2-15,9 0-14 16,0 0 16-16,-1 0-2 15,1 0 0-15,-6 0-1 16,-4-3-13-16,-9 3 13 16,-2-5 6-16,-1 5-1 15,9 0-2-15,-3 0-1 16,-2 0 1-16,2 0-2 16,3 0 2-16,7 0 0 15,-10 0 0-15,-6 0 2 16,10 0-7-16,-1 0 10 0,-9 0-3 15,16 0 1 1,-4 0-1-16,4 0-2 0,-1 0-3 16,4 0 0-16,-3 0 6 15,5 0-11-15,7 0 1 16,-6 0-1-16,-6 0-3 16,12 0 6-16,-9 0-12 15,2 0-2-15,1 0 14 16,6 0-5-16,-12 0 3 15,6 0 14-15,-4 0-14 16,-8 0 7-16,11 0-1 16,1 8-25-16,-9-4 2 0,9 0 15 15,-13 5-2 1,19-1 7-16,0 0-1 0,0-1-1 16,0-2-1-16,0 11 3 15,0-8 8-15,0 0-10 16,0-1 13-16,0 1-7 15,0 8 6-15,0-4-3 16,0 9-1-16,0-5 2 16,0-1-8-16,0-2 8 15,0-1-7-15,0-1 4 16,0 6-1-16,0-4 0 16,0 6 0-16,0 1-3 15,0 0 8-15,0-4-11 16,0-4 12-16,0 1-9 15,0-10 3-15,0 5 0 0,0 0-2 16,0 0 4-16,0 1-5 16,0 2 7-16,0 1 0 15,0 4 2 1,0-8-2-16,0 0-4 0,0 1 0 16,0-1-7-16,0 8 6 15,0-1-5-15,0 9 12 16,0 1-16-16,0-5 10 15,0-1-4-15,0-2-45 16,25-6-2-16,-10 2-22 16,-2-9-61-16,-7-4-133 15</inkml:trace>
  <inkml:trace contextRef="#ctx0" brushRef="#br0" timeOffset="144292.82">4322 14305 37 0,'0'0'0'0,"0"0"-4"0,0 0-1 0,0 0-10 0</inkml:trace>
  <inkml:trace contextRef="#ctx0" brushRef="#br0" timeOffset="213666.13">6595 11145 264 0,'0'0'232'0,"0"0"-206"0,0 0 2 0,0 0 25 0,0 0-34 16,0 0 14-16,0 0-13 15,0 0 19-15,-25-5-12 0,25 5 30 16,0 0 20-16,0 0-20 15,0 0-28-15,0 0-24 16,0 0 9-16,0 0-8 16,0 0-2-16,0 0-3 15,0 0 16-15,0 0 2 16,0 0-2-16,0 0-12 16,0 0-1-16,59 0-4 15,16 0 2-15,18 0 15 16,12 0-11-16,-3 5 10 15,-15-2-11-15,-15 6 3 16,-17-5-2-16,-2 3-3 0,-6-2-3 16,-13-5-9-16,-9 0 2 15,-16 0-38-15,-3 0-7 16,-6 0-111 0,0 0-37-16,0-12-351 0</inkml:trace>
  <inkml:trace contextRef="#ctx0" brushRef="#br0" timeOffset="214531.42">7972 11168 265 0,'0'0'93'0,"0"0"-60"0,0 0 64 0,0 0-53 16,0 0-32-16,0 0 23 0,0-3 50 16,0 3-29-16,0 0 34 15,0 0-19-15,0 0-12 16,0 0-59-16,0 0 0 16,0 0 25-16,40 0 1 15,0 0 0-15,7 0-3 16,15 0 4-16,3 0-20 15,10 0 10-15,-10 0-17 16,-3 0 1-16,-10 0-1 16,-11 0-7-16,-7 0-20 15,0 0-24-15,-16 0-17 16,10 0-76-16,-15 0-23 0,-7 0-265 16</inkml:trace>
  <inkml:trace contextRef="#ctx0" brushRef="#br0" timeOffset="-214181.98">9404 11245 206 0,'0'0'177'0,"0"0"-164"0,0 0 26 0,0 0 47 0,0 0-45 16,0 0-24-16,0 0 56 15,0 0-25-15,0 0 34 16,0 0-8-16,0 0 41 16,0 0-66-16,0 0-28 15,0 0-2-15,13 0 3 16,15 0-18-16,3 0-1 15,24 0 23-15,4 0-9 16,0 0 18-16,3 0-33 16,-3 0 7-16,9 0-9 15,-2 0-3-15,8 0-17 16,0 0 20-16,-8 0 0 0,2 0-25 16,-16 0 3-16,-11 0-37 15,-1 8-101-15,-21 0 52 16,-4-4-335-16</inkml:trace>
  <inkml:trace contextRef="#ctx0" brushRef="#br0" timeOffset="-213566.52">11014 11197 488 0,'0'0'80'0,"0"0"2"0,0 0-2 0,0 0-32 16,0 0-24-16,0 0 26 15,52 4 30-15,4 4-16 16,9 4-31-16,16-4-23 16,6-8-10-16,-13 0-49 15,7 0 37-15,-22 0 12 0,-7 0-6 16,-5 0-47-16,-13 0-3 16,-34 0-41-16,0 0-67 15</inkml:trace>
  <inkml:trace contextRef="#ctx0" brushRef="#br0" timeOffset="-212450.73">6735 11614 309 0,'0'0'194'0,"0"0"-139"0,0 0 56 0,0 0-53 0,0 0-26 0,0 0-5 16,-59 60 17-16,46-16 1 15,-8 0 24-15,14 4-10 16,1-7-32-16,6 6 11 16,-6-6-14-16,-6-1 20 15,2-4-44-15,10-8 7 16,0 0-7-16,0-8-1 16,0-11-5-16,22-6-6 15,-3-3-8-15,15 0 18 16,-6 0-4-16,-4 0 12 15,-2 0 1-15,3 0-3 16,21 5 0-16,4-5 1 16,3 3-4-16,6 5-1 0,-19 1-5 15,0-6 0-15,1-3-49 16,-13 0-29-16,3 0-134 16,-10 0 0-16</inkml:trace>
  <inkml:trace contextRef="#ctx0" brushRef="#br0" timeOffset="-211717.58">7978 11654 488 0,'0'0'77'0,"0"0"-65"0,0 0 79 16,0 0-9-16,0 0-23 0,0 0-35 15,0 189 5-15,0-145 3 16,0 0 30-16,0-4 6 16,0-4-34-16,0 0 7 15,9-4-28-15,4-7 3 16,-7-10-12-16,0-11-8 16,0 5-5-16,10-9-3 15,-4 0 9-15,7 3 3 16,9 2 4-16,18-2 5 15,1 2 11-15,-1-2-19 16,-5-3 7-16,-1 0-8 16,-6 0-3-16,0 0-18 0,-9 0-36 15,-10 0-39 1,-2 0-144-16,-13 0-84 0</inkml:trace>
  <inkml:trace contextRef="#ctx0" brushRef="#br0" timeOffset="-210852.03">9745 11662 24 0,'0'0'418'0,"0"0"-414"0,0 0 45 16,0 0 60-16,0 0-15 16,0 0-25-16,0-12 13 15,0 20-38-15,0 28 1 16,0 5 21-16,0 3-39 16,0 0-21-16,0-5-1 15,0-11 1-15,0-3 3 16,0 3 11-16,0-17-18 15,0 6 0-15,13-9 5 16,-7 0-14-16,6-5-8 16,10 2 5-16,-9-5 4 0,14 0 6 15,-2 8 0-15,3-4 1 16,-15 4 14-16,14-4-12 16,1-4 13-16,-9 9-15 15,0-9 1-15,2 3-1 16,-2 1-2-16,-4-4 1 15,4 8-15-15,-13-8 8 16,16 8-13-16,-16-8 7 16,7 0-90-16,14 0-76 15,-8 0-21-15,-3 0-246 16</inkml:trace>
  <inkml:trace contextRef="#ctx0" brushRef="#br0" timeOffset="-209852.49">11401 11626 565 0,'0'0'92'0,"0"0"-12"0,0 0-3 0,0 0-45 0,0 0-18 16,0 0 6 0,-12 24 67-16,12 8-43 0,0 8-4 15,0 0-12-15,0 13 7 16,0-1-19-16,0 4 1 15,0-4-4-15,0-8-1 16,0 4-12-16,0-12 8 16,0-8-16-16,0-8 12 15,0-12-11-15,18-3 12 16,-11-2-16-16,21-3-1 16,18 5 12-16,7-5 7 15,15 0-6-15,0 0 5 16,3 0-3-16,-9 0-6 15,-15 0 7-15,-13 0-12 16,-9 0 2-16,3 0 4 0,-16 0-33 16,16 19 15-1,19-2-1-15,-13 6-69 0,-3-10-304 16,-3-10 111-16</inkml:trace>
  <inkml:trace contextRef="#ctx0" brushRef="#br0" timeOffset="-205390.86">12784 11350 238 0,'0'0'97'0,"0"0"-85"16,0 0 17-16,0 0 23 0,0 0 22 16,0 0-8-16,0 0 41 15,0 0-46-15,0 0 2 16,0 0-30-16,0 0-19 16,0 0-14-16,0 0 0 0,0 0 2 15,0 3-1-15,0-3 55 16,0 0 10-16,0 0 0 15,0 0-32-15,0 0 9 16,0 0-22-16,0 0-6 16,0 0-3-16,0 5-10 15,40-5 7-15,22 7-6 16,19-7 26-16,-3 8-27 16,8-8 5-16,-11 5-1 15,-13-5-12-15,-16 0 2 16,-5 0-9-16,-10 0 3 15,-10 0-27-15,7 0-19 16,-15 0-101-16,-13 0-196 0</inkml:trace>
  <inkml:trace contextRef="#ctx0" brushRef="#br0" timeOffset="-204573.9">14322 11394 1 0,'0'0'528'0,"0"0"-485"15,0 0 75-15,0 0 7 0,0 0-80 16,0 0-5-16,0 3-2 16,0-3-8-16,16 4-9 15,21 0 50-15,3-4 6 16,16 9-31-16,-3-6-14 15,12 2-20-15,3 3 4 16,6-5-16-16,-2 6 14 0,2-9-13 16,-6 8-2-16,-9-8-3 15,-6 0-10-15,3 0-14 16,-25 0-35-16,9 0-17 16,-24 0-129-16,-16-8-199 15</inkml:trace>
  <inkml:trace contextRef="#ctx0" brushRef="#br0" timeOffset="-203658.85">16006 11430 240 0,'0'0'312'0,"0"0"-292"0,0 0 27 0,0 0 33 15,0 0-48-15,0 0 10 16,0 0-5-16,0 0 22 15,0 0 37-15,15 0-3 16,26 0-7-16,5 0-48 16,13 0-14-16,9 3-22 15,3 1 22-15,10 1-22 16,0 3 0-16,-1-5-2 16,-11 2 0-16,-17-5-17 15,1 0-18-15,-7 0-15 16,1 0-39-16,-7 0-77 0,-12 0-80 15,-22-5-387-15</inkml:trace>
  <inkml:trace contextRef="#ctx0" brushRef="#br0" timeOffset="-203039.95">17925 11481 302 0,'0'0'200'0,"0"0"-56"0,0 0 16 0,0 0-51 0,0 0-1 0,0 0-31 16,149 33-17-16,-72-25-42 15,4 0-8-15,21-8 4 16,-15 0-3-16,-16 0-11 16,10 0 1-16,-25 0-7 15,-3 0-17-15,-7 0-10 16,-6 0-61-16,-21-5-137 15,-13 5-283-15</inkml:trace>
  <inkml:trace contextRef="#ctx0" brushRef="#br0" timeOffset="-201943.2">13014 12324 193 0,'0'0'369'0,"0"0"-321"0,0 0 36 0,0 0 0 0,0 0-8 0,0 0-16 16,0 0-3-16,0 0-33 0,0-13 0 15,0-10-1-15,6-5-16 16,12-4-6-1,4-1 5-15,-10 2-12 0,10 6-13 16,-22 5 14-16,13 12-27 16,-13 5 2-16,12 3 7 15,-12 0 16-15,6 0 3 16,10 11 8-16,-10 17-11 16,28-3-5-16,-15-2-5 15,-7 1-6-15,10-4 23 16,3-4 0-16,-4-7 0 0,-8-9 3 15,21 0 14 1,-6 0 29-16,12-25-26 0,-15-23 31 16,9 1-30-16,-16 3 3 15,-18 3-13-15,0 10 3 16,0-2-14-16,0 13-4 16,0 7-26-16,0 2-114 15,0 11-21-15,0 0-229 16</inkml:trace>
  <inkml:trace contextRef="#ctx0" brushRef="#br0" timeOffset="-201226.78">14455 12347 38 0,'0'0'717'0,"0"0"-622"0,0 0 29 15,0 0-36-15,0 0-81 16,0 0-2-16,0-103-5 0,0 75 6 16,0 7-5-16,22 6 13 15,-16 2-2-15,7 5-11 16,2 8 9-1,-15 0-2-15,13 0-16 16,5 0 6-16,4 5 2 0,3 22-7 16,9 6 6-16,12-10-3 15,-5 13-2-15,-1-15 2 16,0-6 8-16,-6-6-10 16,-6-9 12-16,-3 0-2 15,9 0 6-15,-6-20 10 16,-9-21-10-16,9 2-9 0,-16-6-1 15,0 1-15 1,4 5 3-16,-10-2-17 0,0 25 8 16,-6 4-8-16,0 12-2 15,0 0-121-15,0 0-112 16</inkml:trace>
  <inkml:trace contextRef="#ctx0" brushRef="#br0" timeOffset="-200478.17">16000 12336 444 0,'0'0'139'0,"0"0"-15"0,0 0-39 15,0 0-40-15,0 0-15 16,0 0 61-16,21 0-48 0,-8 0-8 16,-7-8-1-1,16-20 3-15,-4 0-9 0,4 0-27 16,3-13-2-16,9 5-8 15,0 5-25 1,-9 10-28-16,3 14 20 0,-16 7-45 16,-3 0 46-16,-9 11 41 15,19 34 19-15,9-1 12 16,-3 8-28-16,21-4-1 16,1-12-2-16,8-4-72 15,4-12 72-15,-18-16 5 16,-1-4-5-16,-6 0 0 15,-3 0 20-15,3-24-9 16,-6-16 19-16,0-5-30 0,-9-2-13 16,-7-2-40-1,10 5-46-15,-10 4-108 0,1 4-92 16</inkml:trace>
  <inkml:trace contextRef="#ctx0" brushRef="#br0" timeOffset="-199628.98">18279 12396 652 0,'0'0'78'0,"0"0"-73"0,0 0-1 0,0 0-4 0,0 0-9 0,0 0 9 15,-25 4 58-15,25-4 21 16,0 0 86-16,0 0-79 16,0 0-38-16,0-24-46 15,0-8-2-15,0-8-10 16,18 0-34-16,23-5 19 16,-1 9-46-16,0 8-21 15,-6 12 45-15,-21 16 45 16,8 0-6-16,-8 0 8 0,-1 5 40 15,10 23-3 1,3 8-21-16,9 3-8 0,12 2-13 16,7-1 5-16,15-13-6 15,1-6-16-15,-4-14 0 16,3-7 15-16,-28 0-78 16,13-11 85-16,-19-37 60 15,-15-9-35-15,2-2 8 16,-2 10 19-16,-13 9-37 15,16 16 4-15,-16 8-19 16,-6-4-1-16,0 12-125 16,0 0-174-16</inkml:trace>
  <inkml:trace contextRef="#ctx0" brushRef="#br0" timeOffset="-188288.34">4918 5209 6 0,'0'0'167'0,"0"0"-30"0,0 0-42 16,0 0-15-16,0 0-36 15,0 0-30-15,0 0 6 16,-19 0-18-16,19 0 3 16,0 0 0-16,0 0 3 15,0 0-8-15,0 0 1 16,0 0-3-16,0 0 10 15,0 0-7-15,-9 0-1 16,9 0 13-16,0 0 38 16,0 0-2-16,0 0-7 15,0 0 0-15,0 0-20 0,0 0-1 16,0 0 25-16,0 0-23 16,0 0 21-16,0 0-7 15,0 0-5-15,0 0-32 16,-6 0 7-16,6 0-1 15,0 0-2-15,0 0-4 16,0 0 8-16,0 0-9 16,0 0 2-16,0 0 5 15,0 0-1-15,0 0 5 16,0 0 2-16,0 0 8 16,0 0-14-16,0 0-6 15,0 0 4-15,0 0-4 16,0 0 0-16,0 0-8 0,0 0 8 15,0 0 0-15,0 0 3 16,0 0 1-16,0 0 11 16,6 0-11-16,9 0 3 15,-2 0 5-15,8 0-8 16,-2 0 21-16,3 0-22 16,-4 0 5-16,1 0-1 15,9 0-7-15,0 0 1 16,3 0 1-16,-3 0-2 15,0 0 1-15,-10 0-9 16,4 0 14-16,-10 0-11 16,1 0 10-16,21 0-8 15,-6 0 4-15,3 0-1 16,3 0 0-16,12 0-1 16,-12 0-1-16,0 0 4 0,-6 0-10 15,-9 0 19-15,0 0-22 16,-4 0 19-16,-9 0-13 15,13 0 5-15,-4 0 0 16,-2 0-3-16,15 0 7 16,-10 0-10-16,10 0 15 15,3 0-18-15,-3 0 11 16,0 0-5-16,-16 0 1 16,1 0 2-16,-13 0 0 15,15 0 1-15,-15 0 0 16,13 0 4-16,5 0-2 0,16 0 3 15,-6 8-8-15,19-4 5 16,-19-4-4-16,3 8 1 16,-9-8 0-16,2 0-1 15,-8 0 3-15,-10 0-8 16,13 5 13-16,-4 3-11 16,-2-8 10-16,5 0-9 15,4 0 3-15,6 0-2 16,-10 0 1-16,-5 0 2 15,2 7-4-15,-2-3 9 16,-1-4-9-16,10 0 10 16,-4 0-8-16,10 0 1 15,-9 0 0-15,3 0-1 16,-4 0 1-16,-12 0-1 0,4 8 7 16,8-8-13-1,-11 0 15-15,20 0-13 0,-8 0 11 16,-3 0-9-16,2 4 3 15,-5-4 0-15,14 0 0 16,-20 0 1-16,14 0-3 16,-2 0 4-16,-13 0-7 15,0 0 12-15,16 0-12 16,-16 0 7-16,-6 0-2 16,6 0 0-16,1 0-1 15,14 0-1-15,-21 0 4 16,7 0-2-16,-1 0 6 0,0 0-5 15,9 0 4-15,-15 0 9 16,0 0-12-16,0 0 1 16,0 0-1-16,0 0-1 15,0 0-2-15,0 0-1 16,7 0-4-16,-7 0 12 16,0 0-5-16,0 0-1 15,0 0-1-15,0 0-32 16,0 0-51-16,0-16-125 15,0-4-539-15</inkml:trace>
  <inkml:trace contextRef="#ctx0" brushRef="#br0" timeOffset="-184458.73">12620 4475 491 0,'0'0'67'0,"0"0"-56"0,0 0 48 0,0 0 33 16,0 0-3-16,0 0-19 15,0-4 10-15,0 4-50 16,0-4 9-16,0 4-17 15,0 0 7-15,0 0-25 16,0 0 6-16,0-4 3 16,0 0 7-16,0-4 8 15,-16 0-21-15,4-4 21 16,-1 4-25-16,-2-4 2 16,3 4 0-16,-1-4-10 15,-15 0 5-15,16 4-2 16,-10 0-1-16,-12 0 6 0,3 4-2 15,3-9 5-15,-6 2-12 16,0 7 4-16,3-1-1 16,3 5-8-16,-6 0 6 15,9 0-4-15,-3 0 8 16,-12 0-3-16,0 0 8 16,-13 0-6-16,0 0 8 15,13 5-8-15,-13 7 6 16,19 4-5-16,-13 8 1 15,1 8-7-15,-4 0 7 16,-2 0-13-16,11-4 12 16,1 1 2-16,9-1-4 15,3-9 5-15,0 1-4 0,10-7 0 16,5 2-1-16,4 1 3 16,3-3-8-16,6 7 7 15,0 3 0-15,0-2 1 16,0-1 2-16,0 8-2 15,0-12 4-15,0 4-4 16,0 8 0-16,0-7 0 16,0 7-5-16,0-5 12 15,15-2-17-15,-2 2 20 16,-7-7-16-16,6 1 12 16,-2-6-12-16,8-3 2 15,-5 0 1-15,2 1 1 0,-3-1 1 16,1 0 1-16,9 0-2 15,-10-4-7 1,16 0 18-16,-16 0-18 0,1-1 18 16,2 2-18-16,4-2 13 15,-1 2-5-15,10-2 1 16,0 6 0-16,-3-5-3 16,15 0 6-16,1-1-12 15,-1 2 3-15,-12-5 4 16,12 0-3-16,-21 8 4 15,2-5 1-15,-8 2 0 16,-1-1 0-16,16 0 3 16,-15 0-5-16,14 0 9 0,-2-4-11 15,9 0 5 1,0 0-2-16,1 0-9 0,-11 0 10 16,4 0 0-16,-15 0 1 15,15 0-4-15,-10 7 6 16,4 2 0-16,12-1 3 15,-3 0-12-15,9-8 2 16,-12 0-1-16,19 8-12 16,-13-8 8-16,-6 0 6 15,-3 0 0-15,-13 0-1 16,16 0 8-16,-6 0 3 16,2 0-2-16,11 0-5 0,-17 0 1 15,16 0-1 1,-6 0 0-16,-9 0 1 0,9 0-2 15,0 0 7-15,-10 0-8 16,10 0 7-16,-9 0-7 16,15 0 2-16,-16 0-4 15,23 0-4-15,-13 3-1 16,6 2-8-16,6 7-7 16,-15-8 15-16,-3 13 9 15,-4-14-6-15,-5 5 14 16,-4-4-13-16,3-4 7 15,1 0-4-15,8 0 2 16,-8 0-9-16,15 0-16 16,-10 0 4-16,10 0 15 15,-9 0 12-15,2 0-2 16,-14 0-3-16,5 0 30 0,0 0-13 16,4 0-9-1,3 0 3-15,2 0-11 16,4 0 4-16,3 0-1 0,0 0-3 15,-3 0 7-15,3 0-10 16,-4-4 6-16,4-7 4 16,0 3 10-16,-3-1-4 15,9-3-6-15,-6 12-4 16,-3-9-5-16,3 6 7 16,-10-5-12-16,-2 4 9 15,2 4-7-15,-11-4 1 0,8 0 3 16,-15-4-1-16,13 3 1 15,-1-2 2-15,-6-5-2 16,10 3 4-16,-4 6 2 16,0-5-9-16,4 3 7 15,-4-6-8-15,7-6 3 16,3-2-5-16,6-14 5 16,-4 5-24-16,4 5 20 15,-3 10 5-15,-16 1 4 16,-2 9-3-16,-7 3 26 15,0-5-11-15,0 2 4 16,6 3-20-16,6-13 0 16,10-3-6-16,3-4-21 0,-4-3 14 15,-2-2-7 1,-3 6 17-16,-4 2-6 0,-12-3 9 16,0 4-2-16,0 0 2 15,0 0-2-15,0-9-1 16,0 2-1-16,0-1-23 15,-12 12 25-15,-4-1-26 16,-9 5 12-16,-15 1 6 16,0 7 10-16,-1-5 10 15,1 2 12-15,-7-5 24 16,13 3-34-16,-6 2 15 16,0-6-26-16,-1 6-2 0,-5-5-1 15,12-5-1 1,-6 1-2-16,9 4 2 0,-4 0 0 15,-5 0 6-15,-6 4-8 16,11-4 5-16,-5 0-7 16,-6 0-12-16,12 0 19 15,-7 0-46-15,-5 0 37 16,12 1 9-16,3-1 10 16,3-1 18-16,-6 5-8 15,9 0-5-15,-15 4-10 16,-1 0-10-16,-5 0 13 15,-10 0-7-15,9 0-1 16,-5-13 0-16,18-2-6 16,3-6-8-16,15-6 9 15,4 10-42-15,5-3-4 16,7 9 0-16,-6-9-105 16,-3-1-419-16</inkml:trace>
  <inkml:trace contextRef="#ctx0" brushRef="#br0" timeOffset="-180892.36">4710 5899 185 0,'0'0'160'0,"0"0"-2"0,0 0-76 0,0 0-57 0,0 0 10 15,0 0-14-15,0 0-21 16,-12-40-53-16,12 27 43 16,0 10 1-16,0-5 8 15,0 8 1-15,0 0 0 16,0 0-2-16,0 0 2 16,0 0 42-16,0 0-13 15,0 0 14-15,0 0-12 0,0 0 24 16,0 0-32-16,0 0-20 15,0 0 2-15,0 0-4 16,12 0 18-16,-12 0-18 16,0 0 14-16,15 0-11 15,-15 0 1-15,13 0 11 16,15 0 15-16,-10 0-6 16,10 0-5-16,-3 0 12 15,9 0-16-15,-6 0-8 16,3 0-4-16,3 0 7 15,0 0-10-15,0 0-2 16,1 0 1-16,-4 0 0 16,-10 0 0-16,13 0 1 15,-9 0 8-15,3 0-4 16,6 0 0-16,-3 0 4 0,16 0-10 16,2 0 2-1,-2 0-2-15,-7 0 0 0,-9 0 1 16,-3 0 0-16,-9 0 2 15,9 0 10-15,-7 0-12 16,4 0 7-16,9 0-2 16,0 0-1-16,-3 0-4 15,3 0-1-15,0 0-1 16,1 0 2-16,-11 0-1 16,4 0 3-16,-6 0-5 0,15 0 7 15,-15 0-3 1,24 0 5-16,-18-8-8 0,19 4 2 15,-7 4 0 1,-9 0 0-16,9 0-2 0,-5 0-3 16,-1 0 10-16,6 0-9 15,0 0 10-15,1 0-12 16,-7 0 0-16,-9 0 4 16,9 0-5-16,-16 0 7 15,-2 0-3-15,9 0 6 16,2 0-4-16,1 0 9 15,3 0-12-15,10 0 8 16,-1 0-8-16,0 0-2 16,-6 0-7-16,7 0-6 15,-17 0 10-15,4 0 6 0,-6 0 6 16,3 0-14-16,-3 0 19 16,9 0-13-16,18 0 9 15,-2 0-8-15,18 0 4 16,-12 0 0-16,-13 0-1 15,-6 0 2-15,-12 0-3 16,2 0 4-16,-2 0-6 16,-9 0 10-16,-1 0-9 15,10 0 5-15,3 0-2 16,15 0 3-16,-12 0-1 16,6 0-4-16,0 0 7 15,-3 0-6-15,9 0 5 0,-6 0-7 16,0 0 6-16,-15 0-3 15,3 0 3-15,-4 0-3 16,-11 0 8-16,2 0-8 16,-9 0 14-16,18 0-13 15,1 0 11-15,3 0-9 16,6 0-6-16,-3 0 4 16,2 0-2-16,-14 0 1 15,15 0-1-15,-3 0-3 16,-4-8 8-16,-8 8-9 15,-13 0 11-15,6 0-1 16,9 0-4-16,-8 0 6 16,5 0-7-16,0 0 2 0,4 0-2 15,9-5 2 1,-10 5-5-16,4 0 10 0,-7 0-10 16,-3 0 11-16,-2 0-8 15,-7-8 2-15,0 8 3 16,0-3-3-16,6 3-2 15,0 0 11-15,0 0-10 16,0 0 15-16,1-4-10 16,-7 4 28-16,9 0-25 15,3-4 2-15,1-5-11 16,2 9 0-16,4-3 0 16,-7-2 2-16,-2 2-6 15,-4-2 4-15,0 2-7 16,-6-2 7-16,6-2-6 0,-6 7 0 15,6 0-8-15,16-5-58 16,-9-3-128-16,5 0-186 16</inkml:trace>
  <inkml:trace contextRef="#ctx0" brushRef="#br0" timeOffset="-176915.21">10834 5113 219 0,'0'0'141'0,"0"0"-97"0,0 0 64 0,0 0-49 15,0 0-6-15,0 0-1 16,0 0 2-16,0 0-19 0,0 0 7 15,0 0-6-15,0 0 24 16,0 0-15-16,0 0-1 16,0 0 2-16,0 0-8 15,0 0 2-15,0 0-26 16,-6 0-4-16,-1 0-5 16,-14-12-10-16,8 4-2 15,-8 3 6-15,14-2-2 16,-11 3 3-16,2-5 6 15,4 6-5-15,-7-2 19 16,-2-6-20-16,-4 7 6 16,9-4 2-16,-9 0-16 0,-2 3-2 15,-1 2-10 1,-3 3 7-16,-10 0 8 16,-5 0 2-16,5 0 3 0,-14 0-5 15,14 0 10-15,10 0-8 16,-9 0 8-16,0 0-10 15,-1 0 4-15,14 0-13 16,8 0 1-16,-9 0-1 16,9 0 11-16,-9 0 6 15,10 0 3-15,-10 0-5 16,0 3 11-16,9 5-11 16,-8 1-1-16,2-1 0 15,3-5-5-15,3 13 2 16,4-3-2-16,3-1-1 0,-1 4 12 15,-9-12-11-15,4 8 11 16,-10 0-10-16,3 4 4 16,-3-1 0-16,10-6-3 15,2 12-2-15,-2-10 5 16,11 9-21-16,-8-7 21 16,9 6-14-16,-7 1 13 15,-2-8-18-15,8 1 13 16,1 6 6-16,0-7-11 15,6 1 9-15,0-2-6 16,0 9 6-16,0 5-1 0,0-6-5 16,0-2 15-1,0-6-7-15,0 2 0 0,0-5 15 16,0 7-15 0,0 2 2-16,12 2-2 0,16 6 8 15,7 3-9-15,-1 0 6 16,-10-4-10-16,4-8 2 15,-3-4 1-15,-3-4-5 16,-4 5 4-16,4-1 0 16,-9 7 6-16,14-2-4 15,-2 2 7-15,9 1 0 16,0-4-6-16,7-3-2 16,-7-1-10-16,6-4 9 15,-15 4-15-15,3 4-3 0,-9-5 15 16,2 2 12-1,-2-1-16-15,9 8 19 0,-10-12-13 16,16-4 8-16,1-4-8 16,-11 0-4-16,10 0 0 15,1 0 4-15,-1 0 4 16,0 0-6-16,-9 0 13 16,3 0-4-16,-4 0-3 15,10 0-2-15,-12 0-7 16,-9 0-8-16,14 0 2 15,-14 0 8-15,-13 0 2 16,28 0 10-16,-16 0-6 16,16 0 6-16,-3 0-10 0,15 0 6 15,-6-12-2 1,0-8-4-16,-9 0 5 0,3 7-5 16,-16 2 8-1,10 7-9-15,-3-4 12 0,3 0-9 16,-10 0 8-16,7 0-10 15,-4-9 9-15,4 6-8 16,2-9-3-16,-2-1-29 16,-7 6 5-16,-12-1 21 15,0 8 10-15,0-4 16 16,10-4 7-16,-4-1-23 16,6-2 3-16,-6-2-3 15,1-3-13-15,-7-4-15 16,0 4-22-16,0 0 32 0,0-1 3 15,0 5 10 1,0 4 9-16,0 5-4 0,-13 2 4 16,1 6 1-16,12-2-5 15,-6-3 1-15,6 1 0 16,-10-14-1-16,-2 1 0 16,6 4-16-16,-7-4 14 15,-2-7-11-15,2 10 11 16,-5-3 1-16,2 1-25 15,-2 19 26-15,-10-8 36 16,-6 3-15-16,3-3 10 0,-19-4-1 16,4 4-30-1,-7-4-1-15,13-4-7 0,-13-8-33 16,6 0-25-16,1 12 40 16,-1 3 26-16,1 9 47 15,-4 0 0-15,4 0-42 16,15 0-10-16,9 0-112 15</inkml:trace>
  <inkml:trace contextRef="#ctx0" brushRef="#br0" timeOffset="-175598.68">11187 5718 253 0,'0'0'23'0,"0"0"-11"0,0 0 105 0,0 0-28 15,0 0-75-15,0 0 62 16,6-8 9-16,-6 8 5 16,0 0-13-16,0 0-14 15,0 0-21-15,7 0-30 16,8 0-7-16,4 0-4 16,9 0 10-16,0 0-4 15,-4 0 24-15,10 0 3 16,7 0 8-16,-1 5-9 15,13-2-5-15,6 9-10 16,9-4-8-16,0 0 12 16,19 9-19-16,-10 2 7 15,-2 6-6-15,18-1 3 16,-6 4-3-16,21 0-2 0,4-4-2 16,3 4 0-1,6-4-3-15,-16 0 8 0,-3-4-12 16,-9-7 14-16,7 14 2 15,8-2-5-15,-9 6 19 16,22-3-17-16,-15-3 4 16,2 3-8-16,-9-4 0 15,22 4-4-15,-6 0 8 16,-3 4-7-16,2-8 2 16,1 0 16-16,3-4-14 0,-16 4-3 15,4-4 6 1,-26 4 1-16,7 1 0 15,-19-10-4-15,-21-2-6 0,-22-5-2 16,-4 0 2-16,-14-5-30 16,-1-3 5-16,-6 0-20 15,0 0-37-15,0 0-142 16,0 0-399-16</inkml:trace>
  <inkml:trace contextRef="#ctx0" brushRef="#br0" timeOffset="-174999.81">14663 6480 83 0,'0'0'179'0,"0"0"-105"0,0 0 117 0,0 0-35 16,0 0-84-16,0 0-52 16,-121 57-14-16,121-57-1 15,0 0 16-15,0 0-18 16,0 0-5-16,0 0 8 15,34 8 2-15,7-8 9 16,5 0-11-16,1 0 23 16,-1 0 5-16,-12 0 25 15,-6 0-12-15,-9 0-9 16,2-8-19-16,-2-13-2 0,-13-2-5 16,-6-5-9-16,0 4-3 15,0-1 0-15,0 5-1 16,-6 1-6-16,-19 2 1 15,4 1 6-15,8 13-10 16,-2-6-30-16,8 9-28 16,7 0-77-16,0 0-209 15</inkml:trace>
  <inkml:trace contextRef="#ctx0" brushRef="#br0" timeOffset="-174350.16">15386 6858 208 0,'0'0'346'0,"0"0"-334"0,0 0 46 0,0 0 28 0,0 0-49 15,0 0 9-15,-13 15-4 16,13-15 20-16,0 0 42 0,0 0-14 15,0 0-16-15,0 0-24 16,0-15-32-16,0-18-12 16,0-14-3-16,0-6-5 15,0-4 8-15,0 2-4 16,0-1-2-16,0 0 0 16,0 4-6-16,13 3-10 15,-1 17-7-15,3 16-16 16,-15 16 22-16,0 0-15 15,0 8 26-15,-9 32 5 16,-28 9 2-16,3-5-2 16,6-13-20-16,16 10-14 0,5-18-137 15,7 2-18-15,0-13-175 16</inkml:trace>
  <inkml:trace contextRef="#ctx0" brushRef="#br0" timeOffset="-174265.09">15386 6858 123 0</inkml:trace>
  <inkml:trace contextRef="#ctx0" brushRef="#br0" timeOffset="-173983.17">15386 6858 123 0,'93'-101'12'0,"-81"114"70"0,4 6 11 16,2 1 312-16,4 8-334 15,-10-7 5-15,7-1-35 0,15 4 22 16,0-9-27-16,6-7-27 15,1 1-1-15,-1-9-5 16,0 0 24-16,13 0-16 16,-7-32 18-16,7-17-17 15,-12-11 9-15,-1-4-21 16,-12 0-2-16,-16 0-10 16,-12 20 1-16,0 11 7 15,0 13 8-15,0 9 10 16,-40 11-2-16,-13 0 28 15,-15 0-40-15,9 0-27 16,6 0-10-16,7 20-11 16,12-9-80-16,6 2-2 15,28-1-28-15,0-4-316 0</inkml:trace>
  <inkml:trace contextRef="#ctx0" brushRef="#br0" timeOffset="-173398.99">16508 6822 428 0,'0'0'221'0,"0"0"-112"0,0 0-9 0,0 0-46 0,-12 92 2 0,12-68-35 16,0-4-11-16,0-8-7 16,34-1-2-16,-9-6 4 15,9-5 2-15,6 0 3 16,0-8-7-16,13-25 18 15,-7-6-20-15,-11-6 1 16,-17 1 2-16,-18 0-8 16,0 0 3-16,0 8-17 15,0 11 18-15,0 10 2 16,-37 2-2-16,-13 13 8 16,4 0-11-16,-7 0 3 0,13 0-50 15,0 5-86-15,15 15 62 16,3 0-9-16,10-1 3 15,12-6-87-15</inkml:trace>
  <inkml:trace contextRef="#ctx0" brushRef="#br0" timeOffset="-172883.88">17010 6914 61 0,'0'0'458'0,"0"0"-357"0,0 0 9 16,0 0-35 0,0 0-50-16,0 0-23 0,0 80-1 15,0-77-1-15,0 2 1 16,0-5 11-16,0 8 40 15,0-8 72-15,0 0-87 16,0 0 8-16,0 0-18 16,0-24-27-16,0-9 0 15,0-3-9-15,0 0 3 16,0-3 12-16,0-2-2 16,0-3-3-16,0 4 8 15,0 4-1-15,0 0-16 0,0 4 6 16,0 0-21-16,25 8-4 15,31 4-4-15,-16 7-5 16,1 5-10-16,-10 8 43 16,-10 0 3-16,4 0 8 15,3 0-6-15,-6 0-3 16,3 8 1-16,-13 5-47 16,-3-1-49-16,-9 7-3 15,0 1 82-15,0 5 17 16,-28 7 100-16,-18 0-21 15,-1 4-25-15,7-4-48 16,6 1-6-16,15-10-74 16,19-10-99-16,0-10-163 15</inkml:trace>
  <inkml:trace contextRef="#ctx0" brushRef="#br0" timeOffset="-172217.99">17559 6709 193 0,'0'0'120'0,"0"0"-61"0,0 0 74 0,0 0-42 16,0 0-3-16,0 0-7 15,0 0 31-15,6-5-28 16,-21 5-50-16,-10 0-10 15,3 0 10-15,-9 0 33 16,-9 33-45-16,6 0 1 16,0 3 0-16,15 0-23 15,10-5-8-15,9-2 8 16,0-1-6-16,0-8 4 16,0 0-19-16,40-9 7 15,1-3-37-15,14-3-8 0,-2-5-15 16,-13 3 16-16,1 2 8 15,-23-5-18-15,-12 12 44 16,-6-4 21 0,0 4 3-16,0 0 8 0,0 8-6 15,0-4-2-15,0 1-62 16,0-6-75-16,0-11-311 16</inkml:trace>
  <inkml:trace contextRef="#ctx0" brushRef="#br0" timeOffset="-171752.5">17510 7054 169 0,'0'0'192'0,"0"0"24"0,0 0-88 0,0 0-68 16,0 0-24-16,0 0 21 15,-87 136-57-15,68-111-9 16,1-2-81-16,-10-3-78 16,-6 1-135-16</inkml:trace>
  <inkml:trace contextRef="#ctx0" brushRef="#br0" timeOffset="-171485.06">17510 7054 335 0</inkml:trace>
  <inkml:trace contextRef="#ctx0" brushRef="#br0" timeOffset="-171303.3">17510 7054 335 0,'322'64'119'0,"-288"-64"-31"0,6-36-17 16,-9-12 62-16,-3 0-120 0,-28 20 18 15,0 8 7 1,0 7 61-16,0 5-28 16,-18 5-16-16,-10-2-55 15,0 2-4-15,16-6-9 0,-1 6 5 16,13-2 7-16,-6 5-23 16,-10 0 17-16,4 0 6 15,-7 0-97-15,-8 5-117 16</inkml:trace>
  <inkml:trace contextRef="#ctx0" brushRef="#br0" timeOffset="-170886.26">17860 6697 660 0,'0'0'89'0,"0"0"22"0,0 0 25 0,0 0-53 16,0 0-26-16,0 0-6 15,19 0-30-15,21 0-15 16,6 0 4-16,1-4-10 15,-1-4-9-15,-5-4-61 16,-1 4-63-16,-18-4-211 16</inkml:trace>
  <inkml:trace contextRef="#ctx0" brushRef="#br0" timeOffset="-170586.97">17860 6697 444 0,'301'52'307'0,"-323"-40"-219"16,10-3-1-16,-1 6-24 16,13 1-46-16,0 17-16 15,0 3 2-15,0 3 0 16,0 5 16-16,0-3-10 15,0-5 12-15,13-5-15 16,21-10-6-16,6-9-8 16,7-7-12-16,18-5-59 0,9 0-55 15,-9 7-299-15,3-7 416 16,-34 0-41-16,-9 0-161 16</inkml:trace>
  <inkml:trace contextRef="#ctx0" brushRef="#br0" timeOffset="-170335.8">18127 6814 649 0,'0'0'135'0,"0"0"-21"16,0 0-5-16,0 0-87 15,0 0-22-15,0 0-33 16,207 3-118-16,-176-3-111 16,10 0-320-16</inkml:trace>
  <inkml:trace contextRef="#ctx0" brushRef="#br0" timeOffset="-169904.27">18127 6814 263 0,'272'-13'595'16,"-272"13"-486"-16,0 0-82 16,0 0-20-16,28 0-1 0,6 0-10 15,-3-4 4-15,-3 4-1 16,-9 0-9-16,3 0-17 15,-10-4 8-15,10-4-32 16,-10-4-9-16,-6 0-28 16,10 4 64-16,-16 8 24 15,0 0 4-15,0 0 70 16,0 0-25-16,0 0 5 16,0 0-36-16,0 0 6 15,0 8-14-15,0 1 1 0,31-1-11 16,9 3 0-1,7 1-23-15,-1 1-17 0,-5-2 32 16,-14 6 5 0,-8-6-2-16,-3 1 10 0,-4 4 15 15,-6 0-4-15,0 9 21 16,16 3-17-16,-10 3 32 16,-5 2-44-16,-1-5-8 15,-6-4 0-15,0 0 6 16,0-4-14-16,0 0-5 15,0-8-78-15,0-4-175 16</inkml:trace>
  <inkml:trace contextRef="#ctx0" brushRef="#br0" timeOffset="-158364.03">6570 10315 11 0,'0'0'322'0,"0"0"-277"0,0 0 13 0,0 0-13 16,0 0-12-16,0 0 33 15,0 0 52-15,0 0-31 16,7-13-37-16,-7 13-27 16,0 0 10-16,0 0-21 0,0 0-5 15,12 0-4-15,-12 0 6 16,0 0 55-16,0 0-12 15,0 0 10-15,0 0-30 16,0 0-3-16,0 0-21 16,0-3 3-16,0-6-11 15,0 6 1-15,6-5-3 16,0-9 9-16,16 1-10 16,-10-4 9-16,10-4-11 15,-9 8 10-15,-1 4-7 16,-6 4 2-16,3 4 0 15,4 4-2-15,-7 0 2 16,6 0-4-16,10 0-1 16,-3 0 0-16,-4 0-2 15,10 0 6-15,-3 0-11 0,3 16-1 16,-25 13 9-16,0 7 4 16,0 15 0-16,-25 1 7 15,-9 5-14-15,6-6 3 16,3-6-4-16,-3-9 3 15,9 4 4-15,-8-4-1 16,-8-8 2-16,11 8 0 16,8-11 1-16,-9-6 1 15,25-2 6-15,0-9-16 16,0-8-13-16,0 11 16 0,0-6-8 16,7-1 8-1,27-1 5-15,12-3 11 0,-6 0 11 16,-2 0-19-16,2 0 6 15,6 0-9 1,-5 0 0-16,-7 0-31 0,-6 0-6 16,-16 0-78-16,10 0-95 15,-3 0-136-15</inkml:trace>
  <inkml:trace contextRef="#ctx0" brushRef="#br0" timeOffset="-157398.03">7336 10146 165 0,'0'0'302'0,"0"0"-251"0,0 0 6 0,0 0-27 16,0 0-24-16,0 0 57 0,-59 0 10 15,41 0 4-15,8 0-22 16,-14 0 44-16,11 0-59 15,-9 0-14-15,10 0-1 16,-10 8-5-16,-2 9 17 16,2 2-20-16,3 6-2 15,-2 6-13-15,2 10 8 16,-3-2-8-16,4 9 8 0,-4-4-7 16,3 0 1-16,-9 1-3 15,10-9 6-15,18-4-7 16,0-7 8-16,0 3-21 15,34-5 18-15,-15-2-11 16,15-5 4-16,-16-1 1 16,-2-7-9-16,-4 0-6 15,-6-8 14-15,1 0-9 16,8 0 10-16,-3 0-19 16,7 0 7-16,9-8 12 15,-9-15-2-15,8 7 3 16,-14 3-9-16,-13 5 7 15,0-4 2-15,0 9-3 16,0-5 12-16,0-5-18 16,0 13 9-16,-13 0 0 0,1 0-3 15,-3 0-2-15,-4 0 4 16,-9 0-9-16,-18 0-6 16,27 16-10-16,-21 0 13 15,12-4-15-15,15 1 27 16,7-5-103-16,6 0 38 15,0-1-31-15,0 1-72 16,13-8-333-16</inkml:trace>
  <inkml:trace contextRef="#ctx0" brushRef="#br0" timeOffset="-155982.14">7559 10672 677 0,'0'0'23'0,"0"0"5"0,0 0 33 0,0 0-40 16,0 0-16-16,0 0-5 15,0 0 17-15,0 0 54 16,0 0 62-16,0 0-58 16,0 0 1-16,-9 0-55 15,9 0-5-15,0 0-15 16,0 0-2-16,0 0-16 15,0 0-15-15,0-13 8 16,0 1 5-16,0 4 19 0,0 8 0 16,0 0-4-16,0 0-36 15,0 0-272-15</inkml:trace>
  <inkml:trace contextRef="#ctx0" brushRef="#br0" timeOffset="-148588.39">8242 10243 50 0,'0'0'186'0,"0"0"-186"0,0 0 0 0,0 0 14 0,0 0-2 16,0 0 23-16,0 0 57 0,-10 0-5 15,10 0-40-15,0 0 14 16,0 0 4-16,0 0-36 15,0 0-8-15,0 0-17 16,0 0-2-16,0 0 15 16,0 0 56-16,0 0-27 15,0 0 42-15,0 0-11 16,0 0-30-16,0 0-21 16,0 0-14-16,0 0-12 15,0 0-5-15,0 0 4 16,0 0 2-16,0 0 14 15,0 0 7-15,0 0 27 16,0 0-31-16,0 0-16 0,0-5-2 16,0-11-13-1,10-4 9-15,21 4 2 0,-10 4-2 16,-2 12 1-16,-4 0-3 16,4 0-8-16,-7 0 12 15,10 0 1-15,-3 0-2 16,-13 8-5-16,16 0-21 15,-16 20 14-15,-6 0 12 16,0 13 3-16,-28 10 1 16,-31 6 2-16,25-5 3 15,0-12-4-15,15-4-2 16,7-16 3-16,12-12-6 0,0 0-3 16,0-8-6-1,0 8-31-15,0-4 14 0,6 0 26 16,19-4 3-16,-3 8 3 15,-4 1 14-15,-2-9-2 16,-4 0-12-16,0 0-3 16,4 0-24-16,-4 0 9 15,7 0-68-15,3 0-62 16,2 0-23-16,-14 0-73 16</inkml:trace>
  <inkml:trace contextRef="#ctx0" brushRef="#br0" timeOffset="-147672.27">8694 10351 258 0,'0'0'197'0,"0"0"-113"0,0 0-50 0,0 0-11 0,0 0-21 16,0 0 5-16,0 0 4 15,0 0 20-15,0 0 55 16,0 0 16-16,0 0 12 16,0 0-51-16,0 0-35 15,0 0-13-15,0 0-4 0,0 0-11 16,0 0 0-16,0 0 10 15,0 0-4-15,0 3-6 16,0 10 0-16,-6-1 4 16,6-1-1-16,0 6-6 15,0-1 3-15,0 0-6 16,13 4-3-16,21 0 7 16,6 4-5-16,-6-4 4 15,-15 4 2-15,2-7 1 16,-2-6-1-16,-13 6 6 15,0-9-10-15,-6 7 10 0,0 9 6 16,0-4-8 0,0 9 2-16,-12-14-5 0,-22 18 5 15,-6-5-5-15,-1-9 0 16,4 2-3-16,3-6 4 16,6-6-2-16,3-9-60 15,-9 0-60-15,0 0-19 16,0-32-130-16,28-4 36 15</inkml:trace>
  <inkml:trace contextRef="#ctx0" brushRef="#br0" timeOffset="-147189.05">8856 10310 696 0,'0'0'138'0,"0"0"-11"0,0 0-40 0,0 0-79 0,0 0-8 16,0 0-1-16,161-3-1 16,-130-2-2-16,9-3-31 15,-12-4-107-15,0 4-39 0,-9 5-390 16</inkml:trace>
  <inkml:trace contextRef="#ctx0" brushRef="#br0" timeOffset="-146339.46">9290 10651 127 0,'0'0'92'0,"0"0"-31"0,0 0 194 16,0 0-129-16,0 0-49 16,0 0 43-16,0 0-14 15,0 0-81-15,0 0-11 0,0 0-12 16,0 0 32-16,0 0-29 15,0 0-6-15,0 0 2 16,0 0-2-16,0 0-15 16,0 0-12-16,0 0-3 15,0 0-41-15,0 0-48 16,0 0-76-16,0 0-6 16</inkml:trace>
  <inkml:trace contextRef="#ctx0" brushRef="#br0" timeOffset="-142311.03">9783 10431 102 0,'0'0'185'0,"0"0"-86"0,0 0-31 0,0 0-27 16,0 0-41-16,0 0 43 15,0 0 10-15,0 0 11 16,0 0-27-16,0 0 2 16,0 0 7-16,0 0-40 15,0 0 2-15,0 0-6 16,0 0 20-16,0 0-18 0,0 0 23 16,0 0 43-1,0 0-5-15,0 0-26 0,0 0-8 16,0 0 10-1,0 0-33-15,0 0 20 0,0 0-11 16,0 0-2-16,0 0-11 16,0 0-1-16,9-8 2 15,10 0 4-15,8-8-1 16,14-1-7-16,-1 6 1 16,0-1 7-16,-2 7-18 15,2 2 5-15,-6 3-9 16,-6 0-14-16,-9 3 10 15,-4 25 12-15,-9 13-12 0,-6 7 16 16,0 4-15 0,-6 0 16-16,-50 12-30 0,16 0 21 15,-13 0 9-15,28-3 1 16,-3-13 4-16,22-20 6 16,0-16-9-16,6-4-2 15,0-8-12-15,0 4-9 16,0 0 12-16,0-4 3 15,0 8 6-15,0-8 17 16,0 4 2-16,0-4 0 16,12 0-11-16,16 0-4 15,10 0-1-15,11-12-6 16,-2-8-19-16,-7 4-58 16,-15 8-92-16,-3 0 3 0,-10 8-121 15,-12 0-68-15</inkml:trace>
  <inkml:trace contextRef="#ctx0" brushRef="#br0" timeOffset="-141344.89">10353 10351 289 0,'0'0'200'0,"0"0"-173"0,0 0-4 0,0 0 0 16,0 0-8-16,0 0 51 15,0-5 24-15,0 5-15 16,0 0-13-16,0 0 4 16,0 0-6-16,0 13-30 0,0 18 4 15,-15 10-24-15,-4-1 3 16,7-4-12-16,-4 0-1 16,4-8 0-16,12-4 0 15,0-8-2-15,0 1 0 16,0-9 2-16,0-5-12 15,6 5 9-15,22-8-13 16,-10 0 9-16,4 0 6 16,-9 0 2-16,14 0 1 15,-14 0 3-15,-1-8-9 16,4 5 12-16,-4-2-16 16,1 2 5-16,8 3-3 0,-14-5-36 15,5 5 2-15,-6 0-9 16,-6 0-5-16,6 0 29 15,-6-8-2-15,0 8 26 16,10-4-5-16,-4-7 5 16,-6 11 1-16,0-5 0 15,0 2 0-15,0-2 0 16,0 5 18-16,0 0 21 16,0 0 4-16,0 0 21 15,0 13-15-15,0 18-41 16,0 2 7-16,0 3-12 15,0 3 3-15,-16-3 6 16,-8 5-3-16,11-5 13 16,-15 4-18-16,16-11 1 15,-4 2-5-15,10-15-21 0,6-12-131 16,0-4-58-16,0 0-427 16</inkml:trace>
  <inkml:trace contextRef="#ctx0" brushRef="#br0" timeOffset="-140710.03">10874 10659 219 0,'0'0'350'0,"0"0"-299"0,0 0 49 0,0 0-60 16,0 0-32-16,0 0 18 16,0 0 19-16,0 0-7 15,0 0 59-15,0 0 3 16,0 0-54-16,0 0-32 16,0 0-14-16,0 0-23 0,0-8-15 15,0-4 22-15,0 1-12 16,0 6 26-16,0 5 2 15,0 0 31-15,0 0-23 16,0 0-7-16,0 0-2 16,0 0-5-16,0 0 6 15,0 0-2-15,0 0-7 16,0 0-18-16,0 0-77 16,0-15-355-16</inkml:trace>
  <inkml:trace contextRef="#ctx0" brushRef="#br0" timeOffset="-137215.61">11280 10499 426 0,'0'0'165'0,"0"0"-40"0,0 0-18 0,0 0-14 0,0 0-81 16,0 0-1-16,0 0-7 15,0 0 4-15,0 0 2 16,0 0 31-16,0 0 19 15,0 0-29-15,0-4 5 16,0 4-36-16,0-8 9 16,10 8-9-16,8-8-2 15,-5-4-9-15,2 4 11 16,10-4 7-16,3 12-6 0,-10-4 1 16,-11 4 7-1,8 0-4-15,-9 0-2 0,-6 0-6 16,7 0-9-16,-1 16 10 15,-6 12-11-15,0 13-10 16,0 2 12-16,0 1-18 16,0 5 19-16,0 3 7 15,0-16 3-15,-13-5 0 16,13 5 0-16,0-8-5 16,0 5-9-16,0-13-17 15,13 1 0-15,21-10 19 16,-12 1 12-16,-4-7 12 15,1-5 15-15,2 0 23 0,-2 0-15 16,15 0 1-16,6-17-14 16,1 6-22-16,11-6-15 15,-11 9-46-15,-7 4-86 16,-22 0-165-16</inkml:trace>
  <inkml:trace contextRef="#ctx0" brushRef="#br0" timeOffset="-135959.91">11789 10407 416 0,'0'0'310'0,"0"0"-221"0,0 0-13 16,0 0 0-16,0 0-57 15,0 0-3-15,0 0-15 16,0 0-1-16,0 0-2 16,34 0 2-16,6 0 18 15,7-4-15-15,-13 0 12 16,19 4-15-16,-13 0 12 16,-6 0-12-16,-9 0-3 15,-10 0-8-15,-15 0 9 16,0 8 2-16,0 24 2 15,0 0 9-15,0 4 2 16,0 0-13-16,0-4 5 0,0-7-9 16,0 3 4-1,0-17-12-15,19 1-34 0,9-4-1 16,12-3 47-16,-9 6-2 16,3-6-7-16,0 3 9 15,-21-4 0-15,2-1 3 16,-15 5 18-16,0 5 34 15,0-1-25-15,-9 12 6 16,-44-9-16-16,-6 14 2 16,-3-9-20-16,3 4 5 15,7 4-5-15,5 0-4 16,7 4-45-16,34-3-45 0,-4-6-81 16,10-23-106-1</inkml:trace>
  <inkml:trace contextRef="#ctx0" brushRef="#br0" timeOffset="-135197.97">12539 10752 253 0,'0'0'239'0,"0"0"-146"0,0 0 8 0,0 0-29 16,0 0 59 0,0 0 6-16,0 0-50 0,0 0-36 15,0 0-2-15,0 0-30 16,0 0-19-16,0 0-6 15,0 0 5-15,0 0 1 16,0 0 1-16,0 0 25 16,0 0-5-16,0 0 27 15,0 0-34-15,0 0-14 16,0-8-15-16,0-8-29 0,0-9-77 16,0 10-416-1</inkml:trace>
  <inkml:trace contextRef="#ctx0" brushRef="#br0" timeOffset="-119161.77">13085 10968 95 0,'0'0'304'0,"0"0"-234"0,0 0-20 0,0 0 35 16,0 0 11-16,0 0-10 15,0 0-10-15,0 0-40 16,0 0 7-16,0 0-12 16,0 0-4-16,0 0-20 15,0 0-6-15,0 0-1 16,0 0 1-16,0-19 20 16,9-6 0-16,-9-11 15 15,13 0-16-15,-13-12-2 16,12-4-11-16,0-8 0 0,-2-1-7 15,-4 5-12 1,-6 9-10-16,0 14 7 0,0 9 15 16,0 20-9-16,0 4 8 15,0 0-1-15,0 0-7 16,0 0 5-16,0 20-7 16,0 4-34-16,-16 0 32 15,4 8 13-15,0 1 0 16,-16 6 0-16,-6 2-24 15,15-2-78-15,-21-3-101 16</inkml:trace>
  <inkml:trace contextRef="#ctx0" brushRef="#br0" timeOffset="-118548.02">13367 10764 199 0,'0'0'372'0,"0"0"-358"0,0 0 15 0,0 0 32 15,0 0-51-15,0 0 44 16,-40 140 0-16,40-120-8 16,0-4-17-16,0-4 65 15,0-7-25-15,0 2-47 16,0 1-3-16,0-4-18 0,0-4 18 16,0 0-14-1,12 0 11-15,4 0-13 0,8-32 13 16,4-16 3-16,-15-4-10 15,15 0-9-15,-16 4-4 16,-6 15 3-16,-6 2-21 16,0 6 16-16,0 1-13 15,-12 4 12-15,-22 4-54 16,0 13-9-16,3 3 70 16,3 0 37-16,9 23-37 15,-9 21 6-15,16 8-12 16,12-11-45-16,0-10-366 15</inkml:trace>
  <inkml:trace contextRef="#ctx0" brushRef="#br0" timeOffset="-117181.45">14055 10816 99 0,'0'0'269'0,"0"0"-258"0,0 0 75 0,0 0 24 0,0 0-65 16,0 0 9-16,0 0 10 16,0-8 15-16,0 8 1 15,0 0 39-15,0 0-56 16,0 0 2-16,0 0-48 16,0 0 11-16,0 0-21 15,0 0-1-15,0 0-6 16,0 0-8-16,0 0 4 15,0 0-18-15,0 0 18 16,0-4 3-16,0 4 0 16,0 0 2-16,0-4 2 15,0 4-3-15,0 0-1 16,0 0 0-16,0-4-52 16,0 0 2-16,0-8-10 15,0-1-9-15,0 1-101 0,-12 1 34 16,-4 3 10-16</inkml:trace>
  <inkml:trace contextRef="#ctx0" brushRef="#br0" timeOffset="-113267.06">14756 10636 143 0,'0'0'495'0,"0"0"-384"0,0 0-6 0,0 0 12 16,0 0-77-16,0 0-9 0,-25 75-30 15,25-67-1-15,0 9 17 16,0-9 16-16,0-8 7 16,7 8-35-16,17-8 9 15,10 0-11-15,-6 0 17 16,0 0-16-16,-9-8 7 16,-1-8-11-16,-2-9-6 15,-4-3 5-15,1 0-22 16,-13-4-8-16,0 12-3 15,0 8 34-15,0 12-49 0,0 0 43 16,0 0 6-16,-6 0-4 16,-13 9 1-16,-3 14-13 15,4-2-10-15,5-6 6 16,-2-2 5-16,15 3 2 16,0-4 8-16,0-1-8 15,0 2-7-15,0-10 6 16,15-3 4-16,10 0 10 15,3 0-5-15,-9 0 4 16,2-8-47-16,-8-3-33 16,-1 3 18-16,-6 4 32 15,-6 4 31-15,0 0 16 16,0 0 81-16,0 0-26 0,0 7-50 16,0 17-20-1,0 9 16-15,0-2-17 0,0-6 18 16,0-1-8-16,0 4-10 15,0 4 3-15,0 0-3 16,0 1 13-16,0-5-7 16,0-17 18-16,0 5 13 15,0-7 25-15,-18 7-44 16,-1 4 4-16,-21-1-15 16,-7-2 14-16,-2-6 11 15,2-6-14-15,1-5-3 16,5 0-11-16,10 0-8 0,16 0-1 15,9 0-2 1,-1 0-69-16,1 15-141 0,0 9-384 16</inkml:trace>
  <inkml:trace contextRef="#ctx0" brushRef="#br0" timeOffset="-111902.47">15832 10860 576 0,'0'0'136'0,"0"0"-86"0,0 0 28 0,0 0-40 15,0 0-25-15,0 0 32 16,9-8 14-16,-9 3-16 16,0 5-17-16,7 0 25 15,-7 0-24-15,0-3-18 16,6 3-9-16,0-8 0 16,0 4-1-16,0-4 1 0,10-5-3 15,-4 2 6-15,-6 3-11 16,7-1 16-16,-4 9-16 15,-3-3-15-15,1-10-65 16,-7 6-236-16</inkml:trace>
  <inkml:trace contextRef="#ctx0" brushRef="#br0" timeOffset="-110820.24">16589 10908 132 0,'0'0'424'0,"0"0"-310"0,0 0-31 16,0 0-4-16,0 0-58 0,0 0-20 15,86-108 1-15,-58 88-4 16,13 0 4-16,-10-12-10 15,3 4 17-15,0-8-10 16,6-13 1-16,-6 9 0 16,-9-7-2-16,3 6-7 15,-22 8 6-15,-6 2-9 16,0 7 8-16,0-1 8 16,0 10 0-16,-18 7 43 15,-16 8 18-15,-1 0-18 16,8 0-3-16,8 0-36 15,-3 0-8-15,22 3-3 16,-6 25-43-16,6 5 36 0,0-1 2 16,0 0 5-16,0 0-2 15,0-8-3-15,6 5 2 16,10-6-14-16,2-2 3 16,4-1-5-16,-10 3 16 15,23 6-17-15,-1 2 14 16,-10 2-5-16,4 6 14 15,-15-3-9-15,-13-3 9 16,0-5 9-16,0-8 25 16,-13 4 44-16,-21-8-37 15,-18-7-9-15,-10-1-32 16,3-8 0-16,0 7-48 16,9 1-27-16,13-4-15 0,15 0-122 15,10 4-282-15</inkml:trace>
  <inkml:trace contextRef="#ctx0" brushRef="#br0" timeOffset="-110053.77">17503 10864 149 0,'0'0'426'0,"0"0"-379"0,0 0 43 0,0 0 26 15,0 0-39-15,0 0 5 16,0-12-7-16,0 7-45 16,0-2-25-16,0-1-1 15,0 8-8-15,0 0 7 16,0 0-6-16,0 0 3 16,0 0-2-16,0 0-6 0,0-4-6 15,0-5-23-15,0-6-102 16,0-6-83-16</inkml:trace>
  <inkml:trace contextRef="#ctx0" brushRef="#br0" timeOffset="-107856.85">18272 10487 543 0,'0'0'173'0,"0"0"-124"0,0 0 65 0,0 0 8 16,0 0-60-16,0 0-40 16,0 0-14-16,16 0 1 15,9 0-4-15,21 0 14 16,-6 0 19-16,-5 0-19 0,-8 0-16 15,-8 0-2 1,-7 8 4-16,23 8-3 0,-1 8 1 16,0 5 5-16,-9 2-1 15,9 2-13-15,-22 3 6 16,-3 16-11 0,-9 7 0-16,0-2-5 0,0 7 12 15,-34-8-11-15,0-12 13 16,22-3-12-16,6-21 0 15,6-4-17-15,0-8-9 16,0-4-89-16,0 12 27 16,0-5 19-16,0 1-34 15,0-12-13-15,-16 0-79 16,4 0 47-16</inkml:trace>
  <inkml:trace contextRef="#ctx0" brushRef="#br0" timeOffset="-107522.47">18399 10864 686 0,'0'0'107'0,"0"0"50"0,0 0-53 16,0 0-61-16,382 0-43 15,-283 0-1-15,-3-9-71 16,-37-10-179-16,-31 11-302 16</inkml:trace>
  <inkml:trace contextRef="#ctx0" brushRef="#br0" timeOffset="-84107.71">1910 9356 298 0,'0'0'219'0,"0"0"-177"0,0 0 54 0,0 0-29 15,0 0 11-15,0 0-16 16,0 0 0-16,0 0 0 16,0 0-25-16,-53 0 3 0,32 0-15 15,21 0 0 1,0 0-22-16,-13 0 1 15,7 0 3-15,-6 0-14 16,-16 0 10-16,15 0-3 0,-15 0 0 16,10 0 10-16,8 0 6 15,4 0-11-15,6 0 2 16,0 0 2-16,0 0-13 16,0 0 10-16,0 0-10 15,0 0 4-15,0 0 0 16,0 0 0-16,16 0-16 15,43 0 13-15,28 0 3 16,18 0 2-16,31 0 1 16,-2 0 2-16,-7 0-4 0,6 0-2 15,-6 0 0-15,13 12 1 16,15 0 8-16,18 0-7 16,-14-8 10-16,24-4-9 15,-44 0 2 1,-6 0 3-16,-12 4-11 0,-28 0 5 15,-6 0-1-15,-12 1 0 16,-16-5 1-16,-7 0-2 16,-5 0-21-16,-13 0 5 15,0 0-64-15,-22 0-108 16,-12-21-255-16</inkml:trace>
  <inkml:trace contextRef="#ctx0" brushRef="#br0" timeOffset="-82495.27">1724 10647 389 0,'0'0'72'0,"0"0"-16"0,0 0 7 16,0 0-17-16,0 0-46 16,0 0 59-16,6-8 3 15,0 8-10-15,-6 0-2 16,0 0 18-16,0 0 5 0,7 0-47 15,-1 0-2-15,-6 0-21 16,15 0 5-16,-9 0-8 16,1-3 11-16,5-2 3 15,4 2-9-15,-4-2 12 16,0-3-12-16,10 8 17 16,-3 0-17-16,2-4 15 15,4 1-9-15,9-5 11 16,7 8-14-16,11 0-3 15,10-5-4-15,10 5 2 0,2-8-5 16,13 8 10 0,0-4-16-16,12-4 19 0,-3 8-11 15,-3 0 3 1,-12 0-2-16,-16 0-1 0,-3 0 0 16,-3 0-1-16,9 0 6 15,-15 0-6-15,-7 0 12 16,1 0-11-16,-1 0 1 15,-5 0 2-15,17 0-2 16,11 0 6-16,-10 0-7 16,3 0 10-16,-4 0-19 15,-11 0 20-15,0 0-17 16,-13 0 13-16,-13 0-14 16,-2 0 7-16,-19 0-3 15,6 0-2-15,0 0 5 16,1 0-5-16,14 0 12 0,-2 8-16 15,9-4 15-15,12 4-15 16,-6-8 5-16,0 0-22 16,3 0-69-16,-21 0-58 15,-16 0-220-15</inkml:trace>
  <inkml:trace contextRef="#ctx0" brushRef="#br0" timeOffset="-52021.05">3281 11787 3 0,'0'0'214'0,"0"0"-170"0,0 0-33 0,0 0 5 16,0 0 37-16,0 0-13 16,0 0 21-16,0 0-18 15,0 0 14-15,0 0-17 16,0 0 27-16,0 0-37 15,0 0-24-15,0 0 5 16,0 0-7-16,0 0 8 16,0 0-10-16,0 0 18 15,0 0 15-15,0 0 7 16,0 0-10-16,0 0-15 16,0 0 2-16,0 0-15 0,0 0 18 15,0 0 2-15,0 0 29 16,0 0-30-16,0 0 9 15,0 0-20-15,0 0 11 16,0 0-23-16,0 0 1 16,0 0-1-16,0 0-8 15,18-5 2-15,-2-3 12 16,2-4-5-16,-18 8 5 16,6-3-9-16,10-6 6 15,-4 5-5-15,7 0 2 16,-4-4 0-16,4 0-2 15,3 4-1-15,-4-8 2 16,4 13-6-16,-10-10 5 0,16-3 3 16,-15 4-2-16,5 0 1 15,-8 4-1-15,8 3 1 16,-5-3 2-16,2 1 5 16,-2-1-2-16,15-8 0 15,-4-4-5-15,4-4 8 16,6-9-7-16,4-3 0 15,-4 0-1-15,0 0 0 16,0-3-4-16,0-2 7 16,-9 1-9-16,3 0 12 15,-4 4-10-15,4-1 10 16,0-2-6-16,3-13 0 0,3-1 2 16,7 1-2-16,-1 0-8 15,0 7-8-15,-6 1-44 16,-9 13-26-16,-3 11 24 15,-16 4 57-15,-6 8-51 16,0 0-62-16,0-1-340 16</inkml:trace>
  <inkml:trace contextRef="#ctx0" brushRef="#br0" timeOffset="-51121.94">3386 11530 68 0,'0'0'42'0,"0"0"76"0,0 0 34 0,0 0-17 15,0 0-65-15,0 0-48 0,-19 3 20 16,19 2 15-16,0-1 21 16,-6 0-16-16,0 4 0 15,0-4-37-15,-4 7 4 16,10 2-26-16,-6-1-3 15,-12-1 0-15,18 6 0 16,-16-4 0-16,-2 6 6 16,18-7-13-16,-13-4 14 0,-2 0-11 15,15-8 12 1,0 0-5-16,0 0 0 16,0 0 5-16,0 0 1 0,0 0-5 15,0 0-8-15,0 0 8 16,0 0-7-16,0 0 8 15,0 0 8-15,0 0-12 16,0 0 5-16,0 0-6 16,0 0-2-16,0 0-1 15,0 4 6-15,0 4-5 16,15 5 9-16,-2-6 1 16,-1-3-6-16,-6 0-4 15,10-4-3-15,-16 0 5 0,0 0-8 16,12 0-7-1,-6 0 7-15,0 0-22 0,4 0-3 16,-4 8-42-16,6-3-33 16,-5-5-68-16,5 0-162 15</inkml:trace>
  <inkml:trace contextRef="#ctx0" brushRef="#br0" timeOffset="-49838.44">4449 9938 240 0,'0'0'105'0,"0"0"-1"0,0 0 1 0,0 0-68 0,0 0-6 16,0 0 24 0,0 0-46-16,0 0-4 15,0 0-2-15,0 0 15 0,0 0 16 16,0 0-14-16,0 0-4 15,0 0-9-15,0 0-12 16,0 0 12-16,0 0 2 16,0 0 7-16,0 0 10 15,0 0 23-15,0 0-18 16,0 0 8-16,0 0-25 16,0 0 0-16,0 0-9 15,0 0-9-15,0 0 4 16,0 15-1-16,0 10 0 0,0-1 2 15,0-1-2-15,0 2 6 16,0-1-11-16,0 4 14 16,0 0-8-16,-6 4 0 15,0-4 1-15,-6 4-1 16,12-11 2-16,0-10 15 16,0-11-16-16,0 0-2 15,0 0-40-15,0 0 39 16,0-11 0-16,18-6 2 15,4 13 1-15,-16 0 7 16,0 4-8-16,7 0-2 16,-7-3 2-16,0 3-16 15,-6-5 1-15,9 5-5 0,-2 0-18 16,-7 0-78-16,0 0-94 16</inkml:trace>
  <inkml:trace contextRef="#ctx0" brushRef="#br0" timeOffset="-48840.23">4490 10222 125 0,'0'0'311'0,"0"0"-242"0,0 0-46 0,0 0-14 0,0 0-8 15,0 0 5-15,0 0 22 16,6 0 13-16,-6 0-2 16,0 0-1-16,6 0 36 15,3 0-23-15,-2 4-1 16,5 0 25-16,10 4-39 15,-16-3-16-15,25-5-20 0,-3 0 0 16,-6 0-16-16,2 0-18 16,-8 0-2-16,-4 0 29 15,-5 0-36-15,-7 0-62 16,0 0-99-16</inkml:trace>
  <inkml:trace contextRef="#ctx0" brushRef="#br0" timeOffset="-43591.88">6434 12648 195 0,'0'0'105'0,"0"0"62"0,0 0-61 0,0 0-44 0,0 0-6 0,0 0-31 15,9 33-13-15,-3-33-12 16,1 0-1-16,5 0 1 16,4 0 3-16,-16 0 24 15,0 0 21-15,0 0 3 16,6 8 0-16,-6-4 17 15,0 4-42-15,0 0 6 16,12 0-13-16,-6 4-4 16,-6-1 1-16,7 2-10 15,8-1 19-15,-9 4-22 0,0-4 0 16,13 0 6-16,-10 4-13 16,10-8 10-16,-7 4-10 15,-12 5 4-15,28-6 0 16,-15 1 5-16,15 4-3 15,-10-4 30-15,10 1-31 16,-9-5 12-16,9-5-6 16,-1 5-9-16,-2-8 5 15,3 4-3-15,0-4 0 16,-9 0 0-16,9 5-4 16,-4-5 9-16,4 0-12 15,0 0 14-15,-3 0-12 16,22 0 9-16,8-5-8 15,4-3 7-15,-18 1-4 16,-17 2 1-16,10 2 0 16,-12-2-2-16,9 5 8 0,-3-3-13 15,-6-2 16-15,3 1-12 16,9-4 7-16,-6 5-7 16,12 3 3-16,-3-8 0 15,-3 8-1-15,-6 0 4 16,-3 0-11-16,9 0 15 15,-12 0-14-15,3 0 14 16,-16 0-14-16,9 0 8 0,10 0-1 16,-3 0 0-1,-3 0 1-15,3 0-3 0,9 0 4 16,-12 0-6-16,9 0 15 16,3 0-17-16,0 0 15 15,0 0-11-15,-3 0 2 16,-9 0-2-16,-4 0 2 15,4 0 0-15,-4 0-2 16,4 0 10-16,-3 0-15 16,3 0 17-16,-4 0-14 15,10 8 8-15,-9-8-4 16,2 3 0-16,-2 1 0 16,3 0-3-16,-10 0 10 15,7 1-16-15,-4 3 21 16,-2 0-16-16,-1-5 8 0,16 5-4 15,-10 1 0 1,10 2 1-16,-15-3 0 0,8 4 2 16,-8-4-3-16,9 8 9 15,-10-7-16-15,-12 7 18 16,12-8-13-16,-12 15 5 16,0-6 0-16,0 7-3 15,7-8 2-15,-7 4-4 16,0-4 9-16,0-4-11 15,0 0 10-15,0-8-8 16,0 12 5-16,0-7-5 16,0-2 2-16,0 1 0 15,0-4-2-15,0 0 2 16,0-4-8-16,0 0 16 0,0 0-14 16,0 0 14-16,0 0-12 15,0 0 8-15,0 0-6 16,0 0 2-16,9 0-9 15,-9 0 9-15,0 0-8 16,12-4 1-16,-6-8 14 16,7 5-1-16,2-2-6 15,-2-7 6-15,-1 8-5 16,10-4 0-16,-3-9-1 16,2 13 3-16,4-7 3 15,9-1-5-15,6 4 2 16,1 0 6-16,-7-5-10 15,6 6 4-15,-9-1-4 0,3 7 1 16,0-3 0 0,0 5 8-16,7-5-5 0,5 4 0 15,1-4 4-15,18-5-13 16,-9 13 13-16,3-3-12 16,-13 3 7-16,7 0-2 15,-4 0 1-15,-18 0 3 16,10 0-6-16,-1 0 10 15,0 0-14-15,-5 0 14 16,17 0-11-16,-18 0 5 16,0 0-3-16,7 0 1 15,-16 0 0-15,2 0-2 0,14 0 7 16,-7 3-3-16,6 10 3 16,-9-5-6-16,10-4 6 15,-1 4-6-15,-6 0 1 16,0 0 0-16,0 4 0 15,-3 4 2-15,3-4-8 16,0 0 14-16,0 0-8 16,-3-4 9-16,4 0-16 15,5 7 11-15,-12-7-5 16,12 1 1-16,-15-1 0 16,3 0-4-16,0 4 12 15,-10-8-16-15,16 8 16 16,-9-4-12-16,9-3 9 0,0 6-8 15,1 1 3-15,-11-12 0 16,10 13 0-16,1-10 1 16,-1 5-4-16,6 4 10 15,-9-7-11-15,-3 6 9 16,0-3-5-16,3-4 2 16,-3-4-3-16,-7 13 1 15,4-13 0-15,-12 3-2 16,21-3 6-16,0 8-11 15,-6-8 17-15,-3 8-16 16,9-3 12-16,-6-5-10 16,-10 0 4-16,10 3 0 15,-3-3-1-15,9 0 1 16,0 0-5-16,0 0 13 0,-9 0-9 16,9 0 10-16,0 0-17 15,7 0 16-15,-1 0-10 16,0 0 2-16,0 0 0 15,1 0-3-15,-1-3 5 16,-3-10-9-16,-9 5 11 16,13-8-10-16,-7 12 12 15,0-15-11-15,-9 10 7 16,2-7-2-16,-2-8 0 16,-3 4-2-16,-10-8-6 15,10 4 16-15,-16 0-9 0,7-5 8 16,-7 6-8-1,9-1 5-15,-2-1-8 16,-7 10 3-16,6-9 1 0,-2-1 0 16,-10-3-19-16,12 0 9 15,-12 4-34-15,0 12-1 16,0 12-55-16,0 0-100 16,-62 0-703-16</inkml:trace>
  <inkml:trace contextRef="#ctx0" brushRef="#br0" timeOffset="-42145.85">8087 14277 389 0,'0'0'141'0,"0"0"-114"0,0 0 0 0,0 0-25 0,0 0-2 16,0 0 4-1,0 0-2-15,0 4 2 0,0 4 14 16,0 0 76-16,0 0-33 16,0 7-3-16,0-6-13 15,0 12 20-15,0-18-51 16,0 9-10-16,0-8-4 15,0 13 4-15,0-9-3 16,0 12 1-16,0-4 20 16,0-1-19-16,0-2 8 15,0 3 4-15,0-9 1 16,0-7-7-16,0 0 8 16,0 8 7-16,0-3-18 15,0-2 6-15,-7-3-5 16,1 8-11-16,6-8 15 15,0 0-18-15,0 0 12 16,0 0-5-16,0 0 0 0,0 0 5 16,0 0-10-16,0 0 10 15,0 0 1-15,0-8-3 16,0-8 16-16,0-7-15 16,0-18 6-16,0 1-10 15,19-12-1-15,2-16-2 16,-2-5 3-16,0-7-4 15,-4 8 8-15,-2 8-10 16,-13 4 12-16,0 12-11 16,0 7 9-16,12 13-4 15,4 1 4-15,2-10-3 16,10 1-1-16,-3-4-4 0,3 12-5 16,0 5 0-16,-16 6-1 15,7 17-21-15,-10 0 6 16,-3 0-8-16,0 0 27 15,1 0 6-15,-7 4 9 16,0 20 12-16,6 4-18 16,0 8 6-16,9 16-7 15,4 9 2-15,3 6-4 16,-22 2 0-16,6 0-13 16,-6-5-9-16,0-1 18 15,0-7-17-15,0-7 19 16,0-1 0-16,0-7 1 15,0-10-87-15,0-7-44 0,0-12-113 16</inkml:trace>
  <inkml:trace contextRef="#ctx0" brushRef="#br0" timeOffset="-41645.97">8186 14145 672 0,'0'0'93'0,"0"0"19"0,0 0-36 0,0 0-41 0,0 0-29 16,0 0 33-16,28-13 14 16,6 13 24-16,6 0-45 15,7 0-22-15,5-8-10 16,1 1 0-16,-6-1-22 15,-7 0-73-15,6 0-84 16,-24 8-254-16</inkml:trace>
  <inkml:trace contextRef="#ctx0" brushRef="#br0" timeOffset="-38782.37">8722 14317 138 0,'0'0'453'0,"0"0"-442"0,0 0 33 16,0 0 14-16,0 0-37 15,0 0 14-15,134-28-5 16,-110 23 14-16,4-2-13 0,0 7 50 16,-3 0-15-1,3 0-26-15,0 7-22 0,-3 29-10 16,-19 5 3-16,3 7-9 16,-9 1-4-16,0 10-1 15,-9-7-2-15,-22 5 10 16,3-6-5-16,-6-6 1 15,15-9 12-15,13-20-5 16,6 4-8-16,0-12 0 16,0-8-27-16,25 0 24 15,21 0-32-15,1 0 28 16,-7-12 7-16,-12 4 10 16,-9 0 4-16,-4 8 8 15,-9 0-8-15,7-4-14 16,-7 0 0-16,9-4-25 0,4 1-40 15,-13 7-161 1,-6-5-180-16</inkml:trace>
  <inkml:trace contextRef="#ctx0" brushRef="#br0" timeOffset="-38130.95">9389 14284 300 0,'0'0'268'0,"0"0"-240"0,0 0 62 0,0 0-47 0,0 0-18 16,0 0 35-16,0-19 64 15,0 19-22-15,0 0-40 0,0 12-18 16,-13 8-16 0,1 12-27-16,-16 0 14 0,16 12 6 15,-4 4-4-15,10-7-1 16,6 3-15-16,0-13 14 16,0 10-11-16,0-5-8 15,0-5 2-15,28-6-3 16,6 3 1-16,6-7-10 15,1 2 7-15,-10-10 5 16,9-6-5-16,-6-7-2 16,0 0 2-16,0 0-21 15,-9-28 23-15,-9-4-27 0,-10 5-41 16,-6-6-77-16,0 13 75 16,0 12 72-16,-28 3 3 15,-19 5 34-15,-5 0-20 16,-10 29 51-16,15 3-47 15,1-8-12-15,12 1-6 16,15-14-2-16,-3-3-56 16,22-4-45-16,0-4-149 15</inkml:trace>
  <inkml:trace contextRef="#ctx0" brushRef="#br0" timeOffset="-37598.23">9863 14594 252 0,'0'0'375'0,"0"0"-280"0,0 0-27 0,0 0-2 0,0 0 24 15,0 0 1-15,22 80 3 16,-22-44-38-16,0 5 1 15,0-2-31-15,0-6-14 0,0-2-10 16,0 2-4 0,0-5-8-16,0-9-19 0,0-2-30 15,0-14-81-15,0-3-213 16</inkml:trace>
  <inkml:trace contextRef="#ctx0" brushRef="#br0" timeOffset="-36651.15">10319 14176 361 0,'0'0'116'0,"0"0"-103"0,0 0 36 0,0 0 25 0,0 0-23 15,0 0 32-15,0-8 35 16,0 24 5-16,0 9-34 16,0-1-15-16,0 4-30 15,0 8-32-15,0 4 6 16,0 0-16-16,0-3 12 15,0-6-13-15,-12-7 11 16,2 1-9-16,4-14-1 16,6 6-4-16,0-9 6 15,0-8-12-15,0 3 4 16,0 2 3-16,22-2-11 16,18-3 9-16,0 0-6 15,-9 0 9-15,4 0 0 16,-14 0-14-16,-14 0 10 15,11 0-6-15,-12 0 1 0,-6 0 7 16,0 0-1 0,0 0-5-16,0 0 8 0,10 0-9 15,-10 0 0-15,0 0 7 16,0 0-25-16,0-3 8 16,0-2-2-16,6-6 15 15,-6 11-10-15,0 0 14 16,0-5 1-16,0 5-1 15,0 0 2-15,0 0 0 16,0 0 22-16,0 0-18 16,0 0 28-16,0 0-16 15,0 21 19-15,0 10-23 0,0 10 17 16,0 7 1-16,0 1-9 16,0-10-6-16,0 2-13 15,0-13 10-15,0 3-12 16,0-15-9-16,0 1-26 15,0-9-11-15,0-5-117 16,12-3-197-16</inkml:trace>
  <inkml:trace contextRef="#ctx0" brushRef="#br0" timeOffset="-25009.23">12800 12858 136 0,'0'0'151'0,"0"0"-151"0,0 0 0 0,0 0 0 0,0 0 38 16,0 0 27-1,0 0 69-15,0 0-33 16,0-25 2-16,0 25-5 0,0 0-24 16,0 0-50-16,0 0-20 15,0 0 16-15,0 0-2 16,0 0 29-16,0 0-14 16,0 0 9-16,0 0-23 15,0 0 1-15,0 0-16 16,0 0 5-16,12 8-2 15,0 1-7-15,4 2 1 16,-4-3 9-16,-12 9-5 16,19-2-2-16,-4 1 22 15,4 0-18-15,-3 1 6 0,2 2-13 16,1-7 0 0,-4 9-4-16,-2-9 11 0,8 4-14 15,-8-8 17-15,-7 4-2 16,6-1-7-16,16 2 5 15,-15-1-3-15,2 4 0 16,10-4-3-16,-3 0 3 16,-4 3-8-16,10-2 12 15,-3-1-17-15,-3-4 18 16,3-4-20-16,-4 0 17 0,7 4-5 16,-9-8 0-1,9 4 0-15,3 0-3 0,3 0 7 16,-6 1-11-1,-4-5 15-15,17 0-13 0,-13 0 12 16,6 0-12 0,0 0 5-16,-9 0 0 0,9 7 3 15,6-7-3-15,-12 4 2 16,3-4 9-16,3 4-14 16,0 0 16-16,7 0-17 15,-17-4 4-15,10 0 0 16,-12 0 0-16,9 0 1 15,-3 0 4-15,0 0 3 16,3 0-2-16,-3 0-5 16,6 0 9-16,-9-12-1 0,9 8-10 15,0-3 1-15,-6 2-2 16,-3 5 2-16,3 0 0 16,0-4-5-16,18 4 10 15,-6-4-2-15,7 0-1 16,-7-4-4-16,-9 8 9 15,-3 0-9-15,0 0 7 16,-3 0-5-16,15 0 0 16,-6 0 6-16,7 0-9 15,5 0 11-15,1 0-16 16,-1 0 16-16,1 0-6 16,-13 0 0-16,0 0-4 0,-9 0 2 15,9 0 0-15,-6 0-2 16,18 0 7-1,-12 12-5-15,-3-8 6 16,3 5-10-16,-6-2 8 0,-3 1-8 16,-3 0 3-16,6-8 1 15,-16 8-2-15,7 0 10 16,9-8-16-16,-10 8 18 16,4 0-17-16,6-4 14 15,-10 9-14-15,10-2 10 16,-3 9-8-16,3 4 4 15,-3 4 1-15,9 0 6 16,-6 0 2-16,-10 1-11 0,4-9 11 16,-9 3-13-1,-7-2 5-15,-6 2-2 16,0-2 0-16,0-5 2 0,0-4 5 16,0-8-4-16,0-4 5 15,0 0-1-15,0 0 13 16,0 0-13-16,0 0-3 15,0 0 0-15,0 0-3 16,0 0 2-16,0 0 4 16,0 0 9-16,0 0-11 15,0 0 16-15,15-4-15 16,-9-8 1-16,1-4 5 0,5-5-20 16,10 2 7-1,3-6 3-15,9-6-3 0,6 6 3 16,0 1-2-16,1 1 6 15,-7 3-8-15,-9 7 12 16,-10 5-5-16,-3 5 1 16,7-6-8-16,9 6 2 15,12-10-4-15,7 13 4 16,5-8 2-16,4 5-2 16,9-10 6-16,4 9-8 15,-17-4 11-15,7 5-14 16,-12 3 3-16,-7 0 4 15,-6-8 0-15,0 8 1 16,-9 0-5-16,15 0 13 16,1 0-14-16,5 0 13 15,22 0-11-15,-15 0 5 0,3 0-4 16,-3 0 0-16,-13 0 2 16,19 0 3-16,0 8 5 15,-3 3-4-15,3-7 3 16,3 9-11-16,-10-10 15 15,7 5-18-15,3-8 7 16,-3 16-3-16,9-7 3 16,-3-1 0-16,10 0 0 15,-16 4 6-15,-7-4-17 16,4-5 24-16,-3-3-17 16,0 0 10-16,21 0-5 0,-15 0-1 15,9 0 0 1,-9 0 0-16,-3 0 2 0,-10 0-13 15,1 0 21-15,6 0-21 16,-7 0 22-16,7-3-18 16,-13-5 7-16,7-12-2 15,-1-13-13-15,-5-3 15 16,-7 0-7-16,0 16 16 16,-22 1-11-16,-6 10 6 15,16-15-3-15,-3-9-1 16,15-11-1-16,-6 1-36 15,-16 19-21-15,-12 16-34 16,-12 8-53-16,-75 0-425 16</inkml:trace>
  <inkml:trace contextRef="#ctx0" brushRef="#br0" timeOffset="-24078.24">14865 14990 122 0,'0'0'296'0,"0"0"-192"0,0 0 36 15,0 0-11-15,0 0-46 16,0 0 10-16,0 0-31 16,0 13-2-16,0-13-18 15,0 0 1-15,0 0-22 16,0-16-1-16,0-28-6 15,18-4 17-15,29-17-7 16,9-7-13-16,-10-9-6 16,1-2-2-16,-13-6-6 15,-9 9-3-15,-4 5 4 0,-8 9-15 16,-1 30 10 0,4 21-13-16,-16 15 8 0,0 0-1 15,12 32 6-15,-6 23 2 16,16 14 10-16,-10-5-10 15,13 0 2-15,-3-12 1 16,6 12-17-16,-10 1 7 16,-5-1 5-16,-4 4-9 15,-9 5-6-15,0-9-31 16,0-8 24-16,0-24-113 16,0-4-79-16,0-20-201 15</inkml:trace>
  <inkml:trace contextRef="#ctx0" brushRef="#br0" timeOffset="-23777.47">14924 14834 793 0,'0'0'51'0,"0"0"-5"0,0 0 67 0,0 0-73 15,0 0-21-15,0 0-19 16,300 0-11-16,-259 0-181 15,-20-4-297-15</inkml:trace>
  <inkml:trace contextRef="#ctx0" brushRef="#br0" timeOffset="-22862.52">15646 15280 226 0,'0'0'292'0,"0"0"-219"0,0 0-51 0,0 0 37 15,0 0-43-15,0 0 23 16,-6 23 19-16,0-23 3 16,6 5-1-16,0-5 3 15,-7 0-2-15,7 0-48 16,0 0 9-16,0 0-9 0,0 0 7 16,-9 0-7-16,9 0 21 15,0 0 2-15,0 0-19 16,0 0-2-16,0 0-6 15,0-25 10-15,0-14-17 16,0-10 16-16,0-2-17 16,16-6 9-16,-4 1-10 15,10 8 0-15,-4 8-1 16,-5 23 6-16,-13 9-17 16,0 8 18-16,0 0-7 0,0 0 2 15,0 0-2 1,0 0-4-16,0 0-15 0,0 0-1 15,0 0-5 1,0 0 13-16,0 0-44 0,0 16 29 16,0 9-15-16,0 3-70 15,0-8-138-15,0 4-237 16</inkml:trace>
  <inkml:trace contextRef="#ctx0" brushRef="#br0" timeOffset="-22361.59">15894 15136 174 0,'0'0'205'0,"0"0"-160"0,0 0 107 0,0 0-112 16,0 0-11-16,0 0-22 15,-40 95 41-15,34-79 17 0,6-8-20 16,0-3-16-16,0-5 1 15,0 7 6-15,0-7 3 16,6 0 41-16,12 0-37 16,10 0-1-16,0-15-2 15,-3-21-6-15,3-5-27 16,-3-15-1-16,-16 4-6 16,-3 4-9-16,-6 8 0 15,0 12-24-15,0 8 30 16,0 7-10-16,-6 10-12 15,-22 3 3-15,-6 0 13 16,9 0-5-16,-9 8-15 16,6 12-74-16,3 16 52 15,4-8-163-15,2-4-335 16</inkml:trace>
  <inkml:trace contextRef="#ctx0" brushRef="#br0" timeOffset="-21862.29">16368 15244 521 0,'0'0'190'0,"0"0"-136"0,0 0 72 0,0 0-49 15,0 0-58-15,0 0 25 16,-6 80 1-16,0-49-1 15,-9 2-15-15,8-1 2 16,-5-8-29-16,12-5-4 16,-6-6-38-16,-4 7-37 15,-8-12-130-15,-1-4-243 16</inkml:trace>
  <inkml:trace contextRef="#ctx0" brushRef="#br0" timeOffset="-20964.01">16703 14934 202 0,'0'0'102'0,"0"0"10"0,0 0 68 16,0 0-49-16,0 0-9 0,0 0 4 15,13-3-64 1,-13 3-26-16,0 0-27 0,0 0 17 16,0 0-15-16,0 0 3 15,0 3-7-15,0 14 8 16,0-1 0-16,0-4-12 16,0 7 0-16,0-2 3 15,0-1-12-15,0-4 12 16,0 0-9-16,6-12 9 15,6 8-11-15,4-4 6 16,9-4-2-16,9 0-9 0,12 0 10 16,1 0-1-1,-7 0 1-15,-6 0-6 0,-6 0 12 16,-9 0-17-16,2 0 8 16,-8 0-3-16,-7 0-11 15,-6 0 7-15,12 0-10 16,-12 0-6-16,16 0-11 15,-10 0 0-15,0 0 21 16,-6 0-12-16,0 0 21 16,0 0 7-16,0 0-1 15,0 0-30-15,0 0 26 16,0 0 4-16,0 0-41 16,0 0 36-16,0 0 12 15,0 0 53-15,0 12 10 0,0 12-14 16,0 9-40-16,0 6 44 15,-28 10-25-15,10-6-15 16,5 1 8 0,-2-8-19-16,-4-15-8 0,19-6-4 15,0-10 0-15,0-5-59 16,0 0-76-16,0 0-253 16</inkml:trace>
  <inkml:trace contextRef="#ctx0" brushRef="#br0" timeOffset="-13537.31">12719 10154 348 0,'0'0'150'0,"0"0"-84"0,0 0 38 0,0 0-52 16,0 0-21-16,0 0 19 15,0 0 21-15,0 0 25 0,0 0 1 16,0 0-37 0,0 0-11-16,0 0-39 0,0 0-8 15,0 0 6-15,0 0 0 16,0 0 15-16,0-12-11 15,0-16 19-15,0-8-26 16,0-9 5-16,12-10-6 16,16-9 5-16,13-5-7 15,-1-7-4-15,0 4-6 16,1-1-4-16,-4 9-7 16,-22 12 16-16,10 20-5 15,-25 16 12-15,0 8-8 0,0 8-20 16,0 0-30-1,0 0-202-15,0 16-443 0</inkml:trace>
  <inkml:trace contextRef="#ctx0" brushRef="#br0" timeOffset="-12853.27">12632 9997 315 0,'0'0'83'0,"0"0"71"0,0 0-70 0,0 0-35 0,0 0-36 16,0 0 47-16,25 5 30 16,-25 7-20-16,0 7-17 15,0-2-16-15,0 19 12 16,0 8-35-16,0 0 38 15,0 4-34-15,0-4 0 16,15-8-18-16,-15-7 5 16,13-6-5-16,-7-18-1 15,10 3-2-15,-10-8-6 16,0 0 4-16,0 0 10 16,13-29-4-16,15-7 19 0,6 0 5 15,-6 5-19-15,19 3 0 16,-6 3-6-16,-1-3 8 15,1 4-18-15,2 0-9 16,4 0-7-16,-19 8-54 16,-15 8 30-16,-19 8-105 15,0 0-128-15,-7 8-275 16</inkml:trace>
  <inkml:trace contextRef="#ctx0" brushRef="#br0" timeOffset="-11619.49">12431 14433 528 0,'0'0'288'0,"0"0"-288"0,0 0-8 0,0 0-7 0,0 0-4 15,0 0 19-15,80 17 4 16,-61-34 36-16,-10 9 4 16,-9-12 108-16,0 1-81 15,0-14-67-15,0 9-4 16,0 12-30-16,-15 0-14 15,-26 12-72-15,1 0 61 16,9 20 55-16,9 8 40 16,10 13 25-16,12-10 3 15,0-6-44-15,0-17-16 16,40-8-8-16,19 0 1 16,-12-25 2-16,-19-7-1 15,-10 0 15-15,-18 13-10 16,0-2 2-16,0 17 1 0,0 4-10 15,-40 0-29-15,9 0 14 16,3 25-23-16,16-10-58 16,5-11 54-16,7-4-125 15</inkml:trace>
  <inkml:trace contextRef="#ctx0" brushRef="#br0" timeOffset="-8025.09">800 11358 483 0,'0'0'153'0,"0"0"-123"15,0 0-14-15,0 0-16 0,0 0-28 0,0 0 28 16,0 0 3-16,0-25 16 16,0 25 48-16,0 0 50 15,0 0 17-15,0 0-90 16,0-8-41-16,0 0 11 16,0-8-11-16,0 16-1 15,0 0 17-15,0 0 30 16,0 0-8-16,0 0-22 15,0 0-19-15,0 16 9 16,0 9-16-16,0 22 14 0,6-3-14 16,16 12 15-16,-16 13-9 15,0 8 1-15,-6 18 0 16,0 1 0-16,6 1 1 16,-6-5-6-16,0-4 6 15,0-11-2-15,0-10-5 16,0-3 5-16,0 1 0 15,0-5 1-15,0-8 0 16,0 4 2-16,0-12-4 16,0-15 13-16,0-6-22 15,0-6 20-15,0-9-18 16,0-5 0-16,16 2 5 16,3 3 3-16,21-8 1 0,6 8-1 15,7-4 2 1,9-4-8-16,3 11 14 0,16-3-5 15,40 1 4-15,6-1-12 16,-12 0 4-16,-4 0-1 16,-36-5 2-16,-1 6 2 15,7-9-8-15,-10 8 12 16,22-4-12-16,9 0 11 16,-2 4-7-16,8 12 3 15,-15 0-2-15,-6 9 2 16,0-6 0-16,12-2 10 15,10-10-10-15,2-7 8 0,10-4-2 16,-12 0 3 0,2 0-7-16,-18 0 1 0,-6 0-3 15,9 13-2-15,-3 6 2 16,6 9 1-16,1-8 13 16,-4 5-14-16,3-1 1 15,-6-8 4-15,6-4-1 16,-3-4-1-16,-3-4-1 15,-12 8-1-15,12 0-1 16,-19 0 0-16,19 0 2 16,-6 3-4-16,6-6 4 15,7-1-1-15,-20 0 6 16,1-8-14-16,-7 12 9 16,-9-8-2-16,-9-4 0 15,-3 0-3-15,-7 0-9 16,1 0 3-16,-1-4 7 0,-5-8 4 15,-1 8 1-15,6 0 2 16,7 4 0-16,3 0-4 16,3 0 4-16,0 0-5 15,15-8-8-15,1-16 4 16,-16-8-15-16,-7-12 17 16,-2-1-21-16,-19 6 17 15,-9-5-10-15,2 0 16 16,23-1 1-16,-13-7 2 15,6-4 9-15,1-1-8 16,-1-7-6-16,-6 4 2 0,-28-4 0 16,7 12-23-16,-13 0 22 15,0 4-2-15,0-8 3 16,-41 3 2-16,-11-11-2 16,5-8 0-16,-12-4-13 15,-9-5 6-15,3 6 14 16,3 3-5-16,15 11 2 15,13 5-2-15,22 16 17 16,-1 12-8-16,13 3-9 16,-15 14 4-16,3-5-1 15,-1 4-5-15,-9-13-4 16,-12 1-10-16,3-7-16 16,-15-2-32-16,-16 5 22 15,3 4 37-15,-3 17 0 16,9-1 3-16,0 0 6 0,7 3 3 15,6-3-3-15,-1 4 14 16,1-4-20-16,-7 0 4 16,1 0 2-16,-22-15 6 15,3 6 5-15,-10 1-13 16,7 0 23-16,-19-1 3 16,-12 14 1-16,-6-5-25 15,-10-4-5-15,16 4 0 16,2 0-1-16,20-4 8 15,9-1-5-15,15-3 1 16,-3-4 10-16,-3 4-7 16,0 1-3-16,4 2 2 0,-23 5-5 15,-24 8 8-15,9 0-2 16,-13 0-5-16,10 0-4 16,9 0 6-16,16 0-9 15,-10 0 10-15,-5 0-15 16,5-16 12-16,-6 1-6 15,0-2 3-15,-15 13 1 16,15-8-1-16,0 12 1 16,1-8 0-16,8-8 6 15,-18 1-13-15,-3 7 15 16,-7-1-13-16,-8 9 8 16,-7 0-6-16,0 0 5 15,9 0-2-15,10 0 0 0,37 0 0 16,9 9-6-16,37-9 14 15,1 0-9-15,-4 0 4 16,-37 3-6-16,-9 2 2 16,-13-5-2-16,1 0 0 15,27 0 3-15,-6 0 11 16,19 7-3-16,6-7 7 16,21 4-11-16,-2-4-4 15,15 4 6-15,0-4-12 16,-7 0 6-16,-5 0-2 15,-10 4 0-15,-2 5 4 16,2-6-4-16,9 5 10 0,7-8-14 16,6 16 6-1,0 4 0-15,0 0-26 0,0 9-2 16,0-6-25-16,0 5-50 16,0-3 27-16,0 3 6 15,0-9 42-15,0-2 28 16,0-13 30-16,0-4-30 15,0 0-56-15,0-28-424 16</inkml:trace>
  <inkml:trace contextRef="#ctx0" brushRef="#br0" timeOffset="10359.87">4155 13014 357 0,'0'0'107'0,"0"0"-63"0,0 0-9 0,0 0 11 15,0 0 31-15,0 0-20 16,0 0 0-16,0-25-32 16,0 25 16-16,0-3 6 15,0 3 14-15,0 0-29 16,0 0-3-16,0 0 4 16,0 0-18-16,0 0-10 15,0-5-1-15,0-2 10 16,0-1-8-16,0-8-12 0,0-1 6 15,-19 6 0 1,7 3 0-16,-10 8 3 0,10 0 9 16,-4 0 2-16,10 0 11 15,0 0-23-15,-7 0 11 16,7 0-13 0,0 0-1-16,-16 0-12 0,10 0 3 15,-4 0 9-15,-2 0-1 16,-16 16-6-16,21 4 16 15,-21 16-17-15,9 0-6 16,-9-4-5-16,0 0-13 16,6-4 26-16,4-9 6 15,-4-2 1-15,9-1 19 16,4-4-16-16,-4 4-2 16,7-3 7-16,-4 6-14 0,4-2 6 15,12-6-5 1,-13 17-14-16,13-3 7 0,-9 11 9 15,3 0 3 1,-7 0-3-16,-5-8 6 0,18-4 7 16,0-4-5-16,0 4-9 15,0-12 8-15,0 12 2 16,0-7-6-16,0 2 1 16,0 9 3-16,0-3-3 15,0-10 6-15,0 14-2 16,0-18-3-16,0 14-1 15,24-10-2-15,-2-7-2 0,3 8 1 16,9-7-4 0,0-1 3-16,0 0 1 0,4 0 4 15,-4-5-1-15,6-3 4 16,0 0-10 0,1 0 3-16,5 0-2 0,7 0 4 15,3 0 1-15,-4-19-1 16,-5-14-14-16,-1 2 11 15,1-5-3-15,-13 3 2 16,-6 9 6-16,-16-4-5 16,1 16 3-16,-1-12 0 15,10-8 0-15,-4-16-19 16,10-13-5-16,0-3-30 0,-3-3-1 16,9 6-24-16,-12 21 37 15,-16 12 13-15,6 8 29 16,-12 4 5-16,0-8-5 15,0-12-1-15,0-4-80 16,0-13-89-16,0 6-225 16</inkml:trace>
  <inkml:trace contextRef="#ctx0" brushRef="#br0" timeOffset="11662.42">4124 12937 207 0,'0'0'231'0,"0"0"-173"0,0 0-31 0,0 0-18 16,0 0-9-16,0 0-4 15,0 0-1-15,0 0 5 16,0 0 4-16,0 0 44 15,0 0 61-15,0 0-38 16,0 0-24-16,0 0-23 16,0 0 2-16,0 0-24 15,0 0-2-15,0 0-5 0,0 0 0 16,0 0 5-16,0 0-7 16,0 0 2-16,0 0 6 15,6 0-1-15,13 0 2 16,2 0-1-16,4 0-1 15,9 0-2-15,0 0-1 16,1 0 3-16,-4 13-5 16,3-5 2-16,0 3-1 15,6-6 8-15,-12 7-8 16,-3-9-1-16,-4 13 1 16,-8-7 0-16,-1 10-1 15,-12 2-3-15,0 3 16 16,0 0 14-16,0 4-5 15,0-17-7-15,0 14-6 0,6-1-6 16,-6 4 4-16,0 0 0 16,0 5-2-16,0-2-12 15,0 2 3-15,0-5-64 16,-18-4-14-16,5-4-59 16,4-12-118-16</inkml:trace>
  <inkml:trace contextRef="#ctx0" brushRef="#br0" timeOffset="34105.8">16173 8846 594 0,'0'0'156'0,"0"0"-115"0,0 0 20 0,0 0 0 16,0 0-10-16,0 0 18 16,0 0-29-16,0 0-2 15,87 5-11-15,-78-5 17 0,4-5-26 16,11-15-2-16,11-16-15 16,11-8 6-16,-6-12-7 15,1-4 2-15,-13 0-4 16,-22 0 7-16,0 3-10 15,-6-2 4-15,0 2-3 16,0 13-12-16,0 16 15 16,-25 12-6-16,-3 16 7 15,7 8 0-15,-26 57 2 16,16 27 3-16,-9 16 1 16,18-4-7-16,16-8 1 15,6-11-1-15,0-25-17 16,34-12 13-16,31-16-16 15,31-25-34-15,16-7 27 0,15 0-76 16,0-31-129 0,-40-13-292-16</inkml:trace>
  <inkml:trace contextRef="#ctx0" brushRef="#br0" timeOffset="34589.89">17029 8751 517 0,'0'0'38'0,"0"0"27"0,0 0 108 0,0 0-9 0,0 0-49 15,0 0-36-15,229 0-17 16,-182 0-21-16,-1 0-34 16,-5 0-7-16,5 0-4 15,-5 0-16-15,-10 0-44 16,9-5-44-16,-25-11-94 15,-15 4-65-15,0 1-167 16</inkml:trace>
  <inkml:trace contextRef="#ctx0" brushRef="#br0" timeOffset="34838.85">17299 8525 525 0,'0'0'191'16,"0"0"-154"-16,0 0 35 15,0 0-7-15,0 0-57 16,0 0-8-16,319-28-64 15,-251 17-180-15</inkml:trace>
  <inkml:trace contextRef="#ctx0" brushRef="#br0" timeOffset="35804.95">18849 8245 246 0,'0'0'337'0,"0"0"-227"0,0 0-36 0,0 0-13 0,0 0-15 16,0 0-23-16,0 0 18 0,0 0-17 16,0 0 22-16,0 0-10 15,0 0 22-15,0 0-23 16,0 0-4-16,0 0-6 16,0 8-11-16,-34 28 10 15,-13 8-15-15,1 4 19 16,6-7-23-16,5-2 1 15,17-6-3-15,-16-5-3 16,0-4 0-16,0 0-6 16,-7-8 6-16,7 0-16 15,9-8-5-15,4-4-31 0,8-4-9 16,7 0-49-16,-16 0-142 16,16 0-13-16,0-20-167 15</inkml:trace>
  <inkml:trace contextRef="#ctx0" brushRef="#br0" timeOffset="36204.53">18399 8333 578 0,'0'0'72'0,"0"0"-7"0,0 0 63 0,0 0-70 16,0 0-1-16,0 0-21 16,81 4 37-16,-13 32 39 0,13 16-50 15,18 9 11 1,0 7-34-16,10 0-7 0,-10-4-30 16,6-7-2-16,-8-10-3 15,2-11-29-15,-12-24-31 16,-13-12-66-16,-21 0-419 15</inkml:trace>
  <inkml:trace contextRef="#ctx0" brushRef="#br0" timeOffset="37969.67">15832 9761 251 0,'0'0'301'0,"0"0"-264"0,0 0 45 0,0 0-16 0,0 0 3 15,0 0-19-15,-12 56 72 16,33-31-41-16,4-2-8 16,3 1-41-16,12-4 8 15,7-4-36-15,12-3-2 16,9-13 0-16,-9 0 5 16,-6 0-3-16,-4 0 4 15,-2-13-4-15,-7-26-4 16,-15-14 11-16,3 5-11 15,-22 0-4-15,-6 4-6 0,0 4-20 16,0 4 16-16,-28 20-13 16,-12 0 19-16,-25 16 8 15,-16 0 21 1,7 0-12-16,-7 27 5 0,16 14-7 16,12-1-3-16,19 0-4 15,12-4-42-15,10-8-24 16,12-8-119-16,0-8-40 15,0-8-145-15</inkml:trace>
  <inkml:trace contextRef="#ctx0" brushRef="#br0" timeOffset="38369.73">16570 9745 86 0,'0'0'307'0,"0"0"-151"0,0 0-30 0,0 0 8 16,0 0-84-16,0 0 37 15,0 40-29-15,0-4-17 16,0-4-35-16,0 4-1 0,0-11-1 15,0-1-4 1,19-4 0-16,9-17 6 0,-4-3-6 16,10 0 3-16,-6 0 16 15,25 0-14-15,-6-31 5 16,-1-10-10-16,-6 2 0 16,1-2-7-16,-29 1 0 15,-12 16-3-15,0-4 8 16,0 8-1-16,0-1-4 15,0-2-19-15,0 2-5 16,0 1-91-16,0 4-69 16,0 5-15-16,0 2-53 0</inkml:trace>
  <inkml:trace contextRef="#ctx0" brushRef="#br0" timeOffset="38868.55">17751 9789 738 0,'0'0'93'0,"0"0"9"0,0 0 28 0,0 0-84 0,0 0 10 16,0 0-43-16,87 0-5 15,-46 0-8 1,-7 0-11-16,0 0 1 0,-3 0-37 15,-3 0-2-15,-10-4-107 16,-2-3-34-16,-16-6-43 16,0 9-244-16</inkml:trace>
  <inkml:trace contextRef="#ctx0" brushRef="#br0" timeOffset="39071.58">17751 9789 760 0,'-266'-149'8'0,"306"146"74"16,19-2 64-16,3 2-88 16,-9-9-56-16,-7 7-2 15,-5-6-105-15,-1 3-180 16</inkml:trace>
  <inkml:trace contextRef="#ctx0" brushRef="#br0" timeOffset="39684.98">19035 9436 31 0,'0'0'572'0,"0"0"-557"0,0 0 73 15,0 0 43-15,0 0-22 16,0 0-15-16,6 137-61 15,-6-101 6-15,0 4-31 16,0 0 24-16,0 0-21 16,0 0-7-16,0-8-4 15,0-4-13-15,0-4-28 16,-12-4-10-16,6-4-3 16,-1-8-84-16,7-8-9 15,0 0-92-15,-15 0-64 16</inkml:trace>
  <inkml:trace contextRef="#ctx0" brushRef="#br0" timeOffset="40000.64">18682 9725 442 0,'0'0'205'0,"0"0"-93"16,0 0 79-16,0 0-74 15,0 0-32-15,0 0-33 16,393 0-20-16,-287 0-8 15,9-4-24-15,-22-5 0 16,-25 1-22-16,-28 8-40 16,-40 0-192-16,0 0-556 15</inkml:trace>
  <inkml:trace contextRef="#ctx0" brushRef="#br0" timeOffset="47445.12">13321 8911 626 0,'0'0'53'0,"0"0"-16"0,0 0 12 0,0 0-49 16,0 0 0-1,0 0 3-15,0 0 36 0,6-4 31 16,-6 4 10-16,0 0 17 16,0 11-73-16,0 18 0 15,0 7 16-15,0 0-21 16,-6 1-19-16,6-10 3 15,0 5-6-15,0 0 6 16,24-7-14-16,26-2 18 16,3-2-16-16,-1-9 5 0,7-9-3 15,-9-3-39-15,3 0 6 16,-13 0-20-16,-15-12-56 16,-16 12-24-16,-3 0-12 15,-6 0 54-15,0 0-125 16</inkml:trace>
  <inkml:trace contextRef="#ctx0" brushRef="#br0" timeOffset="47794.4">13401 9075 599 0,'0'0'185'0,"0"0"-146"0,0 0 97 0,0 0-43 15,0 0-51-15,0 0-7 16,71 4-21-16,-49-4 3 16,-3 0-14-16,-4 0 2 15,10 0-2-15,-3 0-6 16,-10 0-36-16,-6-4-31 16,-6-12-43-16,0-4-130 0,0-4-252 15</inkml:trace>
  <inkml:trace contextRef="#ctx0" brushRef="#br0" timeOffset="48011.8">13401 9075 731 0,'-133'-193'222'15,"133"193"-182"-15,0 0 59 16,25 0-20-16,27 0-23 0,4-19-27 15,3 2-19 1,3 2-10-16,-9 2-9 0,6 5-52 16,-25 0-84-16,-6 8-337 15</inkml:trace>
  <inkml:trace contextRef="#ctx0" brushRef="#br0" timeOffset="51224.91">12090 15725 569 0,'0'0'16'0,"0"0"1"0,0 0 86 0,0 0-8 0,0 0-58 15,0 0-29-15,0 95-2 16,0-82-1-16,0-1 87 16,0-1-2-1,0 6-16-15,0 4-28 0,0-2-16 16,-7 5-24-16,1 0-2 15,0 4-1-15,0-4 0 16,-10-12 16-16,16 1-2 16,0-13 6-16,0 0-7 0,0 0-2 15,0-21-9 1,0-35-5-16,47-16 4 0,-1-20 6 16,10-8-10-16,-9-9-15 15,5-3 8 1,1 19-49-16,-13 13 4 0,-12 29-39 15,-9 23-10-15,-19 20-98 16,0 8-54-16</inkml:trace>
  <inkml:trace contextRef="#ctx0" brushRef="#br0" timeOffset="51676.76">12096 15252 139 0,'0'0'368'0,"0"0"-306"0,0 0 53 0,0 0-17 0,0 0-32 15,0 0-20 1,294-116-45-16,-225 87-1 0,-17 9-15 15,-11 3-7-15,-14 17 21 16,-8 0-20-16,-13 0 21 16,-6 41 108-16,0 7-7 15,0 4-34-15,0-11-25 16,0-10-29-16,0-6-13 16,0-1-17-16,0-9-138 15,0-2-364-15</inkml:trace>
  <inkml:trace contextRef="#ctx0" brushRef="#br0" timeOffset="159848.32">7590 13354 162 0,'0'0'116'0,"0"0"10"0,0 0-13 16,0 0-75-16,0 0 18 0,0 0-36 16,0 0 6-16,0 0-11 15,0 0-9-15,0 0 38 16,0 0 17-16,0 0-36 16,0 0-17-16,-52 201 15 15,52-177-22-15,0 0 8 16,0 9-5-16,0-2-5 15,-6 2 11-15,-1 6-10 16,-5 2 27-16,-4 11-10 16,4-4 9-16,0-4-25 15,12 4 4-15,0 4 2 0,0-3-6 16,0 15-1-16,0-4-7 16,0 4 7-16,0 0 0 15,0 0 0-15,0-3 6 16,0-6-13-16,0 1 14 15,0-3-13-15,0-1 13 16,0 0-14-16,0-4 8 16,0 1-1-16,0-10 0 15,0 2 1-15,0-5-5 16,6 0 8-16,0-5-11 16,0 2 12-16,0 3-10 15,10-8-10-15,-10 8-1 16,13-8-8-16,-7 8 5 15,4-12 18-15,2-7-8 0,4-6 8 16,3 2-25 0,9 2 22-16,12 6 4 0,1 2-3 15,9-2 3-15,21-6 0 16,10 2-3-16,15-1 9 16,4-4-12-16,-4 0 7 15,4 8-2-15,2 0 2 16,10 4 3-16,-10-7-1 15,-2-10-3-15,-10-3 4 16,-3-4-3-16,-6 4-1 16,0 4 5-16,6 5-2 15,0 6-1-15,6 6 33 0,3-2-10 16,19 1 7 0,-15-7-19-16,14-1 14 0,1-4-11 15,-15 4 4-15,-19 0-5 16,21-4 6-16,-2 4 4 15,-13-8-24-15,28 7 24 16,-1-7-22-16,1 5-2 16,0-1 2-16,6-4-1 15,-9 12-4-15,3 0 7 16,-6 4 1-16,6 4 9 16,-10-8 4-16,4-8-12 15,0 0-7-15,-10-4 3 16,4 0-1-16,-4 1 3 15,10 2-4-15,3 1-2 0,-3 1 4 16,-1 3-6-16,-2-1 10 16,15-7-10-16,-6 13 6 15,12-9-6-15,-6 4 3 16,-12 0 0-16,-16-4 0 16,-12 4-1-16,0-4-6 15,-6-4 14-15,-1 0-11 16,7 8 12-16,6-1-13 15,16 18 5-15,2 0 0 16,32 3-2-16,3 0 0 16,-7-8-3-16,-12-1 5 0,-24-15-8 15,-32-7 16 1,-3-5-16-16,-9 0 15 0,-12 0-10 16,8 0 3-1,4 0 0-15,9 0 4 0,19 0-4 16,13 8 1-16,14-8 7 15,4 0-9-15,-3 3 1 16,-16-3-21-16,-18 0 21 16,-19 0 0-16,-3 0 2 15,-1 12-2-15,11 4-1 16,-1 1 1-16,-3 2-7 16,-3-6 14-16,-3-9-14 15,-6-4-8-15,-13 0 7 0,0-4-15 16,-12-17-7-1,-3 6 28-15,-3 2 4 0,3 10-6 16,2-2 9-16,8 5-4 16,11-8 7-16,7 1 1 15,-1-14-9-15,-5-2 0 16,9-13-9-16,-10 7 9 16,-5 1-2-16,-7 5 5 15,-9 10-5-15,9 9 8 16,-6-4-12-16,-10 0 10 15,1 0-4-15,2-8 0 16,14-8 0-16,-11-8-2 16,4-8-5-16,-9 8-3 0,-10-1 20 15,-3 10-20-15,-6-6 20 16,0 1-16-16,0-8 10 16,0-12-6-16,0 0 2 15,0-9 0-15,0 2-2 16,0-9 6-16,0 0-9 15,0-1 10-15,0 1-8 16,0-4 8-16,0 0-8 16,0-1 3-16,0 2 0 15,0 2 0-15,0 1 4 16,0 4-12-16,0 0 16 16,0-1-16-16,0-3 16 15,0-8-14-15,0-8 8 16,0-5-4-16,0 1-2 15,13 8-22-15,-13 12 25 16,0 8 1-16,0 8-3 0,0 12 10 16,-19-1 0-16,-15 14 13 15,0-5-5-15,15-8-8 16,-9 11-1-16,16-15-2 16,-10-4 2-16,10-4-12 15,6 0 1-15,0 12 4 16,-10 8 2-16,4 4-4 15,-22 16 8-15,9-9-3 16,-3 9-1-16,-6 0 5 16,0-4-5-16,-13-4 4 0,-6-4-10 15,1 1 10 1,-23-6 1-16,-12 14-2 0,7 2 11 16,-26 9-1-1,-2 0-1-15,9 0-10 0,-10 0 2 16,16 0-7-16,0 0 9 15,-6 0-10-15,3 0 6 16,3 0 6-16,0 0 11 16,-7 0-6-16,7 0-11 15,-3 0 0-15,9 9-3 16,-6-1 9-16,7-5-21 16,-7 1 16-16,0-4-6 15,-28 0 2-15,0 0 0 0,-19 0 0 16,1 0 1-16,5 0-2 15,7 0 4-15,6 0-5 16,0 0 11-16,13-4-17 16,-4 4 20-16,25-3-20 15,-15-2 12-15,15 2-4 16,-6-6 0-16,-6 1-8 16,-9 0 8-16,-4 0-10 15,-9 0 6-15,0 0 0 16,16 4-3-16,-4 0 13 15,16-11-12-15,0 10 2 16,0-7 4-16,6 4 0 16,0 0 4-16,1 0-11 15,5 8 14-15,7 0-13 0,-7-4 15 16,22 0-8-16,-15 0 2 16,-7 4-6-16,-6 0 3 15,-12 0-4-15,-10 0 3 16,-2 0 2-16,2 4-9 15,4 4 16-15,18 3-11 16,0-6 7-16,0 3-5 16,7-4 1-16,5-4-1 15,1 0-2-15,-7 0 6 16,16 0-6-16,3 0 5 16,3 0-9-16,7-8 14 15,-1-1-12-15,-3-2 7 16,10 3-3-16,-1-9 1 0,0 9-14 15,7-7-3 1,-13 7 14-16,7 0-3 0,-7 3 12 16,-3 5-9-16,-2 0 11 15,11 0-5-15,1 0-3 16,5-3-3-16,1-14 1 16,-22 6-15-16,25-5 2 15,-19-1 9-15,-3 6 3 16,12 3 6-16,1-1 12 15,6 1-10-15,12 5-4 16,-19-2-1-16,19-3-2 16,-9-4 2-16,-3-4-11 0,-1 8 6 15,-5-4 4 1,-10 4-5-16,10 5 9 0,-7-5-4 16,6 8 2-1,7 0 6-15,6 0-4 0,-6 0 2 16,6 0-4-16,-13 0 3 15,16 0 2-15,-3 0 0 16,-6 0 1-16,12-5-5 16,-25 5 7-16,13-4 10 15,-1 4-8-15,-11-8-8 16,11 8 4-16,1 0-14 16,-19-8 0-16,3 8 2 15,-24-8 10-15,-13 0-11 16,34 0 12-16,0 0-6 15,25 1 0-15,12-2-7 0,-3 1-82 16,10 0-158-16</inkml:trace>
  <inkml:trace contextRef="#ctx0" brushRef="#br0" timeOffset="161663.7">6288 13014 300 0,'0'0'146'0,"0"0"-129"0,0 0 3 0,0 0 26 0,0 0-9 15,0 0 28-15,-59-17-50 16,50 17-1-16,-3 0 27 16,5 0-13-16,1 0 10 15,0 0-13-15,0-8 9 0,-4 5-24 16,4-9 15-16,-12 4-24 16,-4-8 7-16,-3-1-8 15,-9 6 16-15,6-2-5 16,3 1 19-16,-3 9 45 15,-6-5-40-15,10 0-4 16,-11-1-29-16,14-2 9 16,-4 3-10-16,-3-5-1 15,-6-3-3-15,15 4 3 16,-15 0-9-16,0-4 19 16,9 8-1-16,4 0 14 15,2 0 16-15,13 4-31 16,-4-4-6-16,10-4-2 15,-6-4-19-15,6 0 12 0,-6 4 1 16,0-4 1-16,0 11 10 16,-1 2 6-16,7 3-11 15,0 0 14-15,0 0-14 16,0 0 0-16,0 0-1 16,0 0-4-16,0 0 4 15,0 0 2-15,0 0-2 16,0 0 5-16,0 0-8 15,0 0 0-15,0 0-11 16,0 0-15-16,19 16 19 16,28 7 11-16,5 2-24 0,-2-1 23 15,3-4-9 1,-13 4 3-16,6 0 6 0,1 5-1 16,-13 2 4-16,13-3-3 15,5 4 4-15,1 1-3 16,9 3 0-16,-16 0 3 15,7 4-7-15,-6-8 10 16,-1 8-9-16,-5-4 3 16,11-8 0-16,-11-4 0 15,14 1 2-15,-24-2-6 16,25 1 9-16,-9 4-8 16,5 8 6-16,-5 5-4 15,-1-5 1-15,-5 0 0 16,-1-8 0-16,-6 4 1 0,0-4-1 15,-3 0 2 1,-3 5-9-16,0-2 17 0,-3 2-16 16,-3-5 12-16,-4-9-6 15,-5 6 2-15,8-9-2 16,-15-1-1-16,16-7 0 16,-9 9 1-16,-1-1 0 15,0-8-1-15,-2 8 5 16,14-12-6-16,-24 7 9 15,16-6-9-15,-10 7 2 16,7 1 0-16,5-2 7 16,10 14-6-16,0-6-2 15,6 6 11-15,-3-5-19 0,-3-1 20 16,-9-7-19-16,2-4 8 16,-14-8 0-16,-7 0-1 15,0 0 3-15,0 0-2 16,0 0 5-16,0 0 8 15,6 0-13-15,0 0 0 16,9 0 3-16,-15 0-7 16,7 0-2-16,-7 0-5 15,0 0-3-15,0 0-24 16,0 0-26-16,0-12-23 16,0-7-73-16</inkml:trace>
  <inkml:trace contextRef="#ctx0" brushRef="#br0" timeOffset="212320.7">21714 6167 522 0,'0'0'185'16,"0"0"-179"-16,0 0 39 0,0 0 11 0,0 0-39 15,0 0 32-15,0 0 19 16,0 0 8-16,0 17-24 15,0-17 26-15,9 0-38 16,-2 0-2-16,5-4-16 16,22-56-5-16,6-32 22 15,19-45-23-15,16-8 13 16,-1-15-24-16,-3-12 2 16,4 0-4-16,5 15-6 0,-5 21 1 15,-10 23-13-15,-3 25 2 16,-22 40-14-16,-2 20 10 15,-4 28-17-15,12 23-1 16,-6 54 19-16,29 23 13 16,-29 16 6-16,-15-3-6 15,-10 7-8-15,-15 9-11 16,0-1 8-16,0-4-33 16,0-11 1-16,0-21-42 15,0-24-41-15,0-20-72 16,-15-28-165-16</inkml:trace>
  <inkml:trace contextRef="#ctx0" brushRef="#br0" timeOffset="212604.4">21795 5546 930 0,'0'0'44'0,"0"0"-15"0,0 0 49 0,0 0-17 0,0 0-27 0,0 0-1 15,248 0-28-15,-161 0-5 16,-1 0-11-16,-5 0-59 15,-22 0-166-15,-31 8-539 16</inkml:trace>
  <inkml:trace contextRef="#ctx0" brushRef="#br0" timeOffset="213603.29">23218 5823 543 0,'0'0'128'0,"0"0"-107"0,0 0 41 0,0 0-48 0,0 0-6 16,0 0-8-16,-53 100 16 15,41-69 51-15,12 10-3 16,-6 11 35-16,-1 4-47 16,-8 8-11-16,-10-3-26 0,19 3-8 15,-10-12 4-15,4-8-10 16,6-11 20-16,-10-18-16 15,16-10 15-15,0-5-17 16,0 0 8-16,0 0-10 16,0 0 6-16,0-33 0 15,0-15 4-15,28-16-8 16,0-4-2-16,12-1-1 16,-9 2 10-16,3 3-20 15,-6 23 20-15,7 8-19 16,-23 18 10-16,-6 7-2 15,16 8 0-15,-16 0-6 16,13 0 3-16,9 0-9 0,6 23 8 16,3-2 10-16,3 11-8 15,-12 4 3-15,-9 0 0 16,-4 5-12-16,-15 3 5 16,0-8 5-16,0-5-6 15,0-6 1-15,0-13-39 16,25 0-27-16,9-8-101 15,6 0 77-15,1-4 17 16,-13 0-39-16,-16 0-255 16</inkml:trace>
  <inkml:trace contextRef="#ctx0" brushRef="#br0" timeOffset="214436.67">24083 6211 457 0,'0'0'52'0,"0"0"-29"0,0 0 42 0,0 0-34 0,0 0-26 16,0 0 47-16,0 0 10 15,0 0 43-15,0 0 19 16,0 5-28-16,0 26-14 16,0 14-24-16,0 7-20 15,0 20-27-15,0-8-6 16,0 1-5-16,0-22-1 16,0-6-37-16,0-17-27 0,0-20-118 15,0 0-140-15,0 0-242 16</inkml:trace>
  <inkml:trace contextRef="#ctx0" brushRef="#br0" timeOffset="-212879.41">24709 5899 219 0,'0'0'224'0,"0"0"-202"0,0 0 32 16,0 0 4-16,0 0-55 15,0 0 26-15,0 0 30 16,0 0 3-16,0 0 39 16,0 0 9-16,0 0-19 15,0 0-71-15,0 0 7 16,0 0-13-16,0 0 9 15,0 0-20-15,0 0 8 16,0 0 6-16,0 0-14 0,0 0 7 16,0 0-6-16,0 12-4 15,0 20 5-15,0 12 0 16,0-3-3-16,0 10 4 16,-12-7-6-16,-10 0 1 15,10 0-3-15,-16-3 7 16,22-9-7-16,-13-12 9 15,19-16-14-15,0-4-32 16,0 0-67-16,0-4-93 16,0-28 25-16,19-4-114 15</inkml:trace>
  <inkml:trace contextRef="#ctx0" brushRef="#br0" timeOffset="-212362.04">24697 6131 259 0,'0'0'202'0,"0"0"-164"0,0 0 31 0,0 0-2 0,0 0-41 16,0 0 19-16,19 0 32 0,21 0 14 16,6 0 27-1,16-23-42-15,13-6-49 0,-4-3-13 16,4 0-14-16,5 4 0 15,-27-5-18-15,-7 18-35 16,-18-1-35-16,-28 16-47 16,0 0 2-16,0 0-17 15,0 0-43-15,0 8-76 16</inkml:trace>
  <inkml:trace contextRef="#ctx0" brushRef="#br0" timeOffset="-211545.23">24756 6167 145 0,'0'0'327'0,"0"0"-297"0,0 0 55 0,0 0-1 16,0 0-10-16,0 0 23 0,0 0-3 16,0 0-39-16,0 0-13 15,0 0-2-15,0 0 15 16,0 0-28-16,0 0-21 15,28 0-2-15,6 0 2 16,19 17 31-16,-1 2-29 16,1 6 6-16,3 3-12 15,-16 0 0-15,-9-4-1 16,-9 0-2-16,-10 4-6 16,-12 0-10-16,0 0-5 15,0-3-43-15,0-9-97 16,0-16-390-16</inkml:trace>
  <inkml:trace contextRef="#ctx0" brushRef="#br0" timeOffset="-209349.09">27906 5582 465 0,'0'0'105'0,"0"0"-43"0,0 0 7 0,0 0 4 0,0 0-53 16,0 0 8-16,0-21 10 15,0 21 11-15,0 0 43 16,0 0-27-16,0 0 12 16,0 0-41-16,0 0-15 15,0 0-17-15,0 0-5 16,0 0 1-16,0 25-1 16,0 11 1-16,0 13 0 15,13 7 6-15,14-1 2 16,-14 9-13-16,5 1 14 15,-2-5-18-15,-16-16 9 0,0 5-3 16,0-13 3-16,0-5-2 16,0-10-1-16,0-6-13 15,0-7 4-15,0-3-11 16,0-5 20-16,0 0 3 16,0 0 6-16,0 0 2 15,0-8-2-15,0-25-6 16,0-11 0-16,-6 0 2 15,6-4 1-15,0-4 3 16,0 0-6-16,0 7 4 16,25-2-4-16,15 3 0 15,6-1-4-15,1 26 7 16,-19 2-6-16,-10 9-1 0,-2 8-2 16,9 0 6-1,9 44 0-15,19 12 15 0,-7 13-8 16,-6-5-7-16,-6-8-13 15,-12 1 4-15,-16-5 2 16,-6-4 4-16,0-9-14 16,0-10 5-16,0-9-30 15,0-17-89-15,41-3-156 16,18 0-132-16</inkml:trace>
  <inkml:trace contextRef="#ctx0" brushRef="#br0" timeOffset="-206317.12">29013 5654 416 0,'0'0'109'0,"0"0"-90"0,0 0 27 0,0 0-34 0,0 0-3 16,0 0-1-16,0 0-6 15,0 0 23-15,0 0 26 0,0 0 76 16,0 0-43 0,0 0-37-16,0 0 1 0,0 0-10 15,0 0 6-15,0 0-17 16,0 0 22-16,0 0-38 16,0 0 5-16,0 0-13 15,0 0 0-15,0 0-3 16,0 0 0-16,0 0 12 15,0 0-9-15,0 0 4 16,0 0 4-16,0 0-5 16,0 0-3-16,0 0-1 15,0 0-1-15,0 0-2 16,0 0 0-16,0 0 1 0,0 0-1 16,0 0 10-16,0 0-15 15,0 0 12-15,0 0-12 16,0 9 0-16,16-1 6 15,8 7 0-15,26 1 1 16,-13 0-6-16,-3 4 11 16,7-7-8-16,-1 10 7 15,-6-15-9-15,0 12 4 16,-9-12 0-16,-3-3-42 16,12 3-59-16,-22-8-105 15,1 0-149-15</inkml:trace>
  <inkml:trace contextRef="#ctx0" brushRef="#br0" timeOffset="-205485.87">29069 6208 142 0,'0'0'70'0,"0"0"-68"0,0 0 7 0,0 0 19 15,0 0 41-15,0 0 13 0,-16 0-2 16,16 0-34-16,0 0 29 15,0 0 36-15,0 0-36 16,0 0-27-16,0 0-8 16,0 0 17-16,0 0-13 15,0 0-6-15,0 0-11 16,0 0 2-16,0 0-19 16,0 0-10-16,0-20-3 15,34-9 3-15,7-7 16 16,5 0-10-16,-5 5 17 15,5-5-19-15,-6 11-7 16,-5 5 3-16,-8-1-5 0,-8 6-29 16,-7 7-40-16,4-5-137 15,-4 2-179-15</inkml:trace>
  <inkml:trace contextRef="#ctx0" brushRef="#br0" timeOffset="-204634.27">29122 6360 25 0,'0'0'97'0,"0"0"-95"0,0 0 5 0,0 0 101 16,0 0 4-16,0 0 40 15,0 4-53-15,0-4 18 0,0 0-12 16,0 0 18-16,0 0-51 16,0 0-49-16,40-20 19 15,25-16-9-15,9-12-4 16,13-17-10-16,16 1 13 16,-26 8-31-16,-2 9 5 15,-23 14-6-15,-18 22-8 16,-21-2-3-16,2 5-42 15,-15 8 6-15,0 0-104 16,0 0-119-16,0 0-262 16</inkml:trace>
  <inkml:trace contextRef="#ctx0" brushRef="#br0" timeOffset="-203833.21">30424 5594 498 0,'0'0'138'0,"0"0"-80"0,0 0 30 16,0 0-27-16,0 0-16 16,0 0-13-16,0 105 27 15,0-69-30-15,0 3 16 16,0 10-3-16,0-5-1 15,0 12 1-15,0 5-39 16,0-2 11-16,0-2-5 16,0-5-17-16,-6-12 8 15,-7-16-7-15,13-9-28 16,0-7-43-16,0 0-118 16,0-8-12-16,0 0-12 0</inkml:trace>
  <inkml:trace contextRef="#ctx0" brushRef="#br0" timeOffset="-203387.07">30418 5951 345 0,'0'0'260'0,"0"0"-169"0,0 0 21 16,0 0-53-16,0 0 12 16,0 0 19-16,-13 0-12 15,13 0-31-15,0 0-24 16,28-28-11-16,19 4 0 0,18-8 18 16,-3 0-29-1,-16 12 1-15,-5 15 5 0,-17-3-14 16,4 5-18-16,-3-5-13 15,-3-9-51-15,6 1-91 16,-10 4-55-16,-11 4-123 16</inkml:trace>
  <inkml:trace contextRef="#ctx0" brushRef="#br0" timeOffset="-203229.44">30418 5951 239 0</inkml:trace>
  <inkml:trace contextRef="#ctx0" brushRef="#br0" timeOffset="-203070.12">30418 5951 239 0,'-121'3'71'0,"121"-3"-71"0,0 0 75 0,0 9 179 16,21 3-110-16,4 8 11 15,25 0-39-15,-4 16-43 16,13-3-8-16,10-6-53 16,-11 1-6-16,-5-3-5 15,-13-5-1-15,1-1-22 16,-7 2-43-16,6-9-14 16,0-1-214-16,-15-2-182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2:53:57.96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FFFF00"/>
    </inkml:brush>
    <inkml:brush xml:id="br2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7497 11815 41 0,'0'0'83'0,"0"0"-27"0,0 0-56 0,0 0 13 0,0 0-14 0,0 0 2 16,0 0 43-16,0 0 14 15,7 3 28-15,-7-3-13 16,0 5-6-16,0-5 5 16,0 0-67-16,0 0-4 15,0 0 5-15,0 0-12 16,0 0 12-16,0 0-6 16,0 0 8-16,0 0 13 0,0 0 23 15,-7 0-4-15,-17 0-16 16,8 0-23-16,-9 0 33 15,19 0-29-15,6 0 24 16,-15 0-18-16,8 0 17 16,1 0-16-16,6 0 6 15,0 0-14-15,0 0-3 16,0 0 17-16,0 0-7 16,-6 3 46-16,-16 9-33 15,10 1-3-15,-10-5-11 16,10 0-1-16,-1-8-9 15,13 7 0-15,-6 1-6 16,6 0 13-16,-6 9-16 0,-10-1 21 16,10 4-16-16,0-9 12 15,-6 14-8-15,12-9 1 16,0 4 10-16,0-4-11 16,0 8 1-16,0 0-5 15,0 8 10-15,0 4-5 16,0 0 5-16,0 5-5 15,0-5 2-15,0 4-6 16,0-4 3-16,-10 0 0 16,10 0-2-16,-6-4 12 15,0 0-16-15,-6-8 12 16,12 1-10-16,-7-9 13 0,7-9-15 16,0 9 6-16,0-8 0 15,0 5-4 1,0-1 5-16,0-4-5 0,0 0 8 15,0 0-5-15,0 4 6 16,0-9-6-16,0 5 1 16,0 0-6-16,7-3 1 15,5 7 5-15,-6-4-4 16,0 0 9-16,-6 4-15 16,22-4 20-16,-10 0-20 15,10 0 10-15,-16-4-1 0,7 0-19 16,-1 0 20-16,10 0-4 15,12 0 9-15,6-1-12 16,1 5 16 0,11-3 0-16,-18-5-8 0,-9 4 22 15,9 4-14-15,-15-4 3 16,15 5-12-16,-6-9 7 16,18 0-15-16,-5 0 17 15,-7 0-13-15,12 0 14 16,-11 0-9-16,-4 0 4 15,9 0 2-15,0 0-4 16,7 0 3-16,-7-5 0 16,-6 1-4-16,0 0-4 15,-9 4 12-15,3 0-16 0,-6 0 15 16,-4-8-10-16,1 8 5 16,3 0-4-16,5 0 0 15,-8 0 2-15,21 0-4 16,-6 0 10-16,-3 0-11 15,4 0 12-15,5 0-12 16,-6 0 11-16,6 0-14 16,-6 0 6-16,-3 0-4 15,-3 0 4-15,0 0 0 16,-15 0 0-16,-1 0 4 16,10 0-6-16,-4 0 11 0,10 0-16 15,-9 0 8 1,9-4-2-16,0-1-1 15,-4-6-13-15,4-1 14 16,-3 8-4-16,-3-8 2 0,-10 7 6 16,-6-6 0-16,4 11 4 15,-4-12-9-15,0 4 2 16,7 3 0-16,2-6 0 16,4-1 3-16,-13-4-8 15,6 4 11-15,4 4-11 16,-16 0 14-16,12-9-14 15,1-2 8-15,2-2-4 16,-9 6 1-16,7 2-2 16,-7-2 1-16,-6 2 1 15,15 5-2-15,-8-8 11 16,-1 4-15-16,0 0 16 0,0-4-20 16,-6-8 13-16,0 12-3 15,0-4 0-15,0 4 3 16,0 4-7-16,0-8 13 15,0 8-14-15,0-12 15 16,0 0-20-16,0-4 17 16,0-1-12-16,0 5 5 15,0-4 0-15,0 9 0 16,0-1 5-16,0-1-14 16,0 1 18-16,0 0-18 15,-6-4 15-15,0 4-10 16,0 4 4-16,-10 4-4 15,10 4 4-15,-6 4 3 0,5-4 4 16,1-4 4-16,-9 8-12 16,2 0 11-16,7-8-17 15,-6 8 10-15,-10-4-4 16,3 4 1-16,-9-3-1 16,-6 3 0-16,9 0 2 15,-9-9-2-15,0 9 8 16,6-4-9-16,4-4 9 15,-4 4-14-15,3-4 4 16,3 8 2-16,-12 0 0 16,15 0 1-16,-15 0-2 15,6 0 6-15,10 0-9 0,-1 0 14 16,4 0-18-16,2 0 12 16,1 0-6-1,-4 0 1-15,-2 0 2 0,-10 0-3 16,3 0 7-16,3 0-7 15,-18 0 8-15,21 0-6 16,-2 0 9-16,-4 0-12 16,-3 0 4-16,22 0-1 15,-7 0-2-15,-2 0 6 16,3 0-7-16,-1 0 10 16,-2 0-6-16,2 0 10 15,7 0-15-15,-22 0 5 16,16 0 0-16,-10 0-5 0,-3-8-7 15,3 0 7 1,10 4 2-16,-7 4 3 0,4 0 4 16,9 0 11-16,-13 0-14 15,4-8 0-15,15-5-1 16,-19 10-12-16,13-5 2 16,-10 4-9-16,4-4 18 15,0 8 2-15,-16 0-10 16,9-5 20-16,-3-6-15 15,4 3 5-15,2-9-2 16,-2-6-16-16,-10 7-7 16,15 0 18-16,-5 7 6 15,-10 6-3-15,28 3 6 16,-13 0 11-16,-8-5-10 16,14-3-8-16,-11 0-11 0,2-7 10 15,-8 10-5-15,2-6-2 16,-6 2 2-16,22 9 10 15,0 0-12-15,-7 0 26 16,7 0-23-16,-10 0 11 16,4 0-2-16,0 0 0 15,-16 0 0-15,-19 0-8 16,1 0 16-16,-1 0-7 16,7 0 1-16,34 0 28 15,0 0-27-15,6 0-6 0,0 0 3 16,0 12-45-16,0 12-59 15,0 13-155-15</inkml:trace>
  <inkml:trace contextRef="#ctx0" brushRef="#br0" timeOffset="190354.19">6189 11474 236 0,'0'0'103'0,"0"0"-91"0,0 0 5 0,0 0 25 15,0 0 145-15,0 0-142 16,0 0-40-16,0 0-2 16,0 0 15-16,0 4 17 15,0-4 47-15,0 0-61 0,0 0 4 16,0 0 12-16,0 0 12 15,0 0-40-15,0 0-1 16,0 0-4-16,0 0-4 16,0 0 13-16,0 0-10 15,0 0 4-15,0 0 0 16,0 0-14-16,0 0 18 16,0 0-14-16,0 0 6 15,0-9 0-15,0-2-3 16,-6-5 3-16,6 7-6 15,0-2 10-15,0 3-14 16,0-9 15-16,0 1-14 0,0-7 6 16,0 7-2-16,0-9-3 15,0 9 5-15,0 4-1 16,0-4 3-16,0-4-8 16,0-4 13-16,0 7-14 15,0-6 11-15,0 10-11 16,0-2 6-16,0-6 0 15,-10 5 0-15,10-4-5 16,0 1 3-16,0 7-15 16,0-4 16-16,0 3-18 15,0-2 16-15,0 7-8 0,-6-5 12 16,6-2 0 0,-6 2-4-16,6-10-10 0,-6 6-26 15,0-2 35 1,6-2-8-16,0 9 9 0,0 0-25 15,0 4 27-15,0 8 2 16,0 0 2-16,0 0 2 16,0 0-3-16,0-4 1 15,0-8 5-15,0 0-9 16,0-4 2-16,0-4 0 16,0-1-23-16,0 5-9 15,0 4-16-15,0 1 31 16,0-5 15-16,0 7 2 15,0-7-6-15,0 5 12 0,0-6-12 16,0 6-63 0,6-2 21-16,-6 9 19 0,0-4 25 15,0 8 2-15,0 0 4 16,0-3 17-16,0-2-9 16,6-3-8-16,-6 0-2 15,6 4 0-15,0-7-14 16,-6 6 2-16,0-7 7 15,0 4 5-15,0-3-5 16,0-2 10-16,0 13-8 16,0-8 15-16,0 8-24 15,0-8 10-15,0 8-43 16,0 0 45-16,0 0 3 16,0 0-3-16,0 0 9 15,0 0-18-15,0-4 9 0,0-4-1 16,0-4-160-1</inkml:trace>
  <inkml:trace contextRef="#ctx0" brushRef="#br0" timeOffset="191753.18">6183 10503 370 0,'0'0'106'0,"0"0"-57"0,0 0-47 16,0 0-4-16,0 0-40 0,0 0 17 0,6-32 25 15,-6 32 20-15,0 0 29 16,0 0-28-16,0 0-14 15,0-4-1-15,0-4-12 16,0-4-11-16,0 12-2 0,0 0 19 16,0 0 5-1,0 0 23-15,0 0-1 0,0 0-27 16,0 0 0-16,0 0 0 16,0-8-29-16,6 8 7 15,-6-4 1-15,0 4 21 16,0 0 7-16,0 0 7 15,0 0-11-15,6 0 2 16,1 0-10-16,-1 0-23 16,0 0-16-16,-6 0-12 15,9 0 42-15,-9 0 3 16,0 0 9-16,0 0 4 16,0 0 24-16,0 0 34 15,0 0-48-15,6 0-11 16,-6 0 6-16,7 0-14 0,-7 0-2 15,6 0-2-15,-6 0 10 16,6 0-12-16,0 0 13 16,10 0 0-16,-10 0 7 15,6 0-6-15,-5 0-1 16,8 0-1-16,-3 0 0 16,7 0-2-16,-3 0-1 15,2 0-1-15,-12 0 5 16,16 0-6-16,-9 0 11 15,8 0-10-15,-8 0 6 0,5 0-1 16,-8 0 0 0,14 0-1-16,-2-12 0 0,-10 4 1 15,16 4-6-15,-9 0-16 16,-7 4-3-16,-2 0-12 16,2 0 26-16,-6 0 11 15,-6 0 19-15,13 0 24 16,8 0-29-16,-2 0-14 15,3 0-5-15,2-4 3 16,-2 0-2-16,-3 4 0 16,-4 0 8-16,-2 0-8 15,-1 0 5-15,0-4-1 16,10-1 0-16,-3-6-5 0,3 3-1 16,-4-4-10-1,-2 12 13-15,-4 0-1 0,0 0-1 16,4 0 5-1,-4 0 13-15,7 0 6 0,-4 0-13 16,-2 0-6-16,-1 0 2 16,-6 0-9-16,4 0 14 15,2 0-14-15,-6 0 16 16,1 0-7-16,8 0-2 16,-3 0 7-16,7 0-7 15,-3 0-1-15,2 0-4 16,-5 0-9-16,-13 0 5 15,15 0 8-15,-9 0-4 16,-6 0 2-16,6 0 2 0,-6 0 1 16,0 0 0-16,0 0-3 15,0 0 6-15,0 0 6 16,0 0-8-16,0 0 17 16,0 0-14-16,0 0 0 15,0 0-4-15,0 0-1 16,0 0 1-16,0 0 24 15,0 0-3-15,0 0-20 16,0 0-1-16,0 0 3 16,0 0-7-16,0 0 8 15,0 0 15-15,0 0 19 16,0 0 8-16,0 0-26 16,0 0-12-16,0 0 25 0,0 0-28 15,0 0-1 1,0 0-1-16,0 0-6 15,0 0-4-15,0 0-13 16,0 0-17-16,0 0 8 0,0 0 23 16,0 0 12-16,0 0 16 15,0 0 17-15,0-5 11 16,0 5-33-16,0-8-14 16,-6-3-3-16,6-6-54 15,-6 1 27-15,6 1 3 16,0-1 12-16,0-1-11 15,0 14 23-15,0-2 3 0,0-3 16 16,0 5-10-16,0-10 3 16,0-2-9-16,0-6-3 15,0-3-37-15,0 4-75 16,0 4 37-16,0 12 63 16,0-4 12-16,0 8 51 15,0-8 53-15,0-1-77 16,0-2-27-16,0-9-76 15,0-4-53-15,0 7-40 16</inkml:trace>
  <inkml:trace contextRef="#ctx0" brushRef="#br0" timeOffset="191937.35">7178 10002 112 0,'0'0'115'0,"0"0"-104"0,0 0 0 0,0 0-9 0,0 0-4 0,0 0 9 15,0-69-14-15,0 50-6 0,0 2 2 16,0 9-10-16,0-12 19 15,6 9-8-15,-6 3-15 16,6 0 23-16,-6-1 1 16,0-3-6-16,0 0 7 15,22-4-27-15,-16 4-103 16</inkml:trace>
  <inkml:trace contextRef="#ctx0" brushRef="#br0" timeOffset="192040.1">7178 10002 37 0,'133'-290'20'0,"-133"275"35"0,0-1-32 15,0 3-23 1,7 2 0-16,5-1-2 0,-6-1-31 16,4-2 0-16,2 7-15 15</inkml:trace>
  <inkml:trace contextRef="#ctx0" brushRef="#br0" timeOffset="192119.92">7386 9508 113 0,'0'0'63'16,"0"0"-37"-16,0 0-26 15,0 0-152-15</inkml:trace>
  <inkml:trace contextRef="#ctx0" brushRef="#br0" timeOffset="192525.51">7386 9508 89 0</inkml:trace>
  <inkml:trace contextRef="#ctx0" brushRef="#br0" timeOffset="194502.5">7386 9508 89 0,'93'-87'87'0,"-81"87"12"0,1 0-47 0,8 7-34 16,13-7-17-16,-21 0 1 16,-1 0 11-16,10 0 12 15,-16 0 24-15,13 0-42 16,9 0-6-16,-10 0 27 0,4 0-11 15,-10 0-17-15,-5 0 3 16,2 0-3-16,3 0 3 16,1 0 27-16,-1 0-18 15,10-7-1-15,6-1-7 16,-10-1-4-16,-5 5 0 16,15 0 0-16,-28 4 0 15,6 0 3-15,-6 0 15 16,12 0 13-16,4-4-10 15,-4 4-17-15,16-12 15 16,-3 8-19-16,-3 0 1 0,2 0-1 16,-14 4 0-16,-10 0 6 15,6 0-5-15,-6 0 27 16,0 0-27-16,12-4 6 16,-6 4-4-16,7-4-3 15,2 4 0-15,-2 0 4 16,-7 0-2-16,9 0 1 15,-15-4 21-15,13 4-16 16,-1 0-6-16,-6 0 10 16,1 0-24-16,2 0 12 15,-9-9-3-15,0 9 0 16,0 0 3-16,0 0-8 16,0 0 15-16,0 0-10 15,6 0 6-15,0 0-5 0,-6 0 2 16,0 0 0-1,0 0 0-15,7 0-3 0,-7 0 0 16,12 0-1-16,-12 0-1 16,0 0 10-16,9 0-5 15,-9 0 2-15,0 0 16 16,0 0-11-16,0 0-1 16,0 0-6-16,7 0-1 15,-7 0 0-15,0 0 2 16,0 0-4-16,0-3 8 15,0 3-2-15,0-4 0 16,0 0 20-16,0 4-13 0,0 0 4 16,6-4-10-16,0 0 1 15,0-8-10-15,0 7 7 16,4-6-10-16,-4-6 12 16,0 9-5-16,0 1 1 15,-6 3 0-15,0-8 8 16,0 7 0-16,0-6-3 15,0-6-4-15,0 9-2 16,0-3 0-16,0 3-4 16,0-1 10-16,0 1 0 15,0-3-3-15,0-6 0 16,0 1-4-16,0 0-5 16,0-4 6-16,0 4-6 15,0 1 2-15,0-2-22 0,0 9 23 16,0 0 7-16,0-4-3 15,0 4 0-15,0-4 3 16,0 0-9-16,0 0 13 16,0-4-16-16,0 0 18 15,0-4-17-15,0 4 8 16,0-4-1-16,0 0-10 16,0-1 1-16,6 1 8 15,1 4-10-15,-1 1 8 16,3 2-23-16,-3 5 19 15,-6-3-16-15,7 2 21 0,-7-2-4 16,6-6-33 0,-6-2-22-16,6-2 50 15,0 6 3-15,3 2 18 0,-2-3-18 16,-1 9 15-16,0-2-9 16,-6 1 3-16,0 0 0 15,0 0 6-15,0-8-5 16,12-4-2-16,-12 4-3 15,7-4-7-15,-7 4-7 16,0-1 16-16,0 9-3 16,0 5 5-16,0-2 4 15,0 5 12-15,9 0-6 16,-9-3-9-16,6-5-2 16,-6-1-25-16,6-2 12 15,1 3-45-15,-7 8 7 16,0-4 38-16,0-1 14 0,0 2 0 15,0-2-12 1,0-3-5-16,0 5-15 0,0-2 32 16,0 2 27-16,0-6 20 15,0 1-45-15,0-3-4 16,6 3-18-16,0-1-54 16,-6 6 34-16,0-5 40 15,0 0-3-15,0-1 14 16,0 5-12-16,0 4 4 15,0-4 0-15,0 4 6 16,0 0 2-16,0 0-11 0,15-3-17 16,-15 3-15-16,7-5-106 15,-1 2 86-15,0 3 52 16,-6 0 49-16,12 0 15 16,-2 0 26-16,-10 0-35 15,0 0-44-15,6 0-7 16,-6 0-2-16,0 0 9 15,0 0-5-15,0 0 29 16,19 0-24-16,-13 0 2 16,3 0-13-16,10 0 2 15,-13 0 25-15,22 0 5 16,-10 0-26-16,-2 0 1 16,-4 0-7-16,1 0 4 15,2 0-4-15,4 0 0 16,-1 0-2-16,4 0 0 0,-3 0 2 15,-10 0 9-15,3 0-8 16,-5 0 11-16,5 0-10 16,10 0 31-16,-10 0-32 15,10 0 2-15,9 0 0 16,-3 0-6-16,6 0-10 16,0 0 3-16,-15-5 6 15,-1 2 8-15,-9 3-8 16,-2 0 13-16,-7 0 4 15,12 0 0-15,0 0-5 16,4 0-8-16,3 0 0 16,8 0 0-16,-8 0-17 15,3 0 3-15,-10 0 6 0,1 0 3 16,-4 0 10-16,-9 0 0 16,0 0 19-16,0 0 0 15,6 0-11-15,0 0-12 16,7 0-1-16,-1 0 5 15,4-5-11-15,-4 1 10 16,-12 4-10-16,0 0 12 16,0 0-6-16,0 0 0 15,0 0 0-15,0 0 0 16,0 0 3-16,0 0 16 16,0 0-16-16,0 0 5 0,0 0-6 15,6 0-4-15,-6 0-9 16,0 0 0-16,16 0-16 15,-10 0-90-15,-6-8-214 16</inkml:trace>
  <inkml:trace contextRef="#ctx0" brushRef="#br1" timeOffset="214003.63">6434 11422 195 0,'0'0'0'0,"0"0"-62"0</inkml:trace>
  <inkml:trace contextRef="#ctx0" brushRef="#br1" timeOffset="-211848.36">6434 11422 224 0,'-37'20'186'0,"27"-9"-158"16,10-6-17-16,0-5-11 16,0 0-46-16,0 0 3 15,0 0 43-15,0 0 3 16,0 0 89-16,0 0 14 15,0 0 5-15,0 0-49 16,0 0-30-16,0 0 18 16,0 0-40-16,0 0 0 0,0 0-6 15,0 0-2-15,0 0 0 16,0 0 11-16,0 0 18 16,0 0-31-16,0 0 31 15,0 0-17-15,0 0 11 16,0 0-22-16,0 0 2 15,10 0 0-15,15 0-2 16,-4 0-3-16,-8 0 4 16,5 0-2-16,-8-5 1 15,-4 2-6-15,12 3 10 16,-11-8-3-16,8 8-3 16,-3 0 12-16,-12-5-7 0,19 5-1 15,-10 0-5-15,-9 0 2 16,19 0-3-16,-13-4 11 15,0 1-10-15,16-5 4 16,-16 8 3-16,-6-5 7 16,6 2 3-16,1 3-4 15,14-9-6-15,-14 9 11 16,11 0-16-16,4 0 5 16,-4-4 2-16,10 4-17 15,0-4 10-15,-3 4-4 16,-3-3 1-16,-4-2 1 15,-5 5-4-15,-4 0 8 16,10-8-12-16,2 8 17 0,-2-3-17 16,9-2 16-1,-9 5-12-15,2 0 4 0,-2 0-2 16,9 0-1-16,-3 0 3 16,15 0-6-16,0 0 17 15,-6 0-17-15,7 0 15 16,17 0-16-16,-11 0 12 15,-7 0-7-15,-18 0 3 16,-3 0-1-16,2 0 0 16,-2 0 5-16,9 0-9 0,-10 0 9 15,10 0 0 1,-3 0-4-16,-3 0 2 0,6 0-3 16,-10 0 1-16,-5 0-8 15,8 0 16-15,-14 0-20 16,-1 0 24-16,0 0-16 15,10 0 8-15,-10 0 4 16,12 0-9-16,10 0 0 16,-9 0 2-16,9 0 0 15,-10 0-4-15,-8 0 3 16,8 0-3-16,-11 0 4 16,-1 0-4-16,15 0 7 15,-8 0 0-15,-1 0-5 16,-2 0-1-16,8 0-2 15,-5 0 3-15,8 0 0 16,-8 0 8-16,-7 0-14 16,9 0 12-16,-8 0-2 0,5 0 0 15,-6 0 2-15,0 0-6 16,10 0-1-16,-4 0 1 16,1 0 0-16,2 0 1 15,-9 0 1-15,1 0-2 16,-1 0 3-16,6 0-3 15,10 0 0-15,-16 0 0 16,6 0-2-16,-5 0 7 16,8 0-10-16,-2 0 13 15,-1 0-16-15,10 0 18 16,-4-8-17-16,-2 8 8 0,-10 0-1 16,0 0 0-1,-6 0 1-15,13 0-3 0,-7 0 4 16,3 0-5-16,4 0 6 15,-1 0-6-15,3 0 7 16,-8 0-4-16,5 0 0 16,7 0 1-16,-4 0-1 15,-2 0 1-15,-1 0-7 16,10 0 14-16,2 0-14 16,4 0 14-16,13 0-16 15,-13 0 8-15,-16 0-1 16,22 0 1-16,-22 0 0 0,10 0-3 15,-3 0 2 1,-7 0-6-16,4 0 13 0,2 0-14 16,-5 0 16-16,8 0-14 15,-8 0 7-15,-7 0-1 16,10 0 0-16,-10 0 3 16,6 0-7-16,1 0 11 15,2 0-14-15,4 0 17 16,-4 0-18-16,-2 0 12 15,-1 0-6-15,0 0 2 16,4 0 0-16,-4 0-4 16,1 0 10-16,2 0-14 15,-2 0 16-15,-1 0-14 16,3 0 12-16,-2 0-9 16,5 0 3-16,4 0 0 0,-9 0-2 15,2 0 6-15,-9 0-8 16,-6 0 13-16,0 0-18 15,0 0 20-15,13 0-18 16,-1 0 9-16,10 0-4 16,3 0 1-16,3 0 1 15,-1 0-1-15,-14 0 1 16,-1 0-5-16,-12 0 10 16,0 0-9-16,0 0 10 15,0 0-9-15,16 0 3 16,-16 0 0-16,6 0-1 15,-6 0 3-15,0 0-6 0,0 0 8 16,0 0-2-16,0 0 4 16,0 0 0-16,0 0-4 15,0 0 2-15,0 0-4 16,0 0 1-16,0 0-2 16,0 0 5-16,0 0-10 15,0 0 13-15,0 0-12 16,0 0 12-16,0 0-7 15,0 0 2-15,0 0-2 16,0 0 0-16,0 0 4 16,0 0-10-16,0 0 12 15,0 0-6-15,0 0 8 16,0 0-13-16,0 0 9 16,0 0-5-16,0 0 1 0,0 0 0 15,0 0 5-15,0 0-5 16,0 0 12-16,0 0-7 15,0 0-4-15,0 0 3 16,0 0-1-16,0 0-2 16,0 0 6-16,0 0 0 15,0 0-2-15,0 0 14 16,0 0-16-16,0-7 13 16,0-9-10-16,0 3-5 15,0-15-1-15,0 12 0 16,0 0-5-16,0 0 5 15,0 0-1-15,0 0 5 16,0-1-6-16,0 2 10 0,0 2-16 16,0-2 14-16,0-1-12 15,-6-5 5 1,6 6-1-16,0-9 0 0,0 7-2 16,0-3 0-16,0 4 6 15,0-4-10-15,0 4 13 16,0 5-13-16,0-6 9 15,0 6-4-15,-16-2 3 16,16 1 0-16,0-4-1 16,0 0 5-16,0 1-11 15,0-2 15-15,-6 1-13 16,6 0 10-16,0-1-10 0,0-2 2 16,0-6-2-16,0 2 0 15,0-1 5-15,0-1-4 16,0 10 12-16,0-1-15 15,0-1 19-15,0 1-19 16,0 5 9-16,0-6-4 16,0 1 2-16,0-4 0 15,0 4-3-15,0 0 8 16,0 1-11-16,0-6 13 16,0 1-10-16,0 0 9 15,0 0-11-15,0-4 5 16,0 8 0-16,6-1-1 15,-6 1 4-15,0 1-8 0,0 7 12 16,0-5-14 0,0-7 15-16,0 1-16 0,16-1 10 15,-10-5-4-15,0 9 0 16,7-4-6-16,-13-8 8 16,6 9-5-16,0-6-2 15,-6 1 9-15,0 4-8 16,9 0 12-16,-9 4-10 15,0 0 5-15,0 8-1 16,0-9 0-16,0 6 1 16,0-9-5-16,0-5-3 15,6-6 7-15,1 7-30 0,-1 4 27 16,-6-1 0 0,6 6 2-16,-6 2 1 0,6-3 0 15,-6-4 3-15,0 0 4 16,0 0-12-16,0-4 12 15,16 0-14-15,-10 0-1 16,0 0-2-16,-6 8-18 16,13 4 6-16,-13-1 18 15,0 10 4-15,0-2 6 16,0-2 3-16,0-1 11 16,0-13-16-16,0-2-8 15,9-2-7-15,-3 1 3 16,6 9 3-16,-12-1 5 15,7 7-7-15,-7-2 15 16,0-2-11-16,0 5 9 16,0 0-11-16,6-7 10 0,-6 7-10 15,6-9 4-15,3 1 0 16,-9 0 0 0,0-1 2-16,0 2-8 0,13-1 15 15,-7-4-14-15,0 4 14 16,-6-4-16-16,0-4 8 15,16 7-12-15,-10-2-20 16,-6 2 9-16,0 6 12 16,0-5-4-16,0-4 14 15,0-1-36-15,0 1 5 16,0-4-19-16,0 4 17 0,0 4 10 16,0 0-10-16,0 4 29 15,0 4 5-15,0-4-5 16,0-4 11-16,0 4-10 15,0-4 6-15,0 4-4 16,0-1-14-16,0-2 11 16,0 2 4-16,-6 2-2 15,-10-1-12-15,16-1 0 16,-6 5 10-16,-13-3 10 16,19 2 7-16,-9 1-11 15,3-3-2-15,0 6-2 16,-1 2-7-16,7-6 6 15,-12 6-2-15,12-2 0 0,0 2 12 16,0-2-11-16,0 2 12 16,0-5-12-16,0 3 9 15,0-2-8-15,-6 2 4 16,6 2-13-16,0-5 9 16,0 3 3-16,0 1-5 15,0 4 9-15,-9-4-6 16,9 4 2-16,0-4-1 15,-13 1-32-15,13 3 30 16,0 0 2-16,-6 0 4 16,6-5-8-16,0 2 5 15,0-5-1-15,0 3-37 0,0-3 11 16,0-4 13 0,0 4 9-16,0-4 5 0,0 4 1 15,0 0-6-15,0 8 12 16,0-3-4-16,0-2 7 15,0 1-3-15,0-4-6 16,0-4-3-16,0-4 2 16,0 4 1-16,0 4-2 15,6 4 4-15,-6-1 43 16,0 5-40-16,0-3-5 16,0-1 0-16,0 0-24 15,0 0-16-15,0-4 21 16,0 0-5-16,0 0 1 15,22-4 10-15,-16 4 13 16,6 0-6-16,1-5 13 0,-7 6-10 16,3-1 6-1,-9 0-4-15,0 0 1 0,0 0 0 16,13 4 2 0,-13-4 8-16,0 3 4 0,0 2 8 15,0 3 81-15,0 0-41 16,0 0-11-16,0 0-51 15,0 0-6-15,6 0-47 16,-6 0-14-16,0-8-57 16</inkml:trace>
  <inkml:trace contextRef="#ctx0" brushRef="#br0" timeOffset="-174780.75">5606 13334 23 0,'0'0'315'0,"0"0"-306"0,0 0 75 0,0 0 32 0,0 0-74 15,0 0 40-15,0 0 5 16,0 0-18-16,0 0-28 16,-53-16 8-16,47 8-11 15,0 8-3-15,-3 0-15 16,2-3-12-16,1-2 5 0,0-3-2 16,-6 8 24-16,5 0-27 15,-2 0 14-15,-3 0-16 16,5 0-12-16,1-4 2 15,0 4-1-15,-9 0 2 16,8 0-10-16,1 0 10 16,-16 0 6-16,10 0-6 15,-13 0 10-15,4 0-9 16,-7 4 2-16,9 9-5 16,-9-2-14-16,16 9 2 15,-7 1 7-15,-9 2 6 0,22-2 4 16,-9-6 2-1,2 1-1-15,1-3 4 0,12-1-2 16,-6 12-3-16,-1-9-2 16,-2 6-3-16,3 3 5 15,0-3-3-15,6 2 15 16,0 5-18-16,0-4 16 16,0 4-16-16,0-8 6 15,0 4-1-15,0-4 1 16,0 1 0-16,0-1 0 15,0-4 0-15,0-8 1 16,0 0 2-16,0 4-6 16,0-1 5-16,6 2-8 15,9 2 6-15,-2 6 0 0,-1-1 0 16,10-8 4-16,-10 4-8 16,1 4 7-16,2-7-7 15,-2-6 8-15,-7 1-8 16,22 0-1-16,-16 0 3 15,7-3-6-15,-4-2 8 16,-2 2 0-16,8-5 7 16,10 0-9-16,-9 0 4 15,-3 0-1-15,8 0 8 16,1-13-9-16,-3-3 2 16,3-8 1-16,-3 8-3 15,-3 0 6-15,2 0-5 16,-2-4 0-16,-9 16 8 0,-7-4-9 15,9 0 3 1,-2 0-3-16,-1-4 1 0,10 8-2 16,-10-5-4-16,1 1-7 15,-4 5-20-15,-9-9-17 16,6 12-66-16,-6-8 52 16,0 3-27-16,0 5-29 15,0-3-351-15</inkml:trace>
  <inkml:trace contextRef="#ctx0" brushRef="#br0" timeOffset="-168985.24">5907 13426 251 0,'0'0'228'0,"0"0"-188"0,0 0 10 15,0 0-12-15,0 0-34 16,0 0 14-16,0 0 7 16,0 0 14-16,0 0 26 15,0 0 13-15,0 0-33 16,0 0-21-16,0 0 3 15,0 0-16-15,0 0 15 0,0 0-13 16,0 0 20-16,0 0-7 16,0 0 26-16,0 0-18 15,0 0-1-15,0 0-22 16,0 0-11-16,0 0 0 16,0 0 10-16,0 0-15 15,0 8 12-15,0 9-9 16,22 7 5-16,-10-1-1 15,0 13 14-15,-12 1-13 16,0 3 4-16,0-4-4 16,0 0-3-16,0-3 7 15,0 3-14-15,0 0 4 0,0-5 1 16,-12 10-4-16,-10-18 3 16,10 2-9-16,-1-9-17 15,13 0-3-15,-12-12-39 16,12 9-14-16,0-6-97 15,0 1 13-15,-9 0-104 16</inkml:trace>
  <inkml:trace contextRef="#ctx0" brushRef="#br0" timeOffset="-167952.08">5733 14032 204 0,'0'0'13'0,"0"0"84"0,0 0-15 0,0 0-33 0,0 0 18 16,0 0-6-16,99 0 9 16,-71 0-42-16,-6-3 32 15,3-2 7-15,9-3-25 16,-6-4-15-16,18-8-8 15,1-7 15-15,-1-6 0 16,-12 9-9-16,-3 4 3 16,-9 8 4-16,-16 4-22 15,7 3 9-15,2-6-16 0,-2 3 2 16,5-12-3-16,4-5 0 16,-3 1-2-16,2-4 6 15,-8 5-7-15,-7 7 8 16,0-1-13-16,-6 1 15 15,0-4-3-15,9 0-4 16,-9 4 1-16,7 0-6 16,-7 4 6-16,0 0 9 15,0 5-5-15,0-2 30 16,0-3-36-16,0-8-2 16,-7 8-3-16,-14-4-4 15,-4 4-4-15,-9 0 1 16,6 8 10-16,-6-4 1 0,9 3-3 15,-3-2 7 1,0-6-8-16,3 13 10 0,-9-8-13 16,0 0 7-16,9 0-10 15,-15-7 4-15,6 2-22 16,0 5 3-16,9 1 14 16,-9 2 1-16,18 5 20 15,-8 0-3-15,-4 0-6 16,9 0-2-16,-15 0-9 15,6 0-13-15,3 0 10 16,4 0-26-16,2 0 13 16,19 0-4-16,0 0-24 0,0 0-129 15,0-8-192-15</inkml:trace>
  <inkml:trace contextRef="#ctx0" brushRef="#br0" timeOffset="-164822.36">6831 13443 89 0,'0'0'275'0,"0"0"-190"0,0 0 18 0,0 0-20 16,0 0-49-16,0 0-33 16,0 0 17-16,0 0 31 0,0 0 29 15,0 0 2 1,0 0-16-16,0 0-20 0,0 0-36 16,0 0 18-16,0 0-23 15,0 0 19-15,0 0-15 16,0 0 24-16,0 0 2 15,0 0-10-15,0 0 0 16,0 0-18-16,0 0 8 16,0 0-8-16,0 0-5 15,0 0 8-15,0 0-10 16,0 0 4-16,-28 0 3 16,9-9-5-16,4 9 4 15,-4-3-9-15,13 3 16 16,-10 0-7-16,10 0 2 0,-6 0-8 15,-10 0 2-15,10 0-6 16,-7 16-6-16,-9-4 10 16,22 12 1-16,-16-12 2 15,16 8-8-15,0-1 14 16,-13 2-14-16,19 3 10 16,0 4-6-16,-9 1 4 15,9-6-1-15,0 1 0 16,0-4-2-16,0 1-6 15,0-6 16-15,0 13-10 16,0-4 7-16,0-4-1 16,0 1-4-16,0-9-1 0,0 4-8 15,28-8 5 1,12 4 4-16,1-9-3 0,-1 10-4 16,0-13 13-16,-6 8-12 15,-9-8 12-15,-3 4-12 16,-10-4-3-16,-6 0-11 15,7 0 9-15,2 0-34 16,-2 0 20-16,-1 0 2 16,4 0 12-16,-4-12-72 15,0-4-68-15,4 4-169 16</inkml:trace>
  <inkml:trace contextRef="#ctx0" brushRef="#br0" timeOffset="-161873.6">7203 13423 199 0,'0'0'107'0,"0"0"-41"0,0 0 53 0,0 0-68 0,0 0-16 16,0 0 42 0,0 0-39-16,0 0 23 0,0 0-4 15,0 0 32-15,0 0-50 16,0 0-17-16,0 0-8 16,0 3 4-16,0 18 20 15,0 3-10-15,0 0 13 16,0-4-39-16,0 4 9 15,9-4-9-15,-3 8 8 16,13 8-3-16,-7 5-7 16,-2 6 21-16,14-3-21 15,-24-3 3-15,16-5-3 16,-4-13-1-16,1-2-69 0,-7-1 27 16,-6 5 3-16,0-2-32 15,0 13-49-15,-47-8-40 16,13 8 29-16,10-12-170 15</inkml:trace>
  <inkml:trace contextRef="#ctx0" brushRef="#br0" timeOffset="-161074.73">7011 14057 458 0,'0'0'25'15,"0"0"7"-15,0 0 4 0,0 0-12 0,0 0 49 16,0 0-10-16,152 0-17 16,-97 0 47-16,-2 0 4 15,0 0-24-15,0 0-43 16,-19-5-12-16,6-7 5 0,-6-7 10 15,6-1-3-15,7-5-23 16,-13-3 10-16,-3 4-17 16,3 0 19-16,-12-8-15 15,3 8 7-15,-16-4-9 16,9-8 1-16,-5 8 0 16,-13 0 1-16,0-5-8 15,0 6 13-15,0-1-19 16,0-5 18-16,0 5-15 15,0 4 13-15,0 4-6 16,0 4 0-16,0-1 0 16,0 6-2-16,-6-9-5 0,-19 0 6 15,-9-1-27-15,-7 2 3 16,-5 2-19-16,-10 9 41 16,10 0 3-16,-1 5 9 15,-6-1-2-15,-15-4-7 16,9 0-9-16,-6 3-28 15,-3 2 36-15,28 3-39 16,-1 0-11-16,1 0-37 16,15 0-26-16,-9 16-64 15,6-4-146-15</inkml:trace>
  <inkml:trace contextRef="#ctx0" brushRef="#br0" timeOffset="-158274.95">8347 13547 113 0,'0'0'280'0,"0"0"-185"0,0 0-22 0,0 0 4 0,0 0-10 15,0 0 38-15,0-4 14 16,-6 4-50-16,0-4-27 16,-10 4-8-16,10 0 11 15,-6 0-18-15,5 0 0 16,-8 0-11-16,-4 0 0 15,-9 0-16-15,4 0 0 16,-4 16 0-16,0-7 1 16,15 6 1-16,-5 1 3 15,2 0-4-15,4 0 8 16,-1 16-9-16,7-8 1 16,-3 9-2-16,9-2-2 15,0 2-3-15,0-9 4 16,15 8-9-16,10-13 8 0,-3 2-5 15,3-14 4-15,3 6-3 16,-7-9 6-16,4 0-16 16,3-4 6-16,-3 0 10 15,9 0-6-15,0 0 2 16,0 0-44-16,-9-13 15 16,21-10-85-16,-18-1-55 15,-6-1 0-15,-10 2-162 16</inkml:trace>
  <inkml:trace contextRef="#ctx0" brushRef="#br0" timeOffset="-156079.41">8843 13498 288 0,'0'0'275'0,"0"0"-262"0,0 0 122 0,0 0-22 16,0 0-54-16,0 0-1 16,93 146-3-16,-80-118-47 15,-1 3 8-15,-6 2 9 16,3 3 3-16,-9 3 1 16,0 5 4-16,0 1-1 15,0-1-20-15,0-16-4 16,0-4-7-16,0-12-2 0,0-4-22 15,0-8-5-15,0 0-28 16,0 0-38-16,0 0-22 16,0 0-38-16,0-8-127 15</inkml:trace>
  <inkml:trace contextRef="#ctx0" brushRef="#br0" timeOffset="-155313.89">8828 13587 205 0,'0'0'381'0,"0"0"-377"0,0 0 34 16,0 0-38-16,0 0 0 15,0 0-43-15,0 0 16 16,0 0 27-16,0 0 7 15,0 0 42-15,0 0 70 16,0 0-25-16,0 0-14 0,0-8-57 16,21 0-7-16,20 1 9 15,-1-2 9-15,13 5-3 16,-7 0-9 0,13 4 31-16,3 0-24 0,-3 0 0 15,15 0-24-15,-21 0 3 16,15 0-4-16,4 0-2 15,-10 0-2-15,-16 0-21 16,-5 0 21-16,-7 0-14 16,-22 4 7-16,-6 9 10 15,-6 6-7-15,0 9 8 16,0 5 1-16,-12 10 19 16,-35 9-8-16,-9 5 21 15,4 7-31-15,-1-16 16 16,19-12-21-16,15-12 10 0,-9-8-9 15,10-12-4-15,-16-4 2 16,-7 0-16-16,-27-8-42 16,3-8 21-16,-9 9-58 15,5 7-38-15,17-13-55 16,-1 13-162-16</inkml:trace>
  <inkml:trace contextRef="#ctx0" brushRef="#br1" timeOffset="-136696.29">5212 14774 326 0,'0'0'215'0,"0"0"-209"0,0 0 85 0,0 0-14 16,0 0-31-16,0 0 34 15,13 13 1-15,-13-10-31 16,0 1-16-16,0 0 25 16,0-4-17-16,0 0-14 0,0 9-5 15,15 7 7-15,-15-1-12 16,0 6 6-16,0-1 1 16,0 4-12-16,0 12 8 15,0 0-19-15,0 4 4 16,0 8 0-16,0 0-11 15,0 8 5-15,0 1-6 16,0-6-4-16,0-18-5 16,0-17-4-16,0-16-41 15,0-5-61-15,0-54-209 16</inkml:trace>
  <inkml:trace contextRef="#ctx0" brushRef="#br1" timeOffset="-136079.62">4853 14815 198 0,'0'0'334'0,"0"0"-287"0,0 0 60 0,0 0 29 16,0 0-60-16,0 0 0 0,117-5-33 15,-76 2-29 1,15-2 5-16,-4 5-15 0,7 0 24 15,3 0-8-15,3 0 3 16,-18 0-20-16,-1 0-3 16,-12 0-9-16,-12 5-9 15,-10 18-7-15,-5 6 25 16,-7 7-6-16,0 8 13 16,0 4-3-16,-7 4 2 15,-33 0 56-15,-6-7-26 16,-1 2-12-16,13-14-7 15,-6-2-13-15,21-6-4 16,-9-1-11-16,-6 4-24 0,0 3-95 16,3-3-100-1,9-11-102-15</inkml:trace>
  <inkml:trace contextRef="#ctx0" brushRef="#br1" timeOffset="-133730.67">5882 14807 475 0,'0'0'54'0,"0"0"-54"0,0 0 7 15,0 0 20-15,0 0 49 16,0 0 18-16,0 0 12 15,-9-13-51-15,9 13-23 16,0 0-8-16,0 0-3 16,0 8-6-16,0 24 18 15,0 13 14-15,0 7-11 0,0 4-1 16,0-12-29-16,0 4-4 16,-7-8 8-16,1 8-20 15,-6-4 6-15,-4 5-2 16,10 2-21-16,-6-10-5 15,6-13-36-15,-1-20-115 16,7-8-26-16,0 0-161 16</inkml:trace>
  <inkml:trace contextRef="#ctx0" brushRef="#br1" timeOffset="-133131.36">5659 14879 296 0,'0'0'245'0,"0"0"-230"0,0 0 46 0,0 0-1 16,0 0-29-16,0 0 38 16,270-41-52-16,-230 41 16 15,6 0-17-15,1 0 53 16,-13 0-43-16,-15 0-24 16,-1 16-1-16,-2 0 12 0,-10 1 11 15,0 6-15-15,0 1 9 16,-6 4-15-16,0 0 2 15,0 21 6-15,-25-1 18 16,-30 12-6-16,-17-7 19 16,10 7 15-16,3-12-23 15,13-9-14-15,-1-10-16 16,13-9-8-16,6-8-20 16,10-4-5-16,-10-8-40 15,22 0-44-15,-1 4-109 16,7-4 1-16,0 0-208 15</inkml:trace>
  <inkml:trace contextRef="#ctx0" brushRef="#br1" timeOffset="-131183.7">6530 14790 112 0,'0'0'349'0,"0"0"-323"0,0 0 49 0,0 0 26 0,0 0-43 16,0 0-15-16,-22 17-14 16,22-17-25-16,0 0 10 15,0 3 16-15,0 2 28 16,0 6-24-16,0 1 5 16,0 4 8-16,0 4-9 15,0 1 27-15,0 7-22 16,-6 0-2-16,6 4-25 15,0 0-1-15,0 0-7 16,0 0-16-16,0-8 4 16,0 0-22-16,0-7-19 0,0-10-46 15,0-3-95 1,0-4-247-16</inkml:trace>
  <inkml:trace contextRef="#ctx0" brushRef="#br1" timeOffset="-130648.45">6387 14854 86 0,'0'0'496'0,"0"0"-485"0,0 0 2 0,0 0 50 16,0 0-21-16,0 0-3 15,149-64 29-15,-108 61-27 0,11 3 55 16,-5 0-20-16,5 0-25 16,-5 0-39-16,-1 0-4 15,-5 7-8-15,-13 9-6 16,0 0-3-16,-4 9-11 15,-17 3 15-15,2 3 3 16,-9 10-1-16,0-2 6 16,-16 22 19-16,-49-5-8 15,-15-4 8-15,-1 8-22 16,-6-7-1-16,0-9 0 16,35-13 1-16,11-10-8 0,7-21-13 15,6 0-42-15,4 0-320 16</inkml:trace>
  <inkml:trace contextRef="#ctx0" brushRef="#br1" timeOffset="-128286.7">7479 14862 258 0,'0'0'213'0,"0"0"-209"0,0 0-4 0,0 0 10 0,0 0 6 16,0 0 67-16,0-16 68 16,0 16-9-16,0 0-6 15,0 0-62-15,0 0-34 16,0 0-18-16,0 0-18 15,0 0 5-15,0 0-5 16,0 0 10-16,-22 0-12 16,-3 0 17-16,-30 0-7 15,-4 0-11-15,0 16-1 16,3 12 9-16,16 8-13 16,9 5 13-16,9-5-14 0,9 8 13 15,7-4-15-15,6-8 8 16,0 8-1-16,0-4 0 15,0-7-13 1,0 7 8-16,34-8-32 0,-3-5 19 16,3-10-18-16,25 3 20 15,-3-12-38-15,3-4 24 16,3 0 6-16,-9-20-94 16,6-13-57-16,-7-6-315 15</inkml:trace>
  <inkml:trace contextRef="#ctx0" brushRef="#br1" timeOffset="-126103.77">8040 14903 335 0,'0'0'335'0,"0"0"-258"0,0 0 33 0,0 0-54 15,0 0-33-15,0 0 5 0,0-16 11 16,0 16-15 0,0 0 36-16,0 0 13 0,0 0-40 15,0 0 2-15,0 0-32 16,0 0-3-16,0 0 5 15,-12 0-13-15,2 0 7 16,-8 0-1-16,-4 0 2 16,-9 16 13-16,-9 15-9 15,-1 14 4-15,-21 15-16 16,22 4 8-16,3-8-2 0,9 4-14 16,22-19-2-1,6-10-1-15,0-6 8 0,6-9-23 16,53-8-23-1,3-4 46-15,19-4-30 0,-4 0-53 16,-3-20-149-16,-21-4-355 16</inkml:trace>
  <inkml:trace contextRef="#ctx0" brushRef="#br1" timeOffset="-125072.6">9035 14782 268 0,'0'0'67'0,"0"0"63"0,0 0-80 0,0 0-21 16,0 0 12-16,0 0 81 15,7 5-24-15,-7-2-9 0,0 1 27 16,0-4-52-16,0 0 5 15,0 0-54-15,0 0 5 16,0 0-19-16,0 0 15 16,0 0-14-16,0 0 11 15,0 0 10-15,0 0-7 16,-7 0-9-16,-27 4 2 16,-6 0-18-16,-13 9 13 15,7 2-8-15,-7 6-1 16,13 7 3-16,-7 3 2 15,7 10 3-15,12 11-2 16,3 0 3-16,10 4-4 16,8-8 6-16,7 4-12 15,0-16 4-15,0-11-1 0,0-6-9 16,0-10 3-16,35-9 5 16,5 3 0-16,19-3-3 15,3 0 14-15,9 0-19 16,4 0 11-16,-7 0-14 15,9 0-16-15,-8 0 5 16,-23-15-38-16,-12-6 4 16,-15 1-24-16,-19-3-52 15,0-1-114-15</inkml:trace>
  <inkml:trace contextRef="#ctx0" brushRef="#br0" timeOffset="-110501.3">10434 15344 495 0,'0'0'74'0,"0"0"-9"0,0 0 20 0,0 0-66 0,0 0-8 15,0 0-10-15,0 0 35 16,12 0 35-16,-12 0 54 16,0 0-38-16,0 0-31 15,0 0-27-15,0 0-25 16,0 0-3-16,0 0 8 16,0 0-5-16,6 0-2 15,-6 0 16-15,0 0-7 0,7 0-5 16,-7 0-6-1,0 0 6-15,21 0-14 0,-14-4 14 16,11 0-11-16,4-8 10 16,-4-1-8-16,10 2 5 15,-3-14-2-15,-3 2 0 16,6-5-1-16,-3-1-1 16,-4 1-2-16,-15-3-3 15,7 6 4-15,-13 1-2 16,0 4 7-16,0-4-2 15,0 0 5-15,0-5-4 16,0-2-2-16,0-2 7 16,0 2-12-16,0-2-6 0,0 9 3 15,0 1-22-15,0-2 19 16,-13 1 2-16,13 4 10 16,-27-4 9-16,20 0 0 15,-11 0-6-15,2-4 5 16,4 4-16-16,-10-1 12 15,16-3-8-15,-6 5 0 16,12-6-1-16,0 1-12 16,0-3-14-16,-7 6 27 15,1 6-8-15,-9-1 12 0,8 7-8 16,1-3 2 0,6-4-1-16,0-8-12 0,0-8-10 15,0-5-37-15,0 2-4 16,0 3 4-16,6 3 9 15,1 2-4-15,21 3 35 16,-16 7-39-16,-6 6 15 16,3 7 16-16,4 3 34 15,-13 5 1-15,0 0 10 16,12-8 31-16,-6 0-41 16,-6 1 2-16,0-10 4 15,0 1-3-15,0-4 4 16,0 4-7-16,-18 0 26 15,-4 0 67-15,-9-16-18 16,-9 4-76-16,18-16-9 16,4 0-15-16,11 3 0 15,1 2 7-15,6 11 17 0,0 3 23 16,0 9 70-16,0 0-5 16,0-7-40-16,13-18-48 15,27-11-10-15,-15-16-62 16,15-4 0-16,-25-5-37 15,-15 17-130-15</inkml:trace>
  <inkml:trace contextRef="#ctx0" brushRef="#br0" timeOffset="-104504.04">11135 14189 119 0,'0'0'647'0,"0"0"-570"0,0 0-68 0,0 0-9 0,0 0-2 16,0 0 2-16,0 0-1 15,0 0 4-15,0-5 41 16,0 5 7-16,0 0-2 16,0 0-33-16,0-3-8 15,0-10-8-15,12 2 0 16,28-9 21-16,-6 7-10 0,7 6 16 16,-7-1-24-16,6 3 23 15,-15 5-14-15,15 0 12 16,-12 0-23-16,-9 0-1 15,-13 0 0-15,9 0-3 16,-15 16-1-16,0 24 8 16,0 25 3-16,-15 7-5 15,-32-4-2-15,1-3 0 16,21-21-20-16,10-21-4 16,8 2-1-16,7-17-9 0,0-8-24 15,7 0 28 1,33 0-2-16,6 0 28 0,-11-13 3 15,-8 1 1-15,-8 12 0 16,-13 0-1-16,4 0-2 16,-10 0-20-16,0 0 10 15,0 36 13-15,-16 9 23 16,-18 2-15-16,-13-3 25 16,1-11-20-16,6 0 6 15,15-18-18-15,25-3-1 16,0-8-81-16,0-4-141 15,0 0-347-15</inkml:trace>
  <inkml:trace contextRef="#ctx0" brushRef="#br0" timeOffset="-103756.35">11863 14350 81 0,'0'0'67'0,"0"0"68"0,0 0 39 0,0 0-47 0,0 0 17 0,0 0-54 15,13 11-22-15,-7 14 21 16,3 6-26-16,10 18-17 16,-13-1-3-16,16-1 9 15,-16 10-40-15,6-1-12 16,10-12 7-16,-16 0-15 16,7-24 4-16,-13-8-9 15,6-12-48-15,0 0-103 16,-6 0-107-16,0-12-179 15</inkml:trace>
  <inkml:trace contextRef="#ctx0" brushRef="#br0" timeOffset="-103224.64">11702 14414 156 0,'0'0'463'0,"0"0"-415"15,0 0-34-15,0 0 47 0,0 0 13 16,0 0-9-16,149-125 5 16,-90 101 11-16,9 16-34 15,-9-9 8-15,9 10-27 16,-15-1-26-16,-1 3 2 15,-5 5 6-15,-7 0-20 0,7 0 1 16,-19 0 9 0,-10 17-18-16,4 11 11 0,-16 4-5 15,-6 12-4-15,0 1 14 16,-12 2 4-16,-44 1 4 16,-9 17-2-1,-3-1 10-15,9-12-11 0,12-4 28 16,13-20-30-16,22-15-1 15,-4-13-30-15,16 0-53 16,0 0-88-16,0 0-93 16,0 0-254-16</inkml:trace>
  <inkml:trace contextRef="#ctx0" brushRef="#br0" timeOffset="-102191.7">12899 14445 179 0,'0'0'266'0,"0"0"-173"0,0 0-66 0,0 0-27 16,0 0-18-16,0 0-60 16,0 0 63-16,0-4 15 0,0 4 77 15,0 0 23-15,0 0 4 16,0 0-16-16,0 0-57 15,0 0-24-15,0 0-6 16,0 0 5-16,0 0-6 16,0 0 47-16,-6 0 7 15,-22 0-8-15,3 0-25 16,-3 0 1-16,0 0-22 16,10 0 4-16,-4 0-9 0,3 0 8 15,1 4-10-15,-4 4 13 16,9 8-6-16,-2-4 0 15,15 4 12-15,0-8-5 16,0 9-6-16,0-9-1 16,0-5-25-16,28 2 3 15,6-2-11-15,0-3 29 16,-9 5 4-16,-3 2-5 16,-22-2 13-16,12-2-1 15,-6 5 8-15,-6 9-2 16,0-6-8-16,0 10 1 15,0-6-2-15,0 6 6 16,0-1-14-16,-18-4 4 0,-10-8-15 16,9 4-47-16,-9-4-132 15,10 8-74-15</inkml:trace>
  <inkml:trace contextRef="#ctx0" brushRef="#br0" timeOffset="-95464.77">13454 13996 536 0,'0'0'116'0,"0"0"-90"0,0 0 53 16,0 0 1-16,0 0-39 16,0 0 11-16,0 0-49 15,226-12 8-15,-210 12 21 16,-10 0 7-16,-6 4 3 16,0 29-27-16,0-2 44 15,0 5-27-15,0-7-24 0,0-9-8 16,0 8-7-1,0-4-35-15,0-1 5 0,12 2 35 16,16-5 2-16,-9 0-1 16,3-8 3-16,-10 4 11 15,0 4-10-15,-12 5 8 16,0 6-10-16,0 21 2 16,-18 20-3-16,-57 0-3 15,-5 5-5-15,-13-21 16 16,24-15-12-16,17-22 9 15,27-15-6-15,9-4 1 16,10 0-15-16,6 0-57 0,0-4-163 16,0-8-251-16</inkml:trace>
  <inkml:trace contextRef="#ctx0" brushRef="#br0" timeOffset="-94748.83">14362 14261 272 0,'0'0'349'0,"0"0"-314"0,0 0-2 0,0 0 7 0,0 0-30 15,0 0 8-15,0 0-7 16,0 0 31-16,0 0-8 16,0 0 59-16,0 0 11 15,0 0-33-15,0 0-23 16,0 0-45-16,-12 0-3 16,-16 0-27-16,9 0 26 15,-2 0 0-15,-10 12 1 0,-10 16 16 16,-8 16-2-16,-4 5-4 15,19 2 4-15,3-2 6 16,9-10-20-16,16-3 5 16,6-3 5-16,0-5-20 15,0 0 12-15,28-4-6 16,25-4 2-16,12-4-2 16,3-8-7-16,6-8-38 15,-2 0-29-15,-4 0-38 16,-15-16-74-16,-25-8-57 0,-10 12-175 15</inkml:trace>
  <inkml:trace contextRef="#ctx0" brushRef="#br0" timeOffset="-93798.74">14865 14569 261 0,'0'0'141'0,"0"0"-141"0,0 0 0 0,0 0 83 16,0 0 38-16,0 0 76 16,0 0 17-16,0 0-103 15,0 8-39-15,-7 1-50 16,-20-1-20-16,-1 3 0 15,3 10-4-15,3-1-11 16,10 0-6-16,6 8 15 0,6-4 2 16,0 1 0-16,0-10-13 15,0 1 1-15,6 0-11 16,6-8 18-16,10-4 2 16,-16 4 1-16,0-8 5 15,0 5-1-15,-6 3 0 16,7-1 0-16,2 9 9 15,-9-3-3-15,0 2 23 16,0 1-25-16,0 4 24 16,0-4-8-16,-9 1-7 15,-4-9-13-15,1-8-33 16,6 0-58-16,6 0-268 16</inkml:trace>
  <inkml:trace contextRef="#ctx0" brushRef="#br2" timeOffset="-80026.88">6208 11550 296 0,'0'0'98'0,"0"0"-42"0,0 0 13 0,0 0-22 0,0 0-33 16,0 0 60-16,0 0-24 16,0 0-3-16,0 0-32 15,0 0 12-15,0 0 13 16,0 0 10-16,0 0 25 16,0 0-38-16,0 0-5 15,0 0-22-15,0 0 17 16,0 0-25-16,0 0 8 15,0-4-10-15,0-4 0 16,0 3 5-16,0 2 8 0,0-2 21 16,0-3-13-16,0-4-4 15,0 1-12-15,0-5-7 16,0-1 6-16,6-2-4 16,9 7 0-16,-9-1 0 15,-6 1-3-15,7 1 8 16,-1-5-7-16,0-4 8 15,0-1-7-15,-6 1 6 16,0 4-7-16,10-7 2 16,-4 6 0-16,0-7 0 15,0 16 1-15,7 0-5 16,-13-4 9-16,0 4 13 16,9-4-16-16,-9 4 24 15,0-12-26-15,6-4 4 0,0-4-4 16,0 0-6-1,1 7 5-15,-7-2 1 0,6 7-3 16,0 7 11-16,-6-7-8 16,0 16 3-16,9-8 1 15,-9-12-4-15,0-4-1 16,7 1-2-16,-7-10-12 16,12 5 10-16,-6 8-5 15,-6-1 2-15,6 6 16 16,-6 3-9-16,0 0 1 15,0-1 0-15,0-2 1 16,0 2 4-16,0-7-5 0,0 4 2 16,0 5-7-16,0-6 3 15,0 6-5-15,0 2 14 16,0-7-11-16,0 8 8 16,0-12-3-16,0 4-1 15,0-4 3-15,0-4-13 16,0 1 21-16,-6 2-18 15,0 1 10-15,-6 12-3 16,12-4 0-16,0-1 4 16,-7 2-4-16,7-1-3 15,0-4-1-15,-9 0 5 16,9-1-2-16,-6 6 1 16,0-1-7-16,6-1 14 0,-7 5-1 15,7-4-4 1,-6 4 5-16,0 0-2 0,0-3 0 15,-3-1-10-15,2-4 10 16,1-4-13-16,0-1 14 16,0-2-12-16,0 2 7 15,-4 1-4-15,4 8-1 16,0-4 4-16,6 4 1 16,-6-8 9-16,-1 4-7 15,1 0 1-15,-3-8-8 16,3-1-7-16,6 2 7 15,-6 7-10-15,6 8 14 16,0-1 0-16,-7 1 4 0,7 0 4 16,-6-7-1-16,0 2 3 15,6-6-9-15,-6-6-2 16,-4 2-16-16,10-2 16 16,-6 13-5-16,6-3 6 15,0 6-5-15,-6-3 10 16,6 5-12-16,0-6 15 15,0-7-16-15,0 12 4 16,0-12 3-16,0 4-11 16,0-4-2-16,0 4 2 15,0 0 11-15,0-1-4 16,0 2 1-16,0-1 2 0,0 3-10 16,-6 1 8-1,6 1-22-15,0 6 20 0,0 5 4 16,0-8 2-16,0 8-2 15,0-12 9-15,0 1-2 16,0-10 1-16,0 6-11 16,0-10 5-16,0-3-7 15,0 1-28-15,0 10 10 16,0 1 3-16,0 12-35 16,0 0 44-16,0 0 13 15,0 0 2-15,0-4 0 16,0-4-4-16,6-4 0 0,0-1-18 15,10-11-49 1,2 13-18-16,-11-1 30 0,-1 8 46 16,-6 8 11-16,0 0 29 15,0 0 73-15,0 0-57 16,0 0-39-16,0-5-6 16,0-3-87-16,0-4-36 15,6 12-69-15,3-3 71 16,-9 3 121-16,0 0 158 15,0 0-24-15,0 0-37 16,0 0-22-16,0 0-19 16,0 0-50-16,0 0-6 15,0 0-33-15,0 0-18 16,0 0 34-16,0 0 11 16,0 0 6-16,0 0 15 15,0 0 12-15,0 0-25 16,0 0 0-16,0 0 0 0,0 0 4 15,0 0-12-15,0 0 14 16,0 0-15-16,0 0 14 16,0 0 5-16,0 0-7 15,0 0-4-15,0 0 4 16,6 0-2-16,1 0-6 16,5 0-1-16,-6 0-3 15,-6 0 2-15,10 0 5 16,-10 0 2-16,0 3 27 15,0-3-3-15,6 0-1 16,0 0-17-16,0 0-4 16,0 0-6-16,-6 0 10 0,0 0-11 15,7 9 7-15,2-6-8 16,3 2 7-16,-6-5-3 16,1 3 0-16,-1 2 0 15,0-5-3-15,3 3 6 16,-2 2-9-16,11-5 13 15,-2 0-15-15,9 0-2 16,-13 0-1-16,3 0-2 16,4 0 9-16,-13 0-11 15,4 0-3-15,-4 0 15 16,6 0 5-16,-6 0-11 0,-6 8 11 16,7-8-6-1,8 0 2-15,-3 0 0 0,-12 4 1 16,7-4-3-16,-7 0-1 15,12 0 10-15,-12 0-11 16,0 4 12-16,9 0-5 16,-9-1 9-16,7 2 9 15,11-5-10-15,-12 3-6 16,4-3-6-16,8 0 8 16,-12 0-10-16,16 0 11 15,-9 0-12-15,-1 0 10 16,-6 0-13-16,-6 0 15 15,9 0-6-15,-9 0 0 16,7 0 3-16,-7 0-8 0,12 0 12 16,-6 0-14-16,0 0 12 15,10 0-11-15,-16 0-1 16,12 0 3-16,-5 0 0 16,-7 0 3-16,6 0 1 15,0 0 0-15,3 0-2 16,-3 0 9-16,-6 0-11 15,7 0 11-15,5 0-14 16,0 0 11-16,10 0-5 16,-3 0 1-16,3 0-4 15,-10 0 3-15,-6 0-11 16,3 0 4-16,-9 0 12 16,7 0-8-16,-7 0 8 0,6 0-9 15,6 0 6 1,-6 0-1-16,1 0 0 0,2 0 5 15,3 0-10 1,1 0 5-16,-7 0-4 0,3 0 8 16,-3 0-5-16,1 0 5 15,5 0-6-15,-6 0 2 16,16 0 0-16,-10 0-3 16,-5 0 10-16,27 0-14 15,-13 0 10-15,4 0-6 16,-12 0 1-16,14 0-3 15,8 0-12-15,-11 0-6 0,10 0 16 16,7 0-3 0,-19 0 3-16,-16 0 14 0,-6 0-4 15,0 0-1-15,0 0 15 16,6 0-1-16,0 0-16 16,-6 0-2-16,13 0 2 15,-13 0-2-15,9 0 10 16,-3 0-10-16,0 0 4 15,0 0-3-15,-6 0 7 16,0 0 13-16,0 0 21 16,0 0 1-16,0 0 20 15,0 0-25-15,0 0 1 16,0 0-25-16,0 0 3 16,0 0-9-16,0 0-11 15,0 0 5-15,0 0-13 0,0 9 1 16,0-9-1-16,0 0 11 15,0 0-5-15,0 0-1 16,0 0 9-16,0 0-7 16,0 0 7-16,0 0-2 15,0 0 1-15,-6 0-14 16,6 0 12-16,0 0-29 16,0 0-18-16,0 0-22 15,0 0 41-15,-6 0-8 16,-9 0 33-16,-16 0-22 15,3 0 27-15,-7 0 3 16,11 4-2-16,14-4-2 16,10 0 7-16,0 0-12 0,0 0-2 15,0 0-26-15,0 0-28 16,0 0 19-16,0 0 43 16,0 0 1-16,0 0 24 15,0 0-25-15,0 0 0 16,0 0-14-16,0 0 2 15,-6-13 11-15,6 13 2 16,0-3 0-16,0-5 4 16,0 4 16-16,0 0 10 15,0 0-18-15,0-4-3 16,0 0-7-16,0-5-3 16,0 1-56-16,0-4-6 15,0 5 24-15,0 2 21 16,0 6 17-16,0-2 15 0,0 5 22 15,0 0 23 1,0 0-35-16,0 0-25 0,0 0-20 16,0-8-36-16,0-3-24 15,0-6 13-15,0 9 15 16,0 0 52-16,0 0 58 16,0 4 13-16,0 1-41 15,0-5-17-15,0-5-13 16,28-7-8-16,0-4-10 15,-3 0-51-15,-13-3-77 0,-2 2 34 16,-4 9 71-16,-6 8 41 16,0 4 129-16,0 4 24 15,0-8-102-15,0 0-51 16,0-8 0-16,0-4-82 16,6-4-59-16,0-1 10 15</inkml:trace>
  <inkml:trace contextRef="#ctx0" brushRef="#br2" timeOffset="-79941.19">7398 8766 93 0,'0'0'31'0,"0"0"-13"0,0 0 27 0,0 0-15 0,0 0-30 15,0 0-24-15,0 0 13 16,0-128-104-16</inkml:trace>
  <inkml:trace contextRef="#ctx0" brushRef="#br2" timeOffset="-79344.22">7392 8333 111 0,'0'0'0'15,"0"0"9"-15,0 0 6 16,0 0-15-16,0 0-10 16,0 0 8-16,0 0 4 15,0 0 3-15,0 0 21 0,0 0 33 16,0 0 0-16,0 0 80 15,0 0-5-15,0 0-97 16,0 0-19-16,0 0-13 16,0 0 2-16,0 0-7 15,6 0 0-15,0 0 7 16,1 0 1-16,-1 0-8 16,-6 0 10-16,9 0-20 15,-9 0 13-15,0 0-7 16,6 0 8-16,1 0-4 15,-1 0 0-15,-6 0-1 16,0-16-57-16,0-16-432 16</inkml:trace>
  <inkml:trace contextRef="#ctx0" brushRef="#br2" timeOffset="-78444.68">7364 8397 171 0,'0'0'304'0,"0"0"-217"0,0 0-23 16,0 0-36-16,0 0-27 0,0 0-2 15,0 4-1 1,0-4 0-16,0 0 2 0,0 0 32 15,0 0 28-15,0 0-37 16,0 0-2-16,0 0-19 16,0 0-4-16,0 0-33 15,0 5 3-15,0 3 32 16,0 0 27-16,0 8 42 16,0-4-32-16,0-1-4 15,0 2-33-15,0-1-6 16,0-1-4-16,0 2 7 15,0 2 2-15,6 2 1 0,1 7 10 16,-7 0 1 0,0 8 19-16,0 0-27 0,0 8 7 15,0 1-3-15,0 3-11 16,0-5 6-16,0 2-4 16,0-1 2-16,0-4 0 15,0 0 61-15,0-4-44 16,0-4 19-16,0-3-33 15,0-6-3-15,0 1-33 16,0 0-45-16,-7 1-30 16,-17-10-14-16,14-7 24 15,10-4 17-15,0 0-109 16,0 0-36-16</inkml:trace>
  <inkml:trace contextRef="#ctx0" brushRef="#br2" timeOffset="-76763.77">7336 8361 201 0,'0'0'77'0,"0"0"-53"0,0 0-12 16,0 0-6-16,0 0 23 15,0 0 68-15,0 0 6 16,0 0-62-16,0 0 21 16,0 0 0-16,0 0 27 15,0 0-71-15,0 0-12 0,0 0 7 16,0 0 0-1,0 0-13-15,16 0 5 0,-4 0-2 16,1 0-1-16,8-3 19 16,-2-5-8-16,-4 3 12 15,-2 2-12-15,5 3 7 16,4 0 8-16,-3 0-6 16,9 0 4-16,6 0-25 15,0-9 11-15,-3 5-6 16,9-3 0-16,-6 2 0 15,-12 5-5-15,9 0 19 16,-9 0 5-16,-4 0-8 0,4 0-14 16,3 0 6-16,9 0-3 15,-6 0-3-15,-16 0 0 16,7-3 0-16,-4-2-2 16,-2 2 5-16,-7 3 2 15,9 0-8-15,-8 0 18 16,5 0-15-16,10 0 16 15,-4 0-16-15,1 0 9 16,9 0-8-16,-16 0-3 16,10 0 2-16,-10 0-2 15,1 0 1-15,2 0 1 16,-2 0 6-16,-1 0-6 16,4 0-1-16,-4 0 2 0,10 0-6 15,-4 0 2 1,10 0 0-16,12 0-1 0,-9 0 5 15,10 0-9-15,-7 0 13 16,0 0-12-16,-9 0 12 16,3 0-11-16,-16 0 4 15,16 0-2-15,6 0-1 16,0 0 2-16,-3 0-5 16,3 0 10-16,0 0-11 15,1 0 11-15,-11 0-11 16,-2 0 10-16,-3 0-7 15,9 0 3-15,-16 0 0 0,10 0-1 16,-10 0 3-16,7 0-6 16,-10 0 8-16,3 0-8 15,1 0 11-15,-1 0-11 16,10 0 5-16,6 0-1 16,-10 0 0-16,10 0 2 15,-3 0-6-15,3 0 8 16,0 0-10-16,-3 0 12 15,3 0-11-15,-10 0 5 16,10 0 0-16,12 0-4 16,-15 0 0-16,3 0 3 15,0 0-6-15,-3 0 5 16,-10 0-3-16,4 0-2 0,-13 0 13 16,10 0-14-1,-16 0 6-15,0 0 1 0,0 0 2 16,0 0-1-16,0 0 0 15,0 0 1-15,6 0-5 16,0 0 11-16,-6 0-13 16,12 0 16-16,-5 0-10 15,-1 0 1-15,-6 0-1 16,0 0 0-16,0 0 8 16,0 0-17-16,0 0 5 15,0-5-21-15,0-7-132 16,0-4-270-16</inkml:trace>
  <inkml:trace contextRef="#ctx0" brushRef="#br2" timeOffset="-73516.1">5333 15881 516 0,'0'0'282'0,"0"0"-273"0,0 0 33 15,0 0-10-15,0 0-27 16,0 0 4-16,0 0 10 16,0 0 43-16,0 0 0 15,0 0 32-15,0 0-58 16,0 0-16-16,0 0-16 0,0 0-3 15,0 0 7 1,0 0-8-16,0 0 16 16,0 0-13-16,0 0 36 0,0 0-21 15,0 0 5 1,0 0-14-16,-15 0-9 0,-4 0-10 16,-21 0 3-16,-13 0 6 15,0 16 1-15,-2 17 13 16,2 10-10-16,12 9 17 15,17 5-20-15,2 2 3 16,22-6-3-16,0 3-2 16,0-12 2-16,0-15-10 15,34 2 10-15,13-15-5 16,-1 9-3-16,13-17-5 16,9-5 10-16,7-3-25 0,-10 0-22 15,15-11-26 1,-5-25-161-16,-22 7-334 0</inkml:trace>
  <inkml:trace contextRef="#ctx0" brushRef="#br2" timeOffset="-72883.22">5882 15894 464 0,'0'0'65'0,"0"0"-36"0,0 0-11 0,0 0 31 16,0 0 41-16,0 0 11 15,0 0 10-15,-34 31-8 16,0-15-35-16,0 4-21 16,-13 0-3-16,13 9-43 15,-6-1 4-15,15 0 6 16,-3 8-6-16,16 12 6 15,5 4-3-15,7 12 5 16,0-7-10-16,0-10 0 0,0 1 1 16,19-12-8-16,15-11-4 15,6-14 3-15,7 5-17 16,12-11 19-16,3-5-6 16,19 0-4-16,-10 0 7 15,25-5-79-15,-19-26-51 16,-8-18-159-16,-23 10-109 15</inkml:trace>
  <inkml:trace contextRef="#ctx0" brushRef="#br2" timeOffset="-70236.02">6449 15977 188 0,'0'0'269'0,"0"0"-258"0,0 0-8 0,0 0 37 16,0 0-36-16,0 0 52 16,7 0 57-16,5 0 5 15,-6 0 2-15,-6 0-5 16,0 0-38-16,0 0-41 15,0 0-23-15,0 0-12 16,0 0-1-16,10 0 7 16,-4 17-5-16,12 6 19 0,10 10 20 15,-22 3-20-15,13 8-18 16,-3 0 9-16,-4 0-10 16,0 12-4-16,-2 4-4 15,2-7 5-15,-12 3-31 16,0-12-17-16,0-12-76 15,0-20-56-15,0-12-169 16</inkml:trace>
  <inkml:trace contextRef="#ctx0" brushRef="#br2" timeOffset="-69370.11">6301 16555 469 0,'0'0'61'0,"0"0"-42"0,0 0 51 0,0 0-27 0,0 0-6 16,0 0 36-16,0 0 32 16,27 0-6-16,20 0-19 15,0 0-7-15,21 0-36 16,12 0-16-16,-15 0-6 15,28-8-4-15,-12-8-8 0,0 0 0 16,-1-9 5-16,-15 10-11 16,-3-1 4-16,-27 3-2 15,-17 1 2-15,-18-4-1 16,0-7 7-16,0-13-6 16,0-8-2-16,0-13-4 15,0 5-7-15,0-8-29 16,-18 4 8-16,-10 16 12 15,-13 7 21-15,-18 5 5 16,-9 8 24-16,3-4-29 16,3 4 8-16,3 4 1 15,-3 8-7-15,-3 1 25 16,-9 7-27-16,9 0-3 16,3 0-9-16,21 0-22 0,7 0-5 15,15 0-17-15,13 0-49 16,6 0-97-16,0-8 28 15,0 3-95 1</inkml:trace>
  <inkml:trace contextRef="#ctx0" brushRef="#br2" timeOffset="-66968.05">7559 15917 528 0,'0'0'49'0,"0"0"28"0,0 0-30 15,0 0-19-15,0 0-28 16,0 0 29-16,0 0 22 15,0 0 24-15,0 0 28 16,0 0-47-16,0 0-21 16,0 0-28-16,0 0 25 15,0 0-18-15,0 0 11 16,0 0-7-16,0 0 0 16,0 0 30-16,-21 5-3 0,2 3-11 15,-15 7-25 1,0 9 8-16,-40 9-13 0,2 3-8 15,-8 8 5-15,11 4-7 16,29 16 10-16,15 8-4 16,4 5 1-1,21 3 3-15,0-5-8 0,0-6 9 16,15-21-10-16,32-16-14 16,46-16 5-16,18-16-14 15,10 0 15-15,0 0 10 16,-12-16-12-16,-23-16-12 0,1-4-43 15,-28-4-60 1,-19 4-154-16,-21 3-186 0</inkml:trace>
  <inkml:trace contextRef="#ctx0" brushRef="#br2" timeOffset="-64373.7">8186 15969 451 0,'0'0'190'0,"0"0"-138"0,0 0 81 0,0 0 27 16,0 0-77-16,0 0-4 16,-6 53-34-16,6-9 8 15,0 16-37-15,21 4 18 16,-8 4-20-16,5-3-3 16,-8-6-11-16,2-15-19 15,-6 0 1-15,7-24-41 16,-7 1-1-16,-6-9-82 15,0-4-202-15</inkml:trace>
  <inkml:trace contextRef="#ctx0" brushRef="#br2" timeOffset="-63958.04">8145 16659 530 0,'0'0'220'0,"0"0"-213"0,0 0 47 15,0 0-19-15,0 0-6 16,0 0 3-16,255-60 15 15,-221 16-13-15,-28-8 0 16,16-5 51-16,-16-7-5 16,-6 0-26-16,0 12-40 15,0 4 15-15,0 0-23 16,-16 8-5-16,-8 0-1 16,-17 16-2-16,-11 11 2 15,-4 10-17-15,9 3 16 16,1 0-21-16,-1 0-24 15,13 0-24-15,16 3 46 16,5 2-4-16,13 3-25 0,0-8-58 16,0 16-1-16,0-8-106 15</inkml:trace>
  <inkml:trace contextRef="#ctx0" brushRef="#br2" timeOffset="-63473.74">8921 16066 351 0,'0'0'92'0,"0"0"63"0,0 0 19 0,0 0-70 0,0 0-32 16,0 0 12-16,0 64-35 16,0-28 1-16,0 0-31 15,0-4-5-15,0 0-12 16,0-4-2-16,0-4-18 15,0 4-46-15,0 13-90 16,0-2-104-16,0-6-220 16</inkml:trace>
  <inkml:trace contextRef="#ctx0" brushRef="#br2" timeOffset="-63091.06">8769 16579 332 0,'0'0'239'0,"0"0"-160"15,0 0 48-15,0 0-10 16,0 0-50-16,0 0 3 15,254-60-27-15,-208 16 8 16,-5-8-43-16,-1-1 14 0,-15 6-6 16,3 6-3-1,-16 9 9-15,-12-5-11 0,0 1 13 16,0-3-21-16,0 3 6 16,-12 8-9-16,-35 7-12 15,-5 14 4-15,-10 7 8 16,3 0-2-16,6 0-6 15,13 12 2-15,12 7-33 16,9-6-44-16,19-1-93 16,0-1-109-16,0-2-164 15</inkml:trace>
  <inkml:trace contextRef="#ctx0" brushRef="#br2" timeOffset="-60343.61">5200 16539 390 0,'0'0'149'0,"0"0"-60"0,0 0 49 0,0 0-105 15,0 0-13-15,0 0-2 16,99 0-13-16,-80 0 1 0,-4 0-3 15,10 0-6-15,-3 0-30 16,-4-5-77-16,-2-6-143 16</inkml:trace>
  <inkml:trace contextRef="#ctx0" brushRef="#br2" timeOffset="-59909.78">5761 16699 226 0,'0'0'299'0,"0"0"-267"0,0 0 59 0,0 0-73 16,0 0-18-16,0 0-41 16,208 4-47-16,-177-4-200 15</inkml:trace>
  <inkml:trace contextRef="#ctx0" brushRef="#br2" timeOffset="-59011.69">6977 16811 119 0,'0'0'548'0,"0"0"-547"0,0 0 10 0,0 0 26 15,0 0-25-15,0 0 43 0,46 16 46 16,-24-16 27-16,-4 0-69 16,16 0 24-16,1 0-66 15,36 0-5-15,9 0-12 16,1 0-4-16,-19 0 0 16,-25 0-2-16,-9 0-9 15,-15 0-38-15,2 0 24 16,4 0-62-16,-19 0-197 15</inkml:trace>
  <inkml:trace contextRef="#ctx0" brushRef="#br0" timeOffset="-20574.81">11857 16359 239 0,'0'0'289'0,"0"0"-217"0,0 0 54 0,0 0-45 0,0 0-36 16,0 0 7-16,0 0 23 15,0 0-53-15,0 0 12 16,0 11 18-16,0-11 8 16,6 0-46-16,-6 0-13 15,0 0 11-15,0 0-7 16,0 0 26-16,0 0-12 16,0 0 19-16,0 0-20 15,0 0 12-15,0 0-29 0,0 0 1 16,0 0-2-1,0 0-5-15,0 0 3 16,0 0 4-16,0 0 1 0,0 0 3 16,0 0 7-16,0 0-7 15,0 0 2-15,0 0-8 16,0 0 0-16,-28 0-3 16,3 0-4-16,-15 0 2 15,6 0 9-15,-6 0-10 16,6 12 12-16,0 9-7 15,9 2 2-15,-9 5-1 16,-7 1 0-16,17 3-8 16,-4 0 4-16,15 4-1 15,13 8-2-15,0-4 12 0,0 4-12 16,0-3 8-16,0-10-5 16,19-3 2-16,15-7-9 15,12-6 6-15,13-7-4 16,16-3 3-16,12-5-10 15,12 0 10-15,-3 0 2 16,3-5-14-16,-12-26-51 16,-6-5-62-16,-29-5-182 15</inkml:trace>
  <inkml:trace contextRef="#ctx0" brushRef="#br0" timeOffset="-19728.02">12880 16362 552 0,'0'0'67'0,"0"0"-5"0,0 0 12 16,0 0-37-16,0 0-32 15,0 0 33-15,0 0-3 0,-195-3-11 16,155 3 9 0,-1 3 31-16,1 17-17 0,6 1-19 15,3 2 4-15,-3 2-12 16,-13 7 5-16,19 4-23 15,4 0 18-15,2 4-11 16,9 4 9-16,7-8-7 16,6 8-2-16,0-8 2 15,0-3-10-15,0-10-1 16,41-7 3-16,5-3-6 16,13-9 4-16,9-4-11 15,25 0 9-15,-12 0-9 16,6 0-22-16,-16 0-9 15,-21-12-16-15,-4-1-48 16,-27-7-65-16,2-4-98 16</inkml:trace>
  <inkml:trace contextRef="#ctx0" brushRef="#br0" timeOffset="-19027.71">13702 16362 336 0,'0'0'203'0,"0"0"-185"0,0 0-3 0,0 0 113 15,0 0-67-15,0 0 13 16,-109 0 16-16,75 8-9 16,-3 4-6-16,-13 9-19 15,13 2-12-15,-3 10-39 16,-10 6 12-16,13-3-16 16,-3 9 8-16,18-9-8 0,4 0 1 15,18 0 7-15,0-7-8 16,0 2-2-16,0-3 5 15,0-4-10-15,0 1 6 16,52-9-1-16,13-9-10 16,10-7 11-16,27 5-6 15,-15-5 2-15,6 0 1 16,-28 0-36-16,16-5 2 16,-29-18-60-16,-11-5-97 15,-13-8-81-15,-16 3-184 16</inkml:trace>
  <inkml:trace contextRef="#ctx0" brushRef="#br0" timeOffset="-18096.46">14415 16306 89 0,'0'0'415'0,"0"0"-369"0,0 0 25 16,0 0 0-16,0 0-13 16,0 0 23-16,0 37 54 15,0-10-56-15,0 13-2 16,0 9-8-16,0-5-38 16,0 0-8-16,0 4-18 15,0-7-1-15,0-10-4 16,0 1-2-16,0-8-16 15,0 0-18-15,0 1-61 16,-12-1-119-16,-1-9-178 16</inkml:trace>
  <inkml:trace contextRef="#ctx0" brushRef="#br0" timeOffset="-17596.09">14021 17008 238 0,'0'0'166'0,"0"0"17"0,0 0-11 0,0 0-64 16,0 0-17-16,0 0-31 15,276-9-43-15,-217-14 15 16,-6-5-28-16,-7-12 8 15,-12 4 13-15,1-4 11 16,-1-1 5-16,-16 5-20 16,10-3 11-16,-15 3-30 15,-13 0 8-15,0-2-8 16,0 7 4-16,0-5-6 16,-41 3-13-16,-11 10 8 0,-1 2 1 15,-9 13 1-15,3 8 6 16,12 0-9-16,1 5 6 15,12 23-5-15,12-9-72 16,16-2-157-16,6-9-130 16,0-5-107-16</inkml:trace>
  <inkml:trace contextRef="#ctx0" brushRef="#br0" timeOffset="-17080.77">15026 16519 432 0,'0'0'435'0,"0"0"-393"0,0 0 63 0,0 0-40 16,0 0-13-16,0 0-32 15,-22 132 15-15,22-100-5 16,0 4-23-16,0 5 1 15,0-2-5-15,0-2-6 16,0-5-6-16,0-9-28 0,0-6-79 16,0-9-200-16,0-8-399 15</inkml:trace>
  <inkml:trace contextRef="#ctx0" brushRef="#br0" timeOffset="-16631.63">14877 16924 253 0,'0'0'256'0,"0"0"-156"15,0 0 42-15,0 0-52 16,0 0-17-16,0 0 0 16,267-56-43-16,-211 24-12 15,-16-5 23-15,-9-2 24 16,3-10-11-16,-12 10-33 15,-10-10 2-15,-6 5-22 16,-6-1-2-16,0 1-10 0,0 13-8 16,-52-2-11-16,-1 17 10 15,-3 16 19 1,3 0 1-16,1 0 13 0,-1 24-4 16,3 12-9-16,4 5-12 15,15-9-63-15,3-8-125 16,9-12-384-16</inkml:trace>
  <inkml:trace contextRef="#ctx0" brushRef="#br0" timeOffset="-16148.7">15612 16519 846 0,'0'0'102'0,"0"0"-45"0,0 0 9 0,0 0-26 0,0 0-5 15,0 0 7-15,46 76-16 16,-30-48 3-16,3 4-26 16,2 0 14-16,-8 4-14 15,-13 4-6-15,0 0-4 16,0 1-20-16,0-13-13 16,0-9-65-16,0-11-108 0,0-8-247 15</inkml:trace>
  <inkml:trace contextRef="#ctx0" brushRef="#br0" timeOffset="-15765.11">15668 16924 239 0,'0'0'257'0,"0"0"-212"16,0 0 70-16,0 0-58 16,0 0 4-16,0 0-47 15,0 0 3-15,266-141-3 16,-241 105 28-16,-3 5 80 15,-16-2-45-15,-6-3 0 16,0 0-50-16,0-8-13 16,0 3-14-16,-28 5-3 15,-3 5-10-15,-9 15-1 16,0 12 11-16,-7 4 3 0,-15 0-2 16,3 28-13-16,-3 8-1 15,9 4-31-15,19-13-54 16,22-10-245-16</inkml:trace>
  <inkml:trace contextRef="#ctx0" brushRef="#br0" timeOffset="686.91">15553 15813 209 0,'0'0'362'0,"0"0"-293"0,0 0 32 0,0 0-2 15,0 0 4-15,0 0-47 16,0 0 14-16,0 0-24 0,0 7 15 16,0-7-13-1,0 0-9-15,0 0 2 0,0 0-13 16,0-23-6-16,25-18-9 16,55-31 22-16,17-24-26 15,20-20 25-15,17-12-24 16,15 0-2-16,-4 7 0 15,-2 16-8-15,-25 18 0 16,-31 22-10-16,-32 34-32 16,-14 6-45-16,-23 25-11 0,-12 0-143 15,-6 0-346 1</inkml:trace>
  <inkml:trace contextRef="#ctx0" brushRef="#br0" timeOffset="1436.23">15491 15717 142 0,'0'0'229'0,"0"0"-224"0,0 0 6 0,0 0 109 0,0 0-31 16,0 0 13-16,22-36 11 15,-22 36-9-15,0 0-3 16,6 0-65-16,-6 0 6 16,0 0 12-16,0 0-19 15,0 0-6-15,0 0-2 16,0 12-2-16,0 12-24 15,0 7 13-15,-6 14-12 16,-22-1 6-16,3-4-8 0,9-4 0 16,4 1 1-16,12-10 2 15,-6-2-6-15,6-10 8 16,0-10-13-16,0-5 6 16,12 0-11-16,69-20 13 15,18-24 13-15,10-13-1 16,-4 9-1-16,-9 4 16 15,-37 19-7-15,-25 14-16 16,-28 7-4-16,-6 4-5 16,0 0-42-16,0 4-14 15,-21 32-74-15,-44 0-349 16</inkml:trace>
  <inkml:trace contextRef="#ctx0" brushRef="#br0" timeOffset="2787.42">17565 13551 105 0,'0'0'418'0,"0"0"-385"0,0 0 71 0,0 0-15 15,0 0-48-15,0 0-3 16,0 76 14-16,0-36 15 16,0 1 2-16,-6 3-7 15,-3 8-4-15,3-1-10 16,6 10-21-16,0 3 1 15,0 4-27-15,0 8 3 0,0 9-3 16,0-5-1 0,6 0 0-16,3-8 4 15,-9-8-10-15,0-11 12 16,0-25-10-16,0-9 13 16,0-14-8-16,0-5 0 15,0 0 0-15,0 0 8 16,0-16-8-16,-9-20-2 0,-10-17-1 15,-2-11-5-15,2-24 6 16,7-25-7-16,-4-3 1 16,-3-7 3-16,19 2-7 15,0 16 5-15,0 10-4 16,0 10 4-16,0 13 0 16,28 8 12-16,10 8-2 15,11 7-3-15,4 13-2 16,-13 8 0-16,-6 9-2 0,19 10-3 15,-6 1-12 1,-1 8 11-16,1 0-28 0,-1 0 10 16,1 17-6-16,-1 6-22 15,-12 14-86-15,-28 6 79 16,-6 17 53-16,-40 21 7 16,-78 11 120-16,-18 9-69 15,-4-5-10-15,7-4 1 16,34-16 17-16,18-19-55 15,28-18-4-15,19-6-27 16,19-17 3-16,15-4-331 16,0-12-237-16</inkml:trace>
  <inkml:trace contextRef="#ctx0" brushRef="#br0" timeOffset="3102.92">17764 14314 385 0,'0'0'407'0,"0"0"-371"0,0 0 56 0,0 0 30 0,0 0-83 16,0 0-4-16,248 167-34 16,-168-159 7-16,1-8-6 15,-6 0-2-15,-23 0 0 16,1 0 0-16,-19 0-2 16,-15 0-34-16,-4 0-35 15,-15 0-159-15,0-12-140 16</inkml:trace>
  <inkml:trace contextRef="#ctx0" brushRef="#br0" timeOffset="3284.4">17925 14273 789 0,'0'0'147'0,"0"0"-140"15,0 0 26-15,0 0-21 16,0 0-12-16,0 0-128 16,180 0-154-16</inkml:trace>
  <inkml:trace contextRef="#ctx0" brushRef="#br0" timeOffset="3456.98">17925 14273 1130 0,'34'-141'34'16,"6"141"-8"-16,35-8-26 16,2 1 14-16,4-14-14 15,12-2-11-15,-19 2-97 16,-21-7-169-16,-13 8-216 16</inkml:trace>
  <inkml:trace contextRef="#ctx0" brushRef="#br0" timeOffset="3852.09">18579 14065 472 0,'0'0'262'0,"0"0"-223"16,0 0-3-16,0 0-15 16,121 224-10-1,-99-184-11-15,-10 0-24 0,-12-15-48 16,0 6 5 0,-6-15 14-16,-47-16 53 0,7 0 23 15,-4-8 10-15,19-24 17 16,3-16-38-16,28 9 25 15,0-14-31-15,0 1-2 16,0-4 5-16,34 12 34 16,7 8 32-16,-7 7-5 15,3 17-19-15,-3 12-50 16,-6 0 8-16,-3 0-4 0,-3 5-10 16,-16 31-12-16,-6 3-26 15,0 6-70-15,0-1 54 16,0-5 3-16,0-6 56 15,0-1 38-15,6 0 34 16,34-8 71-16,1 1-85 16,11-10 14-16,4 1-32 15,-3-3-11-15,-13 2-21 16,-15-2-8-16,-10-2-14 16,-2 1-38-16,-7 4-45 15,-6-8-184-15,12 1-267 16</inkml:trace>
  <inkml:trace contextRef="#ctx0" brushRef="#br0" timeOffset="4268.09">19503 14553 626 0,'0'0'265'0,"0"0"-265"0,0 0 5 0,0 0 7 0,0-203-12 0,0 154 0 0,0 13 0 0,0 19-52 0,0 9-24 0,0 8 76 16,0 0 86-16,0 33-42 15,13 8-4-15,2-2 27 16,4-6-21-16,9-18-38 0,-3-11 1 15,15-4-9 1,0 0 56-16,28-11-23 0,-3-18 8 16,4-7 1-16,-4 8-4 15,-3 4-13-15,-16 12-23 16,-5 8-2-16,-17 4-7 16,-2 0-11-16,-3 0-8 15,2 0 13 1,14 0-59-16,11 0-86 0,-15-13-146 15,-3-10-297-15</inkml:trace>
  <inkml:trace contextRef="#ctx0" brushRef="#br0" timeOffset="4490.68">20511 14289 320 0,'0'0'312'0,"0"0"-253"15,0 0 7-15,0 0-15 16,0 0-19-16,0 0 43 16,208 76 34-16,-180-96-46 15,6-24 26-15,-22 0-53 16,-6-1 4-16,7-2-39 0,-13-1-1 16,0-1-28-1,0 10-91-15,9 11-196 16,-9 11-379-16</inkml:trace>
  <inkml:trace contextRef="#ctx0" brushRef="#br0" timeOffset="4730.95">21240 14032 813 0,'0'0'238'16,"0"0"-224"-16,0 0 7 16,0 0 24-16,0 216-45 0,0-199-47 15,0 2-11 1,0-6-120-16,0-5 18 0,0 4 71 16,-19-12 22-1,-3 0-286-15</inkml:trace>
  <inkml:trace contextRef="#ctx0" brushRef="#br0" timeOffset="5251.38">20995 13900 537 0,'0'0'352'0,"0"0"-318"0,0 0 109 0,0 0 4 0,0 0-76 0,0 0-7 16,359 76-39-16,-284-76-19 15,-16 0-6-15,-13 0-42 16,-12-4-20-16,-6-8-131 15,-15 9-523-15</inkml:trace>
  <inkml:trace contextRef="#ctx0" brushRef="#br0" timeOffset="5533.02">21655 14137 858 0,'0'0'248'15,"0"0"-224"-15,0 0 15 0,0 0-37 16,0 0 7 0,0 0-7-16,161-257-2 0,-120 221-2 15,-10 8-9-15,-16 16 10 16,-15 12-1-16,6 0-36 16,-6 7-5-16,0 42 43 15,0 12 2-15,0 6 3 16,0-7-10-16,13-7-5 15,-7-17-35-15,16 0-40 16,-22-12-22-16,0-4 14 16,0-12-130-16</inkml:trace>
  <inkml:trace contextRef="#ctx0" brushRef="#br0" timeOffset="5716.42">21655 14137 772 0,'-18'11'257'0,"42"-6"-237"15,23-5 2-15,15 0-22 16,-3 0 0-16,0-16-79 16,-3-4-184-16,-22-1-262 15</inkml:trace>
  <inkml:trace contextRef="#ctx0" brushRef="#br0" timeOffset="6149.21">22390 13972 38 0,'0'0'85'0,"0"0"-83"15,0 0 6-15,0 0 110 16,0 0 101-16,0 0-103 15,12-24-9-15,-12 20-11 16,0 0-36-16,0-4-18 16,0 0 75-16,0 5-47 0,0-10-7 15,0 9-39 1,-6 0 4-16,-12 4 7 0,-4 0 4 16,-9 0-9-16,-3 0-25 15,-7 4-5-15,14 24 2 16,-4 16-8-16,9 1 13 15,3 7 5-15,10-1-9 16,9-2 5-16,0-5-8 16,0-4 0-16,22-8-2 15,18-1-3-15,-6-1 2 16,-3 1 6-16,3 2-10 16,-12-2 7-16,-10 5-11 15,-12 0 11-15,0-7 2 16,0-6-2-16,0-6-25 15,-34-1-29-15,-19-13-61 16,-21-3 12-16,28 0-102 0,11 0-292 16</inkml:trace>
  <inkml:trace contextRef="#ctx0" brushRef="#br0" timeOffset="6534.02">22644 14197 570 0,'0'0'397'0,"0"0"-372"0,0 0 49 0,0 0 5 0,140-221-41 16,-94 185 4-16,-18 0-35 15,0 12-7-15,-9 12 11 16,-13 12-6-16,-6 0-4 16,0 0-1-16,22 15-1 15,-4 26 1-15,4 3 0 16,-3-4-24-16,15-4-24 0,-16-7-56 15,10 7 45 1,-22-8-56-16,-6-5 66 0,0-7-55 16,0-16-112-16</inkml:trace>
  <inkml:trace contextRef="#ctx0" brushRef="#br0" timeOffset="6915.54">22644 14197 689 0,'236'-168'70'16,"-165"163"150"-16,4 5-131 0,-7 0-2 15,-9 0-45 1,6-3-20-16,-15-10-22 0,-4 9-8 16,-21 1 8-16,9-2-13 15,-12 5 8-15,-10 0 10 16,-6 0-2-16,22 0 11 15,-9 0 14-15,15 5-20 16,6 2-8-16,7-7 0 16,12 0-3-16,3 0-5 15,-3 0 16-15,-1-24-4 16,-2-16 1-16,-15 4 31 16,-10 4-1-16,-10-4-13 15,-15 7-14-15,-6 6-8 16,0 10-2-16,0 13-36 15,-27 0 30-15,-32 0-33 16,-28 29 28-16,-12 3-57 0,12-8-111 16,0-16-399-16</inkml:trace>
  <inkml:trace contextRef="#ctx0" brushRef="#br0" timeOffset="7164.94">22799 13583 853 0,'0'0'85'0,"0"0"18"0,0 0-44 0,0 0-47 16,0 0-12-16,0 0-107 16,320-60-488-16</inkml:trace>
  <inkml:trace contextRef="#ctx0" brushRef="#br0" timeOffset="7930.25">19950 15427 611 0,'0'0'358'16,"0"0"-346"-16,0 0 40 0,0 0 47 0,-366 205-64 16,338-161 7-16,28-11-23 0,0-9-19 15,0-9-13-15,53-15-18 16,34 0 12-16,15 0-24 16,-3 0-6-16,-18-8-16 15,-1-3 0-15,-33 2-21 16,-13-2 39-16,-9 3 25 15,-4-9-13-15,14 9 34 16,-17 0 1-16,-12 5 8 16,16 3 29-16,-10 0 55 15,7 0 29-15,31 0-63 0,2 3-3 16,13-3-15 0,10 0 6-16,-1 0-22 0,19-36 11 15,-12-20-9-15,-16-4 13 16,-9 4-39-16,-16 0 5 15,-27 12-5-15,-13 3-13 16,0 22-9-16,0 7-6 16,-35 12 1-16,-39 0-8 15,-13 28-10-15,-12 19-87 16,12 6-315-16</inkml:trace>
  <inkml:trace contextRef="#ctx0" brushRef="#br0" timeOffset="8231.03">20874 15565 696 0,'0'0'172'0,"0"0"-60"0,0 0-24 0,0 0-44 0,0 0-44 0,0 0 2 15,307-210-2-15,-301 202-29 16,0 8-6-16,10 0-41 15,-4 0-5-15,16 0 62 16,18 0 19-16,1 16 88 16,12-7 14-16,3-9-55 15,9 0-8-15,-3 0-2 16,-15-4-28-16,-6-17 0 0,-13 10-9 16,-6-1-16-16,-16 12-137 15,-12 0-331-15</inkml:trace>
  <inkml:trace contextRef="#ctx0" brushRef="#br0" timeOffset="9096.39">17311 17037 841 0,'0'0'209'0,"0"0"-209"0,0 0-4 15,0 0-27-15,0 244-55 16,6-205 48-16,1-14 36 0,-7-9 4 15,0-8 50 1,0-8 43-16,0 0-37 0,0-20-29 16,0-37-29-16,-7-23-31 15,-21-15 31-15,22-6 12 16,6 1-12-16,0 0 39 16,6 0 0-16,50-10-20 15,9 10-19-15,16 0 0 16,12 12-7-16,9 24-61 15,-9 23 13-15,-6 22-24 16,-28 19-21-16,-19 12 6 16,-33 40 53-16,-7 13 40 15,0 10 1-15,-59 2-43 16,-22-5-82-16,-6 0-113 0,7-8 16 16,-1 0 178-1,7-12 44-15,43-15 245 0,-4-10 3 16,35-10-124-16,0-9-46 15,0-5-60-15,66 5 31 16,2 1 39-16,0 7-7 16,-15 0-52-16,-1 12 31 15,-17 8-31-15,-1 0 5 16,-10-3-25-16,4-10-9 16,0-7-59-16,-15-11-184 15,-7-5-131-15</inkml:trace>
  <inkml:trace contextRef="#ctx0" brushRef="#br0" timeOffset="9381.39">18127 17120 544 0,'0'0'201'0,"0"0"-201"0,0 0-12 0,0 0 9 16,0 0-7-16,0 0 2 15,254 53 8-15,-214-53 10 0,-21 0 26 16,2 0-10-16,-8-8-11 16,-1-9-15-16,-12 1-23 15,0 4-54 1,0 1-4-16,-34 3-26 0,-31-5-189 15</inkml:trace>
  <inkml:trace contextRef="#ctx0" brushRef="#br0" timeOffset="9546.4">18127 17120 316 0,'-109'-160'392'0,"131"160"-258"15,-4 0 25-15,-2 0-20 16,15 0-81-16,3 0-16 0,-6 0-42 15,-3-4-4-15,-4-20-17 16,-8-4-26-16,-13-4-62 16,0 4-177-16,0 0-23 15</inkml:trace>
  <inkml:trace contextRef="#ctx0" brushRef="#br0" timeOffset="10012.99">18226 16699 66 0,'0'0'378'16,"0"0"-180"-16,0 0-3 15,0 0-2-15,0 0-123 16,0 0-47-16,195 24-18 16,-148-16-10-16,5-3-6 15,-5-2-43-15,-13 2 6 16,-6 3-33-16,-3 7 14 0,-13 6 26 16,4 2 36-16,-16 6 10 15,0-1 0-15,0 3 10 16,0-3-14-16,0-7-1 15,0-9 7-15,0-9 0 16,0-3 23-16,0 0 65 16,0 0-48-16,0-15-19 15,0-14-22-15,0-2 2 16,0-10 4-16,34-7-10 16,3 1-4-16,19-10-8 15,-10 6-4-15,-5 10-37 16,-17 13 39-16,10 23 5 15,-12 5 7-15,-9 0 29 0,-7 13 2 16,15 10 1 0,-8 2-32-16,-7-12-11 0,-6-10-56 15,0 5 33-15,0 9 34 16,-40 6 59-16,-35 9-49 16,-11 8 6-16,-1-11 13 15,22-6-25-15,30-6-4 16,17-6-29-16,9-3-72 15,9-3-144-15,0 3-379 16</inkml:trace>
  <inkml:trace contextRef="#ctx0" brushRef="#br0" timeOffset="10363.7">19255 16623 926 0,'0'0'114'0,"0"0"-78"0,0 0 23 16,0 0-26-16,0 0-30 0,0 0 12 16,0 0-13-16,115 152-4 15,-75-139-18-15,-6-2 16 16,13-7 6-16,-7 1-4 16,-3-5-24-16,-15 0-51 15,-3 0 22-15,15 0-89 16,-28 0-123-16</inkml:trace>
  <inkml:trace contextRef="#ctx0" brushRef="#br0" timeOffset="10562.05">19255 16623 531 0,'62'49'292'0,"-15"-58"-288"15,-7 1 66-15,0 0 27 16,-9-3-90-16,-9 6-12 16,-3 1 5-16,-4-4-82 15,-2-8-118-15,-13-4-244 16</inkml:trace>
  <inkml:trace contextRef="#ctx0" brushRef="#br0" timeOffset="10696.6">19568 16446 934 0,'0'0'181'16,"0"0"-152"-16,0 0-12 16,0 0-14-1,0 0-3-15,0 0-15 0,248-20-91 16,-179-3-136-16,-29 2-261 16</inkml:trace>
  <inkml:trace contextRef="#ctx0" brushRef="#br0" timeOffset="10861.46">20058 16354 831 0,'0'0'82'0,"0"0"17"16,0 0-14-16,0 0-46 15,0 0-33-15,140 252 0 0,-134-199-12 16,-6-1-32-16,0 0 3 16,0-12-11-16,-25-7-109 15,-15-14-68 1,0-11-196-16</inkml:trace>
  <inkml:trace contextRef="#ctx0" brushRef="#br0" timeOffset="11045.02">19978 16362 760 0,'0'0'220'15,"0"0"-213"-15,0 0-7 16,0 0 0-16,0 0-27 0,0 0-74 16,353-24-103-16,-300 24-225 15</inkml:trace>
  <inkml:trace contextRef="#ctx0" brushRef="#br0" timeOffset="11178.59">20492 16379 175 0,'0'0'356'0,"0"0"-164"15,0 0 23-15,0 0-116 16,0 0-42-16,0 0-47 15,106 155-10-15,-91-138-28 16,-2 7-6-16,-13 0-39 16,0-4-46-16,0-8-71 15,0-12-439-15</inkml:trace>
  <inkml:trace contextRef="#ctx0" brushRef="#br0" timeOffset="11345.24">20492 16379 1158 0,'121'-189'40'0,"-108"189"-31"16,8 0-9-16,-2 0-13 16,21 0-90-16,-6 0-196 15</inkml:trace>
  <inkml:trace contextRef="#ctx0" brushRef="#br0" timeOffset="11828.37">21249 16182 230 0,'0'0'562'0,"0"0"-392"16,0 0-30-16,0 0-60 15,0 0-42-15,0 0-24 0,-62 0 31 16,22 36-41 0,-7 4 27-16,1 17-6 0,12-10 7 15,9 1-29-15,9 1 0 16,16-18-3-16,0 2-19 15,0-13 12-15,0-8-34 16,41-8 4-16,-7-4 1 16,0 0 23-16,-16 0-8 15,-11 0-24-15,-7 0 9 16,0 0 25-16,0 4-2 16,0 3 22-16,0 2-18 15,0-1-4-15,21 4-18 16,-8 4-114-16,2 5 57 15,-15 6 88-15,0 9 54 0,0 9 62 16,0-1-36-16,-15-8 11 16,-19-8-91-16,27-17-2 15,7-11-23-15,0 0-46 16,0 0-184-16,28 0-15 16,6 0-171-16</inkml:trace>
  <inkml:trace contextRef="#ctx0" brushRef="#br0" timeOffset="12144.25">21509 16575 123 0,'0'0'698'0,"0"0"-657"0,0 0-3 0,0 0 66 0,140-221-40 16,-100 173-44-16,7 0 12 16,-7 8-17-16,0 8-15 15,1 8-18-15,-10 16-7 16,-10 8 3-16,-2 8-37 16,21 24 56-16,-18 8-6 15,18 0 9-15,-15-8-48 16,3 5-7-16,-16-10 10 15,-12 6-18-15,0-10-17 0,0-3-312 16</inkml:trace>
  <inkml:trace contextRef="#ctx0" brushRef="#br0" timeOffset="12495.99">21882 16334 1207 0,'0'0'57'15,"0"0"-55"-15,0 0-2 16,0 0 0-16,0 0-1 16,0 0-6-16,288-11-45 15,-229 3-27-15,-10 8-2 16,-24 0 71-16,3 0 6 16,-3 0 3-16,3 0 2 0,18 0 3 15,1 0 15-15,15 0-18 16,9-9 5-16,-3-15-4 15,13-4-4-15,-16-8 4 16,-9-5 5-16,-25 5 3 16,-3 0 23-16,-22 13 19 15,-6 2-24-15,0 10 4 16,0 11-18-16,-34 0-2 16,-19 0-6-16,-27 8-12 15,-1 24-10-15,16-4-4 16,12-5-94-16,13-2-158 15,12-9-250-15</inkml:trace>
  <inkml:trace contextRef="#ctx0" brushRef="#br0" timeOffset="12794.15">21944 15869 828 0,'0'0'381'0,"0"0"-379"0,0 0 49 0,0 0-12 0,0 0 4 16,400-124-43-16,-314 96-28 16,-39 12-87-16,-41 16-507 15</inkml:trace>
  <inkml:trace contextRef="#ctx0" brushRef="#br0" timeOffset="41951.7">9798 17597 130 0,'0'0'20'0,"0"0"-7"0,0 0 104 15,0 0 12-15,0 0-79 16,0 0-5-16,0 0-5 16,0 0-6-16,0-23-20 15,0 23-14-15,0 0-15 16,0 0 15-16,0 8 8 16,0-4 12-16,0-4 49 15,0 0 4-15,0 0-10 0,0 0-24 16,0 0-11-16,0 0-25 15,0 0-3-15,0 4-1 16,0 0-20-16,0 7 8 16,0-6 25-16,0-2-12 15,0-3 4-15,0 5-3 16,0-5 7-16,0 4-3 16,0 4 4-16,0-5-7 15,0 2 19-15,0-2-9 16,0-3 30-16,0 0-11 15,0 0 2-15,0 0 0 16,0-3 16-16,13-33-22 0,14-25-18 16,14-22 8-16,-1-19-9 15,13-6-15-15,-13 5 7 16,0 14-9-16,-15 17-2 16,3 20-1-16,-15 24-24 15,8 12 6-15,-21 16 27 16,6 0-20-16,-6 36 15 15,13 24 8-15,2 4 15 16,4-3-15-16,9-14-4 16,-3 1-6-16,3 1-2 15,-10 15-11-15,-2 11-65 16,-16 14-1-16,0-9-29 16,0-11-80-16</inkml:trace>
  <inkml:trace contextRef="#ctx0" brushRef="#br0" timeOffset="42252.06">9984 17409 439 0,'0'0'353'0,"0"0"-252"0,0 0-13 0,0 0-14 0,0 0 11 0,0 0-67 16,134 0-18-16,-79 0-24 15,-17 0-9-15,-4-12-23 16,-6 4-43-16,-10 8-188 15,-2 0-268-15</inkml:trace>
  <inkml:trace contextRef="#ctx0" brushRef="#br0" timeOffset="42902.14">10620 17076 205 0,'0'0'414'0,"0"0"-321"0,0 0 44 0,0 0-86 16,0 0-22-16,0 0-9 15,-161 0 13-15,148 0-26 0,-9 0-5 16,4 8 1-16,-10 25 5 15,9 18-8-15,-2 18 10 16,8 3 7-16,13 5 17 16,0-14 0-16,0-7-33 15,0-15 0-15,0-5-2 16,13-8 2-16,15-8-4 16,-1-1-5-16,4-2 0 15,25-17-1-15,3 0 3 16,9-8-8-16,13-28 6 15,-10-4-34-15,-2 7-55 16,-23 6-101-16,-12 10-72 0</inkml:trace>
  <inkml:trace contextRef="#ctx0" brushRef="#br0" timeOffset="43536.01">11296 17481 257 0,'0'0'478'0,"0"0"-440"0,0 0 23 16,0 0 28-16,0 0-87 16,0 0 11-16,0-12-13 0,0 1-4 15,0 6 4 1,0 5 17-16,0 0 74 0,0 0-41 15,0 0-49-15,0 0-1 16,0 0-28-16,0 0-115 16,0-4-225-16</inkml:trace>
  <inkml:trace contextRef="#ctx0" brushRef="#br0" timeOffset="44050.43">11054 16996 649 0,'0'0'103'0,"0"0"7"0,0 0-29 0,0 0-28 16,0 0-48-16,0 0 23 16,12 0-26-16,-12 0 4 15,0 0-1-15,0 0-1 16,0 0 1-16,0 0 1 16,0 0-8-16,0 0 7 15,0 0-10-15,0 0 2 16,0 0-3-16,0 0-1 15,0 0-7-15,0 0 3 16,0 0-12-16,0 0-14 0,0 0-13 16,0 0-65-16,10 0-222 15</inkml:trace>
  <inkml:trace contextRef="#ctx0" brushRef="#br0" timeOffset="46564.3">21801 5674 394 0,'0'0'244'0,"0"0"-243"0,0 0-1 0,0 0 46 0,0 0-23 15,0 0 35-15,-25 77 30 0,25-65-25 16,-6-1-43-16,6 14 44 16,-6 3-2-16,-4 4-22 15,10 8-18-15,0 12-21 16,0 4 9-16,0 4-2 16,16 4-7-16,2 5 5 15,-5-5-12-15,2 0 8 16,-15 0-4-16,0-20 2 0,0-12 0 15,0-15 18 1,0-17 1-16,0 0 7 16,0 0-19-16,0-20 18 0,0-41-19 15,-15-11-9-15,-4-21 10 16,-9-2-6-16,4-6 3 16,8-11-3-16,10-4-2 15,0 0 9-15,6-13-19 16,0 1 15-16,0 11-16 15,0 1 5-15,0 28 5 16,28 8-7-16,6 16-11 16,3 23 14-16,3 18 1 15,-6 15-4-15,0 8-4 16,13 0 12-16,21 16-10 0,3 15 8 16,26 13-2-16,-20-3-20 15,-21 3 8 1,-31 0 1-16,-25 8 16 0,0 20 35 15,-65-4 27-15,-16-7-45 16,7-9 9-16,21-16-22 16,13-4 7-16,12-8-11 15,9 4-35-15,19-4-56 16,0-12-243-16</inkml:trace>
  <inkml:trace contextRef="#ctx0" brushRef="#br0" timeOffset="50694.42">23125 6260 411 0,'0'0'146'0,"0"0"-84"0,0 0-5 15,0 0 26-15,0 0-26 16,0 0 23-16,0 0-1 16,0 0-28-16,0 0-15 0,0 0-16 15,0 0-8-15,0 0-7 16,0 0 21-16,0 0-25 15,0 0 38-15,-6 0-22 16,-1 0 14-16,-5 0-20 16,6-8-5-16,-10 0-6 15,4 3-4-15,-10 2-5 16,4 3 18-16,-16 0 1 16,-1 0-9-16,-11 0 6 15,-7 0-6-15,1 0-2 16,-11 0-4-16,-2 11-7 15,19 6 9-15,-7 11 6 16,4 4-15-16,11 8 28 16,-2 4-25-16,12 5 11 0,6-2-4 15,16-6-10-15,6 2 6 16,0-6 3-16,0 3-1 16,0-8-7-16,34 0 13 15,28-12-6-15,16-4 7 16,2-8-14-16,1-8 11 15,12 0 0-15,-25 0 0 16,-15 0-9-16,-25 0 8 16,-9 0-24-16,-19-16 20 15,21-4-24-15,-8-13 28 16,-7 6-41-16,-6-5 7 16,0 19 0-16,0 2 28 0,0 3 6 15,-40 8-2-15,-19 0-6 16,-34 0 18-16,12 19-6 15,-6 14 5-15,13 3 26 16,21-3-14-16,25-2 5 16,3 5-6-16,25-3-19 15,0-6-59-15,0-10-132 16,31-9-242-16</inkml:trace>
  <inkml:trace contextRef="#ctx0" brushRef="#br0" timeOffset="54740.84">22703 4166 58 0,'0'0'199'0,"0"0"-65"0,0 0-71 0,0 0-2 15,0 0 9-15,0 0-6 16,0 0-6-16,-25 0-36 0,25 0 32 16,0 0 32-16,0 0-5 15,0 0-52-15,-6 0 24 16,6 0-30-16,0 0 6 15,0 0-12-15,0 0-9 16,0-3 12-16,0-10-9 16,0-2 8-16,0-2-12 15,0-2-14-15,6-6 8 16,35 6-6-16,-1 2 2 16,0 4 0-16,-9 10-8 15,10 3-15-15,-13 0-3 16,-16 0-11-16,10 3 37 15,-22 30 3-15,0 11 0 16,0 9 5-16,-22 7 32 0,-18-9-21 16,-1-2-3-16,17-13-9 15,2-16-3-15,22-12 6 16,0-8-7-16,0 0-7 16,0 0-27-16,56 0 33 15,9-12-7-15,3 4 1 16,-9 8 3-16,-19 0-14 15,-12 0 11-15,-16 0-17 16,-12 8 21-16,0 16 6 16,0 8 17-16,-27 16-18 15,-45 12-2-15,-30 12 0 16,-3 13 2-16,2-17-8 0,32-4 12 16,18-20-8-16,38-20 2 15,15-16-59-15,0-8-271 16,52 0-307-16</inkml:trace>
  <inkml:trace contextRef="#ctx0" brushRef="#br0" timeOffset="55309.23">23534 4484 285 0,'0'0'305'0,"0"0"-203"0,0 0 66 0,0 0 0 16,0 0-68-16,-62 240-45 15,56-176-50-15,6-3 1 16,-6-22-6-16,6-6 0 0,0-22 0 16,0-7-42-16,0-4-54 15,0 0-102-15,0-4-365 16</inkml:trace>
  <inkml:trace contextRef="#ctx0" brushRef="#br0" timeOffset="58854.31">23860 4127 577 0,'0'0'137'0,"0"0"-74"0,0 0 17 0,0 0 22 15,0 0-47-15,0 0-10 16,0 0 2-16,-6-9-34 16,12-3 0-16,28 0-11 15,12-8 9-15,16-4-4 16,-3 8-12-16,-18 4 5 15,-1 8-2-15,-28 4-2 0,4 0-12 16,-16 4 11 0,0 29 5-16,0 11 28 0,0-5-24 15,0-3-8-15,0-11-14 16,0-9 8-16,0-4 7 16,0-4 3-16,0-5 0 15,0 10 0-15,0-1 17 16,0 4-3-16,0 7-8 15,0 6 2-15,0-1-16 16,0 16 8-16,0-4 0 16,0 4 0-16,-47 4 11 15,-27-11 22-15,21-1-27 16,-3-8 12-16,10-12-9 16,12-12-18-16,15-4-21 0,13 0-21 15,6-4-171-15,0-9-172 16</inkml:trace>
  <inkml:trace contextRef="#ctx0" brushRef="#br0" timeOffset="59687.15">24424 5971 314 0,'0'0'109'0,"0"0"9"0,0 0 7 0,0 0-36 0,0 0-30 16,0 0 20-16,-50-32-1 15,50 32 7-15,-6 0 17 0,6 0-11 16,0-8-55 0,0 0-2-16,22-4-25 0,43 0 18 15,22 4-12-15,6-4-14 16,15 0-1-16,-8-9-14 15,2 10 8-15,-21 3-47 16,-22-4 18-16,-19 7-44 16,-34 5-31-16,-6 0-71 15,0 0-34-15,-28 0-168 16</inkml:trace>
  <inkml:trace contextRef="#ctx0" brushRef="#br0" timeOffset="59937.4">24461 5618 762 0,'0'0'134'15,"0"0"-126"-15,0 0 11 16,0 0 13-16,0 0 11 15,0 0 51-15,149-40-35 16,-68 32-17-16,-16-1-20 16,9 2-22-16,1-1-21 15,-10 4-99-15,-3 0-178 0</inkml:trace>
  <inkml:trace contextRef="#ctx0" brushRef="#br0" timeOffset="60901.87">27537 4391 403 0,'0'0'210'0,"0"0"-149"0,0 0-17 0,0 0 30 16,0 0 23-16,0 0 21 15,-192 8-55-15,152 0-10 16,5 12-30-16,-5 12-2 16,-6 16 3-16,-1 9-19 15,1-1 0-15,-1-4 2 16,13 12-8-16,0-8 7 15,15-4 3-15,4 0-1 16,15 4-3-16,0-4-5 16,0 1 3-16,46-1-8 0,29-8 4 15,-1 1-1 1,7-14-12-16,6-7 7 0,-1-12-8 16,-14-4 15-16,-4-8-9 15,-28 0 4-15,1 0 1 16,-23 0 8-16,4-8-14 15,-10-8 0-15,-12-12 8 16,0-4-19-16,0 0 12 16,-6 0-31-16,-34-5 9 15,-7 22 15-15,-15 7 10 16,3 8 6-16,-9 0 8 16,-9 39 13-16,-4 10-17 15,7 7 9-15,15-12 15 16,25-4-25-16,6-8-3 15,28-12-18-15,0-7-19 0,0-13-97 16,21 0-169-16,10 0-230 16</inkml:trace>
  <inkml:trace contextRef="#ctx0" brushRef="#br0" timeOffset="61518.19">28486 4086 517 0,'0'0'138'0,"0"0"-7"0,0 0 0 0,0 0-103 0,0 0-28 15,0 0 0-15,0-8 11 16,6 16-6-16,10 12 44 16,-10 12 21-16,0 9 13 15,-6 10-61-15,0 18 1 16,0-1-22-16,0 13 10 0,6-1-11 16,7-8 3-16,15 0-10 15,6-8 0-15,-10-8-2 16,4 1-36-16,0-18 10 15,-15-3-57-15,-1-8-50 16,4-12-183-16</inkml:trace>
  <inkml:trace contextRef="#ctx0" brushRef="#br0" timeOffset="62101.41">28774 5337 482 0,'0'0'165'0,"0"0"44"0,0 0-67 0,0 0-63 15,0 0-28-15,0 0-37 16,0-8-14-16,0 8 4 15,0 0-10-15,0-12-20 16,0 12 26-16,0-3 8 0,-46 3 56 16,-16 0-20-1,15 0 1-15,7 0-45 0,28 0-2 16,12-16-52 0,0 3-152-16,0 1-626 0</inkml:trace>
  <inkml:trace contextRef="#ctx0" brushRef="#br0" timeOffset="62935.03">26774 5674 418 0,'0'0'25'0,"0"0"-25"0,0 0-65 0,0 0-124 16,0 0 189-16,0 0 56 0,-24-44 162 15,24 44-47-15,0 0-32 16,0 0 1-16,0 0-65 15,-7 0-30-15,-2 0-35 16,-10 0 5-16,13-3-11 16,-15 3-3-16,8 0 10 15,-5 0 11-15,2 0 27 16,10 0-22-16,6 0 3 16,0 0-27-16,0 0 3 15,0 0-4-15,-6 0-2 16,6 0 0-16,-7 0 3 15,1 0 11-15,-3 0-14 16,9 0 16-16,0 0-10 16,0 0 2-16,0 0-5 0,0 0-3 15,34 0 0-15,40 3 0 16,32 5 0-16,30 0 6 16,50 4-5-16,28 1 14 15,34-5-18-15,38-8 10 16,36 0-2-16,25 0-5 15,7 0-1-15,-32 0-22 16,-49 0 23-16,-71 0-4 16,-50 0-12-16,-50 0-23 15,-62 0-83-15,-40 7-256 16</inkml:trace>
  <inkml:trace contextRef="#ctx0" brushRef="#br0" timeOffset="63799.85">26536 6320 551 0,'0'0'81'0,"0"0"37"0,0 0-18 0,0 0-30 16,0 0-1-16,0 0-15 15,232-109-29-15,-185 109 3 16,-13 0-6-16,0 0-20 16,6 0 1-16,-21 0-3 15,-19 17-22-15,0 7-13 16,0 12 25-16,0 4-2 15,-34 4-18-15,-4 5 27 16,-11-5 3-16,36-5 11 16,7-6-10-16,6-13-2 15,0-9-22-15,19 2 14 16,43-6 9-16,3 1-4 0,3 5 4 16,-21-1-6-16,-19 7-37 15,-16-2-33-15,-12 19 76 16,0 0 27-16,-59 0 68 15,-28 5-58-15,-9 3-11 16,-15 0 13-16,18-4-36 16,6-4-3-16,25-4-49 15,15-4-128 1,19-8-266-16</inkml:trace>
  <inkml:trace contextRef="#ctx0" brushRef="#br0" timeOffset="64317.15">27577 6164 329 0,'0'0'106'0,"0"0"56"0,0 0 51 0,0 0-52 0,0 0-68 16,0 0 26-16,0 52-60 15,13-12-17-15,2 0-35 16,4 8 13-16,3 0-17 0,-10 1-6 16,0-5-11-16,-5-5-32 15,-7 5-47-15,0-11-228 16</inkml:trace>
  <inkml:trace contextRef="#ctx0" brushRef="#br0" timeOffset="64666.51">27711 7074 652 0,'0'0'62'16,"0"0"-29"-16,0 0 22 16,0 0-51-16,0 0 29 15,0 0-14-15,21-44 21 16,-21 44-4-16,0 0-9 15,0 0-12-15,0 0-15 0,0 0-28 16,0 0-114 0,0 0-98-16,0-8-256 0</inkml:trace>
  <inkml:trace contextRef="#ctx0" brushRef="#br0" timeOffset="65581.51">28387 6200 589 0,'0'0'236'0,"0"0"-141"0,0 0 12 0,0 0-9 0,0 0-82 15,0 0 1-15,25 0-9 16,15-8-1-16,-6 0 1 16,6 8-1-16,1 0-4 15,-7 0 0-15,0 0-6 16,-9 19 14-16,-10 9-25 15,-15-3 17-15,0-1-8 16,0-4-23-16,0 4 8 0,0 4 11 16,-9-3 9-16,9 2 0 15,0-7-9-15,0 5 9 16,15-2-28-16,66-2 13 16,-10 2-31-16,-3-7 13 15,-15 1-4-15,-19 2 21 16,-28 9 16-16,-6 1 4 15,0 11 70-15,-18-4-11 16,-38 5-1-16,-15-10-56 16,3-7-6-16,-7 1-5 15,-12-5-19-15,-12 8-36 16,-16 8-87-16,10-4-96 16,3 0 92-16,30-5-223 0</inkml:trace>
  <inkml:trace contextRef="#ctx0" brushRef="#br0" timeOffset="66099">29236 6072 589 0,'0'0'171'0,"0"0"29"0,0 0-89 0,0 0-9 0,0 0-60 16,0 0 15-16,0 180-43 15,0-136-2-15,0-4-1 16,19 1-22-16,-7 6 7 16,4-3-31-16,2 1-34 15,-2-9-81-15,3-4-179 16</inkml:trace>
  <inkml:trace contextRef="#ctx0" brushRef="#br0" timeOffset="66531.11">29370 6917 244 0,'0'0'682'0,"0"0"-564"16,0 0-34-16,0 0-23 16,0 0-58-16,0 0-3 15,-22 5-21-15,22-5-7 16,0 0-11-16,0 0 39 16,0 0 4-16,0 0 2 15,0-5 12-15,0 2-18 16,0-5-1-16,0-4-71 15,0 4-19-15,0 8-111 0,0 0 14 16,0 0 86 0,0-5-52-16</inkml:trace>
  <inkml:trace contextRef="#ctx0" brushRef="#br0" timeOffset="68780.68">30291 5867 467 0,'0'0'231'0,"0"0"-161"0,0 0 67 0,0 0-38 0,0 0-36 16,0 0 6-16,0-32-25 15,0 32-20-15,0 0 17 16,0 0-9-16,0 0 13 16,0 0-34-16,0 0 3 15,0-4-14-15,34 0 0 16,12-8-1-16,22 7 4 16,-9-3-6-16,-12 5 5 15,-1-1-10-15,-5 4-23 16,-13-4 6-16,-4-5-26 0,-2 6-4 15,-22-13-67 1,0 4-104-16,0-4-238 0</inkml:trace>
  <inkml:trace contextRef="#ctx0" brushRef="#br0" timeOffset="69279.22">30359 5514 304 0,'0'0'336'0,"0"0"-273"0,0 0 76 0,0 0 10 0,0 0-26 16,0 0-54-16,139-25-19 16,-80 22-4-16,16-5-22 15,-7 0-15-15,-3-1-4 16,-9-2-10-16,-25 6-26 15,3-2-25-15,-12 3-63 16,-22 4-89-16,0 0-323 16</inkml:trace>
  <inkml:trace contextRef="#ctx0" brushRef="#br0" timeOffset="74875.1">31534 4595 496 0,'0'0'139'0,"0"0"-77"0,0 0 5 0,0 0-6 15,0 0-19-15,0 0 24 16,0 0 0-16,6 0-5 16,-6 0 26-16,16 0-51 15,-4 0 11-15,7 0-33 16,21 0 18-16,6 0-25 0,4-3 11 16,9-10-11-16,-19 9-4 15,-12 4-6-15,-9 0 9 16,-1 0-13-16,4 12 7 15,-16 40-12-15,-6 12 2 16,0 25 9-16,0-1-5 16,0 0 6-16,-28-4-3 15,16-11 6-15,-7 0-3 16,4-18 4-16,9 6-8 16,-1-17-5-16,7-13-23 0,0-11-40 15,0-12-41 1,0-8-86-16,0 0-13 0,0-3 16 15</inkml:trace>
  <inkml:trace contextRef="#ctx0" brushRef="#br0" timeOffset="75224.88">31683 5117 423 0,'0'0'305'0,"0"0"-217"0,0 0 13 0,0 0 31 15,0 0-79-15,0 0 21 16,40-8-43-16,-9 0 10 16,16 0-2-16,8-4-17 15,11-4-20-15,-14 8-2 16,-2-8-17-16,-19 7-53 16,-3 6-46-16,-22-2-165 15,-6 2-354-15</inkml:trace>
  <inkml:trace contextRef="#ctx0" brushRef="#br0" timeOffset="75923.86">32290 4752 559 0,'0'0'222'0,"0"0"-79"0,0 0-41 0,0 0-64 16,0 0-31-16,0 0 14 16,-6-16-16-16,6 0 12 15,0 12-6-15,0-4 32 16,0 8-15-16,6 0-22 16,7 0 6-16,-1 0-7 15,-2 28-10-15,-4 16 15 16,-6 8-24-16,0 8 10 15,-34 13-7-15,-35-1-10 16,4 4 15-16,-9-12 6 16,15 1 2-16,13-9 29 15,18-25-24-15,21-10 11 16,7-10-18-16,0-2-12 16,7-9-1-16,33 0 13 0,0 0-3 15,7 0 9-15,-7 0-8 16,0 0 2-16,-6 11-2 15,-3-3-54-15,-3 9-4 16,0-1-16-16,-15 0-79 16,-7-4-42-16,-6-4-33 15,0-8-192-15</inkml:trace>
  <inkml:trace contextRef="#ctx0" brushRef="#br0" timeOffset="76356.93">32563 5350 217 0,'0'0'53'0,"0"0"41"0,0 0 26 0,0 0-50 16,0 0-20-16,0 0 7 0,7 0 28 16,27 0-9-16,6-13-4 15,13-7 15-15,-7 1-36 16,10-6 9-16,-9-6-3 15,-13-2-14-15,-10 1-23 16,-11-8 0-16,-13-12-15 16,0-4-4-16,0-5-1 15,0-7-40-15,-25 17-14 16,-15 13-7-16,-7 27 41 16,-15 11 20-16,-31 24-5 15,-12 44-25-15,-10 5-187 16,16-9-525-16</inkml:trace>
  <inkml:trace contextRef="#ctx0" brushRef="#br0" timeOffset="77088.63">31407 5694 253 0,'0'0'367'0,"0"0"-304"0,0 0 43 0,0 0 40 0,0 0-31 16,0 0-9-16,394-36-37 15,-233 20-19-15,6 1-23 16,1 6 0-16,-23 5-21 16,-17 4-3-16,-14 0-3 15,-21 0-26-15,-6 21 0 16,-6-2-41-16,-1 1 29 16,-5-8-46-16,-16 1-35 15,-38-5-160-15</inkml:trace>
  <inkml:trace contextRef="#ctx0" brushRef="#br0" timeOffset="79554.24">31695 6228 179 0,'0'0'180'0,"0"0"-70"0,0 0-18 0,0 0-43 16,0 0 8-16,0 0-4 15,-12 0 3-15,2 0 1 16,4 0-10-16,-12 0-20 0,18 0 36 16,-7 0-22-1,1 0-34-15,6 0 7 0,0 0-5 16,-9 0 15-16,9 0 7 15,-12 0 45-15,-1 0-53 16,-9 0 1 0,4 0-15-16,-16 0 0 0,6 0 2 15,-3 0-11-15,-3 19 5 16,-7 2 6-16,7 15-22 16,0 4 7-16,3 12 0 15,3 1 3-15,16-1-9 16,6-4 10-16,6-1-6 0,0-11 4 15,0 9-9 1,18-9 7-16,35-7-45 0,9-6 27 16,-3-7-16-16,0-8 7 15,-19-8 8-15,-6 0 1 16,-12 0 21-16,-22-16 1 16,0-12 23-16,0-8-21 15,0 8-2-15,0 4 3 16,-9 20-7-16,-16 4 5 15,-9 0-1-15,-13 20 0 16,-6 11-10-16,-2 10 8 16,2-5-54-16,13-8-101 15,15-12-154-15,3-7-203 16</inkml:trace>
  <inkml:trace contextRef="#ctx0" brushRef="#br0" timeOffset="80720.21">32095 6613 200 0,'0'0'256'0,"0"0"-181"0,0 0 13 0,0 0-25 16,0 0-25-1,0 0 24-15,0 0 35 0,0 0 2 16,0 0-6-16,0 0-24 16,0 0-3-16,0 0-43 15,0 0-12-15,16 0 0 16,-16 0-7-16,6 0-1 16,0 0 0-16,-6 0-6 15,0 0 3-15,0 0-3 16,0 0 3-16,0 0-5 15,0 0 5-15,0 0-19 16,0 0 4-16,0 0-6 16,0 0 16-16,0 0 5 0,0 0-5 15,0-12 5 1,0-1-38-16,0 2-72 0,0-9 35 16,0 8-164-16,0-1-361 15</inkml:trace>
  <inkml:trace contextRef="#ctx0" brushRef="#br0" timeOffset="82984.27">32666 6280 501 0,'0'0'105'0,"0"0"-54"0,0 0 78 0,0 0-71 16,0 0-17-16,0 0-32 16,-81 0 0-16,59 8-7 15,4 8 6-15,-4-9 35 0,3 10 11 16,-2-4 8-1,15 6-39-15,-7 9 7 0,7 8-29 16,0 5 9-16,6 7-2 16,0-4-8-16,0 12 0 15,0-12-1-15,0 8-4 16,31-8-4-16,9-12 6 16,7-8-21-16,-7-11 14 15,0-13-29-15,7 0 0 16,-13 0 21-16,-6-33 18 15,-16 5 6-15,-12 4-5 16,0 8 46-16,0 12 5 16,0 4 4-16,0 0-48 0,-6 0 18 15,-34 0-26 1,5 0-32-16,-11 4-75 0,6 17-40 16,-1 2 36-16,17 13 29 15,-11 0 36-15,8-3-110 16</inkml:trace>
  <inkml:trace contextRef="#ctx0" brushRef="#br0" timeOffset="84000.85">29522 8550 503 0,'0'0'108'0,"0"0"22"0,0 0 42 0,0 0-65 0,0 0-49 16,0 0-36-16,6 0 28 16,28 0-13-16,6 0-14 15,7 0-2-15,-1 0-21 16,1-8 0-16,9-1 6 16,-10 1-12-16,-6 1-23 15,1-1-20-15,-10-5-81 16,-22 2-126-16,-9 3-229 15</inkml:trace>
  <inkml:trace contextRef="#ctx0" brushRef="#br0" timeOffset="84199.83">29522 8550 904 0</inkml:trace>
  <inkml:trace contextRef="#ctx0" brushRef="#br0" timeOffset="84306.21">29522 8550 904 0,'-81'-177'83'0,"81"177"-41"0,0 0 0 0,34 0-13 15,28 0-28-15,-15 0-1 16,-23 0-50-16,11-3-157 16,-29-9-196-16</inkml:trace>
  <inkml:trace contextRef="#ctx0" brushRef="#br0" timeOffset="85415.1">30799 7551 119 0,'0'0'296'0,"0"0"-97"0,0 0 9 0,0 0-56 16,0 0-94-16,0 0-30 0,0 0-14 16,0 0 1-16,0 0-6 15,0 0 2-15,6 0-8 16,35-8 43-16,11-12-18 15,10 0-2-15,-3-4-24 16,-12 4 8-16,-19 8-10 16,-10 8-4-16,-8 4 3 15,-10 0-21-15,0 0-11 16,0 24-18-16,0 24 47 16,0 20-4-16,0 8-5 15,-28 1 2-15,15 7-6 16,-8-19 8-16,2-1-11 15,-9-20 15-15,16-8-3 16,-4-13 8-16,16-15-44 0,0-3-177 16,0-5 7-16,0 0-53 15</inkml:trace>
  <inkml:trace contextRef="#ctx0" brushRef="#br0" timeOffset="85732.8">30867 7816 441 0,'0'0'420'0,"0"0"-391"0,0 0 86 0,0 0-36 0,0 0-71 16,0 0-1-16,0 0-7 15,360-41-29-15,-320 34-157 0,-27-5-201 16</inkml:trace>
  <inkml:trace contextRef="#ctx0" brushRef="#br0" timeOffset="86514.18">31360 7567 559 0,'0'0'95'0,"0"0"-67"0,0 0 5 0,0 0-25 0,0 0 57 16,0 0 45-16,62-28 8 16,-49 24-80-16,5 4-6 15,4 0 4-15,-3 0-9 0,2 0-13 16,-14 0-12 0,-7 21-2-16,0 15 0 0,0 11-5 15,-41 14-21-15,-12-5 3 16,-2-4-1-16,8-8 24 15,16 0 2-15,9-12 26 16,16-3-3-16,6-6-15 16,0-10-4-16,0-2-1 15,34-7-10-15,25-4-1 16,9 0-3-16,4 0 17 16,-4-7-10-16,0-14 2 15,-15 9 0-15,-19 1 0 16,3 6-23-16,-21 5-22 0,-10 0-64 15,-6 0-122-15,0 0-26 16,0 0-119-16</inkml:trace>
  <inkml:trace contextRef="#ctx0" brushRef="#br0" timeOffset="86881.51">31881 7957 295 0,'0'0'262'0,"0"0"-256"0,0 0 40 0,0 0 48 0,0 0 25 0,0 0-23 0,214-72 3 0,-152 36-14 16,-15-5-12-16,-7 1-34 16,-21-4-24-16,-13 12-5 15,-6-1-4-15,0-3-12 16,-25 8-23-16,-37 25 7 16,-25 3 1-16,7 0 2 15,2 16-13-15,10 12-33 16,34 3-93-16,27-15-74 15,7-7-182-15</inkml:trace>
  <inkml:trace contextRef="#ctx0" brushRef="#br0" timeOffset="87696.33">30926 8297 339 0,'0'0'251'0,"0"0"-248"0,0 0 65 0,0 0 31 0,0 0 10 0,0 0-3 0,0 0-37 15,0 0-29-15,59-4 49 16,28-4-11-16,34-7-16 15,21-10 7-15,4 1-47 16,15 4-5-16,-27 8-13 16,-13 4-8-16,-16 8-27 0,-18 0-19 15,-19 0-1-15,-9 0-22 16,-25 4-65-16,-21 0-203 16</inkml:trace>
  <inkml:trace contextRef="#ctx0" brushRef="#br0" timeOffset="89930.48">31261 8702 426 0,'0'0'271'0,"0"0"-196"0,0 0 13 0,0 0 44 0,0 0-93 16,0 0-11-16,0 0-23 16,40-36 12-16,-15 24-5 0,-9 12 21 15,-4 0 5 1,0 0-19-16,10 0-18 0,-3 9 1 16,2 10 2-16,-8 9 4 15,-13 5-15-15,0 3 16 16,0 8-17-16,0-4 12 15,0-4-6-15,0-9 2 16,0-6-1-16,0-9 1 16,0 0-10-16,0-8 6 15,6 4-21-15,0 1 22 16,10-2 6-16,-16 9 1 16,0 0-2-16,0 9 11 15,0 2 10-15,0 1-21 16,0 5 1-16,0-5 2 0,-22 0-10 15,-18 3-41 1,-7-2-32-16,-12-6 9 0,19-6-48 16,6-9 49-16,6-8-67 15,16 0-91-15,-7 0-156 16</inkml:trace>
  <inkml:trace contextRef="#ctx0" brushRef="#br0" timeOffset="90660.38">31869 8787 119 0,'0'0'187'0,"0"0"-96"0,0 0 49 0,0 0-9 0,0 0 14 16,0 0-3-16,-53-5-75 15,38 5-19-15,2 0-10 16,1 0 18-16,-4 0-40 16,-2 20 0-16,-1 16-11 15,-3 8 0-15,4 5-4 16,8-5 1-16,10-4-2 16,0-4 0-16,0-4-1 0,0-4 4 15,0 0-5-15,0-3 9 16,28-1-13-16,6-1 6 15,7-15-10-15,11 9-14 16,1-17 20-16,3 0-2 16,-3 0-7-16,-7-17 12 15,-5-10-1-15,-23-6-5 16,-18 5 11-16,0 8-9 16,0 9 4-16,0 3 0 0,-6 8 2 15,-28 0 6 1,-19 0-7-16,-6 23-4 0,-3 13-11 15,9 5-29-15,19 3 29 16,22-5-31-16,12-3-58 16,0-11-65-16,0-14-390 15</inkml:trace>
  <inkml:trace contextRef="#ctx0" brushRef="#br0" timeOffset="92926.2">29562 10575 573 0,'0'0'23'0,"0"0"-8"0,0 0-22 0,0 0 7 15,0 0-4-15,0 0 4 16,0 0 4-16,0 0 24 15,0 0 28-15,0 0 62 16,0 0-53-16,0 0-27 16,0 0 1-16,0 0 27 15,0 0-41-15,0 0 7 16,0 0-23-16,34 0 48 16,13 0-23-16,-1-16-19 0,7 8-15 15,-13-8 7 1,7 16-14-16,-20-4-13 0,1 4-17 15,-3-3-34-15,-9-2-32 16,-4 5-87-16,0-4 22 16,-12-4 13-16,0 4-168 15</inkml:trace>
  <inkml:trace contextRef="#ctx0" brushRef="#br0" timeOffset="93558.13">29475 10331 204 0,'0'0'192'0,"0"0"-36"0,0 0 19 0,0 0-5 0,0 0-13 16,0 0-61-16,28 0-20 0,12 0-36 15,1 0 16-15,11-5-31 16,7-3 2-16,3 8-27 15,3-8 0-15,4 0-9 16,-23 0-27-16,1 1-16 16,-20-6-56-16,-27 5-154 15,0-4-375-15</inkml:trace>
  <inkml:trace contextRef="#ctx0" brushRef="#br0" timeOffset="96273.29">30771 10274 75 0,'0'0'66'0,"0"0"6"0,0 0 24 0,0 0 5 0,0 0-56 15,0 0-45-15,9-12-72 16,-9 12 57-16,0 0 15 16,0 0 64-16,0 0 7 15,0 0-43-15,0-8-27 16,0 8 11-16,0-8-18 16,0 5 15-16,0-5 7 15,7 3-6-15,-7 1-11 0,0 0 1 16,0 4-14-16,6 0-12 15,0 0-27-15,0 0-79 16,0 0-36 0</inkml:trace>
  <inkml:trace contextRef="#ctx0" brushRef="#br0" timeOffset="96905.87">30771 10274 76 0,'62'-59'201'0,"-62"54"34"16,0 5-143-16,0 0-24 15,0 0-33-15,0 0-35 16,0 0 0-16,0 0-25 15,0 0 7-15,0 0 2 16,0 0 16-16,0 0 2 0,0 0 34 16,0 0 31-1,0 0-26-15,0 0-5 0,0 0-32 16,0 0-8-16,0 0 8 16,0 0 16-16,0 0-18 15,0 0 17-15,0 0 4 16,0 0 4-16,0 0 12 15,0 0-39-15,0 0-6 16,0 0-36-16,0 0 25 16,0 0-3-16,0 0 20 15,0 0 4-15,0 0-2 16,0 0 3-16,0 0-5 16,0 0 6-16,0 0-4 0,0 0 4 15,0 0-3 1,0 0 16-16,0 0 27 0,0-8 1 15,0-8-39-15,19 1-4 16,21-10-6-16,16-7 4 16,-3 8 3-16,12 0 0 15,-9 16-10-15,-10 0 4 16,1 8 1-16,-23 0-12 16,-8 16-13-16,-16 24-16 15,0 20 21-15,-62 12 17 16,-44 16-36-16,-8-3 12 15,-7-9-2-15,40-12 16 16,22-15-46-16,25-10 54 16,22-14-2-16,12-9 4 15,0-1-5-15,12-7 8 0,50 0 3 16,3-8 2-16,-3 0 25 16,-3 0-9-16,-6 0 17 15,-19 0-22-15,-6 0 6 16,-9 0 14-16,-7 0-36 15,10 0-2-15,6 0-57 16,3 0-43-16,3 0-419 16</inkml:trace>
  <inkml:trace contextRef="#ctx0" brushRef="#br0" timeOffset="97404.46">31354 10700 304 0,'0'0'211'0,"0"0"-175"0,0 0 37 0,0 0 16 15,0 0 7-15,0 0 32 16,140 28-27-16,-78-20-22 15,-3-8-36-15,21 0-7 16,-5-8-24-16,5-40 8 16,-2-17-18-16,-10-7 7 15,-15-9-9-15,-25 1 0 16,-28 16-9-16,0 25-5 16,-7 6 10-16,-61 22 8 15,-19 11-15-15,-18 0 21 16,-10 36-20-16,7 11-9 0,15-6-37 15,27 11-3-15,26-4-29 16,25 0-81-16,8-4-127 16</inkml:trace>
  <inkml:trace contextRef="#ctx0" brushRef="#br0" timeOffset="106014.93">15072 7885 95 0,'0'0'573'0,"0"0"-507"0,0 0 3 0,0 0 16 0,0 0-56 0,0 0 35 16,0 0-29-16,0 0-3 15,0 0 3-15,-6 0 5 16,-3 0 10-16,9 0-22 16,-6 0 23-16,6 0-34 15,0 0 1-15,0-13-15 0,0-19 8 16,0-20-11-16,0-5 0 16,0-18-4-16,0-6 9 15,0-11-7-15,6 8 7 16,28 3-10-16,0 9-5 15,-15 20 2-15,15 16-19 16,-22 20-1-16,-2 12 7 16,2 4 0-16,0 0-3 15,22 25-3-15,7 19 27 16,-7 7 1-16,0 9-1 16,-15-3 0-16,-13 3-2 15,-6 4-19-15,0 1-2 0,0-1 11 16,0-4-1-1,-13-17 7-15,1-18-68 0,-4-17-148 16,-2-8-102-16</inkml:trace>
  <inkml:trace contextRef="#ctx0" brushRef="#br0" timeOffset="106281.11">15051 7395 625 0,'0'0'129'0,"0"0"-94"0,0 0-2 0,0 0-29 0,0 0-8 15,0 0-3-15,0 0 2 16,195-85-44-16,-170 74-80 16,9 2-79-16</inkml:trace>
  <inkml:trace contextRef="#ctx0" brushRef="#br0" timeOffset="106780.48">15848 7235 407 0,'0'0'111'0,"0"0"-74"16,0 0 79-16,0 0-51 15,0 0 12-15,0 0-30 16,-202 103-14-16,168-62 7 16,0 7 3-16,15 0 17 15,7 8-10-15,6 0 18 16,6-7-41-16,0 7-10 16,0-12-14-16,31-5-3 15,15-6 0-15,22-21-23 0,13-12 7 16,18 0 16-1,4-20-4-15,-4-16-5 0,-6-4-26 16,-13 8-84-16,-33 7-187 16,-19 2-309-16</inkml:trace>
  <inkml:trace contextRef="#ctx0" brushRef="#br0" timeOffset="107512.77">15224 6781 476 0,'0'0'200'0,"0"0"-183"0,0 0 59 0,0 0-31 16,0 0-5-16,0 0 10 15,0-11 50-15,0 11-51 16,0 0 27-16,0 0 14 16,0 0-52-16,7 0-10 15,33 0-26-15,22-5 20 16,18-7-2-16,7 1-2 16,-9-6-16-16,-10 9 0 15,0-8-2-15,-21 8-24 0,-16-4-2 16,-3-1-38-1,-7 10-54-15,-14-9-185 0,-7 12-339 16</inkml:trace>
  <inkml:trace contextRef="#ctx0" brushRef="#br0" timeOffset="107950.16">15959 6465 341 0,'0'0'31'0,"0"0"67"0,0 0 48 15,0 0-27-15,0 0-24 16,0 0 21-16,143 7-44 16,-112-7-33-16,-9 0-20 15,-16 0-14-15,-6 8-10 16,0 5-2-16,0 7 4 0,0 4 2 15,-13 7-7 1,-27 14 8-16,-6 7 0 0,5 4 14 16,13-12 10-16,22-8-24 15,6-12-4-15,0-20-41 16,6-4-127-16,28 0-45 16,1-7-252-16</inkml:trace>
  <inkml:trace contextRef="#ctx0" brushRef="#br0" timeOffset="108745.66">16942 7731 542 0,'0'0'50'0,"0"0"-48"0,0 0 54 0,0 0 59 16,0 0 26-16,0 0 15 16,0-7-107-16,0 7-36 15,0 0-13-15,0 0-33 16,16-4-136-16,-16-13-262 15</inkml:trace>
  <inkml:trace contextRef="#ctx0" brushRef="#br0" timeOffset="108980.34">16889 7271 956 0,'0'0'209'0,"0"0"-204"16,0 0-5-16,0 0-45 15,0 0-153-15,0 0-226 16</inkml:trace>
  <inkml:trace contextRef="#ctx0" brushRef="#br0" timeOffset="109694.37">17599 7078 554 0,'0'0'17'0,"0"0"100"0,0 0-45 0,0 0-30 15,0 0-13-15,0 0-21 16,214-56-8-16,-201 56 3 15,-13 12 14-15,0 20-1 16,0 20 39-16,-34 4-51 16,-25 16-4-16,-9 5 1 0,15-5-1 15,6-13 56 1,26-6-16-16,14-17-17 0,7-12-23 16,0-4 10-16,0-12-8 15,41-8-4-15,11 0 4 16,4 0 8-16,9 0-9 15,-3 0 1-15,-15 0-1 16,-1 0-1-16,-21 0-8 16,3 0-109-16,-9 0-95 15,-4 0 8-15,-2 0-40 16,-1 0-19-16</inkml:trace>
  <inkml:trace contextRef="#ctx0" brushRef="#br0" timeOffset="109994.58">18034 7595 209 0,'0'0'248'0,"0"0"-248"0,0 0-7 15,0 0-5-15,0 0 12 16,0 0 19-16,65-3 62 16,-65 3 63-16,0 0-25 15,0 0 37-15,0 0-70 16,15 0-57-16,-2 0-27 16,21 0-2-16,-3 0 5 15,-3-9 7-15,0-2 30 16,-4-2 0-16,-8-15 0 15,9-11-22-15,3-14 6 16,-10-7-24-16,-12 4-4 16,-6-1-1-16,0 6-21 15,0 18-4-15,0 9 23 0,0 8 5 16,0 16-20 0,-40 0 16-16,3 0 4 0,-19 21-1 15,16 10-84-15,9-3-84 16,9-12-71-16,10-16-299 15</inkml:trace>
  <inkml:trace contextRef="#ctx0" brushRef="#br0" timeOffset="110560.17">19109 7258 494 0,'0'0'85'0,"0"0"22"0,0 0 21 16,0 0-3-16,0 0-45 15,0 0-36-15,53 65-42 0,-40-42 2 16,-7 6 3-1,-6-5-13-15,0 8 7 0,0 0-2 16,0 0 0-16,0 4-9 16,0-11-14-16,-13-9-56 15,1-16-100-15,6 0-197 16</inkml:trace>
  <inkml:trace contextRef="#ctx0" brushRef="#br0" timeOffset="110843.32">19109 7258 710 0,'-167'-12'2'0,"167"12"-2"15,0 0-7-15,0 0 7 16,0 0 13-16,0 0 53 15,0 0 7-15,0 0-17 16,0 0 15-16,34 0-37 16,13 0-11-16,5-11-21 15,1-2-4-15,15-2-2 16,-9 2 3-16,-6 13-3 16,-13-4-70-16,-6 4-87 15,-12 0-86-15</inkml:trace>
  <inkml:trace contextRef="#ctx0" brushRef="#br0" timeOffset="111626.16">19457 7290 284 0,'0'0'5'0,"0"0"-1"16,0 0-8-16,0 0-16 15,0 0 20-15,0 0 37 16,-103 105 28-16,79-93-4 16,2-4 59-16,16-5-4 15,6-3-51-15,0 0-51 16,0 0-14-16,0-11-3 0,0-14-26 31,0-6 21-31,0 3 16 0,0-5 8 0,15 1 12 16,10 1-28-16,-3 6-1 15,3 5-19-15,-4 12 12 16,-8 8-38-16,8 0 2 16,4 0 44-16,-19 0 1 15,-6 8 21-15,16 0 3 16,-16-4-14-16,0 9-4 16,0 7-12-16,0-1 12 15,0 6 19-15,0 3 30 16,0 0 15-16,0-4 17 15,0-8-21-15,12-1-58 0,22-7-4 16,-15 1-10 0,3 7-2-16,-4-4 3 0,-11 4-23 15,-1 0 1-15,-6-12-10 16,15-4 36-16,-9 0-15 16,7 0-92-1,-1-9 37-15,-2-2 22 0,-10-1 48 16,0 8 16-16,0 4 72 15,0 0-64-15,0 0 17 16,0 0-41-16,0 0-5 16,12 0-1-16,-6-4 6 15,22-8 16-15,-3-9 35 0,9-10 18 16,6-1-46 0,-12-5-6-16,-3 13-9 0,-3-4-5 15,-4 12 3-15,4 1-10 16,-3-10 4-16,8 14-30 15,-2 3-7-15,-3 8-3 16,-10 0 16-16,4 0 20 16,-4 19 4-16,13 14 28 15,-9-2-28-15,-4 2-21 16,-12-2-53-16,0 2-11 16,0-9 37-16,0-1 40 15,0-2-21-15,0-5 12 16,0-4-28-16,-12-4-24 0,-16-8-119 15</inkml:trace>
  <inkml:trace contextRef="#ctx0" brushRef="#br0" timeOffset="111841.04">19891 7299 399 0,'0'0'725'0,"0"0"-713"0,0 0 41 0,0 0-26 0,0 0-12 0,0 0-11 0,0 0-8 0,105-28-1 0,-43 3-62 0,3 14-77 0,-24-2-112 0,5 6-116 0</inkml:trace>
  <inkml:trace contextRef="#ctx0" brushRef="#br0" timeOffset="112375.09">20371 7142 685 0,'0'0'310'16,"0"0"-221"-16,0 0-5 16,0 0-58-16,0 0-19 15,0 0 6-15,109 0-7 16,-62 0-6-16,-23 0-13 15,4 0-43-15,-15 0-38 16,-13 0-94-16,0 0 52 0,0 0 63 16,-13 0 9-1,-21 0 64-15,0 0 24 0,15 0 69 16,7 0 40 0,3 0-40-16,2 21-28 0,7 6-13 15,0-2-26-15,0 6-7 16,0 2-2-16,16 3-17 15,31 0 0-15,-13 0-11 16,-3-5 10-16,-10 2-24 16,-8-9 23-16,-13 0-3 15,0-3 5-15,-19-6 12 16,-55 6-1-16,-13-13-11 16,6-8-18-16,13 0 18 0,37 0-40 15,9-13-38 1,22-3-7-16,0-4-97 0,0 8-311 15</inkml:trace>
  <inkml:trace contextRef="#ctx0" brushRef="#br0" timeOffset="112625.07">20613 7567 569 0,'0'0'120'15,"0"0"-94"-15,0 0-6 0,0 0-3 16,0 0-9-16,0 0 18 0,127 28-24 16,-96-28-4-16,-3 0 0 15,13 0-24-15,-7 0 2 16,-9 0-70-16,-4 0-101 15,-15 0-120-15</inkml:trace>
  <inkml:trace contextRef="#ctx0" brushRef="#br0" timeOffset="112825.16">20613 7567 987 0,'0'-168'37'0,"0"168"69"16,0 0-4-16,25 0-81 16,3 0 6-16,25 0-20 15,9 0-7-15,-10 0-25 16,-11 0-55-16,-7 0-100 16,-16-4-217-16</inkml:trace>
  <inkml:trace contextRef="#ctx0" brushRef="#br0" timeOffset="113092.09">20967 7207 1074 0,'0'0'52'16,"0"0"-11"-16,0 0-1 16,0 0-10-16,0 0-17 0,0 0-10 15,313 0-3-15,-279 0-27 16,-12 0 2-16,-10 8-8 15,-6 4-16-15,-6 7 1 16,0 1 26-16,0 4-7 16,0 4 17-16,0-3-14 15,0-9-19-15,0-4-42 16,0-4 83-16,0 3-11 16,0-2-51-16,-12-5-35 15,-16-4-417-15</inkml:trace>
  <inkml:trace contextRef="#ctx0" brushRef="#br0" timeOffset="113491.12">20967 7207 542 0,'180'-89'694'15,"-180"89"-673"-15,0 0-1 16,15 0 15-16,38 9-32 15,12-6 7-15,9-3-8 16,1 8-2-16,-16-4-15 16,-19 4-4-16,0 0 11 15,-12 8-11-15,-9 0 12 0,9 1 7 16,-3 14-5-16,2-3 13 16,1-4-16-16,3 1-11 15,10-17 11-15,-7 0-19 16,-6-8 19-16,12 0 2 15,-9 0 10-15,-9 0-13 16,6 0-2-16,-16-13 11 16,7-23-32-16,-19 0 1 15,0-3-34-15,0 14-96 16,0 6 91-16,0 14 70 16,-41 5 20-16,-18 0 58 15,0 0-78-15,-9 0-1 16,16 16-42-16,11-8-76 15,20 4-300-15</inkml:trace>
  <inkml:trace contextRef="#ctx0" brushRef="#br0" timeOffset="113807.08">22117 7163 497 0,'0'0'265'0,"0"0"-17"0,0 0-92 0,0 0-88 0,0 0-30 16,0 0-25-16,-22 31-10 15,22-3-6-15,0-12-4 0,0 12 2 16,22-12-9-16,12 9 7 16,25-5 4-16,-12-1 3 15,-7-2-18 1,-21-5 15-16,-10-5 2 0,-9-2 2 15,0-2 6-15,0 6 11 16,0 7 22-16,0 12-37 16,-40 4 0-16,-7 0-3 15,7-8-22-15,6-12-73 16,12-12-437-16</inkml:trace>
  <inkml:trace contextRef="#ctx0" brushRef="#br0" timeOffset="157603.03">15159 9003 558 0,'0'0'55'16,"0"0"-13"-16,0 0 42 0,0 0-12 0,0 0-35 0,0 0-26 16,0 0-11-16,0 0-35 15,0-24 32-15,0 24 3 16,0 0 57-16,-15 0 8 16,15 0 5-16,0 0-40 15,0 0-13-15,0 0-15 16,0 0 8-16,0 0 11 15,0 0-11-15,0 0 4 0,0 0-7 16,0 0 0-16,0 0-6 16,0 0 2-16,0 0 3 15,0 0-6-15,0 0 0 16,0 0 3-16,0 0 6 16,0 0-9-16,0 0 14 15,0 0-8-15,0 0 23 16,0 0-28-16,0 0 12 15,0 0-6-15,0 0-6 16,0 0-1-16,0 0 0 16,0 0 1-16,0 0 9 15,0 0 8-15,0 0-13 16,0 0 22-16,0 0-22 0,0 0 13 16,0 0-8-16,-13 0-9 15,-27 0-1-15,-19 36 1 16,-15 13-4-16,-7 6 2 15,16 1-2-15,9 8 3 16,25 1-8-16,3 3 4 16,22 0 3-16,6-7 0 15,0-13-10-15,6-12 10 16,69-12-22-16,30-16 11 16,28-8 2-16,22 0 8 15,13-36-42-15,-16-16-74 16,-37-1-188-16</inkml:trace>
  <inkml:trace contextRef="#ctx0" brushRef="#br0" timeOffset="158419.89">15686 9039 201 0,'0'0'244'0,"0"0"-186"0,0 0 55 0,0 0 54 0,0 0-44 16,0 0-19-16,0-16-42 16,0 16 9-16,0 0-40 15,0 0-20-15,0 0 13 16,0 24-21-16,0 32 9 16,13 24 17-16,15 5 8 15,-10 3-26-15,4-4 11 16,3-16-15-16,3 5-4 15,-7-22-6-15,-2-7 6 0,-13-16-7 16,-6-3-34-16,0-12-19 16,0-13-131-16,0 0-254 15</inkml:trace>
  <inkml:trace contextRef="#ctx0" brushRef="#br0" timeOffset="159118.79">15618 9119 439 0,'0'0'152'0,"0"0"-138"0,0 0 102 0,0 0-22 0,0 0-20 15,0 0 2-15,270-48-54 16,-230 48-16-16,1 0-1 0,-17 0-8 16,-2 0 18-1,-10 16-12-15,-5 20 10 0,-7 0 20 16,6 0 2-16,-6-3-9 16,6-9-19-1,10-8-7-15,2-9-1 0,16 1-26 16,0 9 22-16,7-6 5 15,-10 6 4-15,3 2-1 16,-6-2 18-16,-22 7 4 16,-6 1-1-16,0 14 9 15,0 10-13-15,-40-1 13 16,-13-1-27-16,13-6 8 16,12-13-12-16,15-12-4 15,7-8-10-15,-22-8-44 16,3 0-40-16,-24 0-194 15</inkml:trace>
  <inkml:trace contextRef="#ctx0" brushRef="#br0" timeOffset="159869.15">14716 8710 221 0,'0'0'580'0,"0"0"-513"0,0 0 51 0,0 0 22 0,0 0-76 15,0 0-16-15,0 0-48 16,-40-8-10-16,102 8 6 16,43 0 4-16,28 0 32 15,16 0-27-15,3-12 13 16,-9 8-11-16,-16 0-6 16,-6 4 1-16,-22-4-4 15,-12 4-24-15,-28-4-37 16,-25 4-71-16,-28 0-258 0</inkml:trace>
  <inkml:trace contextRef="#ctx0" brushRef="#br0" timeOffset="160301.76">15680 8533 230 0,'0'0'511'16,"0"0"-487"-16,0 0 30 16,0 0 1-16,0 0 33 15,0 0-34-15,152 41-31 16,-112-21-3-16,-12 0-10 16,0 1 8-16,-3-2-17 15,-3 5 0-15,-4 8 2 16,-5 1 24-16,-13 11 15 15,0 4-32-15,0-4 30 0,0-8-32 16,-13-16-8-16,7-12-7 16,0-8-36-16,0 0-133 15,-10 0-292 1</inkml:trace>
  <inkml:trace contextRef="#ctx0" brushRef="#br0" timeOffset="168910.62">9497 8149 289 0,'0'0'45'0,"0"0"-33"0,0 0 38 15,0 0 37-15,0 0-19 16,0 0-15-16,0 0 17 15,-15 0 6-15,15 0 25 0,0 0 19 16,0 0-84-16,0 0-36 16,-6 0-8-16,-1 0 3 15,7 0 10-15,0 0-1 16,-12 0 3-16,12 0 7 16,0 0-10-16,0 0-4 15,0 0 0-15,0 0-4 16,0 0-2-16,0 0 1 15,0 0-9-15,0 0 23 16,0 0-9-16,0 0 4 16,0 0 3-16,0 0-6 15,0 0-1-15,0 0 0 0,-6 0-5 16,6 4-2-16,-6 4 14 16,-10-1-2-16,16 1 6 15,0-3 6-15,-6-1-16 16,6 0 2-16,0 0-6 15,0 0 6-15,0 0-7 16,0 4 4-16,0-4-4 16,0 0 4-16,0 0 5 15,0-4-4-15,0 0-1 16,0 0 3-16,0 0 0 16,0 0 1-16,0 0-2 0,0 0 23 15,0 0-11 1,0 0 19-16,0 0-25 15,0 0 2-15,0-8-10 16,0-8 0-16,0-5-1 0,0-2 5 16,0-1-9-16,0-1 11 15,0-3-14-15,0 1 13 16,0-1-10-16,0 0 5 16,0 0 0-16,0 3-2 15,6-7 5-15,-6 16-8 16,16-4 10-16,-10 0-6 15,-6-12 12-15,6 12-18 0,-6-12 8 16,0 0-2 0,0 4-8-16,0 0-10 0,0 7 12 15,0 9 2-15,0 1-6 16,0-2 22 0,0 1-20-16,0-4 14 0,0 0-10 15,0 1-4-15,0-2-6 16,0 5-4-16,12-3 4 15,-5 2 9-15,-1 1 12 16,-6-4-13-16,0 0 15 16,15-4-12-16,-15 0 7 15,0 4-6-15,0-1 3 16,0 9 0-16,0 5 4 16,0 3-4-16,0 0 41 15,0 0-14-15,0 0-12 0,0 0-12 16,0-4-5-16,0 0 2 15,0-4-11-15,0-1 6 16,0 6-26-16,0-2 29 16,0 5 4-16,0 0 2 15,0 0 20-15,0 0-5 16,0 0-19-16,0 0-3 16,19-8-8-16,-13 5-9 15,10-5 13-15,-16 4 14 16,0 4-5-16,0 0-2 15,0 0 18-15,12 0-18 16,7 0 0-16,2 0-2 16,7 0 2-16,-3 0 4 15,-9 0 2-15,2 0 1 16,-12 0-7-16,-6 0 22 0,7 0-19 16,-1 0 4-16,3 0-5 15,4-8-2-15,14 3 9 16,11-3-7-16,-10-4 4 15,-1 12-6-15,-8 0 1 16,3 0 6-16,-10 0-6 16,1 0 3-16,8 0-4 15,-15 0 0-15,13-8 0 16,3 5 5-16,-10 3-2 16,1 0-5-16,-4 0 8 15,3 0-12-15,-6 0 12 16,7 0-7-16,15 0 3 0,0 0-2 15,12-8 0-15,0 8 0 16,-9-13-2 0,3 13 4-16,-12-12-12 0,-9 12 20 15,5 0-22-15,-2 0 19 16,2 0-10-16,10 0 3 16,3-8-2-16,3 8 0 15,0 0 4-15,-6-3-7 16,-3 3 2-16,-19 0 0 15,4-8 5-15,-10 8-2 0,0 0 0 16,0 0 0 0,0 0 6-16,0 0-5 15,0 0-2-15,0 0 8 0,0 0-17 16,0 0 13-16,0 0-6 16,0 0 1-16,0 0 0 15,0 0-1-15,0 0 3 16,0 0 2-16,0 0 1 15,0 0 0-15,0 0 1 16,0 0-4-16,0 0 6 16,0 0-3-16,0 0-2 15,0 0-1-15,0 0 0 16,0 0 5-16,0 0-13 16,0 0 17-16,0 0-16 15,0 0 17-15,0 0-10 0,0 0 1 16,0 0-2-1,0 0-1-15,0 0 2 0,0 0-4 16,0 0 8-16,0 0-11 16,0 0 16-16,0 0-18 15,0 0 15-15,0 0-12 16,0 0 6-16,0 0 0 16,0 0-3-16,0 0 8 15,0 0-10-15,0 0 7 16,0 0-14-16,0 0 23 15,0 0-21-15,0 0 15 16,0 0-5-16,0 0 0 0,0 0-6 16,0 0 3-1,0 0 5-15,0 0-5 0,0 0 6 16,0 0-2 0,0 0 1-16,0 0 2 0,0 0 1 15,0 0-2-15,0 0-3 16,0 0 0-16,0 0-8 15,0 0 18-15,0 0-20 16,0 0 16-16,0 0-10 16,0 0 6-16,0 0-4 15,0 0 0-15,0 0 0 16,0 0 1-16,6 0 2 16,-6 0-1-16,0 0 6 15,0 0-6-15,0 0 4 16,12 0-8-16,1 0 4 0,2 0 0 15,-2 0 1-15,-1 0 1 16,3 0-4-16,-15 0 9 16,13 0-8-16,-13 0 2 15,0 0 4-15,0 0-2 16,12 0-1-16,-12 0-2 16,6 0 0-16,4 0-2 15,-10 0 9-15,0 0-1 16,0 0 1-16,12 0-7 15,-6 0 2-15,1 0-2 16,8 0 0-16,-3 0 1 16,-12 0-5-16,13 0 11 15,-13 0-12-15,12 0 13 0,4 0-12 16,-16 0 10 0,0 0-12-16,12 0 7 0,1 0-1 15,2 0 3-15,-3 0-2 16,7 0-1-16,3 0 5 15,-4 0-7-15,4 0 9 16,-3 0-14-16,2 0 12 16,-2 0-9-16,-3 0 4 15,-4 0 0-15,-12 0-2 16,19 0 8-16,-4 0-15 16,-3 0 18-16,1 0-15 15,9 0 12-15,-10 0-10 0,0 0 5 16,4 0-1-1,2 0 0-15,-5 0 0 0,2 0-2 16,-2 0 7-16,-7 0-12 16,9 0 18-16,-2 0-23 15,-13 0 19-15,0 0-10 16,0 0 4-16,0 0-1 16,0 0 5-16,0 0-1 15,18 0-8-15,-11 0 10 16,14 0-12-16,-14 0 12 15,-1 0-11-15,0 0 5 16,-6 0 0-16,0 0-3 16,0 0 8-16,0 0-10 15,0 0 13-15,0 0-12 16,0 0 12-16,0 0-16 0,0 0 7 16,0 0-3-16,0 0 2 15,0 0 1-15,0 0-8 16,0 0 16-16,0 0-13 15,0 0 12-15,0 0-12 16,0 0 12-16,0 0-6 16,0 0 3-16,0 0-2 15,0 0 4-15,0 0-3 16,0 0-4-16,0 0 6 16,0 0-6-16,0 0 6 0,0 0-2 15,0 0 2 1,0 0 4-16,0 0-3 0,0 0-3 15,0 0-2 1,0 0 2-16,0 0-7 0,0 0 13 16,0 0-15-1,0 0 12-15,0 0-5 0,0 0 0 16,15-5 0-16,-8-2-1 16,-7 7 1-16,6-8-1 15,6-5 9-15,4 1-12 16,-16 1 13-16,18-10-18 15,-11 1 11-15,-7 8-2 16,15-7 1-16,-15 14 0 16,12-7-1-16,-12 4 6 15,0-5-11-15,0 2 10 0,0-5-10 16,7 7 6-16,-1-2-2 16,-6-1-6-16,15-1 7 15,-8 2 0-15,-7-1 2 16,6-1-8-16,-6-2 14 15,0 2-15-15,18-3 13 16,-11-4-12-16,8-4-14 16,-2 1 6-16,-1-2-5 15,-3 9 6-15,-3 4 5 16,-6 4 16-16,0 0-13 16,0-4 15-16,0 4-14 15,7-8 4-15,-1-4 0 0,6-4 0 16,4-4-28-16,-10-5-13 15,6 14 4-15,-5 2 36 16,-7 2-11-16,6 11 12 16,-6-5 4-16,0-2-1 15,0 3-3-15,0-4 0 16,0-1 0-16,9 2 3 16,-3-9-6-16,0 7-21 15,-6 1 2-15,7 4 20 16,-7 8-4-16,0 0 12 15,0 0-4-15,0 0 26 16,0 0-19-16,0-3-9 16,0-5-7-16,0-9-12 15,6 6-33-15,0-2 24 16,-6 9 19-16,0 0 9 0,16 0 8 16,-10-7 8-16,6-6-16 15,1-7-13-15,2 8 6 16,-9-1 3-16,-6 17-5 15,6-3 18-15,-6 3 20 16,0 0 10-16,0 0-27 16,0 0-12-16,0 0 0 15,0 0 0-15,0 0 0 16,0 0 0-16,0 0-2 16,0 0-3-16,0 0 10 0,0 0 8 15,0 0 5 1,0 0-11-16,7 0-7 0,-7 0-2 15,6 0 0-15,-6-4-21 16,9 4 13-16,4-4 10 16,-13 4 10-16,6 0-8 15,-6 0 14-15,6 0-13 16,-6 0 0-16,22 0 0 16,-4 0 6-16,-5 0-3 15,2 0-6-15,10 0 9 16,-3 0-5-16,-4 0 2 15,-2 0 10-15,-4 0 9 0,1 0-13 16,2 0-7 0,10 0-5-16,-3 0 9 0,-4 0-18 15,23 0 14-15,-14 0-11 16,-2 0 4-16,-9 0 2 16,-4 0-1-16,7 0 2 15,-4 0 3-15,4 0-2 16,15 0 0-16,0 0 5 15,6 0-7-15,7 0 1 16,-7 0-2-16,1 0-2 16,-17 0 3-16,-2 0 0 15,-16 0 1-15,13 0-8 16,-4 0 14-16,-2 0-10 16,5 0 3-16,10 0 0 15,0 0 1-15,3 0 0 16,3 0-2-16,-6 0 1 15,-3 0-5-15,25 0 8 0,-26 0-14 16,17 0 14-16,-13-4-9 16,-10 4 0-16,4 0 3 15,-10 0 1-15,16-4 0 16,-3-4-1-16,22-1-1 16,-1-6-1-16,-6 7-9 15,-6 3 13-15,-12 2-15 16,-9 3 0-16,5 0-5 15,-2 0 16-15,2 0 5 16,10 0 0-16,-3 0-5 16,9-5 14-16,-12 2-11 15,-4 3 9-15,10-5-13 0,-9 5 11 16,-13 0-10 0,10 0 10-16,-4 0-3 0,-6 0 2 15,7 0 0-15,2 0 11 16,4 0-13-16,9 0 2 15,-4-3 5-15,-8 3-13 16,-10 0 4-16,0 0 0 16,1 0 0-16,-7 0 8 15,0 0 1-15,0 0-9 16,0 0 30-16,0 0-30 16,0 0 28-16,0 0-16 15,0 0 7-15,0 0-10 16,0 0-8-16,0 0-2 0,0 0-1 15,0 0-5-15,0 0-17 16,0 0-7-16,0 0-73 16,-13 0-158-16</inkml:trace>
  <inkml:trace contextRef="#ctx0" brushRef="#br1" timeOffset="180618.08">9609 8229 213 0,'0'0'8'0,"0"0"-8"0,0 0 0 0,0 0 34 0,0 0 50 16,0 0-47-16,0 0 74 16,0 0-53-16,0 0-7 15,0 0-2-15,0 0-5 16,0 0-43-16,0 0 17 0,0 0-15 16,0 0 7-16,0 0 26 15,0 0-7-15,-6 0 22 16,0 0 30-16,-1 0-25 15,1 0-56-15,0 0-13 16,-3 4-25-16,2 5 25 16,1-6 13-16,0 5 0 15,-6-4 3-15,5 0 8 16,-2 0 21-16,3-4-11 16,6 0 13-16,0 0-18 15,0 0-5-15,0 0 4 0,0 0-15 16,0 0-2-1,0 0-6-15,0 0 3 0,0 0 2 16,0 0-3-16,0 0 5 16,0 0 1-16,0 0-11 15,0 0 11-15,6 0-1 16,10 0 4-16,-4 0-2 16,-6 0 3-16,0 0 5 15,10 0-7-15,-4 0-2 16,7 0 7-16,9 0-9 15,0 0 5-15,-10 0 0 16,10 0 0-16,-3 0-1 0,-3 0 20 16,3 0-19-1,3 0 12-15,-16 0-14 0,3 0 4 16,10 0 6-16,-3-4-6 16,-3 4 9-16,21-8-13 15,-6 4 3-15,6-3 1 16,-6 2 3-16,-9 1-6 15,3 0 1-15,-15 4 0 16,8 0 6-16,4 0 2 16,-3 0-9-16,3 0 13 15,9-8-13-15,0 0 13 16,0-1-15-16,-16 6 8 16,4 3 0-16,-9 0 0 15,-13 0-5-15,18 0 0 16,-9 0 2-16,4 0 4 0,5 0-18 15,10 0 20-15,0 0-18 16,3 0 17-16,-3 0-13 16,0 0 5-16,-3 0-2 15,3 0 0-15,-16 0 0 16,4 0-2-16,2 0 10 16,4 0-7-16,-10 0 9 15,29 0-17-15,-16 0 11 16,21 0-5-16,-6 0 1 15,-6 0 0-15,-6 0-1 16,-3 0 2-16,-3 0-6 16,-3 0 11-16,2 0-11 15,4 0 14-15,3 0-16 16,0 0 9-16,18 0-2 0,-5 0 0 16,-10 0 2-16,24 0-5 15,-14 3 12-15,-1 2-15 16,13 3 15-16,-13-8-13 15,7 4 7-15,-7-4-3 16,0 0 0-16,1 0 2 16,-1 0-7-16,-15 4 13 15,9 0-14-15,0 0 14 16,-9 0-11-16,9 1 10 16,0-2-9-16,-6-3 2 15,12 0 0-15,-15 0-1 16,3 0 3-16,12 0-6 15,-15 0 12-15,3 0-17 0,0 0 17 16,-3 4-13-16,-4 0 10 16,4 0-5-16,-3 0 0 15,12-4 1-15,-3 0-3 16,3 0 6-16,6 4-9 16,1-4 10-16,-7 5-10 15,0-2 13-15,-3-3-9 16,3 5 2-16,0-2 0 15,13 1-1-15,-1-4 0 16,7 8 0-16,3-4 7 16,3 5-7-16,-1-6 7 15,4 2-10-15,-9-5 6 0,-6 3-6 16,-13-3 1-16,6 0 2 16,-6 0-3-16,-3 0 11 15,3 0-11-15,0 0 9 16,-15 0-8-16,15 0 8 15,-12 0-8-15,3 0 2 16,3 0 0-16,-10 0-1 16,-2 0 4-16,2 0-7 15,-5 0 11-15,2 0-14 16,-9 0 20-16,7 0-19 16,2 0 10-16,-9 0-8 15,-6 0 5-15,0 0-1 16,0 0 0-16,0 0 9 0,0 0-7 15,0 0 1-15,0 0-3 16,0 0 1-16,0 0-2 16,0 0 1-16,0 0 0 15,0 0-1-15,0 0 7 16,0 0-8-16,0 0 8 16,0 0-12-16,0 0 10 15,7 0-9-15,-1 0 7 16,0-8-2-16,-6 5 0 15,6 3 0-15,-6 0-2 0,0 0 9 16,0-5-11 0,0-3 13-16,6-4-18 0,10 1 9 15,-4 2-1-15,-5-3 1 16,-1 12 0-16,-6-4 0 16,0-4 5-16,0 0 0 15,0-8-3-15,9 0 3 16,-3-13-2-16,7-2-6 15,-1 3-6-15,-6-5 5 16,4 14 1-16,-4 7 6 16,-6-1-8-16,0 5 14 15,0-8-3-15,0-7 3 16,0 3-17-16,0-5 14 16,0-7-8-16,0 20 2 15,0-12 0-15,0 16 1 16,0-7 2-16,0-2 4 0,0 1-3 15,0-4-6-15,0-8 10 16,6 4-16-16,0-4 8 16,0 4 0-16,-6-9-1 15,0 18 1-15,16-9-4 16,-16-1 5-16,0 2-8 16,0-6 0-16,0 1 2 15,0 0-14-15,0 4 9 16,0 0 4-16,0 3 5 15,0 6 0-15,0-1 2 16,0 4-5-16,0 0 9 16,0-8-10-16,0 4 5 0,0-1-2 15,0-3-12-15,0 9 10 16,0-2 3-16,0-7 2 16,0 12-3-16,0-8 8 15,12-4-13-15,-12-8 17 16,0 12-17-16,6-4 11 15,-6 0-7-15,7 8 3 16,-1-4 0-16,-6 4-3 16,6 0 8-16,-6-4-12 15,0 0 14-15,0 4-14 16,0 0 7-16,0 4-2 16,0 0-1-16,0 3 2 15,0-3 0-15,0-3-5 16,0 2 5-16,0-7-30 15,0-4 27-15,0 4-9 0,0 4 4 16,0 1 14-16,0 3-5 16,0 0 0-16,0 3 0 15,0 1-4-15,0 1 7 16,0-5-10-16,0-5-4 16,0 1 1-16,0-4-5 15,0-4 13-15,0 4 2 16,-6 4 0-16,0 0-1 15,-1 5 3-15,7-6-4 16,0 5 7-16,0-4-12 16,0 4 15-16,-6 0-16 0,6 0 4 15,-12-4-2-15,12 4 1 16,0-4 4 0,-16 12-4-16,16 0 10 15,0-8-10-15,0 3 8 0,0-10-6 16,0 3-21-16,0-5 11 15,0 2-8-15,0 2 12 16,0 2 0-16,0 3 9 16,0-4-8-16,0-1 14 15,0 2-13-15,0-9 14 16,16 7-11-16,-16-7 5 16,18 1-1-16,-18 10 0 15,0 1 1-15,0 5 6 0,0-2-3 16,0-3-4-1,0 8 5-15,0 0-10 0,0 0 1 16,0 0 3-16,0-4-3 16,0-4 4-16,0 0-1 15,0-3 4-15,0 2-8 16,0 5 8-16,0 4-9 16,0 0 12-16,0 0-12 15,0 0 2-15,0-8-5 16,0-4-95-16,0 0-251 15</inkml:trace>
  <inkml:trace contextRef="#ctx0" brushRef="#br2" timeOffset="185712.7">9308 8032 117 0,'0'0'0'0,"0"0"-31"0,0 0-11 16,0 0 15-16,0 0 19 15</inkml:trace>
  <inkml:trace contextRef="#ctx0" brushRef="#br2" timeOffset="187544">9308 8032 45 0,'0'0'179'0,"0"0"-6"0,0 0-53 16,0 0-109-16,0 0-4 16,0 0-7-16,0 0-6 15,0 0 5-15,0 0 1 16,0 5-5-16,0 7 5 16,0-4 5-16,0-5-3 15,0 2 10-15,0-2-12 16,0 2-20-16,0 3 7 15,0-4 13-15,0 4 7 16,0-5-6-16,0 2 17 0,0-2-12 16,0-3-6-1,0 0 3-15,0 0-9 0,0 0 11 16,0 0-12-16,0 0-1 16,0 0 4-16,0 0 4 15,0 0-5-15,0 0 5 16,0 0 5-16,0 9 0 15,0-5-5-15,16-4-5 16,-16 0 2-16,0 0 3 16,0 0 8-16,0 0 2 15,6 0 0-15,0 0-7 16,-6 0 77-16,0 0-30 16,0 0 20-16,0-8-19 15,13-16-47-15,2-4-4 16,-3-5-31-16,-12 2 19 0,7 3 12 15,-7-9-5-15,0 5 10 16,0 8-17-16,6-8 24 16,9 0-17-16,-2 7 10 15,-1-2-10-15,10 2-21 16,-16-3-19-16,13 8 3 16,-13-4 30-16,-6-7 4 15,15 11-2-15,-15-13 6 16,0-3-4-16,0 0-55 15,0-4-112-15,0 8 113 16,0 4 40-16,0 7 44 16,0 6-17-16,0-6 24 0,0 2 9 15,0 2-37-15,0-3 24 16,0-12-25-16,0 12-11 16,0-16 10-16,0 8-47 15,0-4 35-15,0 0 13 16,0 12 11-16,0-9 32 15,0 2-23-15,0 3 14 16,0-8-34-16,19 4-51 16,-13 0-20-16,-6 3-12 15,0 6 19-15,0 2-24 16,0 1 88-16,0 0 133 16,0-7-7-16,-6 2-125 15,6-3-1-15,0 5 0 0,0-2 7 16,0 1 17-16,0 0-24 15,0 4 1-15,0-4 3 16,0 7 12-16,-6 2 40 16,-7-1 21-16,13-1-48 15,-15-2-20-15,9 2 57 16,6 2-53-16,0-9-13 16,0-1-2-16,0 6-24 15,0-6 1-15,0 1-3 16,0 1 11-16,-7-1-10 15,-5 7 27-15,12 9 93 16,0-4-49-16,0-3 41 16,0-6-63-16,0-7-22 15,0 8-8-15,0-4 4 16,0 0-27-16,0 7 29 0,0 6 4 16,0 7 0-16,0 0 7 15,0 0 12-15,0 0-3 16,0 0 0-16,0 0 28 15,0 0-6-15,0 0 10 16,0 0-37-16,0 0-13 16,0 0-13-16,0 0-46 15,0 0 50-15,0 7 9 16,0 14-12-16,0-6 26 16,0 2-16-16,0-1 2 0,0-4 0 15,0 0 3 1,0-3-1-16,-6 10 19 15,-16-7 0-15,22 12-18 0,-6-7 9 16,0-1 17-16,-7-1 3 16,13 6-6-16,0-6-21 15,0 6-5-15,0-1 0 16,0 4 6-16,0-4-12 16,0 0 12-16,-9-1-6 15,9-6 9-15,0-9-18 16,0 7-7-16,0-2-15 15,0-1 26-15,0 4 4 16,0 4-5-16,0-8 6 16,0 8 0-16,0-4 0 0,0 4-2 15,0 4 6-15,0-4-12 16,0 0 8-16,9 1-8 16,-9-1-7-16,13-1 14 15,-13 1-2-15,0 0 6 16,6-4-3-16,-6 4 0 15,6-3-2-15,-6 2-16 16,0 2 17-16,0-1-3 16,0 0 4-16,16-4 6 15,-16-1-6-15,12-2-2 16,-12 3-19-16,0 3 13 16,0 2 1-16,0-1-1 15,0 0 1-15,0 12 7 0,0-8 4 16,0-4-4-16,0 4-1 15,0-12-4-15,0-3-1 16,0 10-3-16,0-2-5 16,0 3-5-16,0 4 17 15,0-1 0-15,12 6 1 16,-5-9 1-16,-1 4-40 16,-6-4-28-16,0-1 9 15,0 2 52-15,0 7 7 16,0-4 4-16,0 4 20 15,0 1 5-15,0-10 11 16,0 6-30-16,0-2-10 0,0 1 4 16,0 5-8-1,0 3-2-15,0 3-3 16,0 6 18-16,-6-1-8 0,-13 4 8 16,7-16 45-16,-4-4-6 15,4-8-34-15,12-4-5 16,0-4-9-16,0-4-15 15,0 8-7-15,0 4 17 16,0 0-7-16,0 1-21 16,0 2-21-16,0-15-33 15,6 0-177-15</inkml:trace>
  <inkml:trace contextRef="#ctx0" brushRef="#br2" timeOffset="189826.27">9457 6260 119 0,'0'0'71'0,"0"0"-28"0,0 0 62 16,0 0-6-16,0 0-27 16,0 0-24-16,0 0-21 0,-12 0 22 15,12 0-18-15,0 0-11 16,0 0-19-16,0 0 2 16,0 0 13-16,0 0 6 15,0 0 47-15,0 0-15 16,0 0 11-16,0 0-33 15,0 0 6-15,0 0-36 16,6 0 15-16,19 0 15 16,9 0-26-16,-6 0 18 15,3 0-12-15,-3 0 7 16,0 0-14-16,-4 0-5 16,10 0 6-16,1-4 0 15,-8-5 1-15,20 1 7 0,-28 0-1 16,8 5-6-1,-2 3 10-15,9-4-14 0,-6 4 8 16,-3 0 1-16,9 0-22 16,6 0 18-16,7-4-8 15,0-5 0-15,8 6 0 16,-24 3-3-16,-3 0 12 16,-15 0-12-16,15 0 6 15,-10-5 0-15,10 5 5 16,6-3-13-16,6-5 6 15,1 4-1-15,5 0 0 16,-15 0 5-16,-3 4-12 16,-15 0 15-16,15 0-15 15,-10 0 12-15,-9 0-10 0,22 0 9 16,4 0-4 0,-8 0 0-16,14-5 0 0,5 5-2 15,-5 0 6-15,-7 0-4 16,-3 0 4-16,3 0-7 15,0 0 9-15,0 0-4 16,6 0-2-16,1 0 0 16,11 0-2-16,-5 0 8 15,-1-3-12-15,-5 3 13 16,-13-5-12-16,-10 5 11 16,-5 0-12-16,14 0 12 15,1 0-9-15,3 0 3 16,-3 0 0-16,0 0-1 0,-3 0 2 15,9 0-12 1,0 0 24-16,7 0-20 0,-10 0 11 16,-4 0-4-16,-5 0 0 15,3 0 2-15,3 0-5 16,6 0 7-16,-3 0-8 16,-3 0 11-16,12 8-17 15,1-3 20-15,-1-1-20 16,0 0 14-16,7-4-8 15,-7 0 3-15,-15 0-1 16,-10 0-2-16,-2 4 8 16,-7-4-6-16,0 3 7 0,16 2-1 15,-10-5 2 1,10 0-6-16,9 3 0 0,9-3 0 16,7 0 0-16,-7 0 1 15,-6 0-2-15,-6 5 6 16,-9-2-13-16,9 2 18 15,-10-5-18-15,16 4 11 16,-6-4-3-16,3 4 0 16,3-4 1-16,-6 4-6 15,-3-1 13-15,25-3-19 16,-26 8 23-16,11-8-16 16,-1 5 9-16,-3-5-10 15,24 0 5-15,-2 0-3 16,-6 0 3-16,-7 0-4 15,6 0-3-15,-24 0 13 0,-9 0-18 16,21 3 21-16,-16 2-19 16,10-1 11-16,-3-4-2 15,-3 0-3-15,3 0-4 16,2 0 6-16,8 0 4 16,-17 0-9-16,10 0 14 15,-16 4-14-15,4 4 5 16,-4-4 2-16,16-1 0 15,-3-3 0-15,15 0-1 16,1 0-11-16,-1 0-16 16,-12 0-14-16,3 0 31 0,-25 0 5 15,10 0 1-15,-16 0 10 16,0 0-2-16,0 0-2 16,0 0 6-16,0 0-13 15,6 0 13-15,6 0-13 16,-6 0 16-16,4 0-8 15,-4 0 0-15,-6 0 27 16,0 0-3-16,0 0-17 16,0 0-9-16,0 0 0 15,6 0 0-15,0-3-87 16,-6-5-120-16,0-9-479 16</inkml:trace>
  <inkml:trace contextRef="#ctx0" brushRef="#br0" timeOffset="198185.94">1048 6003 195 0,'0'0'71'0,"0"0"3"0,0 0-29 15,0 0 20-15,0 0 3 16,0 0-39-16,0 0 34 15,99 25 33-15,-99-25 38 16,0 0-42-16,0 0-53 16,0 0-23-16,0 0-1 15,0 0-3-15,0 0-8 0,0 0 38 16,0 0-13-16,0 0 46 16,0 0-37-16,0 0-1 15,0 0-28-15,0 0 10 16,0 0-4-16,16 7-4 15,-16-7 1-15,0 0-12 16,0 0 25-16,0 0-15 16,0 4 20-16,0 0-16 15,-16 9 4-15,-24 6-18 16,-19 6-5-16,19 11 5 16,6 3-7-16,15 14 0 15,19 7 6-15,0-4-10 16,0 8 13-16,0 0-5 0,40-12 3 15,1-11-8-15,18-18-14 16,9-15-8-16,9-8-2 16,32 0-24-16,-10-39-11 15,-12-5-141-15,-25-9-445 16</inkml:trace>
  <inkml:trace contextRef="#ctx0" brushRef="#br0" timeOffset="198719.12">1910 5799 119 0,'0'0'656'0,"0"0"-649"0,0 0 6 15,0 0 57-15,0 0 10 16,0 0-5-16,53 155-8 15,34-74-16-15,-7-8-2 16,-5-9-46-16,-41-5 8 0,-3-15-6 16,-3-11-5-1,0-5 0-15,-16-12-1 0,-12-12-3 16,0 0-71-16,0-4-47 16,0 0-63-16,0-16-91 15</inkml:trace>
  <inkml:trace contextRef="#ctx0" brushRef="#br0" timeOffset="199217.96">1789 5859 700 0,'0'0'64'16,"0"0"53"-16,0 0 52 15,0 0-143-15,0 0-16 16,0 0-7-16,75-77 6 16,11 61 25-16,1 1-5 15,-19 15-5-15,-9 0-19 16,-31 0 14-16,-9 0-19 15,2 0 6-15,-8 15-4 16,-13 10-4-16,6 11-3 16,-6 4 5-16,0 4-2 0,12-1 6 15,10-10-8-15,-3-5-8 16,21-15 9-16,13 2-30 16,-7-11 24-16,10 0-17 15,-22 4 13-15,-21 5 8 16,-7 7-4-16,-6 3 8 15,0 14 1-15,0 3 26 16,-47 4-14-16,-5 12 22 16,-23 4-31-16,-12-4 4 15,-52 8-6-15,-4-4-1 16,10-11-10-16,34-17-68 16,52-24-78-16,35-8-238 15</inkml:trace>
  <inkml:trace contextRef="#ctx0" brushRef="#br0" timeOffset="199536.08">3048 6164 953 0,'0'0'91'0,"0"0"-87"0,0 0 0 0,0 0-1 0,0 0-6 15,0 0 2-15,0 8 1 16,0-8 9-16,0 0 2 15,0 0 10-15,0 0-13 16,0 0-16-16,0 0-24 16,0-13-277-16</inkml:trace>
  <inkml:trace contextRef="#ctx0" brushRef="#br0" timeOffset="199717.78">3141 5727 1241 0,'0'0'28'0,"0"0"11"15,0 0-16-15,0 0-23 16,0 0-63-16,0 0 28 16,99-45-99-16,-99 34-495 15</inkml:trace>
  <inkml:trace contextRef="#ctx0" brushRef="#br0" timeOffset="203681.08">1591 7479 249 0,'0'0'299'0,"0"0"-262"0,0 0 11 0,0 0 29 0,0 0 4 16,0 0-18-16,0 0 7 16,18-12-29-16,-18 12-22 15,0 0-5-15,0-4 42 16,0 4-8-16,0 0-8 16,0 0 2-16,0 0-18 15,0 0 6-15,0 0-26 16,0-9 35-16,0 6-37 15,-6-1 5-15,-22 0-7 16,10 4-2-16,-10 0-1 16,3 0-4-16,-9 0 6 0,-7 24-4 15,1 16-2 1,0 0 14-16,6 0-3 0,21-12-2 16,1-7-4-16,12-6-8 15,0-7 2-15,0 8 5 16,18 1-9-16,29-6 10 15,21 10 4-15,19-1-2 16,0-12 1-16,12-8-2 16,-6 0-39-16,40-5-62 15,1-34-61-15,-20-10-233 16</inkml:trace>
  <inkml:trace contextRef="#ctx0" brushRef="#br0" timeOffset="204564.08">2366 7331 561 0,'0'0'149'0,"0"0"-99"0,0 0-21 0,0 0 17 16,0 0-16-16,0 0 10 15,0-4 30-15,0 4-26 16,0 0 1-16,0 0-29 16,0 11 44-16,0 18-20 15,0 15-23-15,12-4-13 0,7 8 1 16,3-4-5-16,2-4 2 15,-2-3-4-15,-10-10 6 16,4-2-10-16,-4-17-19 16,-5 0-6-16,-7-4-36 15,0-4-116-15,0 0-150 16</inkml:trace>
  <inkml:trace contextRef="#ctx0" brushRef="#br0" timeOffset="205080.2">2170 7387 568 0,'0'0'185'0,"0"0"-180"0,0 0 1 0,0 0-10 16,0 0 9-16,0 0 29 16,301-72-12-16,-233 67-3 15,-21 2-2-15,-7 3-3 16,1 0 16-16,-10 0-7 16,-10 0-23-16,-8 0-6 15,-7 8 2-15,3 4-34 16,-9-1 37-16,0 10-5 15,0 7 6-15,0 12 46 0,-34 8 51 16,-40 5-77 0,15-6-12-16,18-2-8 0,7-14-27 15,28-10-4-15,0-10-118 16,-3-2 16-16,9-1-35 16,-13 0-172-16</inkml:trace>
  <inkml:trace contextRef="#ctx0" brushRef="#br0" timeOffset="205679.57">3054 7174 475 0,'0'0'0'0,"0"0"-4"0,0 0-3 0,0 0 7 0,0 0 35 16,0 0 50-16,0 84 20 0,0-52-34 16,0 9 22-1,0-9-14-15,0 0-43 16,0 0-26-16,13-8-8 0,-7 12-1 15,0-3 4 1,-6-6-4-16,0 1-1 0,15-16-9 16,-8-4-80-16,-7 0 16 15,12-8-69-15,-12 0-119 16</inkml:trace>
  <inkml:trace contextRef="#ctx0" brushRef="#br0" timeOffset="206216.69">2794 7290 411 0,'0'0'209'0,"0"0"-209"0,0 0-20 0,0 0 20 0,0 0 25 0,0 0 29 0,214-63-45 16,-190 63 23-16,-2 0 12 15,-3 0 48-15,-7 0 17 16,10 0-48-16,-10 11-43 16,10 2-12-16,-3-6-6 15,15 6-19-15,-22-5 4 16,16 3-11-16,-22 6 23 15,7 11-24-15,-13 16 27 16,0 8 41-16,0 0-9 16,-47 4-7-16,7-12-17 0,-1-12 0 15,1-8-1 1,3-4 0-16,-3 1-7 0,-10-9-2 16,31-1-48-16,-15 2-126 15,-6-5-201-15</inkml:trace>
  <inkml:trace contextRef="#ctx0" brushRef="#br0" timeOffset="207328.69">3736 7194 201 0,'0'0'109'0,"0"0"-103"0,0 0 30 0,0 0 56 0,0 0-28 0,0 0-16 16,0 0 14-1,0 0-1-15,0 0 38 0,0 0 26 16,0 0-5-16,0 0-70 15,0 0-29-15,-9 0 5 16,-16 0-20 0,-9-4 0-16,0 4-6 0,0 0 15 15,-3 0-7-15,9 0 8 16,-19 0 2-16,7 17-17 16,-7 3-2-16,1 4-2 15,18 4 0-15,0-8-29 16,28-1 32-16,0 1-5 15,0 1 5-15,0-1-5 16,56-4 0-16,25 0 2 16,12-9-10-16,12-7 7 15,10 0-9-15,-10 0 1 16,-9-19-109-16,-24-1-87 0,-26 0-33 16</inkml:trace>
  <inkml:trace contextRef="#ctx0" brushRef="#br0" timeOffset="208726.78">4443 7058 387 0,'0'0'258'15,"0"0"-228"-15,0 0 38 0,0 0 8 0,0 0-53 0,0 0 51 16,34 113-21-16,-21-90 6 16,-7 5-47-16,0-12 15 15,-6-8-2-15,0 4-23 16,0-12-4-16,0 8-9 16,0-8-13-16,0 5-135 15,0-5-113-15,0 0-354 16</inkml:trace>
  <inkml:trace contextRef="#ctx0" brushRef="#br0" timeOffset="208976.21">4443 7058 296 0</inkml:trace>
  <inkml:trace contextRef="#ctx0" brushRef="#br0" timeOffset="209176.08">4443 7058 296 0,'-167'8'325'0,"201"-8"-325"0,6-5-34 16,19-14 71-16,3-5 3 16,-3 20 31-16,0 4 25 15,-3 0-47-15,-3 0-34 16,-13 11-15-16,0 6-11 16,-15-1-21-16,-10-8 5 15,-15 20-3-15,0-4 27 16,0 8 3-16,0 8 21 15,-27-3 0-15,-20 2-21 16,1-3-4-16,-35-11-119 16,22-1-21-16,-15-12-75 15,15 4 90-15,3 0 36 0</inkml:trace>
  <inkml:trace contextRef="#ctx0" brushRef="#br0" timeOffset="209709.86">5079 7066 141 0,'0'0'375'0,"0"0"-366"0,0 0 37 0,0 0 5 0,0 0-47 16,74 192 11-16,-67-171-15 15,-1-10-55-15,-6-11-1 16,0 0 45-16,0 0-3 16,0 0-71-16,0-8-179 15</inkml:trace>
  <inkml:trace contextRef="#ctx0" brushRef="#br0" timeOffset="210076.12">5079 7066 249 0,'-81'-85'267'0,"81"82"-265"16,0-5 3-16,34 4 0 16,-9 4 39-16,16 0 10 15,5 0-6-15,1 0-11 0,2 0 13 16,-18 0-28 0,3 0-14-16,-6 0 9 0,-15 0-16 15,-13 0 6-15,0 4-4 16,0 12 19-16,0 8 3 15,0 0 44-15,-13 20 3 16,-49 5-49-16,3-5-2 16,13-8-21-16,-1-5 0 15,13-3-24-15,16-12-89 16,2-8-95-16,10-8-223 16</inkml:trace>
  <inkml:trace contextRef="#ctx0" brushRef="#br1" timeOffset="-201969.36">1389 8406 124 0,'0'0'215'0,"0"0"-104"15,0 0-23-15,0 0 24 0,0 0-13 16,0 0 2-16,0 0-75 16,0 0-18-16,0-5 1 15,0 5 6-15,0-4 45 16,0 4-48-16,0 0-1 16,0-3-8-16,0 3 10 15,0-5-12-15,0 5 4 0,0 0 1 16,0 0 6-1,0 0 10-15,0 0-10 0,0 0 18 16,0 0-13-16,0 0 16 16,0 0-25-16,0 0-1 15,0 0-5-15,0 0-1 16,0 17-2-16,0 15 2 16,0 8 7-16,0 4-3 15,0 0 8-15,0-4-12 16,0-4-1-16,0-7 0 15,0-6-26-15,0 1-32 0,0-7-28 16,0-6-92 0,0-11-108-16</inkml:trace>
  <inkml:trace contextRef="#ctx0" brushRef="#br1" timeOffset="-201436.16">1281 8506 67 0,'0'0'309'0,"0"0"-224"0,0 0 9 0,0 0-53 0,0 0-34 15,0 0-5-15,241-73 9 16,-206 70 27-16,-11 3-8 0,4 0 30 16,-22 0-24-1,7 0-6-15,9 3-29 0,-16 9-1 16,0 4 0 0,-6 9-9-16,0-1 7 0,0 16 2 15,-12 4 0-15,-29 0 31 16,-5 8 28-16,-1-7-33 15,7-9-15-15,18-5-8 16,10-7-3-16,-1-15 0 16,1-1-22-16,-3-8-20 15,-10 0-85-15,-16 0-242 16</inkml:trace>
  <inkml:trace contextRef="#ctx0" brushRef="#br1" timeOffset="-200868.53">2211 8381 125 0,'0'0'221'0,"0"0"-218"0,0 0 22 0,0 0 83 0,0 0-59 0,0 0-28 15,-19 0 18-15,19 0-3 16,0 0 20-16,0 8 39 16,0 12-11-16,0 4-13 15,0 4-45-15,0-3-24 16,0-1 6-16,0 4-16 16,0-8 6-16,-15 4 0 15,15-4-1-15,-7-8-35 16,1-4-48-16,6-8 1 15,0 0-6-15,0 0-218 16</inkml:trace>
  <inkml:trace contextRef="#ctx0" brushRef="#br1" timeOffset="-200627.65">2211 8381 162 0</inkml:trace>
  <inkml:trace contextRef="#ctx0" brushRef="#br1" timeOffset="-200368.96">2211 8381 162 0,'-75'-59'110'0,"137"59"-31"0,-3 0 41 0,3 0-26 16,-3 0-90-16,-25 0-2 16,7 0-4-16,-10 0-1 15,-16 0 3-15,4 11 9 16,-19 9 12-16,0 0 60 15,0 8-32-15,0 1 9 0,0-1-33 16,0-5 12 0,-34 2-33-16,9 2 15 0,-15 6 13 15,-13-2 58-15,19 2-32 16,-13 0-30-16,7-14-28 16,12 1 0-16,16-12-3 15,5-8-23-15,7 0-26 16,0 0-98-16,0 0-125 15</inkml:trace>
  <inkml:trace contextRef="#ctx0" brushRef="#br1" timeOffset="-199803.98">2766 8297 542 0,'0'0'69'0,"0"0"-59"0,0 0-10 0,0 48 20 0,0-28-16 15,0 4 6-15,0 1 11 0,0 3 38 16,0-4-20-16,0-4 8 15,0-4-45-15,6-4-2 16,-6-8-22-16,0 3-15 16,6-7-29-16,0 5-67 15,-6-2-30-15,0-3-7 16,0 0-50-16</inkml:trace>
  <inkml:trace contextRef="#ctx0" brushRef="#br1" timeOffset="-199607.11">2766 8297 721 0</inkml:trace>
  <inkml:trace contextRef="#ctx0" brushRef="#br1" timeOffset="-199320.59">2766 8297 721 0,'-87'-12'93'0,"87"12"-66"0,0 0 54 16,40 0-47-16,-12 0-23 16,19-4-11-16,-16-4 0 15,3 8-3-15,-6-3-3 0,-16 3 12 16,1 0 4-16,-13 0-2 15,0 0 6-15,21 0 0 16,-8 0-14-16,-1 0 0 16,-3 8 0-16,4-1-3 15,-1 5 3-15,-6 0-6 16,-6 12 12-16,0 4-2 16,0 12 14-16,-6 1 9 15,-40-2-20-15,-1-2-3 16,7-9 5-16,15-13-8 15,-3-2 4-15,16-9-1 16,-4-4-8-16,-2 0-12 16,5 0-67-16,-15 0-47 15,22-12-67-15,0-4-235 16</inkml:trace>
  <inkml:trace contextRef="#ctx0" brushRef="#br1" timeOffset="-198769.74">3361 8204 397 0,'0'0'277'0,"0"0"-262"0,0 0 30 0,0 0 18 0,0 0-34 0,-12 66 15 15,12-43 13-15,0 1-28 16,0 4-23-16,0-3-1 16,0-6-2-16,0 6 1 15,0-1 1-15,0-4-4 16,0-4 7-16,0-4-8 16,0-12-56-16,0 0-77 15,0 0-150-15,0 0-101 16</inkml:trace>
  <inkml:trace contextRef="#ctx0" brushRef="#br1" timeOffset="-198512.65">3361 8204 272 0</inkml:trace>
  <inkml:trace contextRef="#ctx0" brushRef="#br1" timeOffset="-198253.5">3361 8204 272 0,'-93'-67'204'0,"93"54"-152"0,0 6-5 16,0-1 187-16,13 3-147 15,5 5-35-15,16 0 8 16,7 0-28-16,5 0-18 0,7 0-12 16,3 9 0-1,-10-1-2-15,-12 3-9 0,7 6 8 16,-10-1-20-16,-4 0 4 15,-14 0-22-15,-7 4 22 16,-6 0 9-16,0 4 8 16,0 8 20-16,-31 4-3 15,-15-7-11-15,-17-1-6 16,5-5-13-16,-17-2-24 16,7 2 21-16,15-6 3 15,1-1-37-15,24-8-20 16,15-8-182-16</inkml:trace>
  <inkml:trace contextRef="#ctx0" brushRef="#br1" timeOffset="-192377.08">4496 8101 517 0,'0'0'55'0,"0"0"-5"0,0 0 13 0,0 0-15 0,0 0-13 16,0 0 2-16,0 0 4 16,0 0-17-16,0 0 62 15,0 0-1-15,0 0-11 16,0 0-23-16,0 0-31 16,0 0-5-16,-6 0-10 15,0 0-2-15,6 0 10 16,-7 0-12-16,-5 0-1 15,-4 0 0-15,-2-8 8 16,-10 0-7-16,-6 4 4 0,3-4 6 16,-9 8-9-1,-1 0-1-15,-5 0 5 0,5 0-6 16,1 0-1-16,0 0 0 16,-1 12 1-16,1 4 0 15,6-4-9-15,9-1 5 16,10 5 4-16,2 1-9 15,1 11 12-15,-10 4-8 16,22-4 5-16,0 0 0 16,0-4-3-16,13-7-10 15,21-9 11-15,6-1-31 16,7-7-16-16,-1 0-2 16,10 0 51-16,-10 0-23 15,1 0-8-15,-7 0-61 0,-9 0-68 16,-3 0-105-16</inkml:trace>
  <inkml:trace contextRef="#ctx0" brushRef="#br1" timeOffset="-191543.12">5045 8016 490 0,'0'0'97'0,"0"0"-86"0,0 0 25 0,0 0-31 0,0 0 1 0,0 0 21 0,-53 0 14 0,47 0-9 0,0 0 81 16,-16 0 17-16,3 0-64 15,-9 0-66-15,1 0 0 16,2 0-2-16,3 0 4 16,-3 5-4-16,4 11-1 15,8 4-3-15,-9 8 6 16,-9 4-5-16,16 4 6 16,3 0-5-16,12-8 8 15,0-3-8-15,0-14 2 0,0 1-9 16,40-7 8-1,19-5-22-15,9 0 20 0,-3 0 6 16,9 0-1-16,-5 0 0 16,-10 0 1-16,-13 0-4 15,-12 0-8-15,-6 0-109 16,-9 0-76-16,-7 0-102 16</inkml:trace>
  <inkml:trace contextRef="#ctx0" brushRef="#br2" timeOffset="-183268.36">1795 9396 367 0,'0'0'114'0,"0"0"-78"0,0 0 44 0,0 0-8 16,0 0-19-16,0 0-7 0,0 0 23 16,0 0-23-16,0 0 57 15,0 0-30-15,0 0-15 16,0 0-43-16,0 0-11 15,-6 0-4-15,-6-4 9 16,5 0-5-16,1 4 5 16,-15 0 25-16,-4-8-29 15,-3 8 18-15,-12 0-17 16,-1 0 6-16,7 0-11 16,0 0 4-16,3 0-10 15,-3 0 3-15,12 24-2 16,10 8 1-16,12 0-2 0,0 1 3 15,0-2 2 1,0-11-7-16,0 4 6 0,0-7-2 16,12-6-1-1,16 2 4-15,6-13-21 0,0 7 21 16,13-7-44-16,-7 0-13 16,31 0-7-16,-2 0-77 15,18-23-43-15,-1-13-255 16</inkml:trace>
  <inkml:trace contextRef="#ctx0" brushRef="#br2" timeOffset="-182485.55">2437 9260 212 0,'0'0'86'0,"0"0"-21"0,0 0 14 0,0 0 9 15,0 0-22-15,0 0 22 16,0 0-8-16,0 0 1 15,0 0 28-15,-12 4-58 16,-7-4-31-16,-9 0-9 16,-6 4-12-16,16 3 4 15,-10-2 7-15,15 7 2 16,-2 0-10-16,-4 8 10 16,-9 3-10-16,3 18 18 15,4-1-19-15,2-3-2 16,4-6 0-16,15-3-1 15,0-8 2-15,0 4-9 0,0-7 6 16,0 2-2-16,34 6 2 16,28-9 6-1,-3-8-14-15,0-8-5 0,21 0-10 16,-18-8 13-16,-3-25 5 16,-6 2 8-16,-19 2-4 15,-6 17 1-15,-22 4-16 16,13 0-10-16,-4-8-83 15,-3-7-37-15,1-10-172 16</inkml:trace>
  <inkml:trace contextRef="#ctx0" brushRef="#br2" timeOffset="-180486.37">3113 9164 485 0,'0'0'60'0,"0"0"-60"0,0 0 3 16,0 0-3-16,0 0 52 16,0 0 36-16,0 55 5 15,12-14 33-15,4-1-58 16,3 4-36-16,2 0-21 0,-8 0-9 16,-1-8 3-1,-12-3-10-15,0-10 5 0,0-3-37 16,0-15-56-16,16-2 18 15,-16-3-54-15,0 0-288 16</inkml:trace>
  <inkml:trace contextRef="#ctx0" brushRef="#br2" timeOffset="-180036.5">3119 9180 351 0,'0'0'188'0,"0"0"-186"15,0 0 12-15,0 0 25 16,0 0 23-16,0 0-28 16,149-5-28-16,-102 5 2 15,-7 0-6-15,-15 0-4 0,3 8 4 16,-22 9 4-16,-6 2-5 16,0 1 36-16,0-7-13 15,6 3-22-15,-6-1 4 16,0 2 15-16,0-1 47 15,-12 15-27-15,-29 2 21 16,-11 8-29-16,-23 14-7 16,22-2-26-16,-9-9-2 15,22-13-4-15,22-18-42 16,18-6-80-16,0-7-54 16,0 0-118-16</inkml:trace>
  <inkml:trace contextRef="#ctx0" brushRef="#br2" timeOffset="-179621.36">3743 9195 619 0,'0'0'158'0,"0"0"-158"0,0 0 0 0,0 0 5 0,0 0 19 15,0 0 45-15,-75 218 35 16,75-191-94-16,0-15-10 16,0-4 0-16,0-8-23 0,0 0-100 15,0 0 33 1,0 0-13-16,0 0-75 0,0-16-35 15</inkml:trace>
  <inkml:trace contextRef="#ctx0" brushRef="#br2" timeOffset="-179271.92">3743 9195 282 0,'-180'-36'166'16,"180"36"-158"-16,0 0 66 16,31-3-35-16,-3 3 13 15,18 0 3-15,-12 0-21 0,13 0-10 16,-7 0 28 0,0 0-40-16,-6 0-10 0,-15 0 23 15,0 11-11-15,-4 2 3 16,-9-5-17-16,1-4 12 15,-7-1-6-15,0 5-6 16,0 8 83-16,0 17-17 16,-7-2-25-16,-27 18-31 15,-6-5 4-15,15-16-9 16,3-11-10-16,10-6 1 16,6-11-45-16,-3 0-98 15,9 0-45-15,0 0-245 16</inkml:trace>
  <inkml:trace contextRef="#ctx0" brushRef="#br2" timeOffset="-178903.88">4310 9095 590 0,'0'0'82'15,"0"0"-26"-15,0 0-8 0,0 0-33 0,0 0-4 16,0 0-5-16,6 229 17 16,-6-193 13-16,0-4 19 15,0-16-34-15,0-11-21 16,0-5-80-16,0 0-49 16,0 0-56-16,0-13-246 15</inkml:trace>
  <inkml:trace contextRef="#ctx0" brushRef="#br2" timeOffset="-178539.07">4310 9095 319 0,'-47'5'117'15,"47"-18"-109"-15,35 1-8 16,5-7 31-16,6 6 25 16,-5 9-8-16,-10 4-7 15,-10 0-20-15,-2 0 4 0,-4 0 3 16,-2 0 14 0,-7 12-41-16,0-4 5 0,0 0-11 15,-6 4 12-15,0 4 0 16,0 12 27-16,0 16 50 15,-6 0-13-15,-34 5-28 16,0-9-39-16,9-8-1 16,-10-8-3-16,1-8-4 15,0-8-17-15,-1 4-48 16,-5 0-52-16,12-3-49 16,15-1 22-16,10-8-27 15</inkml:trace>
  <inkml:trace contextRef="#ctx0" brushRef="#br2" timeOffset="-178121.13">4918 9031 592 0,'0'0'241'0,"0"0"-239"0,0 0 63 0,0 0 18 15,0 0-76-15,0 0 13 16,21 208-18-16,-8-187-4 16,-7-6-13-16,-6-7 7 15,0 5-46-15,0-5-74 16,0-4-36-16,0-4-18 0</inkml:trace>
  <inkml:trace contextRef="#ctx0" brushRef="#br2" timeOffset="-177789.68">4918 9031 554 0,'-100'-36'29'15,"100"16"-27"-15,7-1-2 16,27 6 24-16,6 2 8 16,0 5-30-16,1 8 5 15,-10 0-1-15,15 0-7 0,-5 0 2 16,-1 0 5-16,0 0-6 16,-12 0-10-16,-22 13 10 15,7 3 14-15,-13 8 45 16,0 4 4-16,0 4-16 15,0 4-13-15,-34 5 27 16,-13-5-33-16,7 3-25 16,-7 6 2-16,7-1 7 15,9-5 11-15,3-10-23 16,9-9-26-16,-2-8-132 16,8-8-107-16</inkml:trace>
  <inkml:trace contextRef="#ctx0" brushRef="#br0" timeOffset="-168430.76">1718 10431 81 0,'0'0'190'0,"0"0"-51"0,0 0-12 0,0 0-67 0,0 0-39 15,0 0-18-15,0 0 3 16,0-24 7-16,0 24 2 16,0 0 55-16,0 0-6 15,0 0-21-15,0 0-38 0,0 0 6 16,0 0-7 0,0 0 0-16,0 0-2 0,0-4 19 15,0 0 32-15,6 4-18 16,0-4 13-16,0 4-35 15,-6 0 26-15,0 0-22 16,0 0 15-16,0 0-32 16,0 0-1-16,0 12-8 15,0 16 9-15,0 8 5 16,0 4-1-16,0 13-1 16,-6-2 3-16,-28 9-4 15,6-7 5-15,10-6-6 0,-10-11-1 16,21-7 0-1,7-17-2-15,0-9-12 0,0-3-1 16,0 0-20-16,7 0 32 16,33-3 6-16,0-13 1 15,7 4-4-15,-7 4 2 16,-12 3-6-16,-3 5 10 16,24 0-11-16,-18-3 11 15,10 3-12-15,-7-4-2 16,-22 4 4-16,4-4-47 15,-16 0 8-15,12 0 5 16,-12-5 15-16,6 6 22 16,1-10 1-16,-7 13-12 15,0-12 22-15,0 1-14 16,0-5 4-16,15 7-29 0,-9 1 3 16,-6 8 15-16,0 0 8 15,0 0 6-15,0 0 12 16,0 17-5-16,0 15 54 15,0 0-20-15,0 0-25 16,0-4-15-16,0-12-4 16,0 16 1-16,0-11-1 15,0-2-7-15,0-7-98 16,0-7-13-16,0-5-168 16</inkml:trace>
  <inkml:trace contextRef="#ctx0" brushRef="#br0" timeOffset="-167946.32">2344 10535 374 0,'0'0'400'0,"0"0"-349"0,0 0-5 15,0 0 3-15,0 0-31 16,0 0-10-16,13 120 0 16,-4-87-6-16,-9-2 2 15,0 2 1-15,0-10 34 16,0-2-30-16,0-9-9 15,0 4-12-15,0-12-28 0,0 4-25 16,0-8-121-16,0 0 11 16,0 0-28-16,0-8-61 15</inkml:trace>
  <inkml:trace contextRef="#ctx0" brushRef="#br0" timeOffset="-167565.54">2344 10535 459 0,'-180'36'0'0,"180"-43"-1"16,0-6 1-16,0-3 38 15,0 4-37-15,13 0 46 16,2 0-21-16,4 8 21 15,2-4 0-15,10 8 35 16,4 0-18-16,-1 0-44 16,12 0-8-16,1 0-11 15,-7 16-2-15,7 0-15 16,-13 0 7-16,0 8-17 16,-3 0 19-16,-16 8-4 15,4 4 11-15,-7 1 24 16,-12 3 21-16,0 7 35 15,-31 2-13-15,-43-5-11 16,-1-4-28-16,4-8 25 0,9-4-45 16,3-3-8-16,6 3-28 15,-9-9-112-15,-3-7-137 16</inkml:trace>
  <inkml:trace contextRef="#ctx0" brushRef="#br0" timeOffset="-165250.74">3008 10395 386 0,'0'0'255'0,"0"0"-246"0,0 0 7 0,0 0-1 0,0 0 7 16,0 0 17-16,93-49 24 16,-59 38 11-16,-3-6-46 15,-3 14 18-15,-16 3-34 16,4 0-12-16,-16 0-55 16,0 20 24-16,0 19 31 15,0 18 6-15,-35 19-3 16,-11 0-3-16,-10 5 10 0,3-9 1 15,19-25 37-15,3-14-17 16,31-30-17-16,0-3-14 16,0 0-22-16,65-11 20 15,16-33 2-15,12-9 8 16,-6 1-8-16,0 4 10 16,-7 20-1-16,-27 12-18 15,-19 13-13-15,-18 3-96 16,-4 0-76-16,-12 0-63 15</inkml:trace>
  <inkml:trace contextRef="#ctx0" brushRef="#br0" timeOffset="-164616.39">4028 10251 532 0,'0'0'122'0,"0"0"-64"0,0 0 13 0,0 0 2 0,0 0-68 0,0 0 35 0,-65-5-16 0,18 13-24 0,-15 28 8 0,-3 12 20 16,3 4 29 0,22 5-8-16,15 3 1 0,25-8-25 15,0-11 7-15,0-5-26 16,46-13-6-16,29-18-9 16,18-5 1-16,0 0-3 15,6-13 8-15,3-23-1 16,-9 8-43-16,-12-8-34 15,-28 8-153-15,-25 4-223 16</inkml:trace>
  <inkml:trace contextRef="#ctx0" brushRef="#br0" timeOffset="-154458.71">1082 10371 192 0,'0'0'27'0,"0"0"12"0,0 0 109 0,0 0-10 16,0 0-19-16,0 0-66 16,0 0-22-16,0 11-28 15,0-11 22-15,0 0-1 0,0 0 20 16,0 0-26-1,0 0 25-15,0 0 17 0,0 0-29 16,0 0-8-16,6 8-19 16,1 5-1-16,14 7 1 15,4 4 10-15,-3 8-12 16,3 8 6-16,-4 0 2 16,-8 9-6-16,-1 7 8 15,-6 8-8-15,4 4 0 16,2 4-4-16,-12-8 0 15,12-3-17-15,-5-17 17 16,2-21-4-16,9-7-4 16,-11-7 7-16,14-9-13 0,-8 0 3 15,15 0-28 1,3 8 37-16,15 0-5 0,10 3 7 16,9 1 0-16,22 1 14 15,40-2-5-15,16 6-6 16,2-6-6-16,-5 2 12 15,-31 2-20-15,-16-7 20 16,-7 5-18-16,7-9 10 16,-18-4-2-16,12 0-2 15,-1 0 3-15,1 0-4 16,-12 0 13-16,24 0-11 16,0 8 8-16,10-8-7 0,2 8 2 15,-2-5-2 1,-10-3-4-16,-12 0 5 0,-13 0 0 15,-6-3-4-15,-2-21-7 16,-8-8 20-16,4 16-18 16,-9 0 9-16,-6 4-2 15,-1 4 4-15,1-5-2 16,15 6 0-16,3-9-25 16,-3-12-22-16,-9-5-21 15,-13 5 13-15,-12 9-4 16,-10 2 50-16,-11 9 9 15,-7 8 31-15,6-4 34 16,0-11-34-16,10-6-28 16,-4-11 3-16,22-12-12 15,-22-12-3-15,23-12-24 16,-23-1-44-16,-12 10 60 0,0 18 17 16,0 10 45-16,0 14 64 15,0 1-9-15,0 4-30 16,-12-4-33-16,-7-8-6 15,-9-16-31-15,-6-9-41 16,0-3-19-16,-31 4-42 16,-10 12 87-16,-24 4 15 15,-3 8 29-15,-4 8 43 16,-2-4-23-16,-4 0-43 16,-21 4-12-16,-10 4 3 15,-3 0-3-15,-9 12-24 0,10 0 30 16,5 0 13-1,-2 12-4-15,-4 32-9 0,0 8-22 16,3-4-5-16,23-16-15 16,48-24-467-16</inkml:trace>
  <inkml:trace contextRef="#ctx0" brushRef="#br0" timeOffset="-149713.96">14610 11405 354 0,'0'0'496'0,"0"0"-476"0,0 0-11 0,0 0 29 16,0 245-12-16,7-188-9 16,14-6 10-16,-14-7-10 15,5-3 25-15,-6-17-9 16,-6-9-18-16,0-7-8 15,6 0-14-15,-6-8-36 16,0 0-88-16,0 0-73 16,0 0-147-16</inkml:trace>
  <inkml:trace contextRef="#ctx0" brushRef="#br0" timeOffset="-149330.84">14130 11586 422 0,'0'0'202'0,"0"0"-166"16,0 0 97-16,0 0 9 15,0 0-54-15,0 0-57 0,220-133-9 16,-155 110-21-1,-25 10 0-15,1 13 0 0,-13 0 2 16,6 0-3-16,6 0 6 16,0 13 43-1,-2 7-44-15,2-4-3 0,-18-1-2 16,-10-7-3-16,-6 8-12 16,-6 12 15-16,0 8 18 15,0 30 12-15,-53-3 7 16,-5 1-34-16,2 0 10 15,9-16-13-15,16-7-11 16,9-9-18-16,4-8-40 16,2-16-77-16,4-8-171 15,0 0-237-15</inkml:trace>
  <inkml:trace contextRef="#ctx0" brushRef="#br0" timeOffset="-148779.49">15159 11389 227 0,'0'0'348'0,"0"0"-334"0,0 0 9 0,0 0 56 0,0 0 71 0,0 0-27 0,93 153-69 16,-74-109-40-16,-13-8 5 16,10-12-19-16,-16-4-1 15,0-12-5-15,6 0-9 16,-6-4-54-16,0 0-35 16,0-4-8-16,0 0-171 15</inkml:trace>
  <inkml:trace contextRef="#ctx0" brushRef="#br0" timeOffset="-148415.24">14970 11433 283 0,'0'0'274'0,"0"0"-274"15,0 0 0-15,0 0 21 16,0 0 20-16,0 0 52 16,121-96 20-16,-81 88-52 0,7 8 43 15,-1 0-70 1,1 0-6-16,-1 0-28 0,4 0 0 16,-4 0-1-16,1 4 1 15,-16 13-2-15,-3-2-20 16,-6 9 18-16,-16 4 4 15,-6 5 14-15,0 3-2 16,0 11 31-16,-40 10-3 16,-23-1 10-16,11-4-32 15,5-12-2-15,13-7-16 16,16-22-2-16,2 1-33 16,-3-8-85-16,-15 0-224 15</inkml:trace>
  <inkml:trace contextRef="#ctx0" brushRef="#br0" timeOffset="-147827.3">15786 11237 742 0,'0'0'13'0,"0"0"21"16,0 0 30-16,0 0-12 0,0 0-2 0,0 0 46 0,80 113-43 0,-58-66-25 0,-10-2 3 15,-6-1-22-15,1-16-9 16,-7 0-4-16,0-4 4 15,0-12-33-15,0-8 9 16,0-4-107-16,0 0-171 16,-13-16-142-16</inkml:trace>
  <inkml:trace contextRef="#ctx0" brushRef="#br0" timeOffset="-147499.46">15786 11237 543 0,'-128'0'146'16,"163"-8"-143"-16,17 4-3 16,16-9 30-16,13 13 26 15,0 0-12-15,-1 0 8 16,-8 0-48-16,-10 0-3 0,-10 0-2 15,-24 0 2-15,-9 0-2 16,-13 0-8-16,-6 17 9 16,0 15 12-16,0 8 63 15,-53 24-40-15,-15 8-19 16,-12 5-6-16,-7-9-1 16,9-15-9-16,4-2 0 15,27-23-32-15,7-7-53 16,40-18-6-16,0-3-88 15,0 0-338-15</inkml:trace>
  <inkml:trace contextRef="#ctx0" brushRef="#br0" timeOffset="-146881.88">16582 11157 295 0,'0'0'269'0,"0"0"-195"0,0 0 50 0,0 0-34 0,0 0 41 0,0 0-37 0,75 116-39 0,-50-75-43 15,9-13-9-15,-6 8 0 16,-10-9 2-16,-12-2-5 16,-6-2-13-16,0-2-7 15,0-6-33-15,0-2-142 16,0-10-169-16</inkml:trace>
  <inkml:trace contextRef="#ctx0" brushRef="#br0" timeOffset="-146530.44">16514 11124 302 0,'0'0'49'0,"0"0"61"0,0 0-23 15,0 0-42-15,0 0-33 16,0 0 46-16,335-84 37 16,-282 84-9-16,3 0-15 15,-4 8-7-15,1 4-6 16,0 9-45-16,-19-6-11 15,-12-2 5-15,-10 2-14 16,-12 26 15-16,0 15 1 16,-40 16 59-16,-47 16-29 15,-12-8-11-15,3-11-27 16,9-17-1-16,15-20-71 16,4-16-72-16,3-11-433 15</inkml:trace>
  <inkml:trace contextRef="#ctx0" brushRef="#br0" timeOffset="-144733.84">17913 10928 28 0,'0'0'410'0,"0"0"-333"0,0 0 62 0,0 0-8 16,0 0-45-16,0 0 1 16,0 0-27-16,-261 48-38 15,215-36-19-15,-1 4 24 16,-2 1-18-16,2 10 18 15,1 6 3-15,-1 10 20 16,-6 6-48-16,-6 7 2 0,4 0-2 16,14-16 2-1,10-7-8-15,22-10 5 0,9-3-5 16,0 1-5-16,9-6 2 16,50-2-5-16,22-10 9 15,24-3 2-15,16 0-16 16,6-11-45-16,-6-30-54 15,-28-2-155-15,-25 14-270 16</inkml:trace>
  <inkml:trace contextRef="#ctx0" brushRef="#br0" timeOffset="-144067.69">18539 10900 575 0,'0'0'84'16,"0"0"-61"-16,0 0 2 0,0 0 33 0,0 0-49 16,0 0 28-16,-214 152-9 15,168-111 4-15,-1 6 21 16,28-2 41-16,7-1-36 16,12 5-32-16,0-10 14 15,0 9-22-15,25-8-2 16,21-12-9-16,23-8-14 15,5-7 14-15,-3-13-14 16,22 0 10-16,10 0-3 0,2-24 0 16,10-13-4-1,-16-10-12-15,3 3-91 0,-37-5-206 16</inkml:trace>
  <inkml:trace contextRef="#ctx0" brushRef="#br0" timeOffset="-140038.02">22192 10483 655 0,'0'0'2'0,"0"0"2"0,0 0 12 0,0 0 62 0,0 0-16 16,-16 220-5-16,16-159-21 15,16-1 7-15,-4 12-1 0,-6 12 14 16,0 9-10 0,7-1-16-16,-13-9 3 0,9-6-30 15,-3-24 0-15,0-14-1 16,-6-14-2-16,0-14 5 15,0-3 8-15,7-8-5 16,-7 0 0-16,0 0 19 16,0-8-27-16,0-40 16 15,0-7-15-15,0-22 6 16,-28-11-7-16,3-4-1 16,-3-8-1-16,22-13-10 15,6 0 11-15,0 1-30 16,0 0 18-16,0 16-13 15,22 8-12-15,-4 11-5 16,-5 13 43-16,2 20-3 0,4 8-21 16,-7 12 21-16,16 16-5 15,12 8 0-15,1 0 16 16,11 0-14-16,10 0 6 16,3 32-11-16,-6-4-67 15,16 5-14-15,-23-6 13 16,-11 1 10-16,-19 12 49 15,-22 4 20-15,0 8 15 16,-22 5 80-16,-59 15 60 16,-12 1-118-16,-6-10-28 0,0-2-6 15,12-13 2 1,19-12-10-16,9-8-7 0,12-4-23 16,13-8-71-16,12 8-108 15</inkml:trace>
  <inkml:trace contextRef="#ctx0" brushRef="#br0" timeOffset="-137789.79">23286 11016 9 0,'0'0'243'0,"0"0"-225"0,0 0-18 0,0 0 0 15,0 0 34-15,0 0 9 16,0 0 35-16,0-4-19 15,0 4-24-15,0 0-17 16,0 0 41-16,0 0 28 16,0 0-35-16,0 0-11 15,0 0 10-15,0 0 6 0,0 0 4 16,0 0 5-16,0 0-37 16,0-4 8-16,0 4-30 15,0 0 16-15,0 0-17 16,0 0 6-16,0 0-2 15,0 0 1-15,0 0 22 16,-6 0-10-16,-6 0 2 16,-29 0-24-16,-15 0-1 15,4 4 5-15,-1 24-10 16,0 5 3-16,7-2 2 16,5 5 6-16,7-3-6 15,13 6 0-15,8 10 12 16,13 4-24-16,0-9 18 15,0 3-13-15,0-10-2 16,34-1 9-16,13 0-2 0,6-4 2 16,-1-9-7-16,4 5 13 15,-3-15-15-15,-19-5-5 16,-9-8 3-16,-4 0-16 16,-2 0 21-16,3 0 1 15,-10-28 5-15,-12 7 0 16,0 6-1-16,0 3-7 15,0 8 15-15,0 4-14 16,-40 0-5-16,-41 0 8 16,-6 0-31-16,-6 12-1 0,7 16 9 15,27-1 27 1,18-6-8-16,26-1 4 0,15-8-17 16,0-8-298-16</inkml:trace>
  <inkml:trace contextRef="#ctx0" brushRef="#br0" timeOffset="-131357.71">23044 9236 304 0,'0'0'359'0,"0"0"-319"0,0 0 43 0,0 0-7 0,0 0-4 16,0 0-36-16,0 0-12 16,16 0-10-16,-16 0 10 0,0 0 55 15,0 0-7 1,0 0-27-16,-22 8-45 0,-9 20 16 16,3 0-14-16,0 0 8 15,3-9-5-15,4 2-1 16,8-1-4-16,1 5 2 15,-10-6 0-15,16 1 5 16,-6 13-11-16,12-10 12 16,0 1-16-16,0-4 7 15,0-7-6-15,0-10-18 16,18 2-4-16,23-2 24 16,-14-3 5-16,4 5-3 15,-9-1 12-15,6-1-12 16,-9 2 10-16,-1 3-9 15,16-5 8-15,0 2-12 0,-15-2 5 16,3-3-11-16,-4 0-1 16,4 0-5-16,-16 0 4 15,-6 0-7-15,0 0 21 16,0 0-6-16,0 0 5 16,0 0 0-16,0 0 1 15,0 0 8-15,0 0 2 16,0 0 32-16,0 0-19 15,0 0-8-15,0 0-8 16,0 0-14-16,0 5-2 16,0 10 9-16,0 10 1 15,0-1 9-15,0 12 13 0,0-8-23 16,0-4 11 0,0 4-9-16,0-8-1 15,0-4 3-15,0 9-8 0,0-10-14 16,0-2-3-16,13-10-66 15,8-3-183-15,-21 0-259 16</inkml:trace>
  <inkml:trace contextRef="#ctx0" brushRef="#br0" timeOffset="-129763.98">23599 9661 234 0,'0'0'0'0,"0"0"-3"0,0 0-17 0,0 0-40 15,0 0 36-15,0 0 24 0,0 0 137 16,0-4 62 0,0 4-97-16,0 0 33 0,0 0-50 15,0 0-12 1,0 0 20-16,0 0-27 0,0 0-38 15,0 0-27-15,0 0 11 16,0 0-7-16,0 24 13 16,0 7 15-16,0 10 25 15,0 7-38-15,-6 4-10 16,-13 1-10-16,4-14-1 16,15-15-10-16,0-7-97 15,0-17-144-15,0 0-325 16</inkml:trace>
  <inkml:trace contextRef="#ctx0" brushRef="#br0" timeOffset="-129030.75">24002 9336 482 0,'0'0'140'0,"0"0"-76"0,0 0 35 0,0 0-36 15,0 0-17-15,0 0-33 16,-6-4 19-16,6-4-14 15,19-5 33-15,9-2-18 16,3 2 4-16,-3 5-16 16,-1 8-17-16,-8 0-4 15,-13 0-8-15,-6 8 2 0,0 33 6 16,0 7-2 0,0 8 8-16,-31 1-7 0,-9-10 6 15,6 2-5 1,28-13 1-16,6-8 3 0,0-5-8 15,0-10 13-15,18-1-21 16,29-12 17-16,33 0-9 16,1 0 8-16,-7-4-2 15,-2-4-2-15,-10 3 1 16,-16 2-2-16,-12 3 1 16,-9 0-16-16,-25 0-185 15,0 0-142-15</inkml:trace>
  <inkml:trace contextRef="#ctx0" brushRef="#br0" timeOffset="-126897.9">24663 11618 3 0,'0'0'636'0,"0"0"-514"0,0 0-25 0,0 0 20 0,0 0-67 15,0 0-9-15,0 0 7 16,22 0 38-16,9 0-52 15,9 0 12-15,6 0-26 16,10 0-10-16,3 0-4 16,0 0-5-16,9 0-2 15,-9 0-1-15,-3 0-2 0,-10 0-20 16,-5 0 0-16,-16-13-33 16,-10-6-62-16,-15-6-130 15,0-6-76-15</inkml:trace>
  <inkml:trace contextRef="#ctx0" brushRef="#br0" timeOffset="-126482.67">24843 11269 524 0,'0'0'140'0,"0"0"-38"0,0 0 138 15,0 0-114-15,0 0-60 0,403-48-37 0,-304 31-28 16,-12-2-1-16,-28-1-108 15,-25 3-156-15,-34 9-589 16</inkml:trace>
  <inkml:trace contextRef="#ctx0" brushRef="#br0" timeOffset="-124618.55">27370 10719 289 0,'0'0'322'0,"0"0"-245"0,0 0 7 0,0 0-21 16,0 0-22-16,0 0-27 15,0 0 42-15,6-16-22 16,-6 16-9-16,0 0-6 15,0 0 20-15,0 0 1 16,0 0-24-16,0 0-2 16,0 0-11-16,0 0 31 15,0 0-15-15,0 0-2 0,0 0-8 16,0 0 22-16,0 0-15 16,0 0-2-16,0 0-9 15,0 0-5-15,-12 0-4 16,-23 0-7-16,-11 16 8 15,6 32-4 1,-13 29 4-16,0 3 6 0,7 4 1 16,5-7-2-16,20-5-2 15,8-8 0-15,13-12-1 16,0-8-7-16,13-3 4 16,49-2 0-16,-3-3-16 15,21-3 20-15,13-13 0 0,-12-4-3 16,6-13-7-1,-19-3 10-15,-3 0-11 0,-12-27 22 16,-19-14-17-16,-6 5 12 16,-28 0-12-16,0 8-4 15,0 5 6-15,-28 10 1 16,-25 5-6-16,-9 8 8 16,-3 0 1-16,-16 40-5 15,7 5 11-15,3 7-13 16,24-1-3-16,13-7-85 15,6-11-192-15,28-13-159 16</inkml:trace>
  <inkml:trace contextRef="#ctx0" brushRef="#br0" timeOffset="-123967.23">28381 10483 402 0,'0'0'163'0,"0"0"-156"0,0 0-2 16,0 0 14-16,0 0 7 16,0 0-14-16,6 0 55 15,12 20 85-15,4 12-68 16,3 4-15-16,-3 8-34 16,5 13 2-16,-14 7-32 15,5 8 12-15,-2 5-17 0,-4-5-1 16,7-8 0-1,-4 0-26-15,4-25-34 0,-13-2-177 16,-6-17-155-16</inkml:trace>
  <inkml:trace contextRef="#ctx0" brushRef="#br0" timeOffset="-123551.42">28889 11546 656 0,'0'0'122'0,"0"0"-41"0,0 0 28 0,0 0-85 16,0 0-24-16,0 0 0 15,0 4 19-15,0-4-18 16,0 0 24-16,0-4-22 0,0 0 23 16,0-5-26-1,-15 6 0-15,8-5-39 0,1-9-41 16,6 9-162-16,0-11-357 16</inkml:trace>
  <inkml:trace contextRef="#ctx0" brushRef="#br0" timeOffset="-122802.79">26870 11995 198 0,'0'0'224'0,"0"0"-207"0,0 0 59 0,0 0 65 16,0 0-46-16,0 0-10 16,0 0-53-16,13 0-29 0,61 0 51 15,19 0 24 1,41 0-3-16,27-16-25 0,31-1-10 15,16-6-14-15,12-1-8 16,22 12-15-16,-3-1 8 16,-10 13-11-1,-37 0-21-15,-37 0-85 0,-55 13-158 16</inkml:trace>
  <inkml:trace contextRef="#ctx0" brushRef="#br0" timeOffset="-121637.03">27004 12504 126 0,'0'0'121'0,"0"0"-33"0,0 0 49 0,0 0-53 0,0 0 36 0,0 0-35 16,0-40-46-16,12 33 4 15,-12-2 7-15,0 9 44 16,13 0-44-16,-13 0-8 0,0 0-28 16,0 0 43-16,0 16-53 15,0 21 18-15,0 2-20 16,0 9 9-16,-13-7-11 15,-15 3 2-15,16-8-9 0,-7-12 14 16,10-9-11 0,9-6 7-16,0-9-6 15,0 0-10-15,0 0 1 0,56 0-27 16,15 0 39-16,4 0 0 16,-1-4 3-16,-3-1-3 15,-9 5-14-15,-21 0 13 16,-17 0-22-16,-8 0 16 15,-16 0-14-15,0 0 21 16,0 0 0-16,12-8-14 16,-12-3 0-16,0-1-29 15,7-4 1-15,-7-4-11 16,6 7 27-16,9-7 26 16,-9 1-8-16,1-6-27 15,-1 9 5-15,-6 12 8 16,0 4 7-16,0 0 15 0,0 0 55 15,0 17 50-15,0 27-48 16,-6 12 18-16,-13 8-44 16,-15 0-11-16,12 1 31 15,-3-1-29-15,4 3-14 16,8-6 0-16,1-6-16 16,12-14 2-16,0-16-81 15,0-25-211-15,12 0-381 16</inkml:trace>
  <inkml:trace contextRef="#ctx0" brushRef="#br0" timeOffset="-119654.72">27810 12440 385 0,'0'0'151'0,"0"0"-61"0,0 0 58 0,0 0-19 16,0 0-9-16,0 0-90 15,-6 0-9-15,6 0 4 16,0 8 7-16,0 8-3 15,0 8-29-15,0 4 26 16,0 0-26-16,0 12 4 16,0 0 2-16,0 4-12 0,0 5-15 15,0-9-17-15,0 12-20 16,6-16-147-16,22-3-46 16,-6-25-247-16</inkml:trace>
  <inkml:trace contextRef="#ctx0" brushRef="#br0" timeOffset="-119285.73">27810 13387 1093 0,'0'0'129'15,"0"0"-87"-15,0 0 6 0,0 0-16 0,0 0-32 16,0 0-36-16,34 3-10 0,-28-3-90 16,-6-8-199-16,0-7-403 15</inkml:trace>
  <inkml:trace contextRef="#ctx0" brushRef="#br0" timeOffset="-117823.74">28452 12457 669 0,'0'0'192'0,"0"0"-184"0,0 0 23 0,0 0 4 16,0 0-6-16,0 0 13 15,121-17 7-15,-59 5-38 16,-3 5-4-16,0 2 12 16,3 1-3-16,-16 4-16 15,-12 0 3-15,-9 0-6 0,-25 0-28 16,0 20 13-1,0 24 17-15,-40 9-5 0,-32 19 3 16,-2-5 2-16,6-2-2 16,15-9 6-16,28-16 20 15,16-8-20-15,9-7 5 16,0-17-6-16,22-5-4 16,37-3-18-16,15 0 16 15,7-16 4-15,-1-7 0 16,-15 2 0-16,-12 5 9 15,-13 9-11-15,-6-2 9 16,-12 5-14-16,-3 0-7 16,2 0-98-16,-21 0-117 15,0 4-262-15</inkml:trace>
  <inkml:trace contextRef="#ctx0" brushRef="#br0" timeOffset="-117390.6">29308 12291 754 0,'0'0'45'0,"0"0"16"0,0 0 51 0,0 0-43 0,0 0-41 0,0 0 6 16,86 233 1-16,-64-176-10 15,-9-6-4-15,-1 6-16 0,-3-9-5 16,-9-1-2-16,0-2-23 16,0-5-60-16,0-8-56 15,0-8-134-15,0-12-308 16</inkml:trace>
  <inkml:trace contextRef="#ctx0" brushRef="#br0" timeOffset="-117158.49">29441 13254 568 0,'0'0'232'0,"0"0"-148"0,0 0 42 15,0 0-92-15,0 0-27 16,0 0-5-16,22 0-4 16,-22 0-93-16,0 0-240 15</inkml:trace>
  <inkml:trace contextRef="#ctx0" brushRef="#br0" timeOffset="-112428.39">29549 12324 544 0,'0'0'126'0,"0"0"-96"15,0 0 63-15,0 0-18 0,0 0-18 16,0 0 20-16,0 0-37 16,0 0 9-16,0 0 1 15,0 0 1-15,0 0-39 16,0 0 12-16,0 0-7 16,0 0 8-16,19 0-10 15,15 0-13-15,0 0 8 16,0 0 1-16,7 0-11 15,-10 0 3-15,9 0-6 16,-6 0-2-16,-6 0 0 16,-16 0-24-16,-5 0-33 15,-1 0-41-15,-6-5-158 16,0-3-241-16</inkml:trace>
  <inkml:trace contextRef="#ctx0" brushRef="#br0" timeOffset="-112135.43">29549 12324 152 0</inkml:trace>
  <inkml:trace contextRef="#ctx0" brushRef="#br0" timeOffset="-111990.08">29549 12324 152 0,'140'-253'542'0,"-118"253"-529"0,3 0 104 0,9 0 112 0,12 0-190 16,-12 0 24-16,0 0-33 16,-15 0-25-16,3 0-5 15,-10 0-1-15,7 0-54 16,-4-12-153-16,-2 4-143 16</inkml:trace>
  <inkml:trace contextRef="#ctx0" brushRef="#br0" timeOffset="-70980.89">25605 14979 612 0,'0'0'294'0,"0"0"-267"0,0 0 84 0,0 0-23 15,0 0-71 1,341 0 13-16,-282 0-29 0,-3 0 11 16,-31 0-11-16,-9 0 4 15,-4 0-2-15,-12 0 6 16,0 0-9-16,0 0-7 15,0 0-46-15,-12-12-159 16,-44-12-257-16</inkml:trace>
  <inkml:trace contextRef="#ctx0" brushRef="#br0" timeOffset="-70780.67">25491 14662 1081 0,'0'0'136'16,"0"0"-125"-16,0 0 41 15,0 0-5-15,0 0-42 16,0 0-5-16,356-8-20 16,-297-13-76-16,-31 2-263 15</inkml:trace>
  <inkml:trace contextRef="#ctx0" brushRef="#br0" timeOffset="-69997.24">27050 13932 163 0,'0'0'497'0,"0"0"-497"0,0 0 30 0,0 0 115 0,0 0-20 15,0 0-39-15,-229 112-18 16,216-63 0-16,-5 11-54 16,2 12 15-16,10 4-17 15,6 0-7-15,0-3-5 16,0-9-5-16,34-9-3 16,13 2-9-16,6-17 12 15,2-8-36-15,-2-20 12 16,-6-4-5-16,-13-8 22 15,-3 0-29-15,-3-8 14 16,-16-20-4-16,3-13-49 0,-15 10 5 16,0 7 56-16,-27 7 19 15,-32 17 5-15,-16 0 67 16,-5 17 50-16,-7 15-97 16,6 8 10-16,22 4-13 15,13 0-22-15,24-8-5 16,16-3-13-16,6-18-200 15,0-15-189-15</inkml:trace>
  <inkml:trace contextRef="#ctx0" brushRef="#br0" timeOffset="-69747.78">27438 14605 469 0,'0'0'93'0,"0"0"-9"0,0 0-45 16,0 0-39-16,0 0-54 15,0 0-220-15</inkml:trace>
  <inkml:trace contextRef="#ctx0" brushRef="#br0" timeOffset="-69098.79">28145 14084 681 0,'0'0'129'0,"0"0"-95"0,0 0 97 0,0 0-67 16,0 0-55-16,0 0-2 15,-53 156 0-15,53-131 4 16,47-1-11-16,5 4 3 15,17-8 6-15,5 4-8 16,4 1 12-16,-4-2-13 16,-12-2 3-16,-9-1-3 15,-19-4-2-15,-22-1 1 0,-12 9-5 16,0 1 6 0,-34 14 19-16,-47 2 30 0,1-10-44 15,-7-6-3 1,41-21-2-16,-1-4-17 0,22 0 0 15,-3-29-49-15,0-7-194 16,10 0-74-16</inkml:trace>
  <inkml:trace contextRef="#ctx0" brushRef="#br0" timeOffset="-68847.06">28412 14093 146 0,'0'0'253'0,"0"0"-224"16,0 0 120-16,0 0 7 16,0 0-9-16,0 0 11 15,350-69-46-15,-310 69-31 16,-15 0-49-16,-3 0-10 15,-4 0-22-15,4 0-22 16,-10 0-101-16,-12 0-334 16</inkml:trace>
  <inkml:trace contextRef="#ctx0" brushRef="#br0" timeOffset="-68449.11">28994 14466 716 0,'0'0'338'0,"0"0"-328"0,0 0 40 0,0 0-4 0,0 0-21 0,0 0-22 0,0 0-2 0,0 0-1 16,0 0-15-16,0 0-45 15,0 0-137-15,-6 0-464 0</inkml:trace>
  <inkml:trace contextRef="#ctx0" brushRef="#br0" timeOffset="-67432.89">29717 13844 585 0,'0'0'118'15,"0"0"-110"-15,0 0 95 0,0 0 3 0,0 0-52 16,0 0 2-16,0 36-18 0,0-12 45 16,-12-4-48-16,-23 13 1 15,-11-6-30-15,-1 5-6 16,7 0 0-16,0 0-3 16,12-8 3-16,9 1-1 15,10-1 0-15,9 4-34 16,0 3 26-16,0-6-9 15,34 3 17-15,34-9-47 16,-9-6 4-16,3-5-17 0,-9-8-37 16,-7 0 70-1,-18 0 28-15,-9 0 4 0,-7 0 17 16,-5 0 37-16,8 0-28 16,-9 0-1-16,0-4-23 15,7-8-3 1,2 0-3-16,-2-4-14 0,-1 8-11 15,4-5-28-15,-16 13 21 16,12 0 8-16,-12 0 23 16,0 0 1-16,0 0 7 15,0 0 8-15,0 0-2 16,0 0 39-16,0 0-15 16,0 0 9-16,0 0-19 15,0 33 30-15,0 14-16 0,-12 10-13 16,-16-1-11-1,9 0-4-15,-3-7-9 0,4-5 2 16,9-12-8-16,-4 0 2 16,1-4-2-16,-1-8-42 15,-2-4-36-15,15-8-184 16,0-8-463-16</inkml:trace>
  <inkml:trace contextRef="#ctx0" brushRef="#br0" timeOffset="-66468.22">30458 13904 308 0,'0'0'176'0,"0"0"-105"0,0 0 73 0,0 0-19 16,0 0-31-16,0 0-19 15,34 0-16-15,-34 0-29 16,6 0 47-16,-6 4-26 0,0 32-8 16,0 24-9-16,0 9-18 15,0-5-16-15,-18 0 0 16,8-25-6-16,4-2-38 15,6-9-7-15,-6-4-51 16,0 8-3-16,-13-4-178 16,-15 0-209-16</inkml:trace>
  <inkml:trace contextRef="#ctx0" brushRef="#br0" timeOffset="-66001.36">30371 14730 562 0,'0'0'136'0,"0"0"-101"0,0 0-21 0,0 0-14 0,0 0-9 16,0 0-16-16,6 0-19 15,-6 0 44-15,0 0 25 16,0 0 116-16,0 0-27 16,0 0-43-16,0 0-62 15,0 0-9-15,0 0-80 0,0 0-179 16,7-12-419-1</inkml:trace>
  <inkml:trace contextRef="#ctx0" brushRef="#br0" timeOffset="-65103.04">26821 15167 268 0,'0'0'277'0,"0"0"-244"0,0 0 72 0,0 0 1 15,0 0-77-15,0 0-25 0,-13 28 37 16,13-28 46-16,0 5-59 15,0 6 17-15,28 2-8 16,31 2 59-16,34 1-29 16,56 1-21-16,37-9-17 15,34-8 18-15,22 0-24 16,37 0-4-16,3-20 1 16,-3 7-19-16,-30 10-1 15,-36-2 8-15,-45 5-16 16,-35 0 1-16,-30 0-9 15,-32 0-24-15,-25 0-27 16,-30 0-64-16,-16-8-394 16</inkml:trace>
  <inkml:trace contextRef="#ctx0" brushRef="#br0" timeOffset="-61103.98">27438 15617 281 0,'0'0'79'0,"0"0"-78"0,0 0 136 0,0 0 19 15,0 0-24-15,0 0-33 16,0 0-5-16,-22-16-75 16,22 16 0-16,0 0 7 0,0 0 9 15,0 0-32 1,0 0 11-16,0 0 31 0,0 0-27 16,0 0 17-16,0 0-34 15,0 16 17-15,0 12-8 16,0 24-9-16,0-1-1 15,-6 6-3-15,-28-1-2 16,3 5 5-16,-9-10-2 16,5-2 12-16,-5-10-18 15,28-14 20-15,2-14-24 16,-2-11 1-16,12 0-32 16,0 0-32-16,0 0 14 0,34 0 46 15,6 0 0 1,-5-7 7-16,5 7 16 0,13 0-15 15,-13 0 18-15,6 12-18 16,1-1 9-16,-7 6-2 16,-15-9 0-16,-3-8-3 15,-16 3 0-15,0-3-28 16,-6 0 14-16,0 0-15 16,0 0 32-16,0-11-1 15,0 3 0-15,0 4 1 16,0-1 0-16,-6 5 10 15,6 0 8-15,0 0-1 16,0 0-13-16,0 0 10 16,0 0-12-16,0 0 11 15,0 0-4-15,0 33 18 0,-6 7 23 16,-7 4-12-16,-8 8-2 16,-4 4-19-16,-3-7 9 15,0 3-24-15,9-8-4 16,13-8 0-16,0-4-12 15,6-16-63-15,0-16-38 16,0 0-252-16</inkml:trace>
  <inkml:trace contextRef="#ctx0" brushRef="#br0" timeOffset="-60621.35">28145 15886 243 0,'0'0'361'0,"0"0"-289"0,0 0 41 0,0 0-8 16,0 0-38-16,0 0 31 15,0 0-41-15,0 244-11 16,0-172-30-16,0 0-10 16,0-3-6-16,0-14-5 15,0-7-12-15,0-11-88 16,0-17-92-16,0-12-113 0</inkml:trace>
  <inkml:trace contextRef="#ctx0" brushRef="#br0" timeOffset="-60372.98">28185 16799 793 0,'0'0'306'16,"0"0"-306"-16,0 0 7 0,0 0-16 15,0 0 9-15,0 0-25 16,0 0-115-16,0-11-132 15,0-10-388-15</inkml:trace>
  <inkml:trace contextRef="#ctx0" brushRef="#br0" timeOffset="-59655.77">29283 15961 663 0,'0'0'214'0,"0"0"-183"0,0 0 65 0,0 0-57 15,0 0-39-15,0 0 6 0,87-31-6 0,-28 31 4 0,-19 0 2 0,-12 0 0 16,-16 0 6-16,-12 15-5 0,0 17-7 16,0 16 0-16,-53 13 2 15,-9 3-9 1,10-1 14-16,11-2-19 0,17-5 24 16,8-7-5-16,10-10-6 15,6-11 11-15,0-7-12 16,46-18-21-16,23-3 3 15,24 0-5-15,0 0 21 16,0-11 3-16,-13-9-8 16,-11 7 4-16,-17 5 0 15,-18 8-55-15,0 0-72 16,-9 16 37-16,-3 20 60 0,-10 5 5 16,-5-5-85-16,-7-8-203 15</inkml:trace>
  <inkml:trace contextRef="#ctx0" brushRef="#br0" timeOffset="-59172.32">30185 15681 385 0,'0'0'282'16,"0"0"-242"-16,0 0-25 0,0 0 58 0,0 0-31 0,0 0 51 0,47 0 3 15,-41 12-45-15,22 12 31 16,-28 7-38-16,0 18-9 16,0 10-19-16,0 2-16 15,0-5-16-15,0-4-30 16,0-11-119-16,0-2-272 16</inkml:trace>
  <inkml:trace contextRef="#ctx0" brushRef="#br0" timeOffset="-58855.71">30256 16587 497 0,'0'0'814'16,"0"0"-812"-16,0 0-2 16,0 0-2-16,0 0-31 15,0 0-59-15,-18-4-222 0</inkml:trace>
  <inkml:trace contextRef="#ctx0" brushRef="#br0" timeOffset="-52446.75">26849 16852 304 0,'0'0'140'0,"0"0"-40"0,0 0 25 0,0 0 49 16,0 0-10-16,0 0-97 15,0 0-26-15,0 0-18 16,-59 16 7-16,59-16-25 0,0 0 29 16,0 0-30-1,0 0 10-15,0 0-11 0,0 0 21 16,0 0-9-16,0 0-7 15,0 0 0-15,0 0-8 16,0 0 16-16,0 0-11 16,0 0 8-16,0 0-11 15,0 0 8-15,0 0-5 16,0 0-5-16,46-28 0 16,47-24 0-16,41-20 14 15,27-13-10-15,13-3-5 16,5-1 9-16,-5-3-15 0,6 9 7 15,-25-6-20 1,-16 1-16-16,-18 8-33 0,-21 8-82 16,-26 19-81-1,-46 29-21-15</inkml:trace>
  <inkml:trace contextRef="#ctx0" brushRef="#br0" timeOffset="-51613.21">29308 14798 461 0,'0'0'78'0,"0"0"-60"0,0 0 29 0,0 0 60 0,0 0-44 0,0 0-27 0,0-40-15 0,0 25 27 16,9-6 39-16,28-3-14 16,19-8-14-16,9-8-2 0,22-9-1 15,15-6-39-15,4-9 14 16,15-5-26 0,12-6-7-16,6-2 2 0,-5 5-8 15,2 8-4-15,-18 0-37 16,-16 15-70-16,-15 9-191 15,-28 16-160-15</inkml:trace>
  <inkml:trace contextRef="#ctx0" brushRef="#br0" timeOffset="-50115.24">25506 17586 745 0,'0'0'10'0,"0"0"1"0,0 0-11 0,0 0 8 0,0 0-7 0,0 0-1 0,267-125-8 15,-233 113-46-15,-22 0-69 16,10 5 45-16,-22 2-101 15,0 5-84-15</inkml:trace>
  <inkml:trace contextRef="#ctx0" brushRef="#br0" timeOffset="-49748.95">25531 17153 561 0,'0'0'401'0,"0"0"-361"0,0 0-3 15,0 0 82-15,0 0-77 16,0 0 3-16,174 3-38 16,-112-3-7-16,-16 0-13 15,-12-3-13-15,-3 3-6 16,-15 0-94-16,-16 0-139 15,0 7-192-15</inkml:trace>
  <inkml:trace contextRef="#ctx0" brushRef="#br0" timeOffset="-45752.41">26808 17080 269 0,'0'0'198'0,"0"0"-186"0,0 0 34 0,0 0 36 16,0 0 2-16,0 0 13 15,0 0-39-15,7 0 28 16,-7 0-32-16,0 0 12 16,0 0-39-16,0 12 5 15,0 0-25-15,-7 1-5 16,1-10 3-16,6-3-5 16,0 0-5-16,-12 0 5 15,12 0 3-15,0 0-3 16,0 0 14-16,0 0-11 15,0 0 13-15,0 0-9 0,0 0-6 16,0 0-2 0,0 0-16-16,0 0-1 0,0 0 18 15,12 0-4 1,1 0 11-16,8 0-9 0,-8 0 6 16,21 0-7-16,-9 0 5 15,3 4-2-15,-16 12 0 16,-12 0-7-16,0 12 4 15,0 8 6-15,-19-3 6 16,-27-2-7-16,6-6 8 16,12-9-9-16,15-8 0 15,13-4-1-15,0-4-10 0,0 4-1 16,0 0-25-16,47 4 33 16,27-5-7-16,-9 2 4 15,-3 3-6-15,-21 4 9 16,-10-4 1-16,-16 8-1 15,-15-4 2-15,0 12 2 16,0 4 16-16,0 5-1 16,0-5 7-16,-28 0-22 15,-6-9 10-15,-12-6-11 16,-13-1-13-16,-9-1-2 16,9-6-1-16,6-1 5 15,25 0-18-15,28-4 4 16,0 0-189-16,0 0-244 15</inkml:trace>
  <inkml:trace contextRef="#ctx0" brushRef="#br0" timeOffset="-45384.96">27636 17505 320 0,'0'0'19'0,"0"0"8"0,0 0 68 0,0 0-61 0,0 0 15 16,0 0 17-16,115-192-16 15,-115 168-49-15,-40 8 4 16,-19 8-2-16,-16 8 54 16,-5 0 27-16,-1 27-83 0,10 22 29 15,31 2-28 1,18-2-2-16,22-13-209 15</inkml:trace>
  <inkml:trace contextRef="#ctx0" brushRef="#br0" timeOffset="-44786.48">26508 17939 157 0,'0'0'418'0,"0"0"-362"0,0 0-20 0,0 0 46 0,0 0-46 15,0 0 19-15,207 0 37 16,-79-5-33-16,-1-11-32 16,12 1-2-16,10-6-25 15,-9-2 0-15,-7 2-37 16,-18 1-88-16,-38 8-25 0,-21 8-63 16,-31 4-305-16</inkml:trace>
  <inkml:trace contextRef="#ctx0" brushRef="#br0" timeOffset="-43769.89">27050 18187 53 0,'0'0'484'0,"0"0"-410"0,0 0-13 0,0 0 76 15,0 0-84-15,0 0 17 0,13-40-19 16,15 20 2-16,18 4-36 15,-6 4 21-15,-9 8 12 16,-9 4-24-16,6 0-26 16,-28 0 8-16,12 0-17 15,-12 16 13-15,0 15-10 16,0 10 0-16,-21 7 1 16,-32 17 4-16,0-1 2 15,1 0-2-15,24-12 9 16,9-12-12-16,4-16 16 15,15-8-24-15,0-7 10 0,0-9-2 16,46 0-6-16,16 0 1 16,-3-5 9-16,3-18 3 15,-15 2-3-15,-7 4-3 16,-9 2 2-16,-3-6-42 16,-16 10-54-16,-6 3-180 15,-6 8-263-15</inkml:trace>
  <inkml:trace contextRef="#ctx0" brushRef="#br0" timeOffset="-43087.11">28247 18003 639 0,'0'0'213'0,"0"0"-193"0,0 0 77 15,0 0-24-15,0 0-45 16,0 0 20-16,118-64 4 16,-78 51-29-16,1 5-23 15,-13 5 0-15,12-2 3 16,-22 5-9-16,10-4-33 0,-21 1 0 15,-1 3-42-15,-6 0-71 16,0 0-46-16,0 0-106 16</inkml:trace>
  <inkml:trace contextRef="#ctx0" brushRef="#br0" timeOffset="-42838.06">28359 17674 569 0,'0'0'208'0,"0"0"-208"15,0 0-19-15,0 0 18 16,0 0-20-16,0 0-14 15,189-36-27-15,-158 36-33 16,-9 0-43-16,-10 0 14 16,-12 0 53-16</inkml:trace>
  <inkml:trace contextRef="#ctx0" brushRef="#br0" timeOffset="-42219.91">29515 17834 233 0,'0'0'317'0,"0"0"-285"0,0 0 8 0,0 0 63 0,0 0-46 0,0 0-9 16,-40 0-15-16,34 0 19 16,0 0 26-16,-7 0-18 15,4 0 0-15,-3-4-31 16,5-28-22-16,1-12 6 15,6-12-22-15,0-4 17 0,0-4-10 16,0 3 2-16,19 9-6 16,9 16 0-16,-22 16-1 15,0 7 1-15,-6 13-19 16,0 0 17-16,0 0 16 16,0 0-4-16,-19 17-1 15,-21 11-3-15,-6 4 0 16,12 1-2-16,-7 3-11 15,1-5-60-15,6 2-88 16,3-5-175-16</inkml:trace>
  <inkml:trace contextRef="#ctx0" brushRef="#br0" timeOffset="-41438.79">30030 17461 107 0,'0'0'241'0,"0"0"-58"0,0 0-67 0,0 0-38 0,0 0-23 16,0 0-24-16,-34-3-28 15,28-2 0-15,-7 5 16 16,1 0 29-16,-16 0 57 16,-6 0-82-16,-6 13-16 15,-7 2 2-15,7 6-15 16,0-6 12-16,9 1-6 16,3-3 22-16,21-6 0 15,1-2 29-15,6-5-43 16,0 3-4-16,0 10 8 15,13-5-21-15,27 7 12 0,25-7-6 16,-3 9-11-16,-3-1 7 16,-6 4 3-16,-13-1-1 15,0 2-3-15,-12 3 16 16,0-4-18-16,-15 4 9 16,-1 0 1-16,-12 4-20 15,0 5 19-15,0-2-4 16,-25 2 5-16,-31 3 0 15,4-8 6-15,-7-9-1 16,31-6-5-16,0-13-1 16,15 0-52-16,1-24-154 15,6-21-22-15,-10 1-201 0</inkml:trace>
  <inkml:trace contextRef="#ctx0" brushRef="#br0" timeOffset="-41188.91">30151 17386 791 0,'0'0'48'0,"0"0"-41"0,0 0-7 0,0 0 25 0,0 0-11 0,0 0-14 16,394-85-67-16,-354 85-161 15,-27 0-208-15</inkml:trace>
  <inkml:trace contextRef="#ctx0" brushRef="#br0" timeOffset="-34110.84">16784 9581 22 0,'0'0'521'0,"0"0"-486"0,0 0 53 16,0 0 38-16,0 0-41 16,0 0 18-16,0 0-32 15,0 0-37-15,0-5 49 16,0 5-24-16,0 0 11 16,0 0-35-16,0 0-2 15,0 0-30-15,0-3-3 16,0-2-5-16,0 2-40 15,0-10-25-15,6-2-141 0,-6-6-492 16</inkml:trace>
  <inkml:trace contextRef="#ctx0" brushRef="#br0" timeOffset="-33829.07">16924 9203 681 0,'0'0'432'0,"0"0"-410"15,0 0-6-15,0 0 20 16,0 0-36-16,0 0-22 16,0 5-31-16,0-5-81 15,0 0-264-15</inkml:trace>
  <inkml:trace contextRef="#ctx0" brushRef="#br0" timeOffset="-31527.97">17717 9476 468 0,'0'0'101'0,"0"0"-29"0,0 0-24 0,0 0-38 0,0 0 1 0,0 0 23 0,0 0-10 16,-31 28-1-16,31-28-22 16,0 0 34-16,0 4-3 15,0-4 31-15,-9 8-36 16,3 0 11-16,6 0-10 15,-6-8 7-15,6 0-4 16,0 0-12-16,0 0 25 16,0-24-6-16,0-16-23 15,0-24-4-15,0-4-14 0,21-8 10 16,10 4-9 0,-3-1 2-16,0-3-12 0,-9 12-37 15,9 15-32-15,-10 18 32 16,-18 23 4-16,0 8 9 15,0 3 36-15,0 46 6 16,-34 19 48-16,-31 8-3 16,-9-3-36-16,-1-10-1 15,22-2-14-15,1-13-1 16,11-16-3-16,29-16-75 16,12-12-177-16,0-4-197 15</inkml:trace>
  <inkml:trace contextRef="#ctx0" brushRef="#br0" timeOffset="-30715.53">18099 9064 58 0,'0'0'62'0,"0"0"-45"0,0 0 76 0,0 0-55 16,0 0-3-16,0 0 11 16,28-29 90-16,-28 29-36 15,0 0 23-15,0 0-25 16,0 0 9-16,0 0-26 15,0 0-47-15,-7 0-27 16,-14 0-5-16,8 0 2 16,1 4-3-16,12 8-2 15,0-4 4-15,0 0-9 0,0 4-5 16,0-8 9 0,31 5-5-16,25-1-4 0,9 0-8 15,15-1-20-15,1-3 24 16,6 5-1-16,-7-6 3 15,-5 2 24-15,-22-2-20 16,-7 5 11-16,-21-4-4 16,-25 9-7-16,0 6 9 15,0 6 17-15,0 11 19 16,0 0 14-16,-19 8-31 16,-33 4 24-16,11-7-38 15,-5-2-5-15,12-15-23 16,0-15 7-16,15 2 1 15,-9-11-65-15,-12 0 8 16,15 0-120-16,-9-20-14 0,-6-12 8 16,12-12 49-16</inkml:trace>
  <inkml:trace contextRef="#ctx0" brushRef="#br0" timeOffset="-30463.49">18573 8887 302 0,'0'0'310'0,"0"0"-250"0,0 0 116 0,0 0-50 0,0 0-58 0,0 0-36 0,261-36-14 0,-206 16-18 16,-2-1 0-16,-28 6-106 16,-25 7-337-16</inkml:trace>
  <inkml:trace contextRef="#ctx0" brushRef="#br0" timeOffset="-24004.19">10378 9216 301 0,'0'0'313'0,"0"0"-306"0,0 0 4 0,0 0 67 0,0 0-4 15,0 0 19-15,0 0 28 16,0-28-80-16,0 28-20 16,0-5 33-16,0-3-8 15,0 0-3-15,0-3-39 16,0-1 15-16,0-1-18 15,0-3 1-15,-12 1-1 16,12 2-1-16,0-3 0 16,0 4 0-16,0-4-1 15,0 4 6-15,0 9-12 0,0 3 13 16,-7 0-12-16,1 0 4 16,-9 36-19-16,-4 28 10 15,7 19 11-15,-10 6 0 16,16-9 5-16,6-8-13 15,0-8 10-15,0-7-4 16,0-6 3-16,18-7-2 16,16-11 2-16,1-9-2 15,11-12-6-15,16-12-14 16,3 0 19-16,16-8 4 16,-1-32-14-16,13-4-1 15,-24 0-54-15,-17-5-158 16,-27 21-16-16,-15 5-240 15</inkml:trace>
  <inkml:trace contextRef="#ctx0" brushRef="#br0" timeOffset="-23730.02">10393 9372 667 0,'0'0'403'0,"0"0"-394"0,0 0-4 0,0 0-5 0,0 0 1 0,0 0-2 0,53-12-18 0,-40-1 11 0,15-2-37 0,-10-1-72 0,-12 4-109 0,-6 0-123 0</inkml:trace>
  <inkml:trace contextRef="#ctx0" brushRef="#br0" timeOffset="-23528.39">10338 9083 469 0,'0'-4'298'15,"0"4"-248"-15,0-4 76 0,0 0-16 16,28-3-48 0,30-14 34-16,29-7-54 0,22-16-25 15,12-9-14-15,0-6-3 16,-22-1-51-16,-12 7-153 16,-53 14-612-16</inkml:trace>
  <inkml:trace contextRef="#ctx0" brushRef="#br0" timeOffset="-17690.72">16796 18653 815 0,'0'0'55'0,"0"0"86"0,0 0-135 0,0 0-9 0,0 0 9 0,0 0-6 16,0 0 0-16,47 103 39 15,-47-103 17-15,0 0 14 16,0 0-21-16,0 0-24 16,0 0-1-16,0 0-20 0,0-8-8 15,0-39 9-15,0-17-7 16,0-21 4-16,0-11 3 16,0 0 9-1,0-4-14-15,0-9 0 0,0-3 0 16,0-1-21-16,0-3 16 15,0 4-15-15,0 19-25 16,12 21 23-16,4 28-16 16,2 36-3-16,10 8 3 15,-3 8-19-15,9 52 56 16,-6 13 2-16,-22 7-8 16,7-3 16-16,-13-5-18 15,0-8-8-15,0-4 17 16,-41-1 3-16,-24-6 1 15,-9 11 1-15,-7-4-3 0,-6-4 23 16,13-15-19 0,43-25 7-16,9-13-8 0,22-3-1 15,0 0-4-15,47-36-11 16,40-8 10-16,21 8 2 16,-9 20 2-16,10 16-3 15,-32 0 16-15,4 49 0 16,-28 3 32-16,-13 4-17 15,-6-17-13-15,-12-6-18 16,-3-13 0-16,2-1-3 16,-8 2-4-16,-1-6 4 15,10 6-55-15,-10-4 1 16,7-17-235-16</inkml:trace>
  <inkml:trace contextRef="#ctx0" brushRef="#br0" timeOffset="-17242.26">17925 18416 664 0,'0'0'450'0,"0"0"-368"0,0 0-8 0,0 0-45 16,0 0-7-16,0 0-20 0,0 0-4 16,0 0-2-16,0 0-4 15,0 0-8-15,0 0-50 16,-25 0-111-16,-15-8-432 15</inkml:trace>
  <inkml:trace contextRef="#ctx0" brushRef="#br0" timeOffset="-16843.07">17798 18019 519 0,'0'0'302'0,"0"0"-132"16,0 0-33-16,0 0-27 15,0 0-64-15,0 0-18 16,-25 0-28-16,25 0-9 15,0-4-54-15,0 0-10 16,0 4-126-16,6 0-225 16</inkml:trace>
  <inkml:trace contextRef="#ctx0" brushRef="#br0" timeOffset="-16341.39">17283 18327 758 0,'0'0'172'0,"0"0"-32"0,0 0-50 0,0 0-15 0,0 0-43 0,0 0-8 16,0 0-17-16,0 0-7 15,0 0 0-15,0 0-4 16,0 0-26-16,0 0-140 16,0 0-250-16</inkml:trace>
  <inkml:trace contextRef="#ctx0" brushRef="#br0" timeOffset="-15711.1">18365 17790 664 0,'0'0'169'0,"0"0"-119"0,0 0 122 0,0 0-86 0,0 0-42 16,0 0-37-16,34-48-1 0,7 28 11 16,27 11-17-16,-22 9 8 15,1 0-1-15,-19 0-7 16,-16 25 3-16,-12 24-6 15,0 18-8-15,0 21-14 16,-52 9-43-16,-10 3-18 16,9-8-6-16,6 1 66 15,26-18 26-15,21-18 44 16,0-14 16-16,0-13-56 0,62-19-3 16,18-11 6-1,13 0-3-15,0 0 7 0,0-3-10 16,-18-18-2-1,-35 4-14-15,-6 10-9 0,-34 3-96 16,13 4-25-16,-13 0-35 16,0 0-87-16</inkml:trace>
  <inkml:trace contextRef="#ctx0" brushRef="#br0" timeOffset="-15393.72">19196 18360 549 0,'0'0'408'0,"0"0"-388"16,0 0 15-16,0 0-33 15,0 0 47-15,0 0 17 16,134-152-8-16,-110 83-47 15,-8 0-1-15,-4-3-10 16,-12 8-10-16,0 12 10 16,0 12-40-16,-40 21 34 15,-13 19-12-15,-15 0 18 0,-13 39-4 16,10 25 1 0,-3 13-7-16,21-10 0 0,31-10-46 15,16-17-149-15,6-16-84 16</inkml:trace>
  <inkml:trace contextRef="#ctx0" brushRef="#br0" timeOffset="-14927.24">20046 17898 674 0,'0'0'142'0,"0"0"8"0,0 0-47 0,0 0-10 0,0 0-44 0,0 0-22 0,6 12-5 0,-6 20-18 0,0 16 8 0,-22 9-7 0,4-1-7 0,-16 4 4 16,27-12-4-16,-14-4 2 16,8-19-9-16,1-17-16 15,12-8-36-15,0 0-63 16,0-33-130-16,0-14-137 16</inkml:trace>
  <inkml:trace contextRef="#ctx0" brushRef="#br0" timeOffset="-14612.53">20046 17898 507 0,'-214'-68'398'15,"226"76"-334"-15,41 20 35 16,15-4-2-16,13 1-73 16,-4-1-5-16,4-4-18 15,-7 0 6-15,-5-1 2 16,-10-2-18-16,-7-1-10 15,-11-5-72-15,-13 2-105 16,-22-1-152-16</inkml:trace>
  <inkml:trace contextRef="#ctx0" brushRef="#br0" timeOffset="-14195.02">20706 18139 519 0,'0'0'357'0,"0"0"-294"15,0 0 55-15,0 0-57 16,0 0 2-16,0 0-38 16,-80 8 0-1,80-8-25-15,0 0-2 0,0 4-1 16,0-4 3-16,0 0 7 16,0 0-4-16,0 0 15 15,0 0-3-15,-13 12 18 16,13 0-18-16,0 4-2 15,0-4-13-15,0 1-2 16,0-13 1-16,0 7-5 16,0-3 3-16,0 0 6 15,0 4 10-15,0-8-12 16,0 0-2-16,0 5-12 0,0-5-4 16,0 0-16-16,0 0-33 15,0 0-41-15,0 0 24 16,0 3 67-16,0-3 16 15,0 0 66-15,0 5 11 16,0-5-28-16,0 0-49 16,0 0-72-16,-6-8-181 15,-16-5-474-15</inkml:trace>
  <inkml:trace contextRef="#ctx0" brushRef="#br0" timeOffset="-13295.58">21209 18255 131 0,'0'0'674'0,"0"0"-536"0,0 0-25 0,0 0 9 0,0 0-59 16,0 0-22-16,0 8-21 16,0-40-5-16,0-16-5 15,0-24-9-15,0-13 7 16,0-10-4-16,-10-6 6 16,-2 9-6-16,-7 8-8 15,13 7 3-15,-3 30 1 16,3 19-4-16,6 23-1 15,-7 5 2-15,1 0-15 0,6 0 14 16,-6 0-12-16,-9 5 12 16,-4 23-10-16,-21 19 8 15,-13 14-26-15,-15 3-24 16,9-4-101-16,-3-7-247 16</inkml:trace>
  <inkml:trace contextRef="#ctx0" brushRef="#br0" timeOffset="-12562.53">21534 17662 14 0,'0'0'136'0,"0"0"-6"0,0 0 102 0,0 0-118 16,0 0 2-16,0 0-15 0,0-16-10 15,0 11-13-15,0 5-45 16,0 0 11-16,0 0-39 16,0 0-5-1,0 0-2-15,0 0 2 0,0 0-3 16,0 0 6-16,0 0 14 16,0 0 12-16,0 0 33 15,0 0-50-15,0 0 10 16,0 0-21-16,6 0-1 15,10-3-2-15,-4-5 2 16,-5 4-2-16,-1 4 2 16,-6 0-4-16,0 0 8 0,0 0-7 15,0 0 7 1,0 0-1-16,0 0-3 0,0 0 0 16,0 20-1-16,0 8 2 15,0 11-5-15,0-3 8 16,15-3-11-16,26 0-24 15,5-18-13-15,13 6 2 16,0-6 29-16,9 1-1 16,-9 5 4-16,-3 7 8 15,-10-8 2-15,-21 4-2 16,3-9 5-16,-16-2 15 16,-12-1-15-16,0 4-2 15,0 8 3-15,0 8 0 16,0 20 4-16,-31 4-6 15,-31 1-4-15,-18-13 4 0,15-8-6 16,-4-24 6-16,11-12-12 16,-4 0-32-16,21-28-74 15,16-28-5-15,4-13-213 16</inkml:trace>
  <inkml:trace contextRef="#ctx0" brushRef="#br0" timeOffset="-12372.87">21748 17590 1146 0,'0'0'43'0,"0"0"-26"0,0 0 9 0,0 0-17 0,0 0-6 0,0 0-2 0,0 0-1 0,403-149-50 0,-344 117-115 0,-12 9-330 0</inkml:trace>
  <inkml:trace contextRef="#ctx0" brushRef="#br0" timeOffset="-11914.1">22598 17951 618 0,'0'0'219'0,"0"0"-58"16,0 0-63-16,0 0-50 15,0 0 23-15,0 0-49 16,180 3-1-16,-106-3-15 16,-15-8-5-16,9-7-1 15,-21-1-23-15,-13 4-22 16,-16-1-96-16,-18 10-129 16,0-2-196-16</inkml:trace>
  <inkml:trace contextRef="#ctx0" brushRef="#br0" timeOffset="-11698">22616 17566 669 0,'0'0'338'16,"0"0"-325"-16,0 0 89 15,0 0-20-15,0 0-73 16,0 0-9-16,208 0-20 16,-174-13-78-16,7-7-144 15,-29 4-526-15</inkml:trace>
  <inkml:trace contextRef="#ctx0" brushRef="#br0" timeOffset="-11098.5">23385 17361 716 0,'0'0'225'15,"0"0"-92"-15,0 0-23 16,0 0-85-16,0 0-25 15,0 0-4-15,22-20 4 16,43 4 0-16,-3 8 5 16,-3 8-7-16,-19 0 11 0,-18 0-14 15,-3 3 15 1,-19 26-20-16,0 8 7 0,0 7-10 16,-47 3-19-1,-6 6 17-15,7-6 12 0,12-14 6 16,28-13 9-16,6-9-12 15,0-11-17-15,40 5-8 16,19-2 18-16,9-3 1 16,-3 5 6-16,-12 7-4 15,-19 8 8-15,-12 12 6 16,-22 12 26-16,0 9 36 16,0 2-71-16,-68 1 45 15,2-12-40-15,-2-8-3 16,22-8-3-16,5-11-3 15,7-9 3-15,0-4-41 16,9-4-59-16,-3 0-329 0</inkml:trace>
  <inkml:trace contextRef="#ctx0" brushRef="#br0" timeOffset="-10765.43">23922 17926 758 0,'0'0'82'0,"0"0"-32"0,0 0-5 0,0 0-10 0,0 0-19 0,0 0 9 0,105 49 6 0,-30-49-7 0,11-16 23 0,1-17-1 0,-6-19 3 15,-1-16-25-15,-5-25 3 16,-16-10-24-16,-25-10-3 16,-15 17-1-16,-19 15-25 15,0 34-15-15,-41 27 41 16,-12 20 6-16,-15 8-2 16,-9 56-8-16,-4 12-1 15,13 4-26-15,15-12-76 16,19-20-281-16</inkml:trace>
  <inkml:trace contextRef="#ctx0" brushRef="#br0" timeOffset="-10432.28">24471 17658 340 0,'0'0'353'0,"0"0"-224"15,0 0 8-15,0 0-40 16,0 0-46-16,0 0-24 16,133 157-24-16,-74-157 8 0,21 0-1 15,7-13-8-15,0-27 17 16,0-20-4-16,-6-9 10 16,-7-15-1-16,-15-4-12 15,-25 0-12-15,-15 7 8 16,-19 22-19-16,0 22 21 15,0 25-14-15,-7 12 8 16,-27 0 14-16,-6 33-9 16,-13 31-9-16,1 16-10 15,-7-11-38-15,-3-13-284 16</inkml:trace>
  <inkml:trace contextRef="#ctx0" brushRef="#br0" timeOffset="-8016.96">8716 11718 266 0,'0'0'401'0,"0"0"-392"0,0 0-2 0,0 0-2 0,0 0 20 16,0 0 45-16,12-83 23 15,-12 83 12-15,0 0-13 16,0 0-34-16,0 0 3 16,0 0-22-16,0 0-18 15,0-9-1-15,0 1-14 16,-21 0 14-16,-10 0-19 16,-3 0 23-16,-13 4-21 15,-15-4 3-15,9-8-6 16,-6 4 2-16,-21-4-2 0,-7 8-6 15,-15 8 3 1,-10 0 6-16,-9 0 2 0,-18 16-2 16,-10 20-3-16,-9 4 1 15,3 0-1-15,15-4-1 16,7 12-2-16,18-7-3 16,0 10 12-16,16 1-14 15,12 9 18-15,19 7-8 16,15 4 2-16,1 4-7 15,30-4 3-15,10 0-4 16,12-7 3-16,0 7-24 16,0 1 22-16,27-1-2 15,26-8 1-15,-6 12 8 16,5 0-10-16,23 1 7 0,-1 6-2 16,19-6 1-16,28-9 0 15,40-16-5-15,50-11 4 16,31-18-6-16,19-7 11 15,-1-16-8-15,-31-8-2 16,-2-48 1-16,-19-12-4 16,-10-8 7-16,-15-12-5 15,-31 11-7-15,-19 1 12 16,0 0-14-16,-18 3 11 16,-28 1-9-16,-13 0 11 0,-33 0-10 15,-29-8-4 1,-12-5-1-16,-6-7 11 15,-81-4-3-15,-28-8 20 0,-30 8 25 16,-29 4-30-16,0 19 39 16,-15 21-30-16,3 25 10 15,13 22 0-15,11 5-21 16,23 16-3-16,18 36-1 16,28 12-15-16,12 0-152 15,13-8-310-15</inkml:trace>
  <inkml:trace contextRef="#ctx0" brushRef="#br0" timeOffset="161539.11">10793 1965 240 0,'0'0'121'0,"0"0"-40"0,0 0 24 0,0 0-27 16,0 0-60-16,0 0-5 15,0 0 30-15,0 0 8 16,-6-33-26-16,0 30 70 15,6 3 5-15,0 0-37 16,0 0-41-16,0 0 6 16,0 0-27-16,0 0 4 0,0 0-3 15,0 0 4-15,0 0-12 16,0 12 3-16,0 19 3 16,0 18 12-16,0 3 16 15,0-4-26-15,0-4 3 16,6-8-5-16,13-8-38 15,-4-12-13-15,-2-4-116 16,5-12-58-16,-8 0-311 16</inkml:trace>
  <inkml:trace contextRef="#ctx0" brushRef="#br0" timeOffset="161904.06">10573 2373 156 0,'0'0'420'0,"0"0"-384"0,0 0 23 0,0 0-32 0,0 0 19 0,0 0 24 0,127-87-25 0,-102 50 4 15,9 1-28-15,-27 0 17 16,8 4-18-16,-15 0-9 0,0 8-10 16,0 0 22-1,0 0-22-15,-15 7 7 0,-10 6-6 16,-16-1 3-16,14 12-5 15,2-5-22-15,-3 5 16 16,15 0-167-16,-14 0-299 16</inkml:trace>
  <inkml:trace contextRef="#ctx0" brushRef="#br0" timeOffset="163320.16">11187 1929 380 0,'0'0'145'0,"0"0"-71"0,0 0 65 15,0 0-43-15,0 0-54 16,0 0-4-16,103 184 7 15,-97-152-16-15,-6-8-6 16,12 5 16-16,-12-6-35 16,0-2-4-16,0-1-3 15,0-1-26-15,0-11-110 0,0-8-110 16,0 0-160 0</inkml:trace>
  <inkml:trace contextRef="#ctx0" brushRef="#br0" timeOffset="163522.89">11187 1929 118 0</inkml:trace>
  <inkml:trace contextRef="#ctx0" brushRef="#br0" timeOffset="163736">11187 1929 118 0,'-40'12'81'0,"86"-12"-44"0,-5 0 92 0,5 0 51 16,-5 0-166-16,-14 0-9 15,1 16-3-15,-3-8-2 16,-12 15 0-16,8 5 47 15,-14 5 6-15,-7 3 45 16,0 0-17-16,0 0 20 16,0 0-51-16,-35-8-24 0,4-4-18 15,3-4 2-15,1-7-10 16,2-5-8-16,25-1-23 16,0-7-87-16,0 0-58 15,0 0-253-15</inkml:trace>
  <inkml:trace contextRef="#ctx0" brushRef="#br0" timeOffset="165136.58">11795 1993 263 0,'0'0'227'0,"0"0"-222"0,0 0 19 0,0 0 20 0,0 31-34 0,0-14 27 0,0 7 17 16,0 0 16-16,15 8-6 15,-15 0-23-15,0-4-8 0,0 0-29 16,0 0-8-16,0-8-22 16,7 4-1-1,-1-7-74-15,-6-6 12 0,0-3-26 16,0-8-195-16</inkml:trace>
  <inkml:trace contextRef="#ctx0" brushRef="#br0" timeOffset="165535.7">11916 2032 1 0,'0'0'10'0,"0"0"36"0,0 0 36 16,0 0 24-16,0 0 36 15,0 0-1-15,93 97-23 16,-93-69-19-16,0-4 45 16,-25 8-57-16,-15 0-56 15,6-4-3-15,-13-3 4 16,7-6-17-16,12 6-15 15,3-9-4-15,3-1-36 16,10-15-72-16,0 8-178 16</inkml:trace>
  <inkml:trace contextRef="#ctx0" brushRef="#br0" timeOffset="170347.7">12552 2157 91 0,'0'0'117'0,"0"0"-31"0,0 0-12 0,0 0-31 15,0 0-3-15,0 0-32 16,0 0-3-16,0 0 1 16,52 12 20-16,-52-12 25 15,0 0 35-15,16 0-4 16,-16 0-3-16,0 0-8 16,0 0-2-16,0 0-33 0,0 0-24 15,0 0 22-15,0 0-8 16,0 0 26-16,0 0-15 15,0 0 6-15,0 0-17 16,0 0-18-16,0 0-8 16,0-4 7-16,0 1-10 15,0-2 11-15,-22 5-6 16,3 0-2-16,-2 0-3 16,2 0 1-16,-9 0 2 15,16 0 17-15,-10 8-12 16,10 12-5-16,-1 1 4 15,-2 7-9-15,15-5-7 16,0 6 10-16,0-14-17 0,0 1 17 16,0 9 1-16,0-9-5 15,34-8 4-15,6-1-9 16,28-7-27-16,-15 0-75 16,12 0-94-16,-9-15-50 15,-25-17-173-15</inkml:trace>
  <inkml:trace contextRef="#ctx0" brushRef="#br0" timeOffset="170899">13206 2065 372 0,'0'0'95'0,"0"0"-46"0,0 0 5 0,0 0 31 15,0 0-24-15,0 0 47 16,-99 0-26-16,64 0-68 15,1 0-7-15,16 8-5 16,-16 8 15-16,21 12-16 16,7 0 26-16,-3 4-10 15,9 0 6-15,0-12-17 16,0 4-4-16,0-7-4 16,15-1-6-16,32-4 3 15,-1-9-24-15,-5 5 9 0,11-8-25 16,17 0-31-1,-4-11-53-15,9-25-37 0,-21 11-246 16</inkml:trace>
  <inkml:trace contextRef="#ctx0" brushRef="#br0" timeOffset="171430.68">13767 2065 415 0,'0'0'0'0,"0"0"0"0,0 0 18 16,0 0 10-16,0 0 29 15,0 0 39-15,-186 61-17 16,164-30-15-16,16 5-39 16,-6-3-10-16,12 3-13 15,0-5-2-15,0-7-2 16,12-7-6-16,22-9 8 15,-12 0-24-15,15-8 21 16,13 0-8-16,2 0-28 0,1 0-25 16,6 0-21-1,-19-33-87-15</inkml:trace>
  <inkml:trace contextRef="#ctx0" brushRef="#br0" timeOffset="174111.07">14235 1941 505 0,'0'0'12'0,"0"0"51"0,0 0 39 0,0 0-34 0,0 0-41 0,0 0-3 16,-6-5 54-16,6 1-17 16,0 1-7-16,0 3-13 15,0-5 5-15,0-3-31 16,0 8-8-16,0-3-7 16,0 3 0-16,0 0 0 15,0-5 3-15,0 5-8 16,0 0 11-16,0-8-12 15,0 1 13-15,0-1-14 16,0 0 12-16,0 8-13 0,0 0 11 16,0 0-3-16,0 0 17 15,0 0-12-15,0 0-5 16,0 23-3-16,0 6 3 16,0-1 3-16,0 3-3 15,0-6-3-15,0-6-1 16,-6 1 0-16,-7-3 8 15,4-1-6-15,9-8 11 16,0-5-18-16,0 2 6 16,0-5-19-16,0 4-18 15,0-4 30-15,16 0-1 16,2 4 6-16,10-4 4 0,-3 0-16 16,3 0 7-16,-6 0-34 15,-4 0-13-15,-5 0 5 16,-7 0 20-16,3 0 4 15,-9 0 8-15,6 0 19 16,-6 0 1-16,0 0-3 16,13 0 3-16,-1-8-7 15,-3-4-2-15,4 4 0 16,-13 0-9-16,0 0 16 16,0 3-15-16,0 2-40 15,0 3-6-15,0 0 63 16,0 0 4-16,0 0 10 15,0 0 12-15,0 0-15 16,0 3 8-16,0 18 12 16,0 7 4-16,0 4 17 0,0 8-11 15,-13-4-9-15,-2-4-28 16,15-8-8-16,0-11-2 16,0-6-36-16,0-7-57 15,0 0-43-15,0 0-199 16</inkml:trace>
  <inkml:trace contextRef="#ctx0" brushRef="#br0" timeOffset="174827.95">14282 1900 471 0,'0'0'59'0,"0"0"-25"0,0 0 100 0,0 0-34 0,0 0-42 0,0 0-33 0,0 0 9 16,0 0 12-16,0 8 1 0,0 20 26 0,0 8-39 15,0 1 5-15,6-1-38 16,9-4-2-16,-8-4 1 16,5-12-19-16,-6-5-18 0,4-6-18 15,-10-5-52-15,0 0-96 16,0-8 34 0,0-20-129-16</inkml:trace>
  <inkml:trace contextRef="#ctx0" brushRef="#br0" timeOffset="175089">14282 1900 13 0</inkml:trace>
  <inkml:trace contextRef="#ctx0" brushRef="#br0" timeOffset="175409.41">14282 1900 13 0,'87'-12'109'0,"-66"12"26"0,13 0 33 16,-9 5 0-16,9 23-130 15,-15-8-19-15,3 4-7 16,5-4 0-16,-20-9-17 15,-7 2 12-15,0 2-1 16,0 10 78-16,-22 7 35 0,-31 4-20 16,1 0-29-1,11-8-10-15,20-3-49 0,8-10-11 16,13-7-3 0,0-3-26-16,0-5-69 0,0 0-78 15,0 0-139-15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3:11:30.418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70C0"/>
    </inkml:brush>
  </inkml:definitions>
  <inkml:trace contextRef="#ctx0" brushRef="#br0">14992 2121 12 0,'0'0'373'0,"0"0"-372"16,0 0 59-16,0 0 45 15,0 0-18-15,0 0-65 16,0 0 38-16,0 0-51 16,-34-76 16-16,34 60-3 15,0 3-14-15,0 6 16 16,0 3-15-16,-7 4 37 16,7 0-31-16,0 0 42 0,0 0-10 15,0 0 31-15,0 0-71 16,0-17-4-16,0 1-3 15,0 1 1-15,0 7-4 16,0 0 9-16,0 8-14 16,0 0 23-16,0 0-16 15,0 0 7-15,0-9-8 16,0 6 2-16,0-5-6 16,0 3 4-16,0 5 2 15,0 0-8-15,0 0-7 16,0 16 13-16,0 17 4 0,0 3 5 15,-12 4-4-15,3-8-3 16,3-4 0-16,-1 0 3 16,1-12-9-16,6 1-5 15,0-10 11-15,0-7-139 16,0 0-104-16,0-12-288 16</inkml:trace>
  <inkml:trace contextRef="#ctx0" brushRef="#br0" timeOffset="449.84">14610 1864 505 0,'0'0'94'0,"0"0"-84"0,0 0 24 15,0 0 19-15,0 0-8 16,0 0-4-16,320 0-9 15,-246-8-20-15,-12 8-6 0,-9 0-1 16,-13 0-5-16,-9 4 0 16,-3 24 0-16,0-3 5 15,-16 3-3-15,-5 3-3 16,-7 10 12-16,0-5-2 16,-19 11 17-16,-62 6 34 15,-12-1-44-15,7-4-11 16,11-11 9-16,29-14-7 15,24-15-14-15,16-8-6 16,6 0-62-16,0 0-193 16,0 0-238-16</inkml:trace>
  <inkml:trace contextRef="#ctx0" brushRef="#br0" timeOffset="899.28">15578 1972 461 0,'0'0'86'0,"0"0"-79"16,0 0 4-16,0 0 14 15,0 0-21-15,-19 234 7 0,19-198-10 16,-6-13 3-16,6-2-8 16,0-21-19-16,0 0-85 15,0 0-230-15</inkml:trace>
  <inkml:trace contextRef="#ctx0" brushRef="#br0" timeOffset="1232.53">15578 1972 610 0,'-211'16'47'0,"211"-24"-12"0,6-7-33 16,47-1 0-16,21-4 2 16,4-4 3-16,-10 4-14 15,-15 7-10-15,3 13 6 16,-32 0-16-16,4 0 18 16,-15 0-8-16,-1 24 17 15,-3 4 14-15,-9-3-13 16,7-2-1-16,-7 6 8 15,0-1-8-15,-7 3 12 16,-48 14 32-16,-11-5-4 16,14 0 22-16,11-16-43 15,14 1-19-15,5-10 0 16,22-7-107-16,0-8-76 0</inkml:trace>
  <inkml:trace contextRef="#ctx0" brushRef="#br0" timeOffset="1866.32">16015 1941 180 0,'0'0'302'0,"0"0"-267"0,0 0 42 16,0 0 7-16,0 0-24 15,0 0-13-15,-22 0-39 16,22 0-8-16,0 0 17 16,0 0-22-16,0 0 10 15,0 0 6-15,0 0 5 16,0 0-11-16,0 0 16 16,0 0 4-16,0 0 4 15,0 0-17-15,0 0 31 0,0 8-37 16,0 15 15-1,0 18 25-15,34 3-33 0,7 4-12 16,-7 9 4-16,-3-10-10 16,-3-3-6-16,-7-8 9 15,-8-16-79-15,-7-12-60 16,-6-8-131-16</inkml:trace>
  <inkml:trace contextRef="#ctx0" brushRef="#br0" timeOffset="2265.08">16068 1929 354 0,'0'0'63'0,"0"0"-15"16,0 0 9-16,0 0-35 15,0 0 23-15,0 0-41 0,226-8 12 16,-198 8-11-16,-16 15 1 15,1-2 23-15,-13 10-19 16,0 6 24-16,0-1 54 16,-25 16 16-16,-28-4-55 15,4 9-21-15,-10 2-25 16,6-7-6-16,0 0 2 16,13-19-34-16,12-9-122 15,28-16-202-15</inkml:trace>
  <inkml:trace contextRef="#ctx0" brushRef="#br0" timeOffset="5862.49">16883 1972 211 0,'0'0'76'16,"0"0"-70"-16,0 0 32 16,0 0-31-16,0 0 40 15,0 0-17-15,0 0-6 0,0 0-7 16,0 0 43-1,0 0-1-15,0 0-29 0,0 0 29 16,0 0-9-16,0 0 14 16,0 0-34-16,0 0 5 15,0 0-27-15,0 0 6 16,0 0 1-16,0 0-10 16,0 0 19-16,0 0-17 15,0 0 21-15,0 0-16 16,0 0 35-16,0 0-22 15,0 0 4-15,0-7-22 16,0-1-1-16,-21-8 11 16,-20 7-15-16,4-2 0 15,-19-2 8-15,-3 10-15 0,-3 3 9 16,16 0-8-16,-1 0-6 16,7 27 1-16,9 6 3 15,9-2 1-15,16 2-1 16,6-5 12-16,0-4-10 15,0 0 12-15,12-8-16 16,29 0 5-16,21-4-3 16,-3-8-4-16,9 5 2 15,-3-2-13-15,3-7-64 16,-9 0-53-16,-19 0-182 16</inkml:trace>
  <inkml:trace contextRef="#ctx0" brushRef="#br0" timeOffset="6511.18">17398 1941 278 0,'0'0'297'0,"0"0"-297"15,0 0 46-15,0 0 4 0,0 0 13 16,0 0-12-16,-6 0 10 16,0 0-50-16,-4 0 32 15,-8 0-4-15,-16 0-7 16,9 0-24-16,-16 0 3 16,-14 16-22-16,2 7 24 15,6 6-23-15,7-9 22 16,21 0-12-16,10 0 5 15,9 0-5-15,0 8 0 16,0-4 4-16,0 4-11 16,28-4 9-16,25-8-12 15,3 1 10-15,2-14-2 16,17-3-27-16,-4 0 15 0,-3-16-52 16,-15-12 2-16,-19 5-87 15,-6 2-88-15</inkml:trace>
  <inkml:trace contextRef="#ctx0" brushRef="#br0" timeOffset="10026.7">10673 2149 1 0,'0'0'166'0,"0"0"-37"0,0 0-79 15,0 0-22-15,0 0-10 16,0 0 29-16,-13-12-19 16,13 12-11-16,-12 0 4 15,12-5 11-15,0 5 17 16,0 0-16-16,0 0 16 16,0 0-33-16,0 0 11 15,0 0-17-15,0 0 19 16,0 0-24-16,0 0 31 15,0 0-3-15,0-3-30 16,0-5 1-16,-10 4 1 16,-8 0 0-16,18 4-2 15,0 0 43-15,0 0-26 16,0 0 11-16,0 0-11 16,0 0-11-16,0 0-9 0,0 0 7 15,0 0-15-15,0 0 19 16,0 0-22-16,0 0 2 15,0 0-1-15,0 16 10 16,0 20 10-16,0 5 4 16,0-2-12-16,0 2-2 15,0-10 8-15,0-6-17 16,12 6 1-16,-12-6 7 16,0-1-38-16,0-8-7 15,0-9-68-15,0-7-123 0</inkml:trace>
  <inkml:trace contextRef="#ctx0" brushRef="#br0" timeOffset="14223.77">20179 1420 392 0,'0'0'103'16,"0"0"-81"-16,0 0 15 0,0 0 9 15,0 0-4-15,0 0 0 16,0 0 8-16,0 3-23 16,0-3 14-16,0 0 0 15,-15 0 13-15,15 0-41 16,0 0 4-16,-6 0-11 15,-1 0 12-15,7 0 29 16,0 0-21-16,-6 0 4 16,6 0-11-16,-6 0 8 15,6 0-20-15,0 0-2 16,0 0-4-16,0 0-1 0,0 0-5 16,0 0-19-16,0 0 22 15,19 0-3-15,27 0-12 16,7 0 24-16,9-3-8 15,-10-18 2-15,-5 5-1 16,-7 0 5-16,-18 0-5 16,-10 11 0-16,-5 5-35 15,-7 0 35-15,0 0-13 16,0 13-17-16,0 23 30 16,12 8 5-16,-12 4 11 15,0 1-13-15,9 7-6 16,-9-4 10-16,0-12-13 0,0-4 12 15,0-20-12-15,0 0 1 16,0-4 5-16,0-7-16 16,0-2-28-16,0-3-74 15,0 0-79-15,0 0-176 16</inkml:trace>
  <inkml:trace contextRef="#ctx0" brushRef="#br0" timeOffset="14505.54">20238 1528 125 0,'0'0'256'0,"0"0"-176"0,0 0 61 16,0 0-74-16,0 0-1 15,0 0-50-15,202 0-10 16,-162 0-6-16,0 0-23 16,-9 0-70-16,-21-8-79 15</inkml:trace>
  <inkml:trace contextRef="#ctx0" brushRef="#br0" timeOffset="14970.58">21001 1291 251 0,'0'0'313'0,"0"0"-305"15,0 0 9-15,0 0 23 16,0 0-6-16,0 0-7 16,40 24 80-16,-27 7-36 0,5-1-39 15,4 6 2 1,-3 0-31-16,-4 3 9 15,-9 5-2-15,-6 4-7 0,0 1 4 16,0-10-14-16,0 2 7 16,0-16-32-1,0-6-42-15,0-15-43 0,0-4-112 16</inkml:trace>
  <inkml:trace contextRef="#ctx0" brushRef="#br0" timeOffset="15437.86">20933 1287 145 0,'0'0'114'0,"0"0"-73"15,0 0 77-15,0 0-75 0,0 0 23 16,0 0-31-16,387-21 3 15,-319 21-31-15,-2 0 28 16,-4 0-13-16,-16 0 24 16,-6 0-18-16,-15 13-24 15,-9 7-8-15,-10 20 10 16,-6 12 43-16,0 8-25 16,-34 1 8-16,-25 11-1 15,-15-12-12-15,-1-9-12 16,4-10 19-16,9-21-2 15,9-12-23-15,19-8-1 16,0 0-135-16,-6 0-459 16</inkml:trace>
  <inkml:trace contextRef="#ctx0" brushRef="#br0" timeOffset="20049.82">20613 2289 312 0,'0'0'178'16,"0"0"-130"0,0 0 32-16,0 0 27 0,0 0-80 15,0 0 36-15,0 0-27 16,0-16 13-16,0 16-31 15,0 0 13-15,0 0 10 16,0 0-29-16,0 0 6 16,0 0-12-16,0 0 22 15,0-11-24-15,-6 6 33 16,-9-3-18-16,-16 1 17 16,3 2-36-16,-13 5 0 15,1 0-9-15,6 0 16 0,0 0-15 16,3 0-3-1,-3 5 11-15,6 15 0 0,9-4-7 16,13 4 7-16,6-9-5 16,0 6 3-16,0-1-20 15,6 0 20-15,35-1-9 16,11-2 0-16,-5 3 22 16,5-1-22-16,-5 2 20 15,-13-1-17-15,0 0 10 16,-6-8-2-16,-9-4 0 15,2 4 7-15,-8-8-17 16,-7 8 11-16,-6 0-4 16,0 4-13-16,0 8 9 15,0 4 0-15,-19 4 7 0,-30-4-1 16,2-4 2-16,16-15-5 16,-9-5-15-16,6 0-9 15,6 0-83-15,3 0-11 16,3-16 9-1,10-9 17-15,6 1-209 0</inkml:trace>
  <inkml:trace contextRef="#ctx0" brushRef="#br0" timeOffset="20318.05">20406 2153 431 0,'0'0'77'0,"0"0"-53"0,0 0 38 16,0 0-7-16,0 0 25 15,0 0-8-15,241-96-8 16,-222 91-31-16,15 5-24 15,-15-3-9-15,2 3-40 16,4 0-54-16,-9 0-174 16</inkml:trace>
  <inkml:trace contextRef="#ctx0" brushRef="#br0" timeOffset="21016.35">21407 2326 205 0,'0'0'40'0,"0"0"16"0,0 0-9 0,0 0 64 16,0 0-16-16,0 0 32 15,0-9-56-15,0 9 8 16,0-8 7-16,-12-3-15 15,-7 2-36-15,-3-2-28 16,10 6 0-16,-10 5 2 16,-12 0-18-16,-3 0 18 15,3 0-22-15,-13 0 18 16,19 0-5-16,-6 16 5 16,0 4 4-16,9 5 22 15,-2 7-15-15,14-4-12 16,13 4 13-16,0-8-30 0,0-4 23 15,0-1-20-15,34-2-8 16,13-4 18-16,12-6 0 16,9-3-4-16,3-4 4 15,-3 0-8-15,7 0 1 16,-16 0-71-16,-7-4-62 16,-5-16-102-16,-32 0-201 15</inkml:trace>
  <inkml:trace contextRef="#ctx0" brushRef="#br0" timeOffset="28397.32">23308 1456 86 0,'0'0'27'0,"0"0"40"16,0 0-26-16,0 0 6 15,0 0 37-15,0 0 15 16,0 0-59-16,0 0 5 15,6-13 30-15,-6 13-12 16,0 0 12-16,0 0-51 16,0 0-14-16,0 0-5 15,0 0-10-15,0 0 8 16,0 0-3-16,0 0 17 16,0 0 20-16,0 0 27 15,0 0-34-15,0 0-15 0,0 0-8 16,0 0-9-16,0 0 5 15,0 0-5-15,0 0 2 16,0 0 0-16,0 0 3 16,0 0 13-16,0 0 30 15,0 0-24-15,0 0 6 16,0 0-28-16,0 0 18 16,0 0-18-16,0 0 0 15,0 13-3-15,12 2 3 16,1 9-1-16,-13 1 6 0,15 6-3 15,-8 13 2 1,-7 5-3-16,12-1 6 0,-6-4-8 16,0-4 1-16,-6-8 0 15,10 9 0-15,-10-5 5 16,0-5-9 0,0 2 17-16,0-10-26 0,0 1 26 15,0 1-23-15,0 3 12 16,0-8-2-16,0-4 0 15,0 0-6-15,0-4 0 16,0-4-5-16,0 0 2 16,0-5 15-16,0-3-15 15,0 5 13-15,0-5-8 0,0 0 4 16,0 0 0-16,0 0-1 16,0 0 2-16,0 0-7 15,0 0-9-15,0 0 8 16,0-5 14-16,0-6-8 15,0-1 7-15,0-4-3 16,0-8-3-16,0-8-16 16,0-9 9-16,0 2-22 15,12-10 22-15,-12 5-10 16,0 8 14-16,0-8 2 16,0 24-1-16,0 4 2 15,0 1-18-15,0 2-151 16,0-4-259-16</inkml:trace>
  <inkml:trace contextRef="#ctx0" brushRef="#br0" timeOffset="29209.26">23205 1471 124 0,'0'0'180'0,"0"0"-180"0,0 0-1 16,0 0 1-16,0 0 3 15,0 0 5-15,0 0 6 16,41 0 45-16,-13-15 9 16,6-6-26-16,-9 1 26 15,15-8-31-15,0 4 3 16,1 0-19-16,5-8-6 16,1 4 22-16,5-5-7 0,4 9 2 15,-3 4-24-15,-13 4 1 16,-15 13-4-16,-10 3 10 15,10 0-15-15,-3 0 0 16,3 0 7-16,24 11-7 16,-2 14 0-16,12-6-5 15,-13-2 5-15,-5 7-43 16,-14-4-22-16,-14 4 32 16,-13 16 33-16,0-16 9 15,0 9 11-15,0 3 9 16,-34-5 6-16,-13 13 21 15,-18-11-47-15,-15 6 17 0,5-6-26 16,-33 7-33-16,-4-8-49 16,-21-7-79-16,-1 2-163 15</inkml:trace>
  <inkml:trace contextRef="#ctx0" brushRef="#br0" timeOffset="32590.72">23894 2453 87 0,'0'0'252'0,"0"0"-242"16,0 0 80-16,0 0 0 0,0 0 9 16,0 0-37-1,0 5 16-15,0-5-23 16,0 0-11-16,0 0-1 16,0 0 15-16,0 0-36 15,0 0-11-15,0 0 23 0,0 0-20 16,0-8 28-1,0-20-37-15,0-5 5 0,0-6 12 16,0-2 5-16,0 5-27 16,0-3 6-16,0-2-14 15,0 5 3-15,0 8-19 16,0 16 9-16,0 8 9 16,0 4 9-16,0 0-8 15,0 0-2-15,0 0 7 16,-19 32 1-16,-21 0-1 0,-7 0-25 15,26-7-95-15,2-6-73 16,4-2 19-16,15-6-55 16,0-3 8-16</inkml:trace>
  <inkml:trace contextRef="#ctx0" brushRef="#br0" timeOffset="33272.91">24154 2137 154 0,'0'0'305'0,"0"0"-252"15,0 0 22-15,0 0-12 16,0 0-42-16,0 0-16 15,0 0 17-15,16 0-6 16,9 0 0-16,-4 0 31 16,-2-5 1-16,9 5-39 15,-22 0-9-15,6 0-12 16,-5 0 11-16,-7 21-14 0,0 7 15 16,0 8 0-16,0 4 1 15,0 4 17-15,-19-3-4 16,7-10 48-16,2-2-7 15,10-14-44-15,0-6-11 16,0-9-22-16,10 0 13 16,21 0 9-16,-3 0 0 15,-1 0 4-15,-8 0-8 16,-7 0 1-16,10 0 2 16,6 0-74-16,-9-17-51 15,-7-3-74-15</inkml:trace>
  <inkml:trace contextRef="#ctx0" brushRef="#br0" timeOffset="34853.81">24328 873 130 0,'0'0'24'0,"0"0"47"0,0 0 17 15,0 0 12-15,0 0-45 16,0 0-26-16,96-56-10 15,-71 53-5-15,-3 3 12 16,-16 0 8-16,12 0-5 16,-11 0-26-16,2 0 10 15,-3 0-6-15,6 3 10 16,-12 14 1-16,13-1 54 16,-7 12-21-16,-6-4-38 15,0 16-13-15,0 1 10 16,0-5-18-16,0-5 23 0,0-3-30 15,0-7 14 1,0-6 0-16,0-2-37 0,0-5-49 16,0 0 39-16,0-8 1 15,0 0-15-15,0 0-176 16</inkml:trace>
  <inkml:trace contextRef="#ctx0" brushRef="#br0" timeOffset="35403.68">24529 1026 120 0,'0'0'208'0,"0"0"-149"0,0 0 93 15,0 0-49-15,0 0-24 16,0 0 15-16,28 0-28 15,-28 0-4-15,7 0-54 16,-7 0 19-16,12 0-15 16,10 0-4-16,3 0-2 15,-13 0-6-15,16 0 0 16,0 0 1-16,-10 0-3 0,4 0-25 16,-3 0-9-16,2-7-105 15,-2-10-87 1</inkml:trace>
  <inkml:trace contextRef="#ctx0" brushRef="#br0" timeOffset="35939.29">24836 1207 488 0,'0'0'96'0,"0"0"-18"15,0 0 44-15,0 0-72 16,0 0-12-16,0 0-6 16,0 52-19-16,0-20 18 15,0 0-17-15,0 0 1 16,0-8-15-16,0-8 0 15,0 1-57-15,0-17-22 0,0 0-130 16</inkml:trace>
  <inkml:trace contextRef="#ctx0" brushRef="#br0" timeOffset="37169.46">25271 914 16 0,'0'0'323'16,"0"0"-321"-16,0 0-1 0,0 0-2 15,0 0-37-15,0 0 38 16,0 0 11-16,0 0 93 16,0 0 3-16,0 0-12 15,0 0-38-15,0 0-15 16,0 0-25-16,0 0-15 15,0 0 19-15,0 0-20 16,0 0-1-16,0 0 4 16,0 0 5-16,0 0-6 15,0 0 29-15,0 0 17 0,0 0-17 16,0 0-32-16,-13 0 1 16,1 0 23-16,-16 0-5 15,15 0-17-15,-14 0 9 16,-1 0-8-16,3 0 2 15,-3 0-5-15,16 3 13 16,5 2-1-16,7-1 8 16,0 0-20-16,0 0-7 15,0 4-26-15,0 3 31 16,0-2-23-16,7 3 5 16,33-3 11-16,-15 2 3 15,9 1-1-15,-6-4 14 16,-10 0-6-16,4 0 6 0,-3-4-14 15,2 4 7-15,4 0-19 16,-3 0 3-16,-16 8-1 16,13 1-4-16,-19 6 7 15,0 6 10-15,0-6 8 16,0 2 12-16,0-14 0 16,0-3-7-16,-13 1-5 15,7-9-4-15,0 0-30 16,-16 0-78-16,-3 0-53 15</inkml:trace>
  <inkml:trace contextRef="#ctx0" brushRef="#br0" timeOffset="37736.08">25218 914 268 0,'0'0'193'15,"0"0"-118"-15,0 0 55 16,0 0-24-16,0 0-10 16,0 0-61-16,127 0-35 15,-93 0-9-15,0 0-91 16,-9-16-59-16,3-1-128 16</inkml:trace>
  <inkml:trace contextRef="#ctx0" brushRef="#br0" timeOffset="38651.68">25565 2101 379 0,'0'0'204'0,"0"0"-181"15,0 0 60-15,0 0-29 16,0 0-2-16,0 0 4 0,13 0 31 16,14 0-24-16,1 0-47 15,3 0-4-15,3 0-6 16,7 0-12-16,-13 0-27 16,-10 0-24-16,4 0-26 15,-16 0-15-15,-6 0-28 16,0-12-101-16</inkml:trace>
  <inkml:trace contextRef="#ctx0" brushRef="#br0" timeOffset="38917.21">25640 1808 349 0,'0'0'301'0,"0"0"-301"15,0 0 2-15,0 0-16 16,0 0 7-16,0 0-82 15,207 0-240-15</inkml:trace>
  <inkml:trace contextRef="#ctx0" brushRef="#br0" timeOffset="42686.7">27382 1238 498 0,'0'0'108'0,"0"0"-43"16,0 0-13-16,0 0-41 16,0 0-10-16,0 0-1 15,0 0 8-15,0 0 22 16,0-168 24-16,0 168 29 0,0 0-36 16,0 0-47-16,0 0-2 15,0 8-79-15,0 16-11 16,9 1-124-16,-9 3-44 15,0 0 260-15,0-12 148 16,0-8-48-16,0-5-51 16,0-3-11-16,0 0 13 15,0 0-20-15,0 0-10 16,0 9-21-16,0 7-53 16,7 12-28-16,-1 8 25 15,0-20 45-15,0 0 5 16,-6-16 6-16,0 0 40 15,0 0 118-15,0 0-27 0,0 0-27 16,0 0-44-16,0 0-7 16,0 0 22-16,-6-16-57 15,0-12 3-15,0 4-21 16,-1-4-7-16,7 3-60 16,0 9-12-16,0 1-4 15,0 7-52-15,0 8 28 16,0 0-16-16,0 0-36 15,-21 12-91-15,-4 7 186 16,9-6 19-16</inkml:trace>
  <inkml:trace contextRef="#ctx0" brushRef="#br0" timeOffset="43596.76">27751 1127 54 0,'0'0'397'0,"0"0"-330"16,0 0-50-16,0 0 37 15,0 0 11-15,0 0 24 16,75-13-42-16,-57 13-2 15,-2 0-41-15,2 0 11 16,-5 0-15-16,-13 0-2 16,0 16 0-16,0 9-25 15,0 14 23-15,0 10 4 16,0-1 43-16,-19-8-8 0,13-8 4 16,6-4-32-16,0-4 0 15,0-8-7-15,0-4 1 16,18 1-2-16,29-13-1 15,-1 0-1-15,16 0-9 16,-3-33 7-16,3 5-63 16,-15 4-67-16,-22 4-31 15,-4 8-61-15</inkml:trace>
  <inkml:trace contextRef="#ctx0" brushRef="#br0" timeOffset="43930.5">28439 930 379 0,'0'0'306'0,"0"0"-182"0,0 0 39 16,0 0-85-16,0 0 1 0,0 0-27 16,22 128-28-16,-9-72-19 15,-1-7-9-15,3-10 4 16,-2 2-35-16,-1-13-37 15,10-8-13-15,-22-4-106 16,12-16-256-16</inkml:trace>
  <inkml:trace contextRef="#ctx0" brushRef="#br0" timeOffset="44163.69">28526 1584 572 0,'0'0'221'16,"0"0"-149"-16,0 0 14 15,0 0-86-15,0 0-26 16,0 0-233-16,0 0-339 15</inkml:trace>
  <inkml:trace contextRef="#ctx0" brushRef="#br0" timeOffset="44779.84">26681 1916 549 0,'0'0'266'0,"0"0"-259"0,0 0 14 16,0 0 73-16,0 0 4 15,410 5-48-15,-206-5 29 16,26 0-41-16,-4 0-21 16,0 0 5-16,-12 0-21 15,0 0-2-15,-25 0-85 16,-49 0-85-16,-47 0-344 15</inkml:trace>
  <inkml:trace contextRef="#ctx0" brushRef="#br0" timeOffset="45694.73">26957 2201 416 0,'0'0'251'16,"0"0"-251"-16,0 0 15 15,0 0 3-15,0 0 27 16,0 0 9-16,227-44 7 0,-187 36-22 15,-21 0 23-15,-13 8-19 16,-6 0 7-16,0 0-32 16,0 0-14-16,0 12 1 15,9 16-7-15,3 12 2 16,-12 9-1-16,0-2-22 16,0 17-1-16,0-3 16 15,0-9-19-15,0-12 26 16,0-16-6-16,0-12-3 15,0-12-70-15,0 0 10 16,0 0-57-16,0 0-115 16</inkml:trace>
  <inkml:trace contextRef="#ctx0" brushRef="#br0" timeOffset="45961.43">27122 2386 757 0,'0'0'35'0,"0"0"-30"0,0 0 4 0,0 0-9 0,0 0-8 16,0 0-83-16,254 0-9 16,-198-13-50-16,-16 6-162 15</inkml:trace>
  <inkml:trace contextRef="#ctx0" brushRef="#br0" timeOffset="46428.14">27618 2169 352 0,'0'0'277'0,"0"0"-202"0,0 0-26 0,0 0-18 0,46 204-26 16,-33-163-5-16,2-5 0 15,-2-8-9-15,-1-4 4 16,-6-4-59-16,-6-8-41 15,0-8-173-15</inkml:trace>
  <inkml:trace contextRef="#ctx0" brushRef="#br0" timeOffset="46627.27">27705 2586 662 0,'0'0'182'15,"0"0"-182"-15,0 0-10 16,0 0-11-16,0 0-77 16,0 0-66-16</inkml:trace>
  <inkml:trace contextRef="#ctx0" brushRef="#br0" timeOffset="47293.39">28160 2262 208 0,'0'0'329'16,"0"0"-242"-16,0 0 3 15,0 0-3-15,0 0 8 0,0 0 0 16,0 0-37-16,0 0-41 16,0 0 20-16,0 0-33 15,0 0 27-15,0 0-15 16,0 0-9-16,0 11-6 16,0 9 2-16,0-4-3 15,7 1 1-15,33 7-5 16,6-1 8-16,1 6-11 15,6 3 14-15,-13-4-15 16,6 4 12-16,-11-4-8 16,-1 0 0-16,-16-8-42 0,-12 4 42 15,-6-8 0-15,0 4-1 16,0 8 10 0,-24-7-5-16,-23-6 0 0,-9 1-4 15,10-16-38-15,-13 0-84 16,12 0-69-16,7-11-168 15</inkml:trace>
  <inkml:trace contextRef="#ctx0" brushRef="#br0" timeOffset="47493.77">28306 2221 482 0,'0'0'335'0,"0"0"-327"0,0 0 28 16,0 0 65-16,0 0-72 16,0 0-26-16,161-23-6 15,-114 18-7-15,12-3-102 16,-13-4-105-16,10-4-272 16</inkml:trace>
  <inkml:trace contextRef="#ctx0" brushRef="#br0" timeOffset="47810.41">28849 2137 495 0,'0'0'189'15,"0"0"-113"-15,0 0-34 16,0 0-33-16,0 0-9 15,0 0-47-15,18 229-60 16,-5-197-59-16,-4-8-88 0</inkml:trace>
  <inkml:trace contextRef="#ctx0" brushRef="#br0" timeOffset="48043.12">28982 2663 554 0,'0'0'309'0,"0"0"-295"0,0 0 71 16,0 0-27-16,0 0-51 15,0 0-7-15,25 0-41 16,-19 0-139-16,3 0-90 15</inkml:trace>
  <inkml:trace contextRef="#ctx0" brushRef="#br0" timeOffset="56152.6">19215 3653 419 0,'0'0'165'0,"0"0"-121"15,0 0 73-15,0 0-13 16,0 0-64-16,0 0 33 16,0 0-13-16,0 0-24 15,0 0-17-15,0 0 37 16,0 0-20-16,0 0-17 15,0 0-17-15,0 0 25 16,6 0-12-16,3 0 6 16,-9 0 7-16,0-8-17 15,0-32-8-15,0 3 4 16,0-7 5-16,0 0-7 0,0 0 17 16,0 4-17-16,0 0 1 15,0 0-6-15,0-4 1 16,0 11-5-16,0 14-4 15,0 2 6-15,0 9-1 16,0 8-2-16,0 0-8 16,0 0 5-16,0 0-19 15,-34 17 12-15,-6 10 11 16,-7 6-19-16,20-13 22 16,8-7-29-16,3 2 12 0,10-15-40 15,6 12-51 1,0-12-181-16,0 0-71 0</inkml:trace>
  <inkml:trace contextRef="#ctx0" brushRef="#br0" timeOffset="56685.35">19537 3148 455 0,'0'0'114'0,"0"0"-57"0,0 0-16 16,0 0 33-16,0 0 29 16,0 0 7-16,19-40-37 15,-19 40-23-15,0 0-30 16,0 0 8-16,0 0-24 16,0 0-4-16,12 0-25 15,-12 0 9-15,10 4-4 0,-10 15 10 16,0 14 3-1,0-2 7-15,0 2 13 0,0-5 3 16,0-12 1-16,0 0-12 16,0 1-10-16,0-14 2 15,0 9 3-15,31-12-7 16,25 4 7-16,-10 4 12 16,-6-8-7-16,-15 0 0 15,9 0 1-15,-12 0-12 16,9 0-17-16,3 0-26 15,-6-16-151-15,3 0-83 16</inkml:trace>
  <inkml:trace contextRef="#ctx0" brushRef="#br0" timeOffset="57085.22">20297 3332 622 0,'0'0'263'0,"0"0"-195"0,0 0 15 16,0 0-83-16,0 0-1 16,0 0-20-16,0 0 0 15,0 0 21-15,0 0 9 16,0 0 56-16,0 0-3 15,0 0 3-15,0 0-53 0,0 0-12 16,-12 0-79 0,-7 0-115-16,10 0-342 0</inkml:trace>
  <inkml:trace contextRef="#ctx0" brushRef="#br0" timeOffset="57920.41">20771 3236 152 0,'0'0'681'16,"0"0"-447"-16,0 0-113 15,0 0-53-15,0 0-41 16,0 0-5-16,0-77-20 15,0 49 1-15,0 0-1 0,0 0-4 16,0 4 1 0,0 4-21-16,0 1 3 0,10 14-8 15,-10 5 24-15,0 0 0 16,0 0-2-16,0 0 5 16,0 0-2-16,0 0-10 15,0 0 3-15,-22 21-1 16,-3 2-43-16,-9 1-85 15,0-4-283-15</inkml:trace>
  <inkml:trace contextRef="#ctx0" brushRef="#br0" timeOffset="58103.02">20771 3236 107 0</inkml:trace>
  <inkml:trace contextRef="#ctx0" brushRef="#br0" timeOffset="58301.29">20771 3236 107 0,'115'33'32'0,"-109"-33"78"0,1 0 64 0,2 0 359 16,9-13-460-16,-11-23-33 15,21 0-31-15,-10 0 16 16,-18 3 14-16,16 2-3 0,-10 3-35 16,0 3 4-1,0 6-10-15,-6 10 14 0,0 1-15 16,0 8 13-16,0 0-14 16,0 0-27-16,0 0-21 15,0 0 4-15,0 0-48 16,0 12 56-16,0 9 19 15,0-10-85-15,0-11-203 16</inkml:trace>
  <inkml:trace contextRef="#ctx0" brushRef="#br0" timeOffset="58902.7">21556 3216 767 0,'0'0'264'0,"0"0"-157"0,0 0-19 16,0 0-51-16,0 8-33 15,0-8-8-15,0 0-13 16,0 0-13-16,0 0-26 16,0 0 25-16,-16 0-45 15,4 0-179-15,-7 4-59 16</inkml:trace>
  <inkml:trace contextRef="#ctx0" brushRef="#br0" timeOffset="59109.34">21556 3216 315 0</inkml:trace>
  <inkml:trace contextRef="#ctx0" brushRef="#br0" timeOffset="59300.11">21556 3216 315 0,'353'161'405'0,"-353"-189"-368"0,0-5 105 0,13-11 52 0,-7 4-158 15,-6 0-27-15,22-4 1 16,-10 4-8-16,4 7-4 16,-10 6 3-16,0 7-5 15,-6-1-15-15,12 6-29 16,-12 10-52-16,0-3 15 16,0 8 70-16,0 0-18 15,0 0 30-15,-12 0-4 16,-22 13 6-16,-13 15-119 15,13-5-59-15,0-7-355 16</inkml:trace>
  <inkml:trace contextRef="#ctx0" brushRef="#br0" timeOffset="59649.4">22083 3320 118 0,'0'0'101'0,"0"0"-43"16,0 0 80-16,0 0-32 15,0 0-69-15,133 29 12 0,-92-29 7 16,5 0 15-1,-5-25 51-15,-1-7-4 0,-12 9-63 16,-16-14-19-16,-6 0-22 16,-6 9-14-16,0 5-3 15,0 10-1-15,-18 10-13 16,-16 3 3-16,-13 0 0 16,1 0-36-16,-10 24-113 15,19 4-49-15,9-13-166 16</inkml:trace>
  <inkml:trace contextRef="#ctx0" brushRef="#br0" timeOffset="60050.74">22926 3269 532 0,'0'0'289'0,"0"0"-288"16,0 0-1-16,0 0-89 15,0 0-206-15</inkml:trace>
  <inkml:trace contextRef="#ctx0" brushRef="#br0" timeOffset="60798">22926 3269 368 0,'469'-166'99'0,"-469"166"-85"16,0 0 22-16,0 0-34 16,0 0 2-16,0 0 2 15,0 0 21 1,24 0-26-16,17 0 17 0,-13 0 19 16,3-3 42-16,-10-18-2 15,7-2-31-15,-22-2 41 16,1 1-13-16,-7 4-32 15,0-4-41-15,0 17-1 16,-34-6-6-16,-1 13 1 0,-17 0-14 16,-1 0-46-1,7 20 4-15,11 20 56 0,17-7 4 16,18-5-40-16,0-8 19 16,0-9-53-16,31-6-7 15,25-5 16 1,-19 0 54-16,3 0 9 0,-6 0-13 15,-6-13 12-15,-15 1 6 16,8 1-9-16,-21 3 14 16,0 3-5-16,0 5 10 15,0 0 3-15,0 0 23 16,0 0 1-16,0 0-12 16,0 8-21-16,0 5 11 15,0-1-14-15,6-1 1 16,7 2-4-16,-1 2-1 0,16-2-14 15,-15-1 7-15,2 4 2 16,-3-5 6-16,-5 6 4 16,-7-9-1-16,0-5 38 15,0 6 40-15,0-5 6 16,0 4-16-16,-28 4-51 16,-19-4-20-16,16 4-28 15,-3 4-23-15,0 0-47 16,0-4-82-16,0 4-342 15</inkml:trace>
  <inkml:trace contextRef="#ctx0" brushRef="#br0" timeOffset="61365.3">24061 3256 212 0,'0'0'460'16,"0"0"-267"-16,0 0-21 15,0 0-98-15,0 0-73 16,0 0 6-16,-12 0-2 16,6 0-10-16,-10 0-10 15,16 0 15-15,0 0-3 16,0 0-20-16,0 0-122 16,0-4-249-16</inkml:trace>
  <inkml:trace contextRef="#ctx0" brushRef="#br0" timeOffset="61593.86">24061 3256 503 0</inkml:trace>
  <inkml:trace contextRef="#ctx0" brushRef="#br0" timeOffset="61964.11">24061 3256 503 0,'481'-89'115'0,"-447"61"-13"0,-6-3 19 15,18-5-55-15,-11 0-51 16,-17 7-12-16,-12 9-2 15,1-4 1-15,-7 4-4 16,0-8-9-16,0 12 8 16,0-4-4-16,0 12 6 15,-13 4 2-15,-27 4 13 16,27 0 57-16,-8 0-46 16,-4 0 19-16,25 4-29 15,-6 12-13-15,6 9-2 0,0-10-3 16,0 6-26-16,0 6-9 15,6-7-28 1,25 13 48-16,-3-5 12 16,12-5 10-16,-12 1-10 0,-16-7 12 15,7-1-11-15,3 0 9 16,-4 4-4-16,4-4 14 16,-16 8 30-16,-6 0 11 15,0-4-13-15,0 12-1 16,-46-4-41-16,-22-12 10 15,15-12-10-15,0-4-3 16,19 0-50-16,15-4-115 0,4-23-78 16,15-6-409-16</inkml:trace>
  <inkml:trace contextRef="#ctx0" brushRef="#br0" timeOffset="65394.81">19677 3806 262 0,'0'0'45'0,"0"0"20"0,0 0 32 16,0 0-24-16,0 0-2 15,115 11 5-15,-103-11-8 16,16 0-34-16,-3 0-9 15,9 0 19-15,12 0 63 16,-5 0-70-16,11 0-12 16,-11 0-8-16,-1-3 16 15,0-2-23-15,-6 5 16 16,25-3-11-16,22-5-8 16,0-9-3-16,12-2 4 15,15-1-9-15,-9-1 7 0,-12 9-9 16,-12 1 7-1,-17 2-8-15,-5 5 8 0,-6-4-4 16,-1 4 0-16,10-1 0 16,-3 2-5-16,6 3 13 15,3-3-11-15,18-2 8 16,-8 1-10-16,2-12 9 16,7 8-4-16,-1-8 3 15,1-1 1-15,-16 6 0 16,-3-6 7-16,-9 14-12 15,-13-10 8-15,13 6-4 16,-1 3-2-16,4-5 1 0,-3 1 1 16,0 0-3-16,15-7 4 15,3-6-2-15,-3 6-4 16,7 2 10-16,-16 2-12 16,-13 6 12-16,7 5-14 15,-7 0 7-15,-5 0-2 16,15 0 1-16,3 0-5 15,-1 0 4-15,11 0-8 16,-1-7 6-16,-9-1-2 16,15 0 0-16,-21 3 10 15,-7 5-15-15,-11 0 9 16,-1 0-1-16,3 0-1 16,3 0 6-16,0 0-7 15,7 0 11-15,-7 0-13 16,7 0 15-16,-7 0-16 0,-6 0 14 15,0 0-9-15,-6-3 2 16,-3-2 0-16,3 5-2 16,-3 0 6-16,9 0-10 15,6 0 16-15,0 0-16 16,7 0 13-16,-7 0-14 16,1 0 2-16,5-4-10 15,-6-4-15-15,7-3-10 16,-7-2 27-16,-6 9 10 15,0 0 3-15,-9 4 0 0,3 0 23 16,0 0-20 0,-3 0-1-16,3 0-2 0,6 0 0 15,-3 0-3 1,3 0-2-16,-12 0 2 0,-16-4-13 16,-6 4 3-16,0 0-64 15,0 0-121-15,0 0-141 16</inkml:trace>
  <inkml:trace contextRef="#ctx0" brushRef="#br0" timeOffset="66679.6">20164 4022 265 0,'0'0'217'0,"0"0"-155"16,0 0 50-16,0 0-29 15,0 0-57-15,0 0 12 16,-59 0-28-16,53 0-4 0,6 0 10 16,-16 0 52-1,4 0 25-15,12 0-60 0,-13 0 1 16,13 0-26-16,0 0 5 16,0 3-13-16,0 10-1 15,0-5-11-15,25 12 11 16,3 0 1-16,0-4 0 15,-3 0-4-15,-4 1-3 16,-2-2 4-16,-3 1-10 16,-4 4 7-16,-6 1-2 15,-6 2 8-15,0 2-1 16,0-1 1-16,0 7 8 16,-6 2-5-16,-41 3 7 15,7-8-9-15,6 0-2 16,0-4-42-16,15-16-2 0,-2 0-46 15,8-8-29-15,-15 0-89 16</inkml:trace>
  <inkml:trace contextRef="#ctx0" brushRef="#br0" timeOffset="66912.66">20058 4082 475 0,'0'0'201'0,"0"0"-188"0,0 0-13 0,0 0 8 15,0 0 3-15,0 0-11 16,239-57-20-16,-205 50-127 15</inkml:trace>
  <inkml:trace contextRef="#ctx0" brushRef="#br0" timeOffset="67161.91">20058 4082 879 0</inkml:trace>
  <inkml:trace contextRef="#ctx0" brushRef="#br0" timeOffset="67210.17">20058 4082 879 0,'413'68'138'0,"-404"-68"-82"0,10 0-36 0,2 0-127 16,-2 0-145-1,-7 0-173-15</inkml:trace>
  <inkml:trace contextRef="#ctx0" brushRef="#br0" timeOffset="67861.02">21007 3801 234 0,'0'0'331'0,"0"0"-323"15,0 0 39-15,0 0 7 16,0 0-29-16,0 80-14 15,-6-63 16-15,0-13-21 16,-10 3 0-16,16-2-5 16,0-2 30-16,0 5-18 15,0-3-10-15,0 7 7 0,0-9-3 16,0-3-12-16,41 5 10 16,-14 3-4-16,-2-4 5 15,3-4-3-15,-15 8-2 16,8-4 0-16,-8 0-2 15,-7-4-9-15,3 0-5 16,-3 4-30-16,-6-4 23 16,0 4 12-16,0-4 8 15,0 0-13-15,0 0-5 16,0 0 13-16,0 3 7 16,0 2 12-16,0-1 5 15,0 8 10-15,0 3-20 0,0 6 41 16,0 3-23-1,0 8 1-15,0 4-25 0,0 0 16 16,0 0-13-16,0 0 8 16,-6-11-12-16,-3-9-7 15,9-12-31-15,0-4-142 16,0 0-250-16</inkml:trace>
  <inkml:trace contextRef="#ctx0" brushRef="#br0" timeOffset="68675.2">21801 3693 189 0,'0'0'230'16,"0"0"-80"-16,0 0 4 0,0 0-53 16,0 0-48-16,0 0-21 15,56 0-4-15,-16 0-22 16,7-16-6-16,-7 12 0 15,-9 4-8-15,-9 0 7 16,-16 0-23-16,-6 4 24 16,0 25 10-16,0 7 31 15,-6 0-37-15,-29 0-2 16,11-5-2-16,2-11-2 16,10-4 2-16,12-3-33 15,0-9 21-15,0-4-27 0,0 0 10 16,0 0 0-16,0 0 9 15,6 0 1-15,-6 4 11 16,6 3 8-16,-6 1 2 16,0 5 56-16,0 2-3 15,0 2 22-15,0 3-47 16,0 0-14-16,0-12-16 16,0 0-7-16,-6-1-9 15,-22 2-29-15,3-1 9 16,-15 0-52-16,18 4-59 15,-12-4-43-15,34-4-241 16</inkml:trace>
  <inkml:trace contextRef="#ctx0" brushRef="#br0" timeOffset="69360.05">22492 3629 484 0,'0'0'159'0,"0"0"-111"16,0 0-11-16,0 0-5 0,0 0-18 16,0 0 27-1,72-28-29-15,-38 28 10 0,-22 0-14 16,-6 0 4-16,-6 0 23 15,0 0-15-15,0 0 10 16,0 16-3-16,-6 24-1 16,-34 1-17-16,9 10-6 15,-16 1 5-15,26 0-8 16,8-7 1-16,13-18 17 16,0-10-18-16,0-14 7 15,13-3-16-15,27 0 18 16,6 0-7-16,-5 0 2 0,5 0-3 15,-12-3 2 1,13-5-6-16,-13 8 3 0,-9 0-2 16,9 0-14-16,-12-4-106 15,-4-12-123-15,4 0-313 16</inkml:trace>
  <inkml:trace contextRef="#ctx0" brushRef="#br0" timeOffset="69891.07">23593 3770 173 0,'0'0'10'0,"0"0"88"0,0 0 95 0,0 0-10 16,0 0 4-16,0 0 23 16,0-25-128-16,0-7-42 15,0-8-15-15,0 12 3 16,0 0-3-16,0 7-23 15,0 6-1-15,0-1 4 0,-19 3-10 16,-8 10-13 0,-1-1 14-16,3 4-14 0,-3 0 18 15,-6 0 3 1,9 0 2-16,-3 23-10 0,3 5-30 16,-9-3-118-16,-6 7-322 15</inkml:trace>
  <inkml:trace contextRef="#ctx0" brushRef="#br0" timeOffset="70273.59">23153 3742 561 0,'0'0'270'0,"0"0"-53"0,0 0-81 15,0 0-66-15,0 0-36 16,0 0-33-16,0 0-1 16,0 0-31-16,0 0-44 15,0 0-227-15,0 0-177 16</inkml:trace>
  <inkml:trace contextRef="#ctx0" brushRef="#br0" timeOffset="70906.98">22291 3878 522 0,'0'0'189'0,"0"0"-68"16,0 0 9-16,0 0-77 15,0 0-11-15,0 0-39 16,0 0-3-16,0 0-11 16,0 0-36-16,0 0-106 15,0 0-20-15,6 0-283 16</inkml:trace>
  <inkml:trace contextRef="#ctx0" brushRef="#br0" timeOffset="71457">21581 3974 237 0,'0'0'349'0,"0"0"-326"0,0 0 43 16,0 0-53-16,0 0-13 16,0 0-111-16,34 4-159 15</inkml:trace>
  <inkml:trace contextRef="#ctx0" brushRef="#br0" timeOffset="71906.2">20573 4318 780 0,'0'0'317'0,"0"0"-312"16,0 0-4-16,0 0-1 15,0 0-84-15,0 0-127 16,59-19-232-16</inkml:trace>
  <inkml:trace contextRef="#ctx0" brushRef="#br0" timeOffset="76370.89">19944 4315 41 0,'0'0'110'0,"0"0"-54"16,0 0-27-1,0 0-2-15,0 0 33 0,0 0-24 16,0-16-28-16,0 16-7 16,0 0-1-16,0 0 0 15,0 0-29-15,0 0 29 16,0 0 18-16,-7 0 83 16,7 0-1-16,-12 0 9 15,6 0-40-15,-4 0-47 16,10 0-22-16,-6 0-3 15,6 0-3-15,-6 0 2 0,0 0-3 16,6 0 14 0,-6 0-1-16,-10 0 7 0,16 0 22 15,-6 0-12-15,6 0-8 16,0 0 11-16,0 0-19 16,-6 0 24-16,0 8-14 15,6-5 25-15,-7 2-14 16,7-2 23-16,0-3-35 15,0 5-14-15,-6-1-2 16,6 0 0-16,-6 8-2 16,-10-4-13-16,10 4 8 15,0-4 13-15,0-4-8 16,6 0 4-16,0-4 7 16,0 0-6-16,0 0-2 15,0 0 1-15,0 0 2 0,0 0 2 16,0 0-1-16,-6 0 6 15,-4 3-11-15,4 10 21 16,-6-5-10-16,6 4 11 16,6-4-16-16,-7 4-1 15,-8-4-10-15,15 0 10 16,0-3-5-16,0-5 6 16,0 0-1-16,0 0-5 15,0 0 25-15,0 0-16 16,0 0 1-16,0 0-3 15,0 0-2-15,0 0-9 16,0 0 10-16,0 0-12 0,0 0 12 16,0 0-10-1,0 0 4-15,0 0-3 0,28-13-1 16,24-15 4 0,23-12 6-16,12-8-2 0,18-8 0 15,10-5 5-15,0-3-13 16,-10 9 10-16,-12 2 0 15,-25 9-6-15,-21 12-1 16,-19 15 1-16,-16 14-7 16,-12-5 1-16,0 8-4 0,0 0 9 15,0-4-29 1,0-9-31-16,0-2-67 0,0-1-449 16</inkml:trace>
  <inkml:trace contextRef="#ctx0" brushRef="#br0" timeOffset="77752.71">21829 3452 30 0,'0'0'176'0,"0"0"-164"16,0 0 3-16,0 0 39 15,0 0 38-15,0 0-20 16,-28 13-35-16,28-13 11 16,0 0-42-16,0 0-4 15,0 0 40-15,0 0-19 16,0 0 18-16,0 0-27 0,0 0 26 15,0 0 13-15,0 3 11 16,-6-3-10-16,6 0 5 16,0 0-6-16,0 0-22 15,0 0 1-15,0 0-24 16,0 0 17-16,0 0-20 16,0 0 16-16,0 0-12 15,6-8 17-15,28-20-26 16,13-4 1-16,-1-8-1 15,16-4 2-15,3 0-2 16,-25 0 3-16,16 8-4 16,-37 8 7-16,21 8 2 0,-27 4-1 15,2 11 1-15,-9 2-8 16,-6-9-22-16,19-4-25 16,3-12-67-1,9-5-243-15</inkml:trace>
  <inkml:trace contextRef="#ctx0" brushRef="#br0" timeOffset="79199.98">22170 2414 218 0,'0'0'165'0,"0"0"-151"16,0 0 35-16,0 0-12 16,0 0-35-16,0 0 11 15,0-5 6-15,0 5 16 16,0 0 23-16,0 0 0 15,0-7-6-15,0 3-52 16,0 0 0-16,0 4-12 16,0 0 12-16,0 0-23 0,0 0 23 15,0 0 7-15,0 0 30 16,0 0 18-16,0 0-15 16,0 0-7-16,0-5-29 15,0 2-8-15,0 3 7 16,0-5-5-16,22 5 2 15,-10 0 0-15,0 0 1 16,10 0 3-16,-10 0-6 16,7 0 13-16,-3 5-22 15,-10 11 7-15,-6 4 3 16,0 0 1-16,0 8 3 16,-6 0 5-16,-16 0-6 0,3 4 34 15,-2-4-33-15,8-4 4 16,1-4-6-16,6 0-1 15,6-7 3-15,0-2-6 16,0-6 1-16,0 7-4 16,0-9 5-16,0 2 2 15,0-5-2-15,0 0 7 16,24 0 11-16,-2 0 1 16,3 0 20-16,-3 0-38 15,-10 0 0-15,-6 0 0 16,16 0-25-16,-16 0-4 15,0 0-26-15,-6 0 18 16,0 0-20-16,0 0 16 0,0 0-62 16,0-5-196-1</inkml:trace>
  <inkml:trace contextRef="#ctx0" brushRef="#br0" timeOffset="84394.19">21153 4030 297 0,'0'0'95'15,"0"0"-12"-15,0 0-44 16,0 0-9-16,0 0-10 0,0 0 12 15,0 0 17 1,0 0-13-16,0 0 47 0,0 0 11 16,0 0-32-16,0 0-31 15,0 0-31-15,0 0-3 16,0 0-9-16,0 0-6 16,0 0 14-16,0 0 8 15,0 0-2-15,0 0 29 16,0 0-20-16,0 0-2 15,0 0-9-15,0 0-2 16,0 0-30-16,0 0 32 16,0 0-11-16,0 0 8 15,-6 0 6-15,6 0 1 0,-7 0 14 16,7 0-10-16,-6 0-8 16,0 0 2-16,-9 0-10 15,15 0 16-15,-7 0-6 16,1 0-2-16,6 0 7 15,0 0-2-15,0 0 0 16,-6 0 5-16,6 0-7 16,-6 0 29-16,0 0-28 15,-4 0 11-15,10 0-13 16,0 0 1-16,-12 4-3 16,12-4-4-16,0 0 1 15,0 0-25-15,0 0 9 16,0 0-28-16,0 0 37 0,0 0-5 15,0 4 12-15,0 0-5 16,0 0 6 0,0 0 1-16,0 1-4 0,0-5-3 15,28 0-9-15,-16 0 17 16,1 3 0-16,8-3 3 16,-8 0 4-16,2 4 36 15,4-4-16-15,9 4 0 16,-4-4-20-16,11 0-4 15,-1 0 0-15,0 0-1 0,-3 0-2 16,-3 0 5 0,-16 0-7-16,10 0 4 15,-4 0 14-15,-2 0 3 16,9 0-11-16,9 0 0 0,0 0-4 16,-3 0-6-16,-3 0 10 15,-6 0-13-15,9 0 12 16,-4-4-7-16,14 0 0 15,5-4 0-15,-5 0-1 16,-7 4 3-16,-9 0-5 16,-4 0 7-16,-15 4-15 15,-6 0 18-15,13 0-15 16,-13-5 14-16,6 5-10 16,16-7 4-16,-4-1 0 0,4 0-1 15,3 0 4-15,-3 3-10 16,-4-2 11-16,-9 7-9 15,-2-4 10-15,-7 4-5 16,0 0 3-16,0 0 10 16,0 0 1-16,0-4-13 15,0 0 5-15,0-4-3 16,0 8-6-16,0-4-2 16,0-9-25-16,-28 2-128 15,15-6-165-15</inkml:trace>
  <inkml:trace contextRef="#ctx0" brushRef="#br0" timeOffset="85861.12">19122 3806 232 0,'0'0'106'16,"0"0"-24"-16,0 0 0 16,0 0-52-16,0 0-12 15,0 0-3-15,0 0-5 0,0 0-2 16,0 0 3-16,0 0 9 15,0 0 38-15,0 0 20 16,0 0 43-16,0 0-5 16,0 0-66-16,0 0-44 15,0 0 3-15,28-20-10 16,3-1 3-16,3-7 1 16,6 0 4-16,1-4-2 15,-1 4-2-15,-6-8-2 16,0 8-1-16,-15 0 0 15,15 8-2-15,-16-4 9 16,10-1-8-16,13-3 6 16,-1 4-6-16,0-7 3 0,1-5-4 15,17-9 4-15,-5 5-2 16,3 0 0-16,-25 20 0 16,-3 4-6-16,-16 3 16 15,-6 6-19-15,10-6 16 16,3-3-12-16,2 5 6 15,-8-6-1-15,-1 9 0 16,-12 5 1-16,0 3 1 16,0 0-2-16,0 0 29 15,0 0-12-15,0 0-11 16,0 0-1-16,0 0-10 16,6-8 2-16,10 4-3 0,-16-4-2 15,6 8 16-15,-6 0-6 16,0 0 0-16,0 0 40 15,0 0-23-15,0 0-7 16,0 0-12-16,0 0-9 16,0-5-7-16,6 2-49 15,-6-5-13-15,0-4-112 16,0 7-184-16</inkml:trace>
  <inkml:trace contextRef="#ctx0" brushRef="#br0" timeOffset="91407.45">22244 4025 158 0,'0'0'25'0,"0"0"-25"16,0 0-14-16,0 0 14 15,0 0 54-15,0 0 103 16,0 0 11-16,6-23-19 16,-6 23-27-16,0 0-9 15,0 0-47-15,0 0-44 16,0 0-17-16,0 0-3 16,0 0-2-16,0 0 6 0,0 0 18 15,0 0-2-15,0 0 19 16,0 0-33-16,0 0-8 15,0 0-4-15,0 0-7 16,0 0-18-16,0 0 14 16,0 0 3-16,0 0 12 15,0 0 3-15,0 0-1 16,0 0 9-16,0 0-6 16,0 0-4-16,0 0-1 15,0 0 0-15,0 0 0 16,0 0 1-16,0 0-1 15,0 0 0-15,0 0-3 16,0 0 8-16,0 0-4 16,0 0 4-16,0 0-10 15,0 0 1-15,0 0 2 0,0 0-7 16,0 0 3-16,0 0 4 16,0 0 2-16,0 0-4 15,0 0 8-15,0 0 15 16,0 0-17-16,0 0 10 15,7-16-12-15,14-8 0 16,4-8 6-16,16-17-5 16,-1-3 5-16,0-4 0 15,0 4-5-15,-12 16 5 16,-15 13-7-16,-7 10 2 0,0-4-1 16,0 6 0-1,1-5-16-15,8-1-8 16,10 2-35-16,-3 7-121 0,-16-5-124 15</inkml:trace>
  <inkml:trace contextRef="#ctx0" brushRef="#br0" timeOffset="92872.21">22043 2779 242 0,'0'0'130'0,"0"0"-97"0,0 0 13 15,0 0-20-15,0 0-26 16,0 0 0-16,0 0-5 16,0 0 5-16,0 3 7 15,0-3 17-15,0 0 11 16,0 0 3-16,0 0 15 16,0 0 19-16,0 5-13 15,0-5-10-15,-6 4-49 16,6-4 0-16,0 4-4 15,0-4 4-15,0 0-4 16,0 0 8-16,0 0 24 0,0 0-1 16,0 0 10-1,0 0-20-15,0 0 1 0,0-4-5 16,6-16-7-16,34-8 3 16,-6 0 3-16,0-8 28 15,19-8-32-15,0 3 11 16,-7-7-17-16,-5 8 0 15,-7 8-2-15,-16 16 0 16,-12 8 1-16,4 3 3 16,-10 5-8-16,0 0 8 15,0 0-9-15,0 0 5 16,12 0-7-16,-6-3-72 0,-6-1-140 16,0 4-258-16</inkml:trace>
  <inkml:trace contextRef="#ctx0" brushRef="#br0" timeOffset="108940.71">17900 5317 503 0,'0'0'146'0,"0"0"-95"16,0 0 72-1,0 0-47-15,0 0-25 0,0 0-20 16,0 0 23-16,0 0-39 16,-21 12 12-16,21-12 9 15,0 0 14-15,0 0-30 16,0 0-2-16,0 0-3 16,0 0-14-16,0 0 30 15,0 0-17-15,0-23 3 16,0-10-16-16,0-6-2 15,0-18 2-15,0-3-3 16,0 0 1-16,0-4-15 16,0 12 6-16,0 16-28 15,0 11 28-15,0 17-28 0,0 8 38 16,0 0-1-16,0 0 1 16,-7 16-14-16,-21 12 14 15,4 5 1-15,2-5-1 16,3-4-31-16,4-4-35 15,2 0-104-15,1-9-142 16</inkml:trace>
  <inkml:trace contextRef="#ctx0" brushRef="#br0" timeOffset="109689.96">18220 5145 333 0,'0'0'37'16,"0"0"-37"-16,0 0-7 15,0 0 2-15,0 0-2 16,0 0 2-16,0 0 10 0,0 4 18 16,0-4 82-16,0 0-33 15,0 0 23 1,0 0-71-16,0 0-19 15,0 0 24-15,0 4 57 0,0-4-55 16,0 4 22-16,0-4 20 16,0 0 8-16,0 11-55 15,0-6-1-15,0-1-5 16,0-4-12-16,0 0-8 16,0 0 9-16,0 0-2 15,0 0 17-15,0 0 17 16,0 0-10-16,0-4-5 15,0-20-26-15,0-21-2 0,0-10-4 16,34-17-24 0,0-5-5-16,12-3-51 0,-15 8 27 15,-15 12 0-15,-4 11 11 16,-12 30-26-16,0 19 53 16,0 0 21-16,0 0 25 15,0 19 10-15,-40 30-25 16,-7 2 10-16,1 2-6 15,40-17-14-15,6-20-95 16,0-4-212-16</inkml:trace>
  <inkml:trace contextRef="#ctx0" brushRef="#br0" timeOffset="110307.26">18781 5068 681 0,'0'0'120'16,"0"0"-14"-16,0 0 40 16,0 0-88-16,0 0-55 15,0 0-5-15,0 0 2 16,0 0-13-16,0 0 13 16,0 0 2-16,0 5 31 15,-13-5-29-15,-2 0-1 16,15 4-3-16,0-4-18 0,0 0-85 15,0 0-180-15,0 0-243 16</inkml:trace>
  <inkml:trace contextRef="#ctx0" brushRef="#br0" timeOffset="111089.05">19230 4852 68 0,'0'0'284'15,"0"0"-133"-15,0 0-28 16,0 0-30-16,0 0-54 16,0 0-3-16,-49 33-22 15,49-33-4-15,0 0-5 16,0 0 23-16,22-8 60 15,-10-9-19-15,3-7-26 0,-8 4-23 16,11-8-17 0,-5-4-3-16,-4 0-16 0,-3 11-46 15,-6 6-27-15,0 15 33 16,0 0 42-16,0 7-21 16,-28 34 27-16,3 3 7 15,-2 4 2-15,20-16 33 16,7-4-1-16,0-8-1 15,0-4-32-15,0-8-2 16,25-4-19-16,9-4 12 16,0 0 9-16,-6 0 0 15,3 0-4-15,-9-15-7 16,-3 7 7-16,-13 0-24 0,3-1 17 16,-9 1 9-1,0 8-1-15,6 0 6 0,-6 0-3 16,0 0 35-16,0 0 34 15,0 0 8-15,0 0-44 16,0 4 1-16,13 12-33 16,-1-3 6-16,-3 2-7 15,16 1 0-15,-19-8-12 16,10 4 5-16,-16 1 2 16,0 3 4-16,0-1 0 15,0 10 2-15,-22-6 23 16,-12 9-6-16,-6-7-4 15,9-5-8-15,9-4-6 16,10-4-7-16,-1 0-15 0,-2-4-13 16,-4 7-117-16,4-6-49 15,2-5-169-15</inkml:trace>
  <inkml:trace contextRef="#ctx0" brushRef="#br0" timeOffset="111471.74">20046 5049 497 0,'0'0'169'0,"0"0"-29"15,0 0 3-15,0 0-79 16,0 0-19-16,0 0-35 15,6 0-1-15,-21 0-9 0,2 0 0 16,13 0-5 0,0 0 5-16,0 0-31 0,0 0-164 15,0-12-166-15</inkml:trace>
  <inkml:trace contextRef="#ctx0" brushRef="#br0" timeOffset="111699.02">20046 5049 289 0</inkml:trace>
  <inkml:trace contextRef="#ctx0" brushRef="#br0" timeOffset="111988.28">20046 5049 289 0,'378'-164'27'0,"-322"131"141"16,-3-8-73-16,-7-2 30 15,-12-9-100-15,-15 0 28 16,-4 3-25-16,-15-2-25 0,0 15-3 15,0 7 4-15,0 5-5 16,-9 8 8-16,-16 8-14 16,-3 8-12-16,4 0-12 15,2 0 31-15,3 8 16 16,19 28 2-16,0 12 8 16,0 1-17-16,0 11-9 15,7-9-10-15,27-2-77 16,12-1-17-16,-6-20 25 15,-9 4 29-15,-3-4 34 16,-15 0 16-16,2-3 25 16,-9-9-9-16,-6-8-16 15,0-5 1-15,0 1-1 16,0 4 0-16,-21 5-30 16,-32-5-360-16</inkml:trace>
  <inkml:trace contextRef="#ctx0" brushRef="#br0" timeOffset="138351.1">9944 1652 598 0,'0'0'50'0,"0"0"-50"16,0 0 14-16,0 0 42 15,0 0 9-15,0 0 10 16,0 0-40-16,0-8-30 0,0 8 2 16,0 0 22-1,0 0 17-15,0 0-38 0,0 0 12 16,0-8-6-16,0 8 40 15,0 0-41-15,0 0-9 16,0 0 2-16,0 0-6 16,0 0 0-16,6 0-4 15,-6 0-6-15,9 0 13 16,-9 0-11-16,13 0 10 16,-7 8-6-16,0 7 4 0,7 6 0 15,2-6 4 1,-9 6 6-16,0-4-10 0,-6-2 6 15,13 6-9-15,2-6 6 16,-2 9-5-16,-1 4 14 16,-12-4-21-16,0 1 16 15,16 6-7-15,-10-6 0 16,0 14 2-16,-6-6 1 16,0-5 0-16,13-4 21 15,-13-4-22-15,15-4 5 16,-3 4-3-16,7-4-6 15,3 4 2-15,-4 0 0 16,-11 4-6-16,2 4 15 16,-3-8-11-16,0 1 11 15,-6-2-12-15,0-7 11 0,0 13-13 16,0-9 6-16,0-8-1 16,0 8 0-16,0 4 4 15,0 0-8-15,0-9 14 16,6 6-16-16,-6-9 14 15,7 3-16-15,-7 2 8 16,15-1-5-16,-9-1-9 16,1 6 13-16,-1 3 0 15,0 9 1-15,6 2 2 16,-2-3 2-16,2 4 5 16,0-15-3-16,16-1-12 15,-21-1 3-15,27-10 2 16,-10-2 1-16,-2 2 0 0,6-2-4 15,-3 6 14-15,3-6-17 16,12 10 18-16,0-5-16 16,-9 0 10-16,4 0-5 15,17-4 0-15,-11-4 3 16,21 0-2-16,-16 0 4 16,1 0-8-16,-7 0 12 15,13 0-15-15,-13 3 15 16,19 2-12-16,-3-2 3 15,3-3 0-15,3 0 0 16,-4 0 1-16,8 0-3 16,8-3 6-16,-12-13-4 15,-9 7 9-15,-13 6-18 16,7 3 14-16,-7 0-7 0,0 0 2 16,13-5 0-1,15 2 4-15,-3-2 1 0,16 2-2 16,-7-2 4-16,-2 5-8 15,-4 0 4-15,-3 0 4 16,-3 0-7-16,3 0 6 16,-3 0-6-16,3-3 7 15,-3-6-11-15,3 1 10 16,10 5-9-16,-1-14 10 16,-15 14-10-16,9 3 7 0,-15 0-6 15,15 0 2-15,-3 0 0 16,10 0 0-16,18 0 6 15,-13 0-12-15,20 0 13 16,-14 0-15-16,17 0 18 16,-16-5-15-16,-1-6 6 15,-14 6-2-15,-10 5-3 16,3-8 4-16,-3 8-1 16,3 0 3-16,-3 0-5 15,9 0 8-15,4 0-10 16,11 0 7-16,1 0-5 15,0 0 3-15,-6 0 0 16,-7 0 1-16,-9 0 3 16,-9 0-8-16,-3 0 8 15,0 0-5-15,5 0 4 0,17 0-3 16,-1 0 0-16,13 0-2 16,0 0-1-16,0 0 3 15,-7-4 0-15,-27 4 7 16,0 0-11-16,-13 0 8 15,-12 0-7-15,12 0 8 16,-6 0-10-16,13 0 5 16,-1 0 0-16,13 0-2 15,3-4 6-15,3-8-8 16,-3 12 8-16,-15 0-7 16,-7 0 12-16,7 0-17 15,-7 0 9-15,7 0-1 16,-7 0 0-16,19 0 1 15,-6 0-5-15,9 0 8 0,-16 0-15 16,-6 0 22-16,-9 0-19 16,3 0 13-16,1 0-7 15,11 0 2-15,7 0 0 16,3 0-2-16,-4 0 4 16,13 0-8-16,-9 0 8 15,3 0-5-15,-12 0-2 16,-7 0 0-16,-12 0 6 15,-9 0-1-15,-7 0 0 16,3 0 0-16,4 0-6 16,3 0 16-16,9 0-18 0,3 0 20 15,0-3-22 1,0-5 16-16,-9 3-12 0,9 1 7 16,-6-4-1-1,-10 8 0-15,17-8 5 16,-14-4-12-16,16-4 14 0,-9-4-14 15,7 4 14-15,-1 0-4 16,-16-4 1-16,4 4-4 16,-3-9 9-16,2-2-8 15,4-5-2-15,9-4 3 16,-6 12-10-16,-3-9 19 16,-3 10-13-16,-10-6 4 15,0-7-2-15,4 8 0 0,-16 0 0 16,0 0 5-16,0 0 1 15,0 0-4 1,0-8 5-16,0 0-13 0,0-8 12 16,0 11-12-16,0 2 4 15,0-2 2-15,-16 6 2 16,4-6-1-16,6 5-1 16,0 4 1-16,6 0-3 15,-16 3 12-15,4-15-19 16,-1-3 13-16,-8 6-5 15,8-3 2-15,-9 16-1 16,10-4 0-16,0 4-1 16,-10-4-3-16,3 1 5 15,-2-2-11-15,-4 1 20 0,-3 8-15 16,-6-4 5 0,3 12 0-16,-16-1-1 0,19 2 4 15,-6-1-6-15,9 0 6 16,-9 0-6-16,0-8 12 15,-6 8-19-15,-7-9 8 16,1 9 2-16,6-3 3 16,-1 2-1-16,1 6 2 15,0-10 0-15,-7 5-8 16,7 1 10-16,0-1-15 16,5 8 18-16,4 0-16 15,-3 0 9-15,0 0-2 16,-6 0 0-16,-7 0 0 15,1 0-3-15,-7 0 9 0,7 0-12 16,-10 0 16-16,9 0-15 16,7 0 9-16,-6 0-6 15,5 0 2-15,-18 8-3 16,13-4 1-16,-7-1 4 16,-3 5-7-16,4-3 12 15,-7-2-11-15,3-3 13 16,-9 8-18-16,-3 5 12 15,-4-6-6-15,4 6 3 16,-6-1 0-16,2-4-1 16,4 0 4-16,0-8-12 0,9 8 18 15,0 0-8 1,3 0 3-16,-3 12-8 0,7-12 5 16,-10 4-1-16,-4 0 0 15,-20-4-2-15,11-8 1 16,-12 0 2-16,7 0-1 15,-1 0 5-15,-6 0-10 16,-6 0 5-16,19 0-1 16,3 0-3-16,2 0 4 15,10 0-1-15,7 0 9 16,-16 0-14-16,-7 0 17 16,10 0-16-16,-9 0 12 0,5 0-5 15,17 0-2 1,-1 0-1-16,6 0-1 0,7-8 4 15,-6 1-8 1,5-2 0-16,-11 1 0 0,5 0 12 16,-9-4-12-16,-3 12 9 15,7-8-3-15,-23 8 0 16,1 0 0-16,-1 0-7 16,-18 0 14-16,0 0-10 15,0 0 13-15,7 0-19 16,5 0 9-16,0 0-1 15,16 0 1-15,-15 0 0 16,5 0-1-16,1 0 9 16,-7 0-20-16,10 8 25 15,-4 8-20-15,1 0 18 0,9 0-14 16,12 0 8 0,3-12-8-16,19 1 3 0,-9-5-1 15,12 0-2-15,-12 0 6 16,-7 0-10-16,7 8 15 15,0-5-16-15,-7 9 15 16,1-8-10-16,6 0 3 16,-13 4-5-16,0-3 4 15,-15-5-6-15,-7 0 1 16,10 7 10-16,-9 1-11 16,21-8 14-16,1 8-13 15,-4 0 9-15,9-8-6 16,7 0 2-16,15 0-19 15,-3 0 2-15,0 0-16 0,16 0 2 16,-13 0 4-16,3 0 24 16,-24 16 8-16,24-7-6 15,-9-6 2-15,-9 2 0 16,12-5 4-16,-12 0-1 16,15 0 5-16,9 0-1 15,-2 0-14-15,2 0 0 16,-2 0 6-16,-10 0-10 15,9 0 11-15,-3 0-1 16,-2 0 4-16,-4 0-9 16,21 0 15-16,7 0-16 15,0 0 11-15,0 0-8 16,0 0-53-16,0 0-29 0,0 0-21 16,0 0 31-16,0 0 49 15,-12 0 20-15,-16 11 7 16,10 1 38-16,2-4-21 15,-3 0-12-15,13 0-7 16,-15 4 3-16,8-4-1 16,-15-3 8-16,28-5-6 15,0 0-2-15,0-28-62 16,0-41-305-16</inkml:trace>
  <inkml:trace contextRef="#ctx0" brushRef="#br1" timeOffset="166026.13">6301 11594 158 0,'0'0'143'0,"0"0"-132"0,0 0 70 0,0 0 3 16,0 0-78 0,0 0 39-16,0-33-45 0,0 30-6 15,0-1 6-15,0 4 48 16,0 0 43-16,0 0-31 16,-7 0 8-16,7 0-54 15,0 0-7-15,0-4-7 16,0 0-4-16,0 0-5 15,0 4 5-15,0 0 4 0,0 0 39 16,-6 0 39-16,6 0 3 16,0 0-20-1,0 0-54-15,0 0-7 0,0 0 0 16,0 0-1-16,0 0-6 16,0 0 7-16,0 0 15 15,0 0-15-15,0 0 21 16,0 0-16-16,0 0 21 15,13 0-15-15,27 0 30 16,6 0-41-16,16-4 3 16,-3-1-3-16,3 2 5 15,-9-2-11-15,-13 2 12 16,-6-2-13-16,-3-7 12 0,4 12-9 16,-8 0 8-16,4 0-7 15,-3 0 3-15,13 0 0 16,-1 0-3-16,0 0-4 15,7 0 4-15,-7 0-37 16,-6 0 39-16,-15-3-16 16,-4 3 14-16,-8 0 1 15,-7 0 2-15,12 0 0 16,-6-5 2-16,0 5-8 16,16-8 12-16,3 5-11 15,-3-5 11-15,2-1-6 16,-14 6 3-16,2 3 0 0,-12 0 2 15,0 0 33 1,0 0-2-16,0 0-21 0,0 0 12 16,0 0-21-1,0 0-9-15,0 0 8 0,0 0-9 16,0 0 4-16,0 0-8 16,0 0 8-16,0 0 0 15,0 0-7-15,0 0 14 16,0 0-16-16,0 0 20 15,0 0-20-15,0 0 9 16,6 0 0-16,-6 0 0 16,0 0-2-16,0 0 0 15,6 0 4-15,16 0-4 16,-9 0 6-16,5 0-6 0,-2 0 10 16,-4 0-16-16,-6 0 16 15,10 0-8-15,-10 0 0 16,0 0 0-16,7 0-3 15,8 0 6-15,4 0-1 16,31 0 1 0,3 0-3-16,-13 0 2 0,1 0-4 15,-25 0 1-15,2 0 1 16,10 0 0-16,1 0 3 16,-11 0-9-16,4 0 14 15,6 0-14-15,1 0 14 16,-4 0-14-16,-4 0 10 15,-14 0-4-15,-13 0 3 0,6 0-1 16,3 0-2-16,4 0 6 16,-1 0-13-16,-6 0 14 15,10 0-10-15,-10 0 7 16,0 0-5-16,0 0 1 16,7 0 0-16,2 0-2 15,-8 0 7-15,5 0-12 16,-6 0 18-16,3 0-18 15,-2 0 15-15,-7 0-13 16,6 0 11-16,-6 0-6 16,0 0 0-16,0 0 0 15,0 0 8-15,12 0-6 16,-6 0 15-16,-6 0-10 16,0 0 16-16,0 0-19 0,7 0 6 15,-7 0-10-15,0 0 0 16,0 0-2-16,0 0 5 15,0 0-11-15,0 0 18 16,0 0-15-16,0 0 13 16,0 0-15-16,0 0 8 15,0 0-1-15,0 0 0 16,0 0 0-16,15 0-3 16,4 0 5-16,-4 0-9 15,4 0 14-15,9 0-9 16,-10 0 9-16,4 0-12 0,-3 0 5 15,2 0 0 1,-2 0 0-16,21 0 5 0,1-8-11 16,-1 0 14-16,-6-5-16 15,-3 6 16-15,9-1-13 16,-6 3 8-16,-12 2-6 16,-9 3 2-16,5 0 1 15,-2 0-1-15,9 0 2 16,2 0-6-16,8 0 14 15,-4 0-14-15,9 0 11 16,-12 0-10-16,0 0 4 16,-4 0 0-16,11 0-2 0,5 0 4 15,6 0 2 1,13 8-3-16,-3 0 2 0,-16-5 8 16,-15-3-15-16,3 0 4 15,-28 0 0-15,13 4 0 16,-13-4 3-16,0 5 1 15,0-5-2-15,0 0 18 16,0 0-9-16,0 0 13 16,0 0-20-16,0 0 14 15,0 0-18-15,0 0 0 16,0 0 0-16,0 0 6 16,0 0-12-16,0 0 14 15,0 0-14-15,0 0 15 0,0 0-18 16,0 0 8-16,0 0-1 15,0 0 1 1,0 0 1-16,0 0 0 0,6 0-6 16,0 0 2-16,-6 0 1 15,0 0-2-15,0 0 8 16,0 0-6-16,0 0 3 16,0 0 0-16,0 0 3 15,15 0 2-15,-8 0-10 16,-1 0 10-16,6 0-18 15,4 0 21-15,-4 0-14 16,1 0 12-16,-4 0-8 16,-3 0 2-16,13 0 0 15,-7 0-2-15,10 0 7 16,6 0-12-16,-4 0 15 16,4 0-12-16,19 0 8 0,-13-5-4 15,-3 1 2-15,-3 4-2 16,-16-3 0-16,4 3 0 15,-4 0-7-15,7-8 14 16,-4 8-11-16,10 0 13 16,-16 0-12-16,10 0 3 15,-7 0-1-15,-5 0-2 16,2 0 3-16,-3 0-1 16,-6 0 2-16,0 0-5 15,6 0 8-15,-6 0-8 16,0 0 9-16,0 0-8 0,0 0 4 15,0 0-1 1,0 0 0-16,0 0 6 0,0 0-12 16,0 0 18-16,0 0-17 15,0 0 10-15,0 0-9 16,0 0 8-16,0-5-5 16,0 5 2-16,0 0 0 15,0 0-1-15,0 0-3 16,0 0-3-16,0 0 10 15,0 0-12-15,0 0 11 16,0-3-3-16,0 3 2 16,0 0 0-16,0 0-2 0,0 0-5 15,0 0 0 1,7-9-3-16,-7 9 0 0,12 0 16 16,3 0-14-16,-15 0 9 15,19 0-3-15,-13 0 0 16,22-4 0-16,-15 0-3 15,14-4 4-15,-14 0-9 16,2 8 8-16,4-3-4 16,0 3 4-16,-4 0 0 15,-3 0-6-15,16 0 5 16,13 0-1-16,-16-5 4 16,21 5-4-16,1-15 5 15,-13 15-5-15,0-8 6 16,-6 0-8-16,-4 8 5 0,-2-5-1 15,-9 5 0-15,-13 0 0 16,12-4-4-16,3 0 9 16,-2 0-11-16,-1-4 13 15,-6 8-12-15,-6 0 12 16,0 0-8-16,0 0 2 16,0 0-1-16,0 0 0 15,0 0 6-15,0 0-12 16,0 0 10-16,0 0-12 15,0 0 11-15,0 0-11 16,0 0 15-16,0 0-11 16,0 0 4-16,0 0 0 15,0 0-1-15,0 0 5 16,0 0-9-16,0 0 12 16,0 0-15-16,0 0 16 0,0 0-16 15,0 0 8-15,0 0 0 16,0 0-1-16,0 0 6 15,0 0-12-15,0 0 14 16,0 0-15-16,0 0 15 16,0 0-14-16,0 0 12 15,0 0-5-15,0 0 0 16,0 0-3-16,0 0-1 16,0 0 8-16,0 0-12 15,0 0 17-15,0 0-18 16,0 0 14-16,10 0-12 15,-10 0 7-15,18 0-2 16,-11 0 2-16,14 0 0 16,-14 0-2-16,17 0 5 0,-8 0-12 15,2 0 9-15,-11 0-2 16,14 0 2-16,-14 0 0 16,20 0 0-16,-14 0 2 15,15 0-8-15,-16 0 12 16,1 0-8-16,-13 0 12 15,21 0-17-15,-15 0 14 16,7 0-12-16,-1 0 5 16,16 0-3-16,12 0 3 15,1 0 0-15,5 0-4 16,-5 0 12-16,-7 0-18 0,-16 0 18 16,-2 0-10-16,-4 0 2 15,1 0-4-15,-7 0 2 16,-6 0 1-16,0 0-2 15,0 0 6-15,0 0-1 16,0 0 4-16,0 0-8 16,0 0 9-16,0 0-8 15,0 0 2-15,0 0 5 16,0 0-6-16,6 0 4 16,-6 0-14-16,0 0 15 15,0 0-14-15,0 0 11 16,0 0-8-16,0 0 8 15,0 0-2-15,0 0 0 0,0 0 1 16,0 0-2-16,0 0 6 16,0 0-14-16,0 0 12 15,9 0-9-15,-2 0-12 16,5 0 7-16,0 0 11 16,4 0-1-16,-4 0 1 15,1 0 0-15,2 0-2 16,-9 0 8-16,7 0-17 15,-7 0 22-15,-6 0-17 16,22 0 7-16,-16 0-1 16,19 0 1-16,15 0 0 15,10 0-2-15,-4 0 7 16,1 0-10-16,-16 8 10 0,9-8-11 16,-6 4 11-16,-6-4-6 15,6 0 0-15,-15 0 0 16,15 0-3-16,0 4 6 15,-3 0-9-15,25 1 13 16,-10-5-14-16,1 0 17 16,-7 0-18-16,-15 0 9 15,-16 0-2-15,4 0 0 16,-13 0 1-16,0 0-3 16,0 0 8-16,0 0 1 15,6 0-2-15,-6 0 3 16,0 0-3-16,0 0-2 0,0 0-2 15,0 0-2-15,0 0-2 16,0 0 8-16,0 0-9 16,0 0 11-16,0 0-1 15,0 0-1-15,0 0 0 16,0 0-1-16,0 0-6 16,0 0 1-16,0 0 2 15,0 0 0-15,0 0 7 16,0 0-9-16,0 0 5 15,0 0-6-15,6 0-2 16,16 0 3-16,-4 0 0 16,4 0 2-16,9 0-2 15,-9 0 0-15,-4 8-5 16,23 0 8-16,-14-8-7 0,8 7 12 16,-4 1-11-1,9-3 7-15,6-2-4 0,1-3 0 31,9 0-5-31,3 0 5 0,-7 0-31 0,4 0 26 16,-16 0 14-16,1 0-6 16,-4 0 1-16,-3 0 7 15,0 0-9-15,-6 0 3 16,-3 0-3-16,9 0 5 16,-6 0-10-16,-3 0 10 15,3 0-15-15,-16 0 16 16,4 0-8-16,2 8 2 15,-5-3 0-15,8-2 11 0,4 1-5 16,3 0-4 0,12-4 6-16,-12 12-13 15,9-12 13-15,13 0-11 16,-19 5 8-16,9-5-7 0,-12 8 2 16,0-5 0-16,-9 1-3 15,-1-4 10-15,-8 0-13 16,8 0 12-16,-5 0 2 15,2 0-5-15,-9 0 6 16,22 0-6-16,-9 0 0 16,-1 0-3-16,-2 0 0 15,-10 0 0-15,0 0 6 0,-6 0-8 16,0 0 8-16,0 0-8 16,0 0 7-16,0 0-4 15,7 0-1-15,-1 0-3 16,3 0 2-16,-3 0 2 15,7 0-9-15,-13 0 18 16,12 0-17-16,-6 0 15 16,4 0-15-16,-4 0 7 15,-6 0 0-15,0 0 0 16,0 0 0-16,0 0-2 16,0 0 13-16,0 0-15 15,0 0 9-15,0 0-1 16,0 0 0-16,0 0 7 0,0 0-3 15,0 0-1 1,0 0 0-16,0 0-3 16,0 0-7-16,0 0 14 0,0 0-15 15,0 0 12-15,0 0-7 16,0 0 5 0,0 0-4-16,0 0 7 0,0 0-3 15,0 0 6-15,0 0-11 16,0 0 4-16,0 0 2 15,0 0-14-15,0 0 0 16,0 0 7-16,0 0-2 16,0 0 2-16,0 0 0 0,0 0 1 15,0 0-7 1,0 0 4-16,0 0-15 16,0 0-44-16,0 0 27 0,0-4-33 15,0-15-18-15,-16-6-343 16</inkml:trace>
  <inkml:trace contextRef="#ctx0" brushRef="#br1" timeOffset="170292.75">13488 11486 105 0,'0'0'233'0,"0"0"-154"0,0 0-13 0,0 0-37 0,0 0-23 16,0 0 23-16,0 0 13 15,-16 0 19-15,16 0 15 16,0 0 15-16,0 0-18 15,0 0-2-15,0 0-49 16,0 0-11-16,0 0-9 16,0 0 14-16,0 0-4 15,0 0 10-15,0 0 27 0,0 0-11 16,0 0 18-16,0 0-38 16,0 0 6-16,0 0-23 15,0 0 3-15,0 0-4 16,0-12 4-16,0-4-8 15,0 0 8-15,0-4-12 16,0 3 13-16,0 1-10 16,0-8 5-16,0 1-4 15,0-2-5-15,0 1 1 16,0 4 5-16,0-5-10 16,0 6 9-16,0 2 8 15,0 2-9-15,0-6 11 16,0-10-12-16,0-2 3 15,0-6-68-15,0 6 9 16,0 5 2-16,0 12 16 16,0 5 43-16,0 2 1 0,0-10 30 15,0 2-4-15,0-15-26 16,0-8-19-16,0 0-62 16,0 4-25-16,0 4 1 15,0 11 68-15,0 10 37 16,0 2 40-16,0 9 64 15,-12-8 1-15,0 0-39 16,5 5-56-16,7-2-9 16,0 2 9-16,0-1-7 15,0 4-6-15,0 0 6 0,0 0 3 16,0 0-6 0,0-8 20-16,0 8-14 0,0 0 15 15,0 0-7-15,0 0-13 16,0 0-1-16,0 0 2 15,0 0-8-15,0 0 14 16,0 0 13-16,0 0-21 16,0 0 13-16,0 0-12 15,0 0 8-15,0 0-9 16,0 0 1-16,0 0 0 16,0-5 2-16,0 2 12 15,0-5-11-15,0 8 8 16,0-5-10-16,0-3 8 15,0-4-10-15,0 1 0 0,0-2 0 16,0-2-12-16,0 2 12 16,0 1-3-16,0 1-6 15,0-2 18-15,0-3-14 16,0 0 8-16,0-4-3 16,0 0 0-16,0-5-3 15,0 6 0-15,0-1 2 16,0-5-8-16,0 2 0 15,0-1 4-15,7-1 5 16,-7 9 3-16,6-4 0 16,-6-8 7-16,0 4-8 15,0-4-2-15,0 0-4 16,0 4-40-16,0-4 18 0,0-4-13 16,6 8 2-16,-6 8-16 15,0-9 52-15,0 14 1 16,0-9 32-16,0 4-25 15,0-1-1-15,0 1 26 16,0 4-20-16,0-7-5 16,0 2-4-16,0 6-6 15,0-6 3-15,0 6 0 16,0-5-4-16,0 7 9 16,0 5-14-16,0 0 18 15,0 4-7-15,0 0-1 16,0 0 17-16,0-4-18 15,0-8-5-15,0 4 2 0,0-4-9 16,0 1 4 0,0 2 8-16,0 1 6 0,0 4-2 15,0-8 41-15,0 12-17 16,0-8-19-16,0 0-9 16,0 0-3-16,0-1-3 15,0 1-34-15,0 8 32 16,0 0 8-16,0 0-10 15,0 0 12-15,0-11-4 16,0-1-9-16,0 4 7 16,0-4 4-16,0 4 0 15,0 4 3-15,0 4 9 16,0-4 6-16,0-9-15 0,0-2-6 16,0 2-31-16,0-6-1 15,0-1-55-15,0-1 28 16,0 6 58-16,0-6 4 15,0 14 17-15,0-1 3 16,0 0 22-16,0-1-42 16,0 5-1-16,0-3-22 15,0-6-32-15,0 1-37 16,0-7-1-16,0 6 50 16,0-3 43-16,0 0 9 15,0 0 6-15,0-8-4 16,0-8-11-16,0 0-24 0,0-4-93 15,6 0-175 1</inkml:trace>
  <inkml:trace contextRef="#ctx0" brushRef="#br1" timeOffset="170804.72">13472 8992 135 0,'0'0'84'0,"0"0"-27"0,0 0 64 0,0 0-83 0,0 0 31 0,0 0-31 16,0-210-9-16,0 186 27 15,0 9 8-15,0 2-10 16,0 5-24-16,0-4-28 16,0-4-2-16,0-4-59 15,0 0-61-15,0-4 63 16,0 0-69-16,0 4 65 0,0 0 61 16,0 8 131-16,0 4-58 15,0 4 41-15,0 4-10 16,0-4-59-16,0-4-38 15,0 0-7-15,0-4-18 16,0-4-35-16,0 3 30 16,0 6 18-16,0 3-1 15,-6-5 5-15,-6 1 1 16,6 0 12-16,6-4-12 16,0-4-22-16,0 0-27 15,0 1 17-15,0 2 28 16,0 5-4-16,0 4 16 15,0 1 1-15,0 3 9 0,0 0 0 16,0 0-18 0,0 0-13-16,0 0 9 0,0 0-17 15,0 0-11-15,0 0 0 16,0 0 3-16,0-8-3 16,0-5-18-16,0 5 16 15,0-4 34-15,0 1-1 16,0-2-4-16,0-2-14 15,6 2-37-15,6-7-76 16,-6 4-35-16</inkml:trace>
  <inkml:trace contextRef="#ctx0" brushRef="#br1" timeOffset="170976.12">13472 7724 1 0,'0'0'415'0,"0"0"-415"0,0 0-11 0,0 0-119 0,0 0-70 16</inkml:trace>
  <inkml:trace contextRef="#ctx0" brushRef="#br1" timeOffset="171770.81">13472 7724 22 0,'-31'-265'436'0,"31"265"-412"15,0 0-24-15,0 0-13 16,0 0-62-16,7 0-19 0,-1 0 58 16,0-8 36-16,-6 4 14 15,0 4 71-15,0-4 90 16,0 4-77-16,0 0-44 16,0-4-37-16,0-4-17 15,0-5-30-15,0-2-74 16,0-1-33-16,0-4-46 15,0 4 40-15,0 0 143 16,0 8 120-16,0-4 24 16,0-4-24-16,0-4-120 15,0-8-9-15,0 4-141 16,0 4 54-16,0-5 33 0,0 17 63 16,12 8 54-16,-12-3 30 15,16 3 21-15,-10-8-55 16,0-5-38-16,1 1-12 15,-7-8-11-15,6-4 9 16,9-4-17-16,-15-4-11 16,13 0 30-16,-13 0 38 15,0 15 35-15,0-2 15 16,0-1 46-16,0 0-87 16,0-9-45-16,0-2-2 15,0-10 0-15,0 1-36 16,0-4 24-16,0 12 12 15,0 8 9-15,0 3 26 0,0 2 28 16,0 2 0-16,0-2-48 16,0-1-16-16,0-5 3 15,0-3 30-15,0 4-10 16,0 4-12-16,0 1-5 16,0 7 11-16,0 4 14 15,0-5-27-15,0 1 0 16,0 1 14-16,0-6-23 15,0 5 12-15,0 0 0 16,0 9-6-16,0 3 20 16,0 0 26-16,0 0-4 15,0 0-23-15,0 0-15 0,0 0-8 16,0 0 3 0,0 0-8-16,12 0-6 0,-12 0-4 15,6 0-10-15,-6 0 1 16,0 0 26-16,0 0 2 15,0 0 0-15,0 0 4 16,10 0-8-16,2 0-34 16,-6-9 27-16,-6 5-2 15,0 4 13-15,6-4 9 16,-6 4-1-16,0 0-7 16,0 0 6-16,0-13-14 15,0 6-30-15,16-13-252 16</inkml:trace>
  <inkml:trace contextRef="#ctx0" brushRef="#br1" timeOffset="174351.7">9978 7564 410 0,'0'0'161'0,"0"0"-69"0,0 0 59 0,0 0-12 0,0 0-104 16,0 0-7-16,0 0 10 16,0 56-11-16,0-20 23 0,-6 0-5 15,-41 24 6 1,-15 8-51-16,3 8 26 16,-27 21-11-16,5-2 9 15,-12-2-18-15,6-13 13 0,13-19-17 16,-1-10 7-16,10-10-9 15,25-5 4-15,-7-12-7 16,26-9 8-16,2-7-10 16,13-8-28-16,6 0-28 15,0 0-89-15,-16 0-159 16,-9 0-186-16</inkml:trace>
  <inkml:trace contextRef="#ctx0" brushRef="#br1" timeOffset="174837.93">8828 7916 571 0,'0'0'209'0,"0"0"-111"0,0 0 10 0,0 0-31 0,0 0-49 0,0 0-17 16,-7-8-11-16,14 8-5 15,27 0 5-15,18 0 26 16,1 8 32-16,15 20-39 16,13 4 6-16,12 5-23 15,6 7 10-15,10 0-3 16,5 8-9-16,-2 8 9 16,-10 0-9-16,10 9 8 15,-19-5-2-15,-6-4-11 16,-6-4 12-16,-7-8-11 15,-21-12 7-15,9-7-6 16,-31-14 0-16,9-2-29 0,-18-5-28 16,-10-8-66-16,0 0-137 15,-12 0-383-15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2047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5.68611" units="1/deg"/>
          <inkml:channelProperty channel="T" name="resolution" value="1" units="1/dev"/>
        </inkml:channelProperties>
      </inkml:inkSource>
      <inkml:timestamp xml:id="ts0" timeString="2026-06-30T23:16:19.65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1147 12601 250 0,'0'0'44'0,"0"0"8"0,0 0 137 0,0 0-103 0,0 0-48 16,0 0-15-16,0 0-20 16,-279-72 48-16,273 72 12 15,-10 0 21 1,4-5-21-16,6 2-35 0,-16-2-25 15,22-7-2-15,-12 12-2 16,-1-3-2-16,13 3-9 16,-6 0 19-16,6 0-14 15,0 0 10-15,0 0-9 16,0 0-8-16,0 0 12 16,0 0-2-16,0-5 4 15,0 5 7-15,0-8 7 16,0 8 25-16,0 0-36 0,0 0 22 15,0 0-17-15,0-8 7 16,0 8-15-16,0 0 1 16,0 0 11-16,0 0-1 15,0 0 10-15,0 0-16 16,0 0 12-16,0 0 2 16,0 0 24-16,0 0-34 15,0 0-3-15,0 0 0 16,0 0-5-16,0 0 10 15,0 0-6-15,0 0-9 16,0 0 13-16,0 0-18 16,0 0 0-16,0 24 6 15,0 32 3-15,0 13 1 16,0 11 11-16,0-8-9 0,0-8-6 16,0-4 15-16,0-4-24 15,0 8 25-15,0 8-23 16,0-3 17-16,0-5-7 15,0 8 0-15,0-15 3 16,0-18-7-16,0-11 9 16,0-20-18-16,0 1 23 15,0-5-21-15,0-4 19 16,0 4-13-16,0 4 5 16,19 0 0-16,21 8-3 15,0-1 11-15,13 10-15 16,15-5 22-16,13-4-26 15,-10 0 24-15,10-8-20 0,-19-4 9 16,-3 4-2 0,15 0 0-16,13 8-2 0,12 4-8 15,22 5 20-15,13 2-15 16,-1-2 13-16,34-10-9 16,-5-7 3-16,-23-8-4 15,-24 0 0-15,-63 0 2 16,-17 0 0-16,-23 8 4 15,7-8-18-15,2 5 29 16,26-2-29-16,12 6 29 16,28 2-26-16,33-6 17 15,-17-5-7-15,2 0 1 0,-18 0 0 16,-34 0-11 0,3 0 21-16,-32 0-21 0,-11 0 22 15,15 0-18-15,-7 0 15 16,10 0-9-16,16 0 1 15,3 0-4 1,-4-25-1-16,1 1 7 0,-16-7-15 16,-10-5 26-16,-8-5-1 15,-7-11-9-15,3 4 11 16,4-8-11-16,-7-4 0 16,15-13-2-16,-2-15 1 15,0-4-4-15,2-8 10 16,-21 20-11-16,0 11 10 15,0 17-2-15,0 16-4 16,0 12 19-16,-12-4-16 0,-10-4-4 16,16-8 0-16,-13 0-3 15,4-4 2-15,3 3-7 16,-10 2-5-16,9 14 26 16,-5 1-9-16,-10 8-4 15,9 4 20-15,-9-8-6 16,-6-4-14-16,0-8 11 15,-19 8-4-15,13-9-14 16,6 5 12-16,3 9-11 16,-9-6 12-16,-28 14-6 15,-13-6 4-15,-25-2 0 16,-21-1-4-16,-21 4 4 0,20-4-7 16,1 7 10-16,22 1 0 15,12 4 1-15,-22 0 9 16,3 5-14-16,-8 3-4 15,11-5 1-15,22 1-7 16,0 4 1-16,-12 0 9 16,-3 0-14-16,9 0 22 15,6 0-17-15,34 12 16 16,7 4-16-16,12-4 6 16,21 1-6-16,1-6-1 15,12 1-20-15,-9 5 3 16,2-2 18-16,-11 6-8 15,-23 7 28-15,14-4-18 0,2 0 8 16,3-12 5 0,22 0-9-16,0-8-3 15,0 3 2-15,0 5-81 0,0 5-78 16,6 2-219-16</inkml:trace>
  <inkml:trace contextRef="#ctx0" brushRef="#br0" timeOffset="47047.8">5873 8165 432 0,'0'0'78'0,"0"0"-4"0,0 0 47 16,0 0-27-16,0 0-49 15,0 0-4-15,0 0-28 16,0 0 2-16,0 0 43 15,0 0 14-15,0 0-21 16,0 0-20-16,0 0 6 16,0 0-34-16,0 0 15 0,0 0-18 15,0 0 19-15,0 0-17 16,0 0 11-16,0 0-11 16,0 0 2-16,0 0-4 15,46 0-10-15,22 8 5 16,25 0 10-16,16-4-4 15,-10 4 0-15,-6-4 4 16,0 3-2-16,-6 2-3 16,-6-1 0-16,-1-4 6 15,-5-4-13-15,-16 0 5 0,3 0 1 16,-10 0-11 0,-18 0 9-16,-9 0 3 0,-9 0-8 15,-10 0-19-15,0-8-72 16,0-5-152-16,-6-2-254 15</inkml:trace>
  <inkml:trace contextRef="#ctx0" brushRef="#br0" timeOffset="47766.68">7879 8289 112 0,'0'0'350'0,"0"0"-302"0,0 0-23 0,0 0 57 0,0 0-43 15,0 0 51 1,0 0 21-16,0 0-4 0,0 0-42 16,0 8-20-16,40 1 50 15,35-1-71-15,18 0 13 16,0-1-22-16,15 1-3 15,-15-8-3-15,-6 0-7 16,18 0 1-16,-18 0-1 16,-12 0-2-16,-1 0 0 15,-15 0-5-15,-13 0-9 0,7 0 4 16,-19 0-38 0,22 0-35-16,-9 0-122 0,-7 0-238 15</inkml:trace>
  <inkml:trace contextRef="#ctx0" brushRef="#br0" timeOffset="48390.99">9925 8353 437 0,'0'0'131'0,"0"0"-102"0,0 0 120 0,0 0 0 15,0 0-26-15,0 0-57 16,335 8-12-16,-257 1 6 15,8-6-51-15,1 2 3 16,9-5-11-16,-3 0-1 16,0 3 9-16,-12-3-18 0,0 5 1 15,-10-2-10 1,3 2-34-16,-27 2-57 0,6-2 11 16,-13-2-181-16,-12 2-238 15</inkml:trace>
  <inkml:trace contextRef="#ctx0" brushRef="#br0" timeOffset="48974.55">12338 8442 641 0,'0'0'72'0,"0"0"16"0,0 0 136 16,0 0-198-16,0 0 29 0,428 44-8 16,-323-41-38-16,22-3-5 15,16 0-1-15,-4 0-3 16,-12 0 5-16,-6 0-13 15,-40 8 2-15,-4 5 5 16,-15 7-60-16,-21-4-18 16,-23-1-16-16,-18-2-238 15</inkml:trace>
  <inkml:trace contextRef="#ctx0" brushRef="#br0" timeOffset="53669.8">10459 3962 531 0,'0'0'58'0,"0"0"-6"0,0 0 72 0,0 0-65 15,0 0 15-15,0 0-5 16,0 0-24-16,-13 0-25 16,13 0 10-16,0 0 9 15,0 0 6-15,-12 0-25 16,-16 0-12-16,0 0-3 16,3 0 4-16,-3 0-12 15,0-4 11-15,4-9-16 16,-11 2 5-16,1 7 3 15,-6-9 0-15,-6 10 2 0,-1 3-7 16,0-5 4-16,-5 5-5 16,5 0 4-16,1 0-3 15,-1 0 6-15,13 0-4 16,-19 0 0-16,19-7-2 16,-18 3 3-16,-4 4-2 15,3 0 4-15,-15 0-12 16,15 0 11-16,-12 0-13 15,9 0 12-15,10 0-10 16,-7 16 6-16,-6-5 4 16,-9 6 2-16,3-1-2 15,-3 0 2-15,-1-1-5 16,4 2 10-16,-3 2 4 0,15-6 2 16,7 4-3-1,12-10 21-15,9 1-19 0,-3 0-8 16,0 0 0-16,-3 5-4 15,-3-2 8-15,-13 6-14 16,7-2 17-16,0 1-18 16,0 5 10-16,18-9-1 15,-3 4 0-15,3-5-14 16,4 1-6-16,-16 4 8 16,6 1 6-16,-3 2 9 15,15 6-3-15,-15-5 7 16,22 4 0-16,9-4-4 0,-6 0-3 15,6 0 0 1,0-8-4-16,0 0 3 0,0 1-9 16,0-2 5-16,21 5 10 15,4 8-10-15,9-3 7 16,7 2-5 0,5 1 2-16,7-12-3 0,9 9-2 15,-9-13 11-15,-7 7-11 16,1-2 12-16,-7-10-11 15,13 14 9-15,-4-17-8 16,16 8 2-16,16-8-1 16,-13 0 0-16,10 3 3 15,-16 2 0-15,-3 18 1 16,-7-2-4-16,4-5 7 16,-3 0-4-16,-13-12 1 0,7 0-1 15,-1-4-1-15,7 0-12 16,-13 0 12-16,13 0 2 15,3 8-2-15,-16-4 8 16,7 0-14-16,5 12 7 16,1-4 0-16,0 4 0 15,-4-4 0-15,10-8-1 16,0-4-24-16,-3 0 5 16,3 0-12-16,-6 0 23 15,-13 0 18-15,13 0-9 16,-19 4 0-16,18 1 0 15,-11 3-3-15,5-5 7 16,4-3-10-16,-4 0-7 0,-5 0-6 16,5 0-63-16,-15 0 68 15,-9-3 14-15,6 3 19 16,-10 0 5-16,-11 0-1 16,20 0-16-16,-2-5-4 15,9-3-6-15,7-8 5 16,-1-4-4-16,6-5-39 15,-5-11 39-15,-13 13 4 16,-10-5 7-16,-2 20 12 16,-4 0 10-16,1 0 8 15,-1-4-31-15,10-9-2 16,-4-2-6-16,-2 2-1 0,9-10-8 16,-19-2 0-1,3-3 5-15,-9 8 4 0,0 8 10 16,0-8 12-16,0 4 1 15,0-4-22-15,0-8-1 16,0 4-11-16,-9-4 7 16,-10-1-19-16,-9 10-14 15,-18-1 15-15,6 3 22 16,-7 5 52-16,0 8-13 16,13 5 3-16,-6-6-13 15,9 5-11-15,-25-8-18 16,4 9 0-16,-14-2-31 0,-14 5 13 15,5-4 18 1,1 4 0-16,15-4 11 0,6 4 13 16,7-4 10-1,6 4-24-15,-1-4-5 0,1 4-5 16,12-1-19-16,-19 5 6 16,7 0-7-16,-13 0-27 15,7 9-98-15,-1 7-60 16,20-12-194-16</inkml:trace>
  <inkml:trace contextRef="#ctx0" brushRef="#br0" timeOffset="60498.4">4170 5666 66 0,'0'0'50'0,"0"0"-24"0,0 0 44 15,0 0-4-15,0 0-15 16,0 0-21-16,0 0 4 16,0-12 50-16,0 12 18 15,0 0 8-15,0 0-9 16,0 0-40-16,0 0 4 15,0 0-31-15,0 0-25 0,0 0-7 16,0 0 3-16,0 0 4 16,0 0-4-16,0 0 32 15,0 0-2-15,0 0 20 16,0 0-3-16,0 0-24 16,0 0-21-16,0 0-4 15,0 0-3-15,0 0 1 16,0 0-5-16,0 0 8 15,13 0-13-15,-13 0 20 16,18 0-15-16,-2 0 9 16,18 0-1-16,-22 0-2 15,35 4-2-15,-19-4 0 16,-3 0 3-16,9 0-10 16,-16 8 14-16,10-8-12 0,0 8 10 15,-9-3-6-15,9-2 1 16,-4 1 0-16,4 1-1 15,7-5 5-15,-11 3-11 16,-2-3 14-16,18 0-14 16,-6 0 14-16,-3 0-11 15,10 8 5-15,-7 0-1 16,0-3 1-16,0-5-1 16,-9 0 0-16,9 0 1 15,-12 0-7-15,9 0 7 16,-3 0-6-16,6 0 6 15,-3 0-1-15,3 0 0 16,-6 0 1-16,-3 0-7 0,9 0 11 16,12 0-11-16,-12 0 12 15,13 0-12-15,-1 0 1 16,-5 0 4-16,-7 0-10 16,-13 0 11-16,-8 0 0 15,-1 0 1-15,1 0-6 16,2 0 10-16,-2 0-9 15,14 0 10-15,4 0-8 16,19 0 2-16,3 0 0 16,-7 0-2-16,-5 0 2 15,-1 0 0-15,-15 0 2 16,-4 0-9-16,-8 0 14 16,9 0-15-16,-10 0 17 0,16 0-14 15,3 0 7-15,3 0-2 16,0-5 1-16,0 5-1 15,-3 0 0-15,3 0 4 16,0 0-9-16,0 0 10 16,1 0-9-16,-4 0 9 15,9 0-7-15,0 0 2 16,1 0 0-16,-14 0-1 16,14-3 4-16,-1 3-6 15,0 0 7-15,1 0-6 0,11 0 10 16,1 0-12-1,0 0 6-15,-1 0-2 16,-2 0 0-16,-10 0 0 0,-9 0-3 16,4 0 7-16,-8 0-10 15,-8 0 12-15,9 0-9 16,-9 0 6-16,21 0-3 16,-6-5 0-16,6 5 0 15,1-3 0-15,11-2 3 16,7 5-6-16,-3-3 8 15,-3-2-9-15,-13 5 13 16,0 0-18-16,-15 0 15 16,-3 0-6-16,6-4 0 15,-3-4 0-15,2 8-4 16,8 0 9-16,5 0-13 16,-3 0 16-16,3 0-15 15,1 0 14-15,-7 0-11 0,-6 0 4 16,-10-3 0-16,16-2 0 15,7 5 2-15,-1-3-5 16,13-6 11 0,-19 5-16-16,0 0 16 0,-3 0-12 15,-3 4 5-15,6 0-1 16,-15 0 0-16,-4 0 0 16,-9 0-2-16,7 0 4 15,8-4-9-15,-2 4 16 16,15 0-12-16,-9 0 7 0,9 0-4 15,6-3 1 1,-6 3 1-16,-15 0-2 0,9 0 3 16,0 0-9-1,-10 0 14-15,-5 0-12 0,2 0 13 16,-2 0-16-16,-7 0 13 16,-6 0-6-16,0 0 1 15,0 0 1-15,0 0-4 16,0 0 8-16,0 0-12 15,6 0 17-15,-6 0-21 16,0 0 21-16,0 0-15 16,0 0 4-16,0 0-8 15,0 0-13-15,0 0-98 16,0 0-259-16</inkml:trace>
  <inkml:trace contextRef="#ctx0" brushRef="#br0" timeOffset="76100.37">5113 14458 491 0,'0'0'214'0,"0"0"-173"0,0 0 49 0,0 0 29 0,0 0-83 16,0 0-4-16,0 0-1 15,112 188 9-15,-84-184 18 16,-10 0-23-16,-2-4 9 16,-4 0-32-16,22 0 4 15,-15-24-14-15,21-29 29 16,-12-19-26-16,-9-3-2 0,-19-5-3 16,0 7-10-16,-19 13 7 15,-49 11-8-15,3 26 6 16,-10 15-21-16,-18 8 22 15,13 52 1-15,-7 20 0 16,19 8-2-16,27-7-51 16,29-21-172-16,12-13-359 15</inkml:trace>
  <inkml:trace contextRef="#ctx0" brushRef="#br0" timeOffset="76352.85">5786 14626 612 0,'0'0'211'16,"0"0"-201"-16,0 0 19 15,0 0 56-15,0 0-78 16,0 0-7-16,0 241-5 0,0-205-53 16,0-8-57-1,22-16-90-15,-10-12-155 0</inkml:trace>
  <inkml:trace contextRef="#ctx0" brushRef="#br0" timeOffset="76884">6803 14586 592 0,'0'0'69'0,"0"0"55"0,0 0 74 0,0 0-116 0,0-241-58 0,0 177 9 16,0 0-33-16,0 4-3 15,0 20-42-15,0 19 21 16,0 21-2-16,-13 0 4 16,-27 5 15-16,-6 31 7 15,-16 16 13-15,15-1-13 16,-6-2-1-16,19 7-172 16,16-15-42-16,2-10-284 15</inkml:trace>
  <inkml:trace contextRef="#ctx0" brushRef="#br0" timeOffset="77332.95">7786 14505 663 0,'0'0'390'0,"0"0"-388"0,0 0 34 16,0 0-1-16,0 0-20 15,-68 221-10-15,68-177-5 16,0-7-28-16,0-14-19 0,0 1 0 15,0-8-120-15,0-7-38 16,0-1-170-16</inkml:trace>
  <inkml:trace contextRef="#ctx0" brushRef="#br0" timeOffset="77850.02">8341 14225 442 0,'0'0'247'0,"0"0"-226"15,0 0 19-15,0 0 23 16,0 0 21-16,0 0-11 15,139-13-71-15,-117 13 44 0,3 25-44 16,-3 11 26 0,-10 8 3-16,-12 4 16 0,0 17-14 15,0-1-11-15,0-5 13 16,0-7-25-16,0-16-10 16,0-7-16-16,53-5 10 15,-7-8 0-15,10-4 4 16,-3-4-3-16,-1 0 1 15,-5 0 1-15,-13-8-16 16,6 0-19-16,1 0-44 0,-7 0-83 16,12-8-73-1,-21-4-128-15</inkml:trace>
  <inkml:trace contextRef="#ctx0" brushRef="#br0" timeOffset="78150.94">9758 14682 129 0,'0'0'796'0,"0"0"-773"0,0 0 62 0,46 216-30 0,-39-152-46 16,5-7-9-16,-3-13-34 16,-3-16-235-16,-6-12-222 15</inkml:trace>
  <inkml:trace contextRef="#ctx0" brushRef="#br0" timeOffset="78681.2">10307 14181 457 0,'0'0'406'0,"0"0"-406"16,0 0-58-16,0 0 54 0,0 0 1 16,0 0-23-16,145 0-28 15,-138 8 15-15,-7 20 39 16,0 8 83-16,0 0 49 16,-7 0-62-16,-11-11-60 15,18-14-7-15,0-3-6 16,0-8-17-16,18 0 1 15,17 8 14-15,5-8 5 16,-15 9 6-16,-4-1-3 0,-14 15 36 16,-7 1-35-1,0 9 19-15,0 7-15 16,0 4-3-16,-7 8-3 0,-39 0-2 16,6-7 4-16,12-9-3 15,3-17-2-15,25-15-9 16,0-4-97-16,0 0-167 15</inkml:trace>
  <inkml:trace contextRef="#ctx0" brushRef="#br0" timeOffset="78932.67">11336 14746 995 0,'0'0'54'0,"0"0"-22"0,0 0 1 0,-22 229-33 0,4-197-42 15,18-8-93-15,0-12-335 16</inkml:trace>
  <inkml:trace contextRef="#ctx0" brushRef="#br0" timeOffset="79514.25">11891 14265 640 0,'0'0'128'0,"0"0"-113"0,0 0 12 15,0 0-24-15,-161 232-3 16,133-183 0-16,28-18-5 16,0-6 20-16,0-9-8 15,0-8-1-15,0-4 9 16,46-4 2-16,16 0 24 15,10 0-16-15,-10-12-15 16,-22-1-10-16,0 10-3 0,-27-5-4 16,15 0-51-1,-16 4 7-15,7-9-38 0,2 5 53 16,-2 5 32-16,3-2 0 16,-10 5 4-16,-12 0 36 15,0 0 86-15,0 0-48 16,0 16-11-16,0 29-6 15,0 7-23-15,0 8-32 16,0 4 3-16,0 0-5 16,0-3 0-16,0-9-3 15,0-4-1-15,0-16-6 16,0-16-3-16,0-16-50 16,0 0-209-16,28-37-201 15</inkml:trace>
  <inkml:trace contextRef="#ctx0" brushRef="#br0" timeOffset="79830.7">12800 14622 802 0,'0'0'235'0,"0"0"-177"0,0 0 34 0,0 0-48 0,0 0-33 16,0 248-8-16,0-195-3 15,0-9-8-15,0-13-18 16,0-6-21-16,0-17-4 15,0-8-70-15,0 0-94 16,0 0-19-16,0-41-205 16</inkml:trace>
  <inkml:trace contextRef="#ctx0" brushRef="#br0" timeOffset="80198.64">13373 14305 508 0,'0'0'307'0,"0"0"-239"16,0 0 4-16,0 0-14 15,0 0-42-15,0 0 27 16,-105 140-41-16,105-111-2 15,53-6-3-15,21 2 3 16,-3-1-5-16,16-1 15 16,-13 2-20-16,-15 7 9 15,-3-4-33-15,-31 0 34 16,9-3 1-16,-21-2-1 0,-4 5 23 16,-9 4 29-16,0 8-3 15,-9 0-36 1,-44-7-13-16,0 3-3 0,-9-16-70 15,3-12-31-15,0-8-184 16,-15 0-48-16</inkml:trace>
  <inkml:trace contextRef="#ctx0" brushRef="#br0" timeOffset="80347.96">13373 14450 671 0,'0'0'226'0,"0"0"-59"15,0 0-47-15,0 0-88 0,0 0-8 16,0 0-24-16,313-85-25 16,-238 57-107-16,-29 5-220 15</inkml:trace>
  <inkml:trace contextRef="#ctx0" brushRef="#br0" timeOffset="80596.66">14455 14746 896 0,'0'0'97'0,"0"0"-82"16,0 0-15-16,-65 221-3 16,65-198-79-16,0-6-149 15,0-5-293-15</inkml:trace>
  <inkml:trace contextRef="#ctx0" brushRef="#br0" timeOffset="81130.2">15172 14265 662 0,'0'0'118'16,"0"0"38"-16,0 0-22 15,0 0-30-15,0 0-52 16,-227 276-28-16,221-203-24 15,6 3-6-15,0-15-34 16,12 3 19-16,29-9 9 16,18-7 6-16,-7-4 2 15,10-16-7-15,-9-3-56 16,0-17 63-16,-7-8 1 16,-5 0-4-16,-1-25 5 15,-25-11-49-15,-15 0 43 16,0 13-1-16,0 10 9 0,-27 13 16 15,-20 0 9-15,-6 13 43 16,-9 27-60-16,22 7 4 16,0 2-12-16,34-9-40 15,6-16-134-15,0-8-130 16,0-8 48-16</inkml:trace>
  <inkml:trace contextRef="#ctx0" brushRef="#br0" timeOffset="81396.83">15832 14926 517 0,'0'0'188'0,"0"0"20"0,0 0-27 16,0 0-72-16,0 0-89 15,47 210-20-15,-47-171-7 16,0 2-22-16,0-13-157 16,0-12-176-16,0-4-277 15</inkml:trace>
  <inkml:trace contextRef="#ctx0" brushRef="#br0" timeOffset="81780.47">16269 14514 872 0,'0'0'154'0,"0"0"-98"15,0 0-29-15,0 0 16 16,0 0-11-16,0 0-28 15,186-9-7-15,-167 9 10 16,3 0-14-16,-10 12 13 16,-6 17-6-16,0 11 15 15,-6 15-12-15,0 11-6 16,0-3-12-16,0-3-31 16,0-11-25-16,0-2-104 15,0-14-30-15,0-9 59 16,0-17-152-16</inkml:trace>
  <inkml:trace contextRef="#ctx0" brushRef="#br0" timeOffset="81980.71">16443 14782 1169 0,'0'0'14'15,"0"0"27"-15,0 0 1 16,0 0-33-16,0 0-9 16,0 0-41-16,273 12-134 15,-245-12-653-15</inkml:trace>
  <inkml:trace contextRef="#ctx0" brushRef="#br0" timeOffset="82313.36">17317 15007 1251 0,'0'0'24'0,"0"0"5"15,0 0 1-15,0 0-30 16,0 0-15-16,-18 212-28 15,2-187-134-15,4-9-360 16</inkml:trace>
  <inkml:trace contextRef="#ctx0" brushRef="#br0" timeOffset="82895.92">17798 14939 297 0,'0'0'465'0,"0"0"-444"16,0 0 67-16,0 0 45 0,0 0-75 16,0 0-48-16,260-217 10 15,-232 185-4-15,-9-4 6 16,-10 4 4-16,-9-4 6 16,0 8-12-16,0 3-16 15,0 14 18-15,0 6 8 16,-28 5-3-16,7 0-27 15,-4 0-7-15,-3 0 7 16,9 5 0-16,-2 14 0 16,2 1 6-16,3 5-15 0,10 3 9 15,6 4-2-15,0 4-31 16,0 4 18-16,0 0-46 16,6 0-37-16,22-4-7 15,0 5 21-15,3-10 64 16,3 2 10-16,0-1-6 15,-12 0 27-15,-22 12-22 16,0-12 5-16,0-4 6 16,-22-12 14-16,-24-16-14 15,-1 0-1-15,-5 0-61 16,5 0 38-16,13 0 2 16,12 0-54-16,16-16-7 15,6 0-363-15</inkml:trace>
  <inkml:trace contextRef="#ctx0" brushRef="#br0" timeOffset="83212.42">18554 15070 738 0,'0'0'50'0,"0"0"8"0,0 0 11 0,0 0-69 0,-62 210-62 16,50-187-87-16,0-10-442 16</inkml:trace>
  <inkml:trace contextRef="#ctx0" brushRef="#br0" timeOffset="84060.42">19237 14870 69 0,'0'0'570'0,"0"0"-415"16,0 0-6-16,0 0-27 15,0 0-81-15,0 0 9 16,173-68-46-16,-139 32-8 16,-3-8 3-16,-9 4-5 15,-22 8-1-15,0 4 12 16,0 8-5-16,0 4 9 16,0-1 54-16,0 6-62 15,-6-1-2-15,-22 12-6 16,9 0-8-16,-9 0-29 15,1 0 44-15,8 0 51 0,-9 7-30 16,3 26-9 0,10 3-1-16,-4 0-18 0,19-4 7 15,0-12-27-15,0-4-47 16,0-8-20 0,0-4-109-16,25-4 44 0,9 0 62 15,-6 0 97-15,-9 0 2 16,-13 0 49-16,9-4 32 15,-9-20-16-15,1 12-64 16,-7-4-3-16,12 11-44 16,-12 5 34-16,0 0 10 15,0 0 19-15,9 13 86 0,-9 15 59 16,13 5-118-16,-1 3-28 16,10-8-18-16,-16-5-20 15,19 6 2-15,-10-1-10 16,-2 3 22-16,-7-3-88 15,6 5 94-15,-12-5 74 16,0-4 25-16,0 0-6 16,0-4-76-16,-31 0 6 15,-9-4-6-15,-13 12 6 16,13 0-17-16,-22 5 15 16,16 3-16-16,-1-8 4 15,19-9-9-15,16-10-5 16,-1-9-31-16,13 0-97 15,-15 0-358-15</inkml:trace>
  <inkml:trace contextRef="#ctx0" brushRef="#br0" timeOffset="92287.6">8273 4042 31 0,'0'0'616'0,"0"0"-540"0,0 0 31 0,0 0-42 0,0 0-9 0,0 0-9 16,0 0-19-16,0 0 11 0,-13 0-35 16,13 0 36-1,0 0 15-15,0 0-7 0,0 0-43 16,0 0 5 0,0 0-6-16,0 0 0 0,0 0-3 15,0 0 4-15,0 0-10 16,0 0 4-16,0 0-2 15,13 0 1-15,27 0 2 16,13 0 1-16,21-4 1 16,19-4-2-16,9 3 0 15,4 5-3-15,2 0 10 16,19 0-6-16,7 0 0 16,12 0 5-16,2 0-6 15,4 0 0-15,-12 0-3 16,2 0 6-16,4 0-7 0,3 0 12 15,-3 0-15 1,9 0 21-16,-9 0-15 0,15 0 3 16,-3-19-4-16,-31 2 3 15,-25 10-1-15,-30-1 0 16,-17 8-21-16,-14 0 18 16,-1 0-10-16,0 0 1 15,-27 0-107-15,-1-12-181 16</inkml:trace>
  <inkml:trace contextRef="#ctx0" brushRef="#br0" timeOffset="94318.77">6434 13957 123 0,'0'0'553'0,"0"0"-552"0,0 0 1 0,0 0 3 0,0 0 12 15,0 0 33-15,-78 244 34 16,63-192-28-16,9-4 10 0,-7-12 5 16,7-4-7-16,-9 13-34 15,8-1 9-15,7 3-24 16,0 17-9-16,0-3 2 15,0-1-2-15,0 1-8 16,0-2 5-16,22-7 4 16,18-11 2-16,1-1-8 15,18 0-2-15,21-4 2 16,7-8-7-16,0-8 12 16,6-17-12-16,-12-3-8 15,-16 0 6-15,-10-7-18 16,-14-30 15-16,-23-10 11 15,-11-9 12-15,-7-5 5 16,0-14-11-16,0-10-12 16,0-7-1-16,0-13-11 0,0 9-31 15,0 7 23-15,-25 17-6 16,-16 21 29-16,-5 27 3 16,-10 19 5-16,-3 5 30 15,-9 8-32-15,-3 28-3 16,-4 13-69-16,23 4-70 15,17-14-69-15,29 2-156 16</inkml:trace>
  <inkml:trace contextRef="#ctx0" brushRef="#br0" timeOffset="95618.75">10632 13996 262 0,'0'0'256'0,"0"0"-231"0,0 0 153 0,0 0-4 15,0 0-73-15,0 0-28 16,-111 0-68-16,89 5 20 16,3 2 3-16,-9 6 20 15,-6 3-19-15,-6-1 4 16,0 13-4-16,-13 1-9 15,6 7-4-15,1 8-15 0,-1 7 4 16,7-2-1 0,6 15-8-16,15 0 12 0,4 8-16 15,15 0 13-15,0 5-5 16,0-5 0-16,0-16-5 16,28-12 2-16,25-8-17 15,9-8 20-15,18-4-13 16,13-7 12-16,13-6-16 15,15-3 17-15,-7-3-5 16,-15-5-12-16,-18 0 8 16,-22 0-16-16,-12-29 9 15,-7-22-10-15,-18-21 18 16,-10-13-44-16,-12 5 33 16,0 4-19-16,0 11 12 0,0 1 0 15,-12 16 17 1,-35 8 3-16,-15 0 12 15,-9 4-13-15,-25 3-4 0,3 10-14 16,27 15-65-16,4 8 90 16,4 4 65-16,17 51-59 15,-5 14-6-15,5 8-18 16,7-2-63-16,22-6-391 16</inkml:trace>
  <inkml:trace contextRef="#ctx0" brushRef="#br0" timeOffset="96732.97">13553 14084 364 0,'0'0'213'0,"0"0"-164"0,0 0 117 0,0 0-50 16,0 0-22-16,0 0-38 15,-152 109-6-15,118-77-4 16,-12 24-14-16,-7 13 6 15,-3-2-14-15,3 13 13 16,1-8-36-16,24-3 9 0,-6 0-4 16,34-10-3-1,0 1 7-15,0 1-11 0,15-5 5 16,32 8-3-16,5-8-1 16,17 0-5-16,-4-3 1 15,21-9-18-15,1-8 21 16,0-13-9-16,0-7 2 15,-13-16 8-15,13 0-3 16,-12-8 1-16,-4-44 4 16,3-12-4-16,-6-8 0 15,-21 0-2-15,-7-8-32 16,-21-4 27-16,-4-9-30 0,-15-3-41 16,0-5 36-16,0 13 4 15,-62 16 19-15,10 13-14 16,-7 26 35-16,-22 17 0 15,13 16 50 1,-6 0-5-16,2 24-12 0,-2 20-33 16,33 1-23-16,1-1-19 15,12 3-19-15,10 1-153 16</inkml:trace>
  <inkml:trace contextRef="#ctx0" brushRef="#br0" timeOffset="98049.02">16682 14217 664 0,'0'0'54'0,"0"0"-35"0,0 0 98 0,0 0-42 0,0 0 20 15,0 0-6-15,-25 0-9 16,25 0-21-16,-16 0-22 16,4 0 18-16,-10 0-41 15,-3 8 3-15,-15 7-17 16,0 2 15-16,-7 7-13 15,7 0 14-15,-7 12-7 16,1 9-4-16,6 10 8 16,-1 9-12-16,1 17 11 15,12-9-4-15,-3 4-16 16,16-12 18-16,2 0-20 16,13-8 10-16,0 1-3 0,0-1 1 15,6 0-4-15,41-7 1 16,6 6-8-16,15-15 8 15,6-4-19-15,7-7 17 16,-16-9-10-16,-3-12 10 16,-25 4 6-16,-9-12 1 15,-6 0 0-15,-4 0-1 16,10-28-2-16,13-25 4 16,-1-19-2-16,-3 0-17 15,13 0 4-15,-19 0-15 16,-9 15 5-16,-10-2 10 15,-12 2-1-15,0-3 14 16,0-4-24-16,0 4 19 0,-53-4-36 16,-9 23-7-1,3 13 13-15,0 17 8 0,4 11 28 16,8 0 36-16,1 0-5 16,5 15-23-16,1 9 48 15,0 17-56-15,-7 7-76 16,22-4-265-16</inkml:trace>
  <inkml:trace contextRef="#ctx0" brushRef="#br0" timeOffset="99201.76">19181 14497 383 0,'0'0'273'0,"0"0"-248"0,0 0 107 0,0 0 38 16,-99 237-76-16,92-189 9 0,7 4-82 15,0 4 2-15,0-3-17 16,0 11 18-16,0-1-21 16,34-6 11-16,-3-1-7 15,10-3-2-15,-7-1-1 16,6-16 3-16,-6-5-12 16,7-14 5-16,-1-9-3 15,13-8-21-15,-1 0 10 16,17-12 5-16,-10-32 9 15,3-13-3-15,-4-10 8 0,1-6-9 16,3-11 10 0,-3-16-12-16,9-5 1 0,-9-7 1 15,-6 8-41-15,-25-1-18 16,0 18 55-16,-28 18 4 16,0 13 4-16,-40 16 16 15,-29 23 19-15,-11 9-10 16,-7 8 5-16,0 0-22 15,-6 49-16-15,13 12-15 16,-1 6-67-16,16 5-146 16</inkml:trace>
  <inkml:trace contextRef="#ctx0" brushRef="#br0" timeOffset="103928.12">7212 16515 297 0,'0'0'105'0,"0"0"4"0,0 0-3 0,0 0-37 0,0 0 11 15,0 0-45-15,0 0-35 16,13-12-3-16,-1 7 3 16,0-3 12-16,-2 8 46 15,2 0 24-15,-12 0 1 16,0 0-13-16,0 0 5 15,0 0-31-15,0 0-38 16,0 0 1-16,0 0 4 16,0 0-16-16,0 0 9 0,0 0-4 15,0 0 16-15,0 0 8 16,0 0 14-16,0 0-22 16,0 0 12-16,0 0-18 15,0 0-6-15,-22 0 4 16,-2 29-16-16,-11-1 10 15,23 0-2-15,-3 8 0 16,8 4 2-16,7-4-6 16,0-4-1-16,0-4 2 15,56-3-25-15,15-6 18 16,32 1-12-16,8-4 16 16,29 4-2-16,-19-4 8 15,-13 4-8-15,-15 1 12 0,-46-6-11 16,-7 2 3-16,-21-5 1 15,-19 3 6-15,9 2-9 16,-9 15 8-16,0 16-2 16,0 21 10-16,-40 14-10 15,-28 10 12-15,-25-9-9 16,6-20 30-16,-6-23-32 16,25-25 7-16,27-16-8 15,7 0-17-15,9-24-13 16,4-32-36-16,8-13-67 15,1-3-88-15,-10 3-167 16</inkml:trace>
  <inkml:trace contextRef="#ctx0" brushRef="#br0" timeOffset="104260.54">7392 16567 650 0,'0'0'213'0,"0"0"-114"0,0 0 8 0,0 0-16 0,0 0-64 15,0 0-10-15,59-12-10 16,-25 4-7-16,0 0 3 16,6 3-1-16,7 2-2 15,-1-2-3-15,29-2-24 16,12 3-139-16,-10-5-191 16</inkml:trace>
  <inkml:trace contextRef="#ctx0" brushRef="#br0" timeOffset="104894.97">9017 17273 223 0,'0'0'302'0,"0"0"-225"0,0 0 15 0,0 0 24 16,0 0-68-16,0 0 14 15,0 176-38-15,40-159-23 16,13-6 13-16,6 9 20 0,3-7-9 16,3-10 13-16,3-3-8 15,-3 0-2-15,3-40-8 16,-15-24 8-16,-19-12-2 16,-21-17-26-16,-13 6-17 15,0 2-55 1,-19 16 25-16,-43 18-1 0,-25 22 48 15,7 18 25-15,-13 11 6 16,0 0 29-16,12 8-43 16,6 24 19-16,10-4-36 15,25 0-19-15,18 8-33 16,10 4-46-16,12 9-163 0,0-2 61 16,12 2 24-1,29-1-40-15</inkml:trace>
  <inkml:trace contextRef="#ctx0" brushRef="#br0" timeOffset="105543.99">9745 17092 468 0,'0'0'86'0,"0"0"-83"0,0 0 45 16,0 0-1-16,0 0 5 0,0 0-11 16,53 120 0-16,-40-84-30 15,8 0 14-15,-15 5-4 16,7-10 8-16,-1 2-8 15,4-5 6-15,2 0 11 16,-11-4-31-16,8 1 6 16,-15-6-12-16,0-15 10 15,0-4-10-15,0 0 9 16,0 0-6-16,0-20 10 16,0-11 13-16,-34-13-21 0,6 3 42 15,9-3-25-15,13-1-16 16,6-2-1-16,0-2-11 15,0 1 5 1,0-4-12-16,0 4 4 0,0 8-10 16,6 8 1-16,-6 8 17 15,19 8 0-15,-13 4-5 16,22-13 3-16,6 6-3 16,0-1-6-16,4 4-2 15,-11 12-24-15,-14 4-28 16,-4 0-6-16,-9 0 71 0,0 0 1 15,0 12 64 1,0 16-12-16,0 8 0 0,0 11-22 16,-22 6 1-1,-18-9-3-15,15 0-4 0,-15-3-21 16,6-2 1-16,0 2-10 16,15-10-19-16,-2-6-28 15,14-25-114-15,7 0-75 16,0 0-217-16</inkml:trace>
  <inkml:trace contextRef="#ctx0" brushRef="#br0" timeOffset="106224.63">10648 17024 509 0,'0'0'74'0,"0"0"6"0,0 0 35 0,0 0-42 0,0 0-1 15,0 0-9-15,-28-4 4 0,15 4-39 16,-14 0-24-16,-14 9 23 16,1 2 14-16,0 5 9 15,15 1-40 1,9-6 32-16,4 14-22 0,6 11-3 15,6 8-9 1,0 7-10-16,0 1 2 0,6-3-12 16,34-1-10-16,1 4 9 15,-1 1 6-15,6-6 14 16,-12-2-9-16,7-5 5 16,-16-12-6-16,-4-5 2 15,-21-6-3-15,0 7 8 16,0 7-4-16,-34 18 2 0,-34 4 6 15,3-9-7 1,12-16-1-16,31-17-6 0,22-11-99 16,0 0-230-16,35-3-238 15</inkml:trace>
  <inkml:trace contextRef="#ctx0" brushRef="#br0" timeOffset="106607.68">11128 17361 786 0,'0'0'0'0,"0"0"11"0,0 0-11 0,0 0 68 16,0 0 42-16,0 0-50 15,286-205-6-15,-258 161 25 16,-22-3-40-16,-6-2-15 16,0 9-24-16,0 12 0 15,-13 16-6-15,-33 12 6 16,-7 0 4-16,-15 16 3 15,0 31-5-15,30 2-1 0,-2-5-2 16,12-19-15 0,16-18-76-16,12-7-164 0,0 0-137 15,12 0-88-15</inkml:trace>
  <inkml:trace contextRef="#ctx0" brushRef="#br0" timeOffset="106907.75">11113 16736 669 0,'0'0'396'16,"0"0"-318"-16,0 0-16 15,0 0-44-15,0 0-6 16,0 0 5-16,248-17-17 16,-167 9-6-16,-13 0-33 15,-16 4-86-15,-33 4-210 16,3 0-283-16</inkml:trace>
  <inkml:trace contextRef="#ctx0" brushRef="#br0" timeOffset="107140.6">11730 16944 712 0,'0'0'122'15,"0"0"-121"-15,0 0 0 16,0 0-1-16,0 0-62 16,0 0-26-16,267 173-30 15,-199-170 5-15,-16-3 45 16,-11 4 68-16,-16-4 0 0,-16 0-188 16,-9 0 102-16</inkml:trace>
  <inkml:trace contextRef="#ctx0" brushRef="#br0" timeOffset="107326.92">11730 16944 751 0,'-68'36'451'16,"68"-36"-443"-16,0 0-15 15,28 0 18-15,30 0-11 16,11 0 1-16,-10 0-1 15,-19 0 0-15,0-8-40 16,-12-12-46-16,-15-8-143 16,-13 0-292-16</inkml:trace>
  <inkml:trace contextRef="#ctx0" brushRef="#br0" timeOffset="107473.83">12031 16775 834 0,'0'0'93'0,"0"0"-77"15,0 0 6-15,0 0-22 16,0 0-41-16,0 0-105 16,279-44-74-16,-251 21-283 15</inkml:trace>
  <inkml:trace contextRef="#ctx0" brushRef="#br0" timeOffset="107674.03">12031 16775 494 0,'313'-44'23'16,"-301"68"60"-16,16 1-4 0,19-2-48 15,-1 1 5-15,1 4-29 16,8 5 13-16,-2 6-18 16,12 2-4-16,-9-1-2 15,-9-11-130-15,-16-6 134 16,-16-7 17-16,-15 0-5 16,0 4 101-16,0 13-31 15,-46 3-70-15,-1 0-12 16,-9 0-91-16,16-20-121 15</inkml:trace>
  <inkml:trace contextRef="#ctx0" brushRef="#br0" timeOffset="108074.29">13941 17313 965 0,'0'0'319'0,"0"0"-291"0,0 0-23 0,0 0-5 0,0 0-71 16,0 0-120-16,0-80-594 16</inkml:trace>
  <inkml:trace contextRef="#ctx0" brushRef="#br0" timeOffset="108240.27">13882 16888 1048 0,'0'0'219'16,"0"0"-214"-16,0 0-10 15,0 0-3-15,0 0-163 16,0 0-550-16</inkml:trace>
  <inkml:trace contextRef="#ctx0" brushRef="#br0" timeOffset="109339.69">15646 17052 264 0,'0'0'99'0,"0"0"57"0,0 0-81 0,0 0-22 0,0 0-19 15,0 0 103-15,-12 28 48 16,-4-12-86-16,4 5-25 16,-1-9-7-16,13-4-29 15,0 0-8-15,0-8-14 16,0 0-2-16,0 0-4 15,0 0 1-15,0 0-22 16,-15-28 23-16,9-21-20 16,-19-11 15-16,3-4-7 0,4 3 0 15,11 14 1-15,-2 10-8 16,9 18-1-16,0 2-8 16,0 17-12-16,0 0 15 15,-6 0-35-15,-7 0 19 16,-15 28 13-16,-12 21 16 15,-13 15 0-15,7-5-84 16,12-6 27-16,28-13-152 16,6-12-196-16</inkml:trace>
  <inkml:trace contextRef="#ctx0" brushRef="#br0" timeOffset="109555.15">16189 17284 693 0,'0'0'363'0,"0"0"-363"0,0 0 35 15,0 221-6-15,0-177-29 16,-16-3-43-16,16-13-100 15,0-20-124-15,0-8-239 16</inkml:trace>
  <inkml:trace contextRef="#ctx0" brushRef="#br0" timeOffset="110122.17">16601 16840 805 0,'0'0'144'15,"0"0"-12"-15,0 0-89 16,0 0-43-16,0 0-28 16,0 0 25-16,115-32 3 15,-56 23-1-15,-13 6-3 16,-5 3 7-16,-14 0-10 15,-27 0 14-15,0 28 35 16,0 8 27-16,0 3-31 0,0 10-37 16,0-1 2-16,0 0-3 15,0 0-30-15,0-16-30 16,0-11-45-16,28-13-67 16,19-8 32-16,-1 0 78 15,-5 0 25-15,-29 12 34 16,-12 4 3-16,0 12 8 15,0 8 124-15,0 3-49 16,-19 2-43-16,-15-13-34 16,13 0-12-16,-4-4 6 15,3 1-1-15,-3-2-40 16,-9-3-107-16,-6-7-168 16</inkml:trace>
  <inkml:trace contextRef="#ctx0" brushRef="#br0" timeOffset="110340.73">17590 17445 925 0,'0'0'0'0,"0"0"-72"0,0 0 9 0,0 0-159 0</inkml:trace>
  <inkml:trace contextRef="#ctx0" brushRef="#br0" timeOffset="110987.52">18192 16780 217 0,'0'0'51'0,"0"0"-34"0,0 0-1 15,0 0 17-15,0 0 121 16,0 0-37-16,0 0 20 16,0 0-2-16,0 0-16 15,0 0-90-15,0 0-14 16,0 0-15-16,28 0 0 15,12 0 5-15,6 0 1 16,1 0-3-16,-7 0 6 16,-6 0 11-16,-9 0-20 15,-3 3 15-15,-10 5-15 16,10 4-4-16,-10 1 4 0,1 15-3 16,2 11-4-1,-15 14 14-15,0 10-11 0,0 6 15 16,-9 0-16-16,-38-14 10 15,7-10-5-15,15-6 9 16,4-23-7-16,14-3 2 16,7-13-4-16,-6 0-7 15,-22-4-74-15,4-36-226 16</inkml:trace>
  <inkml:trace contextRef="#ctx0" brushRef="#br0" timeOffset="111154.68">18232 16716 1053 0,'0'0'20'15,"0"0"30"-15,0 0 49 16,0 0-60-16,0 0-37 16,0 0 3-16,347-57-5 15,-297 17-80-15,3 4-354 16</inkml:trace>
  <inkml:trace contextRef="#ctx0" brushRef="#br0" timeOffset="111489.16">19370 17386 1209 0,'0'0'34'16,"0"0"-29"-16,0 0-10 0,0 0-22 15,0 219-160-15,-6-219-409 16</inkml:trace>
  <inkml:trace contextRef="#ctx0" brushRef="#br0" timeOffset="112024.82">19649 16583 646 0,'0'0'54'15,"0"0"-26"1,0 0 43-16,0 0 27 0,0 0-31 16,0 0-14-1,208 0-42-15,-174 0-7 0,0-4-4 16,-15 4 0-16,2 0-4 15,-8 8 9-15,-1 41-1 16,-6 14 5-16,10 13-1 16,-4 4 0-16,10-8-15 15,3-3 9-15,9-9-2 0,-6 1 0 16,-10-10-8 0,-5 1-34-16,-13-3-134 0,0-9-6 15,0-12-96-15</inkml:trace>
  <inkml:trace contextRef="#ctx0" brushRef="#br0" timeOffset="112219.91">19838 17096 1162 0,'0'0'53'0,"0"0"-24"15,0 0-16-15,0 0 1 16,0 0-8-16,0 0-12 0,220-8-12 16,-179-7-128-16,-29 2-351 15</inkml:trace>
  <inkml:trace contextRef="#ctx0" brushRef="#br0" timeOffset="112669.44">20908 17204 106 0,'0'0'1018'0,"0"0"-988"0,40 221-12 0,-34-136-9 0,-6-18-5 15,0-18-4-15,0-21-130 16,0-20-364-16</inkml:trace>
  <inkml:trace contextRef="#ctx0" brushRef="#br0" timeOffset="113457.25">21516 16739 364 0,'0'0'71'0,"0"0"36"15,0 0-29-15,0 0-6 16,0 0 22-16,0 0 14 15,198-31-13-15,-164-5-80 16,0-9-13-16,-15-12-2 16,3 10-26-16,-22 11-9 15,0 19 35-15,0 17 95 16,0 0 51-16,-28 0-68 0,-19 17-51 16,-12 15-27-16,13 4-7 15,18-4-2 1,15-4-18-16,13-4 20 15,0 4-15-15,0-4 17 0,13-7 3 16,33-2-1-16,1-2-1 16,-7-13-27-16,7 0-32 15,-7 0 10-15,-18 0 20 16,3-20-96-16,-19 3 27 16,-6 5 68-16,0 8 34 15,0 4 102-15,0 0 12 16,0 0-41-16,0 0-56 15,0 0-17-15,15 12-15 0,4 9 2 16,-13 7-7 0,22 0 18-16,-6-1-9 0,-10 1 11 15,13 0 1-15,-3 5-1 16,-4-2 0-16,-2 6-39 16,-4-9 20-16,-12 4 19 15,0-4 22-15,0 12 52 16,-40 8-35-16,-13-4-20 15,-9 5-1-15,-16-9-36 16,-8-13-34-16,-10-2-115 16,3-13-242-16</inkml:trace>
  <inkml:trace contextRef="#ctx0" brushRef="#br0" timeOffset="114568.12">17404 17229 445 0,'0'0'130'0,"0"0"-113"0,0 0 9 0,0 0 72 0,0 0 71 15,0 0-24-15,19 80-20 16,21-40-55-16,0 3-4 16,-6 2-53-16,7 7 18 15,-20 0-31-15,-8-3 0 16,-13-1-34-16,0-9-33 15,0 6-139-15,-34-13-496 16</inkml:trace>
  <inkml:trace contextRef="#ctx0" brushRef="#br0" timeOffset="126807.7">13007 9444 598 0,'0'0'131'0,"0"0"-101"0,0 0 46 0,0 0-48 0,0 0 45 16,0 0-15 0,0 0-33-16,0-31-25 0,0 31 0 15,0 0 0-15,0 0 10 16,0 0 4-16,0-5 19 15,0 1 7-15,0 0 6 16,0-4-5-16,0 4-34 16,0-4 8-16,0 0-14 15,0 4 3-15,0 4-3 16,0-4-1-16,0 4 0 0,0 0 2 16,0 0 17-16,0 0-19 15,0 0 1-15,0 4 7 16,0 20-11-16,19 5 5 15,0 15-3-15,2 7 1 16,-15 6 0-16,-6 15 9 16,0 4-6-16,0 4 8 15,0 5-8-15,0-10-3 16,-12-11 8-16,-22 1-16 16,34-25-1-16,-12-4-27 15,12-20-13-15,0-12-23 16,0-4 21-16,0 0-147 0,0 0-90 15,0 0-181-15</inkml:trace>
  <inkml:trace contextRef="#ctx0" brushRef="#br0" timeOffset="127523.22">12818 9604 234 0,'0'0'59'0,"0"0"-59"0,0 0 52 0,0 0-34 0,0 0 102 16,0 0 17-16,0 0 7 16,0 0 25-16,0 0-54 15,0 0-47-15,6 0-37 16,16 0-30-16,12 0 4 16,-9-16 0-16,28 1 26 0,-4 2-24 15,-18 2 25-15,10 2-28 16,-26 6 15-16,-2-2-16 15,11 5 4-15,-8 0-7 16,-4 0-8-16,-6 0-6 16,10-3-35-16,-10 3-22 15,-6 0 22-15,0 0 48 16,0 0-10-16,-22 0-141 16,-2 0-122-16,-10 0-330 15</inkml:trace>
  <inkml:trace contextRef="#ctx0" brushRef="#br0" timeOffset="127974.27">12852 9504 449 0,'0'0'248'0,"13"0"-184"0,-13 0 71 0,15-8-52 0,-2-23-64 16,-1-13-4-16,22 3-15 16,-15 1 0-16,-4 11-8 15,-15 14 7-15,13 2 2 16,-13 13 8-16,0 0-6 16,0 0 26-16,0 0-20 15,0 0-6-15,12 0-3 16,4 0 5-16,-10 13-2 15,12 15 7-15,10 8 21 16,0 8-30-16,3-4-2 0,3 1-24 16,7-18-76-16,-13 1-116 15,-10-16-194-15</inkml:trace>
  <inkml:trace contextRef="#ctx0" brushRef="#br0" timeOffset="139015.97">18334 18223 161 0,'0'0'102'0,"0"0"-100"0,0 0-2 0,0 0 66 0,0 0-43 16,0 0 41-16,0 0 13 15,13 0-17-15,-13 0 45 16,0 4 30-16,0 0-45 0,0-4-13 15,0 0-64-15,0 0 6 16,0 0-11-16,0 8 12 16,0 0-17-16,0 0 17 15,0 0-12-15,0 1 23 16,0-6-17-16,0-3-12 16,0 5-2-16,0-5 0 15,0 0 18-15,0 0 12 16,6-8 19-16,0-33-48 15,0-10 23-15,10-18-21 16,-4 0 2-16,1 14-5 16,2 7 0-16,-15 15 0 15,6 9-19-15,1 4 10 16,-1 9-94-16,-6 6-67 16,0 5-265-16</inkml:trace>
  <inkml:trace contextRef="#ctx0" brushRef="#br0" timeOffset="139430.76">18179 17903 104 0,'0'0'434'0,"0"0"-428"0,0 0-2 0,0 0 31 0,0 0 44 15,0 0-38-15,162-116 33 16,-138 91-37-16,4 12-27 16,-15 6 56-16,-13 7 8 15,0 0-5-15,0 0-56 16,0 0 7-16,9 0-20 0,3 0 12 16,1 24-10-16,8 12 16 15,-8 8-10-15,5-11-8 16,10-14-4-16,-9-19-99 15,3 0-307-15</inkml:trace>
  <inkml:trace contextRef="#ctx0" brushRef="#br0" timeOffset="141578.82">12899 10868 403 0,'0'0'167'0,"0"0"-166"0,0 0-2 15,0 0 1-15,0 0-6 16,0 0 4-16,0 0 2 16,53 0 25-16,-53 0-15 15,0 0 31-15,0 0 2 16,0 0 60-16,0 0-55 15,6 0-10-15,-6 0-20 16,9 0-8-16,-9-4 2 16,0 4-4-16,0 0 35 15,0 0-1-15,0 0 15 16,0 0-13-16,0 0 31 16,0 0-57-16,0 0-11 15,-9 0-7-15,-16 12 0 16,-9 8-2-16,6 5 1 0,3-2-4 15,10 1 10-15,2-4-13 16,-5-12 16-16,18 4-16 16,0-8 10-16,0 5-5 15,0-9-8-15,24 16 2 16,32 7 6-16,3-2 3 16,16 7-7-16,-4-5 14 15,-9 2-17-15,3-1-32 16,-18-8 37-16,-26-1-21 15,-8-2 19-15,8-1 2 0,-21 16 5 16,0 0 18-16,0 8-1 16,0 0 36-16,0 4-45 15,0-3-8-15,-6-10 12 16,-16-7-12-16,16-7 2 16,-6-10-1-16,-10-3-1 15,4 0-21-15,-10 0-16 16,9 0-14-16,-3 0 38 15,10 0-31-15,-10-19-77 16,4-14-69-16,5-3-347 16</inkml:trace>
  <inkml:trace contextRef="#ctx0" brushRef="#br0" timeOffset="141978.25">13045 10876 155 0,'0'0'330'0,"0"0"-313"0,0 0 65 0,0 0 46 0,0 0-43 15,0 0-52-15,0-16-30 16,27 3-3-16,-5-2 7 15,15 2-13-15,-9 2 6 16,0 3-6-16,-3 4-37 16,-3 0-74-16,12-5-39 15,-22 9-195-15</inkml:trace>
  <inkml:trace contextRef="#ctx0" brushRef="#br0" timeOffset="142252.82">13045 10876 232 0</inkml:trace>
  <inkml:trace contextRef="#ctx0" brushRef="#br0" timeOffset="142914.26">13045 10876 232 0,'-286'-176'332'0,"252"176"-332"0,16 0 23 0,-4 3 12 15,9 13-35-15,13-7 7 16,-15 7-4-16,15 15 21 16,-12 5 46-16,-1 8 35 15,1 5-2-15,-4-1-39 16,-9-4-20-16,10 0-42 0,-10 1 35 16,10 2-36-16,2 6 14 15,13-1 0-15,0 4 10 16,41 4-17-16,27-8-7 15,9 1-2-15,4-6-36 16,-7-2 22-16,7-5-1 16,-7 5 10-16,-2-9 5 15,-10 0 0-15,-3-5-1 16,9 2 0-16,3-17-8 16,10-1-7-16,12-2 17 15,-13-13-33-15,7 0 6 16,-12 0-23-16,-16 0 31 0,-13 0-32 15,-18-17 24-15,6 1 24 16,-15-12-2-16,-4-4 1 16,16-8 6-16,-9 0-18 15,6 0 29-15,9 4-24 16,-3 3 11-16,0 2-2 16,0 3-44-16,-21 4 22 15,-7-9 12-15,-6-3 12 16,0-8-10-16,0-8 13 15,-6-4-6-15,-35-5-3 16,1 10-1-16,0-6 12 16,-7 13-9-16,-18-8 6 15,-3-4-2-15,3 0 0 16,-10-13-6-16,-5 14 1 16,5 2-24-16,23 14-8 15,-1 11 35-15,-15 7 2 0,21 9 22 16,-12-4-22-16,-9-8 0 15,-13 12-6-15,10 0 2 16,-9 4 4-16,-13 8 24 16,12 0 22-16,7 0 265 15,5 0-306-15,4 0-7 16,25 0 2-16,0 8-16 16,12 16-52-16,9 16-79 15,-3 8-17-15,4 4-298 16</inkml:trace>
  <inkml:trace contextRef="#ctx0" brushRef="#br0" timeOffset="148989.87">12986 8068 88 0,'0'0'117'0,"0"0"-117"0,0 0 4 16,0 0 109-16,0 0 23 15,0 0-31-15,0 0-8 16,0 0-35-16,0 0-29 16,0 0 21-16,0 0-26 15,0 0-26-15,0 0 11 16,0 0 21-16,0 0 67 0,0 0-58 15,0 0-4-15,0 0-35 16,0 5 4-16,0-5-6 16,0 0-2-16,0 0 0 15,0 0 0-15,0 0-5 16,0 0 11-16,0 0-11 16,0 3 9-16,0 6-8 15,0-6 8-15,0 5-7 16,0-3 3-16,0-2-1 15,0-3 1-15,0 0 0 16,0 0-5-16,0 0 12 16,0 0 13-16,0 0-10 15,0 5 45-15,0-5-33 16,0 0 5-16,0 0 0 0,0 0-4 16,0 0-3-16,0 0-10 15,0 0 20-15,0-13-24 16,0-18 11-16,0-18-12 15,0-18-6-15,-13-22 1 16,13-15-1-16,0-13-3 16,0 1 1-16,0 11-1 15,0 14-17-15,0 22 20 16,0 26-18-16,0 10 4 16,0 1 7-16,0 12 2 15,0-4 2-15,0 8-17 16,0 12 19-16,0 4-4 15,-21 0 6-15,-26 44 9 0,-18 16-3 16,-3 8-1-16,15 5-10 16,25-17 4-16,9-8-48 15,19-12-112-15,-15-12-211 16,15-8-193-16</inkml:trace>
  <inkml:trace contextRef="#ctx0" brushRef="#br0" timeOffset="149971.43">12009 7928 538 0,'0'0'217'0,"0"0"-155"0,0 0 31 0,0 0-93 16,0 0-21-1,0 0 20-15,0-12 1 0,0 12 35 16,-6 0 67-16,6 0 13 15,-6 0-71-15,6 0-44 16,0 0-22-16,0 0-12 16,0 0-146-16,0 0-429 15</inkml:trace>
  <inkml:trace contextRef="#ctx0" brushRef="#br0" timeOffset="155283.51">8573 4800 10 0,'0'0'374'0,"0"0"-326"0,0 0 36 0,0 0-11 0,0 0 43 16,0 0-12-16,0 0-12 15,0-16-33-15,0 16 22 16,0-4-43-16,0 4-6 16,0-5 8-16,0 5-11 15,0 0-20-15,0 0-4 16,0 0-4-16,0 0 10 15,0 0-20-15,7 0 17 16,42 0-10-16,4 0 2 16,18 5 0-16,19 3-3 15,9 0 11-15,28 4-14 16,13 4 13-16,0-4-14 0,8 4 14 16,-8 0-14-16,-1-4 9 15,4 0-2-15,-10 4 0 16,-12-3 2-16,-15 2-7 15,-19-7 12 1,6 5-13-16,0-13 13 0,-25 0-14 16,-15 0-9-16,-26 0 4 15,-2 0-30-15,-9 0 32 16,9 0 4-16,15 0 12 16,-6 8-13-16,19 4 7 15,3 7-27-15,-25 6-202 16,-22-14-394-16</inkml:trace>
  <inkml:trace contextRef="#ctx0" brushRef="#br0" timeOffset="157349.9">18173 17349 281 0,'0'0'203'0,"0"0"-180"0,0 0-5 16,0 0 78-16,0 0-32 0,0 0 61 15,0 0-5-15,0-16-14 16,0 16-16-16,0 0-37 15,0 0-12-15,0 0-37 16,0 0 11-16,0 0-5 16,0 0-17-16,0 0 17 15,0 0-2-15,0 0 18 16,0 4 7-16,0-4-4 16,0 0-24-16,0 0 0 15,0 0 4-15,0 0-18 0,0 0 18 16,0 0-11-1,0 0 4-15,0 0 12 0,0 0 15 16,0 0-3-16,0 0-6 16,0 0-14-16,6-12-12 15,47-37 5-15,28-23-12 16,21-15 13-16,10-18-3 16,15-8-14-16,6-19-5 15,-6 1 9-15,-6 1-22 16,-28 19 24-16,-6 22-28 15,-47 26 21-15,-6 33-22 16,-21 19 25-16,-13 11-29 16,0 0-73-16,0 0-329 15</inkml:trace>
  <inkml:trace contextRef="#ctx0" brushRef="#br0" timeOffset="162310.5">6722 6793 171 0,'0'0'297'0,"0"0"-267"0,0 0 11 0,0 0 17 16,0 0-51-16,0 0-7 15,0 0-11-15,-18 0 7 0,11 0 4 16,-2 0 5-16,-3 4 65 16,-1 5-11-16,7-6 43 15,-16 2 21-15,22-5-46 16,-6 3-46-16,6-3-7 16,0 0-17-16,0 0-10 15,0 0 3-15,0 0-11 16,0 5 11-16,0-2 0 15,-6 6 8-15,-6 2-6 16,2 2 28-16,4 10-10 16,-12 10 42-16,-10 11-46 15,15 8 10-15,-15 4-20 0,4 8-6 16,-4 0 7-16,-6 0-1 16,-1-4 2-16,4-11-6 15,3-13 7-15,10-8-3 16,2-12-10-1,10-9 4-15,6-7 0 0,0 0 0 16,0 0-16-16,0 0 9 16,0 0 7-16,28-3-9 15,3-13 21-15,9 4-18 16,-5 0 10-16,-1 0-5 16,12 0 1-16,-6-4 0 15,13 4-4-15,-19-1 9 16,0 5-15-16,-15 5 21 15,-13 3-22-15,3 0 7 16,-2 0-1-16,-7 0 6 0,0 0-2 16,0 0-1-16,0 0 2 15,0-4-10-15,0 0-8 16,0 0 17-16,6-1-13 16,-6 2 7-16,0-2 7 15,0 5 0-15,0-3 0 16,0 3 0-16,0 0 5 15,0 0 2-15,0 0-1 16,0 16-2-16,0 15 13 16,-13 14-17-16,-14 3 14 15,-8 12-9-15,11 0 8 16,-10 1 0-16,18-1-2 16,-9-12-1-16,4-9-2 0,14 2-16 15,7-25 8-15,0 1-29 16,0-14-72-16,28-3-122 15,6-12-127-15</inkml:trace>
  <inkml:trace contextRef="#ctx0" brushRef="#br0" timeOffset="165707.85">8192 7279 433 0,'0'0'12'0,"0"0"-5"0,0 0-7 0,0 0 12 15,0 0 20-15,0 0 35 16,0 0-46-16,0 0 49 15,0 0 3-15,0 0-50 0,0 0-13 16,9 0-11-16,16 0 2 16,3 0 24-16,19 3-9 15,-1 5-11-15,-6 1 11 16,-6-1-12-16,-15 12-8 16,-19 7 15-16,12 18 83 15,-12 7 31-15,0 4-37 16,0 1-32-16,10-18-56 15,8-14 0-15,4-9-24 16,-3-16-19-16,-7 0 25 16,4 0 8-16,-16 0 20 15,0 7 4-15,0 1 30 16,0 5-10-16,0 7-20 0,0 8-14 16,0 8 2-16,0 16 8 15,-22 4-17-15,-3-4 19 16,3 4-24-16,-6-20 6 15,-3-7-14-15,10-6-41 16,-4-10-16-16,-3-10-129 16,16-3-174-16</inkml:trace>
  <inkml:trace contextRef="#ctx0" brushRef="#br0" timeOffset="166291.39">7566 7788 826 0,'0'0'123'0,"0"0"-117"0,0 0 59 0,0 0-50 16,0 0-15-16,0 0-52 16,-62-32-47-16,62 12 47 15,0 0 52-15,0 12 13 16,-13 3-12-16,-27 5 42 16,6 0-13-16,3 0-12 15,31 0-18-15,0 0-135 16,40 0-135-16</inkml:trace>
  <inkml:trace contextRef="#ctx0" brushRef="#br0" timeOffset="167040.19">9538 7849 114 0,'0'0'279'0,"0"0"-279"0,0 0 0 0,0 0 94 0,0 0-76 16,0 0-4-16,-41 3 115 16,41 9-4-16,0-4-42 15,0-8 83-15,0 0-58 16,0 0-69-16,0 0-27 16,0 0-12-1,0 0-38-15,0 0-204 0,0 0-378 16</inkml:trace>
  <inkml:trace contextRef="#ctx0" brushRef="#br0" timeOffset="167611.1">10307 7318 135 0,'0'0'404'0,"0"0"-393"0,0 0 94 0,0 0 6 15,0 0-42-15,0 0 20 0,245 0-12 16,-217 5-60-16,-10 10-2 16,-9-2-4-16,-9 11-2 15,0 12-5-15,0 16 10 16,0 13-13-16,0 15 0 0,0 4 4 16,0-8 1-16,0-12-11 15,25-19 15-15,16-14-1 16,11-11-4-16,16-12 8 15,19-8-4-15,-6 0-7 16,24-8 3-16,-9-24-5 16,-24 8 0-16,-10 12-25 15,-37 1-76-15,-10 2-242 16,-15 9-308-16</inkml:trace>
  <inkml:trace contextRef="#ctx0" brushRef="#br0" timeOffset="169388.08">14958 8093 827 0,'0'0'3'0,"0"0"-2"0,0 0-1 0,0 0-7 0,347-5-28 16,-294 5-3-16,-7 0-37 15,-18 0 45-15,-6 0-4 0,-16 0 31 16,-6 0 1-16,0 0-88 16,0 0-260-16</inkml:trace>
  <inkml:trace contextRef="#ctx0" brushRef="#br0" timeOffset="169588.1">14958 8093 135 0,'-186'-133'606'0,"186"138"-600"15,18-5 95-15,44 0 81 16,10 0-97-16,8 0-22 15,7-13-36-15,0-11-27 16,-7 0-19-16,-21 16-165 0,-43 8-369 16</inkml:trace>
  <inkml:trace contextRef="#ctx0" brushRef="#br0" timeOffset="171485.89">16455 7572 678 0,'0'0'58'0,"0"0"-32"0,0 0-16 0,0 0 4 16,0 0 14-16,0 0 33 0,248-141 0 16,-195 128-31-16,-19 13 46 15,-9 0-27-15,-3 0-15 16,-4 9-17-16,-2 27 10 15,-16 21-25-15,0 18-2 16,0 18-2-16,-50 7 2 16,-21 4 6-16,-10-3-3 15,1-13 47-15,21-20-12 16,18-16 18-16,20-20-44 16,21-12 5-16,0-3-17 15,0-9-15-15,0-5 8 16,34 5-13-16,19-4 20 15,-1 0 0-15,4-4-13 0,-3 0 24 16,-1 0-22 0,-5 0 11-16,9-19-4 0,-10-6-38 15,-21-3-100-15,-3 4-298 16</inkml:trace>
  <inkml:trace contextRef="#ctx0" brushRef="#br0" timeOffset="172036.14">17196 7307 664 0,'0'0'2'0,"0"0"21"0,0 0-6 0,0 0 76 0,0 0-64 0,0 0 56 16,0-17-21-16,0 58 4 16,0 7-27-16,0 4-28 15,-6 0-11-15,-28 0 4 16,9-8 15-16,10 0 22 16,9-8 18-16,6-3-47 15,0-1-11-15,0 0-3 16,34-13-1-16,31-6-6 15,31-1-7-15,9-12 2 16,-5 8-11-16,-20-8 11 16,-24 8-38-16,-25-4 47 0,-9-4-32 15,-22 0-19-15,0 0-87 16,0 0 65-16,0 0-31 16,0-12 18-16,0 0-25 15,0-9-3 1,0-10-167-16</inkml:trace>
  <inkml:trace contextRef="#ctx0" brushRef="#br0" timeOffset="172169.01">17652 7620 177 0,'0'0'521'0,"0"0"-397"16,-108 265 71-16,74-146-76 16,9-14-26-16,3-10-80 15,16-14-12-15,6-24-1 0,0-13-47 16,0-16-78-1,15-20-272-15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943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D81D8-DD4C-FCBB-CABF-F474A7BCD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FF836C6-500B-E51B-D77A-21C64E4463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DB124-3C44-E752-4ADD-3EBA80C5D6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6EE67-61FD-88C5-175F-F0CE373AB2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7636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customXml" Target="../ink/ink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png"/><Relationship Id="rId4" Type="http://schemas.openxmlformats.org/officeDocument/2006/relationships/customXml" Target="../ink/ink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customXml" Target="../ink/ink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customXml" Target="../ink/ink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6.xml"/><Relationship Id="rId5" Type="http://schemas.openxmlformats.org/officeDocument/2006/relationships/image" Target="../media/image9.png"/><Relationship Id="rId4" Type="http://schemas.openxmlformats.org/officeDocument/2006/relationships/customXml" Target="../ink/ink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8.xml"/><Relationship Id="rId5" Type="http://schemas.openxmlformats.org/officeDocument/2006/relationships/image" Target="../media/image110.png"/><Relationship Id="rId4" Type="http://schemas.openxmlformats.org/officeDocument/2006/relationships/customXml" Target="../ink/ink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0.png"/><Relationship Id="rId4" Type="http://schemas.openxmlformats.org/officeDocument/2006/relationships/customXml" Target="../ink/ink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1.xml"/><Relationship Id="rId5" Type="http://schemas.openxmlformats.org/officeDocument/2006/relationships/image" Target="../media/image15.png"/><Relationship Id="rId4" Type="http://schemas.openxmlformats.org/officeDocument/2006/relationships/customXml" Target="../ink/ink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3.xml"/><Relationship Id="rId5" Type="http://schemas.openxmlformats.org/officeDocument/2006/relationships/image" Target="../media/image170.png"/><Relationship Id="rId4" Type="http://schemas.openxmlformats.org/officeDocument/2006/relationships/customXml" Target="../ink/ink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customXml" Target="../ink/ink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customXml" Target="../ink/ink1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customXml" Target="../ink/ink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18.xml"/><Relationship Id="rId5" Type="http://schemas.openxmlformats.org/officeDocument/2006/relationships/image" Target="../media/image26.png"/><Relationship Id="rId4" Type="http://schemas.openxmlformats.org/officeDocument/2006/relationships/customXml" Target="../ink/ink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customXml" Target="../ink/ink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39EC59FE-06F3-7A47-D4BB-CC24C0588362}"/>
                  </a:ext>
                </a:extLst>
              </p14:cNvPr>
              <p14:cNvContentPartPr/>
              <p14:nvPr/>
            </p14:nvContentPartPr>
            <p14:xfrm>
              <a:off x="5081040" y="3081960"/>
              <a:ext cx="3196440" cy="5824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39EC59FE-06F3-7A47-D4BB-CC24C058836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071680" y="3072600"/>
                <a:ext cx="3215160" cy="601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4B8D9CDE-FD21-64A1-A518-68C4F6B3D0DB}"/>
                  </a:ext>
                </a:extLst>
              </p14:cNvPr>
              <p14:cNvContentPartPr/>
              <p14:nvPr/>
            </p14:nvContentPartPr>
            <p14:xfrm>
              <a:off x="764640" y="1023480"/>
              <a:ext cx="11343600" cy="56541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4B8D9CDE-FD21-64A1-A518-68C4F6B3D0D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5280" y="1014120"/>
                <a:ext cx="11362320" cy="5672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86C9B4C-FEEB-2D89-21E9-664717F9EF4D}"/>
                  </a:ext>
                </a:extLst>
              </p14:cNvPr>
              <p14:cNvContentPartPr/>
              <p14:nvPr/>
            </p14:nvContentPartPr>
            <p14:xfrm>
              <a:off x="6886080" y="1450800"/>
              <a:ext cx="4941000" cy="33354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86C9B4C-FEEB-2D89-21E9-664717F9EF4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876720" y="1441440"/>
                <a:ext cx="4959720" cy="33541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E90ED279-9384-7961-3693-68ABC3B356C0}"/>
                  </a:ext>
                </a:extLst>
              </p14:cNvPr>
              <p14:cNvContentPartPr/>
              <p14:nvPr/>
            </p14:nvContentPartPr>
            <p14:xfrm>
              <a:off x="851760" y="620640"/>
              <a:ext cx="11289960" cy="61437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E90ED279-9384-7961-3693-68ABC3B356C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42400" y="611280"/>
                <a:ext cx="11308680" cy="6162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CAA902D2-10BE-BD66-F39E-38243650A4D5}"/>
                  </a:ext>
                </a:extLst>
              </p14:cNvPr>
              <p14:cNvContentPartPr/>
              <p14:nvPr/>
            </p14:nvContentPartPr>
            <p14:xfrm>
              <a:off x="1630800" y="281160"/>
              <a:ext cx="10369080" cy="62521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CAA902D2-10BE-BD66-F39E-38243650A4D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21440" y="271800"/>
                <a:ext cx="10387800" cy="627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636E5852-6BA7-4843-2842-0B9FE5786A10}"/>
                  </a:ext>
                </a:extLst>
              </p14:cNvPr>
              <p14:cNvContentPartPr/>
              <p14:nvPr/>
            </p14:nvContentPartPr>
            <p14:xfrm>
              <a:off x="718920" y="284400"/>
              <a:ext cx="10900440" cy="61563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636E5852-6BA7-4843-2842-0B9FE5786A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9560" y="275040"/>
                <a:ext cx="10919160" cy="6175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86D095F-4A2B-10E3-F230-799152140837}"/>
                  </a:ext>
                </a:extLst>
              </p14:cNvPr>
              <p14:cNvContentPartPr/>
              <p14:nvPr/>
            </p14:nvContentPartPr>
            <p14:xfrm>
              <a:off x="401760" y="275400"/>
              <a:ext cx="11714400" cy="62881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86D095F-4A2B-10E3-F230-79915214083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92400" y="266040"/>
                <a:ext cx="11733120" cy="630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814FE63A-32A5-EDD9-C715-1C906806DAED}"/>
                  </a:ext>
                </a:extLst>
              </p14:cNvPr>
              <p14:cNvContentPartPr/>
              <p14:nvPr/>
            </p14:nvContentPartPr>
            <p14:xfrm>
              <a:off x="3225960" y="2221920"/>
              <a:ext cx="7171200" cy="42811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814FE63A-32A5-EDD9-C715-1C906806DAE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16600" y="2212560"/>
                <a:ext cx="7189920" cy="4299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740DB08-FED2-AAD7-72C6-8209CBAE17A8}"/>
                  </a:ext>
                </a:extLst>
              </p14:cNvPr>
              <p14:cNvContentPartPr/>
              <p14:nvPr/>
            </p14:nvContentPartPr>
            <p14:xfrm>
              <a:off x="4181400" y="1320480"/>
              <a:ext cx="8001720" cy="479556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740DB08-FED2-AAD7-72C6-8209CBAE17A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72040" y="1311120"/>
                <a:ext cx="8020440" cy="48142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0B21A612-8303-66AB-B115-290819003B1D}"/>
                  </a:ext>
                </a:extLst>
              </p14:cNvPr>
              <p14:cNvContentPartPr/>
              <p14:nvPr/>
            </p14:nvContentPartPr>
            <p14:xfrm>
              <a:off x="1932120" y="828360"/>
              <a:ext cx="10246320" cy="489780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0B21A612-8303-66AB-B115-290819003B1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2760" y="819000"/>
                <a:ext cx="10265040" cy="49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51C221B-AFC2-1890-3B7C-D6F0C8FB76EB}"/>
                  </a:ext>
                </a:extLst>
              </p14:cNvPr>
              <p14:cNvContentPartPr/>
              <p14:nvPr/>
            </p14:nvContentPartPr>
            <p14:xfrm>
              <a:off x="3402360" y="5622120"/>
              <a:ext cx="1937160" cy="7131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51C221B-AFC2-1890-3B7C-D6F0C8FB76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393000" y="5612760"/>
                <a:ext cx="1955880" cy="73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9B5C0C0-F67A-735D-FEA0-EB74C52ADE74}"/>
                  </a:ext>
                </a:extLst>
              </p14:cNvPr>
              <p14:cNvContentPartPr/>
              <p14:nvPr/>
            </p14:nvContentPartPr>
            <p14:xfrm>
              <a:off x="456480" y="225360"/>
              <a:ext cx="11687400" cy="6417720"/>
            </p14:xfrm>
          </p:contentPart>
        </mc:Choice>
        <mc:Fallback xmlns=""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9B5C0C0-F67A-735D-FEA0-EB74C52ADE7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7120" y="216000"/>
                <a:ext cx="11706120" cy="64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A35D0415-D614-44AF-6A03-89A75426E271}"/>
                  </a:ext>
                </a:extLst>
              </p14:cNvPr>
              <p14:cNvContentPartPr/>
              <p14:nvPr/>
            </p14:nvContentPartPr>
            <p14:xfrm>
              <a:off x="3427920" y="1862280"/>
              <a:ext cx="7828560" cy="227412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A35D0415-D614-44AF-6A03-89A75426E27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18560" y="1852920"/>
                <a:ext cx="7847280" cy="2292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827206-93D1-50A6-0BA4-198DB261C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15382F45-5412-ACF3-AB93-3FDF703EA840}"/>
                  </a:ext>
                </a:extLst>
              </p14:cNvPr>
              <p14:cNvContentPartPr/>
              <p14:nvPr/>
            </p14:nvContentPartPr>
            <p14:xfrm>
              <a:off x="1691280" y="545400"/>
              <a:ext cx="8694720" cy="61394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15382F45-5412-ACF3-AB93-3FDF703EA84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81920" y="536040"/>
                <a:ext cx="8713440" cy="6158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116918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D3506E22-927E-502D-85BB-A902E860E627}"/>
                  </a:ext>
                </a:extLst>
              </p14:cNvPr>
              <p14:cNvContentPartPr/>
              <p14:nvPr/>
            </p14:nvContentPartPr>
            <p14:xfrm>
              <a:off x="420840" y="586080"/>
              <a:ext cx="11529000" cy="60220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D3506E22-927E-502D-85BB-A902E860E62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1480" y="576720"/>
                <a:ext cx="11547720" cy="6040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AD8ED49D-0F0C-DDC6-2551-E553AADC5254}"/>
                  </a:ext>
                </a:extLst>
              </p14:cNvPr>
              <p14:cNvContentPartPr/>
              <p14:nvPr/>
            </p14:nvContentPartPr>
            <p14:xfrm>
              <a:off x="288000" y="1535760"/>
              <a:ext cx="10835640" cy="439704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AD8ED49D-0F0C-DDC6-2551-E553AADC525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8640" y="1526400"/>
                <a:ext cx="10854360" cy="44157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2205C9D5-AA03-16CB-E868-91048CC7B120}"/>
                  </a:ext>
                </a:extLst>
              </p14:cNvPr>
              <p14:cNvContentPartPr/>
              <p14:nvPr/>
            </p14:nvContentPartPr>
            <p14:xfrm>
              <a:off x="343800" y="675720"/>
              <a:ext cx="11601360" cy="607680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2205C9D5-AA03-16CB-E868-91048CC7B12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34440" y="666360"/>
                <a:ext cx="11620080" cy="609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Tinta 2">
                <a:extLst>
                  <a:ext uri="{FF2B5EF4-FFF2-40B4-BE49-F238E27FC236}">
                    <a16:creationId xmlns:a16="http://schemas.microsoft.com/office/drawing/2014/main" id="{145436C5-1755-3EBC-56A7-3EFFC9D9F1EF}"/>
                  </a:ext>
                </a:extLst>
              </p14:cNvPr>
              <p14:cNvContentPartPr/>
              <p14:nvPr/>
            </p14:nvContentPartPr>
            <p14:xfrm>
              <a:off x="2263680" y="293040"/>
              <a:ext cx="8184600" cy="3881160"/>
            </p14:xfrm>
          </p:contentPart>
        </mc:Choice>
        <mc:Fallback>
          <p:pic>
            <p:nvPicPr>
              <p:cNvPr id="3" name="Tinta 2">
                <a:extLst>
                  <a:ext uri="{FF2B5EF4-FFF2-40B4-BE49-F238E27FC236}">
                    <a16:creationId xmlns:a16="http://schemas.microsoft.com/office/drawing/2014/main" id="{145436C5-1755-3EBC-56A7-3EFFC9D9F1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54320" y="283680"/>
                <a:ext cx="8203320" cy="389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9C313B2C-0E52-B992-C0D2-60CD2FE305BA}"/>
                  </a:ext>
                </a:extLst>
              </p14:cNvPr>
              <p14:cNvContentPartPr/>
              <p14:nvPr/>
            </p14:nvContentPartPr>
            <p14:xfrm>
              <a:off x="279000" y="1403280"/>
              <a:ext cx="7671240" cy="517788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9C313B2C-0E52-B992-C0D2-60CD2FE305B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9640" y="1393920"/>
                <a:ext cx="7689960" cy="5196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</TotalTime>
  <Words>17</Words>
  <Application>Microsoft Office PowerPoint</Application>
  <PresentationFormat>Widescreen</PresentationFormat>
  <Paragraphs>17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9" baseType="lpstr"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Matemática Pré-Vestibular</dc:title>
  <dc:subject>PptxGenJS Presentation</dc:subject>
  <dc:creator>Created by Marp</dc:creator>
  <cp:lastModifiedBy>Éderson Passos Silva</cp:lastModifiedBy>
  <cp:revision>4</cp:revision>
  <dcterms:created xsi:type="dcterms:W3CDTF">2026-06-23T19:06:47Z</dcterms:created>
  <dcterms:modified xsi:type="dcterms:W3CDTF">2026-06-30T23:21:03Z</dcterms:modified>
</cp:coreProperties>
</file>