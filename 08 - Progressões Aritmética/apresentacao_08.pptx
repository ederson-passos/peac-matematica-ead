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notesSlides/notesSlide2.xml" ContentType="application/vnd.openxmlformats-officedocument.presentationml.notesSlide+xml"/>
  <Override PartName="/ppt/ink/ink3.xml" ContentType="application/inkml+xml"/>
  <Override PartName="/ppt/notesSlides/notesSlide3.xml" ContentType="application/vnd.openxmlformats-officedocument.presentationml.notesSlide+xml"/>
  <Override PartName="/ppt/ink/ink4.xml" ContentType="application/inkml+xml"/>
  <Override PartName="/ppt/notesSlides/notesSlide4.xml" ContentType="application/vnd.openxmlformats-officedocument.presentationml.notesSlide+xml"/>
  <Override PartName="/ppt/ink/ink5.xml" ContentType="application/inkml+xml"/>
  <Override PartName="/ppt/notesSlides/notesSlide5.xml" ContentType="application/vnd.openxmlformats-officedocument.presentationml.notesSlide+xml"/>
  <Override PartName="/ppt/ink/ink6.xml" ContentType="application/inkml+xml"/>
  <Override PartName="/ppt/notesSlides/notesSlide6.xml" ContentType="application/vnd.openxmlformats-officedocument.presentationml.notesSlide+xml"/>
  <Override PartName="/ppt/ink/ink7.xml" ContentType="application/inkml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09T21:46:33.85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90 1515 11605,'0'0'1049,"14"-51"-796,45-170 171,-53 195-365,-2 1 0,0-1 0,-2 0 0,-2-49-1,-1 33-5,2 19 14,-1 16-30,1 0-1,-1 0 0,0 0 1,-1 0-1,1 0 1,-1 0-1,-1 1 1,1-1-1,-1 0 1,0 1-1,-6-11 0,-8-6 278,-1 1-1,-2 1 1,0 0-1,-27-21 1,16 14-142,25 23-120,-6-5 101,22 26-161,-1-4-8,1-1 0,1 0 0,0 0 0,25 17 0,62 33-66,-93-58 82,46 26-20,1-2-1,2-2 1,0-3 0,2-2 0,0-3 0,1-3 0,1-1 0,0-4-1,0-2 1,69 0 0,-116-7-119,0 0 1,0-1-1,16-2 0,-27 2 124,0 1 1,0-1-1,0 1 0,0-1 0,0 1 0,0-1 1,0 0-1,0 0 0,0 1 0,0-1 0,0 0 1,-1 0-1,1 0 0,0 0 0,-1 0 0,1 0 1,-1 0-1,1 0 0,-1 0 0,1 0 0,-1 0 1,1 0-1,-1 0 0,0-1 0,0 1 0,0 0 1,0 0-1,0 0 0,0 0 0,0-3 0,2-19-156,-1-1-1,-1 0 1,-1 1-1,-6-34 1,5 46 9,-1-1 0,0 1 0,-1 0 1,0 0-1,-1 0 0,0 1 0,0 0 1,-2 0-1,1 0 0,-1 1 1,-11-13-1,10 14 52,-1 0-1,-1 0 1,1 1 0,-1 0 0,0 1 0,-1 0 0,0 0 0,-16-5-1,9 5-13,-1 0-1,0 2 1,0 0-1,-32-1 1,40 4 101,-1 1 0,0 0 0,0 0 0,0 2 1,0-1-1,0 1 0,0 1 0,1 0 0,0 1 1,-17 7-1,14-3 17,0 1 0,1 0 1,0 1-1,1 0 1,0 1-1,0 1 0,-14 19 1,-2 5 168,3 1 0,1 1 0,1 1 0,3 1 0,1 1 0,2 1 1,2 0-1,1 1 0,3 1 0,1 0 0,3 0 0,-3 49 1,7-59 49,2-1 1,2 1 0,6 47-1,-5-67-182,1 0 0,0 0 0,2-1-1,-1 1 1,2-1 0,0 0 0,0-1 0,1 1 0,0-1-1,2-1 1,9 13 0,-1-8-16,0 0-1,1 0 1,0-2-1,1-1 1,1 0-1,0-1 1,25 10 0,0-2 11,2-3 0,67 17 0,-53-21-79,0-2-1,64 2 1,121-6-270,-211-7 287,153-7-65,-166 4 99,0-1 0,0-1 0,0 0 0,-1-2-1,0-1 1,30-14 0,-34 12 2,-1 0 0,0-1 0,-1-1 0,0 0 0,-1-1-1,0 0 1,-1-1 0,0-1 0,-2 0 0,0-1 0,0 0 0,-1-1 0,10-24 0,-6 6-12,-2-1 0,-1 0 0,-2 0 0,-1-1 0,-2 0 0,1-44 0,-3-138-175,-5 182 126,-2 1 0,-1-1-1,-15-58 1,12 72 33,-1-1 0,0 2-1,-2-1 1,-1 1 0,-1 1-1,-18-25 1,4 11-64,-2 2 0,0 0 0,-3 2 0,-52-43 0,59 56 36,0 2 1,0 0-1,-2 1 1,0 2-1,0 0 1,-1 2-1,-47-13 1,37 17 101,-1 1 0,-59-1 0,80 6 87,-1 1 0,1 1 0,-1 0 0,1 1 0,-1 1 0,-29 8 0,35-5-8,0-1 0,0 1 0,0 1 1,1 0-1,0 1 0,0 0 0,1 1 0,0 0 0,-15 18 1,3-1 53,2 0 0,1 1 0,0 0 0,3 2 0,0 0 0,2 1 0,1 0 0,1 1 0,-12 55 0,18-46-35,2 1 0,2 53 0,2-76-130,0-1 1,1 0-1,1 1 0,0-1 1,1 0-1,9 27 1,-8-35-19,0-1 1,1 0-1,0 0 1,0 0 0,1 0-1,0-1 1,0 0 0,1 0-1,0 0 1,0-1-1,0 0 1,1-1 0,13 8-1,5 1-28,0-2 0,1 0-1,0-2 1,1-1-1,0-2 1,55 9 0,-33-11-78,0-1 0,0-3-1,61-5 1,-91 2 97,0-2-1,0 0 0,0-1 0,-1 0 0,0-2 1,0 0-1,0-2 0,-1 0 0,0 0 1,-1-2-1,0 0 0,-1-1 0,0-1 0,-1-1 1,0 0-1,19-25 0,-15 15 10,-2-1 0,-1-1 0,-1 0 0,-1-1 0,-2-1 1,0 0-1,-2-1 0,-1 0 0,-2 0 0,6-43 0,-6 2-78,-4-79 1,-3 149 81,0-55-40,-11-87-1,8 120 26,-2 1 0,0 0 1,-2 0-1,0 0 0,-1 1 0,-1 0 0,-13-21 0,12 25 6,0-1 0,-1 2 1,-1-1-1,-1 2 0,0-1 0,-1 2 1,0 0-1,-1 1 0,-1 0 0,1 1 1,-2 1-1,0 0 0,-33-13 0,31 17 29,0 1 0,0 1 0,-37-3-1,47 6 9,0 1 0,0 0 0,0 1 0,0 0 0,0 0 0,1 1 0,-1 0 0,0 0 0,1 1 0,-17 8 0,13-3 12,1 1 0,0 0 0,0 0-1,1 1 1,1 1 0,-1-1 0,2 2 0,-1-1 0,-11 23-1,5-4 10,1 0-1,1 0 1,-13 46-1,14-24 26,3 1-1,1 0 0,3 1 0,3 95 0,3-132-59,0-1 0,4 20 0,-4-31-16,0 0-1,1 0 1,0 0-1,-1-1 1,2 1 0,-1-1-1,0 1 1,1-1 0,0 0-1,5 6 1,0-3-23,1-1-1,0 1 1,0-1-1,0-1 1,1 0-1,0 0 1,0-1 0,0 0-1,0-1 1,1 0-1,-1-1 1,1 0 0,11 1-1,35 2-448,72-2-1,-111-3 350,-18 0 125,46 1-533,-1-2 1,91-15-1,-109 9 391,0-1 0,0-1 1,-1-1-1,0-2 0,-1 0 1,0-2-1,-1 0 0,-1-2 1,0-1-1,-1 0 0,-1-2 0,-1 0 1,-1-2-1,0 0 0,-2-1 1,0 0-1,-2-2 0,0 0 0,-2 0 1,0-2-1,-2 1 0,-1-2 1,-1 1-1,-1-1 0,8-51 1,-13 44-328,-1 0 0,-4-49 1,2 73 234,-1-1 0,0 0 0,-1 1 0,0-1 0,0 1 0,-1 0 0,-1 0 0,0 0 0,-10-18 0,4 15-295,-2 0 0,1 1 0,-2 1 0,0 0 0,0 1 0,-16-10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2155.72363" units="1/cm"/>
          <inkml:channelProperty channel="Y" name="resolution" value="3449.15796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6-06-09T22:04:32.374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11916 2975 666 0,'0'0'72'0,"0"0"-67"0,0 0 9 0,0 0 28 0,0 0 86 0,0 0-39 0,0 0 28 16,0 0-75-16,0 0 10 15,0 0-34 1,0 0 18-16,-25-12-28 0,-15-8-2 15,-22 4-12-15,-25 4 12 16,6 4-7-16,-12 8 6 16,13 0 9-16,8 0-9 15,17 8 6-15,24 33-11 16,3 10-2-16,6 9 2 16,22 1-1-16,0-9-4 0,40-16-22 15,63-8 22-15,24 0-34 16,40-8 32-16,32 8-3 15,8 12 8-15,1 16-9 16,-28 13 7 0,-47 3-7-16,-40 8-9 15,-37 0 15-15,-56-4 10 0,0 9-8 16,-68-1 9-16,-87-4-7 16,-37-12 7-16,-10-23-6 15,4-29 0-15,15-16-1 16,31 0-9-16,37-49-38 15,56-15-48-15,59-16-117 16,0-17-197-16</inkml:trace>
  <inkml:trace contextRef="#ctx0" brushRef="#br0" timeOffset="333.39">13107 3460 420 0,'0'0'201'0,"0"0"-193"0,0 0-3 0,347 69 6 0,-242-66 58 0,-18 2-37 15,-19-5-19-15,-15 4-13 16,-25 0-16-16,-22-4-8 16,-6 0 8-16,0 0 9 15,-34-24-264-15</inkml:trace>
  <inkml:trace contextRef="#ctx0" brushRef="#br0" timeOffset="500.25">13147 3292 1125 0,'0'0'15'0,"0"0"10"15,0 0-22-15,0 0-3 16,0 0-60-16,0 0-107 15,146 8-374-15</inkml:trace>
  <inkml:trace contextRef="#ctx0" brushRef="#br0" timeOffset="671.41">13280 2843 1001 0,'0'0'238'15,"0"0"-238"-15,0 0 0 0,0 0 5 16,0 0-5-16,406-77-6 16,-263 10-45-16,-16-2-106 15,-15 13-310-15</inkml:trace>
  <inkml:trace contextRef="#ctx0" brushRef="#br0" timeOffset="1467.16">14114 3012 569 0,'0'0'94'0,"0"0"-63"0,0 0 110 0,0 0 0 16,0 0-109-16,-93 280 16 15,93-195-6-15,22-10-4 16,65-11-31-16,34-12 17 16,18-19-8-16,35-17 1 0,-13-16 5 15,-9 0-20-15,-19-16 6 16,-18-48-8 0,-28-24 10-16,-28-29-8 0,-31-20-4 15,-28 6-25-15,0 10-23 16,-13 24 9-16,-73 38-19 15,-23 35 49-15,-31 24 10 16,-27 28-7-16,6 36 16 16,21 8 9-16,47-12-15 15,41-4-4-15,52-12-18 16,0-11-14-16,18-17-3 16,63-13 7-16,6-3 27 15,6 0 6-15,0 0 26 0,-7 0-22 16,-5 0 31-16,-7 0-21 31,-8 45 23-31,-4 15-4 0,3 16 1 0,22-4-22 16,15-4-6-1,3-19-2-15,10-13-3 0,6-24-8 16,-16-4-26-16,-18-8-22 16,-12 0-12-16,-29-24-29 15,-12-24-157-15,-15-13-144 16</inkml:trace>
  <inkml:trace contextRef="#ctx0" brushRef="#br0" timeOffset="1898.17">16213 3087 101 0,'0'0'618'0,"0"0"-544"0,0 0 43 0,0 0-65 0,0 0-35 16,0 0 16-16,56 152-9 0,9-107-15 0,16-13-4 0,6-12 9 16,12-12-7-16,-6-8-1 15,-3 0-1-15,-19-28 1 16,-24-19 28-16,-19-10-12 16,-16-7-5-16,10-5-15 0,-10 2-2 15,1 14 8-15,2 9-23 16,4 20 10-16,-13 8-1 15,9 16 4 1,-15 0 2-16,0 4 0 0,7 44 3 16,5 12 1-16,0 17 0 15,23-2-4-15,17 2 10 16,10-5-20-16,25-8 10 16,19-11-1-16,27-9-9 15,3-16 3-15,-2-17-48 16,-17-11 33-16,-30 0 13 15,-6-44-6-15,-19-15-22 16,-22-10-167-16,-15-8 107 16,-25 5-113-16,0 5-194 15</inkml:trace>
  <inkml:trace contextRef="#ctx0" brushRef="#br0" timeOffset="2083.16">17432 3043 895 0,'0'0'235'0,"0"0"-234"15,0 0 53-15,0 0-36 16,0 0-11-16,360-31-7 16,-273-10-60-16,-53-7-164 0,-34 0-629 15</inkml:trace>
  <inkml:trace contextRef="#ctx0" brushRef="#br0" timeOffset="2249.4">17590 2799 1077 0,'0'0'99'16,"0"0"-95"-16,0 0 21 15,0 0-19-15,0 0-6 16,0 0-16-16,189-40-65 15,-182-9-170-15</inkml:trace>
  <inkml:trace contextRef="#ctx0" brushRef="#br0" timeOffset="2498.42">17370 2249 809 0,'0'0'373'0,"0"0"-327"16,0 0-26-16,0 0-20 16,0 0-7-1,0 0-4-15,161-36-23 0,-93 16-4 16,-15 8-71-16,-19 12 31 16,-21 0-28-16,-13 8 42 0,0 29 64 15,0 2 6-15,0-3 1 16,52-11-7-16,23-9-50 15,-1-8-211-15</inkml:trace>
  <inkml:trace contextRef="#ctx0" brushRef="#br0" timeOffset="2898.07">18365 3272 139 0,'0'0'412'0,"0"0"-240"15,0 0 8-15,0 0-87 0,0 0-61 16,0 0-22-16,0-88 24 16,0 68-23-16,0 12-11 15,16 8-11 1,2 0 7-16,17 0-20 0,5 3 20 15,19 33 4-15,9 5 8 16,6-2-8-16,4-6 14 16,3-9-28-16,-7-15 21 15,-6-9-7-15,-3 0 8 16,-18-36 15-16,-7-13 24 0,-12-15-20 16,-16-5-16-1,-12-3-9-15,0 0-4 0,0 8-28 16,0 12-11-16,0 12-49 15,0 19 15-15,0 14-47 16,0 7-5-16,0 0 3 16,7 0-35-16</inkml:trace>
  <inkml:trace contextRef="#ctx0" brushRef="#br0" timeOffset="3299.52">19885 2815 410 0,'0'0'278'0,"0"0"-133"0,0 0 10 0,0 0-59 0,0 0-61 0,0 0 5 0,-28-13-31 0,3 13 7 0,3 0-15 15,4 44 4-15,8 13-4 16,10-1 4-16,0-3-7 16,34-6 13-16,53-6-22 15,6-13 20-15,22-20-21 0,12-8-15 16,0 0 27 0,-12-13 0-16,-16-10-29 0,-31 7 29 15,-30 7-9-15,-17 9 7 16,-8 0-8-1,8 0 10-15,4 25 1 16,9-5 13-16,-6-4-11 0,-3-8-6 16,9-8-18-16,-12 0-30 15,-4-8-52-15,-18-33-168 16</inkml:trace>
  <inkml:trace contextRef="#ctx0" brushRef="#br0" timeOffset="3463.93">20840 2462 1167 0,'0'0'25'0,"0"0"-25"16,0 0-17-16,0 0-99 16,0 0-98-1,0 0-213-15</inkml:trace>
  <inkml:trace contextRef="#ctx0" brushRef="#br0" timeOffset="3731.53">21233 2979 1 0,'0'0'869'0,"0"0"-765"16,0 0 40-16,0 0-45 0,0 0-52 15,0 0-21-15,174-172-24 16,-127 111 11-16,-13 9-5 15,-6 16-8 1,-10 13 1-16,-12 18-2 0,22 5-19 16,0 0-8-1,13 36 13-15,5 20 15 0,13-4-7 16,-6 9-25-16,-7-9 11 16,1 0-45-16,-26 1-9 15,-2 6-24-15,-19-10-42 16,0-10-266-16,-6-19 200 15</inkml:trace>
  <inkml:trace contextRef="#ctx0" brushRef="#br0" timeOffset="3897.74">21522 2839 1025 0,'0'0'171'0,"0"0"-170"15,0 0-1-15,0 0-14 16,0 0-25-16,0 0-55 16,301-112-246-16</inkml:trace>
  <inkml:trace contextRef="#ctx0" brushRef="#br0" timeOffset="4446.39">22753 2334 363 0,'0'0'222'16,"0"0"-130"-16,0 0-2 16,0 0-14-16,0 0 25 15,0 0-44-15,-10 0 6 16,-14 0-1-16,-17 0-10 15,1 0-42-15,0 16-2 16,6 7 3-16,9-2-10 16,3 2 13-16,10 5-12 15,-1 1 8-15,13-5 4 16,0 4-18-16,0-4 8 0,0 4-8 16,72-4 0-1,2 4 1-15,19 0 2 0,6-7 0 16,-18 2-6-1,0 2-23-15,-35-6 25 0,-12 9 10 16,-21 5-1-16,-13 11 4 16,0 12-3-16,-53 0 11 15,-40 12-12-15,-16-15-4 16,10-14-33-16,6-23-29 16,0-16-172-1,12 0-592-15</inkml:trace>
  <inkml:trace contextRef="#ctx0" brushRef="#br0" timeOffset="7093.71">13066 4427 832 0,'0'0'115'0,"0"0"-80"0,0 0 8 0,0 0 36 0,0 0-43 0,0 0 27 0,-28 0-54 16,28 0 20-16,0 0-28 15,0 0 11-15,0 0-4 0,0 0-5 16,0 0-3-16,0 0 1 15,69 0-1 1,17 0 5-16,35 0 14 0,6-9-10 16,7 6-6-16,5-5 0 15,7-4-3-15,9-4 0 16,13-4-7-16,5-12 2 16,7 4 3-16,-6 0-7 15,-7 8 11-15,-6 12-13 16,-9 0 11-16,9 0-11 15,13-1 10-15,0-7 2 16,27-4-3-16,1-4 10 16,2 1-13-16,4 2 11 15,0 6-9-15,-22 10 18 0,-19 5-21 16,-5 0 8-16,5 0-4 16,7 8-2-16,21-4 4 15,-9-4-9-15,0 0 19 16,-18-4-23-16,-13-28 26 15,-16 0-13-15,-12 0 6 16,28 4-12-16,-3-5 5 16,22 5-3-16,27 9 1 15,7-1 3-15,6 7-1 16,-15 10 4-16,-4-6 0 16,-15 9 4-16,-19 0-14 0,-21 0 4 15,-7 0 3-15,-12 0 0 16,-6 0 3-1,-10 0-11-15,-18 0 14 0,-7-8-21 16,1-3 13-16,12-1-7 16,-6-4-42-16,21-1 24 15,-15 6 7-15,-21 3 2 16,-16 3 11-16,-16 2-16 16,-22 3 10-16,-18 0-49 15,0 0-118-15,0-5-115 16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2155.72363" units="1/cm"/>
          <inkml:channelProperty channel="Y" name="resolution" value="3449.15796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6-06-09T22:06:12.260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21748 6886 385 0</inkml:trace>
  <inkml:trace contextRef="#ctx0" brushRef="#br0" timeOffset="50137.12">15634 6332 359 0,'0'0'209'0,"0"0"-185"0,0 0 47 0,0 0 1 15,0 0-43-15,0 0-5 16,0 0 12-16,0 0-26 16,0 0 9-16,0 0 16 15,0 4 12-15,0-4-36 16,0 5 21-16,0-2-24 15,0-3-4-15,0 8 1 16,0 0-4-16,0 4 16 16,0 1-10-16,0 2 17 0,0 1-18 15,0 0 13-15,0 4-14 16,0 0 6-16,0 12-10 16,0 1 4-1,0-2 1-15,0 2-3 0,0 11-6 16,0-8 6-16,0 4-5 15,0-8 5-15,0-7-3 16,0-6 0-16,0-7-3 16,0-7 2-16,0-2-3 15,0-3 4-15,0 0-7 16,0 5 2-16,0-5 1 16,0 0 4-16,0 0 2 15,0 0-1-15,0 0-1 16,-7-13 0-16,-8-11-6 15,9 0-2-15,0-3 2 0,-1 2 11 16,7 1-10-16,0-8 7 16,0 11-2-16,0 2 0 15,0 2-4-15,0 9 1 16,0 1-1-16,7-6 3 16,33 2-6-16,6-9 4 15,1 7 3-15,6-7-1 16,-19 9-11-16,6 11-9 15,-21 0-4-15,-4 0-2 16,-9 0 22-16,13 0 5 0,-4 23 21 16,4-2-19-16,-3 7 4 15,-4-5-3 1,-6 2-5-16,0 15 3 16,-6 0-1-16,0-4 16 0,0 0-14 15,0-8 6-15,0-12-4 16,0-3-8-16,0-13-45 15,0 0-124-15,0 0 2 16,0 0-17-16,0 3 165 16,22 1 19-16,-10-4-33 15</inkml:trace>
  <inkml:trace contextRef="#ctx0" brushRef="#br0" timeOffset="51069.84">16362 6568 312 0,'0'0'144'0,"0"0"-59"0,0 0-15 0,0 0-48 16,0 0 23-16,0 0 11 0,19 0-13 15,-19 0 32-15,6 0 6 16,-6 0-35-16,22 0-11 15,-10 0-7-15,1 0-14 16,-4 0-3-16,3 0-8 16,1 0-1-16,2 0-1 0,-9 0 3 15,7 0-8-15,-1 0-4 16,10-3-8-16,-3-13-44 16,-4 4-149-16,-15-9-83 15</inkml:trace>
  <inkml:trace contextRef="#ctx0" brushRef="#br0" timeOffset="51585.34">16455 6416 354 0,'0'0'280'0,"0"0"-258"0,0 0 66 0,0 0-25 0,0 0-34 16,0 0 4-16,106 0 6 16,-91-8 14-16,-9 8-25 15,1 0-3-15,-7 0-20 16,12 0-5-16,4-4 0 0,2 0-13 16,4-4-42-16,3 1-106 15,-4-1 33-15,-21-1-99 16</inkml:trace>
  <inkml:trace contextRef="#ctx0" brushRef="#br0" timeOffset="53152.11">16942 6697 107 0,'0'0'334'0,"0"0"-271"0,0 0-51 0,0 0-12 0,0 0-33 0,0 0 32 0,0 4 1 0,0-4 33 16,0 0 42-16,0 0 7 0,0 0 7 15,0 0-16 1,0 3-21-16,0-3-26 0,0 5-2 16,0-1-19-16,0 0-2 15,0 0-2-15,0 0 0 16,0 0 11-16,0-4 2 16,0 5 13-16,0-5-8 15,0 3 3-15,0 2-22 16,0 6 1-16,0-3-1 15,0 1 2-15,0-1 1 16,0-8-3-16,0 0 8 16,0 0-3-16,0 0 7 15,0 0-2-15,0 0 3 0,0 0 7 16,0 0-1-16,0 0 3 16,0-5-17-16,0-11 4 15,0-4-9-15,0-4-1 16,0-4 0-16,0-4 1 15,0 0 0-15,16 7 0 16,-10-3 0-16,12-3 5 16,-2 7-11-16,-4-9 11 15,7 10-13-15,-13 2 11 16,3 1-6-16,-9 4-2 16,0 1-2-16,7-2-2 15,-7 5 8-15,6 0 1 0,-6 4-4 16,0 4 1-1,0-4 6-15,0 4-6 0,0-5-2 16,6 2-6-16,-6 3 10 16,0 0-4-16,0 0 4 15,0 4 2 1,0 0-4-16,0 0 1 0,0 0 1 16,0 0-2-16,0 0 1 15,0 0 2-15,0 0-18 16,0 0-3-16,0 0-1 15,0 0 14-15,0 0 4 16,0 0-4-16,0 0 16 16,0 4-7-16,0 8-1 15,-19 4 0-15,-2 1-1 0,2-2 1 16,-3-3-2 0,4 5 4-16,-10 2-4 0,9 6 4 15,-9 3 12-15,1 0-10 16,2 3 7-16,3-10-8 15,10-1-3-15,-1-9 0 16,13-11 0-16,0 0-12 16,-6 0-23-16,-3 0-186 15,-4 0-240-15</inkml:trace>
  <inkml:trace contextRef="#ctx0" brushRef="#br0" timeOffset="68106.94">28588 4531 409 0,'0'0'348'0,"0"0"-224"0,0 0-23 0,0 0-19 0,0 0-20 0,0 0-25 0,112 0-20 16,-50 0 4-16,-3 0-18 16,0 0-3-16,-19 0-4 15,16 0-17-15,-38 0-42 16,17 0-39-16,-35 0-117 0,0-16-101 15</inkml:trace>
  <inkml:trace contextRef="#ctx0" brushRef="#br0" timeOffset="68328.03">28588 4531 563 0</inkml:trace>
  <inkml:trace contextRef="#ctx0" brushRef="#br0" timeOffset="68388.7">28588 4531 563 0,'112'-120'244'0,"-50"120"-179"0,-3 0 18 16,-13-29-751-16</inkml:trace>
  <inkml:trace contextRef="#ctx0" brushRef="#br0" timeOffset="70987">29925 4656 283 0,'0'0'236'0,"0"0"-135"0,0 0 1 0,0 0 46 0,0 0-43 0,0 0-32 0,198 0-14 0,-164 0-11 0,0 0-38 15,0 0-4-15,-9-17-6 16,3 1-55-16,-22-7-99 0,-6-2-491 15</inkml:trace>
  <inkml:trace contextRef="#ctx0" brushRef="#br0" timeOffset="73085.37">17258 6264 86 0,'0'0'382'0,"0"0"-325"0,0 0-39 0,0 0 7 0,0 0-22 0,0 0-3 0,0 0 55 0,0 4-9 15,0 3 7-15,0 2 7 16,0-1 23-16,0 0-50 15,0-4 4-15,0 3-31 16,0-7 10-16,7 9-8 16,5-9 11-16,10 0-5 15,-4 0 3-15,1 0-5 16,15 0 0-16,0-9 13 0,-6-6-11 16,-3-9 1-16,-10 4-15 15,-15-4-12-15,0-4-14 16,0 3-7-16,0 2-26 15,0 10-29-15,-28 10 44 16,1 3 44-16,-4 0 28 16,-4 0 42-16,8 28-31 15,8 8-15-15,-3 3-4 16,16-6-10-16,6-5 5 16,0-8-1-16,0-12-12 15,0-4 6-15,0-4-8 16,0 0 0-16,34 0-5 0,0 0-1 15,-9-8 6 1,-9 4-5-16,-10 4-8 0,0 0 2 16,0 0 11-16,7 0 3 15,8 0 8-15,4 0-11 16,15 0-11-16,1-9-26 16,-7-2-17-16,-13-1-136 15,-14-1-34-15</inkml:trace>
  <inkml:trace contextRef="#ctx0" brushRef="#br0" timeOffset="73551.98">17277 6432 575 0,'0'0'102'0,"0"0"-10"16,0 0 22-16,0 0-15 0,0 0-68 0,0 0-6 0,214-11-14 0,-168-2-11 0,1 1-34 15,-7 1-53-15,-12-6-144 16,-15 5-157-16</inkml:trace>
  <inkml:trace contextRef="#ctx0" brushRef="#br0" timeOffset="137937.6">18468 9228 647 0</inkml:trace>
  <inkml:trace contextRef="#ctx0" brushRef="#br0" timeOffset="141632.37">20244 8983 679 0</inkml:trace>
  <inkml:trace contextRef="#ctx0" brushRef="#br0" timeOffset="154665.82">15866 9095 393 0,'0'0'175'0,"0"0"-97"0,0 0-28 0,0 0 6 0,0 0-19 0,0 0 20 16,28 13-13-1,-9-13 30-15,15 0-24 0,0 0 10 16,0 0-2-16,-3 0-31 16,3 0-4-16,0 0-18 15,-6 0 3-15,-3 0-3 16,3 0-9-16,-22 0 4 15,6 3-3-15,-5-3-8 16,-7 0 3-16,0 0 6 16,0 0 2-16,0 0 10 15,0 0-4-15,0 0-3 0,0 0 0 16,0 0 7 0,0-8-10-16,0-16 0 15,0-12-3-15,0-4 2 0,0 0-4 16,0 3-8-16,0 6 12 15,0 15-6 1,-7 8 2-16,-5 8 5 0,12 0-26 16,0 0-36-16,0 0 16 15,0 8-115-15,0 8-194 16</inkml:trace>
  <inkml:trace contextRef="#ctx0" brushRef="#br0" timeOffset="159733.91">14663 8353 344 0</inkml:trace>
  <inkml:trace contextRef="#ctx0" brushRef="#br0" timeOffset="159828.64">14663 8353 344 0,'13'-180'537'0,"14"180"-533"0,20 0-1 15,15 0 141-15,-3 0-123 16,9 0-21-16,-15 0-5 16,6-12-66-16,3-9-96 15,-16 2-21-15,-5 7-194 0</inkml:trace>
  <inkml:trace contextRef="#ctx0" brushRef="#br0" timeOffset="160446.18">14784 7708 1057 0,'0'0'62'0,"0"0"-17"0,0 0 39 0,0 0-46 0,0 0-38 0,388-93-22 0,-320 61-72 16,-37 5-441-16</inkml:trace>
  <inkml:trace contextRef="#ctx0" brushRef="#br0" timeOffset="170603.27">7590 8890 214 0,'0'0'166'0,"0"0"-159"0,0 0-1 0,0 0-6 0,0 0 11 16,0 0-8-16,0 0 52 16,-6-36 34-16,6 36-38 15,-6 0 9-15,6 0-29 16,0 0-13-16,0 0 2 15,0-3-10-15,0-2 24 16,0 5-21-16,0 0 12 16,0 0 10-16,0 0 57 15,-12 0-44-15,12 0-23 0,-7 0-10 16,7 0-14 0,0 0-1-16,0 0 6 15,0 0 12-15,-9 0 2 16,9 0 33-16,0 0-31 0,0 0 9 15,0 0-21 1,0 0-2-16,0 0-2 0,0 0-2 16,0 0-1-16,0 0 3 15,0 0 0-15,0 0 2 16,0 0-11-16,0 0 4 16,9 0-2-16,22 0-7 15,31 0 8-15,-9 0 0 16,0 0 7-16,-7 0-8 15,-5 0 9-15,-7 0-13 16,19 0 11-16,-7 0-8 0,4 0 5 16,2 0-3-16,-11 0 0 15,-10 0 2-15,-3 0-6 16,-7 0 10-16,4 0-12 16,-3 0 17-16,3 8-19 15,3 1 10-15,-10-5-3 16,4 3 1-16,3-2 0 15,-4-2-3-15,13 2 6 16,-15-2-11-16,21 2 17 16,-6-1-18-16,1-4 17 15,5 8-15-15,0-4 8 0,7 0-1 16,-7-1 0 0,-3-3-1-16,4 0-6 0,-1 0 14 15,6 0-18-15,4 0 19 16,-4 0-20-16,-5 0 13 15,-1 0-1 1,7 5 0-16,-1-2-3 0,7 2 1 16,0 3 4-16,-1-4-7 15,-2 4 12-15,-4-5-11 16,-5 6 10-16,-10-5-12 16,-10 0 7-16,13 0-1 15,-9 0 0-15,9-4-1 0,1 0 0 16,17 0 2-1,-11 0-9-15,11 0 16 16,-11 0-14-16,-14 0 11 0,-2 0-8 16,-9 0 3-1,-16 0 0-15,0 0-4 16,0 0 8-16,0 0-8 0,0 0 9 16,0 0 10-16,0 0-14 15,0 0-1-15,0 0-8 16,0-8-18-16,0-24-82 15,0-4-227-15</inkml:trace>
  <inkml:trace contextRef="#ctx0" brushRef="#br0" timeOffset="172301.96">2865 8882 119 0,'0'0'112'0,"0"0"-49"0,0 0 2 15,0 0 25-15,0 0-7 0,0 0-19 16,0 0-20-16,0 0-6 16,0 0-12-16,0 0 19 0,-6 0-21 15,6 0-7-15,0 0-12 16,0 0 15-16,0 0-2 15,0 0 3-15,0 0 8 16,-6 0 15-16,6 0-7 16,0 0-18-16,0 0 9 15,0 0-28-15,0 0 8 16,0 0-3-16,0 0-4 16,0-3-1-16,0-2 0 15,0 2 0-15,0-1 2 16,0 4-11-16,0 0 19 15,0 0-20-15,0-4 19 0,0 0-18 16,0-4 11-16,0-5-3 16,18 6 1-16,4-1-1 15,-10 3-3-15,-5 5 3 16,14 0-4-16,-2 0 10 16,3 0-4-16,12-3 1 15,6 3-4-15,-9 0 2 16,9 0 0-16,-12 0 0 15,-3 0 0-15,-3 0 0 16,-10 0 2-16,4 0-5 0,15 0 10 16,-16 0-7-1,16 0 4 1,-3 0-5-16,-6 0 1 0,-4 0 0 0,-5 0-1 16,8 3 6-16,-8 2-2 15,15-2-2 1,-10 2-2-16,16-5 10 0,7 0-17 15,-1 0 16 1,-6 0-8-16,-9 0 0 0,-3-5 2 16,-10 2-10-16,1 3-6 15,-7 0-29-15,3 0-155 16,-9 0-53-16</inkml:trace>
  <inkml:trace contextRef="#ctx0" brushRef="#br0" timeOffset="186828.45">11020 17276 827 0</inkml:trace>
  <inkml:trace contextRef="#ctx0" brushRef="#br0" timeOffset="190368.02">2887 10102 298 0,'0'0'330'0,"0"0"-322"0,0 0-3 0,0 0 3 0,0 0 22 16,0 0-27-16,0 0 37 0,0 0 21 15,0 0-1-15,0 0 48 16,0 0-36-16,0 0-23 0,0 0-44 16,0 0 17-16,0 0-21 15,0 0 27-15,0 0-28 16,0 0 10-16,0 0-7 16,0 0-1-1,0 0 9-15,0 0-4 0,0 0 7 16,0 0-7-16,0 0-11 15,12 0 15-15,10 0-20 16,9 0 13-16,15 0-4 16,23 0 0-16,30 0 0 15,16 4 0-15,40 16 0 16,-4-8 5-16,5 0 7 0,-11-8-24 16,-5-4 26-1,-32 0-28-15,-27 0 13 0,-35 0-7 16,-11 0-4-1,-23 0-22-15,-6 0-6 0,-6 0-53 16,0 0-186 0</inkml:trace>
  <inkml:trace contextRef="#ctx0" brushRef="#br0" timeOffset="-196679.45">2778 11073 100 0,'0'0'101'0,"0"0"-87"0,0 0-1 0,0 0 20 0,0 0 9 16,0 0-11-16,0 0 6 15,0 0-3-15,-12-21 29 16,12 21-1-16,0 0 17 16,0 0-16-16,0 0-2 0,0 0-25 15,0 0-17 1,0 0 10-16,0 0-6 0,0 0 32 16,0 0-38-1,0 0 1-15,0 0 1 16,0 0 3-16,0 0-18 0,0 0-4 15,0 0-6-15,0 0 3 16,0 0-6-16,34 0 18 16,6 0-8-16,-9 0 2 15,10 0-6-15,-1 5 8 16,6-5-1-16,23 3 0 16,5 5-2-16,-9-3 9 15,28 3-6-15,3-4 3 16,3-4 1-16,-6 11-13 0,-6-3 7 15,-18-3-6-15,-11 3 3 16,-11-8 0-16,-13 0-3 16,0 0 12-1,-15 0-1-15,15 0-4 0,-6 0 16 16,-3 0-17-16,9 0 4 16,-16 0 7-16,-2 0 10 15,-4 0 1-15,-12 0-20 16,6 0 5-16,-6 0-7 15,0 0 18-15,0 0-15 16,0 0 0-16,0 0-1 0,0 0-5 16,0 0 0-16,0 0 0 15,0 0-3-15,0 0 3 16,0 0 0-16,0 0-59 16,0-21-96-16,-18-7-727 15</inkml:trace>
  <inkml:trace contextRef="#ctx0" brushRef="#br0" timeOffset="-194016.84">7063 11085 415 0,'0'0'1'0,"0"0"-1"0,0 0 0 0,0 0 10 0,0 0-4 0,0 0-8 0,0 0 8 15,0 0 56-15,0 0 3 16,0 0-16-16,0 0-7 15,0 0-24-15,0 0 6 16,0 0-16-16,0 0-8 16,0 0 6-16,7 0-11 0,14-12 7 15,-8-1-4 1,-1 5-7-16,4 4 5 0,-16 0 3 16,24 0 1-1,-17 4-7-15,14 0 15 0,-15 0-16 16,7 0 14-16,2 0-6 15,-8 0 6-15,11 12 4 16,-12-7-10-16,4-2 6 16,2 10-12-16,0-13 13 15,4 0-14 1,-4 0 14-16,7 0-13 0,3 0 11 16,3 0-7-16,2-13 2 15,-5 10-3-15,-3-2 2 16,-13 5 1-16,-6 0-8 15,0 0 16-15,6 0-4 0,0 8 20 16,10 5 9-16,9-1-24 16,15-1 5-16,-12-3-13 15,0 5-1 1,-16 2 15-16,1 1 1 0,-1 1 55 16,10-9-70-16,-4-5-2 15,4 2-29-15,-3-5 17 16,-10 0-26-16,16 0 11 15,-4 0 14-15,-8 0 10 16,15 0-1-16,-22 0 7 16,6 0-2-16,1 0 12 15,21 20 15-15,-6-9-7 16,-10 14 2-16,10-17-22 0,-3-5-17 16,-3-3-2-16,6 0-4 15,-4 0 8 1,-11 0 6-16,9 0 1 0,-10 0 16 15,-6 0-11 1,10 0 6-16,-10 0 9 0,6 0-12 16,10 0 0-16,-3 0-5 15,9 0 6-15,6-11-5 16,3-5 8-16,-3-1-10 16,-6 10 8-16,-10-1-2 15,-11 8 2-15,14 0 1 16,-8 0 8-16,-7 0-11 15,16 0 5-15,-10 0 1 16,16 0-12-16,6 0 1 16,13-13 5-16,-7-6-14 15,0-1 10-15,-3 7 3 16,-2 6-7-16,5-1 7 16,-12 8-21-16,6-8 17 0,6-8-21 15,-3-1 8 1,13-7-37-16,3-4 8 0,-7 8 29 15,-6 17 18-15,-15 3 3 16,-3 0 2-16,-3 0 6 16,2 19 16-16,4-10-16 15,3-1-11-15,6-8-14 16,6 0-36-16,-15 0 15 0,16 0 20 16,-14 0 14-1,1 0-3-15,-3 0-3 0,15 0 7 16,-12 0 5-1,6 0-5-15,-9-8 2 0,9-1-9 16,1-10 3-16,11-6 0 16,-6 1-23-1,-6 8-21-15,4 16 16 0,-17 0 10 16,-2 0 22-16,-4 29 90 16,26-1 4-16,-16-5-76 15,2-15-18-15,1-8 1 16,-3 0-1-16,9 0 0 15,-6 0 1-15,-22 0-12 16,19 0-1-16,-9 0 7 16,-4 0-18-16,1 0-4 0,-13 0 24 15,15 0 3 1,-15 0 20-16,12 0-20 0,-12-8 12 16,13 8-11-16,-7 0-1 15,3 0-19-15,-2 0 17 16,5 0 2-16,-6 0-3 15,-6 0-219-15</inkml:trace>
  <inkml:trace contextRef="#ctx0" brushRef="#br0" timeOffset="-184825.97">17590 13680 484 0</inkml:trace>
  <inkml:trace contextRef="#ctx0" brushRef="#br0" timeOffset="-140661.05">4865 13138 523 0,'0'0'145'0,"0"0"-132"0,0 0 27 0,0 0-10 0,0 0-13 16,0 0 1-16,0 0 6 16,0 0 14-16,25 0 31 15,-25 0 2-15,0 0-36 0,0 0-10 16,0 0-19-16,0 0-8 15,9 0 2-15,-3 0 0 16,7 0-1-16,-1 0 1 16,-3 0-2-16,10 0 6 15,-7 0 8-15,4 0-11 16,2 3 15-16,4-3-11 16,3 0-5-1,9 0 0-15,-6 0 0 0,3 0 6 16,3 0 0-16,0 0-3 15,13 0-1-15,-7 0 24 0,7 0-22 16,-13 0 9 0,0 0-13-16,-3 0 0 0,-3 0 3 15,6 9-2-15,0-9 7 16,-9 0-6-16,9 0 7 16,-6 0-7-16,3 0-3 15,3 4 9-15,0 4-14 16,6-4 13-16,-6-4-7 15,-3 0 0-15,-3 0 1 16,-6 8-4-16,-10-4 10 16,13 0-16-16,-15-4 17 15,14 8-13-15,10-8 10 16,-21 0-9-16,27 0 4 0,-12 0 0 16,0 0 2-16,-3 0-1 15,-13 0-2-15,-3 0 6 16,4 0-9-16,-7 0 9 15,6 0-6-15,10 0 2 16,-16 0 5-16,7 0 10 16,8 0-11-16,4 0 6 15,9 0-5-15,0 0-2 16,1 0-2-16,-11 0-4 16,-24 0-19-16,10 0-26 15,-10 0-94-15,0 0-375 16</inkml:trace>
  <inkml:trace contextRef="#ctx0" brushRef="#br0" timeOffset="-135766.45">5485 14337 262 0,'0'0'275'0,"0"0"-223"0,0 0-24 0,0 0-7 0,0 0 0 0,0 0 26 0,0 0 9 0,0 0-21 15,22-8 0-15,-22 8 12 16,0 0 6-16,0 0-25 16,0 0 10-16,0 0-9 15,0 0 13-15,0 0 4 16,0 0 2-16,0 0-30 16,-28 0-6-16,3 0-10 15,-9 0-1-15,-6 12-1 16,-7 16 4-16,1 4-11 15,-1 0 14-15,19 12-7 16,-6-7 1-16,22-5 0 16,6-9-1-16,6 2-2 15,0-9-5-15,0 0 2 0,18-1 4 16,29 2 2 0,-1-9-4-16,16 3 8 0,3 2-9 15,-3-1 10 1,-9-4-5-16,-6 4-1 0,-7 0 0 15,-12-3 0-15,-16 6-2 16,1 1-3-16,-13 8 10 16,0 8-9-16,0 0 10 15,0 9-2-15,-13 18-4 16,-55-2 1-16,3-6-1 16,-3-10 0-16,9-16 0 15,25-14 2-15,-13-11-5 0,7 0-28 16,-13-3-50-16,-9-38-194 15,-3-7-491-15</inkml:trace>
  <inkml:trace contextRef="#ctx0" brushRef="#br0" timeOffset="-135464.16">5519 14433 773 0,'0'0'170'0,"0"0"-145"0,0 0 27 0,0 0-34 0,0 0-15 0,0 0-3 16,267 12-27-16,-221-16-38 16,-12-4-120-16,-18-8-41 15</inkml:trace>
  <inkml:trace contextRef="#ctx0" brushRef="#br0" timeOffset="-134866.02">4853 15155 708 0,'0'0'212'0,"0"0"-177"0,0 0 34 0,0 0-33 0,0 0 23 16,0 0-45-16,-128-229 11 16,128 137-14-16,0-12 1 15,0-4-12-15,47 3-8 16,12 21-21-16,-6 20-34 15,9 20 30-15,-10 24-108 16,-11 4-141-16,-13 16-276 0</inkml:trace>
  <inkml:trace contextRef="#ctx0" brushRef="#br0" timeOffset="-134315.17">6155 14874 753 0,'0'0'287'0,"0"0"-245"0,0 0 51 0,0 217-56 0,0-153-37 0,0-8-4 0,0 0 3 0,0-7-79 0,0-10-19 15,-6-14-99 1,-22-9-4-16,3-12-165 0</inkml:trace>
  <inkml:trace contextRef="#ctx0" brushRef="#br0" timeOffset="-133669.15">6911 14879 380 0,'0'0'163'0,"0"0"-70"0,0 0-46 0,0 0 27 0,0 0-6 16,0 0 54-16,0 36-40 0,0-36-28 16,0 0 33-16,0 0-50 15,0 0 7-15,0-20-30 16,0-13 0-16,0-14-6 16,0-17-12-16,-9-10 4 15,3-6-8-15,6 0 2 16,0 4-9-16,0 12 14 15,0 12-12-15,0 24 8 16,0 20 5-16,0 8-1 16,0 0 3-16,0 0-4 0,-12 12-4 15,-23 24 0-15,-11 13-12 16,-22 18-51-16,-4 10-13 16,-14 3-121-16,11-4-22 15,16-11-96-15</inkml:trace>
  <inkml:trace contextRef="#ctx0" brushRef="#br0" timeOffset="-133065.97">7346 14505 282 0,'0'0'197'0,"0"0"-127"16,0 0 13-16,0 0-47 0,0 0 48 0,0 0-1 16,0 0-8-1,0 0-47-15,0 0 15 0,0 25-23 16,0-2 23-16,0 6-13 15,0-6-1-15,0-10-16 16,0-5-10-16,6-4-6 16,0-1-1-16,-6 2-5 15,0 7 13-15,0 0-7 16,0 8 6-16,0 8-4 0,0 5 1 16,0 6-11-16,-12 2 9 15,2-2-6-15,4-11-1 16,6-15 9-16,0-1 0 15,0-4-13 1,16-5 13-16,8-3 0 0,32 0 8 16,-9 0 16-16,5 0-19 15,1 0-5-15,-6-8-27 16,5-23-63-16,-18 3-358 16</inkml:trace>
  <inkml:trace contextRef="#ctx0" brushRef="#br0" timeOffset="-132216.8">6930 14489 85 0,'0'0'116'0,"0"0"-24"0,0 0-4 0,0 0 27 16,0 0-63-16,0 0 16 0,0 0-43 0,0 0 4 15,0 0-18-15,0 0 39 16,0 0 9-16,0 0 10 16,0 0 26-16,0 0-48 15,0 0-2-15,0 0-39 0,0 0 21 16,0 0-20-16,0 0 27 15,0 0-16-15,0 0-7 16,6 0-5-16,16 0-3 16,-3-12 8-16,8-7-4 15,20 2 5-15,-1 9-7 16,7 5-5-16,0 3 1 16,-7 0 0-16,-12 0 0 15,19 0-1-15,-12 0 0 16,-14 0-1-16,-5 0-4 15,-3 11-13-15,-19 1 16 16,12-7-13-16,-12 3-13 16,0 0-46-16,0-1-152 0,0 17-343 15</inkml:trace>
  <inkml:trace contextRef="#ctx0" brushRef="#br0" timeOffset="-131566.08">8260 14815 565 0,'0'0'241'0,"0"0"-142"0,0 0-46 0,0 0-42 0,34 255-10 0,-34-194-2 0,-34-1-41 16,-12-7-101-16,-1-22-83 16,1-10-136-16</inkml:trace>
  <inkml:trace contextRef="#ctx0" brushRef="#br0" timeOffset="-130570.4">8989 14915 250 0,'0'0'673'0,"0"0"-625"0,0 0-42 0,0 0 9 0,12-241-9 0,10 164-5 0,-10 2-2 16,-5 11-7-16,8 23-1 15,-15 18 9-15,0 15 17 16,0 8 29-16,0 0-6 15,0 0-29-15,0 0-10 16,0 0 30-16,0 19-31 16,-22 26-11-16,-24 19-26 15,-1 4-17-15,-5-9-211 16,5-10-7-16,-2-13-165 0</inkml:trace>
  <inkml:trace contextRef="#ctx0" brushRef="#br0" timeOffset="-130336.02">8989 14915 479 0</inkml:trace>
  <inkml:trace contextRef="#ctx0" brushRef="#br0" timeOffset="-129836.77">8989 14915 479 0,'294'-282'209'0,"-269"271"-209"0,3-9 0 16,25-13 41-1,3-3-24-15,-19-8-14 0,12-4 2 16,-24 1-5-16,-3 14 21 15,-10 1 7-15,-12 8 21 16,0 8-16-16,0 11 53 16,0 2-30-16,0 3-56 15,-12 0-9-15,-16 0-13 16,-6 36-9-16,0 0-22 16,9 0-61-16,13-8 31 15,12-12 79-15,0-8-10 16,0 1 10-16,0-6 8 0,6-3-3 15,25 0-1-15,3 0 0 16,0 0-2-16,6-36 0 16,-5 0-1-16,5-4-36 15,-15 4-78-15,-4 20-67 16,-21 4 84-16,0 12 100 16,0 0 173-16,0 0-26 15,0 0-76-15,0 0 21 16,0 0-46-16,0 20-46 15,0 8 6-15,0 8-9 16,0-3 3-16,0-2 0 16,19 2-9-16,-4-2 3 15,10-3-1-15,-12 1 5 0,2-6 0 16,-15 10-1-16,0-5 3 16,0 4 3-16,0 0 24 15,-6-4 17-15,-28 1 69 16,-13-6-51-16,1-3-11 15,-1 1-8-15,-9-6 8 16,10 6-18-16,-1-10-30 16,1 1-6-16,12 1-63 15,-19-2-74-15,25-6-190 16,10-5-173-16</inkml:trace>
  <inkml:trace contextRef="#ctx0" brushRef="#br0" timeOffset="-129388.45">10204 14895 81 0,'0'0'0'0,"0"0"-5"0,0 0-16 0</inkml:trace>
  <inkml:trace contextRef="#ctx0" brushRef="#br0" timeOffset="-129071.49">10204 14895 384 0,'-46'-28'251'16,"46"28"-187"-1,0 0 21-15,0 0 6 0,6 0-11 16,16 0-25-16,3 12 24 15,2 24-14-15,-5 0-47 16,-9 3-8-16,-13 10-6 16,0-1-2-16,0 9-2 15,0-6-18-15,-35-15-76 16,8-20-198-16,2-16-284 16</inkml:trace>
  <inkml:trace contextRef="#ctx0" brushRef="#br0" timeOffset="-124476.24">12524 5425 300 0,'0'0'264'0,"0"0"-200"0,0 0 4 0,0 0-12 0,0 0 20 0,0 0 12 0,-13 0-27 15,13 0-32-15,0 0 10 16,0 0 1-16,0 0 19 15,0 0-24-15,0 0-18 16,13 0 15-16,67-3-19 16,69-2 12-16,31 5-14 15,46 0 12-15,35 0-14 16,15-8 2-16,15 1-2 0,4-14 6 16,-1 10-10-1,-27-9-1-15,-38-1-1 0,-49 9 1 16,-46 1-8-1,-48 3-13-15,-45 3-2 0,-29 5-22 16,-12 0-25 0,-12 0-106-16,-75 0-546 0</inkml:trace>
  <inkml:trace contextRef="#ctx0" brushRef="#br0" timeOffset="-122797.1">17190 4732 234 0,'0'0'273'0,"0"0"-193"0,0 0-35 0,0 0 33 0,0 0 23 0,0 0 23 0,0 0-55 16,-68 0-36-16,56 0-12 15,-1 0 15-15,-9 0 25 16,-2 0-36-16,-17 0-5 16,1 0-14-16,0 4 5 15,-7 24-3-15,7 8-2 16,0 8 9-16,-7 17-6 15,13 2-4-15,6-2 0 16,22-5 8-16,6-20-8 16,0-8-10-16,15-12 4 0,38-13-5 15,0-3-1 1,9 0-8-16,-3 0-20 0,0 0-37 16,9-31-38-16,-15-5-197 15,-1-8-171-15</inkml:trace>
  <inkml:trace contextRef="#ctx0" brushRef="#br0" timeOffset="-122707.95">17190 4732 268 0</inkml:trace>
  <inkml:trace contextRef="#ctx0" brushRef="#br0" timeOffset="-122459.05">17190 4732 268 0,'134'281'193'0,"-134"-265"-96"0,0 0-26 16,34-1 154-16,12 2-128 15,-12-9-76-15,13-8 9 16,5 0-19-16,1 0 12 16,15 0 19-16,7-28-3 15,5-5 9-15,-8 5-41 16,-26 0 14-16,-18 4-19 16,-28 4 5-16,0-4-5 15,0-12-4-15,0 0-48 16,-12-4-39-16,-44 4 10 15,9 20-30-15,7 16 109 16,0 0 5-16,-1 56 9 16,4-4-14-16,16-4-14 0,8-11-173 15,13-14-238 1</inkml:trace>
  <inkml:trace contextRef="#ctx0" brushRef="#br0" timeOffset="-122041.97">17993 5137 347 0,'0'0'92'0,"0"0"-14"15,0 0 15 1,99-44-72-16,-46 11-3 0,-19-3-11 15,0 5-13-15,-15 6 10 16,3 9-8-16,-4 8 1 16,-2 5 1-16,2 3 2 15,-11 0-19-15,21 0 19 16,-4 11 6-16,17 14 28 16,14 2 23-16,4-10-22 15,0-9-29-15,9 0 10 16,-15-8-5-16,-6 0 57 15,-7 0 11-15,-12-36-39 16,12-8-12-16,-15-21-28 0,-3-3-20 16,-16-4-124-16,-6 4 30 15,0 15 55-15,0 17-33 16,-6 25-79-16,-28 11 54 16,21 0 98-16,-8 0-241 15</inkml:trace>
  <inkml:trace contextRef="#ctx0" brushRef="#br0" timeOffset="-121659.83">19237 4631 30 0,'0'0'582'0,"0"0"-582"0,0 0 0 0,0 0-32 15,0 0 32-15,0 0 20 16,-16 177 14-16,78-149-26 16,9-4 17-16,-2-4-17 15,5-8 7-15,-21 1 8 16,-7-2-17-16,-12-6 6 15,-15 6-2-15,-13 1 6 16,-6-4 4-16,0 0 79 16,0 4-19-16,-31 4-14 15,-37 17-59-15,-19-2-7 0,-12-2-27 16,25-6-90 0,15-10-52-16,31-5 55 0,22-1-94 15,6-7-173-15</inkml:trace>
  <inkml:trace contextRef="#ctx0" brushRef="#br0" timeOffset="-121428.5">19810 4864 773 0,'0'0'130'0,"0"0"-77"16,0 0-38-16,0 0 1 16,0 0-16-16,115 217 0 0,-90-197-13 15,3 0-139-15,-10-4 20 16,-2-12 26-16,-10-4-2 16,-6 0-26-16,0 0-163 15</inkml:trace>
  <inkml:trace contextRef="#ctx0" brushRef="#br0" timeOffset="-121160.65">19810 4864 805 0,'-52'-36'98'0,"86"40"-35"0,6 0-6 15,-3-4-2-15,19 0-25 16,-3 0 6-16,6-8-35 15,-4-20-1-15,-2 0-29 16,-13 8-3-16,-5-8 28 16,-17 12-2-16,1 8 2 15,-10 3-7-15,-3 5-2 16,7 0-52-16,-1 0-56 16,4-7-6-16,2 7 8 0,-2 0-76 15,-4 0-199 1</inkml:trace>
  <inkml:trace contextRef="#ctx0" brushRef="#br0" timeOffset="-120777.14">20527 5060 711 0,'0'0'174'0,"0"0"-140"0,0 0-34 16,0 0-5-16,0 0-11 15,0 0 6-15,133-216 7 16,-108 183-1-16,-10 22 4 15,-15 7 36-15,0 4 65 16,0 0-60-16,0 15-40 16,0 23 19-16,0 5-17 0,0 1-3 15,6 0-9 1,22 0-1-16,-15-3-30 16,21-5-19-16,-22 0-40 0,-12 4 25 15,0-11-18 1,0-14-78-16,0-2-215 15</inkml:trace>
  <inkml:trace contextRef="#ctx0" brushRef="#br0" timeOffset="-120631.64">20527 5060 329 0</inkml:trace>
  <inkml:trace contextRef="#ctx0" brushRef="#br0" timeOffset="-120532.65">20527 5060 329 0,'12'28'452'0,"10"-28"-415"0,24 0-36 0,1-23 128 16,5-1-129-16,-24 12-2 16,-3-1-59-16,-13 5-112 15,4 8-29-15,-10 0-296 16</inkml:trace>
  <inkml:trace contextRef="#ctx0" brushRef="#br0" timeOffset="-120212.97">21140 5165 347 0,'0'0'264'0,"0"0"-123"15,0 0-93 1,0 0-48-16,28-84 0 0,-9 52-2 15,-7 7-8 1,-2 9-24-16,-4 9 1 0,-6 7-7 16,0 0-5-16,6 0 14 15,6 0 10-15,4 20 21 16,9 4 33-16,3 4-17 16,6-8 10-16,6-4-19 15,13-12-2-15,0-4-5 16,5 0 1-16,4-12 1 15,-9-29 5-15,6-18 27 16,-19-6-34-16,-6 6-12 0,-27 2-69 16,-7 12-72-16,0 6-250 15</inkml:trace>
  <inkml:trace contextRef="#ctx0" brushRef="#br0" timeOffset="-119978.62">22077 4988 477 0,'0'0'213'0,"0"0"-153"0,0 0-60 15,34 213-28-15,-28-180 17 0,13-14 11 16,-4-7-62 0,4 4-69-16,-19-16-91 0</inkml:trace>
  <inkml:trace contextRef="#ctx0" brushRef="#br0" timeOffset="-119662">21857 4921 924 0,'0'0'78'0,"0"0"-64"15,0 0-6 1,0 0 26-16,0 0-6 0,0 0-5 16,220 28-13-16,-155-28-10 15,3 0-3-15,-15 0-30 16,0 0 21-16,-13 0-7 15,0 11 4-15,-6 17-34 16,-6 13 10-16,6 3 18 16,-9 0 15-16,3-4 1 15,6 4-4-15,3-11-33 16,13-14 3-16,-4 9 13 16,1-11-64-16,0-9-7 0,5-8-249 15,1 0 298-15,-7 0-31 16</inkml:trace>
  <inkml:trace contextRef="#ctx0" brushRef="#br0" timeOffset="-119379.41">22545 5109 677 0,'0'0'130'0,"0"0"-4"0,0 0-48 16,0 0-21-16,0 0 19 15,0 0-69-15,127 36 4 16,-102-36-11-16,3 0-26 15,-10-32-56-15,-2 0-245 16</inkml:trace>
  <inkml:trace contextRef="#ctx0" brushRef="#br0" timeOffset="-119178.4">22545 5109 897 0,'-74'-180'123'16,"74"187"-103"-16,40-7-20 0,28 0 6 16,3 0-1-1,10 0-5-15,6-7-7 0,-13-9-9 16,-15-9-147-16,-18-3-110 16</inkml:trace>
  <inkml:trace contextRef="#ctx0" brushRef="#br0" timeOffset="-83894.18">5873 14160 226 0,'0'0'170'0,"0"0"-124"0,0 0-39 0,0 0 8 0,0 0-15 0,0 0 8 16,0-12 14-16,0 12 36 16,0 0-6-16,0 0 10 0,0 0-7 15,0 0-27 1,0 0-2-16,0 0-15 0,0 0 18 15,0-11-25-15,0 11 17 16,0 0-3 0,0 0 21-16,0-5-10 0,0-7-11 15,0-4-18-15,0-4-7 16,0 1 7-16,0-2-3 16,0 6-2-16,9-6 10 15,-9 14-4-15,12-6-1 16,-12 9 0-16,13 0 12 15,-13 0-9-15,0 0 3 16,22-4-3-16,-22-8 2 16,12 0 6-16,16 5-15 15,-10-6 8-15,10-4-4 16,-9 14 0-16,3-9 3 16,2 0-3-16,-2 8 3 0,-3-9-8 15,-7 9 12 1,4 1-14-16,2 7 15 0,-12-8-13 15,16 3 9-15,-3-6-4 16,15-5 13-16,-6-1-13 16,-10 9 7-16,4 0-6 15,-10 4-2-15,-12 4 1 16,7 0 0-16,-7 0 5 16,0 0-5-16,12 0 0 15,4 0 5-15,2 0-2 0,-2-3 1 16,2-5-4-16,-11 8 5 15,5 0-12-15,-12 0 11 16,9 0-7-16,-3 0 4 16,-6 0-1-16,7 0 3 15,11 0 1-15,-8 0-7 16,-10 0 9-16,6 0-10 16,12 0 10-16,-18 0-9 15,22 0 6-15,-10 0 0 16,-5 0-3-16,5 0 0 15,-3 0-2-15,-9 0 8 16,7 0-13-16,5 0 16 16,0 8-15-16,-12-5 12 15,22 1-9-15,-16 1 3 16,7-2 0-16,15 5-1 16,-22-8 3-16,6 5-6 0,4-2 8 15,-10-3-15-15,0 9 21 16,0-6-19-16,-6-3 16 15,6 5-7-15,10-5 0 16,-4 3-1-16,1 2-4 16,-7-5 10-16,3 0-13 15,-9 11 13-15,6-6-10 16,-6-5 5-16,0 8-4 16,7 4 3-16,-1-9 1 0,0 10-2 15,0-5 7 1,0-4-10-16,-6 4 11 15,10 0-12-15,-10-8 12 16,0 16-13-16,0-12 12 16,0 7-5-16,0-2 0 0,0-5-4 15,0 0 2-15,0 4 0 16,0 0 0-16,0 0-10 16,0 8 8-16,0-4-19 15,0-4-4-15,0-4-73 16,0 0-64-16,0-4-65 15,0 0-213-15</inkml:trace>
  <inkml:trace contextRef="#ctx0" brushRef="#br0" timeOffset="-82909.7">6623 14029 165 0,'0'0'111'0,"0"0"-52"15,0 0-15-15,0 0-31 0,0 0-6 0,0 0-9 16,6-8 4-16,-6 3 10 16,0-3 20-16,0 8 13 0,0 0 11 15,0-4-16 1,0 1 5-16,0-2-15 15,0 2-3-15,0 3-5 0,0 0 14 16,0 0 21 0,0 0 31-16,0 0-52 0,0 0-27 15,0 0-9-15,0 0-5 16,0 0 5-16,13 0 0 16,8 0 0-16,-8 0 5 15,15 8 2-15,-10-1-4 16,4 1-1-16,-3 0 1 15,-7-3-1-15,3-2-4 16,-8 5 4-16,5 0-6 16,-12 1 4-16,12-6-1 15,-2-3-5-15,-10 0 1 0,12 0 0 16,-6 0-7-16,-6 0-49 16,0 0 38-1,0 0 23-15,0 0 11 0,0 0 24 16,0 0-7-16,0 0 8 15,0 0-22-15,7 0 3 16,-1 0-12-16,9-8 17 16,-2 0-17-16,-1 4 0 15,4-7-4-15,-4 3 4 16,7-9-10-16,-4 9-6 0,-9 0-2 16,-6 4-29-1,0 4-56-15,0-4-162 0</inkml:trace>
  <inkml:trace contextRef="#ctx0" brushRef="#br0" timeOffset="-74086.07">3135 16061 320 0,'0'0'130'0,"0"0"-117"0,0 0 41 0,0 0-19 0,0 0 5 0,0 0-10 16,0 0-2-16,6-3-10 0,-6 3 7 16,0 0 57-16,0 0-32 15,0 0-12-15,0 0-29 16,0 0 0-16,0 0-4 15,0 0 21-15,0 0 0 16,0 0-10-16,0 0 2 16,0 0-9-16,0 0 1 15,0 0-6-15,0 0 7 16,0 0-4-16,0 0-7 0,0 0 0 16,0 3 9-1,0 22 8-15,0 11-4 0,0-4-2 16,0 16-9-16,0-7 3 15,0-2-3-15,0 2 5 16,0-2-3-16,0 9-2 16,0 9 1-16,0-1-3 15,0-4 0-15,0 4 5 16,0 0-12-16,0-7 16 16,0-5-15-16,6-8 15 15,-6-8-16-15,0 0 16 16,0-1-6-16,0 1-3 15,0-3 3-15,0-5 3 16,0-4-3-16,0-5-5 0,0-2 4 16,0 3-3-1,0 5 7-15,0-10-10 0,0 5 4 16,0-3 0 0,0-9 0-16,0 0 2 0,0 0 8 15,0 0-5-15,0 0 20 16,0 0-20-16,0 0 28 15,0 0-27-15,0 0 3 16,0 0-9-16,0 0-6 16,0-25 1-16,0-3-5 0,0-8 6 15,-6 0 7 1,0 4-8-16,6 0 9 0,0-4-8 16,0 4 2-16,0-9-2 15,0-7 2 1,0 4-15-16,0 0 3 0,12 0-22 15,-6 12 33-15,7 3-22 16,2 6 17 0,-2-5-1-16,15-8 7 0,3-8-11 15,9-5-11-15,-6 5-7 16,-6 8-36-16,-3 4 45 16,-19 8-13-16,9 8 8 15,-8 8 27-15,-7-1-4 16,6 6 8-16,6-5 11 15,4-4-3-15,9-4-5 0,-4 0-7 16,13-4 12 0,-3 4-10-16,3-4 4 0,13 7-8 15,-7 6 4 1,1 7 6-16,-13 0-8 0,-4 0 0 16,4 0-2-16,-9 0 11 15,3 0-12-15,-10 4 6 16,-6 4 10-16,3 0 7 15,4 8 6-15,-13-1-23 16,0 6 1-16,0 15 1 16,0 28 0-16,0 8-5 15,0 0-20-15,-22-8-62 16,4-36-224-16</inkml:trace>
  <inkml:trace contextRef="#ctx0" brushRef="#br0" timeOffset="-72886.11">4229 16832 195 0,'0'0'162'0,"0"0"-151"0,0 0 18 0,0 0 0 16,0 0 59 0,0 0 1-16,0 0-11 0,13 0 3 15,-13 0 28 1,0 0-23-16,0 0-33 0,0 0-27 16,0 0-12-16,0 0 1 15,0 0 0-15,0 0 23 16,0 0-10-16,0 0 6 15,0 0-28-15,0 0 9 16,0 0-12-16,0 0-2 16,9 0-1-16,3 0 5 15,29 0-7-15,-1 0 4 16,7 0-3-16,-1 0 8 16,1 0-11-16,-7-5 4 15,-6 5-3-15,-3 0-20 0,-3 0-8 16,-6 0-24-16,-10-3-33 15,-12-2-132-15,0 2-140 16</inkml:trace>
  <inkml:trace contextRef="#ctx0" brushRef="#br0" timeOffset="-72038.44">4263 16595 66 0,'0'0'295'0,"0"0"-186"0,0 0-20 0,0 0-30 16,0 0-18-16,0 0-15 0,0 0 22 16,-6 0-20-1,6 0 44-15,0 0 19 0,0 0-41 16,0 0-25-16,0 0-13 15,0 0 0-15,0 0-7 16,53 0 39-16,0 0-19 16,15-4 32-16,12-4-37 15,-8-5-11-15,-4 6-5 16,-9-1-4-16,-13 0-7 16,-5 4-46-16,-20-5-25 15,-14-6-194-15,-7 2-244 0</inkml:trace>
  <inkml:trace contextRef="#ctx0" brushRef="#br0" timeOffset="-63193.61">5525 17156 230 0,'0'0'234'0,"0"0"-197"0,0 0-36 0,0 0 36 0,0 0 3 0,0 0-1 16,0 0-14-16,0 48-2 0,0-48 16 16,0 0 13-16,0 0 31 15,0 5-30-15,0-5-14 16,0 0-24-16,0 8-5 16,0-5 3-16,0 2-11 15,0-1 18-15,0-4-16 16,0 0 16-16,0 0-5 15,0 0 11-15,0 0-6 16,0-17 0-16,0-22 2 0,0-25-18 16,0-8-8-16,0-9 2 15,0-3 2-15,0-5-8 16,0 1 7 0,0 4-35-16,0 12 16 0,0 23-2 15,0 26-7-15,0 15 22 16,0 8-7-16,0 0 11 15,7 0-9-15,-7 0-17 16,9 0-33-16,-9 0 60 16,0 0-37-16,0 8-37 15,0 31 55-15,0 14 4 16,-9-6-136-16,-29-9-346 0</inkml:trace>
  <inkml:trace contextRef="#ctx0" brushRef="#br0" timeOffset="-62412.04">5941 16426 93 0,'0'0'297'0,"0"0"-202"0,0 0-28 0,0 0-23 0,0 0 14 16,0 0-15-16,0 8 9 15,0-8-3-15,0 0 38 16,0 0-8-16,0 0-35 16,0 0-13-16,0 0-29 15,0-11 6-15,0-14-6 16,28-3 9-16,3 1 0 0,15 2-7 15,-12 9-4 1,1 4-3-16,-8 12 0 16,-2 0-28-16,-9 4-10 0,-4 48 28 15,-12 12 10-15,0 16 4 16,0 21-5-16,-6-5 6 16,-22-3-7-16,0-18 10 15,10-11 0-15,11-23 7 16,7-21-6-16,0-7-12 15,0-13 14-15,25 0-5 16,37 0-1-16,-3-5 14 16,9-15-6-16,-15 8-7 15,-13 8-3-15,-21 4 0 16,-4 0-1-16,-8 0-12 16,21 16 6-16,-4 4-3 15,-2-4-42-15,-10-12-281 0</inkml:trace>
  <inkml:trace contextRef="#ctx0" brushRef="#br0" timeOffset="-61446.19">6998 16591 105 0,'0'0'128'0,"0"0"-29"0,0 0-52 0,0 0 13 0,0 0 0 0,0 0-10 16,0 0 17-16,0 0-5 15,0 0 15-15,0 0-58 16,0 0 14-16,0 0-7 16,0 0 48-16,0 0-21 15,0 0-6-15,0 0-25 16,0 0-5-16,0 0 3 16,0 0-6-16,0 0 22 15,0 0-33-15,0 0 13 16,47 0-14-16,58 0 17 15,56 0 22-15,25 0-11 16,-6 0-28-16,-18 0 1 16,-29-8-6-16,-31 0-3 0,-15 3 0 15,-22 5-32-15,-18-3-29 16,-26 3-76-16,-21 0-248 16</inkml:trace>
  <inkml:trace contextRef="#ctx0" brushRef="#br0" timeOffset="-58412.25">9007 16379 113 0,'0'0'220'0,"0"0"-215"0,0 0 22 0,0 0 59 0,0 0 8 0,0 0-28 0,0 0 9 16,28-9 17-16,-28 9 28 15,0 0-35-15,0 0-14 16,0 0-46-16,0 0 20 16,0 0-18-16,0 0 2 0,0 0-5 15,0 0-13 1,0 0 13-16,0 0-19 16,-6 0 14-16,-6 0-17 15,-16 0 3-15,6 0-4 0,4 9-2 16,-10 7-3-16,15-1 1 15,7 18 0-15,6-6-1 16,0 9 4-16,0-8-13 16,0 1 12-16,19-5-19 15,15-5 9-15,18-2-3 16,10 4 6-16,13-10 8 16,-4 1-1-16,-3 1-5 0,-2-6-6 15,-20 1 11 1,-12 0-18-16,-6 0 2 15,-16 0-9-15,-12 9 26 16,0 2 5-16,0 14 24 16,0 6 2-16,-18 6-22 0,-29-1 4 15,7-8-12-15,-16-8-2 16,16-12-9-16,-13-16-13 16,13 0-31-16,-13 0 4 15,-6-40-84-15,3-4-129 16</inkml:trace>
  <inkml:trace contextRef="#ctx0" brushRef="#br0" timeOffset="-58198.56">8914 16443 458 0,'0'0'146'0,"0"0"-145"0,0 0 14 0,0 0 22 0,0 0 37 0,0 0 23 16,388-109-79-16,-326 98-18 15,3 3-53-15,-12-5-129 16,-4 1-322-16</inkml:trace>
  <inkml:trace contextRef="#ctx0" brushRef="#br0" timeOffset="-57732.06">9959 16772 738 0,'0'0'178'0,"0"0"-125"0,0 0 2 0,0 0-5 15,0 0 2-15,0 0-19 16,407 3-28-16,-339-3-10 15,-22-3-7-15,-21 3-58 0,-3 0 17 16,-22-5-168 0,0 1-167-16</inkml:trace>
  <inkml:trace contextRef="#ctx0" brushRef="#br0" timeOffset="-57516.15">10133 16526 531 0,'0'0'194'16,"0"0"-157"-16,0 0 106 15,0 0-60-15,0 0-65 16,0 0-18-16,394-28-36 0,-323-3-229 15,-21 3-309-15</inkml:trace>
  <inkml:trace contextRef="#ctx0" brushRef="#br0" timeOffset="-56765.78">11187 16206 472 0,'0'0'182'0,"0"0"-140"0,0 0 94 0,0 0-20 0,0 0-63 16,0 0-30-16,335-12-7 15,-295 12-10-15,-5 0-4 16,-11 0 3-16,4 0-1 15,-9 0 15-15,9 24-15 16,-22 12 23-16,22 12-22 16,-10 9-5-16,4 7 2 0,-9 11-2 15,-1 2-26-15,10 7 26 16,-16-7 9-16,-6-2-5 16,0-6-8-16,0-13 3 15,0-12 1 1,0-12-48-16,0-12-92 0,0-8-101 15,0-8-95-15</inkml:trace>
  <inkml:trace contextRef="#ctx0" brushRef="#br0" timeOffset="-55168.25">11429 16744 24 0,'0'0'515'0,"0"0"-437"0,0 0-61 0,0 0 15 16,0 0-27-16,0 0-2 15,0 0 23-15,0 0 19 16,0 0 50-16,0 0 0 15,0 0-29-15,0 0-38 16,0 0-12-16,0 0-12 16,0 0 0-16,0 0-4 15,0 0 0-15,0 0-1 0,0 0 4 16,0 0 15-16,0 0-6 16,0 0 31-1,0 0-29-15,0 0 15 0,0 0-29 16,19 0 1-16,21 0 12 15,28 0 19-15,19 0-7 16,18 0-14-16,29-5 16 16,21-18-23-16,6-2-4 15,-3 6-20-15,-31 2 17 16,-18 6 0-16,-44 3-39 16,-31 8-26-16,-34 0-156 15,0 0-369-15</inkml:trace>
  <inkml:trace contextRef="#ctx0" brushRef="#br0" timeOffset="-50738.27">12310 17289 88 0,'0'0'718'0,"173"-216"-718"0,-77 123-3 0,10 17-9 0,-19 19-33 0,-28 26-90 16,-10 18-137-16</inkml:trace>
  <inkml:trace contextRef="#ctx0" brushRef="#br0" timeOffset="-33767.06">9531 13957 373 0,'0'0'172'0,"0"0"-163"0,0 0-5 0,0 0 2 15,0 0-6-15,0 0 0 0,0 0 4 16,0 0 33-16,0 0 1 16,0 0 15-1,0 0 25-15,0 0-27 0,0 0-15 16,0 0 10-16,0 0-28 15,0 0 2-15,0 0-10 16,0 0 17-16,0 0-19 16,0 0 14-16,0 0-14 15,0 0-1-15,0 0 2 16,0 0-4-16,0-9 9 0,0 1-14 16,7-8 9-1,5 0-8-15,0-9-1 0,10 10 3 16,-3 7-3-16,3-8 2 15,-10 12-1 1,0-4 15-16,4-5 13 16,2-2-12-16,17 2-14 15,5-11 12-15,6-4-14 0,-12 5-2 16,7-2 0-16,-1 17-3 16,-15 0-11-16,9 8-9 15,6 0 23-15,-6 0 2 16,19 0-2-16,0 0 4 15,0 0-1-15,9 0 7 16,-4 0-16-16,-5 0 7 16,9 0 0-16,-3 0 0 15,3 0 0-15,-9 0-4 16,0 0 4-16,-1 8-5 0,-11 9 5 16,-7-6-2-16,0 2 0 15,-6 2 0-15,-4-7 2 16,-2 0 0-16,-9 1-9 15,-1-1 15 1,4-5-7-16,-4 2 2 0,0 11 4 16,-5-1 2-16,2 6 1 15,-3 7 5-15,-6 12-3 16,0-8 0-16,6-7-10 16,-6-14-3-16,0-11-50 15,0 0 15-15,0 0-75 16,0 0-171-16,-40 0-298 15</inkml:trace>
  <inkml:trace contextRef="#ctx0" brushRef="#br0" timeOffset="-32837.04">10852 13880 240 0,'0'0'196'0,"0"0"-162"0,0 0 17 0,0 0-27 0,0 0 1 0,0 0-5 15,0 0 32-15,0 0-8 16,0 0 13-16,0 0 15 15,0 0 10-15,10 0-31 16,-4 0-51-16,6 0 23 16,7 11-22-16,3 6 6 15,-4 7-5-15,4 1-2 16,-3-2 5-16,-4 5 7 16,-3-4 6-16,-5 9-16 0,-1-10 18 15,0-2-18 1,3-10 3-16,-9-7-1 0,7-4-4 15,-1 0 0 1,-6 0 3-16,0 0-2 0,0 0 0 16,0 0 18-1,0-7-10-15,6-14-9 0,-6-10-5 16,12-2 5-16,4 5-15 16,-16 0 8-16,12 9 6 15,-6 2 2-15,-6 9-5 16,7 0 11-16,-7 8 3 15,0 0-7-15,0 0 2 16,0 0-5-16,0 0 0 16,0 0-12-16,0 0-44 15,0 0-211-15,-7 16-229 0</inkml:trace>
  <inkml:trace contextRef="#ctx0" brushRef="#br0" timeOffset="-32121.19">10893 13968 252 0,'0'0'257'0,"0"0"-230"0,0 0-20 0,0 0 18 0,0 0-24 0,0 0 16 16,0 4 1-16,0-4 5 16,0 0 14-16,0 0 9 15,0 0 29-15,0 0-32 0,0 0 32 16,0 0-27-1,0 0-20-15,0 0-13 0,0 0-8 16,0 0 0-16,6 0-3 16,16 0 3-16,6 0-1 15,-4 0 1-15,4 0-6 16,-3 0 7-16,-3 0-6 16,-16 0-2-16,6 0 0 15,-2 0-3-15,-4 0-5 16,-6 0-26-1,0 0 1-15,0 0-75 0,0 0-70 16,0 0-189-16</inkml:trace>
  <inkml:trace contextRef="#ctx0" brushRef="#br0" timeOffset="-30239.86">10862 14646 331 0,'0'0'179'0,"0"0"-154"0,0 0 45 0,0 0-20 0,0 0-19 16,0 0 5-16,0 0-5 15,0 0-2-15,0 0 2 0,0 0 51 16,0 0-9-16,0 0-42 15,0 0-13-15,0-8-4 16,12-8 14-16,7 4-13 16,2-4 34-16,14-1-27 15,-11 1-15-15,10 8-7 16,-6 1 0-16,-9 7-7 16,9 0-30-16,-10 0 17 15,-18 31-13-15,0 22 27 16,0 15-3-16,-58 8 6 0,-11 4-30 15,17 0 18-15,-1-11 13 16,13-17 2 0,18-16 14-16,9-20-4 0,13-12 19 15,0-4-27-15,0 0 10 16,41 0-11-16,11 0 28 16,1 0-11-16,3 0 12 15,-9 0-8-15,-13 8-15 16,-10 0-7-16,-11-4 0 15,2 1-2-15,-15-5-75 16,7 8 5-16,-7-8-157 16,0 0-162-16</inkml:trace>
  <inkml:trace contextRef="#ctx0" brushRef="#br0" timeOffset="-29507.36">11494 14433 451 0,'0'0'119'0,"0"0"-116"0,0 0 71 16,0 0 34-1,0 0-40-15,0 0-11 16,-87 0-1-16,69 25-31 0,-16 22-21 16,0 9 26-16,9 21-2 15,-3 3 17-15,22-4-18 16,-1-3 7-16,7-6-12 16,0-11-6-16,0-7-7 15,41-9-6-15,24-8-2 16,22-7 6-16,-7-14-8 15,1-7 10-15,-13-4-15 0,-15 0 6 16,-19-7-1-16,-28-42-6 16,7 5-12-16,-13-9-14 15,0 14-40-15,-19 14 25 16,-31 17-5-16,4 8 53 16,-1 5 1-16,7 31 0 15,0 23 2-15,21-6 23 16,13-5-26-16,6-16-18 15,0-16-206-15,6 0-131 16</inkml:trace>
  <inkml:trace contextRef="#ctx0" brushRef="#br0" timeOffset="-29156.01">12210 15043 735 0,'0'0'155'0,"0"0"-31"0,69 224-38 0,-63-128 8 0,-6-7-86 0,0-25-8 0,6-23-119 0,-6-33-276 0</inkml:trace>
  <inkml:trace contextRef="#ctx0" brushRef="#br0" timeOffset="-28056.98">11668 14184 145 0,'0'0'47'0,"0"0"49"0,0 0 45 0,0 0 17 0,0 0-102 0,0 0 13 0,0 0-26 0,0 0-18 16,0 0 8-16,0 0 25 15,0 0 11-15,0 0-39 16,0 0 26-16,0 0-32 16,0 0 25-16,0 0-12 15,0 0-18-15,9-16-6 16,16-15-9-16,15-5 2 0,13-5-5 16,15-3 10-1,25 0-10-15,22-7 5 0,-3-2-3 16,2 17 4-16,-5 8-2 31,-16 20-10-31,-13 8 7 0,-2 0-2 0,-4 23 0 16,-5 26 1-16,2 4-3 15,-21-10-14-15,-13 1 13 16,-9-4-89-16,-28-20-30 16,0 0-264-16</inkml:trace>
  <inkml:trace contextRef="#ctx0" brushRef="#br0" timeOffset="-27274.03">12731 14168 335 0,'0'0'285'0,"0"0"-241"0,0 0 10 0,0 0-20 0,0 0 21 0,0 0 29 15,87 16-6-15,-59 1-44 16,-3-1-11-16,9 4-11 0,-6-4 2 16,-9 4-7-1,2-9-4-15,-8-6-6 16,-1-5 8-16,-12 0-11 0,16 0-10 15,-10 0 13-15,0-24 2 16,-6-8 0-16,12 0 1 16,-12 7-1-16,0 2-2 15,0 2 6 1,7 9-10-16,8 9 6 0,-3-2-1 16,-12 5-5-16,0 0-4 15,0 0-14-15,0 8-55 16,-12 9-93-16,-22 3-176 15</inkml:trace>
  <inkml:trace contextRef="#ctx0" brushRef="#br0" timeOffset="-23692.14">12800 14694 55 0,'0'0'758'0,"0"0"-652"0,0 0-90 0,0 0 5 0,0 0 7 0,0 0-20 16,158-64-12-16,-130 64 10 16,6 0 2-16,-28 0-6 15,-6 0 24-15,0 0 3 16,0 16-12-16,0 8 13 15,0 8-1-15,0-8-24 0,0-4 7 16,0-4-17-16,0-8 5 16,0-4-14-1,0 9-5-15,19-10-8 0,15 5 25 16,-6-4 2-16,6 4-4 16,-16-3 9-1,10 6-5-15,-15 1 5 0,-13 12 10 16,0 9 3-16,0 11 8 15,-13 7-24 1,-33 2 1-16,-1-13 0 16,25-12 1-16,-12-12-8 0,16 1-39 15,-16-2-9-15,-13-2-79 16,1-10-125-16,5-3-42 16</inkml:trace>
  <inkml:trace contextRef="#ctx0" brushRef="#br0" timeOffset="-22861.16">13420 14702 217 0,'0'0'170'0,"0"0"-70"0,0 0-36 0,0 0-24 0,0 0-22 16,0 0-1-16,-25-12 18 0,25 12 22 15,-9 0 46-15,9-4-8 16,-7-5-27-16,7-2-47 16,-6-1-14-16,6-1-3 15,0 5-4-15,0 5 0 16,0-9 21-16,0 4 7 15,22-8-6-15,24 8 17 16,7-1-6-16,-6 1 5 0,5 8-29 16,-5 0-3-1,-19 0-4-15,0 0-2 16,-16 0 0-16,-6 13-8 16,7 7 7-16,-13 8 0 15,0 4-6-15,0-8 14 0,0-3-14 16,0-10 4-16,0-7 3 15,0-4-12-15,0 0 0 16,0 0-33-16,0 0-1 16,0 0 33-16,0 4 1 15,21 8 3-15,-2 8 18 16,-3 4-7-16,-4 9 0 16,-12 14 21-16,0-6 7 15,0-5-17-15,0-13 4 0,0-2-15 16,-12-1-4-1,-23-4-3-15,-5 4 3 0,-22-8-36 16,25-12-13 0,-13 0-227-16</inkml:trace>
  <inkml:trace contextRef="#ctx0" brushRef="#br0" timeOffset="-22358.65">14229 14967 280 0,'0'0'617'0,"0"0"-527"0,0 0-11 0,0 0-12 0,127 244-18 0,-127-172-23 0,0-11-26 0,-28-9-27 0,-31-21-80 16,13-14-3 0,-7-17-207-16</inkml:trace>
  <inkml:trace contextRef="#ctx0" brushRef="#br0" timeOffset="-22026.8">14685 15039 648 0,'0'0'494'16,"0"0"-464"-16,0 0-22 0,0 0 13 16,0 0-21-16,0 0-15 15,0 4-104-15,0-4-163 16,0 0-200-16</inkml:trace>
  <inkml:trace contextRef="#ctx0" brushRef="#br0" timeOffset="-21730.03">15190 15007 968 0,'0'0'215'16,"0"0"-209"-16,0 0-6 0,0 0-18 15,0 0-113-15,0 0-56 16,62-17-39 0,-56 17-293-16</inkml:trace>
  <inkml:trace contextRef="#ctx0" brushRef="#br0" timeOffset="-21462.16">15820 14959 504 0,'0'0'652'0,"0"0"-639"0,0 0-3 15,0 0-2-15,0 0-8 16,0 0-13-16,12 3-29 16,-12-3-26-16,0 0-150 15,0 0-64-15,0 5-282 16</inkml:trace>
  <inkml:trace contextRef="#ctx0" brushRef="#br0" timeOffset="-20878.9">15941 14173 547 0,'0'0'51'0,"0"0"51"0,0 0 81 0,0 0-80 0,0 0-58 0,0 0 15 0,365 221 7 0,-324-157-42 0,-13 16 4 0,-22 23-26 16,-6 22 39-16,0 12-31 15,-47 15-2-15,-18-12-9 16,9-11-13-16,4-21-20 15,-1-36-76-15,-9-28-334 16</inkml:trace>
  <inkml:trace contextRef="#ctx0" brushRef="#br0" timeOffset="-20030.78">11141 15468 627 0,'0'0'112'0,"0"0"-38"0,0 0 66 0,521 16-69 15,-301-16-31-15,40 0 19 0,16 0-29 16,-3 0-18-16,-19 0-12 16,-40 0-17-16,-34 0-108 15,-65-8-190-15</inkml:trace>
  <inkml:trace contextRef="#ctx0" brushRef="#br0" timeOffset="23830.87">19897 7246 198 0,'0'0'63'0,"0"0"-49"0,0 0-9 0,0 0 29 0,0 0 10 15,0 0 36 1,0 0 4-16,0 0-41 15,0 5-36-15,0-5-2 0,0 0-5 16,0 7-36-16,0 1-111 16,0-3 56-1,0-5 70-15,0 8-69 0,0-8 59 16,0 0 31-16,0 0 140 16,0 0-49-16,0 0 46 15,0 0-70-15,0 0-35 0,0 0-29 16,0 0 4-1,0 0 53-15,0 0 44 16,0 0 13-16,0 0-88 16,0 0-18-16,0 0-3 0,0 0-14 15,0 0 12-15,0 0-5 16,0 0 9-16,0 0 8 16,0 0 5-16,0 0-18 15,0 0-1-15,0 0 0 16,0 0-8-16,0 0-1 15,0 0 5-15,0 0 1 16,0 0 2-16,0 0 7 16,0 0-9-16,0 0-1 15,0 0 7-15,0 0-6 16,0 0 6-16,0 0-10 0,0 0 5 16,0 0-2-16,0 0 0 15,0 0 0 1,0 0-10-16,0 0 24 0,0 0-22 15,0 0 15-15,0 0-13 16,0 0 11-16,0 0-9 16,0 0 4-16,0 0-12 15,0 0 12-15,0 0-8 16,0 0 7-16,0 11-6 16,0-2 4-16,0 7-10 15,-12 4 13-15,-4 8 0 16,4-1 0-16,-7 6 7 15,-3-9-4-15,16-17 14 16,0-2-5-16,6-5 27 0,0 0 3 16,0-16 7-1,0-45-10-15,0-31-26 0,0-24-13 16,0-12 0 0,0-12-5-16,0-1-27 15,0 21 3-15,0 24-33 0,0 40 23 16,0 28 34-16,0 23-5 15,0 5 19-15,-6 8-18 16,-22 40 12-16,-6 17-3 16,-6 11 3-16,-7 1-3 15,-12-2-5-15,0-6-69 16,-28-9-36-16,32-17-45 16,2-14 81-16,25-14-61 0,28-15-105 15,0 0 25 1</inkml:trace>
  <inkml:trace contextRef="#ctx0" brushRef="#br0" timeOffset="24629.91">20285 6516 503 0,'0'0'32'0,"0"0"-24"15,0 0-4-15,0 0 38 0,0 0-26 0,0 0 78 16,12-36 53-16,-12 36-31 0,0 0-32 15,0 0-38-15,0 44-10 16,-31 13-14 0,-31 15 9-16,-9 12-29 0,-4-15-2 15,35-10 7-15,0-15-5 16,27-8 0-16,-2-3 2 16,9-9-6-1,6 4 9-15,0-4-14 0,0-4 2 16,21-4 3-16,26 0-1 15,-1-4-7 1,7 0 9-16,0 0-6 0,-13-12-2 0,-12 8 10 16,-22-8-5-1,0 0 8-15,7 0-15 0,-4 0 3 16,-3 0-15-16,7 0-6 16,-1-23 8-16,4-5 16 15,-10-5-21-15,6 9 5 16,-6-8-30-16,10 3 41 15,2 6-32-15,-5 3-28 16,-4 12 38-16,-3 3 23 16,1 5 5-16,-7 0 4 15,0 5 10-15,0 43 14 16,0 20 115-16,0 16-86 16,0 13-29-16,0-6-20 0,0-2 9 15,0-9 8 1,-7-11-16-16,-8-14-10 15,2-15-9-15,13-11-21 16,-6-29-194-16,6 0-309 16</inkml:trace>
  <inkml:trace contextRef="#ctx0" brushRef="#br0" timeOffset="25213.02">19094 7756 120 0,'0'0'184'0,"0"0"-65"0,0 0-12 0,0 0-31 0,0 0-37 0,0 0 76 0,-25 0 71 16,3 0-103-16,-9-20-46 0,-18-16 17 15,-4-17 4-15,0-7-27 16,1-20-12 0,11-20-18-16,20-28-1 15,21-9-1-15,0-16 0 16,34 1-33-16,53 12 31 0,34 31-6 16,12 25-18-16,0 37 22 15,28 14-80-15,-21 17-160 16,-19 16-386-16</inkml:trace>
  <inkml:trace contextRef="#ctx0" brushRef="#br0" timeOffset="25863.91">20846 7487 468 0,'0'0'496'0,"0"0"-398"0,0 0 32 0,108 265-84 0,-95-189-31 0,-13 12-11 16,0 12-8-16,-6-7-44 0,-81-17-100 15,-6-32-394 1</inkml:trace>
  <inkml:trace contextRef="#ctx0" brushRef="#br0" timeOffset="27778.36">21956 7747 104 0,'0'0'433'0,"0"0"-309"0,0 0 14 0,0 0 52 0,0 0-122 16,0 0 9-16,0 0-31 16,0-3-33-16,0-5 16 15,0 3-23-15,0-6 6 16,0-17-11-16,12-13-1 15,44-23 12-15,15-24-20 16,26-21 8-16,2-2 0 16,-19-10-11-16,-21 5-9 15,-18 12 2-15,-41 11-14 0,0 21 27 16,0 24 10 0,-7 16 6-16,-45 7 11 0,-4 10-6 15,3 15-16-15,7 0-10 16,5 0 7-16,-5 12-13 15,27 32 16-15,4 20-14 16,9 8 7-16,6 8-2 16,0-3 4-16,34-5-40 15,25-8 13-15,3-8-11 16,-10-12-2-16,1 0-6 16,0 1-31-16,-13-5 64 15,-18 4 18-15,-22 4 4 0,0-4-1 16,-22-4 103-1,-31-4-63-15,-21-12-2 0,15-12 2 16,-15 1-32 0,-13-5-11-16,-6 0-36 0,-6 7-65 15,-4 1-266 1</inkml:trace>
  <inkml:trace contextRef="#ctx0" brushRef="#br0" timeOffset="28595.22">22992 7503 323 0,'0'0'224'0,"0"0"-96"0,0 0 71 0,0 0-67 0,0 0-54 16,0 0 28 0,307 69-37-16,-221-21-27 15,-5 7 10-15,-19 6-11 0,-43 11 3 16,-19 16-43-16,0 12-1 16,-19 0-30-16,-68-11-94 15,0-25-111-15,7-40-747 16</inkml:trace>
  <inkml:trace contextRef="#ctx0" brushRef="#br0" timeOffset="31241.79">24663 6950 230 0,'0'0'394'0,"0"0"-313"0,0 0 29 0,0 0 15 0,0 0-47 0,0 0-42 0,-6 0 46 0,6 0-25 15,0-12-26 1,18-20-15-16,38-1-4 0,15-3-22 16,10 5 19-16,0 6-17 15,5 9 10-15,-5 12-4 16,-28 4-7-16,-19 0-16 16,-34 24 2-16,0 41 5 15,-6 19 6-15,-81 16 12 16,-12 16-7-16,-10 5-18 15,4-2 16-15,9-2 8 16,15-29 1-16,44-11 3 0,9-25-1 16,22-20 26-1,6-5-16-15,0-10 9 0,0-9-16 16,40-8 22-16,31 0-20 16,10 0 6-16,-1-20 1 15,-5-4-10-15,-22-4-4 16,-19 23-44-16,-22-2-63 15,-12 7-209-15,0 0-354 16</inkml:trace>
  <inkml:trace contextRef="#ctx0" brushRef="#br0" timeOffset="31574.86">25698 7672 511 0,'0'0'134'0,"0"0"90"0,0 0-42 0,0 0-65 0,0 0-51 15,0 0-5-15,236 224-42 0,-236-135-17 16,0-9-2-16,0-13-48 16,-28-18-70-16,-12-26-255 15,-7-10-347-15</inkml:trace>
  <inkml:trace contextRef="#ctx0" brushRef="#br0" timeOffset="31991.14">26750 7747 443 0,'0'0'744'16,"0"0"-646"0,0 0-60-16,0 0-7 0,0 0-31 15,0 0-8-15,0 0-27 16,65-3-48-16,-44-17-52 15,-8 7-277-15</inkml:trace>
  <inkml:trace contextRef="#ctx0" brushRef="#br0" timeOffset="32290.71">27677 7788 1205 0,'0'0'111'15,"0"0"-92"-15,0 0 27 16,0 0-46-16,0 0-2 0,0 0-39 16,40 0-41-1,-18 0-27-15,-16 0-220 0,-6-5-122 16</inkml:trace>
  <inkml:trace contextRef="#ctx0" brushRef="#br0" timeOffset="32540.2">28802 7736 529 0,'0'0'521'0,"0"0"-447"15,0 0 19-15,0 0-43 16,0 0-50-16,0 0 0 16,6 0-63-16,-6 0-105 15,0 0-427-15</inkml:trace>
  <inkml:trace contextRef="#ctx0" brushRef="#br0" timeOffset="33221.73">29491 6701 548 0,'0'0'318'0,"0"0"-173"0,0 0-86 0,0 0 2 0,0 0-26 0,0 0-30 15,-16 0-4-15,38 0 8 16,37 0 20-16,15 16 16 16,13 24 17-16,6 9-21 15,0 15-18-15,-12 4-21 16,-23 16 7-16,-23 24-18 0,-35 20-6 16,-7 32 13-1,-79 30-50-15,-29 2 17 0,-12-7-30 16,21-30-38-1,7-38-256-15</inkml:trace>
  <inkml:trace contextRef="#ctx0" brushRef="#br0" timeOffset="41333.88">19584 9516 345 0,'0'0'120'0,"0"0"-103"0,0 0 64 0,0 0-26 0,0 0-32 0,0 0-17 0,0 0-6 16,0 0 0-16,0 0 5 15,0 0-1-15,0 0 26 16,0 0 6-16,0 0 4 16,0 0 20-16,0 0-26 15,0 0 7 1,0 0-25-16,0 0 7 0,0 0-22 15,0 16 15-15,0 4-3 16,0 9 2-16,0 7-13 16,0 12 16-16,0 8-5 15,0 1-2-15,0-2-11 0,0 6 0 16,0-5 1-16,0 4 2 16,0-4-6-1,0 4 5-15,-6-4-2 16,-16-3 0-16,10-9 5 0,-1-16-18 15,13-9 5-15,0-19-5 16,0 0-6 0,0 0 16-16,0 0 3 0,0 0 15 15,0 0 25-15,0 0-26 16,0 0 8-16,0 0-6 16,0-27-16-16,0-26-13 15,0-19-5-15,19-12-9 16,34-4-11-16,-1 0-16 15,-2 16 17-15,-19 8-16 0,15 7-5 16,-12 9 47-16,-6 15 0 16,-9 10 6-16,3 23 5 15,-4 0 3 1,16 0 11-16,7 44 28 0,5-1-18 16,1 6-24-16,-7-21-28 15,-6-16-184-15</inkml:trace>
  <inkml:trace contextRef="#ctx0" brushRef="#br0" timeOffset="41916.17">20852 10146 826 0,'0'0'123'0,"0"0"-77"0,0 0 3 0,0 0-45 0,0 0-4 0,369 16-26 0,-316-16-185 16,-25 0-88-16</inkml:trace>
  <inkml:trace contextRef="#ctx0" brushRef="#br0" timeOffset="42150.58">20852 10146 554 0,'-59'-96'506'16,"78"96"-502"-16,37 0 48 15,9 0 34-15,28 0-48 16,-6 0-38-16,-7 0-2 16,-12-25-44-16,-9 17-122 15,-31 1-312-15</inkml:trace>
  <inkml:trace contextRef="#ctx0" brushRef="#br0" timeOffset="65045.66">24489 8261 609 0,'0'0'128'0,"0"0"-7"0,0 0 11 0,0 0-58 0,0 0 14 0,0 0-52 0,468 32-1 0,-328-32-33 0,-7 0 14 16,-18 0-12-16,-34 0-4 15,-35 0-15-15,-12 0-34 16,-34 0-89-16,0 21-276 16</inkml:trace>
  <inkml:trace contextRef="#ctx0" brushRef="#br0" timeOffset="66547.68">22151 9850 492 0,'0'0'137'0,"0"0"-103"0,0 0-1 0,0 0 18 0,0 0 27 0,0 0 40 16,0 0-65-16,0 0-4 16,0 0-31-16,0 0 54 15,13 0-49-15,-7-5-6 16,0-7-9-16,28-4-2 16,-6 5-5-16,3 2 9 15,-3 5-5-15,6 4-3 16,-15 0 1-16,9 0 9 0,-4 0-23 15,-14 28 19 1,-10 12-12-16,0 21 5 0,-28 19-1 16,-53 15 0-16,-12 7 0 15,0-11-4 1,31-22 7-16,16-5-8 0,21-25 10 16,3-2-10-16,16-13 12 15,6-12-8-15,0 0 1 16,0-8-2-16,34 4 0 15,19-3 3-15,15-5-7 16,-9 0 12-16,21 0-8 16,-14 0 2-16,-4 0 0 15,-10 0-68-15,-5 0-55 16,-32 0-199-16,-2 0-284 0</inkml:trace>
  <inkml:trace contextRef="#ctx0" brushRef="#br0" timeOffset="67345.6">22886 10218 289 0,'0'0'133'0,"0"0"-26"0,0 0-61 0,0 0-14 0,0 0-14 16,0 0 45-16,0 0 48 16,0 0 64-16,0 0-94 15,0 0 27-15,0 0-62 16,25 8-16-16,56 1 15 15,27 2-20-15,25-3 17 16,7 4-35-16,6-7 11 16,-19-5-7-16,-19 0-18 15,-21 0 15-15,-34 0-9 16,-25 0 1-16,-10 0-3 0,-18 0-3 16,0 0-51-16,0 0 1 15,0-20-87-15,-31-5-579 16</inkml:trace>
  <inkml:trace contextRef="#ctx0" brushRef="#br0" timeOffset="74039.66">24489 10804 242 0,'0'0'181'0,"0"0"-83"0,0 0-33 0,0 0-15 0,0 0-4 0,0 0 30 0,0 0 23 16,0-4-21-16,0 0-31 15,0 4-15-15,0 0 5 0,0 0-22 16,0 0 38-16,0 0-23 16,0 0 0-1,0 0-28-15,0 0 6 0,0-4-4 16,0 4 3 0,0-9 3-16,0 6-7 0,0-10 8 15,0-10-7-15,-12-2-1 16,-4-6 2-16,-2 2-7 15,-1 1 9-15,4-3-2 16,2-2-5-16,1-6 0 16,12-6 0-16,0-7 5 15,0 0-10-15,0-12 10 0,12 3-12 32,41-3 8-32,15 12-4 0,13 0 1 0,6-1 2 15,12-2 0 1,6 2 4-16,-18 1-8 0,-13 12 0 15,-27 16 0-15,-25 12 1 16,-22 4 2-16,0 4 2 16,0-3 0-16,0-6-1 15,-22 1-7-15,-25 4-9 16,1 8-12-16,-7 0 12 16,-15 16 3-16,3 29 4 15,-3 2-31-15,21-6 19 0,7-5-3 16,34-5 12-16,6 2-2 15,0 6-17-15,0 6 27 16,18-1 8 0,38 5-11-16,3-2 7 0,-6 1-20 15,15-4-54 1,-22 0-23-16,-5 1 60 0,-23-1 2 16,-8-16 35-16,-10 12 1 15,0-16 34-15,0 5 25 16,-16-1 27-16,-30-9-59 15,-7 1-6-15,-22 4-19 16,-18 9-3-16,7-10-1 16,11 5-10-16,22-15-13 15,26-10-110-15,20 2-52 16,7-5-307-16</inkml:trace>
  <inkml:trace contextRef="#ctx0" brushRef="#br0" timeOffset="74605.97">25714 10471 741 0,'0'0'104'0,"0"0"-5"0,0 0 5 0,0 0-57 0,0 0-35 0,400 0-12 0,-335 0 0 16,-25 0-19-16,-6 0 3 15,-21 0-11-15,2-4-31 16,-15-4-170-16,0-4-74 0</inkml:trace>
  <inkml:trace contextRef="#ctx0" brushRef="#br0" timeOffset="74825.75">25726 10218 647 0,'0'0'218'16,"0"0"-146"-16,0 0 64 16,0 0-19-16,0 0-70 15,422-40-27-15,-351 40-20 16,10 0-5-16,-13-7-18 16,-15-2-95-16,-13-3-144 0,-40 4-370 15</inkml:trace>
  <inkml:trace contextRef="#ctx0" brushRef="#br0" timeOffset="80050.66">27150 10302 257 0,'0'0'153'0,"0"0"-69"0,0 0-12 0,0 0-26 15,0 0 4-15,0 0 35 16,0 0 103-16,0 0-98 16,0 0-26-16,0 0 1 15,0 0-39-15,0 0-14 16,0 0-8-16,0 0 2 15,0 0-3-15,0 0 9 16,0 0 0-16,0 0 11 0,0 0-4 16,0 0 2-16,0 0 0 15,0 0-16-15,0 0 10 16,0 0-13-16,0 0-2 16,0 0 0-16,12 0-1 15,50 0 1-15,19 0 4 16,5 0 0-16,14 0-1 15,-7 0-2-15,0 0-1 16,-7 0 0-16,-17 0-27 16,-17 0-6-16,-17 0-27 0,-1 0-74 15,-34 0-220 1,0 0-351-16</inkml:trace>
  <inkml:trace contextRef="#ctx0" brushRef="#br0" timeOffset="80986.88">28734 9869 38 0,'0'0'272'0,"0"0"-167"0,0 0 45 0,0 0-60 0,0 0 19 0,0 0 34 16,12 0-46 0,-12 0-35-16,0 0-1 0,0 0-14 15,0 0-20-15,0 0 3 16,-12 0-24-16,-16 0-3 16,3 0 6-16,-9 0-18 15,-6 0 10-15,-7 25-3 16,-5 14-1-16,-4 6 2 15,-3 2-2-15,12 10 4 16,20-9-6-16,8 8 8 16,7-4-6-16,12-3 6 15,0-1 5-15,0-1-8 0,6 6 1 16,46-1-2-16,7-11-1 16,10-5 1-16,17-13-15 15,-5-15 16-15,6-8-17 16,-13 0 14-16,-15-3-5 15,0-38 7-15,-25 9 0 16,0-8 0-16,-9 4-3 16,-9 0-1-16,-16 3 3 15,0 13-29-15,0 9 13 16,-53 11 8-16,-28 0 10 16,-6 3 0-16,-9 50 23 0,19 2-3 15,15 2-4 1,28-17-16-16,27-16-6 0,7-24-160 15,7 0-596 1</inkml:trace>
  <inkml:trace contextRef="#ctx0" brushRef="#br0" timeOffset="86627.46">27763 9529 374 0,'0'0'54'0,"0"0"-32"0,0 0 50 0,0 0-1 0,0 0-26 0,0 0 29 0,0 0-22 0,0 0 44 15,0 0-20-15,0 0-18 0,0 0-39 16,0 0 8-16,0 0-22 16,0 0 14-1,0 0-19-15,0 0 2 0,0 0 0 16,-12 0 3-1,12 0 8-15,0 0-11 0,0 0 35 16,0 0-20-16,0 0 22 16,0-5-29-16,0-26 3 15,28-18-13-15,19-3 3 16,-1-4 2-16,13 0-3 0,3-5 14 16,9 14-12-1,4-6-7-15,-7 5 4 0,-9 12-2 16,-19 12-7-16,-12 8-34 15,-22 13-88-15,-6 3-272 16</inkml:trace>
  <inkml:trace contextRef="#ctx0" brushRef="#br0" timeOffset="87693.17">27658 9468 120 0,'0'0'235'0,"0"0"-154"0,0 0-19 0,0 0 1 0,0 0-21 0,0 0-19 0,0 0 1 15,19-16 19-15,-19 16 42 16,15 0 21-16,-15 0-7 16,0 0-51-16,0 0-1 0,0 0-8 15,0 0-16-15,0 0-22 16,0 16 5-16,0 9-7 15,0-2 6-15,0 1-10 16,0-12 4-16,0 9-3 16,0-9-3-16,0-4 7 15,0 0 0-15,6 0 0 16,-6-8-3-16,7 0 3 16,-7 0-4-16,12 0-26 15,-6 0 19-15,16 0 2 0,-4-5 9 16,4-6 5-16,19-6 8 15,-7 6-4-15,-3-5 1 16,9-1 3-16,6-7-3 16,1 1-20-16,-7 3 1 15,-18 7 8-15,-16 5-16 16,-6 8 16-16,0 0 1 16,0 0 7-1,0 0 15-15,0 0-13 0,0 0 8 16,0 0-17-16,0 0 0 15,0 0 4-15,0 0-10 16,0 0 6-16,0 0-4 16,0 0 4-16,0 0 0 15,0 0-6-15,0 0 12 0,0 0-2 16,0 0 2 0,0 0-5-16,0 0 0 0,0 0-2 15,-18 0 0-15,-4 0-25 16,-6 0 8-16,9 0-11 15,-9 0 14-15,16 0-7 16,0-4 18-16,5-4 3 16,-8-3-3-16,3 11-2 15,5 0-4-15,-8 0-25 16,2 0-91-16,1 0-93 16,0 0-89-16</inkml:trace>
  <inkml:trace contextRef="#ctx0" brushRef="#br0" timeOffset="150077.67">16155 11422 312 0,'0'0'121'0,"0"0"-90"0,0 0-13 0,0 0-2 0,0 0-11 0,0 0 11 15,0 0 9-15,0 0 56 16,0 0-14-16,0 0 41 15,0 0 14-15,0 0-73 0,0 0-17 16,0 0-23-16,0 0 22 16,0 0-20-16,0 0 26 15,0-21-8-15,0-7-20 16,-13-12-6-16,4-15 9 16,9-11-10-16,0-1-2 15,0-2-1-15,0 14-32 16,0 6 8-16,0 17-3 15,-6 13-3-15,6 6 25 16,-7 13-15-16,7 0 16 16,-12 0-1-16,-3 13-4 15,-10 23 2-15,-16 15-32 0,1-2-116 16,0-2 70 0,6-3 41-16,9-7 31 15,3 3-73-15,10 0-55 0</inkml:trace>
  <inkml:trace contextRef="#ctx0" brushRef="#br0" timeOffset="150690.51">16362 11253 53 0,'0'0'383'0,"0"0"-361"0,0 0-9 0,0 0 13 0,0 0 47 0,0 0-25 0,-21 20 1 0,21-15-23 15,-7 2 40-15,7 1 31 16,0 8-19-16,0-8-44 15,0 12-32-15,0-7 4 0,0-5-6 16,0-1 3-16,0-7-3 16,0 8 0-16,7-8 3 15,20 0 3-15,8 0 17 16,-4 0-12-16,9 0 15 16,-6-36-9-16,13-12 6 15,-7-12-23-15,-12-4-23 16,-3-8-26-16,-16 0-5 15,-9 19-139-15,0 13 63 0,-9 20-20 16,-50 20-62-16,-22 0 212 16,7 20 36-16,2 37 4 15,10 2-7-15,16-2 18 16,21-10-51 0,-3-6-156-16</inkml:trace>
  <inkml:trace contextRef="#ctx0" brushRef="#br0" timeOffset="151207.03">16790 11278 321 0,'0'0'77'0,"0"0"9"0,0 0-16 0,0 0-15 0,0 0-26 0,0 0-27 0,19 123 5 0,-7-119 30 0,10-4 10 15,-3 0 49 1,-4 0 14-16,10 0-53 0,3 0-19 16,12-24-26-1,0-20 10-15,13-15-11 0,-6-7-11 16,-7-6-14-16,-18 17 5 15,-22 7-5-15,0 19 11 16,0 14 3-16,-50 10-1 16,-15 5 0-16,-22 0-14 15,0 33-9-15,0 19-52 0,13-1-95 16,27-2 101 0,20-10 37-16,20-3-119 15,7-6-76-15</inkml:trace>
  <inkml:trace contextRef="#ctx0" brushRef="#br0" timeOffset="152305.95">17565 10885 313 0,'0'0'91'0,"0"0"-13"0,0 0-12 0,0 0-4 0,0 0-55 0,0 0 31 0,-28 0-7 16,28 3-6-16,0-3 19 15,0 0 10-15,0 0 12 16,0 0-19-16,0 0-10 15,0 4 2-15,-6 0 1 16,0 4-20-16,-9 0 0 16,15 1 2-16,0-9-19 15,0 0 1-15,0 0 6 0,0 0 1 16,0 3-10 0,0-3 10-16,0 0-11 15,0 0 0-15,0 0 0 16,21 0 0-16,13 0-5 15,0 0 8-15,-9-3-11 0,9-22 12 16,-6-7-10-16,-15-8 0 16,-1 8-1-16,-6 4-12 15,-6 8 2-15,0 20 15 16,-6-5 2-16,-34 5-5 16,-7 0-5-16,7 0 4 15,-7 0 12-15,7 0-12 16,0 28 5-16,6 5 0 15,21 3 0-15,1 4-4 0,6-8 0 16,6 0-39 0,0-8 16-16,0-12-34 0,0-3-26 15,0-1 26-15,0-8 3 16,6 0 33 0,19 0 8-16,-4 0 14 15,14 0-2-15,-4-8 5 16,9-1 1-16,-6 9-6 0,0 0 12 15,-6 0 3-15,-9 0-6 16,2 0-6-16,10 9 3 16,-3-6 0-16,6-3-4 15,7 0 3-15,-10 0-93 0,-16-16-214 16</inkml:trace>
  <inkml:trace contextRef="#ctx0" brushRef="#br0" timeOffset="153221.65">17472 11237 212 0,'0'0'167'0,"0"0"-51"0,0 0-36 0,0 0-27 16,0 0-5-1,0 0 11-15,0 0 41 0,-9 0 9 16,9 0-60-1,0 0-9-15,0 0-28 16,0 0 21-16,0 0-17 0,0 0 21 16,0 0-26-16,0 0-9 15,9 0 7-15,22 0-3 16,10 0 5-16,-1 0-10 16,0 0-2-16,-6 0-19 15,-6 0-50-15,-3 0-90 16,-25 0-239-16</inkml:trace>
  <inkml:trace contextRef="#ctx0" brushRef="#br0" timeOffset="158294.24">11469 11401 355 0,'0'0'136'0,"0"0"-89"0,0 0-1 0,0 0-11 0,0 0 7 0,0 0-24 0,0-7-1 16,0 7 14-16,0-5 47 15,0 5 31-15,0-8-40 16,0 0-36 0,0-7-3-16,0-14-7 0,0-15-14 15,19-12 0-15,15-12 11 16,6-8 7-16,7-5-23 15,12-2 3-15,3-6 0 16,3 1-14-16,-3 8-4 16,-15 16-46-16,-7 15 5 15,0 17-138-15,-21 0-73 16,-13 16-278-16</inkml:trace>
  <inkml:trace contextRef="#ctx0" brushRef="#br0" timeOffset="158999.37">11361 11358 271 0,'0'0'213'0,"0"0"-178"0,0 0 15 0,0 0-7 0,0 0-36 0,0 0 3 0,15-5-10 0,-15 5 2 16,0 0 28-16,0 0 5 16,0 0 33-16,7 0-47 15,-1 12-13-15,12 24 8 16,-11-4 5 0,8-4-20-16,-9-3-1 0,1-6-5 15,-1-10 4-15,0-1 1 16,-6-8 2-16,0 0 29 15,0 0 10-15,0 0-11 16,0 0 0-16,9 0-19 0,-3 0-11 16,1-17-3-1,-1 1 0-15,0-4 6 16,-6 9-6-16,0 3 6 0,0 8-11 16,0 0 8-16,0 0-9 15,0 0-4-15,6 0-52 16,10 0-2-16,-4-8 15 15,1 8 25-15,-13-5-119 16</inkml:trace>
  <inkml:trace contextRef="#ctx0" brushRef="#br0" timeOffset="160281.69">11742 9945 281 0,'0'0'84'0,"0"0"13"0,0 0-3 0,0 0-31 0,0 0-21 0,0 0-6 15,0 0 4-15,0-7 1 16,0 7-20-16,0 0 25 16,0 0 3-16,0 0-4 15,0 0 5-15,0 0-10 16,0 0-21-16,0 0-17 16,0 0-2-16,0 0-13 15,0 0 8-15,0 15 1 16,0 1 2-16,6 1-5 15,1-1 5-15,2 4 3 16,-3 0-6-16,-6 4 5 16,0 0-6-16,0-8 5 0,13 0-15 15,-13-12 9 1,6-4-4-16,-6 0 6 0,6 0-7 16,-6 0 7-16,0-12 3 15,0-5 4-15,0 2-6 16,0-1 13-16,15 0-18 15,-2-9 16-15,5-3-14 16,4-8 4-16,6 13-33 16,-3-6-35-16,3 9 24 15,-16 12-6-15,-12 8 11 16,0 0 19-16,0 0 12 0,13 0 11 16,-4 8 25-16,-3 0-13 15,7 4-9-15,-1-7-6 16,-12 6-9-16,15 2 10 15,-8 2-5 1,-1 10 13-16,-6-1-12 0,0-4 11 16,12-9-18-16,16-11-98 15,-15 0-207-15</inkml:trace>
  <inkml:trace contextRef="#ctx0" brushRef="#br0" timeOffset="160998.51">12279 10014 285 0,'0'0'124'0,"0"0"-61"0,0 0 14 0,0 0-36 0,0 0-3 0,0 0-23 0,0 0 19 15,0 0-20-15,12 0 1 0,-6 0 23 16,-6 0-28-16,13 0-6 16,-7 0-1-1,3 0-6-15,4 0-1 0,-1 0-15 16,4 0-19-1,-4 0 1-15,-6-4-19 16,-6-4-64-16,0 0-94 0</inkml:trace>
  <inkml:trace contextRef="#ctx0" brushRef="#br0" timeOffset="161240.06">12279 10014 315 0</inkml:trace>
  <inkml:trace contextRef="#ctx0" brushRef="#br0" timeOffset="161331.12">12279 10014 315 0,'77'-172'116'0,"-77"172"-112"0,16 0 16 15,-10 0 32-15,6 0-48 16,16 0-10-16,-9-9-23 16,3 5-45-1,-10-4-166-15</inkml:trace>
  <inkml:trace contextRef="#ctx0" brushRef="#br0" timeOffset="162098.27">12731 9974 122 0,'0'0'149'0,"0"0"-119"0,0 0 46 0,0 0 77 0,0 0-55 0,-6-21-4 15,6 6-51-15,0-1-42 16,0-12 5-16,0-8-12 16,0-5 4-16,0 2 2 15,0 6 0-15,0 13 4 16,0 12 5-16,0 8 50 15,0 0 45-15,0 0-95 16,0 0-5-16,0 0-4 16,0 0-28-16,0 0 1 0,0 0 19 15,0 0 6 1,0 0-3-16,0 12-2 0,-6 28-6 16,-16 16 6-16,-18 13-36 15,3-2-120-15,-4-14-104 16</inkml:trace>
  <inkml:trace contextRef="#ctx0" brushRef="#br0" timeOffset="164228.03">12539 11237 220 0,'0'0'170'0,"0"0"-110"0,0 0 12 0,0 0-26 0,0 0-24 16,0 0 5-16,0 0 13 15,0 8 17-15,0-8 14 16,0 0 19-16,0 0-27 16,0 0-36-16,0 0 0 15,0 0-24-15,0 0 6 16,0 0-3-16,0 0-4 0,0 0 2 15,0 0 10 1,0 0-14-16,19 0 13 16,2-33-7-16,32-31-6 15,34-24 4-15,34-20-3 16,25-28-1-16,27-16 2 0,13 19-10 16,-31 20 14-16,-46 46-12 15,-32 34-27-15,-49 33-102 16,-28 0-98-16,0 20-201 15</inkml:trace>
  <inkml:trace contextRef="#ctx0" brushRef="#br0" timeOffset="165078.2">12552 11229 419 0,'0'0'93'0,"0"0"-70"0,0 0 11 0,0 0-21 0,0 0-2 0,0 0 8 16,-41 88 1-1,41-88 2-15,0 0 9 0,0 0 22 16,0 0-17-16,0 0-22 16,0 0-9-1,0 0 0-15,0 0-3 0,0 0 0 16,28 0 21-16,12 0 21 15,7-8 2-15,-16-8-42 16,3 8-5-16,-12 1 7 16,-4-2-12-16,4 5-2 15,-9 0 4-15,-1-4-27 16,-6 3 21-16,10-6-47 0,-16 11-95 16,0 0-188-16</inkml:trace>
  <inkml:trace contextRef="#ctx0" brushRef="#br0" timeOffset="166112.99">13767 9765 321 0,'0'0'150'0,"0"0"-58"0,0 0-33 0,0 0 8 16,0 0 12-16,0 0-3 0,-6 0-5 16,0 0-18-16,6 0-25 15,0 0 12-15,0 4-26 16,0 12 9-16,0 8-17 15,0 0-4-15,-7 8-2 16,7-8 0 0,0-4-1-16,0-4 5 0,-6-8-9 15,6-3 10 1,0-5-15-16,0 0 20 0,0 0-12 16,0 0 2-16,0 0-2 15,0 0 0-15,0 0 3 16,0 0-9-16,0 0 2 15,0-24 4-15,0 4-9 0,13-5 9 16,15 1-20 0,-10 4 22-16,10 12-12 0,-22 0 2 15,13 8-3-15,-13 0-5 16,3 0 9-16,4 12 9 16,-7 0 1-16,6 0 3 15,16-4-8-15,-9-8-150 16,-10 0-54-1,10 0-90-15</inkml:trace>
  <inkml:trace contextRef="#ctx0" brushRef="#br0" timeOffset="166562.98">14148 9861 245 0,'0'0'260'0,"0"0"-210"0,0 0-19 0,0 0-13 0,0 0-18 0,0 0 0 0,0 0 18 0,35 0-7 0,-29 0 23 0,-6 0-4 16,6 0-4-16,0 0-26 15,3 0-15-15,4 0-51 0,-7 0-93 16,-6 0-136-16</inkml:trace>
  <inkml:trace contextRef="#ctx0" brushRef="#br0" timeOffset="166751.67">14148 9861 555 0,'28'-124'178'0,"13"108"-174"0,-1-1 50 15,-9 10-54-15,-3-1-5 16,-6 0-71-16,-10 3-97 16</inkml:trace>
  <inkml:trace contextRef="#ctx0" brushRef="#br0" timeOffset="167425.95">14477 9757 88 0,'0'0'127'0,"0"0"-3"0,0 0 8 0,0 0-31 0,0 0-38 16,0 0-8-16,-40 204-19 15,40-196-5-15,0-3-11 16,0-1 2-16,0-4-10 0,6 8 44 16,22-8-23-16,3 0 3 15,-9 8 3-15,5-5-20 16,-14 2 0-16,-1-5-18 15,-12 0 16-15,22 0-17 16,-16 0 0-16,7 8-6 16,15-8-31-16,3 4-15 15,9-4-117-15,6 0-22 16,-12 0-381-16</inkml:trace>
  <inkml:trace contextRef="#ctx0" brushRef="#br0" timeOffset="168177.54">14437 9745 88 0,'0'0'94'0,"0"0"-49"0,0 0 8 0,0 0 32 15,0 0 47-15,0 0-9 0,0 8-57 16,0-8 23-16,0 0 16 15,0 0-13-15,0 0-48 16,0 0-16-16,0 0-28 16,0 0 0-16,0 0-24 15,0 0-76-15,0 0-161 16,0-11-235-16</inkml:trace>
  <inkml:trace contextRef="#ctx0" brushRef="#br0" timeOffset="169208.74">13494 11378 49 0,'0'0'251'0,"0"0"-216"0,0 0 76 0,0 0 7 0,0 0-69 0,0 0-7 0,13 0-26 15,-7 0 10-15,9 0-8 16,10-13 39-16,9-15-1 15,19-16 12-15,9-4-35 16,19-21-14-16,5-3-5 16,1-11 0-16,6 2-9 15,-6 9-5-15,-22 8-7 16,-9 12-45 0,-16 11-56-16,-9 5-42 0,-9 8-35 15,-16 20-109-15</inkml:trace>
  <inkml:trace contextRef="#ctx0" brushRef="#br0" timeOffset="170106.95">13634 11229 213 0,'0'0'24'0,"0"0"41"0,0 0-3 0,0 0-8 15,0 0-14-15,0 0-13 16,28 0-5-16,-28 0-21 15,0 0 5-15,0 0 9 16,0 0 25-16,0 0-6 16,0 0 6-16,0 0-19 15,0 0 6-15,0 0-24 0,0 8 0 16,0 8 8-16,0-4-11 16,0 1-4-16,0-2-6 15,0 1 8-15,0 16 4 16,0-4-4-16,-28 1-1 15,3-9-15-15,9-13 1 16,16-3 17-16,0 0-6 16,0 0 13-16,0 0-20 15,0 0 26-15,0 0 3 0,0 0-2 16,0 0 26-16,0 0-4 16,0 0-12-16,0 0-24 15,0 0 0 1,0 0-3-16,0 0 6 0,0 0-8 15,0 0 10 1,0 0-4-16,0 0 3 0,0 0-4 16,0 0-26-16,0 0-3 15,0 0-3-15,16 0-12 16,2 0 19-16,17-3 23 16,5-26-1-16,0 6 1 15,7-2-1-15,-13 9 1 16,-22 8-35-16,7 8-115 15,-19 0-131-15</inkml:trace>
  <inkml:trace contextRef="#ctx0" brushRef="#br0" timeOffset="171055.73">14917 10318 333 0,'0'0'150'0,"0"0"-111"0,0 0 8 0,0 0 20 0,0 0-49 16,0 0-17-16,0 0 3 0,0 17 7 16,0-6 2-16,0-3 26 15,0 12 25-15,0 1-14 16,0 2 38-16,0 6-55 16,0-9-11-16,0 0-20 0,0-8 0 15,-6-4 3 1,6-4-10-16,0-4 6 0,-6 0-1 15,6 0 0 1,0 0 6-16,0 0 19 0,0 0-24 16,0 0 0-16,0-28 0 15,0-20-2-15,19-8-68 16,8 8 22-16,-8 11 43 16,-13 17-7-16,10 12 8 15,-16 4 6-15,6 4 31 16,0 0-17-16,-6 0-11 15,6 0-2-15,1 4 0 16,8 20 1-16,-2 4-3 16,8 0-2-16,-8-3-63 15,-1-14-60-15,0 2 29 16,-12-5 37-16,0-8-175 0</inkml:trace>
  <inkml:trace contextRef="#ctx0" brushRef="#br0" timeOffset="171556.7">15432 10262 607 0,'0'0'75'0,"0"0"-23"0,0 0-51 0,0 0-1 0,0 0-41 16,0 0 35-16,47 0 10 0,-35 0-8 16,-3 0 4-16,-9 0-7 15,0-8-5-15,0 8-80 16,0 0-99-16,0-3-141 16</inkml:trace>
  <inkml:trace contextRef="#ctx0" brushRef="#br0" timeOffset="171772.88">15432 10262 729 0,'-105'-84'252'16,"111"84"-252"-16,6 0-2 15,1 0-16 1,15 0-5-16,-1 0-122 0,-2-12 15 16,-3-12-50-16,-3 4-221 15</inkml:trace>
  <inkml:trace contextRef="#ctx0" brushRef="#br0" timeOffset="172437.43">15792 10017 655 0,'0'0'71'0,"0"0"-5"0,0 0-10 0,0 0-56 0,0 0-15 0,0 0-1 0,15-31 14 0,-2 23-23 16,-1 8 21-16,-3 0 4 15,-9 0 29 1,0 0-3-16,0 16-11 0,0 7 39 15,0 2-38 1,0 11-8-16,0-8-4 0,0 4 1 16,0-16-5-16,0-4-2 15,0-7-10-15,0-5-33 16,0 0 19-16,0 0 19 16,0 0-3-16,13 3-1 15,-13 9 5-15,6-8 1 16,0 13 5-16,-6 2 3 15,0 1 31-15,0 13-11 16,0 3 1-16,0 8 1 0,-34 4-12 16,-6-8-3-1,9 0-10-15,9-24 0 0,16-8-3 16,6-8-80 0,0 0-177-16</inkml:trace>
  <inkml:trace contextRef="#ctx0" brushRef="#br0" timeOffset="175585.62">17178 10411 334 0,'0'0'236'0,"0"0"-189"0,0 0 4 0,0 0-11 16,0 0-14-16,0 0 8 15,0 0 20-15,31-40 4 16,-10 15-28-16,7-3 46 16,-9 4-26-16,9 1-27 15,-9-5-18-15,15 3-5 16,-6-3-4-16,-4 12-31 16,-2 4-110-16,-16 4-101 15,-6 4-125-15</inkml:trace>
  <inkml:trace contextRef="#ctx0" brushRef="#br0" timeOffset="175827.57">17178 10411 471 0</inkml:trace>
  <inkml:trace contextRef="#ctx0" brushRef="#br0" timeOffset="175919.98">17178 10411 471 0,'-196'-52'116'0,"249"11"-83"16,9 5 77-16,-9 0-49 16,0 0-61-16,-19 12-37 15,-13 0-83-15,-14 8-207 0</inkml:trace>
  <inkml:trace contextRef="#ctx0" brushRef="#br0" timeOffset="176635.37">17497 9681 585 0,'0'0'55'0,"0"0"-54"0,0 0 12 0,0 0-11 0,62 23 49 0,-31 10-4 0,3-9 6 16,0 4-44-16,-6 0-6 15,9-12-3-15,-15 12 9 16,-16-16-12-16,16 4 10 16,-16-8-3-16,-6-8-1 15,0 9-1-15,0-9-2 16,0 0 19-16,0 0-8 16,0 0 14-16,0 0 3 15,0-17-28-15,-28-11-26 0,10-8-21 16,-4 0 40-1,10 0 7-15,12 0-5 0,0 8 6 16,0 4-1-16,0-1 9 16,0 2 3-16,18 10 5 15,4 5-9-15,-10 8 25 16,16 0-15 0,6 0 6-16,4 0-5 0,17 16 5 15,-8 9-16-15,-1-5-1 16,-5-1-4-16,-7-2-1 15,-3-9-4-15,9-8-51 16,7 0-156-16,-7-20-100 0</inkml:trace>
  <inkml:trace contextRef="#ctx0" brushRef="#br0" timeOffset="-151747.78">7411 7783 111 0,'0'0'167'0,"0"0"-139"0,0 0 29 0,0 0 55 0,0 0-68 0,0 0-35 0,0 0 0 15,0 0-5-15,-128-75 53 16,122 67-33-16,0 0 9 0,-6 8 10 16,2 0 10-1,10 0 14-15,0 0 11 0,0 0-24 16,0 0-48-16,-6 0 2 16,6 0-1-16,0 0-7 15,0 0 8-15,0 0-8 16,0 0 2-16,0 0-2 15,0 0 0-15,0 0 1 0,0 0 21 16,0 0-14 0,0 0 8-16,0 0-4 0,0 0-11 15,0 0 3 1,0 0-1-16,0 0 0 0,0 0-1 16,0-4-2-16,0-1 2 15,0 5 0-15,0 0 4 16,0 0-9-16,0 0 5 15,0 0-2-15,0 0 0 16,0 0-3-16,0 0 3 16,0 0 0-16,0-3-9 15,0 3 18-15,0 0-10 16,0 0 10-16,0 0-11 16,16 0 5-16,30 0 13 0,13 0-12 15,3 0-4-15,9 0 0 16,-9 0 8-16,-9 0-17 15,0-5 20-15,-13 5-15 16,-6 0 11 0,7 0-12-16,-17 0 5 0,-8 0 0 15,9 0 0 1,3 0 4-16,-22 0-11 0,16 0 16 16,-22 0-22-16,0 0 16 15,0 0-8-15,6 0-13 16,-6 0-7-16,12 0-32 15,-12 0-84-15,0 0-81 0</inkml:trace>
  <inkml:trace contextRef="#ctx0" brushRef="#br0" timeOffset="-150229.96">9364 7520 285 0,'0'0'60'0,"0"0"-50"0,0 0 65 0,0 0 3 0,0 0-9 15,0 0-8-15,0-5-3 16,0 5-2-16,0-4-14 16,0 4 9-16,0-4-17 15,0 0-12-15,0 4-18 0,0 0 14 16,0 0 13-16,0 0 8 16,0 0-17-16,0 0-2 15,0 0-6-15,0 0-13 16,0 0 3-16,0 0 7 15,0 0-19-15,0 0 10 16,0 0-2-16,0 0 1 16,0 0 3-16,0 0-5 15,0 0 14-15,40 0-17 16,1 0 11-16,11 0-5 16,7 0 4-16,10 0-7 15,24 0 3-15,0-8 3 16,0 8 8-16,9 0-5 15,-31 0-15-15,-3 0 15 16,-9 0-10-16,3 0 13 16,-3 0-15-16,0 0 12 0,-9 0-1 15,3 0-1 1,-13 0-3-16,-15 0-6 0,-10 0 11 16,-9 0-12-16,-6 0 9 15,0 0-10-15,7 0-20 16,-7 0-13-16,12 0-19 15,3 0-6-15,-2 0-54 0,5 0-29 16,-8 0 37 0,-10 0-470-16</inkml:trace>
  <inkml:trace contextRef="#ctx0" brushRef="#br0" timeOffset="-148967.15">12210 6653 498 0,'0'0'95'0,"0"0"-57"0,0 0 62 0,0 0-5 15,0 0-21-15,0 0-31 16,0-52-22-16,0 47 30 16,0-3-31-16,-12 1 28 0,-10 3-20 15,-2-5-6-15,-4 6-15 16,-6-5-14-16,-7 8 7 16,-5-8-1-16,-1 8-1 15,-5 0-8-15,-11 0 9 16,-8 0-2-16,3 19-6 15,15 1 9-15,1 13-8 16,-4 11 1-16,3 4 3 16,0 4-2-16,7 5-9 15,12-1 12-15,0 4-13 0,9-1 12 16,25 2 8 0,0-9-14-16,0 1 16 0,0-1-11 15,0-9 5-15,0 1 0 16,12 0-1-1,1-3 3-15,2 3-5 0,10-4 8 16,3-8-8-16,12-4 6 16,0-12-6-16,26-12-12 15,14-4 8-15,7 0 4 16,21 0 0-16,-8 0 2 16,-13 0-4-16,-13 0-7 15,-15 0-22-15,-19 0 13 16,-6 0-16-16,0-20-2 15,7-12 8-15,5-16 30 16,7-8-7-16,0-8-26 16,-1 4 31-16,4-4 1 15,-16 7-13-15,7 6 13 0,-22-6-53 16,-19-4 11-16,9-3 36 16,-15-3-26-16,0-2-15 15,0 9 43-15,-40 16 6 16,-13 12 20-16,-27 32 31 15,-13 0 7-15,-28 0-58 16,-12 36-9-16,-10 0-53 16,25-8-173-16,10-8 56 15</inkml:trace>
  <inkml:trace contextRef="#ctx0" brushRef="#br0" timeOffset="-143669.6">2332 6581 259 0,'0'0'291'0,"0"0"-227"0,0 0-4 0,0 0-19 0,0 0 59 0,0 0-39 15,0 0 16-15,-62 0-41 0,62 0 4 16,0 0-25-1,0 0 17-15,0 0 16 16,0 0-24-16,0 0 10 16,0 0-30-16,0 0 15 0,0 0-11 15,0 0-13-15,0 0 9 16,0 0-8-16,9 0 4 16,31 0 0-16,32 0 2 15,14 0 0-15,17-4 2 16,15-5 3-16,-4 9-3 0,26 0 4 15,27 0-9 1,29 0 3-16,11-3-2 0,20-13 0 16,21 4 7-1,6-9-17-15,6 21 22 16,7 0-21-16,0 0 18 16,-13 21-11-16,-6 23 7 0,-9-4-10 15,-10-4 6-15,4-4-1 16,-25-20 0-16,-7-12 4 15,-43 0-14-15,-31 0 17 16,-40 0-14-16,-19 0 14 16,-33 0-2-16,-4 0-5 15,-10 0-1-15,-15-4-2 16,-6 0 6-16,0 0-7 0,0-8 1 16,0-12-2-16,0-4-76 15,-6 4-125-15</inkml:trace>
  <inkml:trace contextRef="#ctx0" brushRef="#br0" timeOffset="-131765.52">11314 8746 110 0,'0'0'449'0,"0"0"-367"0,0 0-74 0,0 0 11 0,0 0-12 0,0 0 14 0,0 0 1 16,0 0 26-16,-18 0-1 15,18 0 1 1,0 0 26-16,0 0-47 0,0 0 4 16,0 5-18-16,0 7 0 15,0-4-6-15,0 3-1 16,0 6-5-16,-6-1 9 16,-4 4 0-16,10-4-8 15,-12 0-2-15,12-4 12 16,0-9-10-16,0-3-1 15,0 0 49-15,0 0-6 16,0 0 2-16,0-39-21 16,0-38 4-16,-6-15-26 15,-16-8-1-15,16 4-4 0,-7 19-4 16,7 18 0 0,-9 14-35-16,15 21-6 0,0 12-37 15,0 12-17-15,-13 0-206 16,-5 12-195-16</inkml:trace>
  <inkml:trace contextRef="#ctx0" brushRef="#br0" timeOffset="-131414.02">11122 8586 368 0,'0'0'238'0,"0"0"-227"0,0 0 26 0,0 0 55 0,0 0 10 0,0 0-17 0,174-200-77 0,-149 184 2 0,15 11-10 0,-18 1 0 15,-4 4 5-15,-5 0-1 16,15 0-8-16,-1 17-3 0,-2 2-1 16,3-7-99-1,-15-12-107-15</inkml:trace>
  <inkml:trace contextRef="#ctx0" brushRef="#br0" timeOffset="-130947.12">11916 8702 606 0,'0'0'294'0,"0"0"-208"0,0 0-17 0,0 0-35 16,0 0-22-16,0 0 5 15,68 0-6-15,-43-8 1 16,3 4-12-16,-16-4-5 16,16 4-61-16,-9-3 23 15,-19-10-151-15,0 1-34 16,0-8-191-16</inkml:trace>
  <inkml:trace contextRef="#ctx0" brushRef="#br0" timeOffset="-130798.16">11916 8702 721 0,'0'-280'246'0,"53"280"-225"16,9 0-21-16,-3 0 10 16,-7 0-10-16,4-28-78 15,-31-5-243-15</inkml:trace>
  <inkml:trace contextRef="#ctx0" brushRef="#br0" timeOffset="-128948.51">12725 8582 518 0,'0'0'128'0,"0"0"-96"0,0 0 18 0,0 0-36 0,0 0-10 0,0 0 0 15,0 176-2-15,0-168 43 16,6 0 30-16,16 0 34 15,-3 0-65-15,9-3 2 16,18-5-35-16,1 0 13 16,5 0-13-16,-11-21 21 0,11-23-8 15,-5-15-7 1,-25-2-17-16,-4-7-6 0,-18 4 5 16,0 3-37-16,-31 14-20 15,-37 19 0-15,0 15-7 16,3 13 44-16,-16 4 21 15,0 44 7-15,7 4 37 16,21 12-44-16,13-3-4 16,15-5-2-16,25-4 0 15,0-16 3-15,0-8-13 16,25-7 13-16,43-14-8 16,7-2 11-16,2-5-2 15,10 0 5-15,-6 3-4 16,-19 13 5-16,-10 9 6 0,-24 6 6 15,9 5 27-15,-9-3-26 16,0-5 4-16,-3-12-11 16,9-13-10-16,0-3-11 15,7 0-88-15,-17 0-154 16,-14-19-148-16</inkml:trace>
  <inkml:trace contextRef="#ctx0" brushRef="#br0" timeOffset="-128450.91">13293 8730 325 0,'0'0'275'0,"0"0"-256"16,0 0-12-16,0 0 28 0,0 0 25 0,0 0 21 15,-7 160-9-15,35-119-65 0,-9-5 22 16,-13-4 33-16,-6-8-14 15,0-4-36-15,0-7-5 16,0-10-6-16,0-3-1 16,0 0 13-16,0 0-11 15,0 0-2-15,16-24-1 16,2-16-2-16,16-4-21 16,25-4 17-16,-3 12-7 15,-9 12 13-15,-23 19 1 16,4 5-7-16,-9 0 7 15,-13 21 0-15,-6 15 38 16,0 8-30-16,0 9 0 16,0-2-8-16,0-7-17 15,0-20-106-15,0-24-267 0</inkml:trace>
  <inkml:trace contextRef="#ctx0" brushRef="#br0" timeOffset="-126120.13">13941 8823 266 0,'0'0'348'0,"0"0"-295"0,0 0 1 0,0 0 16 0,0 0-25 0,0 0 8 16,-7 0 6-16,7 0 5 16,0 0-49-16,0 0 22 15,0 0-6-15,22 0 4 16,37 0 3-16,15 0-19 16,13-21-13-16,0 1 4 0,-12 9-20 15,-10-2-11-15,-13 6-29 16,-18 2-7-16,-21 5-6 15,-13 0-216-15,-6 0-312 16</inkml:trace>
  <inkml:trace contextRef="#ctx0" brushRef="#br0" timeOffset="-125353.67">14756 8807 228 0,'0'0'261'0,"0"0"-201"0,0 0-6 0,0 0-16 0,0 0 33 16,0 0-6-16,0 11-15 15,16-3-46-15,-4-3 30 16,7 2-24-16,2-2 23 16,7-5-2-16,3 0-3 15,3 0 13-15,7 0-4 16,-1-20 34-16,7-16-32 15,-13-13-10-15,0-3-23 16,-16-12-2-16,-5 3-4 0,-13-6-1 16,0 3-38-1,0 7-13-15,-65 17-18 0,-4 21-18 16,-2 19 28-16,-10 0 50 16,13 44 8-1,3 28 2-15,16 16 11 0,24 4 45 16,25-3-50-16,0-14-6 15,0-18 2-15,46-21-4 16,19-16-13-16,10-20 15 16,-1 0-21-16,13-13 7 0,-6-35-32 15,-16 9-1 1,-9 10-22-16,-32 17 19 0,-17 12 17 16,-7 0 33-1,0 20 35-15,0 16 99 0,0 0 1 16,0-3-108-16,21-14-19 15,20-10-8-15,-1-9-3 16,13 0-84-16,-1 0-133 16,-18-28-133-16</inkml:trace>
  <inkml:trace contextRef="#ctx0" brushRef="#br0" timeOffset="-124787.71">15426 8663 398 0,'0'0'241'0,"0"0"-187"0,0 0 37 0,0 0-31 0,0 0 57 0,0 0-63 0,-6 168-15 0,6-128-27 0,0-12 16 0,0-4-13 0,0-8 11 0,0-8-7 16,0-4-13-16,0-4 10 15,0 0-13-15,0 0 3 16,0 0 2-16,0-36-16 16,0-8 1-16,0-4 7 15,24 4-2-15,17 11 0 0,-7 13-2 16,-6 12 8-16,3 8-3 15,-3 0 2-15,0 0 3 16,6 4-3-16,-3 20 3 16,3 4 2-16,0-3-7 15,-15-6-2-15,-4-2 4 16,-9-9-6-16,0 0-24 16,1-8-39-16,21 0-80 15,-10-20-155-15,-5-29-25 16</inkml:trace>
  <inkml:trace contextRef="#ctx0" brushRef="#br0" timeOffset="-124387.77">16000 8766 641 0,'0'0'132'0,"0"0"-43"0,0 0 11 0,0 0-67 0,0 0 1 0,0 0 13 0,133 13-7 0,-71-13 10 16,-3 0-37 0,-7 0 3-16,4 0-11 15,-15 0-10-15,-10 0-46 0,-22 0-83 16,3 0-206-16,-12 0-285 15</inkml:trace>
  <inkml:trace contextRef="#ctx0" brushRef="#br0" timeOffset="-124053.71">16688 8874 497 0,'0'0'160'0,"0"0"-109"15,0 0 90-15,0 0-32 16,0 0-100-16,0 0-1 0,0-159-7 16,0 98 19-1,0 9-18-15,0 0 5 0,0 16-7 16,0 11 1-16,0 17 22 15,0 8-11-15,0 0 38 16,0 0-33-16,0 0-17 16,0 0-14-16,-6 25-9 15,-19 7 15 1,-9 8-47-16,-7-4-189 0,-11-8-277 16</inkml:trace>
  <inkml:trace contextRef="#ctx0" brushRef="#br0" timeOffset="67581.1">3160 10002 234 0,'0'0'163'0,"0"0"-86"0,0 0-12 0,0 0-27 0,0 0-25 0,0 0 33 0,0 0-12 16,-53 23 10-16,47-23-16 15,-10 0-16-15,10 0 17 0,-6 0-6 16,5 0-1-16,1 0 30 16,6 0 9-16,0 0-44 15,0 0-4-15,0 0-4 16,0 0-17-16,0 0 8 15,0 0 0-15,0 0 0 16,0 0 6-16,0 0 0 16,0 0 0-16,0 0 28 15,0 0-27-15,0 0 24 0,-6 0-29 16,6 0 7-16,0 0-5 16,0 0-2-1,-9 0 6-15,9 0-7 16,-7 0 28-16,-5 0-18 0,0 0-7 15,2 0 10-15,4 0-24 16,6 0 17-16,0 0-7 16,0 0 0-16,0 0 1 15,0 0-2-15,0 0 9 16,0 0-9-16,0 0 7 16,0 0 1-16,0 0-3 15,0 0 4-15,0 0-7 16,0 0 4-16,0 0-5 15,0 0 1-15,0 0-4 16,0 0 6-16,0 0-20 0,0 0 25 16,0 0-16-1,6 0 4-15,22 0 4 0,0 0-1 16,19 0 4-16,-7 0-10 16,-9 0 17-16,3 0-16 15,-18 0 12-15,15 0-10 16,-3 0 4-16,6 0 0 15,-10 0 0-15,4 0 4 16,0 0-9-16,-9 0 12 16,9 0-14-16,-16 0 20 15,7 0-23-15,-10 0 24 0,3 0-26 16,1 0 24 0,9 0-12-16,2 0 0 15,4 0 0-15,0 0 0 0,3 0 4 16,-3 0-5-16,0 0 10 15,-3 0-18 1,-3 0 16-16,2 0-9 0,4 0 2 16,-15 0 0-16,2 0 2 15,-2 0 3-15,-7 0-7 16,6 0 7-16,4 0-10 16,2 0 17-16,16 0-17 15,-6 0 10-15,3 0-7 16,-3 0 2-16,0 0 0 15,-9 0-3-15,-7 0 8 16,10 0-8-16,-10 0 12 0,-6 0-15 16,1 0 8-1,8 0-3-15,-2 0 1 0,-1 0 0 16,16 0-1 0,-10-3 4-16,10-5-7 0,-6 4 8 15,-10-4-8-15,13 8 17 16,-9-5-23-16,-4 5 18 15,-6 0-13-15,1-3 5 16,8 3 0-16,-9 0 0 16,13 0 2-16,-4-8-9 15,4 8 19-15,9 0-20 16,-16-8 16-16,1 8-8 16,2 0 0-16,-9-4 0 0,-6 4-1 15,7 0 4 1,-7 0-8-16,0 0 13 15,0 0-4-15,0 0 2 0,0 0 1 16,0 0-1-16,0 0-6 16,6 0 0-16,0 0 0 15,0 0-2-15,10 0-12 16,-10 0-38-16,-6 12-129 16,0 24-385-16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2155.72363" units="1/cm"/>
          <inkml:channelProperty channel="Y" name="resolution" value="3449.15796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6-06-09T22:16:41.689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5352 6817 32 0,'0'0'331'0,"0"0"-258"0,0 0 20 0,0 0-5 0,0 0-30 16,0 0-36-16,0 0 11 15,0-8-32-15,0 8 30 0,0 0 12 16,0 0 27 0,-6 0-8-16,6 0-31 0,0 0-15 15,-13 0-14-15,13 0 18 16,0 0-12-16,0 0 11 15,0 0-11-15,0 0 9 16,0-3-11-16,0 3-1 16,0 0-5-16,0 0 0 15,0 0-5-15,0-5 6 16,0 5-8-16,0-4 14 16,0 0-15-16,13 4 16 15,8-4-11-15,4 0 4 16,9 4-1-16,-6 0 0 0,12 0 10 15,-9 0-13-15,16-4 4 16,-7 4-2-16,7 0 2 16,-7-3-4-16,0 3 8 15,-6 0-5-15,1-5 0 16,-11 5 1-16,10 0-6 16,-6 0 10-16,7 0 6 15,-11 0-10-15,10 0 12 16,13 0 0-1,-13 0-1-15,6 0-9 0,-6 0-1 16,7 0 0-16,-10 0 1 16,3-8-3-16,-12 4 8 0,-4 0-7 15,-5 4 4 1,8 0-10-16,4 0 14 0,3 0-9 16,12 0 0-16,-6 0 2 15,19 0-4-15,-13-4 10 16,-5-4-12-16,-1 5 12 15,-3-2-12-15,3 5 10 16,-6 0-6-16,3 0 1 16,3 0-1-16,6 0 11 15,7 0-8-15,-1 0 4 16,-6 0 5-16,1 0-14 16,-13 0 6-16,6 0-4 15,-16 0 3-15,10 0-3 16,-9 0 0-16,3 0 3 0,9 0-11 15,-4 0 12 1,20-3-8-16,-7-2 8 16,7 1-8-16,-7-4 13 0,0 4-15 15,-5 0 6-15,-11 4 0 16,10-5-2-16,-6 5 5 16,6 0-3-16,-3 0 4 15,10 0-8-15,5-3 11 16,4 3-10-16,-19-4 3 15,-3 4 0-15,0 0-2 16,-3 0 2-16,2 0-5 16,14 0 10-16,18 0-11 15,15 0 14-15,0 0-7 0,-2-4 1 16,-16-4-4-16,-10 0 2 16,1-1 0-16,-7 9-3 15,-15-3 6-15,9 3-6 16,-6 0 6-16,-3 0-6 15,9 0 12-15,-22 0-12 16,28 0 7-16,-6 0-4 16,1 0 0-1,-1 0 1-15,-3 0-5 0,3 0 11 16,6 0-13-16,0 0 12 16,-5 0-12-16,11 0 16 15,1 0-14-15,5 0 4 16,-5 0 0-16,-7 0 0 0,-6 0 2 15,-6 0-10-15,3 0 19 16,3 0-24-16,-6 0 24 16,31 3-21-16,3 2 12 15,-3 3-4-15,15 0 0 16,-15-8 2 0,10 4-2-16,2-4 7 0,3 8-10 15,-6 0 11-15,13-4-10 16,-3 4 13-16,2-4-16 15,1 0 9-15,-7 1-2 16,1 3 0-16,-16-5 2 16,9 1-8-16,-3 4 14 15,3-8-15-15,3 4 19 0,4 0-20 16,-1-4 8 0,7 8 0-16,-10 0 0 15,10 0-2-15,-1-4-3 0,-5 0 10 16,18 0-6-16,-25 4 5 15,3-3-7-15,-15-2 9 16,-3-3-9-16,-7 0 3 16,7 0-3-16,0 0 2 15,9 0 2-15,3 0-4 16,3 0 7-16,7 0-9 16,-4 0 14-16,-9 0-14 15,-3 0 5-15,-13 0-5 16,-5 0 5-16,11 0 0 15,4 5-2-15,3-2 5 16,9 1-11-16,-9-4 16 0,9 0-13 16,4 0 12-1,-4 0-14-15,-9 0 7 16,15 0 0-16,-5 0-1 0,-4 0 2 16,9 0-4-16,-9 0 12 15,-9 0-18-15,-9 0 11 16,5 0-10-16,-5 0 13 15,-1 0-11-15,1 0 6 16,21 0 0-16,-15 0 0 0,-1 0 3 16,-5-7-7-1,-7-6 1-15,-6 10 0 0,19-2 6 16,15 5-7 0,-3 0 4-16,10 0-5 15,-1 0 3-15,-15 0 4 16,-6 5-10-16,3-5 16 0,-16 0-16 15,0 0 15-15,-15 0-14 16,3-13 7-16,-9 1-3 16,2 1 4-16,-8-2-1 15,-1 9 8-15,4-4-6 16,-4 0 5-16,0-4-6 16,16-4-2-16,0 0 9 15,3-4-13-15,-3 0 7 16,6 12-2-16,-9-5 0 15,-3 2 1-15,-4 11-4 16,-2 0 6-16,-10-8-12 0,-6 8 19 16,6-4-15-16,0-4 10 15,1-5-3 1,8 6-2-16,4-9 3 0,-7 0-6 16,4 4 7-16,2-9-3 15,4-2 10-15,-3 2-18 16,2-10 12-16,-8 14-10 15,-7-3 9-15,0 4-4 16,0 5 0-16,-6 6 4 16,0-7 3-16,0-4-7 15,6-4 0-15,4-12 8 16,-4-4-16-16,-6-9 11 0,0-2-6 16,0 6 1-16,0 2 2 15,0 6 0-15,0-3 8 16,0 8-13-16,0-5 14 15,0 2-18-15,0-1 18 16,0 8-17-16,0 3 15 16,0 10-9-16,0 3 4 15,0 4 4-15,0-4 6 16,0 8-6-16,0-8 7 16,-6-8-12-16,-4-1-2 15,4-6-7-15,-6-1 6 16,-1-1-13-16,-2 2 15 15,-4 2-1-15,-2 1 8 16,-4 0-7-16,-3 1 4 16,9-6 1-16,4 1 3 0,9-4-16 15,6 4 12-15,0 4-10 16,-7 0 3-16,1 4 3 16,0 4-4-16,6 7 11 15,0 2-13-15,-6 3 17 16,6 0-7-16,-9 0-1 15,2-5-1-15,7 2-2 16,0-9 0-16,-6-9-12 16,0 10 3-16,6-1 0 15,-6 4 18-15,6 8-13 0,0-5 12 16,-6 5 5 0,-1 0-12-16,7-8-1 0,-9 8-1 15,-3-8 1 1,5-4 0-16,-5 1-4 0,-10-2 2 15,10 1 4-15,-10-4-6 16,4 12 11-16,-4-4-4 16,-3 4 0-16,-3-3 5 15,-12-1-8-15,0 8-1 16,-7-13-2-16,-6 9-1 16,1-4-7-16,5 5 22 15,1-5-17-15,-10-1 11 16,9 5-5-16,-5-8 6 15,-17 7-4-15,4-6 3 0,-3 11 1 16,9-8-9-16,-15-4 9 16,-7 7-12-1,0-2 11-15,16 7-12 0,-9-4 7 16,21 4-3-16,1-4 2 16,5 0 2-16,-3 0-6 15,-2-4 12-15,-7 0-13 16,-3 8 16-16,3 0-19 15,-16 0 12-15,4 0-6 16,-10 0 3-16,13 0-2 16,-6 0-1-16,9 0 6 0,-10 0-10 15,10 0 14 1,-9-8-6-16,-1 0 4 16,4 8-8-16,3-4 4 15,0-1-1-15,3 5 3 0,-4-3-3 16,-11 3 0-1,2-5 9-15,10 2-16 0,-6-2 13 16,8-6-11-16,-2-1 6 16,-19-1-2-16,1-2 1 15,-1 2 0-15,0 10 0 16,-6-2 2-16,6 5-12 16,6 0 20-16,13 0-19 15,9 0 17-15,13 0-14 16,6 0 6-16,5 0 0 0,1 0 0 15,-3 0 3-15,-3 0-9 16,-16 0 12-16,-3 0-17 16,-15 0 20-1,15 0-12-15,-9 5 3 16,27-2 0-16,-12-3-2 0,13 5 2 16,-13-2-2-16,19 5 7 15,0-4-10-15,-6 1 10 16,9-5-16-16,-16 0 22 15,7 0-18-15,-16 0 10 16,-3 3-3-16,-15 5 0 0,-13 0-6 16,-6 9 3-16,19-6 1 15,2 2-5 1,4-5 13-16,28-4-13 0,0-1 11 16,-1-3-4-16,16 0 0 15,4 0 0-15,-20 0-1 16,7 0 5-16,-12 5-12 15,-7 6 17-15,0 2-18 16,-9-5 15-16,10 8-12 16,-1-12 9-16,13 0-3 15,-13 0 0-15,19-4 0 16,6 0-1-16,-3 0 8 16,3 0-13-16,0 0 15 15,-18 0-13-15,-7 0 8 16,-15 4-6-16,-10-4 2 15,-18 8-2-15,9 0-1 16,0-8 6-16,22 4-10 0,-9-4 13 16,15 0-12-1,3 0 11-15,10 0-13 0,-1 0 10 16,1 0-2-16,-7 0 0 16,13 0 0-16,-1 0-7 15,-11 0 14-15,17 0-18 16,-11 0 23-16,6 0-19 15,-7 0 9-15,7 12-3 16,6-12 1-16,-7 0-1 16,1 9-6-16,-6-1 14 15,-1-8-19-15,7 3 18 0,-7-3-12 16,7 0 12 0,-13 8-15-16,1-8 14 15,11 4-5-15,-11-4 0 0,2 0-5 16,3 0 4-1,-5 0-1-15,-7 0-5 0,-3 0-2 16,-10 0 7 0,4 0-5-16,-6 0 2 0,15 0 1 15,0 8 4-15,9-3-4 16,-2-5 2-16,-1 8-2 16,0-1-22-16,-9-7 7 15,16 4-8-15,5 8 20 0,10-12 4 16,3 0-2-1,-6 0 4-15,-6 8-11 0,-6 0 7 16,-13-4-2 0,-3 4 1-16,15 5 6 0,7-5-2 15,0-5-11-15,21 5 10 16,7-8 3-16,2 4 0 16,10-4 0-16,0 0 1 15,0 0-8-15,-12 0 14 16,-1 0-20-1,-8 0 9-15,8 0 3 0,1 0 2 16,-10 8-2-16,10 0 1 16,-1-3 0-16,4 3-5 15,3-8 1-15,-7 12 2 0,7-12-18 16,-9 11 19-16,9-11 2 16,-1 8-1-16,7 1 0 15,0-9 12-15,0 4-12 16,-6 0 0-16,0 12-5 15,0 4 7-15,6 12-14 16,-6 0 23-16,6 0-22 16,-10 8 13-16,4 0-6 15,-6 5 0 1,-10-1-2-16,3-8-13 0,7 0 7 16,-16 0 9-16,22-5 2 15,-7 2-6-15,13-5 11 16,0-4-8-16,0 8 4 15,0 0 0-15,0 1 0 16,-15 14 1-16,15-11-8 16,-12 9 11-16,-7-6-10 15,19-3 12-15,-16 1-10 0,16-5 7 16,0-4-4-16,0 0 1 16,0-7 0-16,0-2-3 15,0-7 6-15,0 4-11 16,0-4 8-16,0 4 0 15,0-8 0-15,0 0 0 16,0-4 0-16,0-4-2 16,0 0-2-16,0 8 8 0,0-3-9 15,16 11 16-15,-16-1-13 16,0 6 6-16,19 7-7 16,-19-12 12-16,12-1-17 15,16-10 15-15,-10 3-7 16,10-4 0-16,-15-4 3 15,8 8-7-15,-2-4 8 16,9 3-5-16,-3 6 3 16,9 7-4-16,6-8 2 15,-6 4 0-15,0-5 6 16,7-6-2-16,-10-5-2 16,3 0 5-16,6 0 3 15,-6 0-7-15,-6 0 0 0,3 0 0 16,3 0-3-1,7 0 2-15,-7 0-2 16,12 0 0-16,-12 0 8 16,0 8-8-16,-9-4 2 0,-3 4-1 15,-3-8 10 1,2 0-11-16,-8 0 0 0,-1 0 3 16,0 0-4-16,4 0 6 15,3 0-2-15,-4 0 0 16,4 5-4-16,-1-2 7 15,10 5-9-15,6 0 7 16,0 0-8-16,-15 1 4 16,-7-1 0-16,4-5 0 15,-4-3 6-15,-12 0-12 0,0 0 0 16,0 4-27-16,0 0-281 16</inkml:trace>
  <inkml:trace contextRef="#ctx0" brushRef="#br0" timeOffset="6960.68">3507 6938 321 0,'0'0'173'0,"0"0"-151"0,0 0 38 0,0 0-7 0,0 0-27 0,0 0 4 15,0 0-21-15,-59 7 18 0,59-7-5 0,-6 0 53 0,6 0-19 16,0 0-8-16,0 0-24 15,0 0-8-15,-6 0 1 16,-10 5-15-16,16-2 9 16,-19 2-8-16,13-2 16 0,6-3-5 15,0 0 11 1,0 0-14-16,0 0-3 0,0 0 1 16,0 0-7-16,0 0 9 15,0 0-6-15,0 0 2 16,0 0-1-16,0 0-3 15,0 0 2-15,0 0-5 16,0 0 0-16,31-11 0 16,25-9 8-16,-3-8-7 15,12-1 3-15,-3 1-3 16,-16 12 2-16,-5 4 6 16,-16 4-12-16,-4 8 4 15,-2-3-1-15,9-2 0 16,0 1 5-16,12-4-11 0,0-3 13 15,-9 3-9 1,10-5 9-16,-1 5-7 16,-6-4 3-16,0 4 1 0,0 0-4 15,-3 0 1 1,3-1-3-16,0 2 6 0,7-1-7 16,-7-4 10-16,-9 8-12 15,3-12 11-15,-4 12 0 16,4-4-3-16,6 3-3 15,-9-3 0-15,-3 1 3 16,-4 3-7-16,-2-8 10 16,9-1-7-16,-3-6 4 0,12-1-2 15,-10 0 3-15,4-1-6 16,-9 9 2-16,-4 1 0 16,-2 3-1-1,-7 8 6-15,-6 0-12 16,0 0 14-16,12 0-9 0,-12 0 8 15,0 0-3-15,0 0-2 16,0 0 5-16,0 0-6 16,0 0 4-16,0 0-7 15,0 0 7-15,10 0-8 16,-10 0 15-16,0 0-19 16,0 0 12-16,0 0-4 15,0 0 0-15,0 0-17 16,0 0 1-16,6 0-22 0,-6 0-5 15,6 0-8-15,0 0-28 16,-6 0-231-16,0 0-127 16</inkml:trace>
  <inkml:trace contextRef="#ctx0" brushRef="#br0" timeOffset="7725.14">4502 6429 347 0,'0'0'190'0,"0"0"-170"0,0 0 28 0,0 0-33 0,0 0-8 16,0 0 16-16,68 0 41 15,-33-5 5-15,-11 5 0 16,-2-3 19-16,18 3-71 16,-6 0 13-16,13-5-22 15,-7-3-2-15,1 8-5 0,-4 0 0 16,3 0-1 0,-6 0-5-16,-6 0 3 0,-3 0-10 15,-10 0 8 1,-2 0 1-16,-7 0-4 0,0 0-5 15,-6 8 8 1,0 8 8-16,0 12-2 0,0 5 13 16,-6-2 0-16,-19 10 5 15,3-18-15-15,4 10 20 16,-4-22-21-16,10 2 2 16,12-13-4-16,0 0-2 15,0 0-14-15,0 0-21 16,0 0-14-16,0 0-25 15,0 0 45-15,0 0 29 0,0 0 3 16,0 0 5-16,0 0-8 16,0 0-27-1,0 0-124-15,0-13-316 0</inkml:trace>
  <inkml:trace contextRef="#ctx0" brushRef="#br0" timeOffset="8275.85">4629 6524 593 0,'0'0'82'0,"0"0"-38"0,0 0 64 0,0 0-29 0,0 0-51 0,0 0-9 0,22 8 36 16,18 9-46-16,-21 2 0 15,15 1-7-15,0-7-2 16,-15 7 2-16,2-9 6 0,-14 2-14 16,-7-13 13-16,6 0-11 15,0 0 8-15,-6 0-1 16,0 0-3-16,0-13-1 15,0-6-1-15,0-6 2 16,0 5-3-16,0 9 9 16,0 3-13-16,0 8 3 15,0 0-2-15,0 0-12 0,0 0 16 16,0 0-26 0,16 0 7-16,2 0-74 0,10 0-99 15,-16 0-67 1</inkml:trace>
  <inkml:trace contextRef="#ctx0" brushRef="#br0" timeOffset="13154.69">8521 5730 73 0,'0'0'208'0,"0"0"-144"0,0 0-3 0,0 0 14 0,0 0-47 0,0 0 12 0,0 0-23 0,0 0 20 0,0 0-15 16,0 0 5-16,0 0 3 16,0 0-19-16,0 0 18 15,0 0-10-15,0 0 31 16,0 0-8-16,0 0 6 15,0 0-31-15,0 0-9 16,0 0-1-16,0 0-7 16,0 0 16-16,0 0 6 15,0 0-1-15,0 0-6 16,0 0 12-16,0 0-16 0,0 0-8 16,0 0 7-16,0 0-17 15,0 0 7-15,0 0 0 16,0 0 0-16,0 0 8 15,0 0-4-15,0 0-3 16,0 0 29-16,0 0-22 16,0 0 1-16,0 0-8 15,0 0 2-15,0-3-6 16,0-6 9-16,0 9-2 16,0 0-2-16,0 0 11 15,0-3-11-15,0-2 12 16,0-6-14-16,6-9 0 0,16 4-2 15,-10-5 2 1,16 1 0-16,-10-3 6 0,4-2-12 16,3-7 12-16,15-8-8 15,7-4 7-15,6-8-10 16,15-4 4 0,-9-1 1-16,15-2 0 0,-12 14 1 15,-9 1-4-15,12-8 9 16,3 8-13-16,-3-4 16 15,-9 4-14-15,-16 11 5 16,1 9 0-16,-17 9-1 16,-11-6-5-16,21 1-2 15,-6-8-13-15,6 4 18 16,-9 4-29-16,-3 4 14 16,-22 12-35-16,0 4-42 15,0 0-118-15,0 0-27 0</inkml:trace>
  <inkml:trace contextRef="#ctx0" brushRef="#br0" timeOffset="14238.55">8595 5458 98 0,'0'0'217'0,"0"0"-206"0,0 0 20 0,0 0 30 0,0 0-35 0,0 0 26 0,0 0-11 16,0-5-24-16,0 5 28 15,0 0-15-15,0 0 9 0,0 0-13 16,0 0 41-1,0 0-22-15,0 0-6 0,0 0-19 16,0 0-20 0,0 0 0-16,0 0 2 0,0 0-10 15,0 0 16-15,0 8 1 16,0 17 27-16,0-1 3 16,0 4-21-16,0-5-16 15,0 7 2-15,0-7 1 16,-22 1-10-16,10-4 11 15,0 4-4-15,-10 4 3 16,9-8 13-16,1 1-17 16,-3 2 0-16,15-15 1 15,0 1 1-15,0-9-6 16,0 0 11-16,0 0-18 16,0 0 18-16,0 0-16 0,0 0 10 15,0 0-4-15,0 0-1 16,0 0 3-16,0 0 1 15,0 0 4-15,0 0-6 16,0 0 6-16,6 0-6 16,28 0 4-16,12-17 5 15,1-6-8-15,-7 2 0 16,-6-2 0-16,0 10-3 16,-21 1-3-16,-1 9 12 15,-2-2-9-15,-10 5 9 0,0 0-11 16,0 0 10-16,0-3-6 15,6-2 1-15,0-3 0 16,-6 4 0-16,12 0 0 16,-12 4 1-16,0 0 4 15,0 0 2-15,0 0-3 16,0 0 6-16,0 0-10 16,0 0-3-1,0 0-2-15,0 0 6 0,0 0-1 16,-12 0 1-16,6 0 8 15,0 0-1-15,6 0-7 16,0 0-1-16,0 0-18 16,0 0-35-16,0 0-94 15,0 0 2-15,0 0-8 0,0 0-211 16</inkml:trace>
  <inkml:trace contextRef="#ctx0" brushRef="#br0" timeOffset="38865.66">6248 6020 497 0,'0'0'61'0,"0"0"-29"15,0 0 11-15,0 0-26 0,0 0 9 0,0 0-18 0,0-5 6 16,0 5-8-16,0-8 3 16,0 8 7-16,0 0 12 15,-13 0-7-15,-2 0-17 16,3 0 14-16,-1 0-16 15,1 0 4-15,-4 0-1 16,4 0-7-16,-1 0 7 16,-8 0-7-16,2 0 2 0,-3 0 0 15,4 13-1-15,-10 2 3 16,9-3-4 0,-9 5 4-16,10-6-7 0,-10 1 5 15,16 1-15 1,2-5 12-16,-2-1 2 0,-1 1 1 15,1-3 0-15,3 3-6 16,-4-5 12-16,-15 10-11 16,10 2 11-16,-10 6-12 15,9-1 1-15,-2-4-9 16,2-4-18-16,-3-1 32 16,10-2 3-16,-1-1-2 15,1 3 33-15,3-2-27 16,-10 7-1-16,-3-5 0 0,4 10-12 15,-1-1 6-15,-2 0-3 16,8-4 3 0,-9 0 1-16,16-4-1 0,0 1 0 15,0-1-3-15,6 4 10 16,-6-1-17-16,-1-2 13 16,7-5-9-16,0 3 8 15,0 1-4-15,0-4 1 16,0 5-1-16,0-1-2 15,0 7 8-15,0-6-10 16,0 7 8-16,19 0-8 16,0 4-1-16,2-1 5 15,-2-2-23-15,3-6-7 0,-4 2 6 16,-2-9-4-16,2-3 23 16,4-2-5-1,-3 5 8-15,9-4 8 0,-4 4-3 16,10-4-1-1,-6-4 0-15,3 0 4 0,10 0-4 16,-7-19 0-16,0 2 7 16,0 1-9-16,-9 8 6 15,9 0 3-15,-6 0-6 0,-3 8-1 16,9-8 0 0,0-4-5-16,6-8 3 0,7-12-17 15,-7 0-5 1,0 0-19-16,-6-4 12 0,-9 3-4 15,-19 5 35 1,22 5 11-16,-21 2 16 0,-7-2-12 16,21-2-15-16,-21-3 0 15,6-8-62-15,-6-8-28 16,0 0-166-16</inkml:trace>
  <inkml:trace contextRef="#ctx0" brushRef="#br0" timeOffset="44161.99">11147 5627 392 0,'0'0'158'0,"0"0"-96"0,0 0-42 0,0 0 19 0,0 0 15 0,0 0-7 0,0 0 4 0,-53 0-15 0,53 0 12 15,-12 0-21 1,12 0-2-16,-16 0-5 0,4 0-10 16,6 0-10-16,0 0 6 15,-10 0-14-15,4 0 8 16,5 0-3-16,-5 0-3 16,-3 3 0-16,-4 5-2 15,-9 4 8-15,3-4 0 0,3 5-5 16,4-5 4-1,-4 7 1-15,-3 6-2 16,10-6-5-16,2 6 1 0,1 2 3 16,-3-6-1-16,2 2 3 15,1-6 2-15,12-1-2 16,0-4-18-16,-16-5-13 16,16 10-15-16,0-5 42 15,-12 12-13-15,12-8 18 16,0 0-4-16,0 0-4 15,0 4-18-15,0-4 7 16,0 0 3-16,0 12-3 0,0-8 13 16,0 1 4-1,0 6-4-15,0-2 9 0,0-1-4 16,0-1 1 0,0-7 0-16,0 4-4 0,0-3-30 15,0-1 4-15,0-1 22 16,0 2 5-16,0-1 6 15,0-1 2 1,0 2 1-16,0 2 3 0,0-2-9 16,0 7 0-16,0 0 0 15,0 0 3-15,0 4 1 16,0-8-1-16,0 8 14 16,0-7-9-16,0-2 13 15,0-7-21-15,0 0 0 16,12 0-2-16,16 0-3 0,0 1 2 15,-3-1 6-15,-3 3-10 16,-4 1 17-16,4 9-19 16,-4-10 15-16,4 9-9 15,-9 1 3 1,5-9 0-16,-2-1-2 0,2 2-3 16,10-6 1-16,-3 6-11 15,3-5 8-15,0-4-4 16,-10 4 9-16,4-4-9 15,-9 3 11-15,-1-7 0 0,3 0-9 16,-2 0 8 0,5 0 1-16,10 0-6 0,6 0 10 15,1 0-6-15,-4 0 4 16,-4 0 0-16,-14 0-2 16,15 0 1-16,-16-7-3 15,1 3 5-15,2-4-9 16,-2-4 8-16,8-1-4 15,-2-7-28-15,9 9 15 16,-10-9 1-16,-5 7 14 16,-4 13 5-16,3-8 13 15,-5 5 2-15,5-9-16 16,10-4-2-16,-10-4-1 16,1-4-2-16,2 4-20 15,-3-5-7-15,1 1-11 16,-4 8 39-16,-9-4 5 0,0 4 9 15,0-8 22 1,0 0-36-16,0-4-18 0,13-5-40 16,-13 2-60-1,6 7 16-15,-6-1 19 0,0 9 83 16,0 4 6-16,0 4 84 16,0-3-40-16,0-9-33 15,0-5-17-15,0-7-42 16,0 0-157-16</inkml:trace>
  <inkml:trace contextRef="#ctx0" brushRef="#br0" timeOffset="44259.79">11702 5807 31 0,'0'0'203'0,"0"0"-203"0,0 0-42 0,0 0-48 0</inkml:trace>
  <inkml:trace contextRef="#ctx0" brushRef="#br0" timeOffset="44360.7">11702 5807 35 0,'-174'-257'73'0,"150"241"21"16,8 7-76-16,-3-2-18 15,4-1-49-15,-4 4-108 16</inkml:trace>
  <inkml:trace contextRef="#ctx0" brushRef="#br0" timeOffset="63679.79">14697 5554 538 0,'0'0'81'0,"0"0"-61"0,0 0 24 0,0 0-26 0,0 0 3 15,0 0 18-15,0 0 2 16,0 0-12-16,0 0 1 0,0 0 32 16,0 0-25-1,0 0 6-15,0 0-35 0,0 0 26 16,0 0-28-16,0 0 17 16,0 0-20-16,0 0 7 15,-6 0-4-15,0 0-4 16,6 0-4-16,-9 4 7 15,9-4 14-15,0 3-9 16,-7-3 17-16,7 0-27 16,0 0 16-16,-6 0-15 15,6 0 13-15,0 0-7 16,0 0-7-16,0 0 5 16,0 0 2-16,0 0 5 15,0-23-6-15,0-5-5 16,22-4 4-16,18-8-6 0,7-9 1 15,12-3-3-15,27-20 2 16,7 5 0-16,10-6-7 16,-16 5 16-16,-22 24-16 15,-25 19 5-15,-18 14-2 16,-22 11-13-16,0 0 10 16,0 0 8-16,0 0-7 15,0 0 4-15,0 0-7 16,0 0-55-16,0 0-224 15,0 0-344-15</inkml:trace>
  <inkml:trace contextRef="#ctx0" brushRef="#br0" timeOffset="64645.78">14638 5430 137 0,'0'0'131'0,"0"0"-89"0,0 0 35 0,0 0 45 0,0 0-28 0,0 0-45 0,7-5-2 0,-7 5-17 16,0 0 18-16,0 0 10 15,0 0-12-15,0 0-23 16,0 17-1-16,0-1 12 16,0 12-23-16,-16-4 0 15,-9 4-4-15,-3 0-9 16,10 0 7-16,-4-4 4 15,-3 0 7-15,16-12-2 0,3-8-2 16,6 1-5 0,0-5-12-16,0 0 13 15,0 0-16-15,0 0 8 0,0 0-4 16,0 0 2-16,15-9 2 16,32-10 3-16,18-10-1 15,9-3-2-15,7 0 9 16,-22 4-18-16,-13 12 2 15,-24 12-15-15,-16 4-18 16,0 0-8-16,-6 0-9 16,0 0 57-16,0 0 7 15,0 0 0-15,0 0 18 16,0 0-22-16,0 0-6 0,0 0 14 16,0 0-11-16,0 0 3 15,-12 0 2-15,-16-5-3 16,-6-3 11-16,-6-3 13 15,-1 2-13-15,10-2 8 16,3 3-17-16,1 0-5 16,14-1 1-16,7 1-2 15,6 8 1-15,0 0 1 16,-6 0-1-16,0 0-43 16,-16 0-210-16,3 0-227 15</inkml:trace>
  <inkml:trace contextRef="#ctx0" brushRef="#br0" timeOffset="138596.79">10573 11650 357 0,'0'0'200'0,"0"0"-192"0,0 0 32 0,0 0-21 0,0 0 11 0,0 0-30 16,0 0 30-16,-46 4 24 0,46-4-7 16,0 0 27-16,0 0 4 15,0 0-36 1,0 0-35-16,-6 0 14 0,6 0-14 15,-16 0 11 1,10 0-6-16,-6 0 0 0,12 0-5 16,0 0-7-16,0 0 23 15,0 0-15-15,0 0 27 16,0-8-32-16,0-33 12 16,40-22-8-16,40-29 17 15,7-8-11-15,0-2 5 16,0 11 8-16,-16 19-26 0,-15 16 3 15,-9 12 1-15,-23 16-8 16,4 3-20-16,-9 21-26 16,-10 4-90-16,-3 0-162 15,-6 0-93-15</inkml:trace>
  <inkml:trace contextRef="#ctx0" brushRef="#br0" timeOffset="139414.07">10487 11342 95 0,'0'0'334'0,"0"0"-253"0,0 0-36 0,0 0 6 0,0 0-30 16,0 0 9-16,0 80 18 15,0-52-6-15,0 3-14 16,0 2 30 0,0-5-6-16,0-9-2 0,0-2-5 15,0-1-29-15,-7-5-9 16,1 6 1-16,-9-4-12 16,15 2 14-16,0-7-19 15,0-4 9-15,0-4 0 16,0 0 0-16,0 0-29 0,0 0 24 15,15-8 5-15,10-11 8 16,3 10-7 0,-10-3 18-16,4 3-17 15,-9 1 7-15,5 1-9 16,-9 3-3-16,4 4 1 0,-13 0-15 16,12 0-19-16,-12 0-28 15,0 0-24-15,0-8-83 16,0-1-324-16</inkml:trace>
  <inkml:trace contextRef="#ctx0" brushRef="#br0" timeOffset="142728.17">11414 10315 100 0,'0'0'214'0,"0"0"-138"0,0 0 49 0,0 0-77 16,0 0-11-16,0 0-18 15,0 0 36-15,0 0 10 0,0 0 22 16,0 0-9-16,0 0 0 16,0 0-33-16,0 0-5 15,0 0 6-15,0 3-32 16,0 14-14-16,0 7 4 15,0-1 5-15,0 18-3 16,0-2-7-16,0 2 4 16,0 7-3-1,0 1 2-15,0 2-1 0,0 1-1 16,0-3 1-16,0-9-5 16,0-13 10-16,0-2-5 15,0-9-1-15,0-8 1 16,0 0 1-16,0-4-2 15,0 1 0-15,0-5 0 0,0 0 2 16,0 0-1-16,0 0 8 16,0 0-5-16,0 0 17 15,0 0-13 1,0-17 6-16,0 1-14 0,0-4 5 16,0-12-13-16,0-8 5 15,15-9-1-15,4 2 5 16,9 6-8-16,0 1 8 15,-10 8-2-15,10 4 1 16,-9 8 0-16,-7 12-4 16,10 0-13-16,-10 4 16 15,1 0-2-15,14-4-9 16,-5 4 18-16,3 4-13 16,-3 0 4-16,-4 0-6 15,4 12 6-15,3 16 3 0,3 0-2 16,-10 8 5-16,4-7-6 15,-16 2 9-15,-6-7-8 16,13 9 3 0,2-5-1-16,-15 0 5 0,19 3-1 15,-13-2 0-15,6-1 0 16,-2-8-8-16,-4-4 11 16,6-4-13-16,1-4 6 15,2-4-2-15,-2-4-15 16,-1 0 17-16,3 4-6 15,-2 0 6-15,15-4-3 16,-3 4-7-16,9-4-11 16,12 0-20-16,1-36-48 0,5-24-154 15,4-20-245 1</inkml:trace>
  <inkml:trace contextRef="#ctx0" brushRef="#br0" timeOffset="168971.89">7190 12969 141 0,'0'0'458'16,"0"0"-409"-16,0 0-35 0,0 0 3 0,0 0-12 0,0 0 15 0,0 0 38 15,-6 20-2-15,6-20 17 16,0 0-16-16,0 0 19 16,0 0-49-16,0 13-10 15,0-5-11-15,0 4-3 16,0-1 5-16,0 6-6 0,0 7-3 15,0-1 7-15,0 6-6 16,0-1 7 0,0 0-11-16,19-3 8 15,3-6-4-15,2-2 16 0,4-6-15 16,-6-11-1-16,-3 0 0 16,21 0-3-16,6 0 6 15,7-24 12-15,15-16-8 16,-3-9 10-16,-9-2-14 15,-3-9-2-15,-13-4 7 16,-15-8-5-16,-9 7-6 16,-10-7-5-16,-6 19 7 0,0 6-11 15,0 19 8 1,-47 8-1-16,-21 20 1 16,9 0 2-16,-9 0 2 0,3 8-5 15,3 32-20 1,9 24 16-16,7 8-16 15,-1 13 21-15,13-5 3 0,15-8-2 16,13-24 0-16,6-8 3 16,0-4-1-16,0-16 3 15,31 0-7-15,9-7 17 16,7 2-22-16,-13-7 14 0,6 8-4 16,-5-8 0-16,-1 4 0 15,-3 1-2-15,9-2 4 16,6 1-4-1,1-4 10-15,27 0-5 0,1 0-2 16,5-8-2-16,13 0-6 16,-12 0-110-16,-22 0-242 15</inkml:trace>
  <inkml:trace contextRef="#ctx0" brushRef="#br0" timeOffset="169722.46">8347 13054 565 0,'0'0'64'0,"0"0"-18"0,0 0-40 0,0 0-6 0,0 0-4 0,0 0 4 16,0 0 50-16,19 0 11 0,9 0-10 16,-16 0 16-1,16 0-28-15,-10 0-36 16,-2 0 2-16,3 0 3 0,-13 20-16 15,-6 20 19-15,0 12-16 16,0 4 5-16,-13 4 0 16,-15-4 12-16,4-7-6 15,-4-10 11-15,15-6-4 16,13-13-3-16,0-9-7 16,0-6-1-16,0-5 0 15,19 0-2-15,15 0 7 0,6 0 17 16,-18 0 10-16,-10 0-24 15,-5 0-1-15,-1 0-9 16,0 0-24-16,16 0-62 16,-16 0-199-16,6-5-92 15</inkml:trace>
  <inkml:trace contextRef="#ctx0" brushRef="#br0" timeOffset="170103.79">8775 13387 298 0,'0'0'183'0,"0"0"-123"16,0 0-46 0,0 0 4-16,0 0-11 0,0 0 20 15,6 0 36-15,-6 11-23 16,0-2 53-16,0-6-26 15,6 2-37-15,16-5-1 16,-3 0 4-16,15 0-6 16,0 0-3-16,0 0-2 15,-9-17-5-15,9-10-2 16,-6-10-6-16,-10-7 10 16,-11-3-16-16,-7-2-6 15,0 5-36-15,0 12 1 16,-19 16-20-16,-55 11-9 0,-1 5 23 15,-5 0 37 1,-7 29 7-16,15 11-27 0,17 1-107 16,8-2-20-16,41-3 65 15,6-11-112-15</inkml:trace>
  <inkml:trace contextRef="#ctx0" brushRef="#br0" timeOffset="170623.51">9758 13138 604 0,'0'0'276'0,"0"0"-227"0,0 0 14 0,0 0-10 0,0 0-26 15,0 0-3-15,266 0-14 16,-219 0-10-16,-13-5-6 16,6 2-13-16,-12 3-30 0,-15-4-92 15,-7 4-160 1,-6-8-242-16</inkml:trace>
  <inkml:trace contextRef="#ctx0" brushRef="#br0" timeOffset="170904.08">9758 13138 730 0,'167'-172'86'16,"-148"175"24"-16,9-3-50 0,12 5-1 16,13-5-18-1,0 0 5-15,-7 0-43 0,1 0-1 16,-13 0-2-16,-6 0-60 16,-10 0-33-16,-12 0-244 15,-6 0-236-15</inkml:trace>
  <inkml:trace contextRef="#ctx0" brushRef="#br0" timeOffset="171402.62">10995 13418 599 0,'0'0'565'0,"0"0"-492"0,0 0-53 0,0 0-15 0,0 0-5 0,0 0-20 0,0 0-29 0,0 0-44 16,0 0-35-1,0 0-132-15,0 0 46 0</inkml:trace>
  <inkml:trace contextRef="#ctx0" brushRef="#br0" timeOffset="171752.66">10995 13418 676 0,'-149'-285'127'0,"149"262"-97"0,28-9 86 16,12-8-81-1,1-1-1-15,-1 5-16 0,-9-3-6 16,-3 3-6-16,0 8-3 16,-16-1 32-16,-6 1 4 15,-6 0 14-15,0-5-43 16,0 2-6-16,0 3 1 15,0 15-8-15,0 10 6 16,-6 3 9-16,-12 0 1 16,-4 0 3-16,-6 16 0 15,9 12-16-15,1-8-11 0,9-1-59 16,9-14-61-16,0-5-408 16</inkml:trace>
  <inkml:trace contextRef="#ctx0" brushRef="#br0" timeOffset="172986.53">11054 13672 598 0,'0'0'361'0,"0"0"-280"0,0 0 11 0,0 0-45 0,0 0-30 0,0 0-16 16,0 0 25-16,22 0-25 16,-22 0 3-16,0-5-4 15,0 5-8-15,0-3-50 16,0 3-246-16</inkml:trace>
  <inkml:trace contextRef="#ctx0" brushRef="#br0" timeOffset="181396.65">2084 14184 193 0,'0'0'95'0,"0"0"-61"0,0 0 20 0,0 0 32 0,0 0-27 16,0 0-38-16,0 0-19 16,0 0 1-16,0 0 34 15,0 0 5-15,0 0 16 16,0 0-20-16,0 0-37 0,0 0 1 15,0 0 6-15,0 0-6 16,0 0-1-16,0 0 45 16,0 0-7-16,0 0 14 15,0 0-7 1,0 0-26-16,0 0 2 0,0 0-19 16,0-3 19-16,0-21-6 15,0-13 19-15,0-23-31 16,12-12 6-16,4-12-10 15,24 7 0-15,-15 5 0 16,-4 25 3-16,-8 6-9 16,-7 18 12-16,0 6-16 15,-6 13 6-15,0 4-1 16,0 0-11-16,0 0-43 0,0 0-101 16,0 13 35-1,-25 2-46-15,-3 6-278 0</inkml:trace>
  <inkml:trace contextRef="#ctx0" brushRef="#br0" timeOffset="181776.86">2009 13724 312 0,'0'0'218'0,"0"0"-141"0,0 0-7 0,0 0 15 15,0 0-6-15,0 0-24 16,149 0-1-16,-102 0-39 16,-7 0-11-16,-15 0 3 15,-4 0-14-15,-8 0-12 16,-13 0-61-16,0 0-82 0,15 0 33 16,-15 0-51-1,0 0-27-15</inkml:trace>
  <inkml:trace contextRef="#ctx0" brushRef="#br0" timeOffset="182044.47">2009 13724 508 0,'96'-33'222'0,"-96"25"-147"0,25-8-5 16,9-4-55-1,13-4 4-15,-13-4-13 0,0 12-12 16,-15 1-3-16,-19 15-26 16,0 0-2-16,0 0 14 15,0 31 23-15,0 1 31 16,0 0 1-16,0-8-26 16,0-7-6-16,0-6-15 15,0 2-38-15,0-6-69 16,6-7-4-16,16 0-280 15</inkml:trace>
  <inkml:trace contextRef="#ctx0" brushRef="#br0" timeOffset="183042.61">2378 14168 338 0,'0'0'173'0,"0"0"-129"0,0 0-22 0,0 0 3 16,0 0-25-16,0 0 19 16,-28 25-15-16,28-17 33 15,0-8 20-15,-6 11 32 0,6-3-35 16,0 5-23-16,0 7-11 15,0-8-18-15,0 4-4 16,13-8 9-16,42 4-14 16,-14-8 17-16,-1-4-7 15,0 0-1-15,-21 0 0 16,-7 0 4-16,4 0-4 16,2-16 1-16,4-12 10 15,-10 0-19-15,13-4 12 16,-25-1-12-16,0 10-16 15,0 2-24-15,0 9 15 16,0 9-25-16,-25 3 9 16,-2 0 28-16,-32 0 4 15,-3 23 15-15,-3 13-1 16,-4 13 1-16,45 7 35 0,2-4 5 16,9-8-21-16,13-12-19 15,0-19-5-15,0-10-38 16,0-3-17-16,35 0 51 15,36 0 9-15,3-16 11 16,7 1 4-16,-13 10 5 16,-43 5-10-16,9 0-9 15,-6 0-2-15,-10 0 2 16,10 0-2-16,-3 8-13 16,3 4-6-16,0-4-34 0,-9 0 23 15,-7-8-113 1,4 0-219-16</inkml:trace>
  <inkml:trace contextRef="#ctx0" brushRef="#br0" timeOffset="183792.06">3026 14614 29 0,'0'0'78'0,"0"0"84"0,0 0-78 0,0 0 11 16,0 0-11-16,0 0-51 0,0 8 4 15,0-8-18-15,0 0 49 16,0 0 18-16,0 0 37 0,0 0-45 16,0 0-42-16,0-17-32 15,0-11-4 1,0-3-3-16,0-1 3 0,0-1-3 15,0 18-5-15,0 2 7 16,0 10 2-16,0 3 4 16,0 0-5-16,0 0 4 15,0 0-4-15,0 0-10 0,0 0 2 16,0 0-10 0,0 8-8-16,-34 15-123 15,-6 1 17-15,0-7-54 16,21-17-41-16</inkml:trace>
  <inkml:trace contextRef="#ctx0" brushRef="#br0" timeOffset="196383">4871 13972 331 0,'0'0'46'0,"0"0"39"0,0 0-19 0,0 0-21 0,0 0-12 0,0 0 0 0,0 0-8 0,-28 0 5 0,28 0 33 15,0 0-11 1,0 0-17-16,0 0-26 0,0 0 0 16,0 0-6-16,0 0 30 15,0 0-9-15,0 0 15 16,0 0-2-16,0 0-7 16,0 0-8-16,0 0 9 15,0 0-9-15,0 0 0 16,0 0-16-16,0 0 4 15,0 0-8-15,0 0-1 16,0 0 5-16,0 0 4 16,0 0-9-16,0 0 10 0,0 0-8 15,0 0 5 1,0 0-6-16,0 21-4 0,0 2-2 16,0 9 3-1,0 8-4-15,0 4 3 0,-6 8 1 16,0 4 1-16,-7 5-1 15,-2-1 0-15,3-4-6 16,-1-7 9-16,7-18-7 16,0-11-7-16,6-4-17 15,0-3 1-15,0-6 22 16,0 1 0-16,0 0 5 16,0 5-10-16,0-9 18 15,0-4-15-15,0 0 16 16,0 0-13-16,0 0 5 15,0 0 0-15,0-17-5 0,0 1 9 16,0-15-6-16,0 3 4 16,0-8-4-16,0-13-2 15,0 1 2-15,0 1-21 16,18-6 7-16,1 1-2 16,9 3-8-16,0 1-1 15,-3 20 14-15,-10 9 12 16,-9 11-5-16,0 8-2 15,1 0 11-15,5 0-9 0,16 0-2 16,6-9 8-16,0 5 0 16,7 4 6-16,-10 0-14 15,-10 0-45-15,-2 4-24 16,-19 21-18 0,0 6-22-16,0-15-411 0</inkml:trace>
  <inkml:trace contextRef="#ctx0" brushRef="#br0" timeOffset="197097.13">5541 14394 545 0,'0'0'141'0,"0"0"-100"0,0 0 46 0,0 0-39 15,0 0-6-15,0 0-42 16,6 0 3-16,13 0 15 16,2 0 24-16,4 0-26 15,9 0-5-15,-6 7-2 16,-3-3-6-16,-3-4-3 15,-4 0-26-15,-2 0-30 16,-10 0-65-16,-6 0-5 16,0 0 36-16,0 0-20 15,0 0-150-15</inkml:trace>
  <inkml:trace contextRef="#ctx0" brushRef="#br0" timeOffset="197330.79">5541 14394 131 0,'-127'-113'642'0,"152"97"-638"16,15-12 20-16,0 0 97 16,22 3-103-16,-9 9-12 15,6 8-2-15,-13 8-3 16,-5 0 2-16,-1 0-6 0,-12 0 2 15,-10 0-19-15,-2-3-70 16,9-17-61-16,-25 12-27 16</inkml:trace>
  <inkml:trace contextRef="#ctx0" brushRef="#br0" timeOffset="199696.06">6260 14618 277 0,'0'0'82'0,"0"0"20"0,0 0-35 0,0 0 18 0,0 0-20 0,0 0 42 0,0 0-20 15,0 0-2-15,0 0-32 16,0 0-11-16,0-4 18 16,0-24-25-16,0-12-18 0,10-9-15 15,2-15 16 1,-6 0-12-16,0-8-7 0,10-5 4 15,-10 5-5 1,0-3 2-16,0 18-7 0,-6 5 5 16,0 9-6-16,0 13-1 15,0 7-15-15,0 23 19 16,0 0-5-16,0 0 5 16,0 0-20-16,-12 0 21 15,-10 28 0-15,-12 0-17 16,9 12 12-16,-2-8-16 15,2 1-45-15,3-5-218 16,-6 3-110-16</inkml:trace>
  <inkml:trace contextRef="#ctx0" brushRef="#br0" timeOffset="200210.91">6484 14353 439 0,'0'0'18'0,"0"0"-18"0,0 0-2 0,0 0 2 0,0 0 33 15,0 0 26-15,0 152-24 16,6-119 2-16,12-10-16 16,-11 2-18-16,20 7 29 15,-8-9-32-15,-10-2-4 16,10-13 4-16,-7-4 37 15,-2-4-17-15,8 0 11 16,16-4-4-16,7-44 31 16,-1-21 7-16,13-15-46 15,-7-4-19-15,-12 4-28 0,-15 7-21 16,-13 17-9 0,-6 17 42-16,0 14 4 0,-6 9 12 15,-47 17 0-15,-21 3-12 16,2 0 6-16,-2 8-47 15,-7 28 28-15,29 0-13 16,11 0 31-16,7-5-24 16,6-6-166-16,28-5-194 15</inkml:trace>
  <inkml:trace contextRef="#ctx0" brushRef="#br0" timeOffset="200744.31">7057 14261 361 0,'0'0'218'0,"0"0"-199"0,0 0 3 0,0 0 6 16,0 0 20-16,0 0 78 15,121 0 14-15,-74 0-82 0,-1 0-19 16,7 0-5-1,-7 0-16-15,10 0-17 0,-3 4-1 16,-13-4-9-16,-9 8-28 16,-9-8-10-16,-16 0-180 15,-6 0-189-15</inkml:trace>
  <inkml:trace contextRef="#ctx0" brushRef="#br0" timeOffset="204226.13">7839 14040 167 0,'0'0'341'0,"0"0"-210"0,0 0-45 0,0 0 39 0,0 0-53 0,0 0 1 16,0 0-44-16,-7 0 3 15,7-3-7-15,0 3 12 16,0-5-2-16,0 2-27 15,0-2-8-15,0-11 9 16,13 12-20-16,15 1 18 16,0 3-15-16,18 0 4 15,7 0 4-15,-7 0-10 16,1 3-5-16,-35 17-25 16,10 8 10-16,-16 0 8 15,-6 9-37-15,0-1 24 16,0 4-22-16,0-8 56 0,0-9-1 15,0-10 0 1,0-13-4-16,0 0-38 0,0 0-6 16,0 0 38-16,12 0 11 15,16 0 2-15,-9 4 24 16,9 8-13-16,-6 0 6 16,-10 4-16-16,0-4 21 15,-5 0-1-15,-7 9 3 16,0-2 20-16,-7 17-25 15,-58 4 1-15,-37 4-16 16,-3-3-10-16,18-18 1 16,19-18-41-1,49-5-104-15,19 0-33 0,0-25-228 0</inkml:trace>
  <inkml:trace contextRef="#ctx0" brushRef="#br0" timeOffset="204692.44">8753 14430 75 0,'0'0'464'16,"0"0"-362"-16,0 0-12 0,0 0-10 0,0 0 34 0,0 0-33 0,137 0-68 16,-85 0 9-16,-5 0-22 0,6 0 9 15,-19-5-8-15,-16-3-2 16,-2 8 0-16,-16-8-47 15,0 4-114-15,0 0-31 16,0-3-10-16</inkml:trace>
  <inkml:trace contextRef="#ctx0" brushRef="#br0" timeOffset="204908.7">8753 14430 589 0,'62'-190'119'15,"-43"190"-33"-15,3 0 78 0,2 0-108 16,-2 0-44-16,-3 0-12 16,15 0-13-16,-13 0-81 15,-2 0-109-15,-7 0-61 16</inkml:trace>
  <inkml:trace contextRef="#ctx0" brushRef="#br0" timeOffset="205564.85">9510 13957 569 0,'0'0'11'0,"0"0"43"0,0 0 19 0,0 0 3 0,0 0 27 0,0 0-31 0,301 0-53 0,-255 0 11 15,-6 0-24-15,-12 0 6 16,-9 15-8-16,-4 14-1 15,-15-1-3-15,19 11-3 16,-19 10 0-16,0 7 1 16,0 11-2-16,0-2 8 15,-6 11 1-15,-16-12 9 16,3-15-7-16,19-21-7 16,0-17-11-16,0-11-30 0,0 0-118 15,0 5 12 1,0-2 102-16,0 9 5 0,0 4-18 15,0-3 46 1,0-9-15-16,0-4-167 16</inkml:trace>
  <inkml:trace contextRef="#ctx0" brushRef="#br0" timeOffset="205941.28">9804 14325 32 0,'0'0'440'0,"0"0"-326"0,0 0 34 0,0 0 44 0,0 0-93 16,0 0-15-16,273 36-14 0,-205-32-38 15,-9-4-32 1,-18 0 0-16,5 0-4 0,-6-4-40 15,-18-12-83-15,-9 8-263 16</inkml:trace>
  <inkml:trace contextRef="#ctx0" brushRef="#br0" timeOffset="-209801.64">20198 5060 507 0,'0'0'57'0,"0"0"-14"0,0 0 2 0,0 0 9 0,0 0 15 0,0 0 50 16,0 0-65-16,0 0-12 15,0 13-21-15,0-9 18 16,0 12-7-16,0 4 9 16,0 8-17-16,22-1-2 15,24-6-16-15,-15-1-2 16,25-8 9-16,-16-12-11 0,7 0 12 15,-7 0-11 1,13 0 12-16,-1-23-9 16,1-26 3-16,-6-7 0 0,8 0-8 15,-8-4-1-15,-22-1-32 16,-10 9-39-16,-15 4-47 16,0 20 33-16,-34 24-54 15,-46 4 130-15,-20 21 9 16,-14 38 35-16,21 13-4 15,0 0 39-15,24 1-27 16,45-9 1-16,24-20 9 16,0 1-45-16,0-26-8 0,52-11 6 15,23-8-5-15,2 0 5 16,26 0 13 0,-17 0 0-16,-14 0-7 0,2 0-8 15,-21 24 9-15,-13 8-22 16,0 1 15-16,1-5-12 15,27-28-35 1,-9 0-122-16,-6-20-401 0</inkml:trace>
  <inkml:trace contextRef="#ctx0" brushRef="#br0" timeOffset="-209101.11">21596 5117 158 0,'0'0'393'0,"0"0"-381"0,0 0 32 0,0 0 5 0,0 0 10 0,0 0-24 0,152-16-20 15,-136 16-3-15,-16 31 9 16,0 14 40-16,0-1 9 16,0 20-27-16,-34-12-37 15,6 0-2-15,9-3 0 16,4-13-2-16,15-16 4 15,0-4 2-15,0-8-2 0,21-1-4 16,20-2 4 0,-7-5 2-16,-3 4 23 0,3-4-20 15,-13 0 8-15,4 0-19 16,-12 0-6 0,-4 0-18-16,-3 4-137 0,-6 0-165 15</inkml:trace>
  <inkml:trace contextRef="#ctx0" brushRef="#br0" timeOffset="-208735.9">22130 5506 293 0,'0'0'324'0,"0"0"-309"16,0 0-14-16,0 0 2 15,0 0 2-15,0 0 22 16,68 8 59-16,-28-8 51 16,13 0-44-16,12-36-18 15,3-4-23-15,0-9-20 16,-15-3-25-16,-13-4-5 15,-27 4-2-15,-13 12-25 16,0 8-6-16,0 12 2 16,-53 8-31-16,-21 12-71 15,-7 0 1-15,-6 16 115 16,22 20 15-16,3 8 5 16,28 0 20-16,9 8-25 0,3-19-219 15</inkml:trace>
  <inkml:trace contextRef="#ctx0" brushRef="#br0" timeOffset="-208051.25">23326 5093 545 0,'0'0'153'0,"0"0"-16"0,0 0-24 0,0 0-37 15,0 0-33-15,0 0 10 0,-6 0-13 16,47 0-5-16,11 0 19 16,23 0-28-16,5 0-3 15,-2-8-19-15,-4-4-8 16,-6-1-18-16,-15 5-38 15,0 1-85-15,-25 7-211 0,6 0-14 16</inkml:trace>
  <inkml:trace contextRef="#ctx0" brushRef="#br0" timeOffset="-207684.71">23333 4913 815 0,'0'0'178'16,"0"0"-113"-16,0 0 13 16,0 0-5-16,0 0-1 0,0 0-42 15,428 0 13-15,-329 0-34 16,-19-5-9-16,-24-3-24 15,-9 0-40-15,-41 8-142 16,-6 0-699-16</inkml:trace>
  <inkml:trace contextRef="#ctx0" brushRef="#br0" timeOffset="-202056.77">24629 4648 374 0,'0'0'94'0,"0"0"-88"0,0 0 8 0,0 0 25 0,0 0-11 0,0 0 4 16,0 0 21-16,0 8 17 16,0-8 8-16,0 0 53 15,0 0-61-15,0 0-24 16,0 0-27-16,0 0 39 16,0 0-7-16,0 0-20 0,0 0-19 15,0 0-9 1,34-17 5-16,34-14-8 0,3-2 8 15,16 1-2-15,-12 4-9 16,-7 8 6-16,-22 20-6 16,-21 0-14-16,-9 0 1 15,-10 20 4-15,-6 29-1 16,0 2 11-16,0 6 2 16,-53 3-7-16,-15-4 9 15,9-8-5-15,3-12 4 0,25-8-4 16,16-15 3-16,15-13 0 15,0 0-3-15,0 0-25 16,0 0-32-16,46 0 38 16,10 0 15-16,-3 0 12 15,-19 0-11-15,-9 0 5 16,-25 19-16-16,0 6 17 16,-13 11 16-16,-55 3 29 15,15-3 11-15,-6 5-23 16,-3-9-19-16,3 4-14 15,-21 4-17-15,-13 4-104 0,0-7-246 16</inkml:trace>
  <inkml:trace contextRef="#ctx0" brushRef="#br0" timeOffset="-198544.56">25847 4623 514 0,'0'0'103'0,"0"0"-99"0,0 0 37 0,0 0-15 0,0 0-26 15,0 0 23-15,0 0 17 16,6 49 36-16,-6-41 0 16,0 0 12-16,0 4-43 0,0 8 6 15,13 12-5 1,-1 21-26-16,10 2-9 0,-3 9-3 16,-4 5-6-1,-3-5 4-15,-12-8-12 0,7-12 3 16,-7-12-7-16,0 0-36 15,0-19-37-15,0-5-133 16,0-8-128-16</inkml:trace>
  <inkml:trace contextRef="#ctx0" brushRef="#br0" timeOffset="-197876.65">25900 5001 276 0,'0'0'156'0,"0"0"-56"0,0 0-33 0,0 0-37 0,0 0 24 0,0 0 16 0,0 0 27 16,0 0-31-16,0 0 7 16,0 0-16-16,0 0 17 15,6 0-19-15,-6 0-25 16,28 0-26-16,19-5-1 15,12-3 9-15,21 0-10 16,7-4 1-16,0 1 0 16,-7-2-4-16,-21 1 1 0,-3 4-30 15,-25 0-93 1,-15 5-114-16,-16 3-197 16</inkml:trace>
  <inkml:trace contextRef="#ctx0" brushRef="#br0" timeOffset="-197161.96">27283 4302 157 0,'0'0'207'0,"0"0"-108"0,0 0-19 16,0 0-7 0,0 0-8-16,0 0 20 0,0 5 14 15,-25 26-13-15,-9 13-25 16,6 13-29-16,-6 15 41 16,9 12-9-16,-3 9-23 15,10 11-17-15,8-8 11 16,10-7-35-16,0-9-2 15,28-12-2-15,25-16-27 0,28-12-3 16,-1-15-43 0,1-25-37-16,-13 0-248 0</inkml:trace>
  <inkml:trace contextRef="#ctx0" brushRef="#br0" timeOffset="-191865.06">27677 4684 342 0,'0'0'254'0,"0"0"-203"0,0 0-21 0,0 0-21 0,0 0 2 15,0 0-9-15,0 0 6 16,0 0 4-16,0 0 82 15,0 0 18-15,0 0-48 16,0 0-35-16,0 0-6 16,0 0-9-16,0 0-13 15,0 0 9-15,0 0 4 16,0 0 32-16,0 0-22 16,0 0 5-16,0 0-28 15,0-4 17-15,55-28-14 16,11-8-1-16,2-9 3 15,3 10-6-15,-15 6 6 0,-3 13-4 16,-25 16-1-16,-10 4-1 16,-18 0 0-16,0 24-13 15,0 37 11-15,-40 14 2 16,-41 18-13-16,-18-1-23 16,0 5 10-16,-4-6 21 15,38-14 5-15,19-13 19 16,24-28-14-16,22-20 8 15,0-4-13-15,28-12-4 16,43 0-12-16,16-16 10 16,0-12-16-16,-19 16 10 0,-9 8 5 15,-19 4 4 1,-24 0-16-16,-16 0-99 0,0 12-227 16</inkml:trace>
  <inkml:trace contextRef="#ctx0" brushRef="#br0" timeOffset="-191500.3">28167 5068 594 0,'0'0'131'0,"0"0"-34"0,0 0-49 0,0 0-17 16,0 0-27-16,0 0 24 16,24 13 10-16,17-13 13 15,21 0 0-15,-3-8 36 16,9-24-41-16,-15-13-25 16,12 1 1-16,-10-3-19 15,-8 2 10-15,-28 5-12 16,-19 4 8-16,0 4-9 15,-25 16 0-15,-62 0-5 16,-15 16-6-16,2 0-16 0,14 0-5 16,17 0 22-1,38 4-94-15,10 4-36 16,21 8-92-16,0-8 80 0,0 16-172 16</inkml:trace>
  <inkml:trace contextRef="#ctx0" brushRef="#br0" timeOffset="-189235.28">29029 4868 329 0,'0'0'212'0,"0"0"-157"0,0 0-47 0,0 0 20 0,0 0 7 0,0 0 63 15,0 0 14 1,0 4-3-16,0-4-42 0,0 0 6 16,0 5-28-16,0-5-26 15,0 0-2-15,0 3-13 16,0 2 14-16,0-2-15 15,0 1 13-15,24 0 5 16,32-4-3-16,25 0-13 0,18 0 1 16,16 0 1-1,-4-16-2-15,-18 0-10 0,-18 8-23 16,-41 4-20 0,-34 1-121-16,0 3-402 0</inkml:trace>
  <inkml:trace contextRef="#ctx0" brushRef="#br0" timeOffset="-188651.8">30225 5242 228 0,'0'0'316'0,"0"0"-229"0,0 0 29 0,0 0 14 15,0 0-16-15,0 0-60 16,0-129-14-16,0 84-6 16,0-2 20-16,0-14-37 15,0-7-11-15,0-4-1 16,0 0-3-16,0 12-4 16,0 24 7-16,0 15-8 15,0 21 9-15,0 0-2 16,0 5-4-16,-34 31-4 15,0 12-4-15,-18 7-6 16,-17-6-61-16,-18-1-171 16,-6 4-393-16</inkml:trace>
  <inkml:trace contextRef="#ctx0" brushRef="#br0" timeOffset="-188120.63">30759 4287 648 0,'0'0'102'0,"0"0"-37"0,0 0-15 0,0 0 97 0,0 0-95 0,0 0 24 15,409 256-37-15,-304-184-11 16,-5 1-27-16,-13-9 5 16,-47 12-6-16,-25 4-18 15,-15 5-2-15,-46 3-12 0,-41-1-19 16,-9-13-53-16,3-18-225 16</inkml:trace>
  <inkml:trace contextRef="#ctx0" brushRef="#br0" timeOffset="-187535.42">31943 4993 626 0,'0'0'184'0,"0"0"-30"0,0 0-91 0,0 0-16 15,0 0-1-15,0 0 3 16,0 0-21-16,0 0-19 16,0 0 1-16,0 0-3 15,0 0 7-15,0 0-9 16,0 0-10-16,0 0 3 0,0 0-2 15,0 0-5 1,0 0-4-16,0 0-55 0,-6-16-256 16</inkml:trace>
  <inkml:trace contextRef="#ctx0" brushRef="#br0" timeOffset="-184239.34">32616 4487 201 0,'0'0'302'0,"0"0"-244"0,0 0-5 0,0 0-17 0,0 0-2 16,0 0 10-16,0 0 6 15,50 8 11-15,-50-4 50 16,0 0-55-16,6-4-3 16,0 0 3-16,13 0-18 0,9 8-15 15,12 4 13 1,13 0-13-16,-1-4-12 0,-5-3 0 16,-7-2-7-1,-6 5-5-15,0 12 3 0,-6 16-4 16,-9 5-2-16,-19 11 4 15,0 20 2-15,0 0-2 16,-40 8 0 0,-19-4-20-16,-3-3 5 0,15-5-19 15,7-16 23-15,15-4-12 16,3-12-1-16,10-15-34 16,-1-2-83-1,-2-19-223-15</inkml:trace>
  <inkml:trace contextRef="#ctx0" brushRef="#br0" timeOffset="-183953.92">32771 5081 596 0,'0'0'146'0,"0"0"81"0,0 0-116 0,388-8-3 0,-274 3-64 0,-14 5-44 0,-26 0-20 15,-49-16-184-15,-25 9-678 16</inkml:trace>
  <inkml:trace contextRef="#ctx0" brushRef="#br0" timeOffset="-180926.79">20111 7163 472 0,'0'0'58'0,"0"0"-50"0,0 0 18 0,0 0 8 0,0 0 35 0,0 0 42 0,0 0 8 15,313-45-57 1,-266 21-29-16,2-12 3 0,-18-4-34 16,-9-12 10-16,-10-8-11 15,-12-4-1-15,0 3 6 16,0 14-12-16,-46 14 12 15,-13 13-6-15,-3 16 20 16,-3 4-10 0,-10 0-10-16,1 0 7 0,9 36-7 15,3 21 7-15,15 2-7 16,7 1-5-16,28 1-2 16,5-14 2-16,7-10 5 0,0-10 3 15,0-10-2 1,47-9 6-16,12-8 1 0,9 0-7 15,-3-4 3 1,3-28 8-16,-15 0-10 0,-13 8-4 16,-5 8-2-16,-17 16-25 15,-18 0 14-15,16 24-5 16,-10 32 20-16,12 4 24 16,17-7 27-16,11-17-47 15,7-8 24-15,-4-17-18 16,-11-6-8-16,11-5-2 15,-18 0-64-15,-15 0-65 16,-16-29-344-16</inkml:trace>
  <inkml:trace contextRef="#ctx0" brushRef="#br0" timeOffset="-180324.7">21147 7130 596 0,'0'0'143'0,"0"0"-101"0,0 0 43 0,0 0-61 0,0 0 29 15,0 0-6-15,220-80-22 16,-180 80 3-16,7 0-17 16,-13 0 11-1,-6 32-21-15,-28 16 26 0,0 4-24 16,0 17-3-16,-41 3 0 15,-5-5 0-15,5-10 0 16,20-12 4-16,8-17-14 16,13-9 22-16,0-7-16 15,0-4 8-15,0 0-2 16,53-3 3-16,-6-2 3 16,8-3-8-16,-2 0 0 0,-13 0-1 15,1 0-11 1,-16 0-45-16,-10 0-112 0,-9-3-148 15</inkml:trace>
  <inkml:trace contextRef="#ctx0" brushRef="#br0" timeOffset="-179974.82">21944 7431 321 0,'0'0'295'0,"0"0"-277"15,0 0 20-15,0 0-14 16,0 0 8 0,0 0-11-16,151 44 25 0,-104-72 89 15,-13-16-63-15,0 0-10 16,-15 0-41-16,-19-5 0 15,0 18-20-15,0 3-1 16,-37 11-12-16,-25 9-7 16,-4 8 9-16,-8 0-14 15,6 0 14-15,21 33-28 16,13-2 38-16,28 2-15 0,6 6-19 16,0-11-167-1,0-7-180-15</inkml:trace>
  <inkml:trace contextRef="#ctx0" brushRef="#br0" timeOffset="-179541.51">23147 7290 974 0,'0'0'188'0,"0"0"-158"0,0 0-21 0,0 0-6 0,0 0-6 15,0 0-1 1,387-19-65-16,-353 6-161 0,-15-7-258 16</inkml:trace>
  <inkml:trace contextRef="#ctx0" brushRef="#br0" timeOffset="-179361.07">23299 7010 1166 0,'0'0'44'15,"0"0"-39"-15,0 0 17 0,0 0-16 16,0 0-6-16,0 0-41 16,375-13-283-16</inkml:trace>
  <inkml:trace contextRef="#ctx0" brushRef="#br0" timeOffset="-178776.89">24542 6596 602 0,'0'0'216'0,"0"0"-180"15,0 0 8-15,0 0 14 16,0 0-46-16,0 0-8 16,248-8-4-16,-248 41 2 15,0 11-2-15,0 4 31 16,-28-4-12-16,3-8-17 15,4-12-2-15,21-4-6 16,0-7-25 0,0-2 0-16,27 1-11 0,42 4 41 15,2 4-7-15,3 9 8 16,-5-1 3-16,-38 3 10 16,-31-3-9-16,0 13 30 15,-13-1-6-15,-55-4-4 0,9 4-14 16,0 5-8-16,13-14 22 15,12 1-9-15,12-12-12 16,9-7-3-16,1-13-71 16,-16 0-279-16</inkml:trace>
  <inkml:trace contextRef="#ctx0" brushRef="#br0" timeOffset="-178294.77">25760 6934 849 0,'0'0'179'0,"0"0"-114"0,0 0-15 0,0 0-39 0,0 0 15 0,0 0-19 16,174 127 3-16,-143-70-20 15,3-1 4-15,-18-3-21 16,-16 10-38-16,0-7-2 15,0-7-141-15,0-17 40 16,-41-16-235-16</inkml:trace>
  <inkml:trace contextRef="#ctx0" brushRef="#br0" timeOffset="-178079.15">25652 7130 712 0,'0'0'325'15,"0"0"-284"-15,0 0 49 0,0 0-47 16,0 0 26 0,0 0-28-16,276-20-18 15,-217 20-23-15,9-11-18 0,-3 6-39 16,-12-3-89-1,-7-12-380-15</inkml:trace>
  <inkml:trace contextRef="#ctx0" brushRef="#br0" timeOffset="-175630.85">27525 7528 438 0,'0'0'135'0,"0"0"-72"0,0 0 149 0,6-257-41 0,-6 208-133 0,0 1 20 16,0 4-2-16,12 13-52 16,22-10-4-16,-6 5 3 15,-3 0-12-15,3 8 4 16,-16 8-63-16,-5 20 30 15,-7 0 24-15,0 0-47 16,0 12 37-16,-19 16 24 0,-15-4 2 16,6 4-2-16,9-4-51 15,-15 8-116 1,-6-8-52-16,0 4-258 0</inkml:trace>
  <inkml:trace contextRef="#ctx0" brushRef="#br0" timeOffset="-174912.89">28145 7163 547 0,'0'0'146'0,"0"0"-63"16,0 0-52-16,0 0-29 15,0 0 7-15,0 0 17 16,220-36 13-16,-152-13 14 15,-15 5-8-15,-31 4-9 16,-22-1 2-16,0 10-19 16,0 3 8-16,-47 4-19 15,-9 7-8-15,-3 14-7 0,-9 3-3 16,3 0-31-16,3 44 18 16,22 7 5-1,21-2 16-15,19-1-5 0,0-12 0 16,0-4 1-16,34-12 2 15,13 0 1-15,5-12-10 16,-11-8 9-16,-1 0 0 16,-6 0 1-16,-9-20-39 15,9-12-23-15,-12-8-69 16,-16 8 12-16,-6 16 0 16,0 0-81-16,0 16 203 15,0 0 37-15,0 0 142 0,0 0-113 16,0 0-59-16,0 0 37 15,0 0-6-15,0 28 28 16,19 0-19-16,9 0-1 16,6-4-37-16,-10 8-9 15,11-11-1-15,-8 6-7 16,-2-2-6-16,-9-2-14 16,-16 5-6-16,0-4 25 15,-10 9 9-15,-76 7 63 16,-14 0 27-16,-5-8-12 15,3-8-12-15,37-8-55 16,9-8-11-16,25-4-34 0,9 8-174 16,10 0-61-1</inkml:trace>
  <inkml:trace contextRef="#ctx0" brushRef="#br0" timeOffset="-174347.89">29404 7182 531 0,'0'0'61'0,"0"0"-40"0,0 0-12 15,0 0 18-15,0 0 38 16,0 0 11-16,0 0 64 0,0-8-41 15,-10 8-36-15,10 0-29 16,-12 0 27-16,0 0-46 16,12 0 8-16,-16 0-23 15,10 0 0-15,-6 0-1 0,-7 0-40 16,-3 0-56 0,-6 0-7-16,16 8-83 0,12 0-112 15</inkml:trace>
  <inkml:trace contextRef="#ctx0" brushRef="#br0" timeOffset="-173764.94">30297 6793 611 0,'0'0'273'0,"0"0"-108"0,0 0-63 0,0 0-62 0,0 0-24 0,0 0 5 0,167-56-4 16,-111 56 1-16,-19 0-13 16,-15 0-9-16,-3 0 13 15,-4 24-18-15,-15 21 5 16,0 7 0-16,0 12-10 16,0 0 5-16,0 0 6 15,-15-4-10-15,8-7 5 16,7-9-32-16,0-5-40 15,0-3 14-15,0 5 3 16,0-5-105-16,-6-5-8 0,-6-6-46 16,6-9-37-1</inkml:trace>
  <inkml:trace contextRef="#ctx0" brushRef="#br0" timeOffset="-173548.8">30405 7171 385 0,'0'0'284'16,"0"0"-87"-16,0 0-21 0,0 0-137 15,375-44-39-15,-303 23-136 16,-10 9-602-16</inkml:trace>
  <inkml:trace contextRef="#ctx0" brushRef="#br0" timeOffset="-172413.5">19903 9344 278 0,'0'0'237'0,"0"0"-153"0,0 0-5 0,0 0 41 0,0 0 9 0,0 0-44 0,0 24-39 0,0-12-21 0,0 4-22 15,0 1 31-15,22 6-32 16,18-15 30-16,7 0-24 16,12-8 10-16,3 0-10 15,3-20-1-15,9-32 9 16,-15-4-15-16,-6-16-1 0,-13-5-12 16,-12 2-25-16,-16 10-71 15,-12 17 31-15,0 24-49 16,-40 20-49-1,-47 4 146-15,-12 16 29 0,-6 40 13 16,2 8 29-16,29 5 36 16,37-14 11-16,21 6-6 15,16-13-61-15,0-12-7 16,75-12-3-16,18-12-4 16,0-4 7-16,-13-8-13 0,1 5 21 15,-22 3-8 1,-19 7 0-16,7 14-10 0,-19 2-5 15,6 10 0-15,-6-5-17 16,3-13-59-16,9-23-115 16,-6 0-213-16</inkml:trace>
  <inkml:trace contextRef="#ctx0" brushRef="#br0" timeOffset="-171949.37">21113 9372 583 0,'0'0'81'0,"0"0"-40"0,0 0-8 0,0 0 39 0,0 0 6 0,0 0-29 0,254-25 0 0,-214 25-44 15,-18 0-6-15,-22 33 2 16,0 19-2-16,0 9 2 15,-75 11-5-15,16 0 11 16,4-8-6 0,8-8 3-16,22-20 4 0,25-20 13 15,0-16-21-15,31 0-5 16,50 0 2-16,27-28 3 16,4 0-45-16,-10 12-14 15,-21 16-44-15,-28 0-62 16,-25 0 52-16,-22 0-134 15</inkml:trace>
  <inkml:trace contextRef="#ctx0" brushRef="#br0" timeOffset="-171668.15">22077 9769 564 0,'0'0'42'16,"0"0"28"-16,0 0 78 15,0 0-62-15,366-173-70 16,-326 114 6-16,-31 7-13 16,-9 7-9-16,0 13-2 15,-49 12 2-15,-38 12 11 0,-12 8-5 16,-16 20-6-1,3 24-18-15,26 20-23 16,17-12-7-16,35-16-169 0,28-15-350 16</inkml:trace>
  <inkml:trace contextRef="#ctx0" brushRef="#br0" timeOffset="-171268.27">23655 9452 747 0,'0'0'154'0,"0"0"-128"0,0 0 17 0,0 0-36 0,372-16-7 15,-304-7-176-15,-40 2-104 16</inkml:trace>
  <inkml:trace contextRef="#ctx0" brushRef="#br0" timeOffset="-171084.78">23835 9283 912 0,'0'0'108'0,"0"0"-105"0,0 0 27 0,0 0-30 15,0 0-48-15,0 0-514 16</inkml:trace>
  <inkml:trace contextRef="#ctx0" brushRef="#br0" timeOffset="-170283.7">25004 8871 816 0,'0'0'69'0,"0"0"-38"16,0 0 49-1,0 0-50-15,0 0-30 0,0 0-15 16,0 0 9-16,6 0-9 16,-6 0-40-16,0 0-3 15,0 0 50-15,0 3 8 16,0 2 17-16,0-5 26 16,0 0-17-16,0 0-7 0,0 0-7 15,0 0 22-15,0 0-16 16,6 0-12-16,10 0-1 15,-4 0 8-15,16 0-12 16,3 0-1-16,25 0 4 16,3 0 2-16,15 3 1 15,7 10 1-15,-4 3-13 16,-21 4 11-16,-15 3-12 16,-29 10 4-16,-12 11 0 15,0 4 2-15,-59 9-14 16,-9-1 9-16,0-12-26 15,30-12-2-15,17-17-64 0,21-6-42 16,0-9 0 0,12 0 124-16,44 0 5 0,15 0 10 15,4-9 9-15,5 6-9 16,-15 3 4-16,-24 0 1 16,-20 0 5-16,-21 20 13 15,0 16 125-15,-46 8 18 16,-29 4-86-16,-5-4-43 15,-1-12-12-15,16-7-25 16,-3-5-22-16,-13-1-124 16,-18 9-449-16</inkml:trace>
  <inkml:trace contextRef="#ctx0" brushRef="#br0" timeOffset="-169651.94">23708 9304 528 0,'0'0'89'0,"0"0"8"0,0 0 46 0,0 0 2 0,0 0-82 0,0 0 25 16,25 0-17-16,43 0-15 15,-9 0-15-15,21 0-31 16,-5-8-8-16,5-5-2 16,1 2-41-16,-22-1-88 0,-19-1-421 15</inkml:trace>
  <inkml:trace contextRef="#ctx0" brushRef="#br0" timeOffset="-166355.91">26474 9015 688 0,'0'0'115'0,"0"0"-43"0,0 0 34 0,0 0-47 0,0 0-46 16,0 0 3-16,0 0-15 15,0-16 6 1,0 16 4-16,0 0 34 15,0 0 0-15,0 12-19 0,0 24 3 16,-13 17-13-16,7 14-1 16,0 5-11-16,-10 5-6 15,10 3 2-15,-6-4-6 16,-1-11 0-16,-2-14-34 16,9-10-9-16,-1-13-99 0,1-17-220 15</inkml:trace>
  <inkml:trace contextRef="#ctx0" brushRef="#br0" timeOffset="-166054.74">26195 9496 130 0,'0'0'531'0,"0"0"-472"0,0 0 31 16,0 0 15-16,0 0 15 15,0 0-33-15,279 33-30 16,-146-33-44-1,3 0-13-15,-30 0-67 0,-13-28-285 16</inkml:trace>
  <inkml:trace contextRef="#ctx0" brushRef="#br0" timeOffset="-165205.79">27810 9704 494 0,'0'0'70'0,"0"0"-14"0,0 0-5 0,0 0 31 0,0 0 45 16,0 0 11-16,0 0-70 16,0 0 15-16,0 0-56 0,0 0 10 15,0-7-8 1,0-41 4-16,0-20-29 0,40-12-1 15,1-8 5-15,-1-1-7 16,-6 9 5-16,-12 16 2 16,-16 20-14-16,-6 23 10 15,0 14-8-15,0 7-1 16,0 0-6-16,0 0 10 16,0 39-21-16,-74 25 13 15,-19 21-48-15,-10-5-99 16,10-20-344-16</inkml:trace>
  <inkml:trace contextRef="#ctx0" brushRef="#br0" timeOffset="-164538.7">28467 9111 51 0,'0'0'591'0,"0"0"-564"0,0 0-4 0,0 0 18 0,0 0 15 0,0 0-19 0,174 0 13 0,-134 0-35 15,-27 0 4-15,-13 25-13 16,0-2 44-16,0 6-24 16,-13 2-22-16,-27 2-2 15,-7-2 4 1,13 2 15-16,6-13-15 0,16 0 6 15,12-4-12-15,0-8-4 16,19 4-22-16,36-4 24 16,17-4-8-16,-4 5 0 15,-15-1 9-15,-13 3 2 0,-18 1 1 16,-16 4 1-16,-6 0 27 16,0 4-7-1,-6 0 10-15,-56 8-13 0,-13 13-13 16,-12 3-7-16,-6 3-2 15,0-2-8-15,13-13-55 16,21-16-226-16,31-16-172 16</inkml:trace>
  <inkml:trace contextRef="#ctx0" brushRef="#br0" timeOffset="-163654.77">29267 9087 609 0,'0'0'184'0,"0"0"-39"0,0 0-46 0,0 0-45 0,0 0-17 15,0 0-34-15,0 0 11 16,81-12-12-16,-25 12 33 16,-4 0-22-16,1 0 3 15,-6 0-13-15,-7 0 0 16,-12 0-6-16,-9 12 0 0,-19 9 0 16,0 10-8-1,0 13 8-15,-41 9 4 0,-18-6-6 16,-9-6 3-16,43-18-3 15,10-6-31-15,15-13-23 16,0-4 22-16,0 0-44 16,28 4 73-16,24 0-5 15,23 0 13-15,-10 8 0 16,-3 0 2-16,-22 5-2 16,-15 6 7-16,-25-2 26 15,0-1 13 1,0 11 5-16,-40 2 17 0,-25-1-37 15,-22 4-31-15,6-8-3 16,7 0-57-16,9-4-13 16,18-4-233-16,1-8-361 0</inkml:trace>
  <inkml:trace contextRef="#ctx0" brushRef="#br0" timeOffset="-161591.84">19844 11569 290 0,'0'0'32'0,"0"0"51"0,0 0 35 0,0 0-23 0,0 0 18 0,0 0 75 0,146-39-94 0,-118 3-34 16,0-8-11-16,-16-12-7 16,7 4-22-16,-13-12-14 0,-6 15-6 15,0-4-11 1,0 14 5-16,-46 14-50 0,-26 25 36 15,-8 0 20-15,-13 28 0 16,-16 36-3-16,35 10 2 16,21 1-6-16,28-6 7 15,25-10-5-15,0-10 11 16,53-18-7 0,28-10 6-16,18-13-10 0,-6-8-2 15,6 0 0 1,-3-21-2-16,-15-6-1 0,-16-1-2 15,-31 11-4-15,-28 17 7 16,-6 0-21-16,0 36-22 16,0 28 52-16,0 5 36 15,0-13-28-15,0 1-4 16,0-21 5-16,0-13-9 16,59-15-13-16,9-8-1 0,-9 0-114 15,-3-20-108-15</inkml:trace>
  <inkml:trace contextRef="#ctx0" brushRef="#br0" timeOffset="-161009.95">20747 11622 409 0,'0'0'162'0,"0"0"-106"0,0 0 9 0,0 0 86 15,0 0-93-15,0 0 0 0,74-8-24 16,-43-4 35-16,3 4-20 15,-12 4-19-15,-4 4-28 16,-11 0 2-16,14 4-8 16,-21 28-2-16,0 16 3 15,0 16-1-15,-46 8-3 16,-10 0-12-16,3-7 18 16,13-9 2-16,21-16-1 15,13-24 2-15,6-4 3 16,0-12-10-16,13 0 10 0,52-4-13 15,-3-20 16 1,-3 0-16-16,3 12 0 0,-16 8-56 16,-15 4-96-16,-3 0-40 15,-15 0 28-15,-13 0-188 16</inkml:trace>
  <inkml:trace contextRef="#ctx0" brushRef="#br0" timeOffset="-160691.95">21233 12028 571 0,'0'0'83'0,"0"0"1"15,0 0-25 1,0 0 25-16,0 0-16 0,0 0 0 15,0 0-21-15,255-105 1 16,-234 49-36-16,-14-1 9 16,-7 5-2-16,0 8-12 15,-7 12-14-15,-39 16-28 16,-10 16 31-16,3 0-20 16,-6 24-7-16,-3 32-3 15,10 0-13-15,33 9-48 16,19-17-185-16,0-20-167 15</inkml:trace>
  <inkml:trace contextRef="#ctx0" brushRef="#br0" timeOffset="-160243.87">22678 11730 359 0,'0'0'527'0,"0"0"-484"0,0 0-35 0,0 0 48 0,0 0-25 0,0 0-15 0,335-36-12 0,-263 32-4 15,-10 0-18-15,-22-8-134 16,-34 9-144-16,-6-10-144 16</inkml:trace>
  <inkml:trace contextRef="#ctx0" brushRef="#br0" timeOffset="-160076.89">22840 11497 981 0,'0'0'14'0,"0"0"40"15,0 0-34-15,0 0-20 16,418-44-18-16,-343 13-317 15</inkml:trace>
  <inkml:trace contextRef="#ctx0" brushRef="#br0" timeOffset="-159159.86">24443 11975 152 0,'0'0'389'0,"0"0"-310"0,0 0 30 0,0 0 48 0,0 0-29 0,0 0-91 0,-7-44 45 0,7-20-32 0,19-9-24 16,3-14 13-16,3-10-32 15,-4-8-7-15,-2 1 2 16,9 12-6-16,-22 12-33 16,0 19 4-16,-6 38 15 15,0 10-22-15,0 13 33 16,0 0 7-16,-40 53 10 15,-25 15-4-15,-3 4-12 0,-7-8-63 16,16-16-276 0,19-11-324-16</inkml:trace>
  <inkml:trace contextRef="#ctx0" brushRef="#br0" timeOffset="-158487.99">24964 11301 522 0,'0'0'201'0,"0"0"-38"0,0 0-48 0,0 0-75 0,0 0-39 0,0 0 7 16,99-72-16-16,-59 64 16 16,0 8-8-16,-18 0 1 15,12 0 3-15,-28 0-4 16,1 24 0-16,-7 16 1 15,0 12 0 1,0-8-2-16,-47 8-5 0,13-11 2 16,-12-13-3-16,39-8-3 15,1-12 1-15,6-5 8 16,0-3-42-16,0 0 4 16,13 0 36-16,52 0-15 15,3 0 18-15,6 0-30 16,-15 0 7-16,-12 0-10 0,-13 13 11 15,-28 10 22-15,-6 18 41 16,0 11 88 0,-74 8-76-16,-32 0-20 0,-15-7-27 15,0-9 10-15,16-16-11 16,30-9-10-16,17-6-36 16,23-5-138-16,8-4-179 15</inkml:trace>
  <inkml:trace contextRef="#ctx0" brushRef="#br0" timeOffset="-157695.17">26508 11085 38 0,'0'0'431'0,"0"0"-320"0,0 0-53 0,0 0 49 0,0 0 38 0,0 0-20 0,-152 8-69 16,96 16-38-16,9 7 28 0,1 18-19 16,-1 2 16-1,20 15-15-15,-4 1-5 0,9 5-19 16,3 8-3 0,13-3-1-16,6-5 0 0,0-8-2 15,6-16-4-15,35-16-2 16,17-7 6-16,17-14-4 15,-10-11 2 1,3 0-7-16,-9-19-7 0,-12-37 15 16,-13-9 2-16,-6 5-25 15,-28 12 14-15,0 16 2 16,0 16 10-16,-28 11 17 16,-19 5 18-16,-27 17-30 15,-19 40-5-15,-6 6-2 0,24-3-20 16,29-16-60-1,33-28-155-15,13-16-540 16</inkml:trace>
  <inkml:trace contextRef="#ctx0" brushRef="#br0" timeOffset="-156247.83">19196 10535 494 0,'0'0'96'0,"0"0"-90"0,0 0 14 0,0 0 28 0,0 0 24 0,0 0-5 16,7-7-35-16,-7 50-9 0,0 25 17 15,0 21 27 1,0 30-36-16,0 2-1 0,12-4-29 15,22 2-2-15,-6-9 10 16,-16 6-11-16,-12 4 4 16,0 1-2-16,0-5 1 15,0 0 4-15,0-24-5 16,0-8 2-16,0-19-2 16,0-26 5-16,0-6-10 15,0-10 5-15,0-15-7 16,0 9 2-16,19-9-6 15,9 0 2-15,18 8 8 16,35-4 1-16,46 4 17 0,53-4 8 16,46 7-22-16,35 2 8 15,9 3-4-15,2 12 5 16,-11-8-9-16,5-12-2 16,-5 8 5-16,-19-4-4 15,-28-4-4-15,-7-4 0 16,-27 4-4-16,28-8 10 15,-6 0-4-15,24 1 12 16,7-1 14-16,-4-5-4 16,-31 2-21-16,-8 3 2 15,-23 4 5-15,-15-1-16 0,3 2 14 16,-3-1-8 0,-3 4 4-16,3-8 9 15,3-4 6-15,-16-4-17 0,-5 0 0 16,-20 0 13-16,1-12-24 15,12-1 11-15,6-2 0 16,13 2-9-16,22 5 8 16,-7 5 1-16,-15 3 0 15,-7 0 2-15,-30-12-2 16,-29 12-17-16,-39-13-76 16,-29-3-204-16</inkml:trace>
  <inkml:trace contextRef="#ctx0" brushRef="#br0" timeOffset="-155048.98">20030 10523 285 0,'0'0'314'0,"0"0"-288"0,0 0-26 0,0 0-5 0,0 0-17 0,0 0 22 0,-93 28 4 0,93-20-4 15,0 0 0-15,0 0 7 16,7-8 46 0,14 12-18-16,-8-12 30 0,21 5-9 15,12-2 2 1,7-3 14-16,40 0-27 0,22 5 5 16,24-5-27-16,16 11 8 15,25 1-16-15,-6 4 0 16,21 17-10-16,-3-10-8 15,10 1 3-15,12-7 0 16,-6-9-5-16,12 8 1 16,-6-9 1-16,-10 6 6 15,20-10-3-15,30-3 2 16,-9 0-4-16,15 0-11 16,-18 0-12-16,-22-16-13 0,-18-7-31 15,-16 18-50-15,-12 2 0 16,-7 3 72-16,0 0 32 15,-21 8 12-15,-3 15 6 16,-10-7-6 0,-6 9 10-16,7-17-7 15,-1-5 0-15,0-3-1 0,7 0-17 16,2 0-45-16,-8 0 15 16,5-19 34-16,16-14 1 15,-21 10-90-15,-1-2-10 16,-28 9 64-16,-12 5 13 0,-24 7-36 15,-11 4-36 1,4 0 100-16,-3-8 7 0</inkml:trace>
  <inkml:trace contextRef="#ctx0" brushRef="#br0" timeOffset="-154680.52">27705 10611 106 0,'0'0'23'0,"0"0"12"0,0 0 67 0,0 0-43 16,0 0-59-16,0 0-38 0,0 48 38 15,0-27 13 1,-13 2 59-16,-9 18 4 0,-2-2-2 15,2 2-21 1,3-1-31-16,-2 8-20 0,14 8-2 16,-11 13 0-16,-10 6 12 15,-12 14 16-15,-13 3-26 16,-3 4 14-16,3 12 19 16,7-3 61-16,21 0-52 15,-9-10-22-15,18-10-8 0,-8-18-14 16,-10-6-17-16,-1-21-129 15,-5-12-291-15</inkml:trace>
  <inkml:trace contextRef="#ctx0" brushRef="#br0" timeOffset="157820.15">14217 6906 348 0,'0'0'211'0,"0"0"-167"0,0 0-23 0,0 0 32 0,0 0-34 0,0 0-8 16,0 0-11-16,-7-9 11 0,7 6 14 16,0 3 12-1,0 0 71-15,0 0-71 0,0 0-21 16,0 0-10-1,0 0-8-15,0 0 2 0,0 0 0 16,0 0 12-16,0 0 2 16,0 0 23-16,0-5-27 15,0 5 8-15,0 0-10 16,0 0-7-16,0 0-1 16,0 0 0-16,0 0 3 15,0 0-2-15,0 0 16 16,0 0-13-16,0 0 28 15,0 0-19-15,0 0 9 16,0 0-17-16,0 0 3 16,0 0-8-16,0 0 2 15,0 0 5-15,0 0-6 16,0 0-1-16,0 0 9 0,0 0-16 16,0 0 18-16,0 0-18 15,0 17 7-15,0 15-1 16,0 24-1-16,0-4 4 15,0 1-4-15,0 6 9 16,0-2-17-16,0 7 20 16,0 3-17-16,0 5 13 15,-21 2-11-15,2 1 5 16,-9-6-11-16,10 3 9 16,-10 3-1-16,6-6-2 15,10 7-16-15,-7-19 14 0,13-21-41 16,6-17 12-1,0-19-120-15,0 0-94 0,0-8-37 16</inkml:trace>
  <inkml:trace contextRef="#ctx0" brushRef="#br0" timeOffset="158951.55">13975 7215 307 0,'0'0'80'0,"0"0"-58"0,0 0 56 16,0 0-55-16,0 0-19 0,0 0 19 15,6-8 6-15,-6 3 11 16,0-3-6-16,0 4 18 16,6-4-6-16,10-11-7 15,2-6-11-15,16-14 4 16,0 6-12-16,1-3-7 15,-11 8-13-15,4 12 8 16,-15 0-16-16,8-1 19 16,-8 2-20-16,-1-1 15 15,4 8-10-15,-10 3 4 16,0 5-6-16,-6 0 4 16,6 0 1-16,7 0-7 0,2 0 13 15,4 0-14-15,-7 0 14 16,10 0-9-1,3 13 4-15,-10 3 0 16,19-1-1-16,-21 2 9 0,5-1-18 16,-2 0 17-16,2-8-14 15,-11 4-7-15,-1-4 14 16,-6-4-10-16,0 4 10 16,0-8 3-16,0 4 7 15,0-4-10-15,0 0 10 16,0 4-21-16,0 4 11 15,9-5-3-15,-9 2-2 16,0 7 1-16,0-12-1 16,0 0 5-16,0 0-5 0,0 0 11 15,0 0-14-15,0 0 21 16,0 0-24-16,0 4 19 16,0-4-16-16,0 4 6 15,0 4 2-15,0 4 0 16,0-8 0-16,-28 4-2 15,-6 1 11-15,0-6-8 16,3-3 6-16,-3 0 30 16,0 0 9-16,0 0 19 15,3 0-32-15,3 0-11 16,-12 0-10-16,5 0-11 16,23 0 8-16,0 0-2 15,12 0 3-15,0 0-10 0,0 0-5 16,0 0-52-16,0 0-85 15,0 0-38-15,0 0 50 16,0 0-89-16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2155.72363" units="1/cm"/>
          <inkml:channelProperty channel="Y" name="resolution" value="3449.15796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6-06-09T22:22:55.371"/>
    </inkml:context>
    <inkml:brush xml:id="br0">
      <inkml:brushProperty name="width" value="0.05292" units="cm"/>
      <inkml:brushProperty name="height" value="0.05292" units="cm"/>
      <inkml:brushProperty name="color" value="#FF0000"/>
    </inkml:brush>
    <inkml:brush xml:id="br1">
      <inkml:brushProperty name="width" value="0.05292" units="cm"/>
      <inkml:brushProperty name="height" value="0.05292" units="cm"/>
      <inkml:brushProperty name="color" value="#FFFF00"/>
    </inkml:brush>
  </inkml:definitions>
  <inkml:trace contextRef="#ctx0" brushRef="#br0">9404 5530 69 0,'0'0'126'0,"0"0"-110"0,0 0-1 15,0 0-7-15,0 0-2 16,0 0-3-16,0 0-1 16,0 0 5-16,0 0 49 15,78 0-11-15,-78-5-8 16,0 5 11-16,0 0-16 15,0 0 7-15,0 0-11 16,0 0-10-16,0-3-15 16,15 3-6-16,-15-4 4 15,0 0-1-15,13 4 0 16,-7 0-5-16,0 0-8 16,-6 0-16-16,0 0 19 15,0 0-11-15,0 0 1 16,0 0 8-16,0 0 7 0,0 0 1 15,0 0 4 1,0 0 27-16,0 0 36 0,0 0-20 16,0 0-35-16,0 0-1 15,0 0-1-15,0 0 12 16,0-4-11-16,0-8-2 16,0-8 24-16,16-5-7 15,-10-3 7-15,6 1-2 16,1-13 2-16,8 7-28 15,7-11-1-15,-9-3 4 0,3 11-1 16,-10-5-1 0,-6 16 12-16,0 6 8 0,-6-1 16 15,0 8 28-15,0-1-43 16,0-6-23-16,7 2-13 16,-1 6-11-16,3-2 24 15,-3 13-5 1,-6 0-12-16,0 0-66 0,7 0-79 15,-7-4-228-15</inkml:trace>
  <inkml:trace contextRef="#ctx0" brushRef="#br0" timeOffset="5127.03">9383 5389 113 0,'0'0'161'0,"0"0"-146"0,0 0 8 15,0 0 31-15,0 0 25 16,0 0-56-16,0 0 17 16,0 0-3-16,0 0 2 15,0 0-6-15,0 0 14 16,0 0-22-16,0 0 5 16,0 0-26-16,0 0 1 15,0 9-5-15,0-5 1 16,0 3 13-16,0 6 1 15,0-1 16-15,0 4 2 0,0 4 1 16,0-4-21-16,0 4-8 16,0-4-4-16,0 0 0 15,0 0-2-15,0 0 4 16,0 5-6-16,0-6 6 16,0-3-3-16,0-3 3 15,0-6-6-15,0 2 2 16,0-5-4-16,0 0 4 0,0 0-4 15,0 0-3-15,0 0-10 16,6 0-6-16,9 0 9 16,-2 0 12-16,-1 0-5 15,10 0 7 1,3 0 1-16,9-5 0 16,0-11 1-16,12-7-1 0,-11 2-36 15,11 1-19-15,-6 4 27 16,-15 4-3-16,-3 0 23 15,-10 0 3-15,1 3 5 16,2-2 1-16,-2-6-1 16,14 6-4-16,-14-1-27 15,-1 8-12-15,-12 4-2 16,0 0 45-16,0 0 5 0,0 0 27 16,0 0-23-16,0 0-9 15,0 0 0 1,0 0 0-16,0 0 0 0,0 0 3 15,0 0 20-15,-25 0 14 16,-2 0-18-16,8 0-19 16,-15 0-2-1,-6 4-2-15,5-4 4 0,1 0 1 16,-6 0 7-16,0 0 38 16,-13 0-13-16,-6 4-33 15,6 7-23-15,7-3 13 16,12 1 4-16,18-5-41 15,16-4-74-15,0 0-343 0</inkml:trace>
  <inkml:trace contextRef="#ctx0" brushRef="#br0" timeOffset="8725.81">10459 6372 425 0,'0'0'102'0,"0"0"-81"0,0 0 8 0,0 0-2 0,0 0 17 15,0 0-8-15,0 0-1 16,-7 5 20-16,7-5-5 16,-6 0 29-16,6 0-32 15,0 0-23-15,0 0-21 16,0 0 1-16,0 0 2 15,0 0 20-15,0 0-6 0,0 0-2 16,0 0-9-16,0 0-6 16,0 0-6-16,0 0-3 15,0 0 5-15,41 0 1 16,17 0 4-16,4 0 2 16,31 0-2-16,19-17 12 15,15 1 1-15,10-4 9 16,-13 0-22-16,-3 8-2 15,-28-5 6-15,3 10-15 16,-25 3 9-16,-15 4-2 16,-16 0 1-16,7 0 0 15,-7 0-2-15,6 0 2 0,-15 0-4 16,19 0-1 0,-13 0-7-16,13 0-28 0,3 0 7 15,-7 0-93 1,-27 0-176-16</inkml:trace>
  <inkml:trace contextRef="#ctx0" brushRef="#br0" timeOffset="12355.32">7011 6392 5 0,'0'0'209'0,"0"0"-147"0,0 0-37 0,0 0-17 0,0 0 8 0,0 0-15 16,0 0-1-16,0-24 0 15,0 24 7-15,0 0 40 16,0 0 80-16,0 0-63 0,0 0-30 16,0 0-13-16,0 0-16 15,0 0-1-15,0 0 1 16,0 0 9-16,0 0 7 15,0 0-3-15,0 0 24 16,0 0-2-16,0 0 22 16,0 0-37-16,0 0 1 15,0 0-23-15,0 0-6 16,0 0-8-16,18 0 10 16,16 0-7-16,19 0 8 15,21 0 22-15,7 0 1 16,18 0 5-16,10-4-25 0,-4-4 4 15,4-4-3 1,-16 9-1-16,-19-6-3 0,-9 5 0 16,-12 0 6-1,9 4 7-15,-15 0 16 0,-7 0-21 16,-6 0 7-16,-15 0-13 16,2 0-1-16,-2 0-1 15,9 0-9 1,-3-13-81-16,-4 2-172 0,-21 3-259 15</inkml:trace>
  <inkml:trace contextRef="#ctx0" brushRef="#br0" timeOffset="102614.81">11851 7539 215 0,'0'0'146'0,"0"0"-129"0,0 0 51 0,0 0 2 0,0 0-8 16,0 0-30-16,0-4 4 16,0 4 7-1,0 0 23-15,0 0 42 0,0 0-36 16,0 0-42-16,0 0-23 15,0 0-14-15,12 0 2 16,41 8 1-16,9 16-2 16,-3 1 6-16,28-2 0 15,6-2 0 1,-13-10-5-16,29-11-1 0,-10 0 3 16,0 0-73-16,-6-39 0 15,-6-2-24-15,-19 5 56 0,-15 12-35 16,-37 20-72-1,-16 0-192-15</inkml:trace>
  <inkml:trace contextRef="#ctx0" brushRef="#br0" timeOffset="104612.59">13234 7418 88 0,'0'0'51'0,"0"0"11"0,0 0-38 16,0 0 7-16,0 0-9 15,0 0-13-15,-6 0 18 16,6 0 0-16,0 0 58 16,0 0-34-16,0 0 8 15,0 0-40-15,0 0 6 16,0 0-23-16,0 0-1 15,0 0 19-15,0 0-6 0,0 0 18 16,0 0-18 0,0 0 11-16,0 0-23 15,-16 0 30-15,16 0-29 16,0 0 6-16,0 0-9 0,0 0 3 16,0 0 2-16,0 0-1 15,0 0 22-15,0 0-6 16,-6 0 45-16,0 0-14 15,-1 5-14-15,7-5-25 16,0 0-10-16,0 0-2 16,0 0 5-16,0 4-16 15,0-4 22-15,0 4-28 0,0 4 29 16,0 0-18-16,0-4 6 16,0 4 0-16,0 0-2 15,0 4-1-15,0 1 2 16,13-6 1-16,9 9-2 15,2-3 10 1,4 2-16-16,-15 1 13 0,21 0-5 16,-16-8 0-16,10 4 1 15,-6-4-4-15,-10 0 2 16,22 1-5-16,-9-1 12 16,9 8-14-16,7-1 23 15,11 1-21-15,1 1 6 16,15-6-5-16,1-6 3 15,-4-2 2-15,9 2-5 16,-9-5 15-16,-3 0-20 16,-3 0 20-16,-6 0-20 0,3 0 18 15,-4-8-19 1,-5-8-5-16,-13 4-7 16,0-1-14-16,-9 5-29 0,3 0 30 15,-10-4-29-15,10 1 42 16,-15 3-100-16,-13-4-149 15</inkml:trace>
  <inkml:trace contextRef="#ctx0" brushRef="#br0" timeOffset="108640.84">15479 7692 176 0,'0'0'71'0,"0"0"-54"0,0 0-4 0,0 0-10 0,0 0 23 0,0 0 2 0,-19 0 43 0,19 0 26 0,-6 0-52 15,6 0 2 1,-10 0-12-16,4 0-7 0,6 0-28 16,-6 0 28-16,6 0-13 15,0 0 12-15,0 0-21 16,0 0-2-16,0 0 0 16,0 0-2-16,0 0 21 15,0 0-6-15,0 0 52 16,0 0-31-16,-6 0 7 15,6 0-39-15,0 0 2 16,0 0-8-16,0 0-3 16,0 0 0-16,0 0-8 15,0 0 6-15,0 0-8 0,0 0 5 16,12 0 16-16,10 0-15 16,9 11 10-16,3-3-6 15,-6 1-3-15,-3-5-10 16,15 3 11-16,0-2 9 15,1 3-16-15,15-8 18 16,2 0-12-16,1 0 12 16,10 0-9-16,-4 3 3 15,3 2 0 1,6-1-5-16,-2 8-8 0,8-5 8 16,-5-7-28-16,-7 0 7 15,-3 0-24-15,-12-7 38 16,3-14-13-16,-10-2 17 15,-6-1 6-15,7-1-10 0,-7 6 11 16,-9-9-72-16,10-5-171 16</inkml:trace>
  <inkml:trace contextRef="#ctx0" brushRef="#br0" timeOffset="120164.57">9758 7499 232 0,'0'0'55'0,"0"0"5"0,0 0 34 0,0 0-34 0,0 0-4 0,0 0-24 0,0 0-11 0,-40 0 0 15,40 0-11-15,-7 0 15 16,-8 0-24-16,2-4 42 0,7-4-26 15,-6 8 15 1,12-4-23-16,0 4 13 0,-6 0-3 16,6 0-5-16,0 0 13 15,-10 0-10-15,10 0 12 16,-6 0-25-16,6 0 14 16,-6 0-14-16,6 0 15 15,0 0-9-15,0 0-7 16,0 0-6-16,0 0-12 15,0 12 9-15,0 8 12 16,28 0-9-16,3 1 3 16,9-2 0-16,7 1-1 15,8 5 1-15,11-9 7 16,8-5-2-16,0-7-4 16,19-4 5-16,7 0-10 0,-14 0 16 15,-5-23-18 1,-13 6 6-16,-9 1-12 0,-6 4-2 15,-7 8-24 1,-11 4 18-16,5-7-17 0,13-1-14 16,-13-13-87-16,-12-2-235 15</inkml:trace>
  <inkml:trace contextRef="#ctx0" brushRef="#br0" timeOffset="123922.15">6970 7595 10 0,'0'0'169'0,"0"0"-139"0,0 0 30 0,0 0-20 0,0 0-4 16,0 0-2-16,0 0 4 15,-12 0-14-15,12 0-20 16,-9 0 3-16,-10 0 39 15,7 0-14-15,-16 0-31 16,9 0 23-16,19 0-24 16,0 0 25-16,0 0-20 15,0 0 23-15,0 0-10 16,-9 0-6-16,9 0 6 16,0 0-9-16,0 0-7 15,0 0 3-15,0-3-6 16,-6-2 8-16,-7 1-13 15,1 4 8-15,2 0-2 16,10 0 2-16,-6 0 2 16,6-4 5-16,0 4-6 0,-6-4 16 15,0 4-14-15,0 0 5 16,-1 0-6-16,7 0 29 16,0 0-18-16,0 0-6 15,0 0-9-15,0 0-8 16,0 12 8-16,0 12 1 15,0 1 30-15,41-2-30 16,12 6 16-16,5-6-1 0,11 10-3 16,-10-9-9-1,27 8 3-15,1 0 14 0,16-12 19 16,-4-8-21-16,15 1-16 16,-2-5 19-16,3-1-15 15,6-3-1 1,-10 8-5-16,4 4-1 0,-6-4 0 15,-23-4-4 1,-8-8 4-16,3 0-42 0,-13 0-27 16,-3-36-88-16,-9 0 50 15,-16 13-90-15,-21 6-177 16</inkml:trace>
  <inkml:trace contextRef="#ctx0" brushRef="#br0" timeOffset="145325.57">14108 11176 308 0,'0'0'169'0,"0"0"-84"0,0 0-37 0,0 0-44 0,0 0 2 0,0 0-8 16,0 0 4-16,34-52-4 15,-34 52 9-15,0 0-3 16,0 0 31-16,0 0 13 15,0 0-7-15,0 0-8 0,0 0-18 16,0 0-13-16,0 0 0 16,0 0 1-16,6 0 6 15,16 0-1-15,-3 0 53 16,15 0 10-16,12 0-34 16,13 0-1-16,16 0-21 15,11 0 7-15,1 0-21 16,13 0 19-16,-20 0-15 15,-5 0 0-15,-17 0 3 0,11 0-7 16,-1 0-1 0,-15 0 4-16,12 0-9 0,-19 0 6 15,-12 0-2-15,-12 13-56 16,-22-2-173 0,-15 14-414-16</inkml:trace>
  <inkml:trace contextRef="#ctx0" brushRef="#br0" timeOffset="149406.03">21047 5209 494 0,'0'0'111'0,"0"0"-49"0,0 0 32 0,0 0 57 0,0 0-95 15,0 0 9 1,0 0-17-16,0 0 14 0,0 0-12 16,0 0-6-16,-27 0-6 15,2-8-11-15,-22-25-1 16,7-10-24-16,-16-14 13 16,16-10-5-16,15-18-6 15,19 1 0-15,6-12-8 16,0-9 3-1,31 9-12-15,43 9-37 0,7 18-25 16,6 17-66-16,-7 16-255 16</inkml:trace>
  <inkml:trace contextRef="#ctx0" brushRef="#br0" timeOffset="154072.62">18099 4572 536 0,'0'0'37'0,"0"0"32"0,0 0 28 0,0 0-26 0,0 0-21 16,0 0 24-16,-7 84-21 0,7-8-37 15,0 0 12-15,0 4-27 16,0-3 34-16,0-5-30 15,0-8 10-15,0-8-15 16,0-7 4-16,0-13-12 16,0-13 16-16,0-7-12 15,0-12 10-15,0-4-6 16,0 0 3-16,0 0 24 16,0-4 2-16,0-35 3 15,0-18-32-15,0-11 3 16,-6-20-11-16,6-9 13 15,0-7-15-15,0-8 17 0,0-1-16 16,34 21 1-16,19 8-1 16,-6 28-10-16,5 23 2 15,-11 13 16-15,-7 12-13 16,-16 8 10-16,16 0-10 16,1 0 11-16,5 25 3 15,6 3-6-15,7 8-26 16,-13 8 16-16,-6 5-6 15,-34 7-6-15,0 4 26 16,-27 12 4-16,-66 0 5 16,-13 0-5-16,-2-11 25 15,8-30-11-15,14-11-15 16,17-15-1-16,23-5-41 0,27 0-10 16,19 0-318-1</inkml:trace>
  <inkml:trace contextRef="#ctx0" brushRef="#br0" timeOffset="154650.32">19196 5077 541 0,'0'0'59'0,"0"0"-25"0,0 0 20 0,0 0 59 0,0 0-70 0,0 0 50 0,13-12-2 16,-7-24-23-16,16-8-38 15,-4-25-8-15,35-11-5 16,-7-20-13-16,16 0-2 16,-3 3 0-16,-12 17-4 15,-13 39 1-15,6 22-7 16,-12 19 7-16,-3 0-13 16,9 0-21-16,13 16 9 15,-13 36 10-15,6 16-48 0,0 17-48 16,-21-2-27-1,-13 14 61-15,10-17-10 16,-16-8 27-16,0-11-32 16,0-22-83-16</inkml:trace>
  <inkml:trace contextRef="#ctx0" brushRef="#br0" timeOffset="154919.59">19578 4892 38 0,'0'0'640'15,"0"0"-558"-15,0 0 87 0,0 0-130 16,0 0-39 0,393 0-10-16,-352-15-157 0,-35-2-248 15</inkml:trace>
  <inkml:trace contextRef="#ctx0" brushRef="#br0" timeOffset="155318.5">18660 5032 684 0,'0'0'142'0,"0"0"-48"0,0 0-80 0,0 0-14 0,0 0-156 0,0 0-174 0</inkml:trace>
  <inkml:trace contextRef="#ctx0" brushRef="#br0" timeOffset="155752.57">20511 5057 668 0,'0'0'383'0,"0"0"-318"15,0 0-48-15,0 0-17 16,0 0-36-16,0 0-47 15,16 3-232-15,-10-3-349 16</inkml:trace>
  <inkml:trace contextRef="#ctx0" brushRef="#br0" timeOffset="-178344.59">9544 5522 345 0,'0'0'244'0,"0"0"-204"0,0 0 25 0,0 0 13 0,0 0-23 16,0 0 15-16,0 0-30 15,-93 0 21-15,71 0-48 0,-12 0 45 16,3 0-55-16,3 0 49 15,-6 0-33-15,-12 3-9 16,-1 2-5-16,-6 3 6 16,-9 8-19-16,-3 0 20 15,-3 5-24-15,3 6 19 16,12 5-9-16,-9 9 2 16,9 11 0-16,-9 7-2 15,3 6-15-15,7-1 14 16,11 0-5-16,14 0-3 15,20-3 10-15,7-6 1 16,0 1 0-16,47-3 6 0,55-9 2 16,22-8-8-16,13-8 0 15,2-12 5-15,-5 0-10 16,-14-11-19-16,-14-5 13 16,-26 0 20-1,-5 0-15-15,-10-13 7 0,3-26-1 16,0-14 4-16,10-15-2 15,-4-4-4-15,1-1 6 16,-23 1-10-16,1 8 15 16,-25 0-11-16,0-4 11 0,-16 4-9 15,-12-5 0 1,0 5-6-16,0 4 2 16,-40 4 2-16,-13 0-5 15,-15 16-14-15,-12 15 16 16,-1 14-27-16,-24 11 20 0,-4 0 3 15,10 32-79-15,12 12-120 16,28 0 74-16,44-4-239 16</inkml:trace>
  <inkml:trace contextRef="#ctx0" brushRef="#br0" timeOffset="-176751.96">12105 6601 168 0,'0'0'66'0,"0"0"-56"15,0 0 2-15,0 0-12 0,0 0-22 0,0 0 13 0,0 0 9 0,164-13 53 16,-148 13-11-1,-16 0 5-15,0 0 48 0,6 0-90 16,-6 0 2-16,0 0-2 16,0 0 40-16,0 0-28 15,0 0 34-15,0 0-24 16,0 0 24-16,0 0 31 16,0 0 31-16,0 0-20 15,0 0-59-15,0-7-15 16,-28 7-8-16,3-4-6 0,-9-5-1 15,0 9 32 1,-12 0-30-16,-1 0-1 16,-21 28-5-16,15 8-5 0,-12 25 3 15,15 3 4-15,4-4-11 16,15 9 19-16,15-5-18 16,10 4 13-16,6 0-6 15,0-12 1-15,0-8-12 16,22 0-9-16,31-7-34 15,6 3 53-15,3 0 2 16,-3 7-9-16,-7 6 17 16,16-1-16-16,-15-12-6 0,0-8-15 15,-7-8 9 1,1-16-14-16,9-12-40 16,3 0 38-16,9-7 36 15,-9-34 10-15,9-6 33 0,-3-14-33 16,16-16 3-16,-13-3-13 15,-15-20-32-15,-25 4-41 16,-10 0-51-16,-12 0 64 16,-6 16 60-16,0 16 34 15,0 15 30-15,-52 13 81 16,-23 12 26-16,-24 8-87 16,-16 8-62-16,10 3-22 15,-4 5-1-15,50 0-30 0,7 0-17 16,18 33-184-1,-1 15-150-15</inkml:trace>
  <inkml:trace contextRef="#ctx0" brushRef="#br0" timeOffset="-165333.29">25658 4896 399 0,'0'0'91'15,"0"0"-80"-15,0 0-10 0,0 0-1 0,0 0-40 0,0 0-28 16,0 0 68-16,0 0 21 16,0 0 85-1,0 0-10-15,0 0-42 16,0 0 22-16,0 0-29 0,0 0 27 16,-6 0-35-16,6 0-12 15,0 0-21-15,-12 0 14 16,5 0-6-16,-14 12-7 15,14 4 7-15,1 9-14 16,6-2 8-16,0 6-5 16,0-6-6-1,0 2 2-15,0-14 1 0,0 2-3 16,6-5-1-16,22-1 2 16,3-2 4-16,31-5-6 15,-3 0 12-15,22 0 0 16,6-48-8-16,-13-4 18 15,1-5-14-15,-17-2 11 0,-23-7-10 16,-11 3-4-16,-8-1-1 16,-16 11-1-16,0 9-6 15,0 24 6-15,-62 17-3 16,-25 3 4-16,-12 0 0 16,6 31-4-16,0 10-1 15,6 11 1-15,31-1 4 16,10 26 0-16,27-1 2 0,4-3 10 15,15-14-7 1,0-10-2-16,0-18-3 0,49-10-3 16,4-14 0-16,12-7 1 15,22 0 1-15,0 0 1 32,-7 0 13-32,-18-7-6 0,-9 7 1 0,-19 0-8 15,-3 0 14 1,9 0-12-16,7 0-2 0,9 0-4 15,-10 0-30-15,-12 0-1 16,-3 0-89-16,-15 12-60 16,-16 8 66-16,0 0-83 15,0-8-91-15</inkml:trace>
  <inkml:trace contextRef="#ctx0" brushRef="#br0" timeOffset="-164102.81">24843 5041 474 0,'0'0'145'0,"0"0"-21"0,0 0 4 0,0 0-28 0,0 0-80 16,0 0-18-16,0 0-2 15,0 0 0-15,34 16 19 16,0 4-4-16,-6-4 4 16,-10 12-8-16,1-4 3 0,3 8-13 15,-16 0 12 1,-6 12-13-16,0 20-13 0,0 0-37 15,-40-7-191-15,5-17-107 16</inkml:trace>
  <inkml:trace contextRef="#ctx0" brushRef="#br0" timeOffset="-163320.87">27081 4932 193 0,'0'0'382'0,"0"0"-337"0,0 0-40 0,0 0 51 0,0 0 56 0,0 0 42 0,109 156-73 0,-91-95-35 0,-18-1 15 16,0-4-33-16,0-4-28 16,0 1-15-16,0-1-57 15,-18-8-27-15,-35-8-282 16</inkml:trace>
  <inkml:trace contextRef="#ctx0" brushRef="#br0" timeOffset="-160790.84">32269 4556 264 0,'0'0'355'0,"0"0"-304"0,0 0-25 0,0 0 36 16,0 0-36-16,0 0 0 0,0 0-10 0,0 0 37 0,0 0 30 16,0 0-10-16,0 0-12 0,0 0-6 15,0 0-41-15,0 0-11 16,0 0 1-16,0 0 2 16,0 0-12-16,0 0-3 15,0 8 9-15,0 7 10 16,21 14 2-16,20-1-4 15,5 24-3-15,7-1-2 16,0 21 3-16,-19 2-6 16,-12-2 2-16,-22 0 0 15,0 0-2-15,0-5-10 16,-56-1-3-16,-16-2-71 16,-2-12-10-16,12-4-237 0</inkml:trace>
  <inkml:trace contextRef="#ctx0" brushRef="#br0" timeOffset="-137512.25">18942 2234 488 0,'0'0'64'0,"0"0"-64"0,0 0 9 0,0 0-9 0,0 0 39 0,0 0 8 0,0 0 13 0,12 0-9 0,-12 0 41 16,0 0-9-16,0 0-22 16,0 0-27-16,0 0-12 15,0 0 1-15,0 0 2 16,0 0 21-16,0 0-30 15,0 0 29-15,0 0-31 16,0 0 13-16,0 0-18 16,0 0 4-16,0 0-13 0,0 0 1 15,0 0-1-15,0 0 0 16,0 0-8 0,0 15 16-16,0 22-14 0,0 3 14 15,0 20-15-15,0-1 11 16,0 6-5-16,0 3 1 15,0 0 0-15,0 5-3 16,0 3 6-16,0 0-7 16,0-4 10-16,0-8-11 0,-12 1 9 15,6-9-8 1,-10-17 4-16,16-14 0 0,-6-14 0 16,6-6 4-16,0-5-8 15,0 0 11-15,0 0-15 16,0 0 16-16,0 0-2 15,0-24-4-15,0-4 2 16,0-5-4-16,-6-6 0 16,0-9 2-16,-7-13 5 15,4-2-14-15,-3-18 10 16,12-4-8-16,0 2-6 16,0-2-15-16,0 13 9 15,0 11 0-15,0 10 13 16,0-1 0-16,0 3 1 15,46 5-14-15,16 1-5 16,-3 2 0-16,22 8 9 16,12 14-34-16,6 7 30 0,3 12 3 15,-15 0 5-15,-6 12 6 16,-29 16-2-16,-5 0 3 16,-41 9-3-16,-6 14 0 15,0 18-28-15,-18-1-227 16,-44-12-353-16</inkml:trace>
  <inkml:trace contextRef="#ctx0" brushRef="#br0" timeOffset="-130102.28">27919 4860 218 0,'0'0'26'0,"0"0"10"0,0 0 5 0,0 0-8 15,0 0-20-15,0 0 27 16,0 0-36-16,0 8 46 15,0-8 10-15,0 0 5 16,0 0-49-16,0 0-14 16,0 0 6-16,0 0 8 15,0 0 1-15,0 4-15 16,0 1 6-16,0 3 0 16,0-1 1-16,0 6-3 15,0-5 23-15,0 3-6 16,0-3-18-16,0 4 3 0,0 1-6 15,0 2 35-15,0 6-20 16,0-1 10-16,0-4-27 16,0 4 10-1,0-9-1-15,12 2 21 0,16-1 13 16,6-4-21-16,-3 3-6 16,9-2-10-16,7-9 14 15,-7 0-20-15,7 0 19 16,-13 0-18-16,12 0 10 15,1-9-11-15,-7-18 9 16,7-1 0-16,-7-8-8 16,16 3 9-16,-16-3-3 0,6 0-6 15,-15 0 4 1,-9-4-9-16,-3 0 4 16,-4-4 0-16,-15-4 1 0,0 12 2 15,0-5-4-15,0 26 5 16,-21-1-8-16,-4 3 8 15,-3 6 9-15,0-1-7 16,-3 3-6-16,-9-3 0 16,-1 8-11-16,-14 0 1 15,2 0-9-15,0 5 10 16,13 14-14-16,-1 1 20 16,7 0-1-16,10 1 2 15,2 7 1-15,16-4-4 16,6 8 3-16,0 0-5 0,0 4 4 15,0-8 6-15,0 0 0 16,0 0 0-16,0 5 2 16,0-6-2-16,6 1-3 15,22-3 0-15,6-9 0 16,-9 4-5-16,15-4 10 16,-6-4-10-16,0-4 10 15,7-5-8-15,5 2 6 16,1-5 0-16,18 0 3 15,-10 0-6-15,-2 0-2 16,-19 0 2-16,7-5-6 16,-17-10 15-16,4 2-8 15,0-6 0-15,-9 2 8 16,-1-7-8-16,-2 1 1 0,9 3-1 16,-4-1 1-16,-8 13-2 15,-7-4 2-15,-6 12-7 16,0 0 11-16,0 0-1 15,0 0 4-15,0 0 4 16,0 0-7-16,-6 28-2 16,-7 5-4-16,-8 3 3 15,15 3-3-15,6-11 4 16,0-3 7-16,0-9-8 16,0 4 9-16,0-8-12 15,0-5 0-15,27-2-4 16,14-5-8-16,-1 0 10 15,7 0-21-15,-1 0-43 0,1-12-245 16,-7-9-120 0</inkml:trace>
  <inkml:trace contextRef="#ctx0" brushRef="#br0" timeOffset="-128669.25">29884 4459 10 0,'0'0'349'0,"0"0"-232"0,0 0-45 0,0 0-8 0,0 0-20 0,0 0 19 16,0 0 1-16,13 48-4 16,-13-40-38-16,0-3 32 15,0 10-39-15,6 9 16 16,-6 1 2-16,0 14 5 0,0 2-23 16,0-2 0-16,0 10 1 15,0-9-11-15,0-8-6 16,0 0 6-1,0-3-8-15,0-1 8 0,0 3-4 16,0-3 2-16,0 4 2 16,0-7-5-16,0-5-16 15,0-4-8-15,0-4-35 16,0-1-70-16,0-6-77 16,0-5-85-16</inkml:trace>
  <inkml:trace contextRef="#ctx0" brushRef="#br0" timeOffset="-128052.14">29636 4880 268 0,'0'0'206'0,"0"0"-98"0,0 0-43 0,0 0 23 0,0 0-21 16,0 0 12-16,-12 0-42 15,12 0-21-15,0-3-12 16,0 3 14-16,0 0 0 15,6 0 0-15,41 0 22 16,18 0-14-16,15-13 31 16,7 1-45-16,9 1 3 0,-9-2-11 15,-16 5-8 1,4 4-38-16,-22-1-51 0,-26 5-258 16</inkml:trace>
  <inkml:trace contextRef="#ctx0" brushRef="#br0" timeOffset="-127285.08">30678 5198 111 0,'0'0'172'0,"0"0"-53"0,0 0-3 0,0 0-84 0,0 0-4 16,0 0 10-16,0 51-21 15,0-51 28-15,0 0-2 0,0 0 9 16,0 0-12 0,0 0 27-16,0 0 3 0,0 0-9 15,0 0-19-15,0 0-11 16,0 0 29-16,0 0-29 16,0-7-6-16,0-14-21 15,0-23 6-15,0-8-8 16,0-16-2-16,16-21 0 15,2-2 0-15,16-22-19 16,7 5-22-16,5 16-17 16,1 20 9-16,-7 31 44 15,0 17-4-15,-15 12 3 0,25-4 4 16,2-1-5-16,20-6 2 16,-4-1-109-16,-15 7-244 15</inkml:trace>
  <inkml:trace contextRef="#ctx0" brushRef="#br0" timeOffset="-126321.8">30759 4880 75 0,'0'0'167'0,"0"0"-67"0,0 0 65 0,0 0-118 0,0 0-23 0,0 0 8 0,12 0-3 0,-3 0-23 15,-9 0 23-15,0 0 19 16,0 0 12-16,0 0 9 16,0 0-1-16,0-3-22 15,0-2-29-15,0-7 16 16,7 4-17-16,-7-12 8 15,12-4-23-15,0 4 6 16,4-4-4-16,3-1-2 16,8 2-1-16,-8-5 3 15,9 7-5-15,6 6 12 16,-3-1-17-16,19 0 17 16,2-1-10-16,7 6 0 15,10-2 17-15,2 6-9 16,-3 2-6-16,0 5-4 15,-15 0-4-15,-19 12-2 0,-9 24-27 16,-19 16-30 0,-6-3-77-16,0-9-60 0,0-12-143 15</inkml:trace>
  <inkml:trace contextRef="#ctx0" brushRef="#br0" timeOffset="-125539.34">30960 4338 120 0,'0'0'74'0,"0"0"104"0,0 0-49 0,0 0-60 0,0 0-7 15,0 0-2-15,0-3 17 16,0 3-23-16,0 0-11 16,0 0 7-16,0 0-22 15,0 0 10-15,0 0-7 16,0 0-6-16,0 0-22 16,0 28 6-16,-6 16-9 15,0 5 7-15,-3 2-7 16,9 9 11-16,-13-4-2 15,13 9-8-15,-6-1 1 16,-16 4 1-16,4-3-2 16,-10-9 1-16,15 4-4 0,7-9 1 15,0 1-16-15,6 1 6 16,0-9-25-16,0 4-38 16,-16-12-134-1,4-7-38-15</inkml:trace>
  <inkml:trace contextRef="#ctx0" brushRef="#br0" timeOffset="-111534.75">21708 4595 204 0,'0'0'83'0,"0"0"-81"0,0 0 18 0,0 0 75 0,0 0 15 0,0 0-47 16,0 0-4-16,0 13-35 16,0-13 34-16,0 0-9 15,0 0 9-15,0 0-42 16,0 0 3-16,0 0 39 16,0 0-14-16,0 0 1 15,0 0-24-15,0 0 11 0,0 0-30 16,0 0 12-16,0 0-6 15,0 0 16 1,0 0-7-16,0 0 0 0,0 0 3 16,-6 0-8-16,6 0 18 15,-7 7-27-15,-5-2 7 16,-3-2 3-16,-4 13-23 16,-15 1 16-16,6 15-7 15,3 0 1-15,-3 16 0 16,-6 0-1-16,16-4 7 15,11-4-16-15,7-4 20 16,0-12-24-16,0 1 20 0,0-2-12 16,0 6 6-16,0-14-7 15,25 6 7-15,15-6-5 16,7-2-5-16,3-1 20 16,2-8-17-1,-11 0 18-15,-7-4-22 0,3 0 18 16,-3-28-11-1,0-20 4-15,6-9 0 0,-21 1-3 16,3 1-2-16,-16 2 0 16,-6 1 10-16,0 0-14 15,0 4 17-15,-6 7-15 16,-41 5 7-16,-15 16-10 16,-9 17-8-16,-4 3 9 15,-5 0 8-15,21 15-13 0,3 18 10 16,19 3-15-1,21 8 12-15,-2 8-4 0,-4-4 9 16,16 1-8-16,0-6 10 16,6-6-2-16,0-1 2 15,0-8-5-15,0-5 9 16,34-2-8-16,0-13 4 16,3 4-4-16,3-9 6 15,1-3-2-15,-13 5 8 16,-10-5-2-16,-8 3-12 15,-4 10 15-15,0-1-10 16,13 4 12-16,8 0-1 0,14 8-6 16,5-8 0-16,7-4-4 15,15 0-4 1,-3-12-6-16,4 0-29 0,-17 0-68 16,1-12-148-16,-25-24 30 15</inkml:trace>
  <inkml:trace contextRef="#ctx0" brushRef="#br0" timeOffset="-110734.7">22356 4908 323 0,'0'0'193'0,"0"0"-136"0,0 0-21 0,0 0-14 0,0 0 9 0,0 0 17 0,0 0 52 16,0 0 29-16,0 0-51 15,0 0-36-15,0 0 19 16,0 0-38-16,0 0 17 0,0 0-38 16,0 0 4-16,0 0-6 15,15 0 0 1,26 0 12-16,24 0-8 16,3 0 22-16,3 5-23 0,10-2 6 15,-7 2 3-15,-5-2-21 16,2 2 9-16,-3-5-23 15,-3 0-33-15,3 0-75 16,-27-16-233-16</inkml:trace>
  <inkml:trace contextRef="#ctx0" brushRef="#br0" timeOffset="-109902.71">23512 5293 400 0,'0'0'94'0,"0"0"-85"0,0 0 2 0,0 0-4 0,0 0 22 15,0 0 23-15,-46 57 7 16,40-49-19-16,6-5 51 15,-6-3-18-15,6 9-6 16,0-9-58-16,0 0 17 0,0 0 17 16,0 0-27-1,0 0-1-15,0 0 8 0,0 0 24 16,0 0-21 0,0-20 8-16,0-13-34 0,-13 1 12 15,4-11-10-15,-10 2 20 16,13-15-13-16,6-8-5 15,0-4-4-15,0-16-14 16,0-9 1-16,34-4-12 16,-9 14 25-16,3 30-13 15,-10 25 7-15,-18 25 10 16,7 3-7-16,8-5 3 16,19-6-97-16,-3-14-170 0,10 5-428 15</inkml:trace>
  <inkml:trace contextRef="#ctx0" brushRef="#br0" timeOffset="-109364.45">23454 4885 429 0,'0'0'173'0,"0"0"-78"0,0 0 24 0,0 0-66 0,0 0 6 16,0 0-30-16,40-110-25 16,13 74 12-16,-7 13 12 15,16 10 26 1,3 10-39-16,3 3 18 0,19 0-21 16,-15 20 2-1,2 12-9-15,-12-4-5 0,-16-12-23 16,-21-1-24-16,9 6 1 15,-27-9-190-15,-7-4-104 16</inkml:trace>
  <inkml:trace contextRef="#ctx0" brushRef="#br0" timeOffset="-74163.34">7358 12019 120 0,'0'0'367'0,"0"0"-344"0,0 0 10 0,0 0 11 0,0 0-14 0,0 0-29 16,0 0 29-16,19 0-7 0,-19 0 6 15,0 0 16 1,0 0 40-16,0 0-2 0,0 0-66 16,0 0-6-16,21 0-11 15,7 12 21-15,-3-8-12 16,9 4 14-16,13 4-5 15,-1 0-8 1,28 0 16-16,1 0-19 0,-4-8 9 16,10 4-15-16,-7-3 0 15,1-2 7-15,-4 5-16 16,3 1 20-16,-5-6-17 16,2 2 7-16,3-5-4 15,1 0 2-15,-10 0 0 16,3 0 0-16,-15 0 13 15,-7 0-18-15,1 0 10 0,-7 0 6 16,0 0-11-16,13 0 11 16,15 0-11-16,7 0 0 15,-4 0-2-15,4 0 7 16,-7 0-8-16,-9 0 12 16,-13 3-10-16,1-3 5 15,-7 5-5-15,-6-5 5 16,-9 0-3-16,24 0 5 15,-18 0-5-15,10 0 6 16,5 0-3-16,-12 0 10 0,1 0-9 16,11 0-6-1,-6 0 6-15,-6 0-8 16,13 0 3-16,-1-25-60 16,7 6-43-16,15-6-193 0,-27 5-30 15</inkml:trace>
  <inkml:trace contextRef="#ctx0" brushRef="#br0" timeOffset="-68238.4">26219 4091 495 0,'0'0'122'0,"0"0"-107"0,0 0-15 0,0 0 36 0,0 0 10 15,0 0 45 1,0 0 58-16,0 0-76 0,0 0 4 15,0 0-14-15,0 0-7 16,0-13-18-16,22-27 5 16,-3-24-27-1,21-32-4-15,28-25 13 0,13-19-4 16,6 0-10-16,-7 4-5 16,-2 11-12-16,-22 21-5 15,-16 20-14-15,-22 19-30 16,-18 29 11-16,0 21-34 15,0 15-61-15,0 3-159 0,-34 41-396 16</inkml:trace>
  <inkml:trace contextRef="#ctx0" brushRef="#br0" timeOffset="-67502.48">26055 3902 441 0,'0'0'78'0,"0"0"-13"0,0 0 21 0,0 0-25 16,0 0 21-16,0 0 12 15,6-21-14-15,-6 21-17 16,0 0 7-16,0 0-29 16,19 36-36-16,-13 9-3 15,22 7 2-15,-9-8 0 16,-4-11 4-16,-3-10-12 16,1-10 6-16,-13-5-2 15,6-8 2-15,-6 0-1 0,0 0 6 16,0 0-5-1,9 0 5-15,-2 0-4 0,11-17-6 16,16-19 6-16,7-4-5 16,-1 4 2-16,-6 12 0 15,-3 12 0-15,-9 12 1 16,-4 0-7-16,10 0 5 16,0 0-7-16,-9 0 8 15,-7 0-19-15,-3 8-72 0,-9 0-29 16,0 0-161-1,0-8-90-15</inkml:trace>
  <inkml:trace contextRef="#ctx0" brushRef="#br0" timeOffset="-9868.1">26142 2105 79 0,'0'0'64'0,"0"0"-64"0,0 0 0 0,0 0 17 0,0 0 54 16,0 0-2-16,0 0 119 15,31 0-60-15,-31 0-30 16,0 0-27 0,0 0 23-16,0 0-30 0,0 0-57 15,0 0-2-15,0 0-2 16,0 0 25-16,0 0-12 0,0 0 22 16,0 0-20-1,0 0 28-15,0 0-35 0,0 0 5 16,0 0-7-1,0 0-6-15,0 0-3 16,0 0 3-16,0 0-1 0,0 0 0 16,0 0 6-16,6-16-8 15,10-4-7-15,8-4-13 16,10-5 5-16,1 6-4 16,-8-5 14-16,-2 4 4 15,3-4 1-15,-3-5-12 16,3-3 21-16,6 0-18 15,6-3 7-15,-15 3-12 16,-3-2 4-16,6 2 2 0,-16-7-9 16,1-1-18-1,-13 8 29-15,0 3 6 0,0 17 0 16,-35 0 4-16,-17 8 9 16,5-4-13-16,1 4 0 15,-1 4-2-15,7 4 6 16,6 0-7-16,0 0 10 15,15 0 8-15,-9 0 1 16,10 24 10-16,-4 16-12 16,3 21 3-16,-2-9-17 15,2 4-4-15,7-8 4 16,12-8-14-16,0-8 10 16,0 9-9-16,0-5 12 0,40 3-8 15,25 2 5 1,16-5-6-16,-1 0-11 0,-15-5-20 15,10 2-29-15,-29-1-42 16,-18-4 32-16,-15-4 49 16,-13 0 14-16,0-8 17 15,0-4 12-15,0 4 48 16,0 0 18-16,-35 4 46 16,-17-4-52-16,-1 4-46 15,0-12 5-15,-9 1-20 16,10 7 4-16,-1-8-15 15,-9 0-15-15,15-8-99 16,7 0-260-16</inkml:trace>
  <inkml:trace contextRef="#ctx0" brushRef="#br0" timeOffset="-9320.69">25398 2229 236 0,'0'0'374'0,"0"0"-314"0,0 0 17 0,0 0 64 0,0 0-12 0,0 0-79 15,21 193 19-15,-14-157-40 16,-7-5-13-16,0-6-15 16,0-1-2-16,0-4-44 15,0-8-53-15,0-8-262 16</inkml:trace>
  <inkml:trace contextRef="#ctx0" brushRef="#br0" timeOffset="-8670.32">27150 2085 489 0,'0'0'212'0,"0"0"-99"0,0 0-14 0,0 0-13 16,0 0-54-16,0 0 0 0,40 241 7 0,-40-194-16 0,0 2 0 16,0-5-20-1,-6-4-6-15,-1-4-14 0,-8-8-29 16,15-12-67-16,0 0-197 16,0-16-278-16</inkml:trace>
  <inkml:trace contextRef="#ctx0" brushRef="#br0" timeOffset="-6905.35">28033 2257 270 0,'0'0'192'0,"0"0"-178"0,0 0 26 0,0 0-37 0,0 0-3 16,0 0 3-16,0 0-3 16,0 0 13-16,0 0 44 15,0 0-3-15,0 0 34 16,0 0-27-16,-9 0-32 0,9 0-3 16,0 0-22-1,0 0 28-15,0 0-10 16,0 0 20-16,-6 0-12 0,6 0 4 15,0 0-12-15,-6 0-20 16,6-8-1 0,0-4 11-16,0-8-24 0,0-4 14 15,0 0-12-15,6-4 12 16,28 0-3-16,6-8 1 16,7 0-1-16,-7-4-1 15,6-4-1-15,-5 8 1 16,-13 3-23-16,3 1 15 0,-3 0-18 15,-16 0 1 1,10-4-39-16,-22 4-25 0,0 0 26 16,0-1-8-16,0 10 56 15,-34-10 2-15,0 14 15 16,3-1 2 0,-4 15 13-16,1 5-13 0,6 0 36 15,16 0 2 1,6 0-40-16,-7 0 0 0,13 0-8 15,-15 20 4-15,9 21 5 16,-7 11-10-16,13 0 18 16,0-12-10-16,0-4 1 15,0 0-1-15,19-3-6 0,21-6 2 16,-6 6-10 0,0-5-16-16,1 8 25 0,-17-8-18 15,16-4 8-15,-15 4-49 16,-13-8-15-1,-6 8 40-15,16 0 32 0,-16 0 8 16,0 4 44-16,0-4 8 16,0 0-51-16,0-7 22 15,-22 2 13-15,-37-6-28 16,-9-1-8-16,9-8-23 16,-9 0 16-16,15-8-34 15,6 0-18-15,19 0-42 16</inkml:trace>
  <inkml:trace contextRef="#ctx0" brushRef="#br0" timeOffset="-6239.13">29162 1808 370 0,'0'0'162'0,"0"0"-122"0,0 0-14 0,0 0-10 0,0 0 38 0,0 0-8 15,-40 8 64-15,33 12 17 16,1 0-46-16,6 4-32 16,0 12-4-16,0-3-27 15,-6 19 7-15,-3-8-14 0,2-4-7 16,-5 4-8 0,12-11 4-16,-6-2 0 0,6-7-29 15,0-7 11-15,0-6-48 16,0-3-18-16,0-8-179 15,0 0-66-15</inkml:trace>
  <inkml:trace contextRef="#ctx0" brushRef="#br0" timeOffset="-5887.17">28942 2016 598 0,'0'0'149'16,"0"0"73"-16,0 0-106 16,0 0-49-16,0 0-57 15,0 0-10-15,341 0-11 16,-301 0-23-16,0 0-15 0,1 0 11 31,5 0-28-31,-5 0-26 0,5 0-86 0,1 0-29 16</inkml:trace>
  <inkml:trace contextRef="#ctx0" brushRef="#br0" timeOffset="-5156.22">29863 1764 306 0,'0'0'232'0,"0"0"-165"0,0 0-20 0,0 0 50 0,0 0 8 0,0 0 6 0,0 160-33 16,0-119-55-16,6 3 15 15,-6-4 0-15,9 0 4 16,-9 0-38-16,0 0 0 16,0-3-4-16,0-1 1 15,0-8-3-15,0-5 8 0,0-7-17 16,0-8 17-1,0-8-12-15,0 0-5 16,0 0 5-16,0 0-5 0,0 0 6 16,0 0 0-16,0-16 6 15,0-12-8-15,0-8 11 16,13-12-12-16,21-9-23 16,6 2 5-16,0-1-12 15,-3 7 3-15,-2 9 13 16,-1 8 22-16,-6 9-3 15,-10-2 8-15,4 9-1 16,3 4 5-16,-4 4-16 16,4 0 7-16,-3 8-1 0,3 0-2 15,15 0 3-15,0 8 4 32,16 17 4-32,-19-10-16 0,-9 1-26 15,-6 5-174-15,-22-6-67 0</inkml:trace>
  <inkml:trace contextRef="#ctx0" brushRef="#br0" timeOffset="-3606.19">31673 1439 587 0,'0'0'121'0,"0"0"17"0,0 0 4 0,0 0-92 0,0 0 53 0,0 0-51 0,0 0-30 16,208 245-8-16,-180-181 0 16,-9-4 3-16,-19 1-2 15,0 2 9-15,0 10-23 0,-41 15 2 16,-36 4-3-1,-19-4-19-15,9-11-57 0,0-18-153 16,7-15-493-16</inkml:trace>
  <inkml:trace contextRef="#ctx0" brushRef="#br0" timeOffset="-1443.25">20908 2510 269 0,'0'0'174'0,"0"0"-128"0,0 0 4 0,0 0 10 0,0 0-11 0,0 0 53 15,0 4 4-15,0-4-4 16,0-4-94-16,0-12 31 0,0-16-13 16,0-13 0-16,0-6-23 15,0-14 4-15,0-2-6 16,0-2 3-16,0 0 4 15,0 5-5-15,18-3-3 16,29 2-2-16,15 6 0 16,3 2-49-16,-3 33 7 15,-9 12-301-15,-19 12-168 16</inkml:trace>
  <inkml:trace contextRef="#ctx0" brushRef="#br0" timeOffset="-112.85">22064 2286 400 0,'0'0'189'0,"0"0"-147"0,0 0 41 0,0 0-39 0,0 0-29 0,0 0 1 15,-34-21 39-15,34 18 16 16,0-2-37-16,0-3 8 15,0-4-23-15,0-8 2 16,47-8-17-16,12-8 5 0,9-8-5 16,6 0-3-16,-21 0 14 15,-6 3-10-15,-13-3 2 16,-3 8-5-16,-10-8-2 16,-2-4 11-16,-10 12-18 15,-9-3 7-15,13 1-12 16,-13 15 6-16,0 10 5 15,0 13-6-15,-13 0 14 16,-8 0-19-16,-7 0 7 16,-3 0 2-16,21 0 3 15,-2 0-1-15,6 8 3 16,0 20-1-16,6 10 9 16,0 13-8-16,0-2-2 0,0 3 1 15,6-8-4 1,22-1-20-16,-10 1 16 0,29 0-35 15,-13 1 5-15,0 3-59 16,6 0 28-16,-9-4 47 16,-3-8-59-16,-22-8 24 15,-6-11 9-15,0-1 47 16,-18 0 16-16,-35-8 26 16,-15-1 13-16,0 1 29 15,9-8 31-15,6 0-41 16,13 0-69-16,6 0-5 15,21 0-22-15,7 0-213 0,-3-23-371 16</inkml:trace>
  <inkml:trace contextRef="#ctx0" brushRef="#br0" timeOffset="353.99">22985 2157 636 0,'0'0'131'0,"0"0"-29"0,0 0 5 0,0 0-47 0,0 0 20 0,0 0 4 15,242 0-49-15,-130 0-1 16,15 0-20 0,-12 0-9-16,-22 0-5 0,-19-12-22 15,-15 4-43-15,-25-8-103 16,-15 0-394-16</inkml:trace>
  <inkml:trace contextRef="#ctx0" brushRef="#br0" timeOffset="937.95">24015 1936 529 0,'0'0'87'15,"0"0"-44"-15,0 0 35 0,0 0-56 16,0 0-6-16,12 209-15 16,10-173 1-16,-10-4 8 15,-12-3-10-15,0-6 12 16,0 5 44-16,0-12-17 15,0 1-24-15,0-9-7 16,0 0 1-16,0-8-7 16,0 0 1-16,0 0 27 15,0 0-16-15,6-8 9 16,1-25-21-16,2-19-2 0,10-4-9 16,21-8-7-1,13-5 0-15,15 5-54 0,-3-3-17 16,-3 7 22-1,-9 15-32-15,-25 21-53 0,-4 16 150 16,-2 8 11-16,-10 16 80 16,23 32 43-16,-1 1-31 15,-3-5-16-15,3-13-87 16,6-15-27-16,-12-16-238 16</inkml:trace>
  <inkml:trace contextRef="#ctx0" brushRef="#br0" timeOffset="1935.77">24188 1808 334 0,'0'0'196'0,"0"0"-149"15,0 0-8-15,0 0-37 0,0 0 8 0,0 0-4 16,0-8 21-16,0 8-10 0,0 0 34 15,0 0 1-15,0 0-12 16,0 0-13-16,0 0 5 16,0 0 25-16,0-8-51 15,-6 8 20-15,6 0-7 16,0 0 37-16,-6 0-42 16,6 0-5-16,0 0-9 15,0 0 0-15,0 0-1 16,0 0 3-16,0 0 1 15,0 0 2-15,0 8 2 16,0 28-3-16,0-3 0 0,0-6-1 16,0 6-3-16,6-5 0 15,7 3 4-15,-13 2-10 16,0 3 14-16,0 3 1 16,0 6-3-16,0-5-8 15,0-4 11-15,0 0-17 16,0-8 8-16,-7 0-14 15,-27 5 2-15,16-2-6 16,-16-2 16-16,27-5-9 16,-14-8 7-16,14-8-4 15,7-5-33-15,0-3-127 0,0 0-12 16,0 0-73 0</inkml:trace>
  <inkml:trace contextRef="#ctx0" brushRef="#br0" timeOffset="3104.12">24061 1893 215 0,'0'0'21'0,"0"0"-15"0,0 0-3 0,0 0 8 0,0 0 43 0,0 0 9 16,-12 79 1 0,12-63 9-16,0 9-15 0,0-6-21 15,0 14 8-15,0-5 15 16,0 0-3-16,0 4-17 16,0-4 12-16,0 4-23 15,0-3 0-15,0-1-14 16,0 3 18-16,0-6-16 15,0 7-12-15,0-1 6 16,0-3-3-16,12 5 25 16,-12-1-33-16,6 0 16 15,1-4-11-15,2 0 5 16,3-4-10-16,-5-4-8 16,-7-4 0-16,6 0-30 0,-6 1-11 15,0-6-182 1,0-11-146-16</inkml:trace>
  <inkml:trace contextRef="#ctx0" brushRef="#br0" timeOffset="20120.15">2105 11962 221 0,'0'0'67'0,"0"0"-66"16,0 0 22-16,0 0-18 0,0 0 6 0,0 0-5 15,0 0 19-15,0 0-13 16,19 0 19-16,-19 0 15 16,0 0 13-16,0 0-28 0,0 0-31 15,0 0 19-15,0 0-1 16,0 0 21-16,0 0-35 16,6 0-1-16,-6 0-3 15,6 0 0-15,-6 0 0 16,7 0 4-16,2 0-9 15,3 0 10-15,1 0-11 16,2 0 19-16,-9 5-24 16,7-1 11-16,15-4 0 15,-10 0 5-15,4 0-5 16,-3 0-2-16,9 0 2 16,-16 0 2-16,0 0 4 0,4 0-10 15,-4 0 8-15,41 0-7 16,-7 0 3-16,1 0 0 15,9 0-2-15,-38 0 10 16,10 0-15-16,3 0 14 16,-9 0-6-16,6 0-1 15,-3 0 0-15,-4 0-2 16,4 0 2-16,9 0 4 16,-12 0-4-16,-3 0 0 15,-1 0 4-15,-2 0-14 16,9 0 21-16,-16 0-20 15,16 0 15-15,-13 0-12 16,-12 0 1-16,22 0 5 0,-4 0-1 16,-8 0 4-16,14 0-6 15,-2 0 9-15,-3 0-12 16,9 0 10-16,-10 0-8 16,16 0 4-1,-21 0-6-15,2 0 6 0,-2 0 0 16,-1 0-3-16,16 0 9 15,6 0-10-15,-21 0 8 16,21 0-8-16,0 0 7 16,-16 0-6-16,16-9 3 0,-15 1 0 15,-3 8 0 1,2 0 1-16,1 0-2 16,2 0 11-16,-2 0-20 0,9-3 20 15,-6 3-10-15,2 0 0 16,-2 0-2-16,3 0 1 15,-3 0 2-15,-4 0-9 16,10 0 18-16,-9 0-16 16,-4 0 12-16,4 0-11 15,0 0 10-15,8 0-5 16,8 0 0-16,-1 0 7 16,6 0-4-16,0 0-2 15,-9 0 7-15,3 0-4 16,-6 0 10-16,-3 0-6 0,3 3-8 15,0-3 2 1,-9 0-2-16,8 8 3 0,14-8 1 16,-1 0 1-16,-3 0-4 15,-3 0 6-15,0 0 0 16,-6 5-9-16,-9-5 9 16,3 4-7-16,-4-4 0 15,-5 4 1-15,15-4 1 16,-10 0-1-16,4 0-2 15,-4 0 9-15,-2 0 0 16,9 0-2-16,-3 0 8 16,2 0-13-16,-2 0 7 15,6 0-1-15,-9 0-7 0,8 0 0 16,4 0 7-16,-3 0-15 16,0 0 19-1,-3 0-17-15,3 0 17 0,-3 0-13 16,3 0 2-16,0 0 0 15,-4 0 2 1,-2 0 2-16,3 0-2 0,3 0-2 16,0 0 0-16,-3 0 9 15,-4 0-3-15,4 0-5 16,-9 0 10-16,2 0-2 16,4 4-6-16,-10-4-3 15,1 0 7-15,2 0-4 16,-15 0-1-16,13 0-2 15,-7 0 13-15,-6 0-10 0,12 0 5 16,4 8 8-16,-4-8 4 16,7 0-14-16,9 0 6 15,-16 0-11-15,10 0 6 16,2 3 0-16,-2-3 6 16,-9 5-11-16,-7-5 4 15,3 0-6-15,-9 0 3 16,6 0-6-16,-6 0 8 15,0 0 5-15,0 0-9 16,0 0 10-16,6 0-1 16,7 0-8-16,2 0-2 15,-2 0 3-15,-1 0-6 16,-6 0 8-16,1 0-9 0,-7 0 9 16,9 0 3-16,-9 0-5 15,6 0 16-15,-6 0-17 16,0 0 13-1,0 0-5-15,0 0 0 0,0 0 9 16,0 0-8 0,0 0 16-16,0 0-14 0,0 0-3 15,0 0 0-15,6 0-15 16,7 0 5-16,-7 0 0 16,9 0 2-16,-8 8 2 15,-1-8-4-15,0 0 6 16,-6 0-13-16,6 4 15 15,0 0-6-15,4-4 3 16,-4 4-5-16,0-4 0 0,-6 0 2 16,13 0-2-16,-7 0 2 15,9 0-6-15,-2 0 12 16,5 0-15-16,-2 0 17 16,-4 0-18-16,1 4 9 15,2-4-2-15,-3 0-8 16,1 0-53-16,2 0-34 15,-15 0-287-15</inkml:trace>
  <inkml:trace contextRef="#ctx0" brushRef="#br0" timeOffset="60668.97">2025 14157 74 0,'0'0'106'0,"0"0"-54"0,0 0 39 0,0 0 38 0,0 0-59 16,0 0-26-16,0 0 6 15,0 27-37-15,0-27-2 16,0 0 23-16,0 0-5 15,0 0 10 1,0 0-19-16,0 0 29 0,0 0-36 16,0 0 2-16,0 0 7 15,0 0 18-15,0 5-16 16,0 3-11-16,0-4 10 16,0 4-18-16,0 0 13 15,0 0-11-15,0-8 10 16,0 15-14-16,0-2 11 15,0-5-12-15,0 8-2 0,0-9 17 16,0-2-12-16,-6 3 37 16,-16-8-13-16,-6 0 21 15,-9 0-40-15,-19 0 21 16,-3-13-19-16,-3-31 8 16,15 1-18-16,1-17 2 15,-1-9-8-15,23-11 7 16,2-4-13-16,22-4 20 15,0-1-16-15,0 9 6 16,28 4-25-16,31 3-40 16,3 18-81-16,-25 10-200 0,-22 26-291 15</inkml:trace>
  <inkml:trace contextRef="#ctx0" brushRef="#br0" timeOffset="61988.93">2570 14117 271 0,'0'0'123'0,"0"0"-18"0,0 0-46 0,0 0 3 16,0 0-20-16,0 0-14 16,0 0 34-16,-139 0 1 15,105-5 20-15,-6-3-43 0,27-8 4 16,7 1-23-16,0 7-4 15,6-13-9-15,0-2 0 16,0-14-8 0,0-15 3-16,46-4 3 0,19-4-6 15,4-1 10-15,-1 14-5 16,-43-10-2 0,-4 1-3-16,-2-5-1 0,-7-2-4 15,-12-1-4-15,0 3 5 16,0 9-22-16,0 12 23 15,-37 16 3-15,-3 20 4 16,-35 4-3-16,-5 0 24 16,12 0-25-16,15 0 0 15,28 20-3-15,9 21-6 16,4-2 5-16,12 6-14 0,0 2 13 16,0-6 5-1,47 7-10-15,39-4-2 0,7 0 8 16,10 0-6-16,-10 8-30 15,-34-4-10-15,-19-7-15 16,-12-2 51-16,-16-14 14 16,-12 7 9-16,0-8 58 15,0 0 11-15,-34-4-30 16,-25 4-34-16,-34 4-4 16,-21-8-1-16,-20-4-18 0,13-11-31 15,0-5-61 1,28 0-128-16,13 0 24 0</inkml:trace>
  <inkml:trace contextRef="#ctx0" brushRef="#br0" timeOffset="62637.89">3113 13775 355 0,'0'0'225'0,"0"0"-176"0,0 0 6 0,0 0-12 0,0 0-8 0,0 0 20 15,-6-11-6 1,12 11 1-16,34 0 12 0,13 0-13 16,-6 0-48-16,15 3-1 15,-3 5-3 1,-7-3-35-16,-5 3-97 0,-13 0-76 15,-6 0-71-15</inkml:trace>
  <inkml:trace contextRef="#ctx0" brushRef="#br0" timeOffset="63100.84">3783 14137 4 0,'0'0'518'0,"0"0"-441"0,0 0-33 0,0 0-20 0,0 0 12 0,0 0 34 15,0-221 40-15,0 165-39 0,0 7-5 16,0-7-40 0,0 12 25-16,0 0-14 0,0 4-27 15,0 16-10-15,0 4 0 16,0 8-10-16,0 12-42 16,0 0 9-16,0 0-108 0,0 0-34 15,0 8 12 1,0 13-100-16</inkml:trace>
  <inkml:trace contextRef="#ctx0" brushRef="#br0" timeOffset="63466.92">3789 13772 300 0,'0'0'299'0,"0"0"-232"16,0 0 41-16,0 0-56 0,0 0-25 15,0 0 20-15,19-81 7 16,9 41-26-16,-1 25-3 15,-8 6 9-15,-13 9-32 16,22 0 9-16,6 0-8 16,-3 17 6-16,16 14-6 15,-7 10-2-15,0-10-1 0,-12 2-15 16,-9-17-41 0,-10-1-183-16,-9-15-161 15</inkml:trace>
  <inkml:trace contextRef="#ctx0" brushRef="#br0" timeOffset="64052.63">4322 13294 397 0,'0'0'225'0,"0"0"-197"0,0 0 16 0,0 0 71 0,0 0-28 16,0 0 0-16,307 181-62 16,-245-122-9-16,-28 10-2 15,7 15 4-15,-35 9 37 16,-6 23-22-16,0 9-5 15,0-9-27-15,-16 4 7 16,-15-24-5-16,4-24-6 16,8-31-44-16,19-26-23 0,0-15-106 15,0 0-248-15</inkml:trace>
  <inkml:trace contextRef="#ctx0" brushRef="#br0" timeOffset="64733.98">5166 13960 441 0,'0'0'137'0,"0"0"-53"0,0 0 6 0,0 0-8 16,0 0-31-16,0 0-26 15,0 0-25-15,0 0 0 0,0 0 0 16,0 0 9-16,0 0 29 15,0 0-14-15,0 0 13 16,0 4 10-16,-13 4-13 16,-2 4-21-16,9-3-13 15,-7-9 0-15,13 0-26 16,0 0 26-16,0 0-30 16,0 0 7-16,-15 0 10 15,9 0-54-15,-7 11-248 16</inkml:trace>
  <inkml:trace contextRef="#ctx0" brushRef="#br0" timeOffset="66380.52">5479 14084 108 0,'0'0'264'0,"0"0"-172"0,0 0-27 0,0 0-36 0,0 0-16 0,0 0 3 16,-6 0 19-16,6 0-19 0,0 0-12 15,0 0 16 1,0 0 1-16,0 0-6 0,0 0-12 16,0-11 22-16,0-14-4 15,6-2 51-15,28-14-1 16,6-7-33-16,1-4-17 15,-1 4-10 1,-6-4 0-16,-9 11-6 0,-3 10 10 16,-10-2-5-16,-6 9 15 15,0 0-21-15,-6 8 17 16,0-8-14-16,0 12 7 16,0-8-12-16,0 8 2 0,0 3-4 15,-18 6 5 1,2-5-5-16,10 8 8 0,0 0-8 15,-7 0-7 1,1 0 6-16,3 0 0 0,-4 0 0 16,7 16-4-1,6 4-3-15,0 4 4 0,0 8-6 16,0 4 1-16,19 0 8 16,9-7-5-16,6 7 9 15,0-8-6-15,-3 3-11 16,15-2-6-16,16-9 18 15,-15 11-10-15,-1 2 11 16,-18 0 1-16,-21-2-5 16,-7-3 0-16,0 4-4 15,0 0 9-15,-22 0 22 0,-37 9 6 16,0-13-6 0,3 0 37-16,-3-12-17 0,7-1-17 15,-4 6-25-15,-3-5-4 16,-9 4-89-16,2 3-84 15,4 2-132-15,4-1-246 16</inkml:trace>
  <inkml:trace contextRef="#ctx0" brushRef="#br0" timeOffset="67232.52">6561 13819 306 0,'0'0'287'0,"0"0"-221"0,0 0 28 0,0 0-56 0,0 0-24 0,0 0-1 15,0 8 17-15,0-8-2 16,0 0 0-16,0 0 33 16,0 0-25-16,0 0-7 15,0 0-29 1,0 0 12-16,0 0-9 0,0 0 1 15,0 5-3 1,0-1-1-16,0-4 9 0,0 4 3 16,0-4-4-16,0 0-4 15,0 0-8-15,0 0 1 16,0 0-17-16,0 0-30 0,0 0 16 16,-19 0 3-1,-8 4-79-15,2 12-160 0,3-8-154 16</inkml:trace>
  <inkml:trace contextRef="#ctx0" brushRef="#br0" timeOffset="67979.32">7150 14201 335 0,'0'0'197'0,"0"0"-73"0,0 0-53 0,0 0-33 15,0 0 5 1,0 0 10-16,-53-81-24 0,26 54 36 15,2-9-27 1,-3-13-3-16,9-11-8 0,-2-12-27 16,21-16 2-16,0-9 6 15,0-7-2-15,46 4-4 16,28 3-3-16,7 1 1 16,-16 24-14-16,-3 16-88 0,-15 23-139 15,-22 30-85-15</inkml:trace>
  <inkml:trace contextRef="#ctx0" brushRef="#br0" timeOffset="68828.82">7677 14008 516 0,'0'0'136'0,"0"0"-110"0,0 0 16 0,0 0-41 0,0 0 7 0,0 0-4 15,22-168 41-15,18 124 17 16,-6 3 41-16,7-3-55 15,18-8-20-15,-7-4-12 16,10-4-14-16,-21-4 6 16,-23 3-1-16,-5 5-11 15,-13 4 8-15,0 21-3 0,0-2 8 16,-25 17-1 0,-31 4 33-16,-3 8-24 0,13 4 6 15,12 0-20-15,-19 0-3 16,25 12-10-16,-3 16-9 15,-3 8-3-15,12 0 16 16,16 0 5-16,6 5-9 16,0 3 7-16,0-1 6 15,0-2-10-15,0 3 5 16,22-4-1-16,9-4-5 16,3 4 6-16,-6 0-3 15,6-4 5-15,-9-7-3 16,-4 7-12-16,-8-8 10 0,-13-8 4 15,0 8-10-15,0-4 22 16,0 8 0-16,-41 0 1 16,7-7-6-16,0-2-3 15,9-10-3-15,13-10-10 16,12-3-42-16,-9 0-83 16,2 0-88-16,-5 0-129 15</inkml:trace>
  <inkml:trace contextRef="#ctx0" brushRef="#br0" timeOffset="69445.67">8527 13587 37 0,'0'0'619'0,"0"0"-510"0,0 0-11 0,0 0-6 16,0 0-52-16,0 0-30 0,0 0-5 0,0 0-4 0,0 28 16 15,0 8 13 1,0 16 35-16,0 0-41 0,0 12-7 15,0-3-13 1,0 3-4-16,0-12 0 0,-13-11-20 16,1-18 2-16,12-10-42 15,0-2 18-15,0-11-78 16,0 0-113-16,0 0-116 0</inkml:trace>
  <inkml:trace contextRef="#ctx0" brushRef="#br0" timeOffset="69778.92">8232 13767 99 0,'0'0'436'0,"0"0"-386"16,0 0 70-1,0 0-7-15,0 0 17 0,0 0-106 16,295 0-14-16,-221 0-8 15,-15 0-4-15,-3 0-57 16,-19 0-175-16,-21 0-152 16</inkml:trace>
  <inkml:trace contextRef="#ctx0" brushRef="#br0" timeOffset="70494.76">8949 13390 183 0,'0'0'404'0,"0"0"-339"0,0 0-58 16,0 0 10-16,0 0 5 0,0 0 49 0,0 100-4 15,6-56-23-15,6 5-23 0,10 4 11 16,6-2-11-1,-16 1-15-15,7 5-2 0,-19 2-3 16,0 2 4 0,0-9 0-16,0-4-10 0,0-20 2 15,0-15-9-15,0-10 6 16,0-3-3-16,0 0-22 16,0 0 31-16,0 0 4 15,0-23-4-15,0-13-19 16,-13-8-73-16,-15-5 42 15,10 9 37-15,5-9 1 16,13-3 12-16,0 1-11 16,0 7 8-16,25-1 2 15,16 5 0-15,-7 8 2 16,0 11 1-16,0 18-2 0,-3 3-20 16,9 0 20-16,7 33 4 15,-7-2-4-15,-6-7-94 16,-12-4-255-16</inkml:trace>
  <inkml:trace contextRef="#ctx0" brushRef="#br0" timeOffset="71227.29">9476 13130 300 0,'0'0'317'0,"0"0"-263"0,0 0 5 0,0 0-7 0,0 0-18 15,0 0-27-15,0-4 23 16,0 4 20-16,21 15 23 15,26 6 0-15,-1 15-11 16,1 9-4-16,21 14-44 16,-3 6-7-16,-12 11 4 15,-13 4-11-15,1 8 9 16,-26 17-18-16,-9 6 3 0,-6 6 4 16,0-4-10-1,0-13-5-15,-6-20-66 0,-28-28-214 16,0-24-276-16</inkml:trace>
  <inkml:trace contextRef="#ctx0" brushRef="#br0" timeOffset="71943.49">10307 13860 264 0,'0'0'444'0,"0"0"-436"0,0 0 160 0,0 0-66 0,0 0-58 0,0 0-29 0,313 0 0 16,-260 0-13-16,-13 0 4 16,0 0-12-16,-27 8 3 15,2-8-5-15,-15 8-48 16,6-8-102-16,-6 4-109 16,0-4-299-16</inkml:trace>
  <inkml:trace contextRef="#ctx0" brushRef="#br0" timeOffset="72265.24">10366 13636 352 0,'0'0'323'0,"0"0"-220"16,0 0 56-16,0 0-85 16,0 0 11-16,0 0-22 15,186 0-29-15,-131 0-29 16,11-9-5-16,-14 9 0 15,-11-8-48-15,-7 8-122 16,-22 0-356-16</inkml:trace>
  <inkml:trace contextRef="#ctx0" brushRef="#br0" timeOffset="73058.47">11550 13033 193 0,'0'0'363'0,"0"0"-312"0,0 0 27 0,0 0-13 0,0 0-46 0,0 261-13 0,-28-201-6 0,0-11 58 15,-3-9 34-15,3-12 0 16,7-4-28 0,14-4 3-16,1-4-60 15,6-4 10-15,0-4-17 0,0 0-13 16,0-3-24-16,13-5 7 16,27 0 23-16,-6 0-1 15,-6 0 4-15,-3 0 0 16,-10 0-1-16,-2 0 1 15,-7 0-5-15,-6 7-37 16,6-7-12-16,-6 4-114 16,16 0 19-16,-10-4 42 0,6 0-19 15,-6 0-26 1,1 0 43-16,2 0 54 0</inkml:trace>
  <inkml:trace contextRef="#ctx0" brushRef="#br0" timeOffset="73274.89">11655 13523 213 0,'0'0'311'15,"0"0"-172"-15,0 0 4 16,0 204-3-16,0-127-96 16,-6 15 3-16,-6-8-38 15,-4-4 3-15,10-11-10 0,-6-22-2 16,12-6 0-16,-6-18-12 15,6-6-45-15,0-9-117 16,0-8-73-16</inkml:trace>
  <inkml:trace contextRef="#ctx0" brushRef="#br0" timeOffset="74026.53">12037 13178 167 0,'0'0'354'0,"0"0"-211"0,0 0-30 0,0 0-18 0,0 0-29 0,0 0-44 16,0-20-11-16,12 3-11 15,10 9 0-15,-16-7 7 16,0 11 13-16,1 4-15 15,-7 0 17-15,0 0-17 16,0 0 13-16,0 19 12 16,0 14-10-16,0 8 13 0,0 6-29 15,0 9 6-15,-7 1-4 16,-11-6 4 0,2-10 13-16,4-2-5 15,6-3-16-15,6-15 2 16,0-12-8-16,0-2-8 0,0-7-5 15,0 0-20-15,0 0 26 16,0 0 10-16,18 0 1 16,4 0 8-16,-3 0-7 15,2 0-1-15,-2 0 3 16,3 0-14-16,-4 0-2 16,4 0 5-16,-16 0-28 15,6 0 11-15,-12 0-19 16,0 0 11-16,0 0 11 0,0 0 13 15,0 0-47-15,13 0-76 16,-13-7-24-16,15-14-129 16</inkml:trace>
  <inkml:trace contextRef="#ctx0" brushRef="#br0" timeOffset="74243.57">12325 13410 597 0,'0'0'150'0,"0"0"13"0,0 0-51 0,0 0-62 0,-9 241-18 16,-10-165 2-16,13 1-16 0,-16-1 5 15,10-12-21 1,0 0 6-16,-4-12-8 0,4 0-4 16,-7-4-62-16,4-7-8 15,8-9-143-15,7-25-109 16</inkml:trace>
  <inkml:trace contextRef="#ctx0" brushRef="#br0" timeOffset="74658.01">12418 13976 185 0,'0'0'342'15,"0"0"-306"-15,0 0-10 16,0 0 6-16,0 0-24 15,0 0 2-15,140 97 1 16,-100-97 16-16,-6 0 14 16,19-29 21-16,6-27 105 0,-3-16-125 15,9-12-25-15,-9-9 3 16,-4 18-8-16,-27 6-11 16,-16 21-1-16,-9 12-4 15,0 12-14-15,-34 12 9 16,-18 12-20-16,-29 0 19 15,13 44 8-15,-13 24-1 16,16 25-29-16,9-18-112 16,16-19-239-16</inkml:trace>
  <inkml:trace contextRef="#ctx0" brushRef="#br0" timeOffset="97622.66">5547 13271 22 0,'0'0'88'0,"0"0"-11"0,0 0-13 0,0 0-38 0,0 0-22 16,0 0 5-16,19 0 22 15,-19 0 6-15,0 0 33 0,0 0 37 16,0 0-62-1,0 0-13-15,0 0-26 0,6 0 14 16,-6 0-10-16,0 0 2 16,0 0 11-16,0 0-2 15,0 0 10-15,0 0-8 16,0 0 33-16,0-5-17 16,0-7-4-16,0 4-20 15,0 5-14-15,0-10 1 16,0 9 14-16,0-4 19 15,0-3-6-15,0-2-7 16,-6 1-17-16,0-4-10 0,-1 8 9 16,-5-9-8-1,3 9 6-15,-4-7-2 0,1 11 5 16,-1-8 0 0,-2 4 12-16,-4-12-12 0,-2 0-10 15,2 4 12-15,-3-8-12 16,4 12 8-16,5-1-6 15,-8 5 6-15,8-4 0 16,-15 9 2-16,22-5-1 16,-6-5-1-16,-4 5-3 15,-2 1 9-15,-10-1-9 0,9 0 4 16,-9-1-4 0,16 1 0-16,6-3 0 0,-10 6 6 15,-9-7-14 1,10 1 16-16,2-2-16 0,-5 1 11 15,-4 0-6 1,10 5 5-16,-10-6-2 16,3 5 3-16,1-1-3 0,-4 3 0 15,3-3 6-15,-9-3-14 16,1 8 3-16,2-9 4 16,-3 6-7-16,0-5 5 15,9 3-6-15,1 1 9 16,-10 5 0-16,15-5 4 15,-14 4-11-15,8-4 7 16,3 0-1-16,-2 3-18 0,-10 2-7 16,9-5 8-16,-9 8 14 15,-6 0 4 1,0-4 3-16,3-4 1 0,-3 3-1 16,0-6-6-1,0 6-1-15,9-2-4 0,3-1-24 16,-2 3 23-16,-11 2 3 15,23 3 6-15,-22 0 3 16,18 0 2-16,-2 0 8 16,-10 0-11-16,-3-8-4 15,3 8 3-15,-6-5-6 16,0 1 3-16,3 4 2 16,-16 0 1-16,13 0 1 15,-6 0 5-15,0 0-6 16,-7 0-1-16,19 0-1 15,-12 0-2-15,15 0-8 0,-3 4 10 16,0 1-2 0,-3-5 3-16,9 8 0 0,-12-5 3 15,-6 2-11-15,15-5 14 16,-3 0-13-16,4 8 14 16,2-8-13-16,-6 12 14 15,-9-1-8-15,3 2 0 16,0-1 0-16,-7-4-2 15,7 0 8-15,0 0-7 0,3-4 5 16,-3 4 1-16,12-5-2 16,-3 2 3-1,-3 3-3-15,-12 4-3 0,-6 4 3 16,12-8 0-16,9-4-6 16,3 8-1-1,10-8 4-15,-1 1-1 0,-15-2-8 16,16 0 11-16,-16 6-2 15,9-1 7-15,4 0-6 16,-4-3 4-16,13 2 0 16,-22 1-10-16,16 8 11 15,6 0-12-15,-35 4 10 16,41-4-8-16,-21-8 1 16,2 1-9-16,19-1-13 0,-6 0-7 15,6-1-21 1,0-3-9-16,0 0 16 0,0-4-52 15,0 0-127 1</inkml:trace>
  <inkml:trace contextRef="#ctx0" brushRef="#br0" timeOffset="98587.86">2698 12681 320 0,'0'0'199'0,"0"0"-183"0,0 0-16 0,0 0 14 0,0 0 6 15,0 0 8-15,34 76 11 16,-28-49 1-16,3-6 31 15,-3-5-35-15,-6 0-14 0,0-8-21 16,0 0 12-16,7 0 16 16,-7 0-2-1,0-4-2-15,0 1-19 0,0-2 18 16,0-3-20 0,0 0 3-16,0 0 3 0,6 0-1 15,-6 0-8-15,6 0 4 16,-6 0-2-16,0 0-1 15,0 0-4-15,0 0 8 16,0 0-9-16,0 0 10 16,0 0-8-16,0 0 6 0,0 0-8 15,0 0 3-15,0 0-6 16,0 0-40-16,0 0-147 16,0 0-223-16</inkml:trace>
  <inkml:trace contextRef="#ctx0" brushRef="#br0" timeOffset="99120.68">2639 12757 352 0,'0'0'150'0,"0"0"-142"0,0 0-2 0,0 0-6 16,0 0 5-16,0 0-2 0,0 80 12 0,-7-56 9 15,-27 1-5-15,0 3 16 16,3 3-28-16,3-2 9 15,7-6 1-15,8-6-10 16,7-1-7-16,6-8-9 16,0-8-1-16,0 0-10 15,19 0 9-15,21 0 11 16,0 0 4-16,-6 0 7 16,-6-5 2-16,13-6 5 0,-1-9-18 15,-9-8 0-15,9 4-8 16,-24 4-34-16,-10 4-164 15</inkml:trace>
  <inkml:trace contextRef="#ctx0" brushRef="#br0" timeOffset="100768.04">5439 13230 199 0,'0'0'145'15,"0"0"-37"-15,0 0-35 0,0 0-22 0,0 0-14 0,0 0-12 0,0-4-13 16,0 4 27-16,0 0-3 16,0 0 15-16,0 0-8 15,0 0-2-15,0-4-29 16,0 4 17-16,0-4 6 15,0 0 1-15,0 4-14 16,0-7-8-16,0 2 11 16,0-7-23-16,0 0 6 15,0 0-7-15,-13 0-2 16,1-9 8-16,-4 6-12 0,-2-9 5 16,-4-1 0-1,-3 6-1-15,10 2 1 0,-16-2 4 16,3 15 4-1,9-9-1-15,4 5-6 0,-10 5 6 16,-9-9-4 0,12 4-4-16,-3 0 1 0,-9 0 0 15,6 3-2-15,3 1 2 16,4 0-3-16,2 0 12 16,-9 1-9-16,10 3 0 15,2 0 0-15,-3 0 2 16,-8 0-5-16,8 0 0 0,-3 0 3 15,-3 0-2 1,-2 0 3-16,2 0-6 0,-3 0 10 16,0 0-10-1,16 0 7-15,5 0-2 0,-5 0 0 16,-4 0 1-16,4 0-5 16,-22 0 8-1,6 0-8-15,-3 0 11 0,9 0-13 16,4 0 12-16,2 0-12 15,4 0 9-15,-1 0-5 16,1 0 2-16,-10 0-1 16,4 7-1-16,-4 1 4 15,10 5-11-15,-10-5 16 16,16 0-13-16,-7-1 12 16,-15 9-12-16,4-3 4 0,-11 2 1 15,14-2-3-15,-4 3 8 16,9-1-12-1,4-6 17-15,-7 7-16 0,-2-8 15 16,8 8-14-16,1-8 10 16,-4-1-8-16,10 1 4 15,-6-8 0-15,6 9 0 16,-4-1 2-16,-2 8-6 16,-1 4 8-16,-14 8-9 15,2-7 5-15,3-2-5 16,-3-10-13-16,25-1-12 15,0-5-21-15,0-3-114 16,0 0-3-16,0 0-121 16</inkml:trace>
  <inkml:trace contextRef="#ctx0" brushRef="#br0" timeOffset="101553.81">4037 13102 89 0,'0'0'142'0,"0"0"-137"0,0 0 2 0,0 0 27 0,0 0-33 16,0 0 34-16,-15-5 70 15,8 5-25-15,7 0-36 16,0-3 11 0,0 3-31-16,0-4-7 0,0 4 6 15,0 0 6 1,0 0 24-16,0 0 1 0,0 0 33 15,0 0-26-15,0 0-31 16,0 0-19-16,-6 0-4 16,-6 20-4-16,-4 3 2 15,-2 6-8-15,5 3 11 16,-2 4-13-16,-4 0 11 16,-9-8-7-16,22 4 1 0,-6-12 0 15,5-7-3 1,7-10 1-16,0-3 0 15,0 0-27-15,0 0 12 0,0 0-3 16,25 0 12-16,3-3 12 16,-9-5-7-16,-4 0 3 15,4 3 0-15,-1 1-2 16,4 1 6-16,-9-10-8 16,8 5 12-16,-8 0-17 15,-7 0 3-15,6 1 5 16,-12 2 0-16,10 5-1 15,-10 0-1-15,0 0 6 16,6 0-12-16,-6 0-14 16,6 0-72-16,-6 0-93 0,0-3-229 15</inkml:trace>
  <inkml:trace contextRef="#ctx0" brushRef="#br0" timeOffset="178968.68">1836 15933 242 0,'0'0'215'0,"0"0"-211"0,0 0-3 0,0 0-2 0,0 0 2 16,0 0 8-16,0 0-1 15,0 0 16-15,21 4 15 16,-21-4 16 0,0 0-6-16,0 0 11 0,0 0-13 15,0 0-8-15,0 0 17 16,0 0-19-16,0 0 17 16,0 0-34-16,0 0-1 15,-15 0-1-15,2 0 11 16,-11 0-18-16,-11 0 6 15,-5-20 11-15,-22-11 0 16,-9-18 1-16,-10-7-25 16,7-21 13-16,15-15-7 15,12-8-10-15,19-24 0 16,28-4-7-16,0-5 6 0,7 4-56 16,80 29-4-1,-13 40-116-15,7 45-413 0</inkml:trace>
  <inkml:trace contextRef="#ctx0" brushRef="#br0" timeOffset="179901.76">2586 15023 218 0,'0'0'420'0,"0"0"-410"0,0 0 79 0,0 0 52 16,0 0-57-16,-354 3-26 0,299 26-7 16,14 19-22-1,-5-4 4-15,12 4-8 0,3 12 4 16,-3 9-14-16,6 7-6 16,15 0 10-16,13-4-17 15,0-3 0-15,0-18 2 16,41-2-8-16,5-18 4 15,22-6-5 1,10-5-7-16,37-16-2 0,-1-4 0 16,-8 0-3-16,-26-13 4 15,-39-26-42-15,-13-13 44 16,-28-4-14-16,0 7 17 16,-41 13 8-16,-5 16 2 0,-1 17 2 15,-43 3 6-15,4 0 39 16,8 44-42-1,-9 12-7-15,53-1-28 16,0-6 7-16,34-26-126 0,0-14-339 16</inkml:trace>
  <inkml:trace contextRef="#ctx0" brushRef="#br0" timeOffset="180534.45">2853 14954 72 0,'0'0'470'0,"0"0"-470"0,0 0 2 0,0 0 13 0,0 0 35 16,0 0-41-16,0-11 56 0,0 19 30 15,-7 31-17-15,-20 18 5 16,-14 3-55-16,16-8-1 16,-9 5-25-16,13-13-3 15,-4-4 10-15,19-16 1 16,6 4 6-16,0-8 0 15,0-9-16-15,12-6-8 16,47-5 5-16,3 0-21 16,19 0 1-16,-4 0-15 0,-9-8 34 15,-9-4 1 1,-19 4 1-16,-5 3-1 16,-1 2 3-16,-22-5-14 15,16 0-24-15,-9-4-21 0,-19-4-46 16,15-1 39-1,-15-14 20-15,0 10-16 0,0-10 28 16,0-2-63-16,0 5 32 16,0 0-47-16,0 12-2 15</inkml:trace>
  <inkml:trace contextRef="#ctx0" brushRef="#br0" timeOffset="180562.54">2853 14954 78 0</inkml:trace>
  <inkml:trace contextRef="#ctx0" brushRef="#br0" timeOffset="180685.67">2853 14954 78 0,'353'137'162'0,"-353"-137"-61"0,0 56 8 16,0 21 248-16,-12 10-245 0,5-2-27 15,1-5-26 1,6-4-21-16,0-8-32 0,-15-7-6 16,15-9-1-16,-6-12-40 15,6-4-53-15,-13-12-156 16,1-7-110-16</inkml:trace>
  <inkml:trace contextRef="#ctx0" brushRef="#br0" timeOffset="184620.84">3755 15463 341 0,'0'0'57'0,"0"0"-56"0,0 0 11 0,0 0 5 0,0-3 29 15,0 3 23-15,0 0-10 16,0 0-9-16,0 0 26 16,0 0 31-16,0 0-28 15,0 0-22-15,0 0-14 16,0 0-18-16,-6 0-5 15,6 0 2-15,0 0 5 16,0 0-6-16,0 0 9 16,0 0-27-16,0 0 1 15,0 0-4-15,40 0 0 16,34 0 3-16,26 0 17 0,5 0-20 16,-3 3 2-16,4 2-4 15,-32-5-11 1,-15 0-30-16,-19 0-53 0,-18 0-67 15,-22 0-122 1</inkml:trace>
  <inkml:trace contextRef="#ctx0" brushRef="#br0" timeOffset="185499.13">4803 15709 99 0,'0'0'280'0,"0"0"-187"0,0 0-38 0,0 0 36 0,0 0-16 0,0 0-1 0,0 0 21 16,0-8 18-16,0 0-80 0,0-4-5 15,0-13-20-15,15-11-3 16,10-8-3-16,22-16-1 16,2-4-2-16,-2-12 6 15,6-4-12-15,-19 0 7 16,-9 0-4-16,-19 14-15 15,-6 3-12-15,0 18-21 16,0 14-89-16,-37 18 61 0,-19 13 71 16,9 0-26-16,1 0 35 15,5 41 56-15,7-2-54 16,16 6-2-16,18 7-3 16,0 0 3-1,0 12 27-15,65 5 4 16,15-5-31-16,7-4 0 0,-6-4-26 15,-7-4-16-15,-15 4 20 16,3-4-5-16,-28-4 9 16,3 13 16-16,-15-6 4 15,-16-6 6-15,-6-1-8 16,0-12 3-16,-6-3 31 16,-62-10-34-16,-3-7-4 15,-4-11-1-15,16-5 5 16,4 0-31-16,14-17-8 0,23-15-422 15</inkml:trace>
  <inkml:trace contextRef="#ctx0" brushRef="#br0" timeOffset="186146.09">5606 15127 484 0,'0'0'47'0,"0"0"11"0,0 0-4 0,0 0 29 0,53 236-43 0,-19-179 0 15,0-1-16-15,-6 8-17 16,-10-3 9-16,-5-6 19 16,9-2 15-16,-22-14-35 15,0-14 14-15,0-1-12 16,0-12-10-16,0-8-7 15,0-4 0-15,0 0 0 16,6 0-2-16,-6 0 1 0,0-32-6 16,0-24 4-1,0-9-9-15,0-15 7 16,18 4-6-16,10 4-10 0,6 12 9 16,13 7 12-16,-1 22 9 15,-11 10-5-15,-1 14-6 16,-16 7 3-16,-12 0-2 15,1 0-9-15,2 15-34 16,-9-2-135-16,0-1-374 16</inkml:trace>
  <inkml:trace contextRef="#ctx0" brushRef="#br0" timeOffset="186897.86">6397 14794 498 0,'0'0'158'0,"0"0"-53"0,173 213 78 0,-114-125-92 16,0 12-37-16,-12 1-41 16,-26 7 79-16,-21 17-74 0,0 2-2 15,-21 14-11 1,-38-13-5-16,-6-7-19 0,24-13-23 15,1-28-134 1,18-24-223-16</inkml:trace>
  <inkml:trace contextRef="#ctx0" brushRef="#br0" timeOffset="187763.2">7150 15488 650 0,'0'0'155'0,"0"0"-145"0,0 0-9 0,0 0-1 0,0 0-3 0,0 0-22 16,75 8-37-16,-63-16 20 15,-12-4 42-15,0 8 0 16,0 4 78-16,0 0 34 16,0 0-69-16,0 4 28 15,0 13-55-15,0-2-16 0,0-7-2 16,0-8-35-1,0 0-229-15,0-12-124 0</inkml:trace>
  <inkml:trace contextRef="#ctx0" brushRef="#br0" timeOffset="190893.77">7839 15945 313 0,'0'0'303'0,"0"0"-286"0,0 0 29 0,0 0 40 0,0 0-11 15,0 0 30 1,0 0-52-16,-94 8-11 0,76-8-8 15,-4 0 26 1,4 0-40-16,-10 0 9 0,0 0-24 16,3-20 2-16,-15-4-6 15,-1-12 3-15,-5-8-4 16,-7-12 3-16,13-8 13 16,0-8-12-16,12-8-8 15,15-5 2-15,13 9 1 16,0 4-10-16,0 28-22 0,47 11-48 15,5 17-62-15,17 9-178 16</inkml:trace>
  <inkml:trace contextRef="#ctx0" brushRef="#br0" timeOffset="191724.84">8347 15729 67 0,'0'0'462'0,"0"0"-419"0,0 0-23 0,0 0 4 0,0 0-5 0,0 0 12 0,12-213-20 0,29 173 2 16,-13-12-12-1,-4 0 29-15,-14 4-6 0,-10-1 5 16,0 5-18 0,0 4 1-16,0 4-6 0,0 12 6 15,-22 0-12-15,-12 12 4 16,15 12 52-16,-21 0-12 15,6 0-15-15,9 0 4 16,10 24-10-16,8 24-23 16,7 1-11-16,0 2 5 15,0-2 2-15,13-10-19 16,49-6-13-16,3 3 5 0,16-8-43 16,-7-4 30-1,0 8-33-15,-8 0 22 16,-4 4 31-16,-10 5 1 15,-18 7 2-15,-27-4-27 0,-7 3 48 16,0-6 75 0,-69-18-25-16,-2-6-14 0,3-17 77 15,9 0-1-15,-3 0-112 16,28 0-1-16,9-17-120 16,9-6-49-16</inkml:trace>
  <inkml:trace contextRef="#ctx0" brushRef="#br0" timeOffset="192158.2">9423 15136 420 0,'0'0'180'0,"0"0"-112"0,0 0 104 0,0 0-71 0,0 0-53 0,0 0-23 16,0 39-19-16,0 17 22 16,0 13 33-16,0 7-15 15,0 0-32-15,6-4-9 16,-6 0 3-16,28-3-16 15,-9-9-6 1,15-12-46-16,-6-16-4 0,-4-17-175 16,-2-15-9-16,-22 0-84 15</inkml:trace>
  <inkml:trace contextRef="#ctx0" brushRef="#br0" timeOffset="192374.71">9209 15529 44 0,'0'0'652'0,"0"0"-637"16,0 0 76-16,0 0-31 15,0 0-48-15,0 0-7 16,360 39-5-16,-304-50-118 0,-10-14-96 15,-21 1-322-15</inkml:trace>
  <inkml:trace contextRef="#ctx0" brushRef="#br0" timeOffset="192890.77">9984 15837 428 0,'0'0'133'0,"0"0"17"0,0 0 76 0,0 0-123 0,0 0-42 0,0 0-14 16,0-136-45-16,-12 52 9 16,-1-9-10-16,13 1 10 15,0 7-8-15,0 13-6 16,0 21-33-16,0 18 11 15,0 17-32-15,0 16-33 16,0 0-139-16,0 0-91 16</inkml:trace>
  <inkml:trace contextRef="#ctx0" brushRef="#br0" timeOffset="193175.27">10071 15340 502 0,'0'0'143'0,"0"0"-136"15,0 0-3-15,0 0 46 0,0 0-20 16,0 0-19-1,322-65-8-15,-269 65 6 0,-12 13 16 16,-7 10-4-16,-28 6 14 16,12-1-35-16,-18 4-14 15,0 4-97-15,0 0-114 16</inkml:trace>
  <inkml:trace contextRef="#ctx0" brushRef="#br0" timeOffset="193655.92">10821 15015 543 0,'0'0'163'0,"0"0"-163"0,0 0 70 0,0 0 23 0,0 0-33 0,0 0 1 16,354 273-43-16,-295-181-1 15,-31 4 15-15,-28 1-12 16,0-2-9-16,0 6 9 15,-34-9-20-15,-19 5-12 16,-9-14-38-16,-3-14-195 16,12-33-227-16</inkml:trace>
  <inkml:trace contextRef="#ctx0" brushRef="#br0" timeOffset="194045.06">11690 15773 646 0,'0'0'14'0,"0"0"0"0,0 0-14 0,359 0-7 0,-291 0-129 0,-33 0-302 0</inkml:trace>
  <inkml:trace contextRef="#ctx0" brushRef="#br0" timeOffset="194247.79">11690 15773 735 0,'-75'-144'165'0,"103"168"-131"0,6-9 28 15,25-2-62 1,-12-13-3-16,5 0-47 0,-24 0-127 15,-9-5-64 1</inkml:trace>
  <inkml:trace contextRef="#ctx0" brushRef="#br0" timeOffset="194871.71">12378 15070 625 0,'0'0'59'0,"0"0"-1"16,0 0 54-1,0 0-20-15,0 0-52 0,-28 238-9 16,9-183-5-16,-2 2 24 16,8-5-12-16,1-16-4 15,12-7-27-15,0-14-4 16,0-10-3-16,0-5-30 15,0 0-9-15,59 0 21 16,15 0 16-16,19 0-5 0,-6 0-6 16,-13 0-8-16,-15-5-29 15,-6 5-9 1,-13 0-28-16,-18 0-64 0,-16 0 75 16,-6 0 15-16,0 0 42 15,0 0 18-15,0 0 2 16,0 0 26-16,0 0 22 15,0 0-19-15,0 0-18 16,-6 13 3-16,6 15 20 0,0 8 14 16,-6 3 27-16,6 2-11 15,-16 6-20 1,4-6-41-16,0-1 31 0,-4 9-33 16,4-13-2-16,-7-5 0 15,-3-7-9-15,10-12-18 16,-10-12-87-1,-3 0-48-15,10 0-278 0</inkml:trace>
  <inkml:trace contextRef="#ctx0" brushRef="#br0" timeOffset="195704">13193 15070 485 0,'0'0'144'0,"0"0"-97"0,0 0 8 0,0 0-45 0,0 0 38 16,0 0 37-16,0 0 13 16,0 0-42-16,0 9 17 15,0 15-19-15,-12 9-27 16,-22 14-21-16,-6 6-2 15,27-1-4-15,-15-4-1 16,7-8-2-16,21-8 6 0,0-4-11 16,0-12 11-16,0-5-6 15,0-2-11-15,0-9-37 16,15 0 13-16,19 0 15 16,19 0 7-1,6 0 16-15,3 0-8 0,-16-9-15 16,-5-2-39-16,-17 7-34 15,-2-8 4-15,-3 3 4 16,-19 2 56-16,15 3 31 16,-15 4-14-16,0-4 8 15,0 4-27-15,0-4 14 0,0 4 14 16,0 0-24-16,0 0 30 16,0 0 108-1,0 0-28-15,0 28-34 16,0 12 36-16,0 16-9 15,0 0-7-15,0 1-32 16,0 7-10-16,0-4-16 0,0 8-7 16,0-4 5-16,0-4-2 15,-15-19-4-15,2-21-27 16,13-20-139-16,0-5-188 16,0-39-155-16</inkml:trace>
  <inkml:trace contextRef="#ctx0" brushRef="#br0" timeOffset="196103.75">13621 15640 685 0,'0'0'41'0,"0"0"6"0,0 0-26 0,0 0 16 0,0 0-12 0,0 0-25 16,162 197-4-16,-116-197 4 15,1 0 4-15,-7-4 0 16,13-48 21-1,-1-20 0-15,-5 0-18 0,-13-13-7 16,-6-4-4-16,-22 9-104 16,-6 5-105-16,0 19-122 15,-28 28 114-15,-37 28 221 16,-9 0 215-16,-13 67-120 16,6 18 22-16,16 15-53 15,25-8-40-15,6-15-24 0,34-5-172 16</inkml:trace>
  <inkml:trace contextRef="#ctx0" brushRef="#br0" timeOffset="200270.39">6911 15756 164 0,'0'0'350'0,"0"0"-215"0,0 0-2 0,0 0-30 0,0 0-66 0,0 0-32 0,0 0-4 16,0 0 7-16,0 0-7 15,0 0 0-15,0 0 38 16,0 0 0-16,0 0-4 0,0 0-6 16,0 0-11-1,0 0-16-15,0 0 6 0,0 0-16 16,0 0 3-16,0-8-16 16,0 0 6-16,7 1 14 15,-1 3-5-15,-6 4-4 16,6 0 6-16,0 0-62 15,7 0-54-15,2 0-157 16</inkml:trace>
  <inkml:trace contextRef="#ctx0" brushRef="#br1" timeOffset="214421.58">3067 14851 92 0,'0'0'228'0,"0"0"-150"0,0 0-18 16,0 0-60-16,0 0 0 16,0 0-1-16,0 0-4 15,0-5 4-15,0 5 1 16,0 0 26-16,0 0 13 15,0 0-7-15,0 0-5 16,0 0 0-16,0 0-23 16,0 0 6-16,0 0-6 15,0 0-2-15,0 0-2 0,0 0 6 16,0 0-12 0,0 0 13-16,0 0-14 15,0-8 17-15,6 8-15 0,6-4 10 16,-3 4-3-16,-2-4-1 15,5 0 2-15,0 4-6 16,4-3 6-16,-4-5-2 16,-5 8 3-16,-1 0 7 15,0 0-9-15,9-5 4 16,-8 2 1-16,21-2-6 16,-10-3-1-16,-5 4 0 15,2 1 0-15,-15-2 6 16,13 5-14-16,-1-8 16 0,-6 8-15 15,10 0 9-15,8 0-4 16,-8 0 1-16,-10 0 1 16,0-4 0-1,7 0 3-15,8 0-7 0,-2 0 13 16,3 4-1-16,-10-7-6 16,1 7 15-16,2 0-14 15,-3 0-2-15,7 0-1 16,3 0 4-16,-4-5-8 15,4 5 8-15,-3-3-5 16,-4-2 4-16,-2 5-4 16,5 0 3-16,-2 0-2 0,2 0 0 15,-5 0 0-15,8 0-1 16,-2 0 2-16,-3 0 3 16,2-4-1-16,4 0-2 15,3 0 8-15,-4 4-17 16,-2 0 16-1,3 0-8-15,-4 0 2 0,10 0-1 16,-9 0 8-16,21 0-7 16,-12 0 13-16,6-4-11 15,-9 0 8-15,9-4-6 16,0 8 12-16,-9-3 5 16,3-6-5-16,6-3 17 15,0 3-20-15,-9 2-15 16,9 3 8-16,-6 4-18 15,-16 0 12-15,7 0-2 0,3 0 12 16,12-4-7 0,-10 4-4-16,11-4 2 0,-8 0-6 15,-8 0 3-15,9 0-1 16,3 4 2-16,-3-5-1 16,6 5 1-16,-6-3 1 15,3-2-2-15,-3 5-3 16,0-3 3-16,-3 3-5 15,-4-4 5-15,4 4 1 16,3 0 1-16,-9-4-1 0,8 4 0 16,-8 0 9-1,3 0 3-15,-4 0 14 0,4 0-22 16,-3 0 6 0,9-4-6-16,0 4 17 15,-4 0-21-15,4 0 4 0,-9 0 1 16,9 0-3-16,-16-4-3 15,16 4 0-15,-9 0-1 16,9 0 2-16,-10 0-2 16,-2 0 7-16,-4 0-13 15,7 0 15-15,9 0-9 16,6 0 3-16,0 0 0 16,-9 0 0-16,2 0 0 15,8 0-1-15,-4 0 3 16,9 0-6-16,0 0 9 0,-6 0-8 15,-6 0 3 1,3 0-2-16,-3 0 0 0,0 0 0 16,-3 0-1-1,3 0 3-15,-10 0-6 0,23 0 14 16,-7 0-18 0,0 0 16-16,-6 0-14 0,-10 0 8 15,10 0-2-15,3 0 0 16,-15 0 0-16,2 0-3 15,-2 0 6-15,-4 0-8 16,1 0 15-16,8 0-15 16,-8 0 12-16,5 0-13 15,4 0 7-15,3 0-1 16,3 0 0-16,0 0 0 16,12 0-2-16,-15 0 7 0,-3 0-11 15,2 0 8-15,-2 4-4 16,3 0 3-16,-3-4-2 15,6 4-1-15,-4 0 2 16,4-1-1-16,6 2 4 16,-9-5-9-16,3 3 13 15,-16 2-12-15,23-1 8 16,-8 4-4-16,-2-4 1 16,-3 0-1-16,-3-4 1 15,2 4 0-15,-2-4-5 16,-7 0 12-16,4 4-14 15,2-1 15-15,-5-3-12 0,15 5 6 16,0-5-3 0,3 4 1-16,3 0 0 0,-6 4-2 15,-4-4 6-15,4 1-10 16,0-5 12-16,-3 3-11 16,-9-3 11-16,15 8-12 15,-4 0 8-15,8 0-2 16,-11 1 0-16,10-6-4 15,-6 2-2-15,-3 2 9 16,3-3-8-16,0 0 7 16,-3 0-6-16,3 0-5 0,6 9 9 15,-9-2 0-15,9-2 0 16,-6-1-2-16,-10 3 3 16,10-7-1-16,-9 4 0 15,2-8 1-15,4 8-1 16,3-3-2-16,-6 3-1 15,3 0 3-15,3-1 0 16,-10-2 1-16,4 6-7 16,-3-6 13-16,15-2-10 15,0-3 6-15,6 5-6 16,-9-5 1-16,-9 0 2 16,6 0 0-16,-10 7 0 15,-5-7-5-15,8 5 12 16,-8-2-14-16,-1 2 9 0,10-2-4 15,-16 2 1-15,0-2-5 16,7 2 8-16,2-1-4 16,-2-4-6-16,-13 0 7 15,6 0-4-15,-6 8 10 16,0-8-15-16,0 3 20 16,0-3-11-16,22 0 1 15,-22 0-4-15,6 0 4 16,0 0 0-16,-6 0-3 15,0 5-1-15,0-5-15 16,0 0-27-16,0 0-22 16,0 0-100-16,0 8-42 0,0-8-172 15</inkml:trace>
  <inkml:trace contextRef="#ctx0" brushRef="#br1" timeOffset="-214325.9">7901 15031 39 0,'0'0'205'0,"0"0"-133"0,0 0 54 0,0 0-31 0,0 0-32 16,0 0-45-16,0 0 3 0,0 0-19 15,0 0 2 1,24 0 20-16,4 0 29 0,-22 0 17 16,7 0 9-16,2 0 3 15,4 0-51-15,3 8 2 16,-4-4-25-16,16 4 6 16,-15-4-14-16,21 4 2 15,1-4 1-15,-7-4-2 16,0 0-2-16,-16 3-3 15,4-3-3-15,-3 0 0 16,-13 0 3-16,9 0-13 0,-8 0 4 16,-1 0-2-16,-6 0-7 15,6 0 12 1,-6 0-5-16,0-19 10 0,0-6-75 16,0 6 4-16,-12-5-25 15,-29 0 12-15,7 4 29 16,0 4-21-16,22 3 81 15,6 6 16-15,-1 7 22 16,-2 0-7-16,9 0 23 16,-12 0-54-16,12 0-41 0,0 0-99 15,-19 0-74 1</inkml:trace>
  <inkml:trace contextRef="#ctx0" brushRef="#br1" timeOffset="-210962.32">3067 14751 12 0,'0'0'75'0,"0"0"49"0,0 0-28 0,0 0-46 15,0 0 2 1,0 0 3-16,0 7-29 0,0-7-11 16,0 0-3-16,0 0 7 15,0 0 8-15,0 0 6 16,0 0 4-16,0 0-16 16,0 0 0-16,0 0-18 15,0 0-3-15,0 0 0 16,0 0-2-16,0 4 2 15,0-4 2-15,0 4 9 16,0-4-3-16,0 0-1 16,12 0 0-16,-12 0-14 15,0 0 6-15,6 0-2 16,-6 0 1-16,9 0-5 0,-9 0 6 16,0 0 1-1,7 0-2-15,-1 0 4 0,6 0 6 16,4 0-6-16,-4 0 1 15,1 0-3-15,8-8 1 16,-8-4-5-16,-1-4 8 16,16 4-8-16,-22 4 5 15,22-4-6-15,-15 8 5 16,-13 0-4-16,0 0 4 16,12 4 7-16,-6 0-6 15,22 0 3-15,-6 0-8 0,-10-4 12 16,7-1-10-1,9-2 6-15,-16-1-4 16,10 0 3-16,3 4 9 0,-4 0-1 16,-2-4 8-1,3 3-1-15,-10-2-15 0,22-1-3 16,-15 0 7-16,9 3-12 16,12 2 11-16,-21-2-9 15,8 2 6-15,1-5-4 16,-3 4 1-16,9-1 0 15,0-3-1-15,7 0 9 16,-1 5-16-16,-15-9 16 16,21 4-7-16,-12 0-1 15,0 0 3-15,-9 0-3 0,9 8 9 16,-6-9 24-16,0 9-6 16,-9 0 3-16,9 0-23 15,-10 0 2-15,16 0-6 16,7-8-3-16,-7 8 1 15,-3-3 6-15,3-10-7 16,0 13 2-16,0-4-4 16,-3 1 8-16,3 3 2 15,7-5-5-15,-13 5 7 16,-4 0-6-16,-2 0 12 16,-10 0-7-16,16-3-9 15,-9 3-2-15,9-8 2 16,0 8-2-16,3 0 6 0,-3 0-8 15,0 0 8 1,3-8-3-16,-4 8 2 0,8-5-3 16,-1 5 0-16,-3 0 1 15,-3 0-11-15,6 0 21 16,-3 0-17-16,3 0 14 16,-6 0-11-16,6 0 6 15,-9-4-6-15,21-4-6 16,-18 5 9-16,19-2 2 15,-1 5 1-15,1-8-6 16,-7 8 5-16,13 0-6 16,2 0 8-16,-8 0-8 15,6-3 8-15,-7 3-5 0,-6 0 1 16,1 0-4-16,5 0 2 16,-12 0-18-16,1 0 12 15,-11 0 16-15,10 0-16 16,1 0 8-16,11 0 0 15,1 0-1-15,5 0 0 16,-11 0 1-16,-1-5 0 16,-6 5-4-16,0 0 12 15,6 0 3-15,-9 0-10 16,16 0 1-16,-7 0-1 16,1 0-1-16,14 0 0 15,-24 0 2-15,10 0-5 16,5 0 7-16,1 0-11 0,-7 0 17 15,6 0-17-15,-5 0 12 16,-1 0-7-16,-6 0 2 16,0 0 0-16,-6 0-1 15,-3 0 3-15,3 0-7 16,-9-4 13-16,15 4-8 16,-6-11 0-16,3 11 1 15,-4-5 2-15,8 5-3 16,-11 0 6-16,10 0-4 15,1 0-4-15,-1 0 2 16,0 0-3-16,-3 0 6 0,3 0-10 16,6 0 15-1,-6 0-12-15,0 0 4 0,-3 0 0 16,4 0-2-16,-8 0 5 16,8 0-9-16,-4 0 12 15,9 0-8-15,0 0 8 16,7 0-6-1,15 0 3-15,3 0-4 0,-9 0 5 16,-19 0-7-16,-3 0 3 16,-6 0 0-16,12 0-7 15,-6 0 18-15,-3 0-19 16,10 0 13-16,-7 0-5 16,18 0 0-16,-5 0-2 15,-1 0-1-15,16 0 6 16,-15 0-4-16,-7 5 3 0,-6 6-4 15,-9 1 0 1,3 1-4-16,-9-10 8 0,9 9-5 16,-10-4 3-16,-2-3 0 15,2-5 6-15,-2 11-2 16,-4-6 0-16,7-2-2 16,9 1 8-16,0 4-9 15,-10 0 6-15,10 0-6 16,-3 4-1-16,9 1 8 15,0-2-5-15,-6 6 6 0,-3-6-7 16,3 6 12 0,6-6-13-16,-9 2 17 0,3-1-17 15,-10-4 11 1,4-5-12-16,-3 2 1 0,2 3-3 16,-8-4 6-16,-1 4-8 15,10 0 13-15,-10 0-11 16,16 4 5-1,12 0 4-15,-15 0-2 0,3 8-6 16,25-7 3-16,-19-5-2 16,6 7 0-16,-6-7 1 15,-9 8 31-15,3-4-15 16,6-4-7-16,-9 5-9 16,3-2 12-16,-3-7-13 15,3 9 0-15,-1-2-8 16,-2 6 16-16,9 2-15 0,0 1 14 15,7 1-7 1,-1-1 3-16,-6-4 7 0,-3-1-8 16,-3 2-2-16,0-5-1 15,-16-5 1-15,1-2-3 16,2-5 8-16,-2 8-2 16,-7-4-3-16,0 4 0 15,7-4 4-15,-4 11-2 16,9-6-1-16,-11-1 2 15,14-4-3-15,-21 0-9 16,0-4 0-16,0 0-93 0,0 0-100 16,-21-12-549-1</inkml:trace>
  <inkml:trace contextRef="#ctx0" brushRef="#br1" timeOffset="-210112.18">9798 15003 584 0,'0'0'143'0,"0"0"-92"0,0 0-28 15,0 0 3-15,0 0-14 16,0 0 21-16,106 40 7 16,-79-32-1-16,-8-4-12 15,3 8-10-15,3-9 3 0,-10 6-18 16,-3-1 18-1,10 0-17-15,-16-8 14 0,13 12-14 16,-13-8-6 0,10-4 1-16,-10 0-2 0,-6 0-3 15,0 0 7-15,0 0-1 16,0 0 7-16,0 0-15 16,0 0 18-16,6 0-10 15,7 0 3-15,8 0-2 16,-2 0 0-16,-13-4-1 15,3-8-3-15,-2 0-15 16,-7-4-5-16,0 4-7 16,0 0 30-16,-7-5-7 15,-21-2 7-15,-12-1-16 0,12 0 8 16,22-4 8 0,-19 7 2-16,16 6 9 0,-4-6 6 15,1 14 0 1,6 3-13-16,-16 0-6 0,22 0-7 15,-25 0-17-15,-3 0-185 16,16 0-68-16</inkml:trace>
  <inkml:trace contextRef="#ctx0" brushRef="#br1" timeOffset="-206332.78">5352 16130 106 0,'0'0'24'0,"0"0"71"0,0 0-19 0,0 0-33 15,0 0 63-15,0 0-11 16,0 0-21-16,0 0-8 16,0 0 14-16,0 0-59 0,0 0-17 15,0 0-2 1,0 0-2-16,0 0-1 16,0 0 1-16,0 0 20 15,0 0 19-15,0 0 37 0,0 0-35 16,0 0-18-16,0 8-14 15,0-5-1 1,0 2-4-16,0-1-3 0,0-4 3 16,6 0-4-16,16 0 3 15,-22 4 2-15,18-4-4 16,-2 8-1-16,2-4 11 16,-5 4-6-16,15 0 3 0,6 0-8 15,-9-4 1 1,9-4-3-16,-6 8 11 15,-4-4-12-15,4 0 6 16,-6-1-6-16,3 2 8 0,-3-5-7 16,-4 8 5-1,4-4-3-15,-10 0 2 0,1 0-1 16,-7 1 7-16,9-5-5 16,-8 0 7-16,5 7-8 15,0-7 13-15,4 4-10 16,2 0 7-16,-2-4-3 15,9 0-9-15,-3 8 5 0,-10-4-3 16,16 0-1 0,-10 1 4-16,-5-2 1 15,2-3-5-15,10 8 3 0,-3-4-3 16,-4 0-1-16,4 0 0 16,-3 0 3-16,2-4-6 15,-2 9 11-15,3-6-14 16,-4-3 13-16,1 5-9 15,3 2 3-15,-4-3-1 16,4 0 0-16,-3 1 1 16,2-2-4-16,-8-3 6 15,8 8-9-15,-14-8 13 16,11 5-14-16,-12-2 11 16,16-3-10-16,-16 0 6 15,1 0-1-15,20 0-1 16,-8 8 3-16,-3 1-7 15,8-6 12-15,-17 2-13 0,20-5 15 16,1 0-15 0,-9 0 9-16,3 0-2 0,2 0 0 15,11 0 0 1,-8 0-2-16,-8 0 6 0,0 8-8 16,2-8 10-16,-2 3-11 15,3-3 5-15,2 0 0 16,-2 0-2-16,-3 0 6 15,3 5-11-15,-4-5 14 16,-2 0-8-16,-4 0 2 16,7 3 1-16,-4-3 7 15,4 0-14-15,-4 0 5 0,-2 0 0 16,5 0-3-16,-2 0 10 16,2 0-5-16,4 4-1 15,-3-4 20 1,-7 0-17-16,16 0 4 0,-9 0-6 15,8 0-1-15,8 0 2 16,-11 0 3-16,4 0-3 16,-6 0 2-16,3 0 16 15,-3 0-17-15,-10 0 12 16,7 0-10-16,2 0 1 16,7 0-5-16,-9 0-2 15,-1 0 0-15,10 0 1 16,0 0-3-16,-9 0 8 0,2 0-12 15,-8 0 14-15,-1 0-15 16,4 0 14-16,-4-4-8 16,7 4 1-16,2-8 0 15,4 5-3 1,-3-5 6-16,6 3-8 0,-3-7 10 16,-4 12-12-16,-8-8 8 15,5 8-6-15,-2 0 8 16,-16 0-5-16,0-3 2 15,12 3 0-15,-5 0-3 16,14-5 7-16,20-3-10 16,-10 8 9-16,3-8-8 15,-13 0 9-15,-2 1-6 16,-7 7 2-16,-2-5-3 16,2 5 1-16,-6-3 4 0,0 3-6 15,1 0 14-15,-1-9-20 16,3 9 19-16,-9-4-14 15,6-4 8-15,1 8-5 16,11-4 2-16,-9-4 0 16,4 5-3-16,-1-6 9 15,1-3-14-15,2 12 16 16,-9-8-13-16,22 1 9 16,-21-2-7-16,5 5 3 15,0 0-1-15,-2-4 1 16,-4 8 0-16,-6 0-4 15,6 0 8-15,-6 0-11 0,6 0 13 16,-6 0-12 0,0 0 9-16,0-5-3 0,0 2 2 15,6-1-1 1,7-8-2-16,-4 12 2 0,4-4-6 16,-1-4 11-16,3 0-9 15,-8 0 9-15,-1 4-7 16,0-4 1-16,-6 8 0 15,12 0 1-15,-12 0-1 16,0 0 0-16,0 0 1 16,0 0-8-16,0 0 16 15,0 0-16-15,0 0 9 0,16 0-3 16,-4-4 1-16,-12-5 0 16,13 9 2-16,-13-3 0 15,0-5-4 1,0 8-8-16,6-4 5 0,9 0-9 15,-2 0 13-15,-7 4-14 16,-6-5-3-16,0-3-24 16,0-7-119-16,0 2-305 15</inkml:trace>
  <inkml:trace contextRef="#ctx0" brushRef="#br1" timeOffset="-205577.32">8201 16090 287 0,'0'0'207'0,"0"0"-101"0,0 0-61 0,0 0-31 0,0 0 8 16,0 0 9-16,72 0 26 16,-51 0 0-16,-2 0 10 15,9-8-17-15,12 0-25 16,-15 0-5-16,9-5 8 15,-6-2-16-15,-28 2-10 16,19 13 0-16,-4 0 5 16,-15 0-3-16,12 0-3 15,-5 0 5-15,-1 0-4 0,-6 0-2 16,0 0 0-16,6 16 2 16,-6 9-5-1,0-1 6-15,0 12 5 0,0-8 1 16,0 8-18-16,-6-8 6 15,-7-3 3-15,1-14-23 16,12-11-63-16,-15 0-193 16,8 0-90-16</inkml:trace>
  <inkml:trace contextRef="#ctx0" brushRef="#br1" timeOffset="-202750.73">5318 16210 74 0,'0'0'227'0,"0"0"-213"0,0 0 7 0,0 0 56 0,0 0-66 0,0 0 7 0,0 0 23 16,0 0-1-16,0 0-33 15,0 0 0-15,0 0 38 16,0 0-27-16,0 0 6 0,0 0-14 15,0 0 4-15,0 0-12 16,0 0 16-16,0 0 15 16,0 0 33-16,0 0-11 15,0 0 2-15,0 0-12 16,0 0-33-16,15 0-5 16,-15 0-6-1,0 0-1-15,13 0 2 0,-13 0-2 16,12 0 5-16,-3 3 13 15,4 2-4-15,5 3-14 16,-2 0 15-16,2 1-15 0,4 2 15 16,-3-7-13-1,2 8 11-15,-2-3-10 16,0-6-2-16,2 5 4 0,-8-4-3 16,-7 0 5-16,9 4-4 15,-8-8 5 1,5 12-5-16,10-7 10 0,-4 6-13 15,10-2 8-15,-3-6-5 16,3 13-2-16,0-8 3 16,-3 4-2-16,3-7 10 15,-10 6-2-15,16 1 21 16,-12-4-24-16,15 0 15 16,-3 9-14-16,0-9-1 15,-6 0-1-15,-3 0-5 16,3-5-2-16,-16 6 7 0,4-5-11 15,9 3 10-15,-4-7-8 16,4 16 8-16,3-7-5 16,-3-1 0-16,9 0 0 15,0 0-1-15,0 0 2 16,0 0-2-16,-9 0 2 16,3-4-3-16,-3-1 13 15,-3-3-15-15,6 5 9 16,-4-1-5-16,4 0 1 15,-3 0 0-15,9 0 0 16,0 4 4-16,7-1-10 16,-7-2 16-16,6 3-21 15,0-4 13-15,-3 0-6 0,-2 0 3 16,-7 1 0-16,-1-5-1 16,-8 0 2-16,0 3-3 15,2-3 10-15,7 0-16 16,-9 5 17-16,-1-5-15 15,4 0 9-15,-9 0-4 16,8 0 1-16,4 0 0 16,3 0-4-16,-9 0 6 15,8 0-3-15,1 3 2 16,-9 1 5-16,-7 0-6 16,16 0 2-16,0-4-2 15,-3 4 0-15,-3-4-6 0,-4 0 10 16,10 0-7-1,-15 4 6-15,8-4-3 16,4 0 3-16,3 5-6 16,0-5 7-16,3 0-9 15,3 0 5-15,0 0 0 0,0 0-2 16,-3 0 4-16,3 0-4 16,0 0 4-16,7 0-10 15,-7 0 13-15,12 0-9 16,-5 0 4-16,5 0 0 15,1 0-1-15,-13 0 2 16,-16 0-2-16,10 0 7 0,-3 0-15 16,-3 0 11-16,12 0-8 15,-22 0 12-15,1 0-7 16,9 0 1 0,-10 0-4-16,10 0 3 0,-4 0 1 15,-5 0-2-15,2 0 4 16,4 0-4-16,9 0 3 15,3 0-4-15,-3 0 3 16,-1 0 0-16,-8 0 0 16,9 0 8-16,-3 0-17 15,3 0 20-15,-16 0-20 16,16 0 18-16,0 0-15 16,-3 0 11-16,-19 0-5 0,9 0 0 15,4-5 5-15,3 1-7 16,3 0 7-16,2 0-1 15,-8 0 6-15,15 0-14 16,-6 1 8-16,-3-2-5 16,-3 5 5-16,-10 0-6 15,0-3 2-15,10-2 0 16,6-3-1-16,-9 0 9 16,21-1-1-16,-12 2-5 15,3-1-4-15,-3 0 7 16,0 4-9-16,-10-5 4 15,16 9 0-15,-21-3 0 16,8-1 3-16,-8 0-6 16,-1-4 7-16,16 4-12 15,-9-4 13-15,9 0-8 0,-16 0 6 16,10 0-2 0,-10 4-1-16,10-4 0 0,-4-5-3 15,10 2 12-15,-3-6-7 16,15-2 0-16,-27 2 2 15,15 1-3-15,-16 12-1 16,4-4 0-16,2 5 0 16,-12-5 0-16,10 8 2 15,-4-5-5-15,1 2 10 16,2-6-12-16,-8 1 10 16,11 5-9-16,-2-2 4 15,-4-3 0-15,0 0 0 0,-5 0 8 16,-1 1-18-1,-6 7 20-15,9-5-20 16,4 2 15-16,-13-6-10 0,12 5 6 16,-12 0-3-16,0 4 2 15,0-4 0 1,0 0-2-16,6-4-19 0,3 0-16 16,-9-8-54-16,13 1-48 15,-13 10-149-15,0 1 122 16,0 4-34-16,0 0-104 15</inkml:trace>
  <inkml:trace contextRef="#ctx0" brushRef="#br1" timeOffset="-202034.9">9476 16243 317 0,'0'0'105'0,"0"0"-28"0,0 0-52 0,0 0-5 0,0 0 16 15,0 0-10-15,6 0-8 16,-6 0-7-16,0 0 33 16,15 0 34-16,-15 0 22 15,0 0-35-15,0 0-34 16,0 0-10-16,0 0-4 16,13 0 9-16,-1 0-12 0,10 0 10 15,3 0-6-15,3 0 6 16,0-5-10-16,6-3-1 15,-10-4-10-15,4 7 1 16,-3-2-3-16,-3-5 4 16,3 8-5-16,-10-4 8 15,-9 8-16-15,1-5 9 16,-7 5-7-16,0 0 0 16,12 0-3-16,-3 0-4 15,-9 0 8-15,0 0 2 0,0 0 3 16,0 17 8-1,0 7-8-15,0 1 2 16,0 6 7-16,-9-11-15 16,-3 1 11-16,5-13-5 0,7-1 0 15,0-3 2-15,-6-4-5 16,6 0-16-16,-15 4-45 16,-10 1-258-16,-3-2-366 15</inkml:trace>
  <inkml:trace contextRef="#ctx0" brushRef="#br0" timeOffset="-179699.09">16784 1792 777 0,'0'0'198'0,"0"0"-140"0,0 0-2 16,0 0-4-16,0 0-45 0,0 0 27 15,0 0-32-15,-28-16 23 16,22 16 0-1,0 0 10-15,-4 0-22 0,4 0-11 16,0 0 3-16,6 0-4 16,0 0 0-16,-6 0 4 15,6 0-5-15,-13 0 2 16,-8 0-4-16,-4 16-4 16,-25 25 1-16,4 14 1 15,5-2-2-15,10 7 4 16,16-9-2-16,-4-7-1 15,19-11-2-15,0-5 6 16,0-4-20-16,0-7 8 0,19-6-1 16,9-7-1-1,6-4 9-15,0 0-5 16,3-4 11-16,13-32 2 0,-4 0-2 16,-21 8 6-16,-3 8-12 15,-22 12 6-15,0 8 0 16,0 0 7-16,0 0-4 15,-56 0-4-15,3 8 6 16,7 16-10-16,12-5 8 16,21-6-8-16,13-9-25 0,0-4-107 15,0 0-290 1</inkml:trace>
  <inkml:trace contextRef="#ctx0" brushRef="#br0" timeOffset="-178937.02">17324 1595 387 0,'0'0'215'0,"0"0"-157"0,0 0 11 0,0 0-47 0,0 0 1 0,0 0 80 0,-146 177-33 0,90-125-41 0,9 1-7 16,23-14 19-16,-4-14-27 0,15-1 7 15,1-17-17 1,3 1-1-16,9-3-3 0,0-2-5 15,0-3-8-15,0 5-4 16,15-5 9-16,10 0 1 16,3 0-5-16,-10 0 10 15,17 0-8-15,-23 0-20 16,10 0-1-16,-10 0-58 16,10 0 7-16,-4 0 35 15,4-5-18-15,-3 2 48 16,2-10-10-16,-8-2-54 15,-1 7-44-15,-6-9-6 16,4 6 1-16,-4-2 17 0,-6 5 74 16,0 4 39-1,0 4 74-15,0 0 107 16,0 0-19-16,0 0-58 16,0 12-33-16,0 12-21 0,0 1 28 15,-22 19-4 1,10-4 46-16,-1 8-30 0,4 0-50 15,9-4-13-15,0-4-12 16,0-8-4-16,0-12-11 16,0-4-3-16,0-16-67 15,0 0-229-15,0 0-312 0</inkml:trace>
  <inkml:trace contextRef="#ctx0" brushRef="#br0" timeOffset="-177939.74">16908 3239 320 0,'0'0'156'0,"0"0"-134"0,0 0-22 0,0 0-4 0,0 0-36 0,0 0 24 0,0 0 16 0,0 0 26 15,9 0 29-15,-9 5-9 16,7 3-21-16,-1-8-8 15,0 0-12-15,0 0-6 0,-6 0 6 16,16 0 0 0,-16 0 15-16,0 0 13 0,0 0 40 15,0 0 8-15,0 0 16 16,0 0-77-16,6 0 3 16,12-13-4-16,4-6-5 15,9-6-14-15,-3-3-2 16,6 0 1-16,0 4 2 15,7-7-7-15,-17-2 2 16,4 5 1-16,-9-3-25 16,-4 2-5-16,-15 9-8 0,0 8 19 15,0 4-1 1,0 0-33-16,-34 8-46 16,-18 0 87-16,-4 0 15 0,-3 0 3 15,6 24 19-15,19-4 2 16,0 0-13-1,22 8-9-15,5-4 4 0,7 1 1 16,0 3-5-16,0 3 47 16,25 2-22-16,22-6-10 15,-7 1-17-15,-6-3-1 16,6 3-26-16,-21-12 5 16,-10 17 11-16,-9-14 11 15,0 9 2-15,0 5 11 16,-15-5 20-16,-38-5-15 15,-6 1-1-15,-3-7-8 16,28-9-9-16,3-5-10 0,9 2-15 16,10-5-58-16,12 0-89 15,-6 0-350-15</inkml:trace>
  <inkml:trace contextRef="#ctx0" brushRef="#br0" timeOffset="-177289.33">16173 3108 99 0,'0'0'437'0,"0"0"-339"0,0 0 18 0,0 0 30 0,0 0-68 0,0 0-22 0,-53 48-35 15,26-20 0-15,-4 12-10 16,3-8 6-16,-6 17-13 15,-7-5 0-15,1-5-4 16,0 2-1 0,9-13 1-16,3-5-25 15,21-10 20-15,1-13-27 0,6 0 5 16,0 0-119-16,0-21-71 16,0-22-270-16</inkml:trace>
  <inkml:trace contextRef="#ctx0" brushRef="#br0" timeOffset="-177088.8">16173 3108 667 0,'-366'51'88'0,"366"-51"-54"0,13 0-1 16,33 16 110-16,7 9-82 15,9 3-34-15,-3 0-20 16,-6-9-7-16,2 11 0 15,-8-15 0-15,-7-11-9 16,-6 13-76-16,-15-14-106 16,-13-3-41-16,-6 0-311 15</inkml:trace>
  <inkml:trace contextRef="#ctx0" brushRef="#br0" timeOffset="-176641.24">15606 3632 56 0,'0'0'503'0,"0"0"-457"0,0 0-6 0,0 0 4 0,0 0-12 0,0 0 23 0,-6 36 55 16,52-19 10-16,41 7-60 16,28-4 44-16,24-7-62 15,22-6-6-15,25-3-19 16,0-4-17-16,-3 0 0 16,3 4-2-16,-31 1-9 15,-21 3-44-15,-29 8-54 0,-30-1-65 16,-41 6-168-16</inkml:trace>
  <inkml:trace contextRef="#ctx0" brushRef="#br0" timeOffset="-175724.23">16889 4166 294 0,'0'0'89'0,"0"0"-20"0,0 0 3 0,0 0-69 0,0 0 15 16,0 0-18-1,13 0 5-15,-13 5 17 0,0-5 27 16,0 0 30-16,0 0 28 15,0 0 20-15,0 0-84 16,0 0-8-16,0 0-12 16,0 0 23-16,0 0-24 15,22 0-13-15,-4 0-9 16,16 0 0-16,0-5 12 16,0 2-7-16,-15 3-4 15,-7 0-1-15,16 0-5 0,-15 0-40 16,-7 16 28-16,-6 23 7 15,0 14 6-15,0 7 0 16,-59 4 4 0,6 0-4-16,1-8 13 0,18-12-14 15,12-11 13 1,9-17-5-16,13-4 0 0,0-12 2 16,0 0-5-16,0 0-2 15,0 0 0-15,28 0 4 16,-3 0-8-16,9 0 13 15,-6 0-14-15,3 0-23 16,-9 0-106-16,-22-17-140 0,0-2-318 16</inkml:trace>
  <inkml:trace contextRef="#ctx0" brushRef="#br0" timeOffset="-174557.76">16021 1135 505 0,'0'0'108'0,"0"0"-59"0,0 0 38 0,0 0-43 16,0 0-4-16,0 0-31 0,72 0 5 0,-57 0 23 0,-9 0 3 16,0 8 3-16,1 15-29 15,-7 2 20-15,0 6-17 0,0 6 1 16,0 3-13-16,0-8 1 15,0 4-3-15,-7-12 2 16,7-8-4-16,0-3 1 16,0-6 0-16,0 5 7 15,0-3-13-15,22-1 19 16,3 7-20-16,-10-7 5 16,-15 8-1-16,0 1 1 15,0 7 0-15,0-1 10 16,0 13 8-16,0-3 26 0,-27 15-33 15,-8-8-2 1,-5-8 2 0,15-4-22-16,-9 4 9 0,0-4-40 0,6-4-37 15,16-7-221 1,6-6-252-16</inkml:trace>
  <inkml:trace contextRef="#ctx0" brushRef="#br0" timeOffset="-171495.63">15854 4163 530 0,'0'0'90'0,"0"0"-44"0,0 0 22 0,0 0 3 0,0 0-14 0,0 0 14 16,0 0-43-16,-75 28-8 16,75-25 19-16,0 2-20 15,0 3-7-15,0 3-7 16,0 14 1-16,0-2 2 16,34 6-8-16,1-6 0 15,5 2 2-15,-9-5-2 16,-3-1 5-16,0 10-12 0,-10-1 15 15,10-4-12 1,-15 5 12-16,-1-1-12 0,-3-9 4 16,-9 9 0-1,0-3 1-15,-9-9 4 0,-31 12-2 16,-7-8 2 0,7 4-6-16,0-4 1 0,9-12 0 15,3-8-14-15,15 0 9 16,-8 0-85-16,2-44-278 15,19-17 26-15</inkml:trace>
  <inkml:trace contextRef="#ctx0" brushRef="#br0" timeOffset="-171292.96">15919 4138 81 0,'0'0'557'16,"0"0"-548"-16,0 0 66 16,0 0 57-16,0 0-107 15,0 0-25-15,248 12-46 16,-195-12-86-16,-13-4-22 16,-18-4-219-16</inkml:trace>
  <inkml:trace contextRef="#ctx0" brushRef="#br0" timeOffset="-170776.95">16468 4551 89 0,'0'0'124'0,"0"0"18"16,0 0 21-16,0 0-92 16,0 0-13-1,0 0 0-15,0 0 31 0,0-20-22 16,0-8-27-16,0-12-37 16,0-5 6-16,0 2 13 15,0 6 13-15,0 1-4 16,0 5-31-16,0-2 6 15,0-3-6-15,15 13-6 0,-9 10-8 16,-6 10 10 0,0 3 8-16,0 0 14 0,0 0 5 15,0 11-13-15,0 17-10 16,-34 8 2-16,-12 5-7 16,5-10-76-16,-5-6-257 15</inkml:trace>
  <inkml:trace contextRef="#ctx0" brushRef="#br0" timeOffset="-168446.69">1522 16912 268 0,'0'0'337'0,"0"0"-285"0,0 0 22 0,0 0-29 0,0 0-37 16,0 0 10-16,-6 0-1 15,6 0 41-15,0 0-9 16,0 0 17-16,0 0-8 15,0 0-37-15,0 0 8 16,0 0-16-16,0 0 18 16,0 0-30-16,0 0 29 15,0 0-22-15,0 0 13 16,0 0-16-16,0 0 13 16,0 0-17-16,0 0-1 0,0 0 6 15,0 0 3 1,0 0-1-16,0 0-2 0,0 0 17 15,-12 0-23-15,-16 4 0 16,6 7 1-16,10 2-2 16,-7-1-2-16,4-1 3 15,15 2-7-15,0 4 2 16,0-2 2-16,0-3-7 16,9 5 8-16,28-10-12 15,31 5 14-15,-9 0 0 16,-3 0 0-16,15 9-3 0,-9-5 5 15,-15 4-4 1,-7-1 1-16,-6-2-4 0,-9-1-6 16,-9-4 8-1,-10 4-2-15,-6 0 5 0,0 12 7 16,0 0-5-16,0 3 7 16,-34 5 1-16,0-3-20 15,-13-5-3-15,-12 8 6 16,-9-8-21-1,0-4-4-15,15-4-20 0,19-15 24 16,15-5 19-16,7 0-76 16,6-20-115-16,6-24 48 15,0-13-180-15</inkml:trace>
  <inkml:trace contextRef="#ctx0" brushRef="#br0" timeOffset="-168164.82">1557 16832 543 0,'0'0'56'0,"0"0"11"0,0 0 41 0,0 0-20 0,0 0-15 0,0 0-9 0,139-44-38 16,-133 39-15-16,16-3-3 15,9 5-16-15,3-6 4 0,6 1-163 16,-5 8-129 0,-1 0-191-16</inkml:trace>
  <inkml:trace contextRef="#ctx0" brushRef="#br0" timeOffset="-167364.2">2453 17229 9 0,'0'0'291'0,"0"0"-221"0,0 0 43 0,0 0-61 16,0 0-44-16,0 0-2 16,0 47-6-16,0-42 6 15,0 11 32-15,0 0-13 16,0 8 20-16,0-5-26 0,-16 2 4 16,4-9 0-1,6-4-18-15,-1-4 45 0,-8 0-7 16,15 4 3-1,-19-4-25-15,-21 9 27 16,6-6-14-16,0 1-6 0,9 0-15 16,19-3 11-16,6-2 2 15,0-3-1-15,0 0-3 16,0 0-17-16,0 0 11 16,0 0-5-16,-16-3 16 15,10-22-24-15,-13-7 8 16,13-20-1-16,6-5-9 15,0-10-2-15,0-5 9 0,0 7-17 16,0 14 9 0,0 13-3-16,0 11-15 0,0 7 4 15,0 4-3 1,0 4-22-16,0 4 17 16,0 8 8-16,0 0 11 15,0 0-6-15,0 20 2 0,-22 20 1 16,-18 8-8-16,-6-4-162 15,5-8-128-15</inkml:trace>
  <inkml:trace contextRef="#ctx0" brushRef="#br0" timeOffset="-166499.27">2698 16788 234 0,'0'0'238'0,"0"0"-221"0,0 0 113 0,0 0-49 0,0 0 8 15,0 0-3-15,-13 0 6 16,13 0-39-16,0 0-20 16,0 0-23-16,0 0 8 15,0 0-16-15,28 0 4 16,6 0 9-16,13 0-10 15,-1 0-5-15,1 0 0 0,-13 0-7 16,3 0 14 0,-3 11-15-16,-6 22 8 0,-16 7 0 15,-12 4-6-15,0 8 3 16,0 4-1 0,-24 0-7-16,-26 4 10 0,25-8 2 15,-9-7 3-15,16-17 2 16,2-24 13-16,10-4-14 15,6 0-5-15,0 0 0 16,0 0-12-16,0 0-5 16,34-4 15-16,19-5 2 15,9 1 18-15,-3 0 21 0,9 8-9 16,-9 0-14 0,-13 0-16-16,-5 0-4 0,-7 0 3 15,-10 0-15-15,4 0-48 16,-9 0-12-16,-19 0-202 15,0 0-295-15</inkml:trace>
  <inkml:trace contextRef="#ctx0" brushRef="#br0" timeOffset="-110413.32">4028 16988 131 0,'0'0'76'16,"0"0"-65"-16,0 0-9 0,0 0 58 0,0 0-43 0,0 0-16 0,0 0 52 0,0 0 12 0,-31-20 2 15,31 20-9-15,0 0-1 16,-10 0-42 0,10 0 12-16,0 0-5 0,0 0 5 15,0 0-13-15,0 0 1 16,0 0 19-16,0 0 4 16,0 0 9-16,0 0-14 15,0 0 14-15,0 0-34 16,0 12 8-16,0 12-12 15,0 4 24-15,0 13-16 16,0 10 0-16,0 6-3 16,0 10-10-16,0 5 0 15,0-6 3-15,0-11-14 16,0-10 4-16,0-14-30 16,0 1-96-16,0-12-114 15,-18-7-208-15</inkml:trace>
  <inkml:trace contextRef="#ctx0" brushRef="#br0" timeOffset="-109895.89">3727 17365 389 0,'0'0'217'0,"0"0"-175"0,0 0 9 0,0 0 14 0,0 0 85 0,0 0-87 15,127 0-10-15,-80 0-20 16,2 0 5-16,-2 0-32 16,5 0 2-16,-5 0-8 15,6 0-28-15,-7-4-21 16,-12-4-55-16,0-4-136 16,-9 8-13-16</inkml:trace>
  <inkml:trace contextRef="#ctx0" brushRef="#br0" timeOffset="-109163.14">4639 16803 240 0,'0'0'138'0,"0"0"-26"0,0 0-23 0,0 0-29 0,0 0 12 0,0 0-18 0,-162 253 31 0,150-197-12 16,-4 5-46-16,10 3-6 16,6-9 3-16,0 2 3 15,0-9-24-15,0-4 13 16,22-4-15-16,3-4 10 15,9-4-9-15,-6-7 0 16,-3-5-2-16,3-12 0 16,-16-5-1-16,-12-3 3 15,0 0-7-15,0 0 10 0,12 0-8 16,4-19 7 0,-10-14 3-16,6-7-5 0,-12 4-1 15,16 8-1-15,-16 9-1 16,0 6-5-16,0 5 10 15,0 0-8-15,-28 8 0 16,-6 0-2-16,15 0 3 16,-21 0 3-16,12 16 0 15,0 8-3-15,10 1 2 16,5 3-12-16,13 0-76 16,0-1-199-16,0-7-90 15</inkml:trace>
  <inkml:trace contextRef="#ctx0" brushRef="#br0" timeOffset="-108197.85">4930 16840 83 0,'0'0'300'0,"0"0"-225"0,0 0 16 0,0 0-22 0,0 0-21 0,0 0 12 16,28 15-10-16,-16 6 14 15,-2 7 12-15,-10 12-32 16,0 0-17-16,0 8 8 15,0 4-29-15,0 9 7 16,0-5-12-16,-16-1-1 16,-2-2 13-16,-4-6-11 15,9-11 8-15,1-6-10 16,12-7 0-16,0-10-2 16,0-10 1-16,0 2-17 0,0-5-8 15,0 0-34-15,0 0 28 16,0 0 22-16,12 0 8 15,7 0 2-15,-3 0 0 16,-10 0 1-16,6-5-1 16,-6-7-3-16,4 0-15 15,-4-8-24-15,0 4-9 16,0-4 26-16,0 4 20 16,1-4-39-16,-7 0-1 15,0-4-5-15,0 4 28 16,0 0 0-16,0 12 22 15,0 3 8-15,0 5-4 0,0 0 19 16,0 0-16-16,0 0-7 16,0 0 1-16,0 0-5 15,0 0 8-15,0 13-4 16,0 10 24-16,0 6 9 16,0 11 19-16,0 8-12 15,0 4 28-15,0 5-14 16,0-6-10-16,0-2-32 15,0-10 0-15,0-11-8 16,0 1-4-16,0-9-1 16,0-8-12-16,0-8-73 15,0-4-133-15,0 0-66 16</inkml:trace>
  <inkml:trace contextRef="#ctx0" brushRef="#br0" timeOffset="-106800.13">5057 16836 221 0,'0'0'98'0,"0"0"-25"0,0 0-35 0,0 0-14 0,0 0 19 16,0 0 5-16,0 0-4 16,0 0 3-16,0 0 15 15,0 11 9-15,0 10 4 16,-6 2-36-16,-13 2 6 16,4 7-13-16,-10 8-6 15,3 9-7-15,-2 2-11 0,-4 1-2 16,9 0-5-16,-9 1 5 15,16-1-4-15,-10 0-2 16,10 0 8-16,-1-4-9 16,4-11 1-16,3-13-2 15,6-9 1-15,0-7-11 16,0-8 7-16,0 0-27 16,0 0 10-16,0 0 2 15,0 0 19-15,28 0 2 16,-10 0-1-16,10 0 0 15,-9 0 0-15,9 0 4 0,-7 0-3 16,4 0-1 0,-3 0 5-16,-4 0-13 0,-11 0 12 15,-1 0-8-15,3 0 5 16,-3 0-1-16,1 0 0 16,-1 0-4-16,0-8 2 15,0-15 1 1,10 2 1-16,-4 6-15 0,1-6 0 15,-7 9-9-15,-6-4 18 16,9 0-20-16,-9 4 12 16,0-4 13-16,0 8 1 15,0 4-1-15,0-1 5 0,0 5 16 16,0 0 0-16,0 0-3 16,0 0-7-1,0 0 11-15,0 0-18 0,0-3 3 16,0 3 9-16,0 0-13 15,0 0-4-15,0 0 4 16,0 0-5-16,0 0 8 16,0 0-4-16,0 0 3 15,0 0 6-15,0 0 2 16,0 12-7-16,0 4-2 16,0 8 1-16,0 12 8 15,0 9-10-15,-9 2 14 16,-4 10 6-16,13-1-3 15,-12 0-1-15,12-9 13 0,-6-6-4 16,6-5-23 0,0-11-2-16,0-2 5 0,0-7-14 15,0-8-39-15,0-8-9 16,0 0-92-16,0 0-145 16,0 0-155-16</inkml:trace>
  <inkml:trace contextRef="#ctx0" brushRef="#br0" timeOffset="-105967.74">5473 17762 398 0,'0'0'149'0,"0"0"-96"0,0 0 6 0,0 0-32 0,0 0 12 0,0 0 19 0,-7 4 58 16,7-4-35-16,0 0-8 15,0 0 15-15,0 0-37 0,0 0-28 16,0-24-16-16,0-8 5 16,-6-12-5-1,6-9-13-15,0-11 13 0,-6-4-10 16,6-8 4-16,0 8-1 16,0 12 0-16,0 12-3 15,0 16-2-15,0 15-12 16,0 9 2-16,0 4-15 15,0 0-28-15,0 0-56 16,0 0-191-16,0 0-50 16</inkml:trace>
  <inkml:trace contextRef="#ctx0" brushRef="#br0" timeOffset="-105550.04">5479 17284 575 0,'0'0'73'0,"0"0"-67"0,0 0 37 0,0 0 17 15,0 0 4-15,0 0 48 16,102-164-66-16,-83 164-11 15,9 0-34-15,3 0 15 16,3 9 5-16,6 22 0 16,-6 1-11-16,0 5-8 15,-15-5-2-15,-7-4-13 0,-12-4-55 16,0-4-435 0</inkml:trace>
  <inkml:trace contextRef="#ctx0" brushRef="#br0" timeOffset="-79589.87">6356 17313 200 0,'0'0'373'0,"0"0"-327"0,0 0-13 0,0 0 1 0,0 0 24 16,0 0 24-16,0 0 18 16,0-8-46-16,0 8-4 15,0 0-11-15,0 0 18 16,0 0-22-16,31 0-2 0,38 0 3 16,17 8-20-1,14-1 10-15,8 2-22 0,-2-5 11 16,-13-4-15-16,-13 0-2 15,-18 0-27-15,-21 0 0 16,-17 0-79-16,-24 0-303 16</inkml:trace>
  <inkml:trace contextRef="#ctx0" brushRef="#br0" timeOffset="-74743.32">7584 16876 329 0,'0'0'165'0,"0"0"-100"0,0 0 8 0,0 0-12 0,0 0-21 0,0 0 7 15,0 0-12 1,-12 0 16-16,12 0 21 0,-13 0-16 15,4 0-27-15,-3 0-6 16,6 0-15-16,-1 0 5 16,-5 0-11-16,3 0-1 15,2 0 6-15,-5 0-5 16,6 4 12-16,-10-1-1 16,-2 5 18-16,5 5-12 15,-15 10-13-15,1 6-2 16,2 8 0-16,-9 10-5 0,-1 9 2 15,1 4-2-15,28 9-2 16,0-2 2 0,6-6 1-16,0 3-4 0,0-8 4 15,0-4-2-15,34-3-4 16,13-18 2-16,12-3-8 16,-4-20-30-16,-2-8 17 15,-6 0 10-15,-7 0 3 16,-12-28 2-16,-16-3 9 15,-6-5-3-15,-6 3 4 0,0-3 0 16,0 8-2 0,0 9-1-16,0 14 6 0,-28 5-6 15,4 0 10-15,-23 28 0 16,-9 24-5-16,-3 12 1 16,7-3-2-16,18-17 5 15,21-16-6-15,13-17-18 16,0-6-146-16,6-5-113 15,35 0 2-15</inkml:trace>
  <inkml:trace contextRef="#ctx0" brushRef="#br0" timeOffset="-73912.18">8046 16927 528 0,'0'0'88'0,"0"0"-54"0,0 0 46 0,0 0-15 0,0 0-53 15,-167 221 21-15,161-185-3 0,6-3-22 16,0-10-8-1,0-10-2-15,0-5-7 0,0-8-59 16,18 0 38-16,23 0 13 16,14 0 17-16,-24 0-1 15,3 0 2-15,7 0-2 16,-7 0 4-16,-9 0 1 16,9 0 0-16,-12 0 11 15,-16 0-9-15,0 0-3 16,0 0 2-16,-6 0-5 15,6 0 2-15,10-8-10 16,2-8 8-16,-5-4-5 16,2 4-8-16,-8-4-4 0,-1-1 14 15,-6 6-13 1,0-1-51-16,0 4 31 16,0 7 32-16,0 5-24 0,0 0-5 15,6 0 33 1,-6 28 34-16,0 21 10 0,0 15 35 15,0 8 7-15,0 4 12 16,0-4-36-16,0 4-22 16,0-3-16-16,0-9-13 15,0-12-10-15,15-11-1 16,-15-18-3-16,7-10-44 16,-1-10-123-16,-6-3-47 0,0 0-276 15</inkml:trace>
  <inkml:trace contextRef="#ctx0" brushRef="#br0" timeOffset="-72861.93">8620 17220 78 0,'0'0'393'0,"0"0"-352"0,0 0 33 0,0 0-8 0,0 0 24 0,0 241-7 0,0-185-2 0,0 4-33 16,0-7-46-16,9-6 14 16,4 2 5-16,5-9-4 15,-12-4-12-15,10-8 2 16,-4-7-2-16,-5-10-4 16,-7-7-2-16,0-4 6 15,0 0-4-15,0 0 5 16,0-24-5-16,0-28-1 15,-19-4-16-15,3-9-4 16,16 1 18-16,0 0 1 0,0 0-14 16,22-4 13-1,25 4 0-15,-1 11 0 0,-6 17-2 16,1 20 0 0,-1 16-34-16,0 0 4 15,1 0 34-15,-1 0 0 0,-6 21-1 16,-9-6-29-16,-3 6-33 15,-16 2-59-15,-6 2-60 16</inkml:trace>
  <inkml:trace contextRef="#ctx0" brushRef="#br0" timeOffset="-61853.3">9482 17445 239 0,'0'0'93'0,"0"0"50"0,0 0-76 0,0 0-9 0,0 0-33 0,0 0 14 0,0 0-28 15,0 0 15-15,0 0 19 0,0 0 2 16,0 0 16-16,0 0-5 15,15 0-27-15,4 0-12 16,9 0 11-16,12 0-16 16,1 0 13-16,24 0-14 15,3 0 9-15,12 0-3 16,7 0 6-16,6 0-9 16,7 0-12-16,-14 0 7 15,1 0-8-15,-12 0-3 16,-7-4 0-16,-15-12-6 15,-13-4-39-15,-15-8-35 0,-10 12-203 16,-15 8-250-16</inkml:trace>
  <inkml:trace contextRef="#ctx0" brushRef="#br0" timeOffset="-57541.89">11122 17770 70 0,'0'0'270'0,"0"0"-211"0,0 0-29 0,0 0 2 16,0 0-24-16,0 0-6 15,0 0 12-15,0 0 11 16,0 0-6-16,0 0 49 15,0 0-10-15,0 0-23 0,0 0 0 16,0 0-11-16,0 0 11 16,0 0-5-16,0 0 7 15,0 0 11-15,0 0 7 16,0 0-20-16,0 0-23 16,0 0-3-16,-9 0-3 15,-4 0 13-15,7-4-18 16,-6-4 5-16,-4-8 2 15,4 8-8-15,6-13 2 16,0 2 6-16,6-6-8 16,0-6-4-16,0-10 2 0,0 2-6 15,0-6 5 1,6 5 6-16,22 4-6 0,3 0 4 16,-3-9-3-1,-1-2-2-15,-2-9 1 0,3-8-8 16,-15 4-10-16,-1 7 1 15,-12 6 2 1,0 11 12-16,0 3 12 0,0 5-12 16,-40 12 5-16,9-1-16 15,-10 9-5-15,13 8 22 16,10 0 14-16,12 0-3 0,-4 0 3 16,-2 0-14-1,6 21-7-15,-7 15-38 0,13-4-22 16,0 0 18-1,0-4 43-15,0 8 6 0,0 5 0 16,19 7 2-16,27-1-2 16,-5-3-2-16,5 1-69 15,1-1 3-15,-13-3-23 16,6-2 11-16,-12 2 41 16,12-2 6-16,-15 5 31 15,3 1 2-15,-15-1 0 16,-7-8 0-16,-6 0 0 15,0-8 24-15,0-8 51 16,0-4-32-16,0 0-6 0,0 0 8 16,-13 1-1-1,-8-2-23-15,21-7-19 0,-7 0-4 16,7 0-23-16,0-4-40 16,-18-4-168-16</inkml:trace>
  <inkml:trace contextRef="#ctx0" brushRef="#br0" timeOffset="-56774.91">11795 17076 461 0,'0'0'128'0,"0"0"-93"0,0 0 16 0,0 0 11 0,0 0-16 0,0 0 11 15,0 216-20-15,0-167-6 16,0 11 1-16,0 0-21 16,0 1 17-16,0-6-26 15,0 6 6-15,0-9 1 16,28-8 3-16,-16-8-11 15,-6-4 1-15,10-8-2 0,-10-12 2 16,-6-4-3 0,0-8 5-16,0 0 3 0,0 0-6 15,0-8 4-15,0-28 3 16,0-12-7-16,0-16-1 16,0-8-1-16,0-16-1 15,0-1-16-15,0-7-18 0,0 16-17 16,0 11 13-1,19 26 11-15,-10 19 29 16,10 15-8-16,-13 6 4 0,6 3 4 16,4 0-10-16,9 0 6 15,9 0 8-15,0 0-4 16,19 0 2-16,-19 0-2 16,6 12-11-16,-12-4-126 15,-10 3-37-15,-18-3-345 16</inkml:trace>
  <inkml:trace contextRef="#ctx0" brushRef="#br0" timeOffset="-55592.76">12443 16683 89 0,'0'0'52'0,"0"0"-50"0,0 0 17 0,0 0 93 0,0 0-34 0,0 0 79 15,0 0-56-15,0-24-21 0,0 24 6 16,0 0-22-16,9-4-18 16,10-7-38-16,-7-2 6 15,16-3-4-15,13 0 9 16,-14 0-17-16,-2 3-4 16,3 10-3-16,-9 3 3 15,-13 0 2-15,-6 0-16 16,0 16 16-16,0 16 4 15,0 8 0-15,-25 0-4 16,-15 9 5-16,6-5-12 16,0 4 10-16,15-1-4 0,13-6 2 15,6-5-2-15,0-12 3 16,0-9-8 0,0 2 4-16,6-17-1 0,28 0-26 15,6 0 11-15,13 0 12 16,-13 0 6-16,7-4-12 15,-35-4 14-15,16-3-6 16,-15-6-100-16,-7 4-90 16,-6 10-260-16</inkml:trace>
  <inkml:trace contextRef="#ctx0" brushRef="#br0" timeOffset="-50514.29">13125 17666 4 0,'0'0'689'0,"0"0"-621"0,0 0-37 0,0 0 23 0,0 0 35 0,0 0-40 16,0 0-31-16,230 0-4 15,-178 0-13-15,-18 0 11 16,-3 0-12-16,4 0 1 16,-14 0-1-16,4-17-70 15,3 1-132-15,-16 1-24 16,-12 7-149-16</inkml:trace>
  <inkml:trace contextRef="#ctx0" brushRef="#br0" timeOffset="-50337.91">13125 17666 640 0</inkml:trace>
  <inkml:trace contextRef="#ctx0" brushRef="#br0" timeOffset="-50246.61">13125 17666 640 0,'-18'-193'82'0,"70"197"-68"0,17 0 65 16,-17-4-22-16,23 0-57 15,-23 0-50 1,-5-20-123-16,-13-4-74 0</inkml:trace>
  <inkml:trace contextRef="#ctx0" brushRef="#br0" timeOffset="-49413.03">14269 16796 539 0,'0'0'166'0,"0"0"-116"0,0 0-28 0,0 0 16 0,0 0 21 16,19 64 1-16,-19-16-26 15,0 7-30-15,0 2 5 16,0-4-8-16,0-6 0 16,-6-2 5-16,-7-9-1 15,7 0 13-15,6 0-16 16,0-12 1-16,0-4 0 15,0-8-6-15,0-4-21 16,25-4 19-16,9-4 4 0,6 0-4 16,-12 0 5-16,-3 0 0 15,3 0 0-15,-16 0 2 16,10 0-5 0,-16 0 3-16,0 0-6 15,1 0 6-15,-7 0-3 0,6-4-4 16,-6-13-25-16,9-2-25 15,4-6 18-15,-13 2 28 16,18-1-23-16,-9-1-1 16,-2 13-3-16,-1 1 34 15,-6 6 4-15,0 5 0 0,6 0 6 16,-6 0 3-16,0 0 3 16,0 16 5-1,6 21 58-15,7 18 47 16,-4 6-71-16,-3 7-22 0,-6 8 5 15,0-7-6-15,0-1 0 16,0-8-10-16,0-8-10 16,0-8-2-16,0-8-4 15,0-3-4-15,0-10-16 16,0-2-33-16,0-10 4 16,0-7-54-16,0-4-249 15</inkml:trace>
  <inkml:trace contextRef="#ctx0" brushRef="#br0" timeOffset="-48582.14">15004 16827 319 0,'0'0'395'0,"0"0"-306"0,0 0 15 0,0 0-24 0,0 0-49 0,0 0-30 0,0 0 16 16,0 5-14-16,0 23 15 15,-12 11 7-15,-10 6 5 16,-3 4-8-16,4 2-18 15,8-3 11-15,1-3-4 0,2-14 7 16,10-7-18 0,0-7 0-16,0-17-3 15,0 0 0-15,0 0-37 16,0 0-23-16,28-5 48 0,13-10 13 16,11-6-8-16,-11 13 10 15,-1 1 0-15,-6 7-8 16,0 0 8-16,-3 0-2 15,-9 0-10-15,-3 0-20 16,-10 0-5-16,-3 0 12 16,-6 0-10-16,0 0 35 15,0 0-7-15,0 0-13 0,0 0-5 16,6 0-13-16,-6 0 6 16,0-13-49-16,0-3 57 15,0 1 5-15,0 7 19 16,0 3 8-16,0 5 36 15,0 0-3-15,0 0 25 16,0 0 17-16,0 16-21 16,0 12-31-16,0 21 12 15,0 7-2-15,0 8-20 16,0 4 6-16,0-4-17 16,0 5 8-16,0-10-10 15,0-6-2-15,0-9-6 16,0-12 2-16,0-8-7 15,0-4-1-15,0 0-5 16,0 5-41-16,0-6 5 0,0-7-135 16,-21-4-95-1,2-8-303-15</inkml:trace>
  <inkml:trace contextRef="#ctx0" brushRef="#br0" timeOffset="-48050.54">15491 17466 187 0,'0'0'259'0,"0"0"-167"0,0 0-30 0,0 0 10 0,0 0-18 0,0 0-4 0,0 108 49 0,0-88-13 16,0-1-37-16,0 9-23 15,0-3 6-15,34-14-19 0,0 2-11 16,13-13 2 0,5 0-4-16,4 0 5 0,-3-24 5 15,0-16 7-15,-13-12-8 16,-6-9-9 0,-9-11-1-16,-3-16-2 0,-10 0-33 15,-12 4 0-15,0 15 10 16,0 22 23-16,-19 22 4 15,-21 14-1-15,-6 6 5 16,-16 5 8-16,3 0-7 16,-10 8-1-16,17 36-10 15,18 9 3-15,9 10 0 16,19 1-7-16,6-11-62 16,0-6-250-16</inkml:trace>
  <inkml:trace contextRef="#ctx0" brushRef="#br0" timeOffset="72180.6">16381 17281 471 0,'0'0'245'0,"0"0"-228"0,0 0-15 0,0 0 29 16,0 0-31-16,0 0 27 0,0 0 5 0,-19-12 21 16,19 12 28-16,0 0-25 15,0 0-9-15,0 0-35 16,0 0 3-16,0 0-12 0,0 0 14 15,0 0-14 1,0 0-6-16,0 0-2 16,0 0 5-16,6 0 7 15,13 4-5-15,9 4 1 0,0 0 0 16,3-5 5 0,-3 2 0-16,6 3-8 0,6 0 1 15,1-4-1-15,-1-1 0 16,-9-3 2-16,-3 0 6 15,-10 0-4-15,4 0-8 16,-3 0 10-16,2 0-11 16,4-3 10-16,3-17 6 15,-6-1-6-15,-4-2 3 16,23-5-4-16,-13-1 0 16,3-7 4-16,3 5-4 15,0-2-5-15,0-3 4 16,-9 8 3-16,3-8 2 0,0 3-14 15,-10 2 12-15,10-2-7 16,-9 2 2-16,2-5-1 16,4 0 1-16,3-8 11 15,6-5-17-15,-9 5 14 16,9 0-12-16,0 4 5 16,0 4-2-16,-9 3 0 15,3 2 1-15,-3-1-4 16,3-1 8-16,0-7-5 15,-4 4 4-15,-2-8 3 0,3-8-6 16,-3-4 1 0,12 0-2-16,-3 7 0 0,3-3-2 15,-12 16 9-15,2-3-2 16,-2-10-5 0,-3 1 9-16,9-12-6 15,-4 0-1-15,-2-5-2 0,-3 1 0 16,2 0-2-16,-2 0-2 15,3 4 0-15,-4-9 8 16,-2-3-14-16,15-8 3 16,-9-8 3-16,2 7-15 15,-2-2 10-15,-3 19 2 16,-4 0 7-16,-2 11-2 0,-7-2 9 16,0-6-7-1,10 1 12-15,-10-9-23 0,0 2 15 16,13-6-4-1,-10 1 0-15,9 4-3 0,-11-4 3 16,14-5 0-16,-8-3-6 16,-1 4 9-16,10-4-9 15,-4 0 1 1,-2-1-1-16,-10 5-4 0,0 0 7 16,1 8 1-16,-1-5 1 15,-6 9-2-15,12 1 6 16,4-14-9-16,-4 1 15 15,0-4-17-15,16-8 18 16,-15 3-10-16,2-2 12 16,-2-2-12-16,-1 4 0 15,-6 5 0-15,4-4-8 16,2 8 17-16,-6-5-15 0,7 1 9 16,-4 5-6-16,16-2 6 15,3 1-6-15,6 8 3 16,-3 4 0-16,-3-5-2 15,0 9 7-15,-16-4-5 16,7 0 4-16,-19 0-8 16,6-5 14-16,3-3-15 15,3-8 8-15,-5 0-3 16,14-4 6-16,-14 4 4 16,5 3-8-16,-6-7 6 0,0-1-16 15,10-7 17 1,-10 4-17-16,6 8 16 15,-5 0-3-15,-7 20-3 0,6-8 0 16,3 4 4-16,-9 0-6 16,0-5 8-16,0 9-4 15,13-4 4-15,-7-5-5 16,-6 5-1-16,21-4-2 16,-14-8 0-16,-1-1-1 15,-6-3 6-15,0 0 1 16,0 12-3-16,0 8-2 15,0 4 10-15,0 7 4 0,0 2-13 16,0-1 13-16,0-1-15 16,0 1 3-1,0 0-6-15,0 0 6 0,0 0-9 16,0-1 11-16,0 2-9 16,0-1 8-16,0 4 0 15,0 3-2-15,0-3-2 16,12 4 0-16,1-8-7 15,2 0 3-15,4-1 5 16,-4 6-4-16,4-6 4 16,-13-3-4-16,22 0 6 15,-9-4-6-15,2 3 3 16,-8 9 0-16,-7 0 2 0,-6 1 0 16,6 2 14-1,-6 2-9-15,9-10-6 0,-2 18 7 16,11-14-16-1,4 1-1-15,3-5 6 0,3-6-5 16,-4 10 5-16,4 6-1 16,-15 6 5-16,2 17-6 15,-9 0 10-15,1 4 2 16,-7 1-4-16,12-6-6 16,-3-7-1-1,16-8 1-15,3 0 2 0,6 4-7 16,-15 12 2-16,-1 4 9 15,-2 4-12-15,-10 3 18 16,13-10-18-16,27-6 8 0,10-7 0 16,3-3-6-1,9 2-12-15,-3-11 10 0,-3 8-3 16,-15 12 10-16,-7 0 4 16,-21 20-13-16,-7-11 22 15,4 11-18-15,8-9 7 16,4-7 0-16,6 0 0 15,13-8 2-15,-1 0-6 16,7-5 12-16,-13 6-15 16,1 3 15-16,-29 16-14 15,10 4 8-15,-22 0-4 0,6 0 2 16,6 0-4 0,16 0 4-16,19 0 0 0,-1 0-1 15,7 0 6 1,-13 0-10-16,1 0 12 15,-20 0-11-15,-14 0 7 0,5 0-5 16,-6 0 2-16,-6 0-19 16,0 0-58-16,0 0-165 15,0-4-663-15</inkml:trace>
  <inkml:trace contextRef="#ctx0" brushRef="#br0" timeOffset="73447.6">20579 6809 194 0,'0'0'173'0,"0"0"-38"0,0 0-19 0,0 0-42 0,0 0 39 0,0 0-11 0,0 0-64 0,0 0-24 15,0 0-7-15,0 0 16 16,0 0-21-16,0 0 23 16,0 0-19-16,13 0 25 15,8 8-30-15,-2 9 14 16,9-1-12-16,12-1-3 16,0 1 2-16,1-3 2 0,-1-5-8 15,-9 4 13 1,3-4-22-16,-12-5 15 15,-4 6-4-15,4 2-1 0,-9 2 2 16,-1-1 2-16,-12 7-2 16,0 6-3-1,0 3 4-15,-47 4 6 0,-11 0-4 16,-17 0 6-16,-5 1-8 16,-1-10 19-16,10 10-5 15,21-22 18-15,19 2-3 16,22-6-22-16,2-7-7 15,7 0-6-15,0 0-6 0,0 0-43 16,0 0 20 0,16-7 7-16,31-9 24 0,-13-4 4 15,-16 7 0 1,-18 13 0-16,0 0 4 0,0 0 16 16,0 0-7-16,0 0 2 15,0 0-9-15,0 0-12 16,0 0 2-16,0-8 0 15,0 8 3-15,0 0-5 16,6 0 6-16,-6-4 1 16,7-4 33-16,-1-11-21 15,9-2-5-15,-2-11-8 16,-1 0-2-16,-3 0-13 0,-2 4 7 16,-7 4 4-1,0 0 8-15,0 15-8 0,0 1 15 16,0 8-7-16,0 0-4 15,0 0 5 1,0 0-5-16,0 0-12 0,0 0 12 16,0 0 0-1,0 0 1-15,0 0 0 0,0 0 11 16,0 0-8-16,0 0 1 16,0 0 2-1,0-8-7-15,0-3 1 0,0-1 0 16,0-4 0-16,0 12 3 15,0-1 3-15,0 5 1 16,0 0 7-16,0 0-15 16,0 0-11-16,0 0-44 15,0 9 12-15,-7 7-12 16,-14 0-199-16,-13 7-171 0</inkml:trace>
  <inkml:trace contextRef="#ctx0" brushRef="#br0" timeOffset="93663.77">4617 17851 353 0,'0'0'154'0,"0"0"-152"0,0 0 66 0,0 0-17 15,0 0-20-15,0 0-15 16,0 0 28-16,0 0-24 15,-34 3 15-15,34-3 26 16,0 0 13-16,-6 5-29 16,6-2-24-16,-19 1 9 0,19-4-29 15,-6 0 8 1,-4 4-5-16,10-4 2 0,0 4 4 16,-6 4-10-1,0 5 1-15,0-2 2 0,-7 6-3 16,-2-6 1-1,9-3-4-15,6-4 8 0,0-4 3 16,0 0-7-16,0 0 3 16,0 0-2-16,0 0-4 15,6-7 4-15,56-45-2 16,43-29 20-16,29-39 2 16,33-36 9-16,22-18-30 15,-9 10 12-15,-19 32-2 16,-43 48-22-16,-37 35 10 0,-35 30-47 15,-24 15 13 1,-16 4-9-16,-6 0-7 0,0 0-114 16,0 23 36-1,0 10-164-15</inkml:trace>
  <inkml:trace contextRef="#ctx0" brushRef="#br0" timeOffset="94745.87">6977 18083 185 0,'0'0'317'0,"0"0"-246"0,0 0-5 0,0 0-20 0,0 0 0 0,0 0-36 0,0 4 14 16,0-4-11 0,40-17 88-16,40-14 14 0,7-10-52 15,6-6 26 1,28-22-60-16,6-11 0 0,25-32-14 15,16-25 14-15,21-11-26 16,3 4 13-16,-12 15-7 16,-25 29-18-16,-15 28 14 15,-47 20-13-15,-31 20 6 16,-28 11-20-16,-10 6 18 16,-2 2-13-16,-3 2-1 15,2 3-45-15,-2-9-35 16,3 6-148-16,-4-2-77 0</inkml:trace>
  <inkml:trace contextRef="#ctx0" brushRef="#br0" timeOffset="103838.02">21776 6801 87 0,'0'0'324'0,"0"0"-204"0,0 0-34 0,0 0-53 0,0 0 8 0,0 0-18 16,0 0 48-16,0 0-33 0,0 0 38 16,0 0 2-16,0 0-20 15,0 0-21-15,0 5-20 16,0-5 13-16,0 0-19 16,0 0 9-16,0 0-9 15,0 0 18-15,0 0-14 16,0 0 10-16,0 0 2 15,0 0-17-15,0 0 12 16,-6 0-21-16,-22 0 2 0,-12 0 4 16,-13 3-14-1,-9 22 2-15,3-1 5 0,-6 4-2 16,9 3 2-16,25-10-5 16,-3 7 11-16,6-5-14 15,16-2 10-15,12-6-6 16,0-6-7-16,0 7 8 15,0-8-28-15,52-8 28 16,23 3 0-16,24-3 3 16,0 0-1-16,10 5-5 15,-22 3 2-15,-13 4-18 16,-21 1 15-16,-13 6-18 16,-15-7 20-16,-3 8-9 15,-22 4 9-15,0 9 3 16,0 6 2-16,-28 17 20 0,-53 1-15 15,-6 2 20 1,-12-10-23-16,18-13 3 0,16-16-5 16,9-15-3-1,16-5-15-15,3 0-76 0,3-29-172 16,0-11-14-16</inkml:trace>
  <inkml:trace contextRef="#ctx0" brushRef="#br0" timeOffset="104037.62">21367 6966 699 0,'0'0'48'0,"0"0"-44"0,0 0 112 0,0 0-26 16,0 0-28-16,381-93-37 15,-279 65-11-15,-8 0-8 16,-23 12-6-16,-22 8-34 16,-24 8-205-16,-25 0-213 15</inkml:trace>
  <inkml:trace contextRef="#ctx0" brushRef="#br0" timeOffset="104619.65">22378 7539 61 0,'0'0'356'0,"0"0"-201"0,0 0-60 0,0 0 37 0,0 0-13 16,0 0-71-16,0 33-7 15,0-38 4-15,0-51 37 16,6-20-58-16,22-21 13 15,12 5-27-15,-15 4-1 0,-10 12 1 16,-15 16-20 0,0 8 10-16,0 20-1 0,0 11 0 15,0 13 0-15,-28 8 0 16,-12 0-12-16,-28 5-5 16,15 31-26-16,7 3-10 15,-1 6 0-15,13-5-83 16,28-15-86-16,6 3-76 15</inkml:trace>
  <inkml:trace contextRef="#ctx0" brushRef="#br0" timeOffset="105219.31">22911 6925 91 0,'0'0'579'0,"0"0"-541"0,0 0 93 0,0 0-32 15,0 0-79-15,0 0-1 16,-19 5 12-16,19-5 1 15,0 0-16-15,0 0 31 16,13 0-17-16,27-5 17 16,7-3-46-16,-1 8 11 15,-6 0-12-15,-18 5-2 0,-22 43-48 16,0 16 33 0,-22 20 6-16,-64 5-11 0,-1-6 12 15,22-10 8-15,9-9-3 16,31-16 10-16,19-8 5 15,6-8 2-15,0-15-7 16,18-9-5-16,51-8-2 16,30 0 1-16,6-8 1 15,4-13-3-15,-4 6 12 16,-24 15-18-16,-25 0-19 16,-10 0-2-16,-15 0-107 15,-31 3-114-15,0 9-226 16</inkml:trace>
  <inkml:trace contextRef="#ctx0" brushRef="#br0" timeOffset="108883.82">23674 7238 373 0,'0'0'172'0,"0"0"-107"0,0 0-30 0,0 0-1 0,0 0-28 0,0 0 20 0,0 0-7 0,0 0 61 16,0 0-50-1,0 0 18-15,0 0-20 16,0 0-4-16,0 0-14 0,0 0 7 16,0 0 26-16,0 0-24 15,0 0 22-15,0 0-22 16,0 0 18-16,0 0-21 15,0 0 13-15,0 0-14 16,0 0 7-16,0 0-10 16,0 0-4-16,0 0-8 0,0 0-1 15,40 0 0-15,34 0 2 16,13 0 9-16,6 0-6 16,0 0-1-1,-6-3-3-15,-12 3-15 16,-17-8-23-16,-11 3-93 0,-32-2-129 15,-15-1-218-15</inkml:trace>
  <inkml:trace contextRef="#ctx0" brushRef="#br0" timeOffset="109866.04">24970 7620 93 0,'0'0'261'0,"0"0"-143"0,0 0-35 0,0 0-35 0,0 0-9 0,0 0-29 0,0 0 64 16,0 0 5-1,0 0 28-15,0 0-41 0,0 0-8 16,0 0-23-16,0-12-3 16,0-4-26-16,0-9-6 15,0-3-7-15,0-4 7 16,6-12-2-16,50-4 9 15,-3-4 0-15,27-9 3 16,-27-3-6-16,21 0-4 0,-21 0-9 16,-7 0 3-16,1-1-26 15,-19 6 10 1,-22 10 7-16,-6 5 9 0,0 8 9 16,0 4-8-16,-6 5 4 15,-28 10-14-15,0 4-12 16,9 13 27-16,-3 0 9 15,-6 0-8-15,-6 30 6 16,15 6-4-16,-3 8-6 16,28-5 1-16,0 5 2 15,0-3-22-15,0 7-2 16,0-9 6-16,40 2-40 16,7 3 33-16,-7 4-15 15,13-4 27-15,15 0-33 16,-15 0-12-16,-7 4 20 0,-6-4 5 15,-5-3 24-15,-23-5 9 16,-12 4 4-16,0 0 37 16,-40 8 58-16,-19 4-24 15,-28-8-23-15,-15-7-14 16,9-13-26 0,6-12-9-16,6-12 4 0,28 0-7 15,19 0-20-15,22-36-158 16,-1-1-74-16</inkml:trace>
  <inkml:trace contextRef="#ctx0" brushRef="#br0" timeOffset="110681.49">26102 7066 463 0,'0'0'92'0,"0"0"-31"0,0 0-36 0,0 0-4 0,0 0-12 0,0 0 51 16,-41 44-6-16,35-12 51 0,-9 16-24 15,2-3-30-15,1 10-21 16,12-2-24-16,0-1-6 15,0 0 5 1,0-4 0-16,0 8-3 0,0-4 0 16,0 1-2-16,0-6 7 15,0-14-7-15,0-13 0 16,0-8 0-16,0-12 0 16,0 0 2-16,0 0 2 15,0 0 18-15,0 0 12 16,0 0 14-16,0-24-37 0,0-9-8 15,0-11-6 1,0-12-1-16,0 4 3 0,0-12 2 16,0 4-3-16,0 7 5 15,31-6-6-15,3 2-2 16,0-2 5-16,0 2-22 16,-3 13-19-16,-15 4 28 15,8 8-11 1,17 12 22-16,-7 0-5 0,12 7 5 15,1 10-3-15,-1 3 3 16,23 0-9-16,-11 0 10 16,-2 16-4-16,-15 0-14 15,-10-1-37-15,-16-6-212 0,-15 11-40 16</inkml:trace>
  <inkml:trace contextRef="#ctx0" brushRef="#br0" timeOffset="111617.76">27050 6513 304 0,'0'0'8'0,"0"0"-8"0,0 0-11 0,0 0 11 15,0 0 18-15,0 0 114 0,0 0-14 16,0 0-40-16,0 0 8 16,0 0 25-16,0 0-23 15,0 0-31-15,0 0-13 16,0 0-28-16,0 0 15 15,0 0-29-15,0-9 4 16,13-2 3-16,15-2-9 16,3 5 4-16,9 1-3 15,6 2-2-15,-5 5-7 16,-20 0-5-16,-8 12-49 0,-13 29 43 16,0 11-27-1,0-4 1-15,-34 7-41 0,3-10 54 16,-3-1 32-16,0-8 51 15,6-4 41-15,15-7-42 16,7-14-22-16,6 1-25 16,0-7-5-16,0-5 2 15,19 3-2-15,36-3 2 16,-2 0 4-16,12 0 0 16,-3 0 0-16,-3-3-8 15,-12-5-22-15,-13-1-165 16,-22 9-204-16</inkml:trace>
  <inkml:trace contextRef="#ctx0" brushRef="#br0" timeOffset="112547.75">27571 7487 275 0,'0'0'416'0,"0"0"-396"0,0 0 127 0,0 0-28 0,0 0-78 0,0 0-22 0,326 0-17 16,-264 0-4-16,-28 0 14 15,12 0-18-15,-21 8 12 16,-3-4-12-16,-10 0-18 0,1 0-29 16,-4-4-130-1,-9 0-76-15,0 0-234 16</inkml:trace>
  <inkml:trace contextRef="#ctx0" brushRef="#br0" timeOffset="112795.91">27751 7315 841 0,'0'0'96'16,"0"0"-7"-16,0 0-22 15,0 0 23-15,0 0-75 16,0 0-15-16,394 28-1 0,-326-28-109 16,-28 0-188-16,-40 0-449 15</inkml:trace>
  <inkml:trace contextRef="#ctx0" brushRef="#br0" timeOffset="114414.04">29221 6557 289 0,'0'0'102'0,"0"0"15"0,0 0-48 0,0 0-60 16,0 0 10 0,0 0 15-16,0 0 48 0,0 0 36 15,0 0 14-15,0 0-78 16,0 0-25-16,-6 0-25 15,6 0 3-15,-7 0-3 16,-11 24-2-16,-10 8 9 16,-12 12 6-16,-7 12 10 15,-15 4-27-15,16-4 20 16,-13 4-18-16,12-11-2 16,7-1-1-16,6-16 1 15,21-4 0-15,1-8 3 16,12 4-9-16,0-8-1 15,0-4-4-15,0-3-34 0,25-6 28 16,37-3-21-16,-3 0 7 16,-7 0 8-16,-18 0 20 15,1 0 2-15,-11 0-7 16,-8 0 4-16,-4 0-15 16,-12 0 11-16,0 0 2 15,6 0 2-15,-6 0-36 16,0 0 11-16,0 0 29 15,7 0-13-15,2 0-38 16,3 0-51-16,-12-24 34 16,0 4-112-16</inkml:trace>
  <inkml:trace contextRef="#ctx0" brushRef="#br0" timeOffset="114630.06">29156 6997 349 0,'0'0'101'0,"0"0"13"0,0 0-1 0,0 0 21 0,-7 241 23 0,-8-161-97 16,3-11-31-16,-7 3-3 16,-3-3-26-16,-6-5 0 15,16-5-3-15,-7-2-6 0,-9-13-63 16,1-8-159-1,2-4-284-15</inkml:trace>
  <inkml:trace contextRef="#ctx0" brushRef="#br0" timeOffset="115296.78">29816 6621 518 0,'0'0'51'0,"0"0"-22"0,0 0-17 0,0 0 0 0,0 0 34 0,-214 249 0 16,155-174 12-16,13-6 12 16,5-22-5-16,20-9-32 15,15-10 6-15,6-13-30 16,0 6-4-16,0-2-4 15,0 1-1-15,0-7 0 16,34-6-15-16,-6-7 6 16,3 0-23-16,3 0-28 15,0 0 1-15,6 0 46 16,-6 0-15-16,-9 0-12 16,3 0-31-16,-16 0-47 15,1 0 7-15,-13 0 7 0,0 0 101 16,0 0 3-16,0 0 26 15,0 0-26-15,0 0-11 16,15-7 9-16,-15-6-73 16,6-15-194-16</inkml:trace>
  <inkml:trace contextRef="#ctx0" brushRef="#br0" timeOffset="115477.09">29822 7082 334 0,'0'0'287'16,"0"0"-126"-16,0 0 11 15,0 0-97-15,-12 253-34 0,-7-193-10 16,4 8 9-16,-19 0-36 16,9 4 0-16,-15-16-4 15,-1 1-6 1,7-21-6-16,22-5-31 0,12-6-1 16,0-13-78-16,0 0-88 15,0-12-77-15</inkml:trace>
  <inkml:trace contextRef="#ctx0" brushRef="#br0" timeOffset="115880.91">29965 7479 213 0,'0'0'357'0,"0"0"-298"16,0 0-47-16,0 0 19 15,0 0 11-15,0 0-12 16,198 85 2-16,-111-90 20 0,0-34-27 15,9-18 20 1,-3-16-4-16,-6-2-37 0,0-2 0 16,-34 10-4-16,-26 14-2 15,-27 13-29-15,0 20-12 16,-27 16 26-16,-48 4 7 16,-12 0-8-16,-12 36-3 15,6 12 6-15,19-4 15 16,15 1-60-16,25-1-187 15</inkml:trace>
  <inkml:trace contextRef="#ctx0" brushRef="#br0" timeOffset="143871.01">20740 9252 268 0,'0'0'217'0,"0"0"-140"0,0 0-11 16,0 0-44-16,0 0 33 16,0 0-50-16,0 0 1 15,0 0-3-15,0 0 15 16,0 0 66-16,0 0 24 15,0 0-41-15,0 0-30 16,0 0 3-16,0 0-22 16,0 0 21-16,0 0-38 15,0 0 2-15,0 0-3 16,0 0 0-16,41 0 2 16,5-8 9-16,1-5-2 15,5 1 0-15,1 1-18 0,15-2-49 16,-15-7-50-16,-19 4-254 15</inkml:trace>
  <inkml:trace contextRef="#ctx0" brushRef="#br0" timeOffset="144820.43">21429 9612 58 0,'0'0'467'0,"0"0"-392"0,0 0-42 0,0 0 20 0,0 0-11 0,0 0-20 0,186-191-8 16,-133 138-10-16,2-4 8 15,-8 6 5-15,-16-1 21 16,3-5-2-16,-12 1-11 15,3-4-25-15,-4-8 0 16,-15 0-16-16,-6 0-29 16,0 11 10-16,0 9 7 0,0 16 28 15,-34 20 4-15,-6 8 18 16,0 4 3 0,-7 0-7-16,7 12-18 15,0 13-36-15,21 6 3 16,-3 5 30-16,10 5-4 0,6 10 2 15,6 1 5 1,0 1-3-16,0 3 6 0,40 1-7 16,0 2 0-16,-6 6 1 15,13-6 3-15,-16 6-7 16,9-5 12-16,-6-8-8 16,0 0 4-16,-15-7-1 0,-3-13 0 15,-10-1 1 1,-6 2 15-16,0-2 38 0,-6-3 42 15,-35 5-54 1,-12-13-31-16,-15-8-11 0,-12 4-6 16,-7-8-57-16,12-4-14 15,23-4-42-15,39 0-51 16,13-4-102-16</inkml:trace>
  <inkml:trace contextRef="#ctx0" brushRef="#br0" timeOffset="145453.56">22192 9192 205 0,'0'0'165'0,"0"0"-52"0,0 0-4 0,0 0-32 0,0 0-17 0,0 0-12 16,-41-9-37-16,41 9-7 0,0 17 20 15,0 19 31-15,0 8-20 16,0 4-28-16,0 4 8 16,0 8-15-16,0 4 7 15,19 0-4-15,9-3 2 16,-10-9-5-16,10-4 0 15,-9-8 0-15,-4-16 4 16,-2-11-11-16,-7-10 11 16,0-3-9-16,-6 0 10 15,0 0 10-15,0-16-7 16,0-32 0-16,0-16-8 16,0-8 5-16,0-8 16 0,0-5-21 15,0-3 0-15,22 4-9 16,-3 7 8-1,8 13-6-15,-8 20 2 0,-7 13-35 16,-2 18 15-16,-10 13 15 16,18 0-35-16,4 0 25 15,3 28 7-15,3-4 12 16,-3-4-106-16,2 1-68 16,-20-6-325-16</inkml:trace>
  <inkml:trace contextRef="#ctx0" brushRef="#br0" timeOffset="146151.33">22892 8758 391 0,'0'0'170'0,"0"0"-110"0,0 0-59 0,0 0 24 0,0 0-10 0,0 0 26 16,127-43-19-16,-102 43-1 15,9 0 5-15,-12 0-16 16,-22 23 13-16,0 18-15 16,0 6 6-16,0 9-10 15,0 5-8-15,-22-5 0 16,10-4 3-16,12-11 0 0,0-14-3 16,0-7 3-1,46-8-1-15,13-12-2 16,44 0 4-16,2 0 1 0,4-23 4 15,-4-10-10-15,-24 2-48 16,-22 6-67-16,-10 9-147 16</inkml:trace>
  <inkml:trace contextRef="#ctx0" brushRef="#br0" timeOffset="146783.62">23506 9661 528 0,'0'0'94'0,"0"0"-27"0,0 0 12 0,0 0-21 16,0 0-5-16,0 0 27 16,68 0-31-16,-2-4 10 15,8 0-28-15,-6-4 3 16,-9 0-34-16,-6 8 0 15,-7-5-30-15,-18 5-13 16,-22 0-23-16,-6 0-120 16,0 0-8-16,0 0-122 15</inkml:trace>
  <inkml:trace contextRef="#ctx0" brushRef="#br0" timeOffset="147000.68">23506 9661 662 0,'189'-225'107'15,"-130"225"70"-15,0 0-164 16,9-15-13-16,-9 2-159 0,-12 1-143 15</inkml:trace>
  <inkml:trace contextRef="#ctx0" brushRef="#br0" timeOffset="147886.23">24864 8754 253 0,'0'0'217'0,"0"0"-110"0,0 0-41 0,0 0-5 0,0 0 9 0,0 0 39 0,0 84-26 15,-21-32-56-15,-20 9-17 16,1-1-6-16,9 4 26 16,-3-8-13-16,22-7 5 15,2-10-18-15,10-11 9 16,0-3-12-16,0-5-2 15,16-8-1-15,30-12-19 16,7 0 15 0,0 0-5-16,9 0 2 0,-22 0 0 0,-9-12-13 15,9 3-25-15,-24 1-34 16,2 5-6-16,-11 3 42 16,-1-4-7-16,-6 0 17 15,9 0 9-15,-3-12-37 16,-6 0-75-16,0-4-162 15</inkml:trace>
  <inkml:trace contextRef="#ctx0" brushRef="#br0" timeOffset="148082.8">25078 9172 643 0,'0'0'146'0,"0"0"22"0,0 0-74 15,0 236-75-15,0-172-6 16,0 1-12-16,0-6 21 16,0-6-20-16,0-13-2 15,0-4 0 1,0-4-8-16,0 0-34 0,0-4-40 16,0-12-120-16,7-4-142 15</inkml:trace>
  <inkml:trace contextRef="#ctx0" brushRef="#br0" timeOffset="148686.52">25472 8823 131 0,'0'0'124'0,"0"0"-19"0,0 0 58 0,0 0-80 0,0 0-32 0,0 0-20 0,0 28 15 0,0 3 52 15,0 10-55-15,-22-1-23 16,4-4-17 0,5 4 8-16,-8 0-5 0,14-4 27 15,1-4-6 1,6 1-7-16,0-5-17 0,0-8 3 16,0-1-12-16,13-14 6 15,27 7-10-15,6-12-4 16,1 0 14-16,15 0-6 15,-15 0-17-15,5-4-36 16,-18-4-36-16,-15-5 15 16,-19 10 8-16,22-14 17 15,-16 6-53-15,6-9-102 16</inkml:trace>
  <inkml:trace contextRef="#ctx0" brushRef="#br0" timeOffset="148901.8">25807 9103 483 0,'0'0'120'16,"0"0"-61"-16,0 0 12 16,0 241 14-16,0-177-67 15,0 0 15-15,0-7-25 16,0-5-13-16,0-9 7 15,0-2-4-15,0-13-59 0,0-9-79 16,0-6-75 0,0-13-188-16</inkml:trace>
  <inkml:trace contextRef="#ctx0" brushRef="#br0" timeOffset="149332.73">26055 9568 481 0,'0'0'74'15,"0"0"-38"-15,0 0-1 16,0 0-18-16,0 0-14 16,0 0-3-16,105 81 6 15,-70-81 20-15,23 0 32 16,4-25 58-16,4-26-21 16,8-14-77-16,7-11 0 0,-22-9-13 15,-13 13-10 1,-18 5-17-16,-22 6-27 0,-6 9-22 15,0 13 36-15,-59 11 3 16,-21 23-31-16,-7 5 57 16,-6 12 6-16,3 40 8 15,19 5-5-15,24-1-3 16,25-9-88-16,22-2-403 16</inkml:trace>
  <inkml:trace contextRef="#ctx0" brushRef="#br0" timeOffset="150233.07">27004 9436 106 0,'0'0'483'0,"0"0"-390"0,0 0 25 0,0 0 38 0,0 0-55 16,0 0-10-16,192 40-29 15,-105-40-24-15,12 9 6 0,-18-9-41 16,-7 0-2 0,-15 0-1-16,-25 0-40 0,-12 0-138 15,-22 0-429-15</inkml:trace>
  <inkml:trace contextRef="#ctx0" brushRef="#br0" timeOffset="151366.85">28359 8959 205 0,'0'0'194'0,"0"0"-64"0,0 0-46 0,0 0-21 0,0 0 5 0,0 0-21 16,-25 12 18-16,10-8-3 16,-4 0-26-16,-3 9-12 15,-9-2 38-15,-9 5-31 0,6 4 28 16,-13-3-25-1,26 2-14-15,-10 6-13 0,3-2-3 16,6 1 8 0,3 4-10-16,19-3 2 15,0 3 3-15,0-9-7 16,7 2 2-16,45-6-4 0,10-6-6 16,31-1 3-16,-12 0 3 15,6 0-10-15,-13 12 3 16,-9 0-24-16,-3 0 0 15,-25 0 13-15,-9-3 16 16,-15-2-4-16,-13 1 6 16,0 16 1-16,0 0 1 0,-41 9 4 15,-36 6 5 1,-4 2-13-16,1-13 4 0,-1 0-1 16,22-11-23-16,3-22-8 15,10-3-48 1,6 0 15-16,-1 0-27 0,16-24-164 15</inkml:trace>
  <inkml:trace contextRef="#ctx0" brushRef="#br0" timeOffset="151597.36">28225 9151 441 0,'0'0'57'0,"0"0"17"0,0 0-11 0,0 0 59 0,354-40-9 0,-280 37-44 16,-5-2-69-16,-23 5-15 15,-6 0-176-15,-21 0-255 16</inkml:trace>
  <inkml:trace contextRef="#ctx0" brushRef="#br0" timeOffset="152095.91">28908 9540 342 0,'0'0'241'0,"0"0"-142"16,0 0 5-16,0 0-4 15,0 0-3 1,0 0-44-16,6-8 3 0,0-31-18 16,10-14-20-16,-4-11-13 15,0-4 6-15,-5 4-11 16,8 0 2-16,-9 15-6 15,-6 13-13-15,0 20 10 16,0 8-8-16,0 8 7 16,0 0 2-16,0 0-20 15,0 0 17-15,0 24 7 16,-21 9-3-16,-26 11-2 16,-6 0-31-16,-6 4-283 0,-9-4-251 15</inkml:trace>
  <inkml:trace contextRef="#ctx0" brushRef="#br0" timeOffset="152648.89">29503 9015 213 0,'0'0'189'0,"0"0"-102"0,0 0-28 0,0 0-28 0,0 0-10 0,0 0-18 0,260-56-3 16,-241 56-16-16,-10 12-69 0,-9 32 24 15,0 12 26-15,-21 9 35 16,-32 2 13-16,13-2 104 16,-1-9-34-16,13-12-9 15,16-12-74-15,12-11-10 16,0-10 6-16,0-7-7 16,53-4-10-16,15 0 7 15,25 0 12-15,6-8-11 0,16-7-149 16,-16 15 156-1,-18 0-1-15,-35 0-76 16,-24 0-264-16</inkml:trace>
  <inkml:trace contextRef="#ctx0" brushRef="#br0" timeOffset="175610.42">20520 11505 308 0,'0'0'81'0,"0"0"2"0,0 0 11 0,0 0-21 0,0 0-51 0,0 0 23 0,0 0 1 15,0 0-8-15,0 0 22 16,-21 0 3-16,21 0 4 16,0 0-40-1,0 0 14-15,0 0-13 0,0 0 22 16,0 0-29-16,0 0 7 15,0 0-19-15,0 0-5 16,0 0-4-16,0 0-3 16,12 0 1-16,50 0 4 15,19 0 15-15,5 0-13 0,7 0 12 16,0 0-6-16,16 0-10 16,-31 0-27-16,8 0-19 31,-36 0-96-31,-38 0-290 0</inkml:trace>
  <inkml:trace contextRef="#ctx0" brushRef="#br0" timeOffset="176708.63">21909 11735 252 0,'0'0'83'0,"0"0"-26"0,0 0-27 0,0 0-17 0,0 0-11 0,0 0 33 15,0 0-11-15,0 3 4 16,0-3 3-16,0 0 17 15,0 0-20-15,0 0 3 16,0 0 6-16,0 0 16 0,0 0 10 16,-6 0 32-16,0 0-7 15,-3 0-51 1,3 0-21-16,-7 0-3 0,1-16 6 16,12-8-14-16,0-12-5 15,0-16-4-15,0-12 4 16,46-8 0-16,1-8 4 15,5-13-4 1,-11 4 0-16,-1 1 0 0,-6 1-5 16,-15 7-1-16,-13 8-2 15,-6 3-7-15,0 13 13 16,0 12 2-16,-25 8 11 16,-15 20-6-16,-7 11 13 15,-5 5-2-15,2 0-2 16,-3 0-13-16,13 33-1 0,6 19-1 15,21 8-15 1,13 12 11-16,0 1 4 0,0-1-2 16,13 8 5-16,36-8-4 15,4-8-5-15,6-8 4 16,9 1 1 0,-3-10-19-16,10 6 6 0,-7-6 11 15,-15 2 2-15,-19 2 4 16,-15 2 0-16,-13-5-2 15,-6 0 18-15,0-7 1 16,-25-2-6-16,-62-3-13 16,-34-8 4-16,-12-11-10 0,6-14 2 15,40-3-8-15,25 0-1 16,37-20-27-16,25-24-26 16,0-15-243-16,19-6 15 15</inkml:trace>
  <inkml:trace contextRef="#ctx0" brushRef="#br0" timeOffset="177474.84">22650 10968 262 0,'0'0'158'0,"0"0"-36"0,0 0-46 0,0 0 6 0,0 213-5 15,0-157-40-15,16 16 20 16,9-8-2-16,-4 0 3 16,-8 4-51-16,5-4 27 0,-2 2-8 15,-10-3-7 1,0 1 3-16,-6-3-12 15,0-17 3-15,0-13-10 0,0-14 16 16,0-1-9-16,0-16 11 16,0 0-20-16,0 0 11 15,0 0 3-15,0-33 11 16,0-6-21 0,0-18-3-16,0-7-4 0,0 8 4 15,28-8-4-15,13 7 9 16,5 1-13-16,7-7 8 15,-7 2-4-15,7-3-6 16,9 0-8-16,-9 12 10 16,-7 16-18-16,-12 16 23 0,1 20-11 15,-4 0 0 1,9 3-6-16,6 34 18 0,-12 3 0 16,7-4-2-16,-13-12-71 15,-22-8-225-15,-6-8-258 16</inkml:trace>
  <inkml:trace contextRef="#ctx0" brushRef="#br0" timeOffset="178141.65">23788 10511 310 0,'0'0'217'0,"0"0"-116"0,0 0-8 0,0 0 11 0,0 0-1 16,0 0-60-16,31 0 5 16,-9 12-42-16,-3 0 4 15,9 4-5-15,-22 16-5 16,-6 21 6-16,0 11 14 15,0 3 36-15,0 10-35 16,0-13 5-16,0-15-23 0,0-13-3 16,0-17 1-1,0-10-10-15,46-9 8 0,16 0 1 16,3 0 3-16,10-5 6 16,-1-23-6-16,-9 4-1 15,-18 4-4-15,-13 8-35 16,-22 12-30-16,-12 0-51 15,0 0-181-15,0 17-94 16</inkml:trace>
  <inkml:trace contextRef="#ctx0" brushRef="#br0" timeOffset="178592.88">24564 11771 503 0,'0'0'190'0,"0"0"-80"0,0 0 16 16,0 0-26-16,0 0-71 16,0 0 13-16,272 0-39 15,-210 0 7-15,-9-9-10 0,-28-2-16 16,3-2-33-16,-22-3-32 16,-6 4-136-1,0 0-37-15</inkml:trace>
  <inkml:trace contextRef="#ctx0" brushRef="#br0" timeOffset="178789.69">24564 11771 856 0,'46'-274'183'15,"7"274"-138"-15,0 0 72 16,33 0-83-16,-5 0-18 15,6-3-16-15,0-17-17 16,-19-4-66-16,-28-4-285 16,-40 20-415-16</inkml:trace>
  <inkml:trace contextRef="#ctx0" brushRef="#br0" timeOffset="186867.25">25819 11694 247 0,'0'0'164'0,"0"0"-70"0,0 0-48 0,0 0-34 0,0 0 1 0,0 0-12 0,0 0 11 0,0 0-11 16,0 0 9-16,0 0 24 0,0 0 7 15,0 0 6 1,0 0-1-16,0 0 9 16,0 0-21-16,0 0-7 15,0 0-4-15,0 0 13 0,0 0-17 16,0 0 6-16,0 0-4 15,0 0-6-15,0 0 13 16,0 0-19 0,0 0 20-16,0 0-17 0,34 0 30 15,32 0 1-15,2 0-15 16,6 0-16-16,7 0-11 16,-10-4-2-16,-18-4-8 15,9 0 3-15,-22 5-42 16,-21 3-87-16,-19 0-280 0</inkml:trace>
  <inkml:trace contextRef="#ctx0" brushRef="#br0" timeOffset="187933.48">26923 11021 295 0,'0'0'390'0,"0"0"-290"0,0 0-11 0,0 0-22 0,0 0-52 0,0 0-1 0,65-9-3 15,-24-7 25 1,5 8-17-16,-12 0 7 16,-6 8-19-16,-3 0-2 0,9 0 3 15,-12 13-7-15,-10 26-2 16,1 14 3-16,-13 19-5 16,0 8 7-16,0 8-8 15,0 1 8 1,0-6-6-16,-19 2 2 0,13-5 0 15,6-20 0 1,0 0-3-16,0-19-6 0,0-13-55 16,0-5-71-16,-22-7-52 15,3-3 32-15,-8-9-177 16</inkml:trace>
  <inkml:trace contextRef="#ctx0" brushRef="#br0" timeOffset="188216.75">26861 11590 54 0,'0'0'618'0,"0"0"-528"16,0 0 134-16,0 0-123 16,0 0-15-16,0 0-76 0,335 15-10 15,-248-15-11 1,-25 0-74-16,-3-8-44 0,-31-3-273 16</inkml:trace>
  <inkml:trace contextRef="#ctx0" brushRef="#br0" timeOffset="189000">27670 11021 30 0,'0'0'488'0,"0"0"-419"0,0 0-9 0,0 0-3 15,0 0 15 1,0 0-18-16,174-77-18 0,-134 77-19 16,-5 0-16-16,-8 5 16 15,-14 34 9-15,-7 13-2 16,-6 17-20-16,0 7 12 16,0 0-10-1,-19 5-6-15,-21-1 0 0,6 0 0 16,6-13 7-16,10 6 8 15,2-17 24-15,16 0-28 16,0-16 24-16,0-8-35 16,0-12 1-16,16-4 1 15,42-11-2-15,11 2 5 16,11-7 6-16,13 0 9 0,13 0-9 16,2 0 24-16,-9 0-29 15,-24-7-6-15,-16-1-1 16,-25 8-66-16,-28 0-73 15,-6 0-323-15</inkml:trace>
  <inkml:trace contextRef="#ctx0" brushRef="#br0" timeOffset="201672.97">21215 12396 285 0,'0'0'115'0,"0"0"-33"0,0 0-35 0,0 0-7 0,0 0-26 16,0 0 17-1,0 0-13-15,0 0 5 0,-6 0-16 16,6 0 12 0,0 0 14-16,0 0-2 0,0 0 23 15,0 0-2-15,0 0 14 16,0 0-33-16,0-5 6 16,0 2-39-16,0 3 19 15,0 0-7-15,0 0-4 16,0 0 10-16,0 0-5 15,0 0 9-15,0 0-15 16,0 0-3-16,0-5 10 16,24 5-9-16,38-7 0 15,10 7 19-15,15-4-1 16,21-4-15-16,-9 4 9 0,10 4-12 16,-10 0 6-1,-6 0-6-15,-12 0-1 16,-7 0-3-16,-15 0-2 15,15 0-2-15,1 0-4 0,-4 0 4 16,-3 4-19-16,-2 4-18 16,-11-8-44-16,-24 0-23 15,3 0-237-15</inkml:trace>
  <inkml:trace contextRef="#ctx0" brushRef="#br0" timeOffset="202438.53">21754 13074 296 0,'0'0'215'0,"0"0"-150"0,0 0-21 0,0 0-1 0,0 0 54 0,0 0 38 0,47 0-53 0,-7 0-52 16,-12 0-9-1,12 0-12-15,-5 0-6 0,5 0-3 16,0 0 0-16,0 0-1 16,7-5-52-16,-7 2-34 15,1-9-136-15,-17 4-22 16</inkml:trace>
  <inkml:trace contextRef="#ctx0" brushRef="#br0" timeOffset="203487.73">22539 13294 206 0,'0'0'286'0,"0"0"-260"0,0 0 0 0,0 0 43 0,0 0-43 0,0 0-1 0,-16 0-11 15,16-4 19-15,0-15-23 16,0-6 27-16,0-7-13 16,22-8-22-16,18-4 4 15,-9 0-2-15,3-9-8 16,7 6-24-16,-7 2 18 0,-16 1-6 15,-8 5 14-15,2 2 1 16,-12 5 1-16,0-4-4 16,0 12 12-16,0 7-8 15,0 6 4-15,0 3 12 0,0 8 4 16,-6 0 0 0,-22 0-12-16,9 0 15 15,-15 0-23-15,6 0-45 16,16 0 5-16,-10 0 28 0,4 19 4 15,18 2 16 1,0 3 5-16,0 8-8 0,0 0 14 16,0 0-18-16,0-4-1 15,34 0 0-15,0-4-22 16,-9 4 20-16,9 0-15 16,0-3 11-16,-9-1-19 15,9 4 9-15,0 3-22 16,-6-2 15-16,-3-1 23 15,-4 0-34-15,-21 4 32 16,0-3 4-16,0-1 23 16,0-5-2-16,-15 1 15 15,-16 1-4-15,-9-6-10 16,6-2-13-16,6-9-3 0,-7 0 18 16,11-5-24-16,-17-3-4 15,13 0-22 1,-6 0-57-16,10 0-228 0</inkml:trace>
  <inkml:trace contextRef="#ctx0" brushRef="#br0" timeOffset="204789.86">26421 12247 391 0,'0'0'147'0,"0"0"-81"0,0 0-37 0,0 0 10 0,0 0 25 16,0 0 19-16,0 0 26 16,0 0-53-16,34 0 6 15,6 0-19-15,19 0 32 16,9 0-50-16,25 8 12 16,7-3-35-16,8-5 14 15,-2 4-10-15,2-4-6 16,4 0 0-16,3 3 5 15,-1 2-14-15,-15 3 2 0,1-5-5 16,-4 5-46 0,-19-3-33-16,-15 3-331 0,-28-4 172 15</inkml:trace>
  <inkml:trace contextRef="#ctx0" brushRef="#br0" timeOffset="205367.75">26743 13126 647 0,'0'0'106'0,"0"0"-42"0,0 0 62 0,0 0-65 0,0 0-23 0,0 0-21 0,227 0-9 16,-181 0-5-16,13 0-2 16,-12 0-2-1,15 0-14-15,-22 0-28 0,-6 0-111 16,-22 0-76-16,1 0-227 15</inkml:trace>
  <inkml:trace contextRef="#ctx0" brushRef="#br0" timeOffset="206083.69">27345 13310 234 0,'0'0'297'16,"0"0"-223"-16,0 0-55 15,0 0 19-15,0 0 12 0,0 0 31 16,146-169 12-1,-100 130-31-15,7-9-57 0,-19-1 12 16,6 2-15-16,-12-2 9 16,-15 5-8-16,-1 0 3 15,-6 16-11 1,-6 0 13-16,0 8-14 0,0 8 10 16,0 0-8-16,0 0-15 15,0 4 5-15,-25 8-8 16,-3 0 22-16,16 0 11 15,-10 0 3-15,10 3 7 0,0 26-17 16,5 3-5-16,7 0 7 16,0 4-8-16,0 4 2 15,0-4-1 1,25 5-1-16,22-5-10 0,-1 0 11 16,10-4-32-16,-25 4 28 15,19 0-27-15,-19 0-1 16,-10 4 2-16,-14 1 15 15,-7-2 13-15,0-11 3 16,0 8 27-16,-28-11 33 16,-31-6-19-16,0-6 9 15,-16-6-19-15,7-7-28 16,-3 0-6-16,9 0-114 16,3-23-318-16</inkml:trace>
  <inkml:trace contextRef="#ctx0" brushRef="#br0" timeOffset="207834.04">20920 12011 301 0,'0'0'83'0,"0"0"31"0,0 0-49 0,0 0-9 0,0 0-30 0,0 0 20 16,0-16 1-16,0-4-1 16,28-12 18-16,19-8 22 15,12-12-56-15,15-12 8 0,19-13 0 16,40-15-11-16,22-12 34 15,4-5-30-15,30-7-11 16,-16 0-16-16,-11-5-6 16,-17 1 2-1,-11 12-61-15,-20 12-34 0,-21 19-63 16,-12 26-67-16,-56 26-32 16,-25 25-8-16</inkml:trace>
  <inkml:trace contextRef="#ctx0" brushRef="#br0" timeOffset="208830.97">22024 13607 66 0,'0'0'301'0,"0"0"-216"0,0 0-50 0,0 0 22 0,0 0-1 0,0 0-18 15,-9 4 10-15,9-4 51 16,0 0-22-16,0 0 12 0,0 0-60 16,0 0 6-16,0-11-28 15,22-25 7-15,36-21-1 16,17-19-4-16,33-12 13 15,10-12-21-15,16-5 51 16,8 0-35-16,10 9-6 16,3 9-5-16,-22 10-12 15,-33 25-19-15,-26 24-32 16,-40 16-21-16,-28 12-154 0,-6 0-10 16,0 12-168-1</inkml:trace>
  <inkml:trace contextRef="#ctx0" brushRef="#br0" timeOffset="210048.69">22610 14450 23 0,'0'0'520'0,"0"0"-466"0,0 0-27 0,0 0-17 0,0 0 40 0,0 0 3 0,-12 108 43 16,12-69-7-1,12 5-34-15,-6 9-7 0,10-1-28 16,-10-4-15 0,-6-4 3-16,6 8-6 15,0-3 0-15,-6 2 5 0,0 2 2 16,0-1 16-16,0 4-10 16,0-12 9-16,0 0-22 15,0-8 1-15,0-3-6 16,0-17 17-16,0 7-9 15,0-7-1-15,0-7 8 16,0-1-11-16,0-8 19 16,0 0-20-16,0 0 0 15,0 0 8-15,0 0 1 0,0 0 0 16,0 0-7-16,0-28 13 16,0-13-7-16,-6-15-16 15,0-4 5-15,-16-4 3 16,22 0-2-16,-6 4-3 15,6 7 0-15,0-3 10 16,-12 4-16 0,12 0 11-16,0 9-10 0,0 2-17 15,0 13 13-15,0 8 2 16,12 4 12-16,16-4-7 16,6-1 13-16,25 2-15 15,9 2 14-15,-9 1-17 0,22 4-11 16,-28 4-18-16,15-3 4 15,-28 11-5-15,-15 0-10 16,-10 0-23-16,-15 16 12 16,0 23 5-1,0 14-21-15,-21-9-226 0</inkml:trace>
  <inkml:trace contextRef="#ctx0" brushRef="#br0" timeOffset="211747.91">23574 13880 208 0,'0'0'147'0,"0"0"-48"0,0 0-74 0,0 0-25 15,0 0 8-15,0 0-18 16,0 0-13-16,0 0 23 15,0 0 29-15,0 0 13 16,0 0 24-16,0 0-47 16,0 0 11-16,0 0-14 15,0 0-3-15,0 0-12 16,0 0 28-16,0 0 18 16,0 0 5-16,0 0 35 0,0 0-57 15,0 0 4 1,0 0-34-16,0 0 39 0,0 0-29 15,0 0 2 1,0 0-5-16,0 0-4 0,0 0-6 16,7 0 8-1,11 0-11-15,10 0 6 0,0 0-3 16,-16 0-42-16,7 0 31 16,-19 28-32-16,0 8 29 15,0 24 7-15,0 4 10 16,-12 0-6-16,-16 1-4 15,3-9 5 1,3-12 7-16,10-12-8 0,6-8 9 16,6-12-3-16,0 0 10 15,0-8-7-15,0-4 14 16,34 5-15-16,-3-5 16 16,9 0-13-16,7 0 4 0,-13 0-9 15,0 0-20-15,-6 0-116 16,-16 0-26-16,-12 0-375 15</inkml:trace>
  <inkml:trace contextRef="#ctx0" brushRef="#br0" timeOffset="212430.87">24170 15244 130 0,'0'0'488'0,"0"0"-413"0,0 0 38 0,0 0 4 0,0 0-81 0,0 0 20 0,40-20-18 0,-15 20 51 15,15 0-45-15,7 0-23 16,5 0-5-16,-2 0-11 15,15-5-10-15,-25 2-2 16,13-5-2-16,-25 0-39 0,-3 3-39 16,-3 5-36-1,-22-12-152-15,0-4-8 16</inkml:trace>
  <inkml:trace contextRef="#ctx0" brushRef="#br0" timeOffset="212613.31">24170 15244 55 0</inkml:trace>
  <inkml:trace contextRef="#ctx0" brushRef="#br0" timeOffset="212700.71">24170 15244 55 0,'77'-277'541'0,"-36"277"-490"0,14 0 95 16,17 0 36 0,2-8-174-16,-15-8-8 0,-9-1-153 15,-19-6-146 1</inkml:trace>
  <inkml:trace contextRef="#ctx0" brushRef="#br0" timeOffset="-211684.92">25773 14710 504 0,'0'0'92'16,"0"0"-46"-16,0 0-28 0,0 0-12 0,0 0 11 0,0 0-12 0,0 0 66 0,0 0 16 15,0 0 0-15,0 0-66 16,0 0 12-16,0 0-18 15,0 0-11-15,0 0 0 16,12 0-2-16,16 0 4 16,0 0 0-16,3 0-3 0,3-3 2 15,0-14-10 1,7-7 8-16,-7-1-3 0,-3-6 0 16,-3-10 0-1,0-6-2-15,-10-1-8 0,-5-1-12 16,-13 10-79-1,0 6 19-15,0 21 35 0,-47 8 28 16,1 4 9 0,-13 0 9-16,6 28 2 0,-3 21 5 15,16-5 33-15,9 12 4 16,3-1-23-16,22-2-20 16,-1-5-3-16,7-8-17 15,0-12 7-15,0-15-5 16,0-2-9-16,7-7-41 15,27-4 6-15,6 0 44 16,-3 0 9-16,25-15 9 0,-15-6 0 16,6-7 0-16,-13 0-25 15,-18-8-22-15,9 8-32 16,-16 4-5-16,-3 7 83 16,-12 17 2-16,0-8 20 15,0 8 82-15,0 0-14 16,0 0-64-16,0 0-24 15,0 21 0-15,13 7 23 16,2-5-24-16,-8 6-4 0,17-5-1 16,4 0-5-1,-9 0 6-15,-4 4-3 0,-2 0 6 16,-13-3-4 0,0 11-38-16,0-8 17 0,0-4 25 15,0 4 1 1,-13 0 49-16,-21 3 22 0,-18 2-5 15,-10-1 59-15,-16-4-15 16,4 0-56-16,-1-3-47 16,16-6-2-16,13-2-5 15,5-14-37-15,14 5-223 16,8-8-218-16</inkml:trace>
  <inkml:trace contextRef="#ctx0" brushRef="#br0" timeOffset="-192937.7">22598 11835 283 0,'0'0'93'0,"0"0"42"0,0 0-59 15,0 0-34-15,0 0-25 16,0 0 11-16,0 0-21 15,0 0-2-15,0 0 3 16,0 0 28-16,0 0-4 0,0 0 20 16,-6 0-6-16,6 0-17 15,0 0 1-15,0 0-30 16,0 0 24-16,0 0-23 16,0 0 17-16,0 0-11 15,0 3 7-15,0-3-3 16,0 0-7-16,0 0 3 15,0 0-1-15,0 0-11 16,0 0 17-16,0 0-19 16,0 0 14-16,0 0-2 15,0 0 3-15,0 0 7 16,0 5 8-16,0-5-8 0,0 0 17 16,0 0-28-16,0 0 27 15,0 0-26 1,0 0 14-16,0 3-9 0,-7-3 5 15,7 0-15-15,0 0 1 16,0 0-7-16,0 0-22 16,0 0-75-16,-15 0-272 15</inkml:trace>
  <inkml:trace contextRef="#ctx0" brushRef="#br0" timeOffset="-132357.26">21615 15252 218 0,'0'0'91'0,"0"0"-46"0,0 0-9 0,0 0-36 0,0 0 0 15,0 0-1-15,0 0-1 16,0 0 4-16,0-5 38 16,0 5 48-16,0 0-34 0,0 0-31 15,0 0-3 1,0 0-5-16,0 0-9 16,0 0 11-16,0 0-15 0,0 0 5 15,0 0 23-15,0 0 17 16,0 0-17-16,0 0 1 15,0 0-16-15,0 0-14 16,0 5 6-16,12 10-1 16,4 6 6-16,-10 2-10 15,0 2-1-15,0-1 5 16,1-1-9-16,8 6 8 16,-9-1-10-16,0 0 4 15,7-3-11-15,-13-2 12 16,6-10-3-16,-6-5-3 15,9-8 5-15,-2 0-6 16,-7 0-2-16,6 0 2 16,-6 0-5-16,0 0 10 15,0 0-6-15,0 0 3 0,0 0 5 16,6-8 0-16,0-13 7 16,10-3-1-16,-4-8-2 15,0 0-2-15,1-8-4 16,9-8-4-16,-10 4 2 15,3-5 1-15,-8-7-2 16,5 9-1-16,-6-2 6 16,1 5-2-16,-1-1 6 15,9 1-6-15,-9 0 4 0,29 1-2 16,-23-1 1-16,10-5 2 16,-10 5-6-16,0-4 8 15,-5 7-11-15,-1 10 13 16,3 3-14-16,-9-1 14 15,6-2-9 1,7 3 2-16,8-8 0 0,4-5-1 16,-3 5-3-16,3-8 0 15,-10 4 5-15,10-9-2 16,3 2-48-16,-9 14 10 16,-4 2 13-16,-3 6 25 15,1 1 1-15,-7-4 0 16,16 0 1-16,-10 0 4 15,10 4-10-15,-3 4 12 0,-7 0-14 16,10-4 12 0,-4 8-6-16,-2-1 1 0,-16 10 0 15,12-1 0-15,-12 0 1 16,6 3-6-16,7 2 7 16,-4-5-2-16,10 0 0 15,-7-1 0-15,-3-2 0 16,22-9 3-16,-9 4-3 15,12 0 0-15,-3-1 5 16,-9 6-5-16,-4 2 0 16,-18 6 0-16,16 3 0 0,-10 0 3 15,13-8 11 1,2 8-10-16,-2-5 18 0,28-3-21 16,-7-4 9-16,0 8-19 15,13-3 19 1,3-1-10-16,-4 0 1 15,1-5 12-15,6 6-13 0,3-10 14 16,3 5-7-16,10 0-5 16,-13 4 0-16,-3 8 4 15,-7 0-7-15,1 0 4 16,3 0-3-16,-4 0 6 16,1 0-7-16,0 0 1 15,9 0-1-15,-9-8-4 16,-1-4-6-16,4 1 6 15,-25 6-14-15,16 5 7 16,-19 0-16-16,6 0 28 16,-16 0-5-16,4 0 5 15,-3 0 2-15,-4 0-1 0,4 0 12 16,-13 0-12-16,6 0 21 16,-2 0-15-1,-10 0 7-15,0 0-14 0,0 0 1 16,0 0 1-16,0 0-2 15,0 0-11-15,0 0-70 16,-28 0-465-16</inkml:trace>
  <inkml:trace contextRef="#ctx0" brushRef="#br0" timeOffset="-129276.81">25218 15172 316 0,'0'0'147'0,"0"0"-120"0,0 0-19 0,0 0 11 0,0 0 2 0,0 0 9 0,34 3 8 0,-28-3-18 15,-6 8-8-15,6-8 35 16,-6 0-7-16,7 8-4 15,-7-4-15-15,15 1 11 16,-9 6-14-16,-6 2-1 16,13 2 6-16,-1-2 6 15,-3 2 3-15,4 6-20 16,-7-1 7-16,13-4-16 16,-10 4 12-16,-3-1-6 15,6-6-8-15,-12-1 3 0,7 4 1 16,-7-8-2-16,0-4 0 15,0-4-3-15,15 0 4 16,-15 0 7-16,6 0-11 16,-6-36 5-16,7-4 6 15,5-9-9-15,-12-3-2 16,6 4 2-16,-6-7-5 16,0 6 10-16,0 5-14 15,0-9 14-15,0 17-13 0,0-8 7 16,0 4-2-1,0-4 1-15,6-8-9 16,10 8 3-16,-10-9-9 16,13 2-2-16,-10-6-1 0,-9 10-39 15,0-6-40-15,0 1 17 16,0 0-63-16,0 4 33 16,0 8 41-16,0 11 21 15,-9 14 48-15,9 2 28 16,0 5 49-16,0-3-45 15,0-1 2-15,0-4-8 16,0 3 0-16,0 1-3 16,0 9-23-16,0-5 17 15,0 8-9-15,0 0 24 16,0 0-23-16,0 0-8 16,0 0 0-16,0-8-2 15,0-1-4-15,0-2 5 0,15 6-1 16,-2 2 1-16,-7-2 34 15,0 2 1 1,10-2 25-16,-10 1-27 16,12 4 27-16,-11-4-27 0,20 4-11 15,8-7-22-15,5 7 4 16,-6 0 2-16,19-5-2 16,-7 5 13-16,7-8-10 15,15 0 22-15,-15 0-19 16,21-4 7-16,-9 1-6 0,4-2 10 15,-11 6-1-15,11-10-2 16,-10 1 1 0,-7 5-9-16,17-2 5 0,-11 9-11 15,-11-4-1 1,3 8-3-16,-4 0 0 0,-6 0 3 16,-9 0-1-16,10-8-4 15,-20 8 7-15,-14 0-9 16,-1 0 11-16,-6 0-12 15,0 0 5-15,0 0 0 16,0 0 3-16,0 0-1 16,0 0-1-16,0 0-1 15,12 0 10-15,-3 0-5 16,-2 0-1-16,-1 0 4 0,6 0-16 16,-5 0-9-1,-7 16-74-15,0 1-199 0</inkml:trace>
  <inkml:trace contextRef="#ctx0" brushRef="#br0" timeOffset="-116320.96">21689 14594 386 0,'0'0'105'0,"0"0"-102"0,0 0 47 0,0 0-10 0,0 0 21 0,0 0 4 0,0 0 14 0,-62 36 0 16,62-33 0-16,-12 2-21 16,12-2-49-16,0 2 4 15,-13 7-5-15,-14 4-10 16,8 8 9-16,-15-4 2 0,21-4-8 15,-8-4 25 1,15-7 28-16,6-5-33 0,0 0-4 16,0 0-13-16,0 0 7 15,0 0-6-15,0 0 1 16,0 0-3-16,0 0-6 16,27-44-1-16,51-30 4 15,30-18 1-15,26-16 4 16,-7 0-7-16,-6 8 5 15,-28 23-6-15,-13 13-43 16,-27 24-47-16,-6 20-28 16,-26 17-105-16,-21 3 45 15,0 0-304-15</inkml:trace>
  <inkml:trace contextRef="#ctx0" brushRef="#br0" timeOffset="-115503.21">23379 14414 297 0,'0'0'100'0,"0"0"7"0,0 0-31 0,0 0-40 0,0 0-5 16,0 0-9-16,-6 3 16 15,-6-3 38-15,12 0 31 16,0 0-23-16,0 0-34 15,0 0-3-15,0 0-31 16,0 0 40-16,0 0-38 16,0-28-1-16,71-32-6 15,25-21-6-15,22-30 21 16,18 11-24-16,-9-5 4 16,-15 17-6-16,-10 24-3 0,-15 20-68 15,-28 24-63 1,-40 20-197-16,-19 0-176 0</inkml:trace>
  <inkml:trace contextRef="#ctx0" brushRef="#br0" timeOffset="-114072.77">22424 16523 507 0,'0'0'78'0,"0"0"-20"0,0 0-35 0,0 0 23 15,0 0-38-15,0 0 23 0,0 60 11 16,0-16 68-16,-12 9-53 15,12 6-26-15,0 5 9 0,0 13-29 16,0-1 17-16,0 0-25 16,0 1 7-16,0-2-10 15,0 2 6-15,0-5-2 16,0-8-2-16,0-16-2 16,0-12 5-16,0-12-11 15,0-16 20-15,0-8-29 16,0 0 21-16,0 0-6 0,0 0 1 15,0-36 26 1,0-28-11-16,0-24-12 0,0-8 7 16,0-13-9-16,0 5 4 15,0 4 2-15,18 3-14 16,10 9 8-16,-3 8-4 16,9 8-1-16,-12 8 1 15,3 19-3-15,-4 18-15 16,-8 10 17-16,27 17-35 15,-6 0 25-15,25 0-6 16,16 20 12-16,-10 4 4 16,-3-4-30-16,-16 5-156 15,-33-6-123-15</inkml:trace>
  <inkml:trace contextRef="#ctx0" brushRef="#br0" timeOffset="-113306.4">23494 17181 79 0,'0'0'198'0,"0"0"-109"0,0 0 43 0,0 0-33 16,0 0-8-16,0 0 14 0,-22 0 17 15,22 0-71-15,0 0 8 16,0 0-39-16,0 0 12 16,40 0 10-16,16 0-2 15,-3 0-17-15,0-8-23 16,6 0 2-16,-4-4 0 15,-2 4-4-15,-19 3-30 16,-15 2 5-16,-4 3-25 0,-15-8-17 16,0-4-61-1,0-1-39-15,-15-7-112 16</inkml:trace>
  <inkml:trace contextRef="#ctx0" brushRef="#br0" timeOffset="-113039.9">23361 16872 592 0,'0'0'203'0,"0"0"-168"16,0 0 16-16,0 0-33 15,0 0 1-15,0 0 14 16,52-20 0-16,-11 12-9 16,-1-4-21-16,0 4 2 0,7 0-5 15,-7 3-8 1,-6 2-184-16,-3-2-2 0,-9 1-191 16</inkml:trace>
  <inkml:trace contextRef="#ctx0" brushRef="#br0" timeOffset="-104828.88">25057 14514 132 0,'0'0'144'0,"0"0"-120"0,0 0 33 0,0 0-22 16,0 0 47-16,0 0-39 15,0 0-2-15,0 0-7 16,0 0 14-16,0 0-6 15,0 3-24-15,0 2 13 16,0 3-12-16,0 3 5 16,0 6-9-16,-7-6 29 15,1 14 7-15,-6-1-13 16,6-4-28-16,-10 4-9 16,10 0-1-16,0-3 7 15,6 6-15-15,0-3 17 16,0 5-18-16,0-6 20 15,0 1-24-15,0-4-14 16,0-7-69-16,0-10-20 0,6-3-66 16,0 0-242-16</inkml:trace>
  <inkml:trace contextRef="#ctx0" brushRef="#br0" timeOffset="-104147.07">24756 14710 142 0,'0'0'178'0,"0"0"-122"0,0 0 76 0,0 0-90 0,0 0 21 0,0 0-33 15,0 0 31 1,0 0-10-16,22 0 34 0,12 0 8 15,-3 0-62-15,3 0-5 16,12 0-25-16,1 0 9 16,-1 0-3-16,-5-3-11 15,-1-2 4-15,-6 1-18 16,0 0-18-16,0-4-56 16,-15-4-30-16,15 0 4 15,-15 0-35-15,-19 3-277 16</inkml:trace>
  <inkml:trace contextRef="#ctx0" brushRef="#br0" timeOffset="-103313.73">24818 15216 67 0,'0'0'186'0,"0"0"-131"0,0 0 2 0,0 0-45 0,0 0 2 16,0 0 46-16,0 0 13 15,0 0-27-15,12 0-2 16,1 0-11-16,2 0-6 16,4 0 11-16,9 0 2 15,-4 0 0-15,11-5-27 0,-8 2 12 16,8-10-21-16,-11 13 2 15,4 0-6-15,-3 0 0 16,3-4 0 0,0 4-7-16,-9 0-19 0,-7-8-31 15,-3 8-44 1,-9 0-154-16</inkml:trace>
  <inkml:trace contextRef="#ctx0" brushRef="#br0" timeOffset="-96370.61">24548 16636 13 0,'0'0'208'0,"0"0"-154"0,0 0-31 0,0 0-21 0,0 0 6 0,0 0-4 0,0 0-4 0,0-30 9 15,0 30-9-15,0 0 26 16,0-3 18-16,-6 3 15 16,6 0-48-1,0-4 15-15,-13 4-22 0,13 0 30 16,0 0-3-16,0 0 15 16,0 0-13-16,0 0-13 15,0 0-3-15,0 0-15 16,0 0-4-16,0 0-2 15,0 0 2-15,0 0 0 0,0 0 2 16,0 0 0 0,0 0 0-16,0 0-1 15,0 0 4-15,0 0-7 16,0 0 10-16,0 0-12 16,0 0 12-16,0 0-12 15,0 0-4-15,0-4 3 0,0 4 7 16,0 0-4-16,0 0-5 15,0 0 17-15,0 0-20 16,0-4 12-16,0-4-1 16,0 4-6-16,0 4 7 15,0 0 2-15,0 0 5 16,0 0 16-16,0 0-12 16,0 0-5-16,0 0-1 15,0 0-7-15,0-4 9 16,0 4-12-16,0 0 5 15,0 0 0-15,0 0 2 0,0 0 14 16,0 0 18-16,0-5-27 16,0-6-7-16,0 3-11 15,0 0-10 1,0-1 16-16,0 6 3 0,0-2 0 16,0-2 2-16,0 3 0 15,0-5 1-15,0 6-9 16,0-2 19-16,0-3-19 15,0 8 17-15,0 0-14 16,0 0 10-16,0 0 3 0,0 0 6 16,0 0-2-1,0 0 8-15,0 0-17 16,0 21 8-16,13-1-9 16,-7 0 40-16,-6 4-21 0,9-4-20 15,-2 0-1-15,5-4-43 16,-6-3-60-16,-6 2-24 15,0-2-106-15</inkml:trace>
  <inkml:trace contextRef="#ctx0" brushRef="#br0" timeOffset="-95852.77">24368 16675 255 0,'0'0'126'0,"0"0"-10"0,0 0-8 0,0 0-30 0,0 0-11 0,0 0 8 0,180-44-15 16,-152 40-11-16,0 4-28 15,3 0 22-15,19-4-42 0,-19-4 4 16,15-4-5-16,-6-8-42 15,1 0-136-15,-13-9-64 16</inkml:trace>
  <inkml:trace contextRef="#ctx0" brushRef="#br0" timeOffset="-95004.88">24709 16423 233 0,'0'0'80'0,"0"0"-14"0,0 0 50 0,0 0-69 0,0 0-14 0,0 0-21 0,0 3 20 0,0 14-32 0,0 2 13 16,0 6 12-1,-18 3 0-15,2 4 38 16,-2 8 28-16,11-4 21 0,-8 0-76 16,15-4-19-16,0-4-13 15,0-3-6-15,0-6 3 16,0-2-2 0,0-9-8-16,0-5-23 0,0-3-85 15,0 0-88-15,22 0 40 16,-16 0-122-16</inkml:trace>
  <inkml:trace contextRef="#ctx0" brushRef="#br0" timeOffset="-94154.37">25500 16343 590 0,'0'0'85'0,"0"0"-46"0,0 0-37 0,0 0 2 0,0 0-4 0,0 0 0 0,65 0 9 16,-37 0 17-16,-9 0 19 0,9 0 20 16,-4 3-36-1,-8 21-3-15,-10 12-18 0,0 4-3 16,-6 1-5-1,0 6-4-15,0-2-1 0,0-13 9 16,0-7-12-16,0-14 5 16,0-11 0-16,0 0-44 15,0 0 14-15,13 0 14 16,21 0 13-16,0 0 5 16,0 0 1-16,0 0 0 15,-22 0 2-15,7 0-2 16,-13 8 1-16,-6 17 65 15,0 6-7-15,0 10-2 16,-6 6-33-16,-53 14-2 16,-21 6-15-16,-13 5-3 15,0-3-8-15,6-13 3 16,12-15 0-16,35-22-37 0,21-19-18 16,19 0-152-16,0-24-161 15</inkml:trace>
  <inkml:trace contextRef="#ctx0" brushRef="#br0" timeOffset="-93198.93">24443 17104 130 0,'0'0'171'16,"0"0"-128"-16,0 0 4 0,0 0-47 0,0 0-21 15,0 0 21-15,0-3 0 0,0 3 60 16,0 0 47-16,0 0-28 16,0 0-40-16,0 0-25 15,0 0-13-15,0 0 6 16,0 0 2-16,0 0-7 15,0 0 26-15,0 0 14 16,0 0 34-16,0 0-20 16,0 0 0-16,0 0-41 15,0 0-6-15,34 0 3 16,31-5-5-16,-3-3 6 16,9-7-8-16,-9 2-1 15,-9 1 0-15,0 4-5 16,2 5 2-16,-14 3-2 15,-4 0-8-15,3 0-27 16,-12 0-79-16,6 0-6 0,-27 0-2 16,-7-5-332-16</inkml:trace>
  <inkml:trace contextRef="#ctx0" brushRef="#br0" timeOffset="-59416.43">24731 16423 221 0,'0'0'145'0,"0"0"-101"0,0 0 28 0,0 0-38 0,0 0-32 0,0 0 9 16,0 0-3-16,0 0 33 15,0 0-10-15,0 0-2 16,0 0 37-16,0 0-27 0,0 0 7 16,0 0-10-1,0 0-8-15,0 0-11 0,0 0 1 16,0 0 0-16,-15 0 5 16,15 0-5-16,-7 0-17 15,7 0 5-15,0 0 0 16,0 0 9-16,0 0-9 15,-6 0 27-15,6 0-32 16,-6 0 24-16,0 3-23 16,0-3 11-16,-4 8-13 15,10 1 2-15,0-6-4 0,0 5 5 16,0 5-8 0,-12 3 11-16,12 12-13 15,0 4 14-15,-6-5-8 0,6 6 2 16,0-9-1-16,0 0 0 15,0-3-2-15,-7-2 2 16,-8 1 0-16,15-8-6 16,0-4 6-16,0-3-39 15,0-5-117-15,0 0-66 16,0 0 50-16,0 0-180 16</inkml:trace>
  <inkml:trace contextRef="#ctx0" brushRef="#br0" timeOffset="-58851.07">24424 16680 154 0,'0'0'284'0,"0"0"-203"0,0 0-10 0,0 0-21 15,0 0 3 1,0 0-24-16,105-25-6 0,-64 17 10 16,-1 8-11-1,13 0 2-15,-13 0-6 0,7 0-11 16,-7 0-6-16,0 0 10 16,7-3-7-16,-1-5-1 15,-5-5-3-15,-1 1-7 16,-12 4-23-16,-10 8-81 15,4-4-22-15,-16 4-105 16</inkml:trace>
  <inkml:trace contextRef="#ctx0" brushRef="#br0" timeOffset="-49711.08">14986 9452 349 0,'0'0'121'0,"0"0"-72"0,0 0-11 0,0 0 2 15,0 0-10-15,0 0 33 16,0 0-11-16,0 0 19 0,0 0-8 16,0 0 4-1,0 0-41-15,0 0 1 0,0 0 0 16,0 0-15 0,0 0 18-16,0 0-15 0,0 0 33 15,0 0-16 1,0 0 14-16,-16 0-42 0,-15 0 5 15,-9 0-8-15,-7 0 7 16,-2 0-1-16,2 0 0 16,-6 16-7-16,1 17 6 15,5 6-15-15,13 14 13 16,22 7-8-16,12-1 3 16,0-2-4-16,0-9 1 15,0-12 2-15,52-3-10 16,1-10-11-16,15-7 20 0,13-8-14 15,6-8-8 1,0 0-71-16,-1-44-81 0,-14-16-198 16</inkml:trace>
  <inkml:trace contextRef="#ctx0" brushRef="#br0" timeOffset="-48825.24">15727 9769 234 0,'0'0'238'0,"0"0"-175"0,0 0-30 16,0 0 23-16,0 0-28 16,0 0-6-16,-13 56 9 15,13-48 15-15,6 1 2 16,19-1 11-16,-3-8-10 0,3 0-16 15,3 0 11-15,0 0-13 16,-10-8 6-16,4-17-29 16,-10-11 49-16,-12 0-44 15,0 12-2-15,0 0 0 16,0 8-10-16,-34 0 24 16,-12 12-25-16,5 4-6 15,1 0-26-15,0 0 22 16,27 20-9-16,1 11 5 15,12 2-5-15,0 0-29 0,0-18-79 16,46-15-107 0,20 0 17-16,8 0-155 0</inkml:trace>
  <inkml:trace contextRef="#ctx0" brushRef="#br0" timeOffset="-48721.72">15727 9769 339 0</inkml:trace>
  <inkml:trace contextRef="#ctx0" brushRef="#br0" timeOffset="-48576.82">15727 9769 339 0,'446'-12'184'0,"-399"12"-184"15,2 0-22-15,4 0 43 16,6 0 19-16,-31-15 15 16,-10-2-4-16,-2-4 33 15,-16-2 12-15,12 3-54 16,-12 4-22-16,0 0-16 0,0 4-4 15,0 12-2 1,0 0-15-16,0 0-93 16,0 0-117-16,-21 0-296 0</inkml:trace>
  <inkml:trace contextRef="#ctx0" brushRef="#br0" timeOffset="-47545.67">17057 9465 268 0,'0'0'300'0,"0"0"-202"0,0 0-20 0,0 0 39 0,0-13-27 16,0 13-29-16,0-8-9 15,0 8-22-15,0 0 27 16,0 0-22-16,0 0-11 15,0 0-22-15,0 16-4 16,0 9 0-16,18 6-1 16,17 5-5-16,-14-3-30 15,-2-1-24-15,-7 8-19 16,-12 0-65-16,0-8-96 16,0 0-129-16</inkml:trace>
  <inkml:trace contextRef="#ctx0" brushRef="#br0" timeOffset="-47229">17063 9801 573 0,'0'0'14'0,"0"0"24"15,0 0 4-15,0 0 6 16,0 0 6-16,0 0 4 15,354-236-18-15,-299 167-21 16,-17 5 22-16,-23 4-2 16,-15 12-10-16,0 4-7 15,0 3 16-15,-46 5-26 16,-10 8-3-16,-3 12 2 0,-6 13 5 16,-10 3-8-16,-5 0-8 15,-1 32 0-15,22-1-24 16,13 18 5-16,12-9-73 15,18-8-186-15,10-4-275 16</inkml:trace>
  <inkml:trace contextRef="#ctx0" brushRef="#br0" timeOffset="-46460.24">18151 9797 22 0,'0'0'714'0,"0"0"-557"0,0 0-51 0,0 0-63 0,0 0-16 16,0 0-23-16,0 0-4 15,0 0 11-15,0 0-9 16,-6 0 34-16,-12 0-22 15,5 0-14-15,-15-16-53 16,-12 0-185-16,0-4-588 16</inkml:trace>
  <inkml:trace contextRef="#ctx0" brushRef="#br0" timeOffset="-46180.99">18012 9413 70 0,'0'0'466'0,"0"0"-409"16,0 0 13-16,0 0 18 16,0 0-3-16,0 0-24 15,248-254 3-15,-229 198-35 16,-19 12-13-16,0 4-11 0,0 16 4 15,-31 16 0 1,-10 8 19-16,1 0 13 0,-22 32-41 16,-3 24-16-1,3 5-52-15,9-9-243 16,28-21-359-16</inkml:trace>
  <inkml:trace contextRef="#ctx0" brushRef="#br0" timeOffset="-41132.11">22030 16395 301 0,'0'0'296'0,"0"220"-283"0,-15-99-12 0,-16-10 5 0,-3-2 9 0,12-9-2 0,3-11 2 0,19-14-13 16,0-14 17-16,0-9 21 16,0 1 17-16,0-9 16 15,0-1-35-15,0-3-17 0,0-7-15 16,0-13-6 0,0 0 8-16,0-4-15 0,0-8 15 15,0 0-8-15,-6-4 34 16,6 4 14-16,0 0-33 15,0-5-10 1,0 2-2-16,0-5 4 0,0 3-6 16,0 2 1-16,0 10 16 15,25 6 4-15,56 2 17 16,5 6-22-16,35-5-4 16,19 4-1-16,43-12-7 15,21-3 12-15,45-6-16 16,5-3 1-16,0-4 1 15,-6 0-6-15,-28 0 2 16,-40 0-4-16,-12-11-3 0,-35-14-1 16,0 6-1-1,-6 2-3-15,0-3 7 0,-6 4-46 16,-6-8 49 0,-9-1-47-16,-20 14 23 0,-24-6-39 15,-15-6-135-15,-22-1-31 16,-4-4-247-1</inkml:trace>
  <inkml:trace contextRef="#ctx0" brushRef="#br0" timeOffset="-40184.25">21643 16126 436 0,'0'0'119'0,"0"0"-84"0,0 0-4 0,0 0 15 0,0 0-22 0,372-49 19 0,-292 33 74 0,1 1-65 0,6 2-9 15,0 5 5-15,15 0 8 16,25-7-42-16,19 2 25 15,40-15 10-15,28 0-16 16,15-11-12-16,10-2-16 0,-19-3-3 16,-18 4 4-16,-22 16-12 15,-19 4 6-15,-15 4-3 16,-13 8-13-16,16-9-22 16,-4 1 27-16,-11 4-20 15,-7 1 4-15,-6 11-8 16,-34 0 25-16,-1 0-8 0,-11 0 17 15,-7-5-35 1,-9-15-17-16,-6 4-53 16,-7-8 25-16,1 12 38 15,-13 9 29-15,-22-5 13 0,-12 8 2 16,0 0 32-16,0 0 2 16,0 0-4-16,0 0-3 15,0 0-24-15,22 0-4 16,-3 0 0-16,8 0 22 15,8 0-3-15,11 0 23 16,-12 0-19 0,7 0 4-16,5 11-21 0,-6-11-2 15,-9 0-2-15,16 0-2 16,-13 8-2-16,-6 9-1 16,6 7 3-16,-22 12 22 15,1 15 11-15,-13 1-13 0,0 5-6 16,0 11-12-16,0 9-2 15,0 11 4-15,-13 20 5 16,-39 8 9-16,-23 1-15 16,7-1-1-16,9-20-2 15,25-23-21-15,9-26-111 16,25-27-162-16</inkml:trace>
  <inkml:trace contextRef="#ctx0" brushRef="#br0" timeOffset="-9896.15">30954 16190 60 0</inkml:trace>
  <inkml:trace contextRef="#ctx0" brushRef="#br0" timeOffset="62960.11">28325 14677 244 0,'0'0'129'0,"0"0"-6"0,0 0-43 0,0 0-14 0,0 0-16 0,0 0 20 0,0 0 17 16,0 0-39-16,-6-19-1 16,6 19-16-16,0 0 16 0,0 0-39 15,0 0 15-15,0 0-4 16,0 0 23-16,0 0-8 16,0 0-14-16,0 0-3 15,0 0-17-15,0 12 4 16,0 28 9-1,0 20-15-15,0 4 9 0,0 5-8 16,6-5 1 0,9 0 0-16,-9-12-1 0,-6-4-9 15,0-12 1-15,0-12-54 16,0-15-10-16,0-9-171 16,0 0-156-16</inkml:trace>
  <inkml:trace contextRef="#ctx0" brushRef="#br0" timeOffset="63276.47">28365 14746 487 0,'0'0'40'0,"0"0"-3"0,0 0 55 0,0 0-1 16,0 0-54-16,0 0 15 0,310-52-5 15,-273 52-2-15,-3 0-36 16,-12 16 21-16,-9 4-29 15,-13 1-2-15,0 2-29 16,0 10-196-16,-13-10-322 16</inkml:trace>
  <inkml:trace contextRef="#ctx0" brushRef="#br0" timeOffset="63860.91">29162 15023 611 0,'0'0'93'0,"0"0"-47"0,0 0-19 0,0 0 87 0,0 0-77 15,0 0-28-15,273-8-7 16,-233 0 5-16,7-1-14 16,-13 1-15-16,-6-7-76 15,-16-9-40-15,-12 4-13 16,0-1-366-16</inkml:trace>
  <inkml:trace contextRef="#ctx0" brushRef="#br0" timeOffset="64059.16">29162 15023 525 0,'192'-236'280'16,"-192"236"-255"-16,16 0-20 15,30 0 39-15,13-5-27 16,15-19-17-16,1 0-22 16,-10 0-106-16,-18 4-53 15,-13 7-173-15</inkml:trace>
  <inkml:trace contextRef="#ctx0" brushRef="#br0" timeOffset="64858.9">30399 14530 301 0,'0'0'230'16,"0"0"-133"-16,0 0-14 0,0 0 22 0,0 0-6 0,0 0-30 0,25 23-50 15,-3 18 55-15,2 3 0 16,-2 4-41-16,-3 0-21 16,-4-8-2-16,-9 9-10 15,-6-2 1-15,0 1-5 16,0 1-8-16,0 3-35 16,0-4-42-16,-6-20-54 15,-16-4-140-15,10-24-232 16</inkml:trace>
  <inkml:trace contextRef="#ctx0" brushRef="#br0" timeOffset="65326.44">30331 14790 503 0,'0'0'136'0,"0"0"-90"0,0 0 113 0,0 0-42 15,0 0-46-15,0 0-54 16,353-16-1-16,-284 16-10 16,-1 0-12-16,-22 0-13 15,-15 0-46-15,-9 0-198 16,-22 0-162-16</inkml:trace>
  <inkml:trace contextRef="#ctx0" brushRef="#br0" timeOffset="65956.51">31087 14505 631 0,'0'0'85'0,"0"0"-52"0,0 0-24 0,0 0 31 0,0 0 8 16,0 0 3-16,193 0-36 15,-172 9 13-15,-8 7 6 16,-7 0 28-16,-6 15-25 15,0 2 34-15,0-2-39 0,0-2-29 16,0-9-3 0,0-8-7-16,0-7-28 15,28-5-35-15,12 0 27 0,13 0-12 16,0 0 55-16,-13 0 1 16,-12 0 0-16,-16 0 29 15,-6 0-11-15,1 11 6 16,-7 22-13-16,0 6 32 15,0 9-41-15,0 9 12 16,-47 7-12-16,7-16-6 16,-7 0 2-16,1-16-4 15,21-24-25-15,-9-8-17 16,6 0-52-16,9 0-206 16,4-25-81-16</inkml:trace>
  <inkml:trace contextRef="#ctx0" brushRef="#br0" timeOffset="71735.59">30873 13374 511 0,'0'0'105'0,"0"0"-50"0,0 0-28 0,0 0 13 0,0 0-14 0,0 0 42 0,13-15-21 16,-13 15-12-1,0-5-2-15,6 2 11 0,10-10-4 16,2-7-38-16,29-4 7 16,5-16-5-16,17-7-8 15,-10-2 5-15,3-7-2 16,-22 0-3-16,-15-1 4 16,-10 9-7-16,-15 4 0 15,0 8 3-15,0 12 7 16,0 8-6-16,-28 12 6 0,0 4 15 15,4 0 17 1,-23 0-14-16,25 4 10 0,-12 33-30 16,16 6-2-16,11 6-18 15,7-10 18-15,0 10-13 16,0-9 3-16,7 8 10 16,45-8 0-16,-11 8-6 15,5-8 6-15,-6 0-4 16,-12-16-11-16,-3 4 2 15,-16-7-8-15,-9-6 22 16,0-7 6-16,-21 5 35 16,-38-6-8-16,-28-2-20 15,13 3 15-15,-1-5-6 16,16 2-22-16,25-5-7 16,28 0-14-16,6 0-57 15,0 0-138-15,0-8-69 0,0 0 14 16</inkml:trace>
  <inkml:trace contextRef="#ctx0" brushRef="#br0" timeOffset="72169.32">31580 13310 300 0,'0'0'294'0,"0"0"-234"0,0 0-31 0,0 0 34 0,0 0 32 0,0 0 24 0,0-3-69 15,7 39-23 1,14 11 77-16,-2 10-32 0,-10 7-33 15,-3-4-34-15,1-4-5 16,-7-8-7-16,12-12-33 16,-12-11-169-16,0-22-528 15</inkml:trace>
  <inkml:trace contextRef="#ctx0" brushRef="#br0" timeOffset="75683.26">32163 13459 75 0,'0'0'415'0,"0"0"-325"0,0 0-11 0,0 0-16 0,0 0 13 0,0 0-8 0,0 0 48 16,0 0-57-16,0 0-8 15,0-25 15-15,0-2-34 16,0-13-16-16,0-20-13 16,0-9-5-16,0-7 17 15,7 4-27-15,11 7 22 16,-18 14-13-16,9 22 6 16,-9 14-3-16,7 7 0 15,-7 8 6-15,0 0 2 0,0 0-6 16,0 0-4-1,0 0-22-15,0 0 7 16,0 28-30-16,-34 8 5 16,-7 8-58-16,1-13-206 0,6-6-109 15</inkml:trace>
  <inkml:trace contextRef="#ctx0" brushRef="#br0" timeOffset="76250.65">32483 13359 514 0,'0'0'83'0,"0"0"-12"0,0 0 22 0,0 0 21 0,0 0-55 0,0 0 5 0,0-28-38 16,0-13-15-16,0-6-6 15,0-14-4-15,15 9 12 16,4 0-9-16,-13 4-8 16,0 4-2-16,4 16 4 15,-10 7 4-15,0 14-1 16,0 7 6-16,0 0 6 16,0 0-13-16,0 0-4 15,0 0-7-15,0 20-36 0,-41 19-101 16,-15 2-172-16</inkml:trace>
  <inkml:trace contextRef="#ctx0" brushRef="#br0" timeOffset="77183.77">30405 13487 53 0,'0'0'494'0,"0"0"-430"0,0 0-39 0,0 0 58 0,0 0 77 0,0 0-55 0,87 68-45 16,-59-36-13-16,-9 0 0 15,-7 8-24-15,-6 4-5 0,-6 0-10 16,0-3-16-16,0-10-52 16,0-18-149-1,0-13-541-15</inkml:trace>
  <inkml:trace contextRef="#ctx0" brushRef="#br0" timeOffset="83326.69">29711 12966 23 0,'0'0'370'0,"0"0"-292"0,0 0-71 0,0 0 33 16,0 0-28-1,0 0 15-15,0 0 14 16,0 0 73-16,0 0 46 0,0 0-30 15,0 0-91-15,0 0 0 16,0 0-23-16,0 0 18 16,0 0-9-16,0 0 3 15,0 0-2-15,0 0-23 16,0 0 33-16,0 0-22 16,0 0-10-16,0 3 0 15,0 17-8-15,0 1 0 16,0-1 1-16,0 0-4 15,0-1-8-15,0 2 12 0,6-1-7 16,34 0 5 0,19 0-10-16,9-8 4 0,-15 0-33 15,0 4 15-15,-19-4 12 16,-6 0 10-16,-16 4 2 16,-6 0 10-16,-6 9-4 15,0-2 16 1,0 9 4-16,-18 1-12 0,-38 3-11 15,-3 3 3-15,-15-6-2 16,9-10-1-16,9-6-13 0,9-13-3 16,16-4-17-1,3 0-31-15,0-16-118 0,22-32 34 16,-6-17-453 0</inkml:trace>
  <inkml:trace contextRef="#ctx0" brushRef="#br0" timeOffset="83527.06">29763 12897 662 0,'19'0'123'0,"15"4"-103"0,19 0 64 0,15-4-36 0,19 0-48 0,0 0-107 0,-13-8-127 0,-27-8-361 0</inkml:trace>
  <inkml:trace contextRef="#ctx0" brushRef="#br0" timeOffset="84075.74">29122 13680 684 0,'0'0'127'0,"0"0"-71"0,0 0 41 0,-109-237-47 0,109 145-47 0,0-5 3 0,16-3 0 0,42 0-7 16,17 4 1-16,12-1 0 16,12 17-14-16,9 8-203 15,4 20-2-15,-10 12-302 16</inkml:trace>
  <inkml:trace contextRef="#ctx0" brushRef="#br0" timeOffset="84876.58">32818 12693 402 0,'0'0'236'0,"0"0"-190"0,0 0 48 0,0 0 23 0,0 0-42 0,0 0-34 15,260 257 5-15,-220-185-17 0,-12 16 46 16,-22 0-46-16,-6 4 8 16,0-8-27-16,0-7-3 15,0-5-7-15,-21 8-12 16,-38-8-91-16,-22-16-150 15</inkml:trace>
  <inkml:trace contextRef="#ctx0" brushRef="#br0" timeOffset="96283.16">15993 11253 269 0,'0'0'31'0,"0"0"-28"0,0 0 4 16,0 0 113-16,0 0-65 16,0 0-43-16,0 0 16 15,-24 0 11-15,14 0 24 16,4 0-35-16,6 0 47 15,-6 0-19-15,6 0-1 16,0 0-27-16,-6 0-1 16,6 0-8-16,0 0 4 0,0 0 11 15,-7 0 5 1,7 0 3-16,0 0-21 0,-6 0 11 16,6 0-24-16,0 0 15 15,0 0-14-15,0 0-3 16,0 0 6-16,0 0-9 15,0 0 5-15,0 0 0 16,0 0-13-16,0 0 17 16,65 20-12-16,22-4 2 15,34-4 11-15,19-12-8 16,15 0-4-16,6 0 4 16,-15 0 9-16,-19 0-15 15,-34 0 6-15,-25 0-10 16,-28 0 4-16,-27 0-2 0,-7 0-30 15,-6 0-70 1,0 0-7-16,-19-8-257 0</inkml:trace>
  <inkml:trace contextRef="#ctx0" brushRef="#br0" timeOffset="125259.1">28005 16002 325 0,'0'0'346'0,"0"0"-233"0,0 0-12 0,0 0-22 0,0 0-49 0,0 0-8 0,0 0 4 0,-12-5-9 16,12 2 11-16,0 3 0 16,0 0 27-16,0 0-42 15,0 0-3-15,0 0-6 16,0 0-4-16,0 16 4 15,0 15-4-15,19 14 2 16,8-1 7-16,-8 0-13 16,3 0 13-16,-10-4-14 15,-6 4 12-15,-6 0-11 0,0-3 5 16,0-2-1 0,0-6 0-16,0-9 7 15,0-17-17-15,0-7 4 0,0 0 5 16,0 0-36-16,0 0-28 15,0-31-112-15,0-18-404 16</inkml:trace>
  <inkml:trace contextRef="#ctx0" brushRef="#br0" timeOffset="125824.85">28039 16110 508 0,'0'0'95'0,"0"0"31"0,0 0 11 0,0 0-63 16,0 0-67-16,0 0-8 16,19-52 3-16,21 32 12 15,-12 7 32-15,-9 5-15 16,9 4-15-16,-3 4-13 0,9 0 1 15,6 0 10-15,7 0-19 16,-1 0 17-16,1 0-14 16,2 12 2-16,-9 16-13 15,-2-7-16-15,-17-9-113 16,-8-12-276-16</inkml:trace>
  <inkml:trace contextRef="#ctx0" brushRef="#br0" timeOffset="126374.9">28994 16282 517 0,'0'0'123'0,"0"0"-13"0,0 0-15 15,0 0-14-15,0 0-32 16,0 0-7-16,134 0-22 0,-81 0-7 16,2 0 4-16,-2 0-15 15,0 0-4 1,-13-3-36-16,-12 3-78 0,-9-5-191 15</inkml:trace>
  <inkml:trace contextRef="#ctx0" brushRef="#br0" timeOffset="126574.2">28994 16282 214 0</inkml:trace>
  <inkml:trace contextRef="#ctx0" brushRef="#br0" timeOffset="126649.98">28994 16282 214 0,'140'-205'474'0,"-112"205"-436"0,6 0 25 16,19 0 96-16,6 0-159 15,3 0-57-15,-10-11-166 16,-11-2-211-16</inkml:trace>
  <inkml:trace contextRef="#ctx0" brushRef="#br0" timeOffset="127289.93">30179 16234 167 0,'0'0'253'0,"0"0"-156"0,0 0-16 0,0 0 6 0,0 0 22 0,-34 0 17 0,34 0-65 0,0 0-12 16,0 0-37-16,0 0 33 15,0 0-3-15,34 0 1 16,19 0-22-16,12 0-20 0,3 0-1 15,13 0-13-15,-7-21-23 16,-9-2-82-16,-18-1-202 16,-26 4-387-16</inkml:trace>
  <inkml:trace contextRef="#ctx0" brushRef="#br0" timeOffset="128105.73">31094 15917 521 0,'0'0'124'0,"0"0"9"0,0 0-30 0,0 0-54 0,0 0-49 15,0 0 4-15,74 0 0 16,-43 0-2-16,9-4 28 0,1 4-18 15,-7 0 22-15,-6 0-15 16,-10 0-3-16,-5 24 1 16,-13 12 0-16,9-7-15 15,-9 7-2-15,0-13-1 16,6-2-16-16,7-13-7 16,-7-8-38-16,28 0 36 0,0 0 2 15,13 0 24 1,11 0 10-16,11 0-10 0,5 0-5 15,-21 0 5 1,-19 12 0-16,-22 16 2 16,-12 8-2-16,0 8 35 15,0 4 13-15,-62-4-9 0,-3 0 2 16,-3-8 0-16,3-12-41 16,-16-7 0-16,7-6-88 15,-19 1-280-15</inkml:trace>
  <inkml:trace contextRef="#ctx0" brushRef="#br0" timeOffset="129942.4">30232 17915 230 0,'0'0'51'0,"0"0"-50"0,0 0-1 0,0 0 7 0,0 0 6 0,0 0 17 16,6 19 16-16,-6-19 19 15,0 5 9-15,12-5-7 16,-12 0-38-16,0 0 22 16,0 0-16-16,0 0 31 15,0 0 10-15,0 0 10 16,0 0-36-16,0 0-23 15,0 0 0-15,0 0-22 0,0 0 0 16,0 0 4-16,0 0 4 16,0 0 3-16,0 0 3 15,0 0-19-15,0-13-5 16,6-10-10-16,29-14 8 16,5-6 6-16,6-6-15 15,-18-3 11-15,13-4-19 16,-23-5-13-16,-2 5-6 15,-16 1 4 1,0-2 4-16,0 6-1 0,0 2-8 16,0 13 6-16,0 11 38 15,-28 22 13-15,-6 3 16 16,15 0 41-16,-9 0 21 16,10 0-90-16,2 19-1 0,-3-2 0 15,13 11 0-15,-9 4-6 16,15 4 1-16,0 0-1 15,0 0 4-15,0-3-4 16,15-2-2 0,16-3 0-16,3 0-31 0,13 1 16 15,-7-6 5-15,7 5-18 16,9 5 25-16,-10-5-26 0,7 8 34 16,-19-4 6-1,0 0-6-15,-22-4-3 16,-12-4 6-16,0 1 47 15,0-6 58-15,-28 9-31 16,-30 0-52-16,-35 1-6 0,-10 3-13 16,-2-4-6-16,18-4-6 15,19-16-23-15,21-8-181 16,13 0-168-16</inkml:trace>
  <inkml:trace contextRef="#ctx0" brushRef="#br0" timeOffset="130555.03">29649 18026 548 0,'0'0'64'0,"0"0"-24"0,0 0 35 0,0 0 5 0,0 0-10 0,0 0 13 0,0 49-17 15,0-21-30-15,0 11 9 16,0 6-40-16,0-1-5 16,-6 5-71-16,-7-13-219 15,7-8-243-15</inkml:trace>
  <inkml:trace contextRef="#ctx0" brushRef="#br0" timeOffset="131336.93">30960 17842 199 0,'0'0'172'0,"0"0"-46"0,0 0-51 0,0 0 14 0,0 0-15 0,0 0 34 0,41 61 2 0,-29-33-50 15,-6 8-37-15,0 8 52 16,-6 12-21-16,0 4-19 16,0 4-34-16,0-3-1 15,0-5-9 1,-18-9-109-16,-16-6-156 0,-13-18-299 16</inkml:trace>
  <inkml:trace contextRef="#ctx0" brushRef="#br0" timeOffset="132300.97">27364 18195 523 0,'0'0'90'0,"0"0"27"0,0 0 13 0,0 0-25 0,0 0-99 0,0 0 28 16,-214-249-34-16,214 185 0 15,0-3-6-15,46-6-14 16,16 5-6-16,-15 4-69 16,-7 7-125-16,-28 9-382 0</inkml:trace>
  <inkml:trace contextRef="#ctx0" brushRef="#br0" timeOffset="133633.28">33171 17349 55 0,'0'0'279'0,"0"0"-195"0,0 0-4 0,0 0-56 16,0 0 3-16,0 0 11 0,0 0 41 0,0-16-12 16,0 16 45-16,0 0 0 15,0 0-57-15,0 0-9 16,0 0-30-16,0 0-5 15,0 0-2-15,0 0-18 16,0 0 10-16,16 12-1 16,-4 16 5-16,7 0 11 15,2 12-12-15,7 8-1 16,-9 4 8-16,-7 4-8 16,-6 9 1-16,-6 3 1 15,0 8-10-15,-6 0-28 16,-34-4-6-16,-7-20-121 0,7-19-156 15</inkml:trace>
  <inkml:trace contextRef="#ctx0" brushRef="#br0" timeOffset="143792.86">31922 17240 276 0,'0'0'77'0,"0"0"-17"0,0 0 9 16,0 0-48-16,0 0-2 0,0 0 37 0,0 0 33 0,0 0 43 0,0 0 17 0,-7 0-86 15,7 0-20-15,0 5-39 0,0-2 15 16,0-3-18-1,0 0 19-15,0 0-6 0,0 0 1 16,0 0 17 0,0 0-17-16,0 0 8 0,0 0-22 15,0 0 6-15,0 0-2 16,-12 8 4-16,-4 9-4 16,-2 2-3-16,-16 2-2 15,9 3 0-15,3-8-3 16,10 0 6-16,6-4-2 15,-4-4 3-15,4 4-6 16,6 0 13-16,0 5-19 16,0-6 8-16,0 6-1 15,0-2-15-15,22-2 13 16,24-2 2-16,1-3-4 0,6 0-4 16,9 1 18-1,-10-1-15-15,1 0 9 0,-13-5-6 16,-6 5-3-16,-15 1-23 15,-4 7 10-15,-8 4 0 16,-7 4 19-16,0 7 1 16,0-3 37-16,0 8-29 15,0-7 3-15,-34 8-12 16,-1-10 0-16,-11 9 0 16,-1-12 1-16,-5-3-7 15,5-5 8-15,19-9-10 16,0-2 1-16,16-5-4 0,6 0-2 15,6 0-23-15,0-5-35 16,0-23-64-16,0-8-241 16,0 5 29-16</inkml:trace>
  <inkml:trace contextRef="#ctx0" brushRef="#br0" timeOffset="144474.31">32049 17240 221 0,'0'0'223'0,"0"0"-142"0,0 0-24 0,0 0-23 0,0 0-15 16,0 0 22-16,-13 0 34 0,13 0 10 16,0 0 17-16,0 0-20 15,0 0-43 1,0 0 0-16,0 0-8 0,0 0-14 15,0 0 1-15,0 0-11 16,28 0 0-16,31 0 2 16,15 0 15-16,4-3-15 15,3-9 6-15,-1-1-11 16,-12 5-8-16,-15 0-16 16,-6 8-19-16,-19 0-49 15,-22 0-35-15,-6 0-224 16</inkml:trace>
  <inkml:trace contextRef="#ctx0" brushRef="#br0" timeOffset="149953.99">28024 18231 83 0,'0'0'213'0,"0"0"-187"0,0 0 65 0,0 0 3 0,0 0-35 16,0 0-19-16,0 0 9 0,-37-56 16 16,27 23 17-16,10-10 7 15,0-9-45-15,0-20-11 16,0-8-12-16,16-9 12 16,30-7-26-16,-11 8-3 15,-17 7 2-15,1 17 3 16,-10 20-6-16,-3 24-3 15,7 20 0-15,-13 0 3 16,0 0-3-16,0 0 2 16,0 24-2-16,0 12 2 0,0 13-7 15,0-2-15-15,-13 2-123 16,-2-5-116 0,-10-8-15-16</inkml:trace>
  <inkml:trace contextRef="#ctx0" brushRef="#br0" timeOffset="150653.78">28728 17990 221 0,'0'0'102'0,"0"0"-21"0,0 0-57 0,0 0-9 0,0 0 5 16,0 0 4-16,-47 52 34 0,47-47 2 16,-6-1 42-16,-3 0 13 15,3 0-1-15,-1-4-88 16,7 0 11-16,0 0-26 16,0 0 22-16,0 0 1 15,0 0-9-15,0-12 21 0,0-16-38 16,0-16 10-16,0-16-16 15,0-13 12 1,0-7-8-16,13-5-8 0,2 10 6 31,10 11-6-31,-19 20 2 0,10 11 0 0,-16 17-4 16,6 4 15-16,-6 9-22 16,6 3 8-16,-6 0-4 15,0 7-11-15,0 42 4 16,-18 14 8-16,-44 1-3 15,3-3-39-15,6-17-47 16,31-20-103-16,10-8-74 16</inkml:trace>
  <inkml:trace contextRef="#ctx0" brushRef="#br0" timeOffset="191968.73">26340 17677 479 0,'0'0'80'0,"0"0"-69"0,-421 25-8 0,321-21 44 0,41-4 3 0,13 0-2 16,24 0-45-16,-6 0 13 15,4 0-8-15,-17 0 70 16,-5 0-74-16,-7 0 27 16,-3 0-31-16,10 0-64 15,12-8-29-15,15 4 18 16,19 4 38-16,0 0-75 0,0 0-52 16,0 0 32-1,0 0 9-15</inkml:trace>
  <inkml:trace contextRef="#ctx0" brushRef="#br0" timeOffset="193148.87">24548 17502 175 0,'0'0'68'0,"0"0"-56"0,0 0 13 0,0 0-8 0,0 0 12 0,0 0-1 0,-19 3 36 0,19-3-11 15,0 0-2-15,0 0-8 16,-6 0-10-16,6 5-25 16,-6-5-2-16,0 3-7 0,-3 1 2 15,-4 4 11 1,1-3-11-16,12 6-1 0,-6-3 7 15,-10-4-6 1,10 4 0-16,-7 0 5 0,1 5-6 16,-3-1 12-1,2-4-23-15,7 0 26 0,-10-5-11 16,10 6-3-16,6-5 9 16,-12 0-10-16,-1 4 8 15,13-5-8-15,0 2 0 16,0-5 3-16,0 3 0 15,0-3 20-15,0 0-10 16,0 0 25-16,0 0-29 16,0 0 23-16,0 0-29 0,0 0 3 15,19-23 0 1,43-13 30-16,16-16 4 0,2-13-40 16,1 1 17-16,-1 4-17 15,-11 16-3-15,-38 20-91 16,3 19-9-16,-34 5-13 15,0 16-106-15,0 29-44 16</inkml:trace>
  <inkml:trace contextRef="#ctx0" brushRef="#br0" timeOffset="193601.52">24557 17369 271 0,'0'0'259'0,"0"0"-247"0,0 0 3 0,0 0-11 0,0 0 11 0,0 0 27 16,0 0-34-16,341-88 0 15,-282 60-8-15,-12 8 0 16,-19 7 0-16,-3 13 2 16,-10 0-6-16,-15 0-3 15,0 36 7-15,0 13 17 16,0 2-16-16,0 2-1 16,0-13-24-16,0-3-13 15,-9-6-153-15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2155.72363" units="1/cm"/>
          <inkml:channelProperty channel="Y" name="resolution" value="3449.15796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6-06-09T22:49:12.964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8741 6581 100 0,'0'0'68'0,"0"0"-60"0,0 0 21 0,0 0 21 0,0 0-3 0,0 0-29 0,0 0 34 0,0 0-1 0,12 0-7 0,-2 0-34 0,-10 0 12 0,0 0 22 16,0 0-15-16,0 0 15 16,0 0-14-16,0 0 25 15,0 0-30-15,0 0-8 16,0 0-17-16,0 0 0 0,0 0 0 16,0 0 3-16,0 0 1 15,0 0-3-15,0 0 9 16,0 0-7-16,0 0 0 15,0 0-2-15,0 0-2 16,0 0-9-16,6 0 10 16,-6 0-5-16,6 0 11 15,0 0-13-15,-6 0 16 16,6 0-7-16,1 7 0 16,2 6 23-16,3-1-14 15,1-4-5-15,-7-4-6 16,9 3 4-16,-2 6-1 15,-1-5 0-15,4 4 21 16,2-4-22-16,4 4 9 0,3-4-8 16,-4-4 4-16,-8 3-7 15,-1-2 0 1,-6-1 4-16,10 4 3 16,-4 0-14-16,10-8 16 15,-16 5-19-15,7-2 18 0,-1-3-14 16,-6 8 8-16,16-4-2 15,-16 0 0-15,7 0 4 16,2 0-8-16,4 5 10 16,2-6-10-16,-2 2 16 15,-13 2-18-15,16-7 8 16,-16 4-4-16,19-4 0 16,-3 0 2-16,-4 0 7 0,10 0-6 15,0 0 22-15,-3 0-21 16,3 0 18-16,0 0-16 15,3 0-1-15,-10 0 1 16,13-4-4-16,-15-8 5 16,0 4-3-16,2 4 0 15,-8-8 6-15,2 0-16 16,4-8 8 0,3-12-27-16,2-8-112 0,4 8 15 15,-21 7-36-15,-7 14-190 16</inkml:trace>
  <inkml:trace contextRef="#ctx0" brushRef="#br0" timeOffset="3012.78">11100 6568 313 0,'0'0'42'0,"0"0"28"0,0 0-28 0,0 0-24 0,0 0-8 0,0 0 5 0,0 0 7 16,7 9-13-16,-7-5 36 15,0 3-9-15,6 6-2 16,3-5-18-1,-3-4 10-15,7 8-5 0,-7 3-17 16,16-2 17-16,2 2-13 16,4 2 23-16,6 2-12 15,7 6 21-15,-1-5-37 16,13 1 35-16,0-2-18 16,-1 1 0-16,4-7-11 15,-9-1-4-15,11-4 2 0,1 0-6 16,-3 3 23-16,9-2-14 15,-9-1-8-15,-9-5 11 16,-7-3-24-16,-9 0 11 16,-3 0 0-16,12-3 3 15,-12-17 0-15,-3-4-4 16,-13 7 11-16,10-3-20 0,-10 1-8 16,4-17-68-1,2 3-124-15,-11 1-15 16,-7 8-191-16</inkml:trace>
  <inkml:trace contextRef="#ctx0" brushRef="#br0" timeOffset="4778.24">14027 5702 325 0,'0'0'108'0,"0"0"-57"0,0 0 27 0,0 0-37 16,0 0-20-16,0 0 22 15,-167-8 11-15,142 8 11 16,-3 0 34-16,-12 0-51 16,15 8-20-16,-15 20-21 15,0 8 0-15,-1 5-14 16,-5-2 16-16,12 14-14 16,-7 2 14-16,13-2-6 15,16 12-1 1,-7-6 5-16,13 10-6 15,-9-1-1-15,15-4 0 0,0 0 14 16,0-3-29-16,0-5 30 0,28-4-31 16,24-4 28-16,7 4-24 15,9-8 15 1,13-11-6-16,6-14 3 0,6-10-20 16,28-9 17-16,12 0-1 15,7-33 4-15,2-27 5 16,-2-16-5-16,-7-1-9 15,-6-6 3-15,-21-6-22 16,-19 5-23-16,-25-4-36 16,-28 3-18-16,-34 5 28 15,0 4 8-15,-87-4-41 0,-34 3 72 16,-22 13 38 0,-2 9 71-16,5 10 107 0,13 26-133 15,6 19 0-15,16 0 29 16,8 36-74-16,17 23-92 15,33 13-142-15</inkml:trace>
  <inkml:trace contextRef="#ctx0" brushRef="#br0" timeOffset="46658.38">17116 2851 458 0,'0'0'67'0,"0"0"-29"16,0 0-11-16,0 0 16 0,0 0-30 0,0 0 13 0,0 0 0 15,0 0 26-15,0-12 33 16,0 12-15-16,0-4-9 16,0 4-48-16,0 0 14 0,0 0-22 15,0 0-2 1,0 0 0-16,0 0 16 0,0 0 3 16,-6 0 11-1,-1 0-23-15,1 0 2 0,6 0 31 16,-6 0-39-1,6 0 23-15,0 0-25 0,0 0 15 16,0-20-17-16,12-13 2 16,75-27-2-16,40-20 5 15,28-16-8-15,25-5 12 16,6-10-6 0,22 11 3-16,-6-5-10 0,-10 8 6 0,-19 14-4 15,-39 19-5 1,-47 23-36-16,-32 25-3 15,-30 12-90-15,-19 4-184 16,-6 0-170-16</inkml:trace>
  <inkml:trace contextRef="#ctx0" brushRef="#br0" timeOffset="47525.94">17209 2635 138 0,'0'0'140'0,"0"0"-131"0,0 0 20 0,0 0 81 16,0 0-28-16,0 0 10 15,0-5-13-15,0 5 40 16,-6 0-37-16,-1 0 4 15,-11 0-38-15,-10 0-35 16,0 12-8-16,-3 12-9 16,-3 9 4-16,0 3 0 15,-7 0 4-15,1 8 5 16,0 8 6-16,9-4-14 16,-3 0 16-16,18-8-10 15,4-12-1-15,12-16-6 16,0 1 0-16,0-13-6 15,6 0 3-15,50 0 3 16,9 0 1-16,9-5 15 0,7-18-14 16,0-10 4-1,-16 9-5-15,-3-4-2 0,-10 0 1 16,-17 12-12-16,-17 4 1 16,-5 12-39-16,-13 0 11 15,0 0-57-15,0 0-19 16,0 12-8-16,0 1-114 15</inkml:trace>
  <inkml:trace contextRef="#ctx0" brushRef="#br0" timeOffset="48842.6">20244 1274 686 0,'0'0'17'0,"0"0"58"16,0 0-25-16,0 0-33 0,0 0-12 0,-341 133 58 0,276-69-27 16,9 24 22-16,10-11 2 15,6 7-1-15,21-12-16 16,19-8-37-16,0-24 0 15,6-7-1-15,62-13-10 16,25-12 3-16,13-8 2 16,15 0 0-16,-13-8-7 15,-9-28 6-15,-24-5-85 16,-22 2-63-16,-19-2-302 16</inkml:trace>
  <inkml:trace contextRef="#ctx0" brushRef="#br0" timeOffset="49189.01">20412 1957 616 0,'0'0'190'0,"0"0"-12"0,0 0-133 16,0 0-28-16,0 0-15 16,0 0-4-16,46-157-13 0,-24 141-22 15,-3 4-28-15,2 12 22 16,-2 0-1-16,3 12 43 16,9 28 1-16,3 16 77 15,0-7-58 1,6-6-10-16,-21 9-7 0,2-11-2 15,-14-5-2-15,-7-11-37 16,0-6-38-16,0-15-48 16,0-4-1-16,0 0-36 15</inkml:trace>
  <inkml:trace contextRef="#ctx0" brushRef="#br0" timeOffset="49326.88">20412 1957 573 0</inkml:trace>
  <inkml:trace contextRef="#ctx0" brushRef="#br0" timeOffset="49351.07">20412 1957 573 0,'-19'31'340'0,"72"-31"-340"0,28-16-38 0,-1-15-136 16,-21-17-261-1</inkml:trace>
  <inkml:trace contextRef="#ctx0" brushRef="#br0" timeOffset="49789.57">20771 1733 312 0,'0'0'298'15,"0"0"-283"1,0 0-8-16,0 0 7 16,0 0-11-16,137 152 2 0,-112-141 2 15,-10-2-6-15,-9-1 0 16,-6-8 29-16,0 0 78 15,0 0 66-15,0-5-86 16,0-31-73-16,0-3-4 16,0-18-6-16,0 9-3 15,0-8 2-15,0 4 7 16,0 16-19-16,0 8 18 16,0 23-20-16,0 5 4 15,0 0-8-15,0 13-10 16,0 31 24-16,0 7 6 0,0-2-1 15,0-9-5 1,0-16 10-16,0-12-20 0,7 4 11 16,11 0-5-16,23 1 4 15,-1 6 0-15,13 1 6 16,2-4 5-16,10 1-9 16,-24-1 6-16,-13-12-16 15,-4 15-15-15,-8-10 2 16,-10 3-65-16,-6-4-37 15,0-12 8-15,6 0-49 16,7 0-274-16</inkml:trace>
  <inkml:trace contextRef="#ctx0" brushRef="#br0" timeOffset="50155.44">21447 1603 310 0,'0'0'108'0,"0"0"38"0,0 0-83 0,0 0 1 15,0 0-59-15,0 0 40 16,0 100 82-16,0-43-61 15,0-9-32-15,16-12-25 16,-4-8-3-16,13-4 0 0,9-15-1 16,0-6 0-16,13-3-5 15,6 0 5-15,2 0 2 16,-8-8 7-16,-16 4-9 16,3 4-5-16,-12 0 0 15,-4 0-10-15,10 0-30 16,-3 0 24-16,25 0-124 15,-4 0-203-15</inkml:trace>
  <inkml:trace contextRef="#ctx0" brushRef="#br0" timeOffset="51022.35">23100 1443 296 0,'0'0'314'0,"0"0"-238"0,0 0 103 0,0 0-54 0,0 0-52 0,0 0-45 15,-68 129-3-15,62-49-10 0,6 7-11 16,0-10-4-16,0-16 8 16,0-14-19-16,0-22 22 15,0-9-22-15,0-16 22 16,0 0 10-16,0-8 13 15,0-41-2-15,0-23-29 16,0-20 3-16,0-24-12 16,0-9 12-16,0 1-17 15,0 8-1-15,0 24 9 0,0 15 4 16,0 21-2 0,18 16 1-16,10 8-1 0,12 8-3 15,13 4-24-15,15 0-59 16,13 4-132-16,-10 0-183 15</inkml:trace>
  <inkml:trace contextRef="#ctx0" brushRef="#br0" timeOffset="51288.41">22753 1536 367 0,'0'0'479'0,"0"0"-421"0,0 0 87 0,0 0-36 0,347-41-52 16,-242 17-55-16,-24 4-2 15,-6 4-56-15,-29 12-275 16</inkml:trace>
  <inkml:trace contextRef="#ctx0" brushRef="#br0" timeOffset="51670.95">23829 1896 956 0,'0'0'163'16,"0"0"-96"-16,0 0-49 15,0 0-18-15,0 0-9 16,0 0-227-16</inkml:trace>
  <inkml:trace contextRef="#ctx0" brushRef="#br0" timeOffset="52270.17">25345 1014 268 0,'0'0'346'0,"0"0"-322"0,0 0 54 0,0 0 52 0,0 0-9 0,0 0-47 0,-87-80-37 16,47 80 34-1,-19 0-36-15,-22 4-22 0,-6 44-6 16,1 12-8-16,5 16 7 15,19 12 1-15,16 9-1 16,39 3-4-16,7-12-2 16,0 1 2-16,28-21-6 15,53-4 7-15,6-8-12 16,24-28 6-16,-2 0-19 16,-4-15 17-16,-9-13-29 15,-24 0-26-15,-20 0 14 0,-18-17-92 16,-27-15-153-16,-7-4-57 15</inkml:trace>
  <inkml:trace contextRef="#ctx0" brushRef="#br0" timeOffset="52487.55">25184 1559 211 0,'0'0'415'15,"0"0"-342"-15,0 0-35 16,0 0 71-16,0 0-9 15,0 0-77-15,254 44 19 16,-201-11-10-16,-19-2-11 0,-6 5-21 16,-10-11 19-1,-11-1-8-15,-7 0-19 0,0 0 8 16,0 12-33 0,-13-3-98-16,-27-14-185 0,21-19-128 15</inkml:trace>
  <inkml:trace contextRef="#ctx0" brushRef="#br0" timeOffset="52835.88">25714 1816 328 0,'0'0'207'0,"0"0"-101"0,0 0-27 15,0 0 22 1,0 0 8-16,0 0 1 0,0-100-79 16,19 36 35-16,-13-1-19 15,22 1-42-15,-10-3-3 16,10 34 2-16,6 13-8 16,-15 4-5-1,9 16-17-15,6 4-28 0,-9 28 36 16,21 8 14-16,-5 0 4 15,-7 0 0-15,-22 12-6 16,4 5 4-16,-16-9-4 0,0-4 3 16,0-16-21-1,0 0-75-15,0-12-177 0,0-8-16 16</inkml:trace>
  <inkml:trace contextRef="#ctx0" brushRef="#br0" timeOffset="52973.54">25714 1816 830 0</inkml:trace>
  <inkml:trace contextRef="#ctx0" brushRef="#br0" timeOffset="53018.18">25714 1816 830 0,'93'-124'121'0,"-59"124"-82"0,31 0-24 0,28 0-22 16,-12-40-276-1,-47 4-150-15</inkml:trace>
  <inkml:trace contextRef="#ctx0" brushRef="#br0" timeOffset="53287.47">26195 1531 632 0,'0'0'61'0,"0"0"-11"15,0 0-20-15,-7 225-29 16,38-205 5-16,16-4-12 0,9-16 16 16,-10 0-10-16,1 0 6 15,-1 0 65 1,1-28-24-16,-19-16-40 16,-4-9-7-16,-14-2-8 0,-10 2-68 15,0 17-50-15,0 16 80 16,0 12-57-16,-16 8 52 15,-18 0-30-15,16 8-210 16</inkml:trace>
  <inkml:trace contextRef="#ctx0" brushRef="#br0" timeOffset="53752.33">26883 1371 293 0,'0'0'268'0,"0"0"-237"16,0 0 9-16,0 0-20 0,0 0 33 16,0 0-28-1,-6 72 20-15,24-44 3 16,23-4 47-16,11 1-56 0,17-6-25 16,-4-7-9-16,-3 9-2 15,-16 2-3-15,-6 2 9 16,-5-1-8-16,-11 8 8 15,-24-8-3-15,0 0-5 16,0 0 12-16,0 4 11 16,-34-4-8-16,-31-8-2 15,19 1-14-15,-16-9 0 16,31-5-5-16,3 2 3 16,28-5-32-16,0 0-19 15,0 0-207-15,0-25 4 0</inkml:trace>
  <inkml:trace contextRef="#ctx0" brushRef="#br0" timeOffset="54118.63">27438 1391 642 0,'0'0'107'0,"0"0"39"16,0 0-69-16,0 0-27 15,0 0-37-15,0 0-7 0,-93 36-5 16,93-7-1 0,25 2 0-16,21 5 0 0,10-8 2 15,-3 8 3 1,-1-3-4-16,-11-9 7 0,-1 8-10 15,-6-20 9 1,-9 3-8-16,3-2 2 0,-10 4-1 16,-8-2 0-16,-10 6 4 15,0 2 2-15,-68 9 7 16,-41-4-13-16,10-8-41 16,12-15-53-16,22-5-180 15,25 0-242-15</inkml:trace>
  <inkml:trace contextRef="#ctx0" brushRef="#br0" timeOffset="54884.38">21001 2542 582 0,'0'0'100'0,"0"0"-97"0,0 0 12 0,0 0 23 0,347 40 78 16,-93-36-35-16,53-4-34 16,75 0-15-16,58 0-10 15,34 0 46-15,7-23-53 16,-25-2-15-16,-50 9-15 16,-49 4-26-16,-63 4-51 15,-67 8-180-15,-88 0-111 16</inkml:trace>
  <inkml:trace contextRef="#ctx0" brushRef="#br0" timeOffset="90373.59">28433 2358 462 0,'0'0'181'0,"0"0"-104"0,0 0 86 0,0 0-71 0,0 0-45 16,0 0-27-16,0 0 5 0,-34-49-12 16,34 21-10-16,0 0 21 15,0-8-11-15,0-8 29 16,0-8-33-16,0-9 14 15,-6-6-17 1,-22-10 7-16,-12-15-3 0,3-12-8 16,9-21-4-16,0-22 8 15,28-2-12-15,0 13-1 16,0 19 1-16,34 33-21 16,34 20 12-16,25 19-58 0,12 6-46 15,4 3-267 1</inkml:trace>
  <inkml:trace contextRef="#ctx0" brushRef="#br0" timeOffset="91355.42">29295 1146 389 0,'0'0'243'0,"0"0"-177"0,0 0 53 0,0 0-40 16,0 0-20-16,0 0-27 15,-139 0 14-15,105 20-37 16,-7 16 15-16,-11 25 1 16,-10 7 31-16,-4 24-30 15,14 5-18-15,5 3-1 16,19 4-4-16,16-20-2 15,12-4 8-15,0-19-14 0,19-9 15 16,33-8-18-16,4-12 11 16,3-4-4-16,-13-12 1 15,13-16-5-15,10 0 0 16,-29-8 5 0,13-36 11-16,-19-9-9 0,-16 2-3 15,-8 10 3-15,-10 13-4 16,0 12 0-16,-10 8 2 15,-42 8 8-15,-14 0-7 16,-8 21-1-16,6 15 5 16,15 0-10-16,19-13 5 15,28 2-5-15,6-9-47 0,0-8-40 16,0-4 4 0,46-4-132-16,1 0-33 15</inkml:trace>
  <inkml:trace contextRef="#ctx0" brushRef="#br0" timeOffset="91853">29636 2001 621 0,'0'0'128'0,"0"0"53"0,0 0-83 0,0 0-48 0,0 0-3 0,0 0-37 0,-12-93-5 16,12 49 1-16,19-12-4 0,8 12 4 15,-2 4-6 1,-3 8 1-16,-3 12 2 0,-13 0-3 16,9 12-4-1,-15 8 2-15,13 0-25 0,8 23 10 16,10 30 11-16,10-1 2 15,-7 4 4-15,-6 4-5 16,-10 1-21-16,4-1-19 16,-10-9-31-16,7-6 7 15,-4-18-44-15,-2-10-37 16,-13-17-57-16,0 0-170 16</inkml:trace>
  <inkml:trace contextRef="#ctx0" brushRef="#br0" timeOffset="91958.54">29636 2001 781 0</inkml:trace>
  <inkml:trace contextRef="#ctx0" brushRef="#br0" timeOffset="92036.83">29636 2001 781 0,'-108'-96'55'0,"142"96"75"15,12 0-64-15,16 0-63 16,-3-5-5-16,-12-2-18 15,6-1-132-15,2-5-123 16,-14 5-266-16</inkml:trace>
  <inkml:trace contextRef="#ctx0" brushRef="#br0" timeOffset="92419.27">30464 2057 729 0,'0'0'146'16,"0"0"-87"-16,0 0-59 15,0 0-10-15,0 0-6 16,47-108 4-16,-38 108-15 0,-9 0-11 16,0 0 10-1,6 0 6-15,0 8 14 16,7 15 8-16,9 6 1 0,2-9 0 15,10-8-1 1,1-4 0-16,-11-8 0 0,4 0 14 16,-6 0 24-16,9 0 76 15,3-33-36-15,-6-18-47 16,-3 2-14-16,-4-7-11 16,-14 4-12-16,-7 16-7 15,0 16 10-15,0 16-31 16,0 4 24-16,0 0-11 15,0 0-50-15,0 12-94 16,0 4-14-16,0 0-110 16</inkml:trace>
  <inkml:trace contextRef="#ctx0" brushRef="#br0" timeOffset="92702.95">31094 1985 278 0,'0'0'233'0,"0"0"-208"0,0 0 17 16,0 0 5-16,0 0-40 15,0 0 15-15,266 56 20 16,-225-73 44-16,-14-14-60 16,-14-5 54-16,-13 3-27 15,0 5-17-15,0-4-30 16,-47 12-3-16,-5 4-6 0,-10 12-18 15,3 4 19-15,-9 0-104 16,9 17-50-16,25 14 70 16,15-3-121-16,19-4-195 15</inkml:trace>
  <inkml:trace contextRef="#ctx0" brushRef="#br0" timeOffset="93071.15">31615 1720 409 0,'0'0'115'15,"0"0"-55"-15,0 0-22 16,0 0 23-16,0 0-59 15,0 0-2-15,-87 104 3 16,121-84-3-16,12-8 5 16,7 1 0-16,0-10 27 15,-19 2-28-15,0 3 9 16,-15-5-10-16,-10 5 19 16,-3-4 5-16,-6 1 19 15,0-2 13-15,0 13 11 0,-15 1-16 16,-38 7-39-1,6-17-6-15,7 9-4 0,15-16-10 16,16 5-30-16,9-5-107 16,0 0-112-16,0 0-285 15</inkml:trace>
  <inkml:trace contextRef="#ctx0" brushRef="#br0" timeOffset="93453.15">32309 1042 616 0,'0'0'114'0,"0"0"124"0,357 193-149 0,-240-105-33 0,-8 28-41 0,-16 12-13 0,-59 0-2 16,-34 18-26-16,-28 6-10 16,-111 0-3-16,-35-8-297 15</inkml:trace>
  <inkml:trace contextRef="#ctx0" brushRef="#br0" timeOffset="164757.44">12378 11810 187 0,'0'0'144'0,"0"0"-116"0,0 0 11 0,0 0 42 0,0 0-49 0,0 0-31 15,0 0 25-15,0 0 8 16,-6 0 15-16,6 0-23 0,0 0 11 15,0 0-13-15,0 0-13 16,0 0 24-16,0 0 6 16,0 0 12-16,-6 0-11 15,-4 0 13-15,4 0-45 16,6 0 6-16,0 0-10 0,0 0 9 16,0 0-15-1,0 0 12-15,0 0-13 0,0 0 10 16,0 0 9-1,-6 0-18-15,6 0 9 0,0 0-6 16,0 0-6 0,0 0 5-16,0 0-2 0,0 0 17 15,0 0-15 1,0 0 24-16,0 0-24 0,0 0 18 16,0 0-20-16,0-12 0 15,0-4-1-15,0-12 1 16,6-4 13-16,28-16-4 15,0 0 2-15,31-9-7 16,-9-7-8-16,9 1 11 16,3 2-14-16,-15 17-2 15,-12 8-19-15,-23 13 1 0,-2 14 1 16,-16 9 15-16,0 0-25 16,0 0-12-1,0 0-113-15,0 0-70 16,0 0-277-16</inkml:trace>
  <inkml:trace contextRef="#ctx0" brushRef="#br0" timeOffset="165524.5">12229 11674 261 0,'0'0'94'0,"0"0"-85"0,0 0-8 0,0 0 4 0,0 0-2 15,0 0 26-15,50-39 34 16,-50 39-7-16,6 0 5 16,-6 0-17-16,0 0 8 15,0 0-36-15,0 0-16 0,0 0 2 16,0 0 10-1,0 0-7-15,0 0 9 0,0 0-6 16,6 15 14 0,0 9 18-16,13 9-16 0,-10-2-2 15,-9 5-16-15,0-8-6 16,0-4 3-16,6-12-9 16,-6-4 10-16,0-3-8 15,7-5 4-15,-7 0-2 16,6 0 1-16,0 0-35 15,10-5 15-15,-4-15 17 16,16 9 4-16,-16-6 1 16,7 6 19-16,3 3-17 15,-10-9-3-15,0 9 0 16,16-8-4-16,-15 0 3 0,2 12-2 16,-15-4-3-16,0 8 9 15,0 0-6-15,0 0-3 16,0 0-8-16,0 0-92 15,0 0-181-15</inkml:trace>
  <inkml:trace contextRef="#ctx0" brushRef="#br0" timeOffset="166839.04">13125 10864 209 0,'0'0'114'0,"0"0"-96"0,0 0 30 0,0 0-12 0,0 0 42 0,0 0-29 0,0 60 17 16,0-40-35-16,16 4 17 15,-10 4-11-15,6-8 7 16,-12 4-15-16,6-4-12 16,10 1 0-16,-10-6-6 15,-6-2 44-15,0-10-45 0,0-3-2 16,0 0-4-1,6 0 6-15,7 0-4 0,-7-19-6 16,16-22-1-16,12-3-28 16,-9-7 20-16,9 15-9 15,-6 0 15-15,-10 15-16 16,-5 9 14-16,-4 7-6 16,-3 5 5-16,-6 0 4 15,6 0-8-15,-6 0 10 0,13 17 29 16,15 11 28-16,-10 1-41 15,-12 2 1-15,16-7-17 16,-9-4 0-16,8 5-5 16,-21-9-44-16,25-5-30 15,-3-11-133-15,-10 0-202 16</inkml:trace>
  <inkml:trace contextRef="#ctx0" brushRef="#br0" timeOffset="169969.9">15460 10716 26 0,'0'0'350'0,"0"0"-196"0,0 0-63 0,0 0-27 0,0 0-7 0,0 0-32 0,0 0 32 0,0-5-13 0,0 5 23 15,0 0-37-15,-16 0-1 16,-2 0-13-16,-10 0-12 16,3 0 7-16,-3 8-11 15,0 17 7-15,4-2-3 16,2 6 6-16,9-6-4 16,7-2-4-16,6 3-2 15,0 0-2-15,0 4 0 16,19 5 4-16,27-6-8 0,10 5 12 15,3-3-15-15,9-6 12 16,-3 2-8-16,4-6 0 16,-4 1 5-16,-9 1-3 15,-10 2-7-15,-15-2 9 16,3 11-4-16,-6-8 1 16,-9 9 8-16,-4 3 1 15,-15-8-4-15,0 11 4 16,0 2 15-16,-40 11 8 15,-35-9-15-15,-5-2-10 16,-7-9 5-16,19-8-2 16,3-16-12-16,-4-8 0 0,17 0-28 15,5 0-151 1,7-25-119-16,6-6-243 0</inkml:trace>
  <inkml:trace contextRef="#ctx0" brushRef="#br0" timeOffset="172518.9">16362 11353 49 0,'0'0'189'0,"0"0"-127"0,0 0-37 0,0 0-19 0,0 0-6 0,0 0 1 16,0 0 8-16,13 0 8 0,-13 0 75 16,0 0-26-1,0 0-5-15,0 0-31 0,0 0 1 16,0 0-5-16,0 5-11 15,0-5 13-15,0 0-7 16,0 0-2-16,0 0-13 16,0 0 18-16,0 0 15 0,0 0 23 15,0 0-12 1,0 7-24-16,-13-7-16 0,-15 8-8 16,-6 0 3-1,3 0-5-15,3 8 0 0,0 1 1 16,16-6 2-16,0-2-2 15,5-1 9-15,7-8-8 16,0 3-3-16,0 2 1 16,0-2-1-16,0 5-3 15,0 1-3-15,0 2 2 16,19 2 9-16,28 2-8 16,-1-2 8-16,1 3-4 15,-7-4 0-15,-6-1 2 16,-6 10-4-16,-3-6 3 0,-4 6-4 15,-2-1 6-15,-13 0-3 16,0 0 1-16,-6-8-2 16,0 12 4-16,0-8 1 15,0 4 7-15,-6-4-1 16,-19-3-3-16,-9 2-4 16,0 6-6-16,-12-6-25 15,5-2-3-15,7-13-145 16,3 0-9-16,16 0-91 15</inkml:trace>
  <inkml:trace contextRef="#ctx0" brushRef="#br0" timeOffset="172784.46">16403 11401 110 0,'0'0'79'0,"0"0"-68"0,0 0 34 0,0 0 11 15,0 0-3-15,0 0 22 16,192 0-39-16,-164 0-36 15,-3 0-1-15,-10-4-45 0,-9-4-212 16</inkml:trace>
  <inkml:trace contextRef="#ctx0" brushRef="#br0" timeOffset="173041.01">16403 11401 378 0</inkml:trace>
  <inkml:trace contextRef="#ctx0" brushRef="#br0" timeOffset="173301.35">16403 11401 378 0,'167'213'130'0,"-167"-185"-72"0,0-4-3 16,0-4 37-16,0 1-56 16,0-6-17-16,19 1 37 15,9 0-28-15,-4-8-4 16,-2 1-19-16,3-9 0 0,3 0 10 15,6 0-9-15,0-9 16 16,-3-23-17-16,3-4 2 16,-6-12-4-16,-16 7 2 15,1-3-5-15,-13 5 0 16,0 6-15-16,0 5 10 16,-31 9-15-16,-19-1-3 15,-3 15-38-15,1 5 35 16,5 0 19-16,7 0 4 15,0 33-10-15,6-9-41 16,9-1-91-16,3-3-276 16</inkml:trace>
  <inkml:trace contextRef="#ctx0" brushRef="#br0" timeOffset="174051.19">17386 11317 5 0,'0'0'519'0,"0"0"-488"0,0 0 70 0,0 0-43 0,238 0-42 0,-176 0-16 15,-3 0-2-15,-12 0-72 16,-7 0 31-16,-21 0 2 15,-10 0-6-15,-9 0-116 16,0-16-197-16</inkml:trace>
  <inkml:trace contextRef="#ctx0" brushRef="#br0" timeOffset="174287.89">17386 11317 266 0</inkml:trace>
  <inkml:trace contextRef="#ctx0" brushRef="#br0" timeOffset="174384.83">17386 11317 266 0,'111'-180'255'0,"-43"180"-143"0,19 0 83 16,-6 0 31-16,6 3-222 0,-41-3-8 16,1 0-31-16,-13 0-77 15,-22 0-160-15,-6 0-281 16</inkml:trace>
  <inkml:trace contextRef="#ctx0" brushRef="#br0" timeOffset="174749.76">18399 11450 1185 0,'0'0'66'0,"0"0"-53"0,0 0-13 16,0 0-33-16,0 3-85 16,0-3-95-16,0 0-129 15</inkml:trace>
  <inkml:trace contextRef="#ctx0" brushRef="#br0" timeOffset="175082.9">18399 11450 592 0,'-93'-289'169'0,"134"252"-108"16,11-2 52-16,10 2-67 16,-3-15-39-16,0-4-2 15,3-4-8-15,-21-9 12 16,-1-3-18-16,-15 13 1 16,-19-6-27-16,-6 25 0 15,0 8 35-15,-19 12 39 16,-15 8 14-16,0 12 31 15,-12 0-14-15,-1 0-54 0,1 0-12 16,5 32-8-16,7 12-6 16,22 8-89-16,-1-11-130 15,13-5-319 1</inkml:trace>
  <inkml:trace contextRef="#ctx0" brushRef="#br0" timeOffset="176981.73">18660 11898 518 0,'0'0'123'0,"0"0"-54"0,0 0 27 0,0 0-53 0,0 0-29 16,0 0-9-16,0 0 46 15,22 0 16-15,-22 0-10 16,0 0-11-16,0 0-15 16,0 0-19-16,0 0-12 15,0 0-7-15,0 0-33 16,0 0 5-16,18-8-138 16,-12 0-107-16,-6 0-293 15</inkml:trace>
  <inkml:trace contextRef="#ctx0" brushRef="#br0" timeOffset="191852.18">4524 13691 36 0,'0'0'162'0,"0"0"-109"15,0 0-34-15,0 0 6 0,0 0-8 0,0 0 3 16,0 0 35-16,-6 0-14 16,-10 0 13-16,10 0-20 15,0 0 15-15,0 0-9 16,-1 0-5-16,1 0-14 0,0 0-21 15,-3 0 11-15,2 0-9 16,-5 0 32-16,12 0-5 16,0 0 51-16,0 0-29 15,0 0-12-15,0 0-24 16,0 0-2-16,0 0-7 16,0 0-2-16,0 0-4 0,0 0 5 15,0 0 19 1,0 0-15-16,0 0 33 0,0 0-36 15,0 0 13 1,0 0-9-16,0 0-6 0,0 0 1 16,0 0-2-16,0 0-6 15,0 0 6-15,0 0-6 16,0 0 8-16,0 0 0 16,0 9-2-16,0 7 13 15,0 15-6-15,0-3 2 16,0-7-10-16,0 2-2 15,0 2 0-15,12 11 2 16,-5 8-7-16,2 0 12 16,-9 4-14-16,6-16-3 0,0-12-21 15,1-15-29-15,11-5-180 16,-2-8 31 0,-10-28 1-16</inkml:trace>
  <inkml:trace contextRef="#ctx0" brushRef="#br0" timeOffset="192483.63">4263 13840 238 0,'0'0'95'0,"0"0"-51"0,0 0 71 0,0 0-65 15,0 0-48-15,0 0 22 16,0 0-5-16,0 0-15 16,0 0 5-16,0 0 20 15,13-4 12-15,15-13 10 16,6-6-4-16,-9 2-20 16,-4 1-25-16,4 1-4 0,-9-1 1 15,-4 12-36 1,0 0 11-16,-5 8 20 0,-7 0 12 15,0 0-8 1,0 0 4-16,0 0-4 0,9 0 2 16,-3 0 0-16,-6 0-1 15,6 0 1-15,1 0 0 16,-7 8 0-16,0 15 0 16,0 1-61-16,0-7-90 15</inkml:trace>
  <inkml:trace contextRef="#ctx0" brushRef="#br0" timeOffset="193886.42">4784 14325 102 0,'0'0'31'0,"0"0"35"0,0 0 20 0,0 0-52 0,0 0 14 0,0 0 17 15,162-28 11-15,-122-8-33 16,-9-8 8-16,-3 0-34 16,-6 3 9-16,-10 5-9 15,-12 5 3-15,0 3 1 16,0 12-8-16,0 3 29 15,0 6-5-15,-6 2-21 16,-22 5-12-16,-6 0-4 16,3 0 19-16,3 5-13 15,0 18-3-15,3 13-3 0,10-3 16 16,8-2-14-16,7-2-2 16,0-14-44-16,0-2 10 15,0-10 2-15,0 2-25 16,0 3 41-16,0-4 16 15,13-4 11-15,8 0 12 16,-8 8 1-16,2 0-19 16,4 0-3-16,-7 4 4 15,4-9 6-15,2 14-6 16,-11-1-6-16,-1 0 0 16,9 0-66-16,-15 4-36 15,13-4-124-15,-7-7-62 16</inkml:trace>
  <inkml:trace contextRef="#ctx0" brushRef="#br0" timeOffset="194582.06">5299 14553 263 0,'0'0'154'0,"0"0"-147"0,0 0 64 0,0 0-25 0,0 0-33 0,0 0 5 0,0 61 20 16,0-61-17-16,0 0 49 15,0 0 15-15,0-20-18 16,6-13-25-16,7-14-38 0,15-1 3 16,-22-1-6-1,0 9 0-15,3 8 5 16,4 7-4-16,-13 10-2 15,0 11-6-15,0 4 6 0,0 0-2 16,0 0 2-16,0 0-2 16,0 4-6-16,0 20-22 15,-13 16-77-15,-21 0-62 16,0-16-297-16</inkml:trace>
  <inkml:trace contextRef="#ctx0" brushRef="#br0" timeOffset="-210917.46">12077 7307 354 0,'0'0'136'0,"0"0"-83"0,0 0-4 0,0 0-32 0,0 0-10 16,0 0 4-16,0 0 8 0,0 0-2 16,0 0 31-1,0 0-2-15,0 0 39 0,0 0-14 16,0 0-33-16,0 0-20 16,0 0-6-16,0 8-11 15,0 4 0-15,6 7 2 16,1 10-3-16,14-1 22 15,-2 4-19-15,9 4 5 16,-3 0-3-16,2 4-6 16,1 8 1-16,3 8 0 15,-3 9 1-15,19-6 4 0,-13-2-5 16,0 7 6 0,6-11-4-16,-9-1 2 0,25-1-3 15,3 6 3 1,-12 2-1-16,-1-10-3 0,-6-5 0 15,-18-12-4 1,3-8 3-16,-3-4-2 0,-22-12-15 16,0-8-33-16,0 0-141 15,0 0-37-15</inkml:trace>
  <inkml:trace contextRef="#ctx0" brushRef="#br0" timeOffset="-209966.47">12090 7531 85 0,'0'0'168'0,"0"0"-139"0,0 0-5 0,0 0 1 15,0 0 9-15,0 0 40 0,0-20-8 16,0 12-21 0,0 4 12-16,0-3 24 15,0 2 12-15,0-3-46 0,0 0-25 16,0 0-22-16,0-8-18 15,0 4 5-15,0 4 11 16,0-1-1-16,0 6 6 16,0-9 5-16,0-1-8 15,0-10 0-15,6-6 0 16,22-7-4-16,6 0 2 16,0 5-2-16,-16 11-5 15,-5 7 6-15,-7 5 3 16,-6 4 0-16,0 4 3 15,0 0 0-15,0 0-3 0,0 0 0 16,0 0 10 0,0 0 20-16,16 25 11 0,-4 6 7 15,22 2-28-15,-9 6-7 16,-3-14-10-16,6-5-5 16,-16-12 2-1,0 0-11-15,4-8-11 0,-4 0-81 16,1 0-69-16,-13-8-169 15</inkml:trace>
  <inkml:trace contextRef="#ctx0" brushRef="#br0" timeOffset="-206003.7">13373 8502 312 0,'0'0'192'0,"0"0"-97"0,0 0-46 0,0 0-14 0,0 0-7 0,0 0 7 0,0 0 1 16,-18-24-10-16,8 24 55 0,-2-4-19 15,6 0 11-15,-7 4-52 16,7 0 19-16,-9 0-19 16,8 0 20-16,7 0-22 15,-6 0-12-15,6 0-7 16,-12 0 7-16,3 0-16 16,-4 0 19-16,-5 11-17 15,2 10 14-15,16-5-14 16,0-4 3-16,0 4 2 15,0-4-2-15,0 0-9 16,47-8 9-16,-20 0-2 16,20-4-6-16,-13 0 24 0,0 0-17 15,0 0 13-15,-9-8 6 16,3-24-8-16,12-9-5 16,-15-3 0-16,9-3 7 15,-12 2-16-15,-10 9 11 16,-12 0-10-16,0 4-4 15,0 12 6-15,0 8-25 16,0 12 30-16,-12 0 2 16,-16 0 6-16,-12 8-8 15,-1 29 9-15,1 10-13 0,0-6 8 16,21-2 7 0,4-3-7-16,15-11-8 15,0-5 1-15,0-9-3 0,0 2 5 16,0-1-6-16,21-4 1 15,20 8 10-15,-17 0-12 16,4 4 16-16,0 0-11 16,-15-4 3-16,15 0-2 15,-4-4-3-15,-8-4-14 16,15-8-20-16,-9 0-110 16,12 0-87-16,-16 0 1 15</inkml:trace>
  <inkml:trace contextRef="#ctx0" brushRef="#br0" timeOffset="-205120.91">14021 8597 288 0,'0'0'184'0,"0"0"-140"0,0 0 25 0,0 0-20 0,0 0-28 0,0 0 12 16,0 0-8-16,0 0 13 15,0 0 9-15,0 0 45 16,0 0-46-16,0 0 8 16,-6 5-34-16,-13 3-18 0,-2 0 16 15,2-4 3-15,4 4 5 16,2 4-10-16,1-4 3 15,-4 5-16-15,16-5-6 16,0-1 9 0,0 5-15-16,0-3 9 0,0 7-7 15,0-5 6-15,0 6-4 16,0-2-4-16,28 1 15 16,-9 0-14-16,-10-4 10 15,16 1-9-15,-10 3 6 16,-2-1 0-16,-13 2 2 15,0-1-1-15,0 4 1 0,0-1 8 16,0 2-2 0,0-6-4-16,0-2 5 0,0-9-8 15,0 0-1-15,0-4-19 16,0 0 3-16,-6 0-10 16,6-21-265-16,-7-10 131 15,-8-2-204-15</inkml:trace>
  <inkml:trace contextRef="#ctx0" brushRef="#br0" timeOffset="-204856.96">14074 8586 529 0,'0'0'18'0,"0"0"7"0,0 0-12 0,0 0-13 0,0 0-5 0,0 0-16 0,161 0-81 16,-139 0-206-1</inkml:trace>
  <inkml:trace contextRef="#ctx0" brushRef="#br0" timeOffset="-204535.65">14074 8586 365 0</inkml:trace>
  <inkml:trace contextRef="#ctx0" brushRef="#br0" timeOffset="-204207.43">14074 8586 365 0,'329'204'127'0,"-342"-199"-68"0,7-1-25 16,-9 4 20-16,8 0-21 15,7 3-13-15,-6-2 15 0,6 2-3 16,0 2 19 0,0-1-21-16,0-1-14 15,0 2-13-15,0 7 15 0,0-4-4 16,0 4-4-16,13-4 14 16,21-4-22-16,0 1 16 15,0-10-13-15,-9 1-10 16,3-4 7-16,-10 0-2 15,10-4 3-15,0-28 1 16,-3-8-2-16,3-4-1 16,-10 3 1-16,-2-2-1 15,-16 6-2-15,0 5-23 16,0 5 21-16,0 10 3 0,-16 6 15 16,-15 6 7-16,3 5 24 15,-6 0-28 1,9 0-15-16,-15 0-3 15,-16 0-55-15,16 16-258 16,0 1-27-16</inkml:trace>
  <inkml:trace contextRef="#ctx0" brushRef="#br0" timeOffset="-203556.6">13742 9023 230 0,'0'0'95'0,"0"0"-48"0,0 0 60 0,0 0-71 0,0 0 22 16,13 0-18-16,-1 0 15 15,22 0-4-15,-6 0 6 16,-9 0-38-16,9 0-11 15,-4 0-8-15,10 0-85 16,-12-12-50-16,-3-4-236 16</inkml:trace>
  <inkml:trace contextRef="#ctx0" brushRef="#br0" timeOffset="-202707.86">15032 8915 410 0,'0'0'246'0,"0"0"-238"0,0 0 26 0,0 0 48 0,0 0-71 15,0 0 6-15,208 0-12 16,-177 0-10-16,-3 0-1 16,0 0-18-16,-16 0-32 0,0 0-17 15,4 0 20 1,-16 0-28-16,0 0-12 0,0 0-76 15,0 0-71-15</inkml:trace>
  <inkml:trace contextRef="#ctx0" brushRef="#br0" timeOffset="-202503.68">15032 8915 614 0</inkml:trace>
  <inkml:trace contextRef="#ctx0" brushRef="#br0" timeOffset="-202424.46">15032 8915 614 0,'93'-164'17'0,"-74"164"52"15,27 0-16-15,4 0-52 16,-4 0-80-16,-21-5-94 16,-3 2-310-16</inkml:trace>
  <inkml:trace contextRef="#ctx0" brushRef="#br0" timeOffset="-202107.38">15854 8935 402 0,'0'0'247'15,"0"0"-220"-15,0 0-28 16,0 0 2-16,0 0-2 16,-22-20-5-16,22 16-24 15,0-4-59-15,0-5-203 16</inkml:trace>
  <inkml:trace contextRef="#ctx0" brushRef="#br0" timeOffset="-201774.84">16062 8458 245 0,'0'0'102'16,"0"0"-58"-16,0 0 42 16,0 0-66-16,207-233-8 15,-188 193-7-15,-19 8-4 0,0 16 6 16,0 8 70-1,-40 3-1-15,-13 5 106 16,-15 0-101-16,3 13-38 16,3 15-13-16,9 0-23 15,19 0-7-15,15 0-22 0,4 1-151 16,15-10-189-16</inkml:trace>
  <inkml:trace contextRef="#ctx0" brushRef="#br0" timeOffset="-171367.02">2639 15303 528 0,'0'0'57'0,"0"0"-39"0,0 0 17 0,0 0 45 0,0 0 10 0,0 0 19 0,0 0-58 0,-93 41-25 0,93-30 12 0,0 6-18 15,0 11 30-15,0-1-15 16,0 9-9-16,0-6-25 16,12-7 10-16,16 1-7 15,12 1-2 1,7-10-1-16,12-7 0 0,-7-8 2 16,4 0 2-16,9-12 0 15,-12-32-1-15,9-12 3 16,-15-12-7-16,-29-4-1 15,-18-4-10-15,0 11-12 16,0 14 1-16,-53 14-24 16,-21 17 43-16,-13 20 3 0,0 0 1 15,16 24 30-15,-16 32-28 16,19 8 9 0,22-4 1-16,11-7-13 0,35-21 0 15,0-8 0 1,0-4 5-16,22-8-8 0,37-4 6 15,22 0-2 1,-1-4-1-16,-5 7 11 16,-10 2-11-16,-12 15 0 0,-7 5-4 15,4 6 12-15,-4 2-10 16,-6-13 8-16,13-5-12 16,-13-10-57-16,-5-13-118 15,-4 0-318-15</inkml:trace>
  <inkml:trace contextRef="#ctx0" brushRef="#br0" timeOffset="-170583.74">3640 15412 63 0,'0'0'0'0,"0"0"0"0,0 0 45 0,0 0 100 0,0 0-31 0,0 0 22 15,0 36-62-15,0-32-17 16,-6 12 37-16,-19 4-42 16,-3 0 10-16,10 4 6 0,8 1-8 15,4-6-48 1,6 1 0-16,0-4-12 0,0 1 0 16,40-9-1-1,13-5 1-15,28-3-12 0,-13 5 24 16,-3 3-15-16,-9 4 12 15,-16 4-13-15,-15-4 4 16,-19 4 0-16,0-5 7 16,-6 9-7-16,0 9 23 15,0 7-16-15,-37 9 32 16,-3 2-22-16,-16-3-2 16,3-4-14-16,7-19-1 15,-1-6-2-15,7-15-16 16,6 0-59-16,9-23-111 0,25-26 18 15,0-7-201 1</inkml:trace>
  <inkml:trace contextRef="#ctx0" brushRef="#br0" timeOffset="-170385.35">3749 15440 598 0,'0'0'63'0,"0"0"-23"0,0 0 56 0,0 0-9 0,0 0-30 0,0 0-57 0,300-24-64 0,-241 4-194 16,-12 7-235-1</inkml:trace>
  <inkml:trace contextRef="#ctx0" brushRef="#br0" timeOffset="-169920.14">4344 15773 335 0,'0'0'226'0,"0"0"-223"0,0 0 57 15,0 0 6-15,0 0-1 16,0 0 8-16,-15 160-21 15,49-148-13-15,12-7-5 16,16-5 19-16,-3 0-35 16,9 0 23-16,-15-37-23 0,6-7 48 15,-25-12-46 1,0-9-8-16,-21-2-12 0,-13-2-13 16,0 9-25-1,-47 16 5-15,-18 12 23 0,-31 24 10 16,-10 8 19-16,13 0 34 15,7 8-33-15,17 32-10 16,29 1-7-16,21-2-3 16,19 5-9-16,0-16-95 15,19 1-299-15</inkml:trace>
  <inkml:trace contextRef="#ctx0" brushRef="#br0" timeOffset="-168953.29">5445 15548 549 0,'0'0'87'0,"0"0"-18"0,0 0-32 0,0 0 54 16,0 0-11-16,0 0-29 15,229 9-16-15,-176-9-11 16,0 0 9-16,-13 8-3 16,-12-8-18-16,6 0-9 15,-22 3-6-15,1-3-16 16,-1 0-40-16,-12 0-94 15,0 0-78-15,0 0-76 16</inkml:trace>
  <inkml:trace contextRef="#ctx0" brushRef="#br0" timeOffset="-168802.56">5445 15548 43 0</inkml:trace>
  <inkml:trace contextRef="#ctx0" brushRef="#br0" timeOffset="-168668.46">5445 15548 43 0,'-65'-224'291'0,"83"224"-242"0,29 0 69 15,2 0 45-15,-2 0-47 16,-16 0 18-16,9 0-34 15,7 0-29-15,-7 0 22 16,7 0-83-16,8 8-5 0,-8-8-5 16,-13 4-24-16,13 0-81 15,-47-4-259-15</inkml:trace>
  <inkml:trace contextRef="#ctx0" brushRef="#br0" timeOffset="-164540.08">6670 15195 317 0,'0'0'151'0,"0"0"-110"0,0 0 6 0,0 0-12 15,0 0-17-15,0 0 22 16,0 0 12-16,0 0 31 16,0 0 5-16,0 0 10 15,0-4-63-15,0-12-15 16,0 0-20-16,0-7 0 15,0-6 1-15,6-8 5 16,34-2-12-16,0-2 12 16,7 5-10-16,-7 5 8 15,7 11-8-15,-13 7 2 16,-9 13-13-16,-4 0 0 16,-2 8 9-16,-10 37 3 0,-9 19 3 15,0 20-5-15,0 8 10 16,-28 8-8-16,-12-7 7 15,0-9-5-15,6-7 1 16,9-18 0-16,9-10 4 16,10-18-3-16,6-10-2 15,0-9 9-15,0-12-11 16,0 0 9-16,0 0 2 16,22 0-7-16,9 8 15 0,9 0 2 15,-6 0-10 1,0-1-5-16,7 1 4 0,-17 0-6 15,4-8 3-15,0 13-8 16,-15-9-20-16,-1 7 0 16,-12 2-65-16,0-5-166 15,0-4-175-15</inkml:trace>
  <inkml:trace contextRef="#ctx0" brushRef="#br0" timeOffset="-163625.02">7804 15023 94 0,'0'0'384'0,"0"0"-277"0,0 0-58 0,0 0 22 0,0 0-57 0,0 0 4 15,0 0 28-15,0 0-13 16,0 0 44-16,0 0-19 16,0 0-8-16,0 8-41 15,16 24 5-15,30 12-14 16,-5 8 0-16,-1 0 3 15,-28-3 2-15,1-1-10 16,-13-1 16-16,15-2-22 16,-8 7 22-16,-7-4-18 15,0-8 7-15,0-4-9 0,0-8-41 16,0-12-72-16,0-4-6 16,0-7-14-16,0-5 17 15,-16 0-110-15</inkml:trace>
  <inkml:trace contextRef="#ctx0" brushRef="#br0" timeOffset="-163273.95">7625 15319 504 0,'0'0'143'0,"0"0"-112"0,0 0 128 0,0 0-36 0,0 0-65 0,0 0-16 0,276 0-29 16,-205 0-3-16,-3 0-4 16,-21 0-12-16,-1 0-8 15,-12 0-60-15,7-8-221 0,-7-3-19 16</inkml:trace>
  <inkml:trace contextRef="#ctx0" brushRef="#br0" timeOffset="-162689.54">8555 15709 400 0,'0'0'170'0,"0"0"-120"0,0 0 6 0,0 0-34 0,-115-233 22 0,115 165-1 0,0 4 43 16,0 0-10-16,28 8-39 15,18-9-33-15,1 1-4 0,21-5-51 16,-9-3-134 0,0 8-125-16</inkml:trace>
  <inkml:trace contextRef="#ctx0" brushRef="#br0" timeOffset="-158711.33">9076 15151 288 0,'0'0'138'0,"0"0"-54"0,0 0-19 0,0 0-1 15,0 0-9-15,0 0 17 0,0 0-3 0,0 0 14 0,0 0-36 16,0 0-46-16,0 0-2 16,0 0 2-16,0 0-8 15,0 0 13-15,0 0-17 16,0 0 13-16,0 0-2 16,0 0 5-16,0 0 0 0,0 0 8 15,0 0-11-15,0 0 10 16,0 0-11-16,0 0 6 15,0 0-5-15,0 0 21 16,0 0 9-16,0 0-4 16,-7 0 14-16,-5 0-16 15,-3 0-26-15,-4 0-7 16,3 0 7-16,-2 8-4 16,-4 0-4-16,4 0 9 15,-1 8-1-15,-3-7 4 16,4 10 5-16,2-2-17 15,10-1 13-15,6 4-10 16,0-4-3-16,0 4 6 0,0-9-22 16,0 6 19-16,0-1-11 15,28-8 10-15,6 4-7 16,3-4 8-16,-3 0-2 16,0 8 8-16,-6 0-8 15,-3 0 7-15,-3 0-4 16,-10 8 4-16,10-7-13 0,-10-6 9 15,-5 1-5 1,-1 1 8 0,-6-2-1-16,0 1-6 0,0 9 16 15,0 7-4-15,-47 0 0 0,19 8 0 16,-3-17-4-16,3 6 0 16,16-9-1-16,-4-8 3 15,4-8-7 1,0 0-12-16,-4 0 3 0,4 0-145 15,-1-24-14 1,7-17-23-16</inkml:trace>
  <inkml:trace contextRef="#ctx0" brushRef="#br0" timeOffset="-158378.14">9001 15107 228 0,'0'0'420'0,"0"0"-357"0,0 0-6 0,0 0 9 0,0 0-38 0,0 0 6 16,0 0 10-16,62 0-4 15,-49 0-40-15,-1 0 0 16,10 0-19-16,-10 0-125 16,10 0-74-16,-16 0-147 0</inkml:trace>
  <inkml:trace contextRef="#ctx0" brushRef="#br0" timeOffset="-157891.62">9308 15484 31 0,'0'0'504'0,"0"0"-466"16,0 0-15-16,0 0-6 15,0 0-16-15,0 0 4 16,16 96-2-16,-10-96 13 0,0 0 34 16,7 0 3-1,2 0 17-15,10 0-13 0,3-23 34 16,12-22-48-16,-15-7-33 16,24-8-10-16,-18 0-10 15,-9 3 3-15,-9 10 2 16,-13 6-4-16,0 18 16 15,0 2-7-15,0 14 4 16,-41-1-4-16,-33 8-9 16,9 0 9-16,-16 11 10 15,7 17-5-15,21-8-4 16,7-4 4-16,18-3-10 16,15 2-61-16,13-2-249 0</inkml:trace>
  <inkml:trace contextRef="#ctx0" brushRef="#br0" timeOffset="-157078.46">9863 15376 426 0,'0'0'207'0,"0"0"-90"0,0 0-28 0,0 0-10 0,0 0-36 0,0 0 2 15,0 0-23-15,0 0 7 16,0 0-14-16,41 0 38 16,14 0-24-16,-8 0-1 15,-1 0-28-15,-5 0-1 16,-1 0 0-16,-9 0-24 0,3 0-48 15,-12 0-61 1,3 0-167-16,-25-4-106 0</inkml:trace>
  <inkml:trace contextRef="#ctx0" brushRef="#br0" timeOffset="-156313.1">10511 15693 281 0,'0'0'197'0,"0"0"-114"0,0 0-26 0,0 0-40 0,0 0 27 0,0 0 7 0,0-48 68 0,0 23 4 15,0-2-67-15,0-9-1 0,10-13-44 16,8-11-4-16,10-12-7 15,-3-1-14-15,3 1-8 16,-16 8 10-16,-6 16 11 16,-6 20 1-16,10 7 8 15,-10 21 16-15,0 0 8 16,0 0-25-16,0 0 11 16,0 0-12-16,0 0-6 0,-10 0-24 15,-8 17 3-15,-4-1 16 16,-3 0-13-16,4 9-17 15,8 3-44-15,1-5-37 16,12 6-105 0,0 2-65-16</inkml:trace>
  <inkml:trace contextRef="#ctx0" brushRef="#br0" timeOffset="-155729.37">10893 14926 239 0,'0'0'348'0,"0"0"-303"0,0 0 13 0,0 0-30 0,0 0 42 0,0 0-22 0,155 100 11 16,-121-71 8-16,-3 11-42 15,-3-4-16-15,-22 5 7 16,22 3 9-16,-28 7 0 0,0 14 2 16,0 11-25-1,0 0 15-15,0 5-11 16,0-14-6-16,-28-15 1 0,16-3-2 16,-10-17-15-16,3-13-28 15,7-10-60 1,12-9-171-16,0 0-20 0</inkml:trace>
  <inkml:trace contextRef="#ctx0" brushRef="#br0" timeOffset="-155113.34">11488 15500 640 0,'0'0'133'0,"0"0"-16"0,0 0-37 0,0 0-62 0,0 0-5 0,0 0-4 15,0-4-5-15,0 4 6 16,0 0 23 0,0 0-26-16,0 0 14 0,0 0-17 15,0 0-5-15,0 0 1 16,0 0-17-16,0 0 4 16,0 0-25-16,0 0-2 15,0 8-117-15,0 4-139 16</inkml:trace>
  <inkml:trace contextRef="#ctx0" brushRef="#br0" timeOffset="-144870.62">12136 15026 83 0,'0'0'259'0,"0"0"-172"0,0 0-41 0,0 0 29 0,0 0-45 0,0 0 4 16,0 0-5-1,0-3 9-15,0 3-7 16,0 0 26-16,0 0 57 0,0 0-39 16,0 0-30-16,0 0-26 15,0 0 2-15,0 0-18 16,0 0 5-16,0 0-2 16,0 0-4-16,0 0 16 15,0 0-12-15,0 0 15 16,0 0-19-16,0 0 20 15,0 20-18-15,0 16 8 16,0 4-6-16,0 13-3 16,-6-1 1-16,-13-1-4 15,4 6 0-15,2-9 0 16,-5 4-1-16,-10-8 11 0,22-8-5 16,-16-8 0-16,22-3-5 15,0-14 0-15,0 1-4 16,0-7 4-16,0-2-11 15,0-3 2-15,0 0-2 16,15 0 7-16,10 0 1 16,3 0 0-16,0 0 3 15,-3 0 0-15,-3 0 0 16,-10-3 0-16,0 3-3 16,-5-5 3-16,-7 5-8 15,0-8-1-15,9 8-2 16,-9-4-13-16,6-4 10 0,-6 5 8 15,0-5 6 1,0 3-3-16,6-7 7 0,-6 12-8 16,6-8 13-16,-6-8-19 15,0 8 10-15,7-7 0 16,-7 6-7-16,0 1-4 16,6 0 2-16,-6 8 9 15,0 0-1-15,0 0 5 16,0 0 5-16,0 0 3 15,0 0 7-15,0 4-8 16,0 20 3-16,0 9-11 16,0 14 12-16,0 6 19 0,0-1-20 15,15-4 6-15,4-8-13 16,-7-4-6-16,4-4-1 16,-10 4-5-16,-6-4-58 15,0-4-151-15,0-8-439 16</inkml:trace>
  <inkml:trace contextRef="#ctx0" brushRef="#br0" timeOffset="-142558.43">5240 17029 457 0,'0'0'221'0,"0"0"-106"0,0 0-4 0,0 0-38 0,0 0-54 16,0 0 14-16,59 8 16 16,-40-8-12-16,9 0 13 0,-16 3-23 15,22 1 0-15,0 0-23 16,6 4 6-16,1-4 1 16,-1-4-19-16,-6 5 8 15,-3-5-9-15,-9 0-18 16,-10 0-40-16,-5 0 5 15,-1 0-28-15,-6 0-54 16,0 0-17-16,0 0-37 16</inkml:trace>
  <inkml:trace contextRef="#ctx0" brushRef="#br0" timeOffset="-142413.39">5240 17029 7 0</inkml:trace>
  <inkml:trace contextRef="#ctx0" brushRef="#br0" timeOffset="-142259.4">5240 17029 7 0,'0'-102'345'0,"0"102"-227"0,0 0-2 0,0 0 67 16,0 0-74-16,19 0-9 15,-7 0-70-15,16 0 18 16,-9 0-5-16,9 0-6 0,6 0-22 16,6 0-11-16,0 0-1 15,1 0-3 1,-10 0-24-16,9-11-36 16,-12-1-37-16,-16-1-230 15,-6 10-173-15</inkml:trace>
  <inkml:trace contextRef="#ctx0" brushRef="#br0" timeOffset="-141143.72">6508 16511 314 0,'0'0'93'0,"0"0"9"0,0 0-28 0,0 0-46 16,0 0 6-16,0 0 22 15,0 0 40-15,0 0 20 16,0 0-30-16,0 0-39 16,0 0-26-16,0-21-7 15,28-2-12-15,-15-1 1 16,15-1 4-16,6 5-8 0,-3 9 1 15,9 6-1-15,-12 5-2 16,-10 0-9 0,-2 5 7-16,-10 47 5 15,-6 12-2-15,0 20 3 0,-22 9-2 16,-24-1-3 0,-7-9 4-16,13-14 0 0,21-21 1 15,-9-16-5-15,28-16 11 16,0-7-12-16,0-9 11 15,0 0-12-15,35 0 14 16,17 0-9-16,7 0 3 16,-3 0 2-16,-3 0-1 15,-19 0-3-15,6 0 0 16,-21 0-53-16,-7 0-54 0,-12 8-116 16,0 7 40-16</inkml:trace>
  <inkml:trace contextRef="#ctx0" brushRef="#br0" timeOffset="-140145.31">7457 16708 288 0,'0'0'202'0,"0"0"-144"0,0 0-7 0,0 0-11 0,0 0 3 0,0 0 41 0,0-9-11 0,0 9 10 16,0 0-56-16,0 0 22 16,0 0-27-16,0 0 4 15,0 0-20-15,0 0 5 16,0 0-11-16,0 0 0 16,0 4 7-16,16 16 5 15,-10 4 12-15,0 12-23 0,-6 8 16 16,0 5-15-1,0 11 4-15,0-3-6 0,0 2-3 16,0-7-2 0,-6-11-24-16,-10-5 2 0,4-16-37 15,6-4-40-15,0-16-65 16,6 0 35-16,0 0-78 16,0-8-72-16</inkml:trace>
  <inkml:trace contextRef="#ctx0" brushRef="#br0" timeOffset="-139775.73">7346 16952 246 0,'0'0'473'15,"0"0"-361"-15,0 0-31 0,0 0-7 0,0 0-42 0,0 0 12 0,71 8 25 16,-15 8-24-16,3-8-18 16,9 1-23-1,-3-9-8-15,-3 0 3 0,15 0-54 16,-36 0-102 0,-13-13-402-16</inkml:trace>
  <inkml:trace contextRef="#ctx0" brushRef="#br0" timeOffset="-137460.9">8468 16503 206 0,'0'0'237'0,"0"0"-158"15,0 0 3-15,0 0 7 0,0 0-29 0,0 0 27 0,0 0-19 0,0 0-33 0,0 0-30 16,0 0 36-16,0 0-2 16,0 12 10-16,-28 24-40 15,-6 4-1-15,9 13 22 16,-9-6-8-16,6 6-7 15,3-6-14-15,4-2 1 16,2-1 10-16,19-16-22 0,0-4 10 16,0-12-2-16,0-4 1 15,0-4-11-15,0-4 4 16,0 0-42 0,0 0 30-16,19 0-8 0,15 0 23 15,6-16 7-15,-6 0-4 16,-9 0 2-16,-3 7-7 15,-10 1 6-15,-12 5-23 16,12-2 21-16,-12 5 1 16,0-3-7-16,0-1 14 15,0-4-10-15,10 0-3 16,-4 0 1-16,-6 3-29 16,0 2-13-16,0 3 43 15,0 0 6-15,0 0 7 16,0 0-7-16,0 0 3 15,0 0 0-15,0 0 9 16,0 0-9-16,0 3-1 0,0 22 5 16,0 11-6-16,0 8 43 15,-28 8-8-15,28 0 9 16,-12 1-40-16,5-6-3 16,-8-2-2-16,15-9 0 15,-6 0 0-15,-7-8-22 16,7-4-19-16,-9-8-139 15,15-8-62-15,0-8-187 16</inkml:trace>
  <inkml:trace contextRef="#ctx0" brushRef="#br0" timeOffset="-136498.22">8868 16752 201 0,'0'0'275'0,"0"0"-236"0,0 0 10 0,0 0-29 0,0 0 29 15,0 0 11-15,0 0 28 16,40-13-44-16,-12-15-19 15,-9-3-6-15,-7-10-14 16,4 5-10-16,-16 8-27 16,0 0 31-16,0 20-22 15,0 3 15-15,0 5 16 16,-22 0-6-16,-9 17 24 16,-9 19-26-16,6 4-7 15,-1 0-24-15,23 1 22 16,12-10 8-16,0-10 1 0,0-1 9 15,0-12-9-15,6 0-8 16,22-8 2-16,3 0 4 16,-3 0-9-1,0 0-2-15,-16-5 23 0,-5-6-28 16,5-6 9-16,-12 1-7 16,6 5-41-16,3-2 26 15,-2 1 30-15,-7 9-15 16,0 3 10-16,0 0 6 15,0 0 4-15,0 0-1 16,0 0 11-16,0 11-6 16,0 14-8-16,0-2 25 0,0 6 2 15,0-6-16 1,0 2-11-16,0-6-3 0,0 1-27 16,0 1 28-1,6-1-10-15,6 0 9 0,-6-1 3 16,4 2-5-16,-10 3 2 15,0 0 3-15,0 0 0 16,0-4 0-16,-28 5 9 16,-19-6-6-16,-5 9 22 15,-4 5 28-15,3 3 33 16,7 0-57-16,5-8-29 16,13 0-5-16,10-12-95 0,18-8-24 15,0-8-215 1</inkml:trace>
  <inkml:trace contextRef="#ctx0" brushRef="#br0" timeOffset="-135531.47">9445 16924 306 0,'0'0'41'0,"0"0"-41"0,0 0-7 0,0 0 7 0,0 0 14 0,0 0 113 16,0-5-14-16,0 5-23 16,0 0-30-16,0 0-15 15,0 0-42-15,0 0 3 0,0 0-3 16,0 0 3 0,0 0 61-16,0 0 10 15,0 0-59-15,-16 0-5 0,16 0-18 16,0 0 11-1,0 0-7-15,0 0 5 0,0 0 3 16,0 0-7-16,0 0 10 16,0 0-18-1,0 0 16-15,0 0-4 0,0 0 2 16,0 0-6-16,0 0 1 16,0 0 15-16,0 0-16 15,0 0-2-15,0-3 1 16,0 3-51-16,0 0-75 15,0 0 68-15,0 0 59 16,0 0 1-16,0 0 24 0,0 0 0 16,0 0-5-1,0 0-20-15,0 0-55 0,0-4-118 16,0-4-228 0</inkml:trace>
  <inkml:trace contextRef="#ctx0" brushRef="#br0" timeOffset="-135047.96">9423 16948 43 0,'0'0'673'0,"0"0"-568"0,0 0-80 0,0 0-25 0,0 0-9 0,0 0-38 0,-19 0-40 0,19 0-2 16,0 0-138-16,0 0-91 15</inkml:trace>
  <inkml:trace contextRef="#ctx0" brushRef="#br0" timeOffset="-133749.47">9959 16631 327 0,'0'0'197'0,"0"0"-105"0,0 0-40 0,0 0-20 16,0 0-32-16,0 0 10 15,25-61 17-15,-12 58-25 0,-4 3 6 16,-3 0 21-1,-6 0 47-15,0 0-40 0,0 0 9 16,0 0 9-16,0 0-28 16,0 24-10-16,0 12-14 15,-6 4-4-15,-22 1 12 16,9-2-19-16,-9-3 9 16,28-3-1-16,0-9 1 15,0-1 6-15,-6-10-6 16,6-9 5-16,0 4-19 15,0-8 5-15,0 0-7 16,25 0-19-16,9 0 16 0,0 0-24 16,-6 0 20-1,-3 0-17-15,-19 0-3 16,10 0 12-16,-16 0 22 0,0 0 4 16,6 0 10-16,0 0-13 15,-6 0 15-15,13 0-15 16,-13 0 6-16,0 0-7 15,0 0-26 1,0 0-40-16,0 0 64 0,0-5 11 16,0 2 3-16,0-5 8 15,15 8-3-15,-15-4-8 16,0 4-7-16,6 0 6 16,-6 0-4-16,6 0 0 15,-6 0 10-15,0 0 0 0,0 4 5 16,0 28 59-16,0 12 10 15,0 7 13 1,-12 6-3-16,-3-1-47 0,2 0-26 16,13-4 2-16,-6-3-8 15,-16 2-8-15,16-2-2 16,-13-5-13-16,4-8-10 16,2-19-95-16,13-17-155 15,0 0-244-15</inkml:trace>
  <inkml:trace contextRef="#ctx0" brushRef="#br0" timeOffset="-130086.86">5485 18011 86 0,'0'0'381'0,"0"0"-261"0,0 0-11 15,0 0-24-15,0 0-16 16,0 0-16-16,0 0 36 15,0-5-35-15,0 5-24 16,0 0 25-16,0 0-24 16,0 0 3-16,0 0-30 15,0 0 10-15,0 0-14 16,0 0-3-16,22 0 3 16,12 5 9-16,6-1-9 15,-3 0 7-15,-2 0-15 0,-8-4 4 16,-8 0-13-16,-3 0-94 15,-16 0-70-15,0 0-279 16</inkml:trace>
  <inkml:trace contextRef="#ctx0" brushRef="#br0" timeOffset="-129755.21">5485 18011 389 0</inkml:trace>
  <inkml:trace contextRef="#ctx0" brushRef="#br0" timeOffset="-129721.58">5485 18011 389 0,'-81'-105'80'0,"109"105"34"0,6 0-21 0,7 0 200 0,12 4-211 0,-13 1-34 0,-6-2-24 0,0-3-19 0,-3 0-1 0,-9 0-4 0,-4 0-61 0,4 0-84 0,-16 0-204 15,-6 0-227-15</inkml:trace>
  <inkml:trace contextRef="#ctx0" brushRef="#br0" timeOffset="-128870.52">6508 17734 469 0,'0'0'97'0,"0"0"-25"0,0 0-36 15,0 0 10-15,0 0-22 16,22-21 27-16,9 14-23 15,-15 3 3-15,8 4 11 16,4 0-34-16,-22 4 31 16,22 20-35-16,-21 8 11 15,-7 4-13-15,0 8-4 16,0 9 1-16,-41 3-22 0,1 8 18 16,-7-4 5-1,7-8 13-15,22-12 6 0,8-4 7 16,10-16-19-16,0-12 0 15,0 0-2-15,10-8-3 16,42 0 5-16,1 0 2 16,-7 0 2-1,23 0 0-15,-23 0-5 16,7 0-4-16,-13 0-4 0,-6 0 1 16,0 0-28-16,-21 0-140 15,-7 5-125-15,-6-5-236 16</inkml:trace>
  <inkml:trace contextRef="#ctx0" brushRef="#br0" timeOffset="-128105.73">7417 17983 135 0,'0'0'319'0,"0"0"-222"0,0 0-48 0,0 0-14 0,0 0-24 0,0 0 55 0,0-4-12 0,0 4-3 16,0 0-5-16,0 0 17 15,0 0-5-15,0 0-35 0,0 0-6 16,0 0-4-16,0 0 24 15,0 0-14-15,0 4 16 16,0 16-22 0,0 11-7-16,0 2-10 0,0-1 2 15,0 8-7-15,0-4 11 16,0 5-16-16,0-5 10 16,0-8-23-16,0 3-31 15,0-15-46-15,0-8-223 16,0-8-13-16</inkml:trace>
  <inkml:trace contextRef="#ctx0" brushRef="#br0" timeOffset="-127755.72">7178 18075 552 0,'0'0'229'0,"0"0"-165"0,0 0 83 0,0 0-71 0,0 0-13 0,0 0-19 0,279 20-35 15,-232-20-4-15,-13 0-10 16,0 0-17-16,-6 0-33 16,-16 0-66-16,-6 0-211 15,-6 0-209-15</inkml:trace>
  <inkml:trace contextRef="#ctx0" brushRef="#br0" timeOffset="-126039.31">8145 18352 236 0,'0'0'266'0,"0"0"-164"0,0 0-28 0,0 0 5 0,0 0-44 16,0 0-3-16,0 0-21 16,0-177 44-16,0 125 11 0,0-8-10 15,22-5-16-15,-3 1-34 16,3 9-6-16,-4 14 6 16,-12 13-14-16,-6 16 16 15,0 8-15-15,0 4 9 16,0 0-2-16,0 0 1 15,-12 8-1-15,-16 16-6 16,-3 20-7-16,-16 4 10 16,-2 4-21-16,-4-3-30 15,19-9-95-15,28-12-49 0,6-16-159 16</inkml:trace>
  <inkml:trace contextRef="#ctx0" brushRef="#br0" timeOffset="-125040.48">8629 17975 142 0,'0'0'111'0,"0"0"-95"0,0 0 18 0,0 0 14 0,0 0 25 16,0 0 32-16,0 8-36 16,13-8-13-16,5 0 13 15,4-8-12-15,3-21 60 16,-10-7-67-16,10 0-30 16,-19 8-13-16,-6 5-11 15,0 10 8-15,0 5 13 16,0 4 9-16,0 0-6 15,-25 0-20-15,-2 4-7 0,-8 0-24 16,11 0-3 0,2 16 20-16,3 16-3 0,7 9 17 15,3-5 21-15,9-9-18 16,0-7-3-16,0-7-3 16,0-13-4-16,0 0-61 15,34 0 42-15,6-16 15 16,0-12 5-16,1 3 6 15,-13 1-5-15,-10 12 0 16,-12 4-15-16,1 0 5 16,-7-4-2-16,0 0 15 15,0 0-49-15,0 4-31 0,0 4 34 16,0 4 48-16,0 0 8 16,0 0 11-16,0 4-2 15,0 16-14-15,0 1 15 16,0-2 10-16,0 6 8 15,0-2-29-15,0 1-13 16,9 4 6-16,-3-3-2 16,0-1-20-16,0 4-8 15,-6-8 18-15,0 0-2 16,0 8 8-16,0-1 6 16,0-2 2-16,0 3 8 15,-34 4 14-15,-6 8 0 16,-13-4 3-16,1 0-6 15,11-7 37-15,-5-9 21 16,5-9-77-16,7-2-4 16,6-1-7-16,4-8-7 15,2 0-73-15,22 8-52 16,-6-5-104-16</inkml:trace>
  <inkml:trace contextRef="#ctx0" brushRef="#br0" timeOffset="-124190.03">9277 17854 162 0,'0'0'257'0,"0"0"-162"0,0 0-37 0,0 0-24 0,0 0-2 0,0 0 26 15,-46 0 45-15,30 8-6 16,-2 9-44-16,2-1 4 15,-2 4-35-15,-10 4-2 16,9 12-12-16,-3 4 10 16,4 4-9-16,11 12 2 15,-5-4-6-15,12-3-2 16,0 2-1-16,0-7 3 16,0-11-7-16,0-1 9 15,37-9-14 1,4-6 4-16,-1-9-4 0,0-8-7 15,7 0-12-15,-7 0 26 16,-6-16-19-16,-12-9 19 16,-4-14-20-16,-5 3 18 15,-7 3-21-15,3 5 18 0,-9 12-4 16,0 8 1-16,0 8 7 16,0 0 1-16,0 0 4 15,-40 0-4-15,0 21-47 16,-7 7 0-16,7 3 47 15,12-7-6-15,22-7-53 16,6 7-90-16,0-12-59 16</inkml:trace>
  <inkml:trace contextRef="#ctx0" brushRef="#br0" timeOffset="-118062.41">2784 18180 390 0,'0'0'64'0,"0"0"-47"0,0 0 22 0,0 0 1 0,0 0-29 0,0 0 15 0,0 0-15 0,-18 3 20 16,18-3 19-16,0 0 21 16,0 0 18-16,0 4-29 15,0-4-22-15,0 0-30 16,0 8-14-16,0-8 18 16,0 4-13-16,6-4 2 15,16 0-1-15,3 0 3 16,-4 0 0-16,4-19 15 15,3-14-18-15,-9 1 16 0,15-16-15 16,-22-4 8-16,-12-1-3 16,9 1-11-16,-9 8 5 15,0 8-3-15,0 16-12 16,0 12 14-16,-28 8 0 16,-12 0-10-16,-6 49 11 15,-23 18-13-15,17 18 9 16,-7-5-12-16,31-12 13 15,22-20 5-15,6-16-2 16,0-16 0-16,28-11 1 16,18-5-7-16,-6 0 11 15,1 0-5-15,-1 0 3 0,-9 0 16 16,-3 0-17 0,-9 11 12-16,2 6-7 0,-2-1-5 15,-4 12 16-15,-2 3-14 16,15 2-4-16,-10 3 2 15,-5 0-4-15,8-8-137 16,-8 0-152-16,-7-4-61 16</inkml:trace>
  <inkml:trace contextRef="#ctx0" brushRef="#br0" timeOffset="-117045.96">3774 18011 354 0,'0'0'64'0,"0"0"-39"0,0 0 83 0,0 0-43 0,0 0-45 0,0 0 63 0,108-24 8 0,-80 24-49 0,-9 0-22 16,-13 0-20-1,22 0-13-15,-22 0-154 0,-6 0-86 16</inkml:trace>
  <inkml:trace contextRef="#ctx0" brushRef="#br0" timeOffset="-116181.46">4415 18087 135 0,'0'0'228'0,"0"0"-172"0,0 0 30 0,0 0-35 0,0 0-10 16,0 0-31-16,-93 96 45 15,87-68-2 1,6-8-15-16,0 1-14 0,0-10-13 16,0-2 4-16,28-1-11 15,19-8 21-15,5 8 12 16,7 0 29-16,16-1-46 15,-7-2-19-15,-3-5 4 16,-19 0-5-16,-11 0 0 16,-8-41 7-16,-8-18-16 15,-13-2 4-15,-6 9-26 16,0 16-34-16,0 19 64 0,-59 17-10 16,-15 0 8-16,-19 0 0 15,0 37-27-15,12 7 18 16,22 0-8-1,19 5 9-15,34-10 11 0,6-14-78 16,0-2-104-16,0-15-282 16</inkml:trace>
  <inkml:trace contextRef="#ctx0" brushRef="#br0" timeOffset="-115199.79">3882 17983 97 0,'0'0'294'0,"0"0"-276"0,0 0 1 0,0 0-2 0,0 0 12 0,0 0 1 16,0 0 20-16,0 0-10 15,0 0 11-15,0 0 22 16,-6 0 8-16,6 0-14 16,-6 0-25-16,-10 0 18 15,10 0-57-15,-6 0 22 16,-10 7-1-16,9 9 2 16,-14 1-26-16,2 7-2 0,3-1 0 15,3 2 2 1,7-9-3-16,3 0 13 15,3-8-23-15,-1-4 21 0,7-1-16 16,0 2 1-16,0-1-2 16,0 8 8-16,22-8-2 15,18-4 0-15,7 0 1 16,-1 0-6-16,-5 0 12 16,-10 0-9-16,-3 0-13 15,-7 0 17-15,4 16-10 16,-3-8 11-16,-16-4 0 0,0-4 3 15,0 4-9-15,-6-4 23 16,0 4-22-16,0 9 10 16,0 15 20-16,0 8-20 15,-18 0-2-15,-29 0 9 16,19-8 3-16,-6-12 19 16,9-8-28-16,10-4 15 15,-4-4-16-15,4 0-10 16,9 0 5-16,-1 0-26 15,7 0-28-15,0 0-207 16,0 0-215-16</inkml:trace>
  <inkml:trace contextRef="#ctx0" brushRef="#br0" timeOffset="-114115.34">10521 18296 606 0,'0'0'240'0,"0"0"-208"0,0 0 44 0,0 0-55 0,0 0 17 16,0 0-26-16,0 0 4 16,192 0-9-16,-164 0-10 15,-3 0 6-15,-4 0-1 16,-15 0-2-16,1 0-24 16,-7 0-20-16,0 0-125 15,0 7 52-15,-13-7 14 16</inkml:trace>
  <inkml:trace contextRef="#ctx0" brushRef="#br0" timeOffset="-113910.58">10521 18296 733 0,'-224'-209'191'16,"246"209"-155"-1,37 0 18-15,9 0-6 0,-3 0-18 16,4 0-25 0,-1 0 4-16,-16 0-9 0,1 0-5 15,-13 0-54-15,-21 0-197 16,-19-17-303-16</inkml:trace>
  <inkml:trace contextRef="#ctx0" brushRef="#br0" timeOffset="-113249.41">11603 18532 302 0,'0'0'287'0,"0"0"-210"0,0 0 51 0,0 0-9 0,0 0-43 0,0 0-36 0,-22-76-18 0,22 11-5 0,0-15 15 15,0-8 32-15,0 0-53 16,0 16 2-16,0 15-4 15,0 26-5-15,0 10 6 16,0 6-1-16,0 2-7 16,-6 10 3-16,0 3-10 15,-1 0 12-15,-14 0-16 0,-4 31 4 16,-15 13-5 0,-22 17-94-16,9-5-74 15,0-4-169-15,0-8-136 0</inkml:trace>
  <inkml:trace contextRef="#ctx0" brushRef="#br0" timeOffset="-112431.59">11944 18019 237 0,'0'0'305'16,"0"0"-243"-16,0 0-20 15,0 0-29-15,0 0 20 16,0 0-10-16,0 0 26 15,0 0-14-15,12 0 0 16,10 0 11-16,-3 0 13 16,15 0-15-16,6-24-25 15,-6-12 22-15,3 0-26 16,-9 0-1-16,-15 8-6 16,-13 3 0-16,0 1 24 15,0 1-24-15,0 6-8 0,0 9 0 16,-13 8-11-16,-21 0 22 15,-12 20-24-15,-7 28 13 16,0 9-11-16,13-10-10 16,12 2 8-16,16-13 13 15,12-13-6-15,0-2 4 16,0-14-25-16,6-7 14 16,22 0-29-16,3 0 32 15,-3 0 4-15,-1-3 0 0,-14-13 6 16,15-1 0-1,-16 2 0-15,1-1 6 0,-7 0-12 16,-6-1-6 0,0 9 1-16,0 5 6 0,0 3-3 15,0 0 5-15,0 0-2 16,0 8-12-16,0 12 6 16,0 8 1-16,9-4 14 15,3 0-12-15,7 0 15 16,3 0-12-16,3 4 8 15,2 0-3-15,1 4 0 16,-9 0-10-16,-7 0 6 16,4 1 3-16,-16-5-5 0,0-8 12 15,0 12 8-15,-6-9 22 16,-35 2 21 0,-14 3-38-16,-11 4 7 0,-14-8 2 15,12 8 2-15,-10-4 2 16,10 0-23-16,15 4-9 15,13-4-21-15,12 0 9 16,22-3-46-16,6-14-103 16,0-3-9-16,28-8-90 15</inkml:trace>
  <inkml:trace contextRef="#ctx0" brushRef="#br0" timeOffset="-111733.47">12651 18380 411 0,'0'0'202'0,"0"0"-175"0,0 0 71 0,0 0-54 0,0 0 16 0,0 0-33 16,21-213 19-16,20 169-8 16,5-4-11-16,-21-4 18 15,15 12-29-15,-24-4-4 16,-16 3-2-16,0 5-6 16,0-8-1-16,0 0-6 15,-16 0-2-15,-24 4-6 16,9 12-13-16,-3 15 1 15,6 13 23-15,-6 0 15 0,9 9 2 16,-3 27-8 0,22 12-18-16,6 4 2 0,0-4 4 15,0-3-7-15,0 2 10 16,47-11-2-16,5-3-19 16,10-5-1-16,-3-4-34 15,3 0 37-15,3 0-8 16,-3 4-6-16,-24-8-58 15,2 9 46-15,-31-6 0 16,-9 1 26-16,0 1 15 16,-22 3 8-16,-43 8 83 15,-3 3 7-15,-6 2 24 16,9-10-57-16,9-14-28 0,25-5-33 16,3-12-6-1,0 0-52-15,22 0-203 0,-13-12-126 16</inkml:trace>
  <inkml:trace contextRef="#ctx0" brushRef="#br0" timeOffset="-71836.73">20632 5177 43 0,'0'0'499'0,"0"0"-439"0,0 0-23 0,0 0 45 0,0 0-57 0,0 0 15 0,0 0 81 16,-307 88-30-16,295-88-37 15,-4 0 5-15,16 0 8 0,0 0-54 16,0 0 8-16,0 8-20 15,0-8 11 1,0 0-5-16,0 0-7 0,0 0 8 16,0 0-8-16,0 0 0 15,0 0 1 1,0 0-4-16,0 0 10 0,0 0-11 16,0 0 9-1,-6 0 4-15,-19 20-7 0,-21 4 6 16,-10 9-7-16,-9 15-1 15,-10 4 0-15,1 4 0 16,9-1-4-16,18 2 9 0,13-12-4 16,22-1 3-1,12-5-8-15,0-3-9 0,12 9 12 16,47-5-3 0,22-8 3-16,5 8 1 0,17-8-5 15,-16 0-1 1,-10 0 4-16,-9 5 2 0,-15 2-9 15,-19-3 2-15,-6 5 6 16,-28 2 1-16,0 6-2 16,0 12 10-16,-81 6 3 15,-33 18-10-15,-26-1 13 16,-9-16-12-16,22-12 7 16,34-20 0-16,0-16-3 15,19-16-6-15,15-4-4 16,-16 0-30-16,23-27-81 0,33-14 42 15,19-7-410 1</inkml:trace>
  <inkml:trace contextRef="#ctx0" brushRef="#br0" timeOffset="-70819.35">21035 6449 308 0,'0'0'268'0,"0"0"-183"0,0 0 29 0,0 0-45 0,0 0-51 0,0 0 0 16,0 0-10-16,0 0 10 16,0 0 20-16,0 0 34 15,0 0-19-15,0 0 1 16,0 0 1-16,-15 0-37 15,-26 3-14-15,-5 13-1 0,5 1-4 16,-5 2 6-16,-1 1 3 16,19 5 8-16,-3 3 1 15,10-4-16-15,15-4 1 16,6-1-4-16,0-6-8 16,0 2 5-16,6-2-20 15,40-1 16-15,1-1-8 16,15 2 17-16,-10-1 0 15,-5 1-1-15,0 2-1 16,-7 6-4-16,-12-2 4 16,-3-2-10-16,-10 3-64 15,-15-4 76-15,0 4 11 0,0 12 29 16,-34-4-6-16,-6-5-6 16,-7-6-27-16,7-1 1 15,-1-8-2-15,1-8-12 16,0 0-40-16,15 0-19 15,-3-36-122-15,6-13-47 16,-2-10-234-16</inkml:trace>
  <inkml:trace contextRef="#ctx0" brushRef="#br0" timeOffset="-70673.25">21035 6449 1026 0</inkml:trace>
  <inkml:trace contextRef="#ctx0" brushRef="#br0" timeOffset="-70597.92">21035 6449 1026 0,'-127'-41'92'0,"139"41"-72"0,-6 0-14 0,35 0-27 0,-1 0-2 0,7 0-20 0,5 0 11 0,-5-4-54 0,-7-4-67 16,0 0-53-16,-5 5-140 15</inkml:trace>
  <inkml:trace contextRef="#ctx0" brushRef="#br0" timeOffset="-70201.23">21314 6632 404 0,'0'0'111'0,"0"0"-47"16,0 0-39-16,0 0 5 16,0 0-22-16,-12 117-8 15,12-96 8-15,34-10 14 16,-16 1 13-16,16-12 12 15,1 0 29-15,5 0 10 16,13-12-10-16,-1-24-39 0,-5-5-21 16,-1-6 1-1,-18 11-13-15,-15-4-4 0,-13 8 1 16,0 7-12-16,-19 5 10 16,-49 17-4-16,-7 3 5 15,-2 0 4-15,2 23-4 16,13 21-4-16,16-3 0 15,15-5-158-15,31-13-292 16</inkml:trace>
  <inkml:trace contextRef="#ctx0" brushRef="#br0" timeOffset="-69586.62">22443 6485 554 0,'0'0'279'16,"0"0"-132"-16,0 0-87 0,0 0-32 0,0 0-11 0,0 0 48 15,0 0-46-15,155-13 6 16,-103 13-21-16,-11-4 14 16,-13 4-14-16,-16-3-8 15,10 3-9-15,-4-8-46 16,-5-8-56-16,-13-1-244 15,0-7-257-15</inkml:trace>
  <inkml:trace contextRef="#ctx0" brushRef="#br0" timeOffset="-69388.82">22443 6485 573 0,'-106'-277'297'0,"140"277"-185"16,7 0-1-16,24 0 2 0,3 0-83 15,3 0-26 1,4 0-4-16,-1 0-36 0,-21 0-131 16,-19 0-345-1</inkml:trace>
  <inkml:trace contextRef="#ctx0" brushRef="#br0" timeOffset="-68305.22">24002 5185 565 0,'0'0'119'0,"0"0"-50"0,0 0 12 0,0 0-46 16,0 0 15-16,0 0 1 15,-40 0 20-15,0 21-17 16,6 15 18-16,-13 15-15 16,7 6-36-16,0 23 2 15,12 4-22-15,9 1 6 16,13-5-7-16,6-8 0 15,0 0-4-15,0-8-2 16,18-8-7-16,23 4-29 16,5-12-45-16,16-7-191 0,-15-22-228 15</inkml:trace>
  <inkml:trace contextRef="#ctx0" brushRef="#br0" timeOffset="-64276.11">24635 5314 491 0,'0'0'106'0,"0"0"-54"0,0 0 18 0,0 0-27 16,0 0-41-16,0 0 11 16,0 0 1-16,0 0 70 15,0 0 9-15,0 0-15 16,0 0-37-16,0 3-19 15,0-3-9-15,0 0-9 16,0 0 8-16,0 0-10 16,0 0 13-16,0 0 2 0,0 0 17 15,0 0-21-15,0 0 0 16,0 0-13-16,22 0-1 16,12 0 1-16,6 0 0 15,7 0-2-15,-1-3 9 16,1 3-15-16,-7 0 8 15,-6 0-1-15,-9 3-16 16,-19 38-6-16,-6 3 11 16,0 24 10-16,-65 8-2 15,-16 5-2-15,7-14 6 16,9-10-12-16,9-9 12 16,25-12 0-16,9 4-3 15,22-16-3-15,-6-5 6 16,6-6-4-16,0-1-3 0,0-4 4 15,28-8-14-15,53 0 9 16,12 0 16-16,12-8 4 16,-12-12-8-16,3 8 3 15,-31 8-7-15,-37 4-57 16,-28 0-126-16,0 4-195 16</inkml:trace>
  <inkml:trace contextRef="#ctx0" brushRef="#br0" timeOffset="-63427.05">26027 5358 187 0,'0'0'278'0,"0"0"-179"0,0 0-29 0,0 0-28 0,0 0-7 0,0 0 26 16,0-29 11-16,0 29 20 16,0 0-51-16,0 0 19 15,0 0-16-15,0 0 20 16,0 0-31-16,0 0-20 0,0 0-6 15,0 0 4-15,0 0-22 16,0 16 18-16,0 9-7 16,0 7 2-1,0 8 5-15,0 7-6 0,0 2 9 16,0-1-10-16,0 1 2 16,0-5-5-16,0-5 6 15,0 1-7-15,0-7 1 16,0-9-2-16,0 4-18 15,0-12-10-15,0 4-37 16,0-8-12-16,0-4-28 0,-12-8-54 16,-16 0 38-1,6 0-110-15</inkml:trace>
  <inkml:trace contextRef="#ctx0" brushRef="#br0" timeOffset="-63008.52">25767 5679 116 0,'0'0'399'0,"0"0"-325"0,0 0-30 0,0 0 44 0,0 0 75 0,0 0-30 16,248-29-48-16,-161 21 4 16,6 1-35-16,-22-1-27 15,-9 3-4-15,-16 1-23 16,-18 0-7-16,-3 4-31 0,-3 0-57 16,-16-8-171-16,-6 4-330 15</inkml:trace>
  <inkml:trace contextRef="#ctx0" brushRef="#br0" timeOffset="-58727.53">26923 6192 391 0,'0'0'161'0,"0"0"-158"0,0 0 18 0,0 0 6 15,0 0 10-15,0 0 30 16,0 0 87-16,25-157-33 16,-25 150-46-16,0-6-13 15,9-7-51-15,-9-12 6 0,19-8-6 16,9-4-8-16,-3-12 5 16,-4-4 10-1,-8 7 11-15,5 6-11 0,-8 2 0 16,-10 5-6-16,18-4-5 15,-5 8 0-15,2-4-14 16,-2 7-2-16,-1 10 4 16,10 2-36-16,-22 18 30 15,0 3 9-15,0 0-18 16,0 39 18-16,-47 10 2 16,1-1-7-16,-1-1 2 15,7-6-32-15,6-5-52 16,0 0-97-16,0-8-12 15,9-12-102-15</inkml:trace>
  <inkml:trace contextRef="#ctx0" brushRef="#br0" timeOffset="-57796.48">27590 5594 450 0,'0'0'159'0,"0"0"-112"0,0 0 3 0,0 0-1 0,0 0-45 0,0 0 30 16,-65 41 7 0,65-41 4-16,0 0-12 0,0 3 37 15,0-3-37-15,12 0 3 16,10 0-23-16,3 0 14 16,3 0 0-1,6-20-20-15,-10-12-7 0,4-12-2 16,-15 4-10-16,-7-1-36 15,-6 14 22-15,0 10-3 16,0 14 29-16,-12 3 11 16,-35 0 6-16,-6 8-11 15,-9 20-2-15,22 8 1 0,0 0 6 16,15-4-13-16,25-8 2 16,0-3-4-16,0-2-20 15,0-7 18-15,53-4 3 16,-1-8-5-16,10 0 1 15,-3 0-9-15,-6 0 8 16,-19 0-30-16,0-16 26 16,-15-4-14-16,-13-4 4 15,10 4-1-15,-16 4 23 16,0 8 0-16,0 4 3 16,0 4 41-16,0 0-7 15,0 0-17-15,-16 0-16 0,-9 0-8 16,25 20-2-1,-6 4 2-15,6 1 1 0,0-2-3 16,0-3 3-16,0 4-12 16,0-4 8-16,19 4 12 15,-7 1-15-15,4 3 10 16,-16 0-4-16,0-4 0 16,0-4 4-16,0-1 0 15,0-6 4-15,-47 11 30 16,-21 3-16-16,3-2 12 15,-10 3 17-15,23-4-4 16,5-12-38-16,13-4-5 16,28-3-7-16,-4 3-44 0,4-8-138 15,0 0-123 1</inkml:trace>
  <inkml:trace contextRef="#ctx0" brushRef="#br0" timeOffset="-57081.57">28387 5963 407 0,'0'0'178'16,"0"0"-158"-16,0 0 7 0,0 0-7 0,0 0 13 0,0 0 27 15,99-161 5-15,-71 122 3 0,-10-6-36 16,-2 9 22-16,3-8-49 16,-19 5 9-1,0 1-7-15,0 11-2 0,0-1 24 16,-19 11-27-1,-15 6 10-15,-6 7-9 0,-1 4 25 16,7 0-20-16,0 0-8 16,22 0 0-16,-1 0-3 15,-2 15-4-15,-4 10-3 16,19 7-2-16,0 8-9 16,0-4 20-16,0 5-40 15,0-5 33-15,0 0-51 0,40 3 49 16,7 2-25-16,21-2-5 15,3-2-13 1,-2-5-17-16,-17-12 5 16,-24 8 3-16,-28-12 54 0,0 4 8 15,0-12 48-15,0 5 58 16,0-13 38-16,-21 11-32 16,-14-3-74-16,-11 1-26 15,-1-1-7-15,-11 0-10 16,-4-5-5-16,9-3-1 15,0 0-84-15,35 0-129 16,2 0-143-16</inkml:trace>
  <inkml:trace contextRef="#ctx0" brushRef="#br0" timeOffset="-56416.53">28855 5285 593 0,'0'0'135'0,"0"0"-36"0,0 0-61 0,0 0-35 0,0 0 3 0,0 0 17 15,87 32-8-15,-35-4 12 16,1-3 11-16,-13 19-19 16,1 0 14-16,-20 12-33 15,-8 4 13-15,-13 4-12 16,0 0 6-16,0 0-7 0,0 1-6 15,-34-5 4 1,0-12 0-16,-7-12 0 16,17 4-48-16,2-16-112 0,3-12-44 15,19-12-247-15</inkml:trace>
  <inkml:trace contextRef="#ctx0" brushRef="#br0" timeOffset="-55780.25">29522 5815 489 0,'0'0'152'0,"0"0"-111"0,0 0-41 0,0 0 0 0,0 0-23 16,0 0 23-16,0 0 0 0,0 0 12 15,0 0 117-15,0 0 46 16,0 0-71-16,0 0-70 16,-13 8-1-1,-21 4-33-15,22-1 1 0,12-11-1 16,0 0-18-16,0 0-16 15,0 0-2-15,0 0 32 16,0 0 4-16,0 0-11 16,0 0 9-16,0 0-24 15,0 0-280-15,0-23-394 16</inkml:trace>
  <inkml:trace contextRef="#ctx0" brushRef="#br0" timeOffset="-51702.29">30625 5422 253 0,'0'0'140'0,"0"0"-45"0,0 0-29 0,0 0-37 0,0 0 6 0,0 0-32 16,0 0 2-16,0 0 2 15,0 0 16-15,0 0 37 16,0 0 18-16,0 0 4 16,0 0-31-16,0 0 2 15,0 0-21-15,0 0 5 16,0 0-31-16,0 0 16 16,0 0-7-16,-12 0-11 15,-10 0 2-15,-2 0 3 0,-4 0-16 16,0 8 14-16,-3 7 1 15,3 1 3-15,0 9 14 16,-3-1-25 0,3-4 0-16,6 4-1 0,10-4 0 15,6 0 1 1,6 0-19-16,0 1 16 0,0-2-2 16,52 1-4-1,23 0 9-15,-1-4-4 0,-2 1 2 16,-10 2-8-16,-10 1 7 15,-11-4 0-15,-14 9-5 16,-14-9 8-16,-7-4-6 0,-6-1 12 16,0 2-5-1,0 15 6-15,-40 8 11 16,-35-5-17-16,-11 2 2 0,-1-5-6 16,9-8-8-1,10-8 10-15,0-8-16 0,21-4 13 16,16 0-10-16,10-4-61 15,21-36-182-15,0-13 52 16</inkml:trace>
  <inkml:trace contextRef="#ctx0" brushRef="#br0" timeOffset="-51453.19">30653 5481 415 0,'0'0'123'0,"0"0"-68"0,0 0 15 0,0 0-61 0,0 0-9 15,0 0-9-15,245-20-111 16,-217 20-280-16</inkml:trace>
  <inkml:trace contextRef="#ctx0" brushRef="#br0" timeOffset="-50987.24">31122 5735 211 0,'0'0'71'0,"0"0"-21"0,0 0 62 15,0 0-32-15,0 0-27 16,0 0 4-16,145 152-35 16,-98-140 20-1,-7-12-4-15,0 0-12 0,7 0 19 16,-7-24 41-16,13-24-36 15,-13-13-47-15,-12-3-6 16,-9 4-2-16,-19 12-19 16,0 8 7-16,0 16 17 0,-13 8 0 15,-55 8 2-15,-25 8 28 16,-19 0-30 0,-15 24-7-16,13 20-57 0,21-4 22 15,18-4-86-15,35-4-201 16</inkml:trace>
  <inkml:trace contextRef="#ctx0" brushRef="#br0" timeOffset="-49838.54">23934 6588 342 0,'0'0'55'0,"0"0"-14"0,0 0 31 0,0 0-12 0,0 0-4 0,0 0-14 0,434 13 31 16,-291-5-16-16,21 4 85 15,25-1-56-15,25 10-48 16,34-1 6-16,31-8 0 15,35-8-12-15,33-4-28 0,16 0 9 16,-4 0-12 0,-2 0 12-16,3 0-11 0,-19 0 12 15,-6 0-14 1,-16 0-1-16,-6 0 0 0,-31 12-1 16,-15 0 1-1,-7 4-32-15,-18 4 10 0,-15-4-44 16,-38 4 52-16,-56-8-60 15,-34 0-166-15,-58-12-27 16</inkml:trace>
  <inkml:trace contextRef="#ctx0" brushRef="#br0" timeOffset="-48818.4">27364 7279 589 0,'0'0'99'0,"0"0"-3"0,0 0 5 0,0 0-64 0,0 0-11 15,0 0 24-15,0 0 11 16,241-33-48-16,-194 33 22 16,-7 0-14-16,-15 0-5 15,-10 0-16-15,-15 36 1 0,0 13-1 16,-15 10 0-1,-56 14-3-15,-16 3 1 0,0 0 0 16,19-8 0-16,9-15 1 16,37-14 2-16,16-14 3 15,6-5 1-15,0-8-4 16,40-12-1 0,35 0 1-16,24 0-1 0,6 0 6 15,10-16 2-15,-6 0-6 16,-16 4-2-16,-22 7 0 15,-15-3 0-15,-16 8-2 16,-15 0-65-16,-19 0-90 16,-6 0-354-16</inkml:trace>
  <inkml:trace contextRef="#ctx0" brushRef="#br0" timeOffset="-26088.99">20092 8831 142 0,'0'0'467'0,"0"0"-424"0,0 0 33 0,0 0 31 0,0 0 1 0,0 0-65 0,0 0-3 15,7 0-17 1,-7 0-3-16,0-5-2 0,0 5 25 16,0-3-1-1,0 3-38-15,0 0 26 16,0 0-28-16,0 0 20 0,0 0-17 16,0 0 4-16,0 0-2 15,0-8 2-15,-16 3-9 16,-21-3 5-1,-13 5-8-15,-9 3 11 0,-15 0-16 16,3 0 13-16,-10 36-13 16,-6 8 12-16,0 3-10 15,13 2 2-15,15 4 2 16,19-6 0-16,24-3-6 16,16-7 4-16,0-10-1 15,22-2-17-15,65-14-15 0,34 1 24 16,6 1-3-16,0-5 16 15,-9 0 0-15,-22 0 0 16,-19 7-3-16,-15 2-11 16,-27-1 4-16,-11 15 17 15,-2 2-15-15,-22 8 16 16,0 14 0-16,-28 9 22 16,-59 8-12-16,-12-3-18 15,-3-13 6-15,15-15-11 16,16-18 5-16,9-15-16 15,15-8-75-15,29 0-69 16,18-8-200-16</inkml:trace>
  <inkml:trace contextRef="#ctx0" brushRef="#br0" timeOffset="-25555.94">20297 9504 495 0,'0'0'66'0,"0"0"-31"0,0 0 9 0,0 0-41 0,0 0 14 0,0 0-1 0,74 136 24 16,-5-111-19-16,11-1-13 0,-2-1-7 16,-10-2 30-16,0 3-17 15,-15 4 5-15,-13 4 2 16,-15 4-18-16,-25 0 25 0,0 8-5 16,0 1 36-16,-6 2-20 15,-53-6-26 1,-15-1 27-16,-1-16-19 0,-2-8-15 15,8-16 8-15,1 0-28 16,28-32-43-16,21-21-61 16,19-11-168-16,0-11-90 15</inkml:trace>
  <inkml:trace contextRef="#ctx0" brushRef="#br0" timeOffset="-25469.85">20297 9504 827 0</inkml:trace>
  <inkml:trace contextRef="#ctx0" brushRef="#br0" timeOffset="-25390.67">20297 9504 827 0,'416'-72'168'0,"-410"76"-141"0,34 12-22 15,0 4-39-15,13-16-75 16,-6-4-71-16,2 0-117 16</inkml:trace>
  <inkml:trace contextRef="#ctx0" brushRef="#br0" timeOffset="-25042.21">20973 9668 85 0,'0'0'377'0,"0"0"-318"16,0 0-28-16,0 0 17 15,-53 241-1-15,53-192-12 16,47-13 27-16,-1-5-17 16,1-18 27-16,21-13-58 15,-9 0 8-15,15-24-3 16,7-32-3-16,0-8-16 16,-16-9 43-16,-19-3-25 15,-24 20-8-15,-22 4-5 0,0 19 0 16,-47 17 5-16,-55 16-2 15,-10 5 12-15,-30 51-20 16,9 16 1 0,21 4-2-16,37-4 0 0,41-11-6 15,34-22-114 1,0-14-307-16</inkml:trace>
  <inkml:trace contextRef="#ctx0" brushRef="#br0" timeOffset="-24575.46">21928 9593 224 0,'0'0'692'0,"0"0"-636"0,0 0-40 0,0 0 44 0,0 0-20 15,0 0-35-15,189 16 6 16,-130-16-3-16,3 0-16 15,-22-21-45 1,-15-7-34-16,-25 0-252 0,0-3-203 0</inkml:trace>
  <inkml:trace contextRef="#ctx0" brushRef="#br0" timeOffset="-24405.3">22030 9296 972 0,'0'0'51'0,"0"0"-48"16,0 0 70-16,0 0-38 15,0 0-16-15,0 0-19 16,382-44-116-16,-323 11-394 0</inkml:trace>
  <inkml:trace contextRef="#ctx0" brushRef="#br0" timeOffset="-20993.61">23320 9019 5 0,'0'0'531'0,"0"0"-455"0,0 0 9 15,0 0-9-15,0 0 1 16,0 0-18-16,0 0 23 16,0 0-53-16,6 0-3 15,7-4-15-15,27-12-8 16,-6-4 23-16,13 8-26 15,-1 4 17-15,-12 3-9 0,0 5-7 16,-15 0-1-16,-13 0 0 16,16 5-19-16,-22 39 9 15,0 12 8-15,-28 16-19 16,-37 13 20-16,-16-5 2 16,-5 0-12-16,11-12 21 15,22-4-16-15,13-20 12 16,18-11-3-16,22-9 7 15,0-9-10-15,22 1 22 16,43-11-14-16,10-5 13 16,5 0-20-16,7-13 12 15,0-18-10-15,-7-2-6 0,-21 14-18 16,-12 7-46 0,-13 12-35-16,-22 0-84 15,4 0 49-15,-10 23-11 16,-6-2-92-16</inkml:trace>
  <inkml:trace contextRef="#ctx0" brushRef="#br0" timeOffset="-20611.28">24061 9493 573 0,'0'0'67'0,"0"0"-44"0,0 0 48 0,0 0-39 0,0 0 30 0,0 0-4 0,34 11 4 16,13-14-23-16,-1-33 20 15,23-8-14-15,-17-13-2 16,-5 1-28-16,-7-5-12 15,-27 9-3-15,-13 1-15 16,0 10 12-16,-35 13-34 16,-51 12 6-16,8 16 2 15,-30 0 18-15,8 24 9 16,7 24-11-16,3 9-33 16,32-1 27-16,23 0 14 15,29-9-59-15,6-2-70 16,0-16-53-16,13-6-168 0</inkml:trace>
  <inkml:trace contextRef="#ctx0" brushRef="#br0" timeOffset="-20471.29">24061 9493 217 0</inkml:trace>
  <inkml:trace contextRef="#ctx0" brushRef="#br0" timeOffset="-20280.24">24061 9493 217 0,'363'-85'286'0,"-344"117"-252"0,27-4-28 0,7-3 76 15,28-10-41-15,-13-15-25 16,-3 0 39 0,9 0-14-16,1-23 66 0,-4-22-23 15,16-23-30-15,-13-4-49 16,-12-9 4-16,-21 13-9 15,-29 17 0-15,-12 15-12 16,0 11 12-16,-6 21-6 16,-75 4 10-16,-12 0-8 15,-15 40-56-15,8 8-145 0,14 4 28 16,24 1-41 0</inkml:trace>
  <inkml:trace contextRef="#ctx0" brushRef="#br0" timeOffset="-19312.25">25813 9388 264 0,'0'0'273'0,"0"0"-231"0,0 0 36 0,0 0-5 0,0 0 33 16,0 0-26-16,0 0 11 15,0 0-43-15,0 0-5 16,0 0 13-16,0 0-22 16,0 0-17-16,0 0-14 15,0 0 2-15,0 0 8 16,0 0-25-16,0 0 23 16,0 0-20-16,0 0 9 15,-6 0-5-15,0 0 3 16,-10 0-18-16,4 0 5 15,12 0-26-15,0 0 17 16,0 0-127-16,-6-8-116 0,-1-8-289 16</inkml:trace>
  <inkml:trace contextRef="#ctx0" brushRef="#br0" timeOffset="-16897.58">26688 9064 602 0,'0'0'0'0,"0"0"-11"0,0 0 11 0,0 0 2 0,0 0 16 0,0 0-17 16,0 0 5-16,-66 108 10 15,66-105 17-15,19 2 60 0,28-2-56 16,15 2 3 0,3-1-27-16,3 4 2 0,19 0-15 15,-28 3 0-15,-7 9-2 16,-18-7 8-16,-12 7-13 16,-16 0 24-16,-6-1 7 15,0 10-11-15,0 3 27 16,-68 9-17-16,-25 14 1 15,-12 1-12-15,-10-7-9 16,-6-10-6-16,34-14-13 16,7-17 6-16,27-8-80 15,13 0-29-15,15-36-129 16,-3-13-274-16</inkml:trace>
  <inkml:trace contextRef="#ctx0" brushRef="#br0" timeOffset="-16713.86">26694 8975 652 0,'0'0'7'16,"0"0"-7"-16,0 0 0 15,0 0 35-15,0 0-26 16,0 0-9-16,363 0-86 15,-298-8-292-15</inkml:trace>
  <inkml:trace contextRef="#ctx0" brushRef="#br0" timeOffset="-16331.44">27357 9400 315 0,'0'0'147'16,"0"0"-78"-16,0 0-31 15,0 0 14-15,0 0-18 0,0 0 8 16,214 72-33-16,-155-72 43 15,9-20 15-15,7-19 57 16,-16-6-46-16,-7-15-47 16,-5-4-31-16,-25-5-4 15,-22 5-12-15,0 9-84 16,0 14 4-16,0 18 28 16,-47 14 40-16,-9 9 28 15,-9 0 54-15,-15 40-48 16,-13 16-6-16,0-4-52 15,12-3-316-15</inkml:trace>
  <inkml:trace contextRef="#ctx0" brushRef="#br0" timeOffset="-15364.97">23667 10074 320 0,'0'0'187'15,"0"0"-185"-15,0 0 28 0,0 0 25 0,0 0-23 0,0 0 60 16,0 0 4-16,7 4 19 16,39 4-68-16,16 3 10 15,16-2-20-15,49-1 53 16,28 8-66-16,12-8 1 15,26 4-22 1,14-8 4-16,13 4-7 0,16-4 10 16,-3 1-16-16,27-5 16 15,-12 0-14-15,6 0 8 16,-12 0-8-16,-15 0 2 16,-48-17-13-16,-30 9-12 15,-31-8-60-15,-43-8-6 0,-29 4-257 16</inkml:trace>
  <inkml:trace contextRef="#ctx0" brushRef="#br0" timeOffset="-14284.5">25426 10447 194 0,'0'0'191'0,"0"0"-65"0,0 0-78 0,0 0 13 0,0 0-26 15,0 0 14-15,0 0-1 16,0 0 17 0,0 0 9-16,0 0-24 0,0 0-14 15,0 0-34-15,18 0-3 16,10 0 6-16,25 0 14 16,0 0-9-16,9 0 22 15,3 0-9-15,-3 0-1 16,-22 0-9-1,-6 0-11-15,-22 0-4 0,-12 12 7 16,0 16-12-16,0 16 8 0,-12 25-10 16,-62 19-1-1,-13 7-18-15,-15 2 1 16,30-5 23-16,16-24 0 0,19-12 8 16,22-20-14-16,15-11 20 15,0-9-20-15,15-16 7 16,44 0-3-16,28 0-10 15,6-8 7-15,0-17 5 16,9-3 4-16,-21 1-10 16,-28 18-9-16,-19 1-50 15,-22 8-124-15,-12 0-127 16</inkml:trace>
  <inkml:trace contextRef="#ctx0" brushRef="#br0" timeOffset="-12617.49">20046 12219 505 0,'0'0'322'0,"0"0"-316"0,0 0 4 0,0 0 7 0,0 0 22 0,0 0 5 0,-155 89 1 0,149-61-19 0,-10 8-4 16,10 4-1-16,0 5-4 16,6-14-14-16,0 10-3 15,0-5 5-15,34-8-10 16,31 8-5-16,16-8 10 16,5 8-1-16,-5-4 2 0,-13-4-4 15,-15-3 9-15,-7-2-12 16,-11-3 13-16,-17 4-13 15,-18 9 13-15,0 6-6 16,0 18 2-16,-77 7-2 16,-50 16-1-1,-10 0 5-15,-21-7-3 0,25-18 7 16,18-14-18-16,28-18 1 16,41-18 6-16,33-5-55 15,13 0-142-15,0-41-251 16</inkml:trace>
  <inkml:trace contextRef="#ctx0" brushRef="#br0" timeOffset="-12101.44">20592 12958 604 0,'0'0'55'0,"0"0"4"0,0 0 18 0,0 0-1 16,0 0-54-16,0 0 30 15,21 196-39-15,44-172-13 16,-3-4 7-16,-3 0-5 0,-12 5-3 15,-7 3 14 1,-18 3-10-16,-4 10 6 16,-11-2 13-16,-7 5 2 15,0-3 2-15,0-10-18 0,0 10 2 16,-34-16-10-16,-13-2 8 16,-6-10-17-16,-6-13-30 15,-15 0-119 1,15-49-166-16,13-12 50 0</inkml:trace>
  <inkml:trace contextRef="#ctx0" brushRef="#br0" timeOffset="-11937.48">20886 12950 731 0,'0'0'328'16,"0"0"-328"-16,0 0-3 0,0 0-2 15,0 0-86-15,0 0-20 16,186 16-128-16,-130-32-225 16</inkml:trace>
  <inkml:trace contextRef="#ctx0" brushRef="#br0" timeOffset="-11636.29">21376 13158 577 0,'0'0'0'16,"0"0"-11"-16,0 0 11 0,0 0 17 15,0 0-7 1,0 0 14-16,112 185 1 0,-72-185 12 16,13 0-12-1,-7 0 39-15,10-36 26 0,-9-25-21 16,-13-3-63-16,-16-8-6 15,-12 8-18-15,-6 7-8 16,0 29-27-16,-12 17-36 16,-50 11 89-16,-9 8 22 15,-4 48 11-15,-5 4-30 16,15 4-6-16,18-12-4 16,19-16-168-16,22-16-440 15</inkml:trace>
  <inkml:trace contextRef="#ctx0" brushRef="#br0" timeOffset="-11153.43">22672 13090 646 0,'0'0'202'0,"0"0"-189"0,0 0-5 0,0 0 35 0,0 0-43 15,0 0-21-15,301-40-149 16,-261 23-16-16,-34-2-236 16</inkml:trace>
  <inkml:trace contextRef="#ctx0" brushRef="#br0" timeOffset="-10953.52">22818 12704 592 0,'0'0'465'16,"0"0"-458"-16,0 0 16 15,0 0 44-15,0 0-29 16,0 0-38-16,335 13-25 15,-255-49-150-15,-33-13-521 16</inkml:trace>
  <inkml:trace contextRef="#ctx0" brushRef="#br0" timeOffset="-4440.18">23841 13371 157 0,'0'0'269'0,"0"0"-192"0,0 0-43 0,0 0-16 0,0 0-4 0,0 0-10 0,0 0 22 0,0 8-4 15,0-8 94-15,0 3 7 16,0-3-19-16,0 5-63 16,0-5-7-16,0 0-27 15,0 0-5-15,0 0 12 16,0 0 10-16,0-13 57 15,0-23-57-15,0-23-6 0,0-18-10 16,0-15-13-16,0-16 8 16,0-8-6-1,0-5 6-15,-34-12-12 0,-12 17 9 16,5 16-11-16,23 31 6 16,-10 33 10-16,28 29-10 15,0 7 3-15,0 7-2 16,0 42-1-16,0 15 1 0,0 8-5 15,-7-3-49 1,-14-5 13-16,2-12-86 0,-9-4-109 16,3-20-10-1</inkml:trace>
  <inkml:trace contextRef="#ctx0" brushRef="#br0" timeOffset="-3974.93">24235 13025 322 0,'0'0'51'0,"0"0"-5"0,0 0 25 0,0 0-44 16,0 0 15-16,0 0 3 0,282 93-9 0,-217-97 1 15,10-36 37-15,5-20 45 0,-5-13-53 16,-4-15-6-16,-25-8-38 16,-18 12-1-16,-21 4-20 15,-7 16-2 1,-13 15-1-16,-55 29 2 0,-25 17-5 16,6 3 9-16,-12 23-8 15,-3 41-25-15,15 9-74 16,15-9-61-16,32 3 5 15,6-10-348-15</inkml:trace>
  <inkml:trace contextRef="#ctx0" brushRef="#br0" timeOffset="-3544.22">25159 13133 91 0,'0'0'197'0,"0"0"-152"0,0 0 116 0,0 0-52 0,347-83-13 0,-254 7 37 16,6-17-47-16,-12-10-27 0,0-2-31 16,-40 13-8-16,-32 12-20 15,-15 19 0-15,0 21-10 16,-68 28 6-16,-31 12 3 15,-28 33-2-15,-7 42 3 16,13 22-3-16,7-1-5 16,42-7 8-16,32-14-38 15,24-19-249-15</inkml:trace>
  <inkml:trace contextRef="#ctx0" brushRef="#br0" timeOffset="-3045.21">26495 12917 316 0,'0'0'491'0,"0"0"-397"0,0 0-30 0,0 0-22 0,0 0-38 0,0 0 3 15,0-8-7 1,0 8 6-16,0 0 2 15,0 0 5-15,0 0 18 0,-21 0-30 16,8 0-1-16,-15 0-25 16,-12 0-169-16,-13 0-316 15</inkml:trace>
  <inkml:trace contextRef="#ctx0" brushRef="#br0" timeOffset="-2393.99">27422 12529 376 0,'0'0'290'0,"0"0"-157"0,0 0-22 0,0 0-45 0,0 0-18 0,0 0-23 15,-127-17 14-15,90 17-20 0,9 0 28 16,-6 9-15-1,15 22-22-15,-8 21-5 0,14-8 1 16,13 1-9 0,0-5 10-16,0-4-14 0,53-4 6 15,0-12 0-15,21 0-17 16,13-8 13-16,0 0-30 16,-1 1 31-16,-11 3 0 15,-10 4 2-15,-9 3-7 16,-25 1-22-1,-25 4 15-15,-6-3 16 0,0-1 31 16,-6 16 13-16,-53-4-30 16,-16 0-13-16,1-8 4 0,15-8-10 15,13-16-15 1,12-4-6-16,-1-4-77 16,17-53-239-16,12-6-102 0</inkml:trace>
  <inkml:trace contextRef="#ctx0" brushRef="#br0" timeOffset="-2178.15">27677 12436 990 0,'0'0'89'0,"0"0"-84"16,0 0-3-16,0 0-4 0,0 0-15 15,0 0 6 1,173 4 4-16,-92-12-120 0,-19-3-147 16,-9 6-57-1</inkml:trace>
  <inkml:trace contextRef="#ctx0" brushRef="#br0" timeOffset="-1878.42">28306 12793 120 0,'0'0'489'16,"0"0"-457"-16,0 0-13 15,0 0 0-15,0 0 21 16,0 0 6-16,329 52-20 15,-236-92 29-15,-13-12 12 0,-21-8 2 16,-31 12-57-16,-28-4 1 16,0 11-13-16,-74 18-15 15,-35 6-6-15,-15 17-52 16,3 0 38-16,0 28-18 16,0 33 52-16,16 6-30 15,-10 5-168-15</inkml:trace>
  <inkml:trace contextRef="#ctx0" brushRef="#br0" timeOffset="-776.42">19937 14622 141 0,'0'0'409'0,"0"0"-389"0,0 0 32 0,0 0 70 0,0 0 71 16,0 0-135-1,-353 24-16-15,319-8-33 0,6 8 9 16,3 12-16-16,25 4 9 15,0 5-5-15,0-6-7 16,0 2 6-16,71-5-10 16,10-5 1-16,6 5-4 15,21-7 6-15,-15 3 4 16,0 4-9-16,-12-4 13 16,-7 0-12-16,-2 8-1 15,-32-7 3-15,-12 18-5 16,-28-2 6-16,0 15 3 0,-87 8 9 15,-28 8 18-15,-30 0-21 16,-23-3 9-16,7-18-14 16,9-18 7-16,44-9-8 15,36-24 0 1,51-8-15-16,21-4-69 0,0-48-321 16</inkml:trace>
  <inkml:trace contextRef="#ctx0" brushRef="#br0" timeOffset="-273.77">20607 15291 325 0,'0'0'172'0,"0"0"-126"0,0 0 5 0,0 0 34 0,0 0-4 0,0 0 35 16,-87 0-18-16,66 5-54 0,21 15 4 16,0 11-43-1,0 5 3-15,0 1-6 0,28-5-1 16,24-8-1-16,1 8 3 16,-7-8-8-16,-11 1 10 15,-8-2-10-15,-8 1 12 16,-13 4-15-16,-6 5 16 15,0 3-4-15,0 3 4 16,-25 2 8-16,-30-9-9 16,17 5 1-16,-17-18-16 0,8-15-25 15,-6-4 7 1,7 0-48-16,-1-44-151 0,13-16-89 16</inkml:trace>
  <inkml:trace contextRef="#ctx0" brushRef="#br0" timeOffset="-111.28">20573 15308 278 0,'0'0'502'0,"0"0"-493"16,0 0 23-16,0 0 25 16,0 0-39-16,0 0-18 0,208 16-56 15,-168-40-167 1,-9-4-311-16</inkml:trace>
  <inkml:trace contextRef="#ctx0" brushRef="#br0" timeOffset="202.02">21106 15540 417 0,'0'0'202'0,"0"0"-162"16,0 0-32-16,0 0 41 16,0 0-12-1,0 0 10-15,248 64 29 0,-173-88-19 16,-16-19-33-16,-7-6 1 16,-11-3-2-16,-41-1-15 15,0 6-8-15,0 11-18 16,-41 16-7-16,-17 20-36 15,-23 0 52-15,-6 20 4 16,6 27-11-16,16-6-9 16,37 3-11-16,16-13-160 15,12-6-187-15</inkml:trace>
  <inkml:trace contextRef="#ctx0" brushRef="#br0" timeOffset="619.25">22424 15452 784 0,'0'0'219'0,"0"0"-218"0,0 0 3 0,0 0 50 16,0 0-35-16,0 0-1 15,307 0-16-15,-254-4-2 16,-13-8-18-16,-24-4-40 0,-16-4-90 16,0-4-126-1</inkml:trace>
  <inkml:trace contextRef="#ctx0" brushRef="#br0" timeOffset="788.35">22523 15119 1057 0,'0'0'43'16,"0"0"-30"-16,0 0-3 15,0 0 40-15,0 0-20 16,0 0-27-16,335 12-6 15,-254-32-57-15,-28-4-159 16,-13-8-455-16</inkml:trace>
  <inkml:trace contextRef="#ctx0" brushRef="#br0" timeOffset="1968.39">24477 14626 165 0,'0'0'132'0,"0"0"-94"0,0 0 115 0,0 0-54 0,0 0 25 0,0 0 42 16,25 0-29-16,-25 0-69 15,0 0 18-15,0 0-38 16,-31 0-40-16,-16 0-1 16,7 15 2-16,-10 14-18 15,4 3 18-15,15 4-19 16,9-4 10-16,22 5-1 0,0-6-11 15,0 10 6-15,40-10 4 16,28-7-21-16,13 1 6 16,18-9-15-16,-18-1 20 15,12 10-19-15,-34-1 24 16,-13-8-15 0,-12-1 2-16,-12 10 14 0,-16-9-9 15,-6 17 14-15,0 6 1 16,-28 14 27-16,-58 14-15 15,-35 10 14-15,-6-5-18 16,-1-12-5-16,11-15 5 16,14-14-8-16,32-26-3 0,15-5-47 15,38-20-105-15,18-41-157 16</inkml:trace>
  <inkml:trace contextRef="#ctx0" brushRef="#br0" timeOffset="2170.93">24322 14746 671 0,'0'0'90'0,"0"0"-90"0,0 0-18 0,0 0 17 0,363-48-56 0,-277 40-250 16</inkml:trace>
  <inkml:trace contextRef="#ctx0" brushRef="#br0" timeOffset="2570.56">25010 15224 296 0,'0'0'282'15,"0"0"-273"-15,0 0 26 16,0 0 59-1,0 0-52-15,0 0 11 0,115 164-32 16,-41-164 19-16,-2-8-22 16,2-36 57-16,7-20-25 15,-23-13-12-15,5-11-27 0,-32-12-11 16,-4 11-18 0,-5 9-17-16,-22 16 4 15,0 33-45-15,0 18 73 0,-56 13 6 16,-24 0 29-1,-13 21 11-15,-13 43-42 0,13 8 11 16,13 0-5-16,18-5-7 16,31-10-93-16,15-21-363 15</inkml:trace>
  <inkml:trace contextRef="#ctx0" brushRef="#br0" timeOffset="3184.94">26148 15247 129 0,'0'0'518'0,"0"0"-468"0,0 0-21 0,0 0 4 0,0 0 0 0,-34 205 8 0,74-194-21 15,1-6 41 1,5-5-18-16,13 0 1 16,15-24 13-16,1-32 9 15,5-13-66-15,-14-14 34 0,-20-9-12 16,-18 3-18 0,-28 1-8-16,0 19-40 0,-34 25 1 15,-31 24 16-15,-16 20 23 16,-15 4-3-16,3 48 11 15,0 1-8-15,6 11-50 16,28-16-309-16,13-12-129 16</inkml:trace>
  <inkml:trace contextRef="#ctx0" brushRef="#br0" timeOffset="3599.44">26957 15388 240 0,'0'0'264'0,"0"0"-225"0,0 0 42 0,0 0-1 0,0 0 61 0,0 0-7 0,372-48-44 0,-285-12-45 15,-19-9-22-15,-21-6-14 16,-19 2 4-16,-16 0 11 15,-12 14-21-15,0 2-6 16,-12 21 0-16,-63 13-2 16,-11 15-36-16,-17 8 36 15,-15 31-42-15,-9 54-10 16,-15 11-43-16,36-4-189 16</inkml:trace>
  <inkml:trace contextRef="#ctx0" brushRef="#br0" timeOffset="4399.83">24790 15640 355 0,'0'0'201'0,"0"0"-141"0,0 0-26 0,0 0 12 16,0 0-20-16,0 0 70 16,0 0 11-16,0 0-12 15,0 0-29-15,0 0 41 16,0 0-50-16,0 0-21 0,0 0-6 16,0 0-21-16,0 0-9 15,0 0-8-15,0 0-33 16,0 0-164-16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2155.72363" units="1/cm"/>
          <inkml:channelProperty channel="Y" name="resolution" value="3449.15796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6-06-09T23:01:37.099"/>
    </inkml:context>
    <inkml:brush xml:id="br0">
      <inkml:brushProperty name="width" value="0.05292" units="cm"/>
      <inkml:brushProperty name="height" value="0.05292" units="cm"/>
      <inkml:brushProperty name="color" value="#FFFF00"/>
    </inkml:brush>
  </inkml:definitions>
  <inkml:trace contextRef="#ctx0" brushRef="#br0">13147 8538 60 0,'0'0'242'0,"0"0"-199"0,0 0 109 0,0 0-92 15,0 0 2-15,0 0 3 16,40 0 15-16,-21 0 12 0,3 0-1 16,-16 0-24-16,6 0-50 15,1 0-9 1,-4 0-1-16,3 0-14 0,-6-5-17 16,22 2-43-1,-21-2-117-15,5 2 22 0,-6-1-67 16,-6 0 12-16</inkml:trace>
  <inkml:trace contextRef="#ctx0" brushRef="#br0" timeOffset="26909.9">5259 7002 42 0,'0'0'37'0,"0"0"-37"0,0 0 0 0,0 0 4 0,0 0-4 0,0 0 0 16,0 0 0-16,0 0 96 15,0 0-24-15,0 0-43 16,0 0-12-16,0 0-8 15,0 0-9-15,0 0-72 16,0 0-70-16</inkml:trace>
  <inkml:trace contextRef="#ctx0" brushRef="#br0" timeOffset="26962.61">5259 7002 133 0,'0'0'43'0,"0"0"-43"16,0-8-143-16</inkml:trace>
  <inkml:trace contextRef="#ctx0" brushRef="#br0" timeOffset="84612.16">21488 8590 328 0</inkml:trace>
  <inkml:trace contextRef="#ctx0" brushRef="#br0" timeOffset="176646.79">5454 16395 42 0,'0'0'252'0,"0"0"-206"16,0 0-23-16,0 0-21 0,0 0-2 0,0 0 0 0,0 0 12 0,0 0 69 0,-9 3 5 0,9-3-13 0,0 0-6 0,0 0-28 0,0 0-7 0,0 0 15 0,0 0-23 0,0 0 36 0,0 5-19 0,-13 2 2 0,1 9-14 15,-4 4-10-15,-8 1-17 16,11-5 0-16,4 7 26 16,-3 5-18-16,-1 8 22 0,-2 9-21 15,2 7 9-15,7 8-9 16,-6 4 15-1,12 5-23-15,0-5-3 0,0-12 0 16,0-8 3 0,0-8-6-16,46-8 6 0,35 0-7 15,6-8 5-15,12-4-2 16,-6-8-7-16,-6-8 4 16,-19 0-33-16,-9 0-13 15,-25 0 36-15,-6-27-28 16,-28-1-15-16,0-5-110 15,0 5-3-15,0 4-150 16</inkml:trace>
  <inkml:trace contextRef="#ctx0" brushRef="#br0" timeOffset="176899">5392 16747 507 0,'0'0'234'0,"0"0"-231"16,0 0 20-16,0 0 0 0,0 0 4 16,0 0-27-16,347 100-33 15,-331-100-117-15,-16-3-52 16,0-17-103-1</inkml:trace>
  <inkml:trace contextRef="#ctx0" brushRef="#br0" timeOffset="177063.36">5420 16362 839 0,'0'0'104'16,"0"0"-92"-16,0 0 4 15,0 0-8-15,0 0-16 16,0 0 2-16,381 92-63 16,-334-92-144-16,-13-15 9 0,-34-21-225 15</inkml:trace>
  <inkml:trace contextRef="#ctx0" brushRef="#br0" timeOffset="177514.1">6375 16547 14 0,'0'0'502'0,"0"0"-454"15,0 0-14 1,0 0 25-16,0 0 26 0,0 0 9 16,59 128 20-16,-44-76-62 15,-15 1-43-15,7-1-1 16,-7-8-10-16,0-8 11 16,0-12-18-16,0-8 6 15,0-8-18-15,0-8-54 16,0 0-108-16,-7 0-48 15</inkml:trace>
  <inkml:trace contextRef="#ctx0" brushRef="#br0" timeOffset="177730.86">6087 16490 576 0,'0'0'105'15,"0"0"-95"-15,0 0 18 16,0 0-8-16,0 0-4 16,0 0 15-1,0 0-15-15,294 0-8 0,-226-3-8 16,-2-9-25 0,-4 4-18-16,-10 3-29 0,-11 5-27 15,-14 0-123-15</inkml:trace>
  <inkml:trace contextRef="#ctx0" brushRef="#br0" timeOffset="178095.51">6815 16840 228 0,'0'0'249'0,"0"0"-198"16,0 0 3-16,0 0-29 16,0 0 17-16,0 0 58 15,87-117 9-15,-59 49-32 16,6 8-57-16,-9-1-13 16,-3 10-4-16,-4 19-4 0,-2 7 1 15,-4 22-2 1,-6 3-26-16,1 0-21 0,14 23-5 15,-2 34 54-15,15 3 9 16,6 8-7-16,1-4-4 16,5-7-54-16,1-6-57 15,-7-2 85-15,-21-5 26 16,2 0-26-16,-15-8-23 16,-6-13-16-16,0-10-204 15</inkml:trace>
  <inkml:trace contextRef="#ctx0" brushRef="#br0" timeOffset="178312.98">6949 16719 353 0,'0'0'301'16,"0"0"-285"-16,0 0-16 15,0 0 31-15,0 0 2 16,362-44-32-16,-269 28-2 16,-18 4-119-16,-29 4-150 15</inkml:trace>
  <inkml:trace contextRef="#ctx0" brushRef="#br0" timeOffset="178778.36">7773 16687 654 0,'0'0'74'0,"0"0"-28"16,0 0-19-16,0 0-2 15,221 237-15-15,-203-189-13 0,4-12 7 16,-16-4-7-1,-6-12 11-15,6-12-7 16,-6-3 8-16,0-5-2 0,0 0-7 16,0 0-22-1,-12-29-43-15,-50-7 35 0,-9-9 29 16,2-10 1-16,23-9 4 16,24 0 0-16,22 3 28 15,0 5-20-15,0 16 1 16,0 12-2-16,0 12 13 15,0-4-2-15,34 4-11 16,13 4-14-16,15 7 3 16,3 5-2-16,3 0-15 15,-21 0 6-15,-13 5 11 16,-10 15-46-16,-17-8 41 16,-7 0 5-16,0 0 9 0,0 4 11 15,-7 0 6-15,-39 9-21 16,-13-6-5-16,-3 5-29 15,3-8-98-15,19-11-86 16</inkml:trace>
  <inkml:trace contextRef="#ctx0" brushRef="#br0" timeOffset="179228.45">8468 17092 469 0,'0'0'88'0,"0"0"-28"0,0 0 28 0,0 0-9 0,34-204 20 0,-15 127-27 0,-7-7-35 0,16 12-37 0,-9 16 1 15,2 16 0 1,-15 24 3-16,1 12-4 0,-7 4-11 15,0 0 6 1,15 0-10-16,-2 0 3 16,11 12-11-16,11 16 19 0,-8 16-39 15,14 8 33-15,-16 4-32 16,-10-4-42-16,-3-3-60 16,-12-13-9-16,0-16-112 15</inkml:trace>
  <inkml:trace contextRef="#ctx0" brushRef="#br0" timeOffset="179412.72">8601 16731 696 0,'0'0'90'0,"0"0"-48"0,0 0 6 16,0 0-40-1,0 0-8-15,0 0-4 0,115 88-129 16,-84-88-97-16,-3-11-273 16</inkml:trace>
  <inkml:trace contextRef="#ctx0" brushRef="#br0" timeOffset="180047.14">9959 17088 70 0,'0'0'590'0,"0"0"-508"0,0 0-10 0,0 0 3 0,0-205-16 0,0 125-15 0,0 0-30 16,0 8 12-16,0 8-13 16,0 16 21-1,0 7-19-15,0 18 22 0,-9 7-32 16,3 3-5-16,6 13-14 16,-13 0 1-16,13 0 0 15,-27 5 4-15,8 23-8 16,-3 12-2-16,-3 11-9 15,10-2-63-15,3 7-133 0,5-8-59 16</inkml:trace>
  <inkml:trace contextRef="#ctx0" brushRef="#br0" timeOffset="180330.19">10071 16855 484 0,'0'0'135'0,"0"0"-129"16,0 0-2-16,0 0 29 15,0 0-23-15,0 0 33 16,220 81 39-16,-158-81-2 16,-9 0-10-16,-7-28-22 0,1-17-10 15,-19-15 10-15,-3-12-40 16,-10-12 3-16,-15 7-11 15,0 5-5-15,0 25 2 16,0 19-5-16,-56 28-4 16,-3 0-6-16,-9 23 12 15,-9 34-85-15,15 3-173 16,9-4-40-16</inkml:trace>
  <inkml:trace contextRef="#ctx0" brushRef="#br0" timeOffset="180612.74">10580 16912 548 0,'0'0'80'0,"0"0"-19"16,0 0 7-1,0 0-24-15,0 0-35 0,0 0 20 16,300 112-3-16,-225-112 19 15,-16-36-43-15,-7-4 75 16,-24-4-55-16,-15-8 9 16,-13 3-19-16,0 9 4 15,0 4-6-15,-7 17-10 16,-11 10 12-16,-16 9-12 0,0 0 0 16,-19 0-75-1,6 0-165-15,-5 0-323 0</inkml:trace>
  <inkml:trace contextRef="#ctx0" brushRef="#br0" timeOffset="188658.65">7798 15296 723 0,'0'0'289'0,"0"0"-275"15,0 0-14-15,0 0-7 16,0 0-75-16,0 0-53 15,16 0-13-15,-16 0 21 16,0 7-66-16,0 1-22 0</inkml:trace>
  <inkml:trace contextRef="#ctx0" brushRef="#br0" timeOffset="188937.49">8769 15311 978 0,'0'0'95'0,"0"0"-70"15,0 0-17 1,0 0-8-16,0 0-43 0,0 0-30 16,80-8-186-16,-61 1-155 15</inkml:trace>
  <inkml:trace contextRef="#ctx0" brushRef="#br0" timeOffset="-204139.59">5975 14176 983 0,'0'0'81'0,"0"0"-72"0,0 0-9 16,0 0-56-16,0 0-187 16,0 0 95-16,0 0-164 15</inkml:trace>
  <inkml:trace contextRef="#ctx0" brushRef="#br0" timeOffset="-199444.96">3789 11926 31 0,'0'0'699'0,"0"0"-461"0,0 0-111 0,0 0-31 0,0 0-49 0,0 0-47 0,0-11 17 15,0 11-17-15,0 0-2 16,0 0-12-16,0 0-60 16,0 0-88-16,0 0-318 15</inkml:trace>
  <inkml:trace contextRef="#ctx0" brushRef="#br0" timeOffset="-150699.89">29441 5702 603 0,'0'0'437'15,"0"0"-362"-15,0 0-17 16,0 0-58-16,0 0-54 0,0 0-274 16</inkml:trace>
  <inkml:trace contextRef="#ctx0" brushRef="#br0" timeOffset="-104708.97">20638 9092 293 0,'0'0'413'0,"0"0"-358"0,0 0 29 0,0 0-12 0,0 0-67 15,0 0-5 1,0 0 0-16,16 0 13 0,-16 0 23 15,0 0 46-15,0 0-5 16,0 0-18-16,0 0-43 16,0 0-7-16,0 0 3 15,0 0-11-15,0 0 12 16,0 0-11-16,0 0 16 16,0 0-18-16,0 0 24 15,0 0-18-15,0 0 25 16,0 0-12-16,-28 0-15 15,-19 0-4-15,1 0 2 0,-7 11-6 16,-15 9 6 0,3 8-7-16,9 4 10 0,9 4-5 15,23-3 4-15,24 11-2 16,0-4-2-16,0 0-9 16,0-3 6-16,65 2-10 15,9-6 9-15,13-2-7 16,12 13 10-16,10-3-20 15,-16 3 20-15,0 4-9 16,-25-4-14-16,-28-3 9 16,-9-13 4-16,-15-5 1 15,-16 1-4-15,0 4 5 0,-16 13 18 16,-43 6 1 0,-28 6-9-16,-6-9 14 15,0-4-11-15,-9-20-1 16,3-16-6-16,-10-4-3 0,10 0 2 15,46 0-44-15,13-4-27 16,28-8-101-16,12 0-238 16</inkml:trace>
  <inkml:trace contextRef="#ctx0" brushRef="#br0" timeOffset="-101675.64">21168 10447 253 0,'0'0'322'0,"0"0"-288"16,0 0-8-16,0 0 38 0,0 0-26 0,0 0 24 0,0 0 27 0,0 0-22 16,0 7-26-16,0-2 8 15,0-5-18-15,0 0-6 16,0 0-9-16,0 0-14 16,0 0 28-16,0 0-9 15,0 8 16-15,0-4-17 16,0-4-3-16,0 8-7 15,0-8 7-15,0 0 1 16,0 0-7-16,0 0 6 16,0-12-4-16,0-20-1 15,0-13-5-15,0-7-14 0,0 1 5 16,0 2-2-16,0 13 2 16,0 12-20-16,0 8 21 15,0 16-8-15,0 0 9 16,0 0-12-16,0 0 6 15,0 0-9-15,-28 16-1 16,1 8-10-16,2-4 9 16,-3-4-94-16,28-3-66 15,0-10-127-15,0-3-71 16</inkml:trace>
  <inkml:trace contextRef="#ctx0" brushRef="#br0" timeOffset="-101309.7">21475 10315 209 0,'0'3'274'0,"0"10"-163"0,7-1-43 0,-1-1 3 0,15-6 13 0,4 7 12 16,-3-9-21-16,3-3-49 15,9 0 8-15,0 0-9 16,6-31 46-16,-6-10-35 0,-9-7-27 16,-3 1-7-16,-22 11-2 15,0 3 0 1,0 17-4-16,0 8 0 0,-40 8 4 15,-7 0-1-15,7 0 1 16,-1 0-26-16,1 32-65 16,6 8-31-16,-6 4-176 15,34-8-245-15</inkml:trace>
  <inkml:trace contextRef="#ctx0" brushRef="#br0" timeOffset="-100844.7">22117 10523 81 0,'0'0'498'0,"0"0"-301"0,0 0 28 0,0 0-137 0,0 0 11 15,0 0-96-15,47-141 17 16,-19 77-17-16,-4 12 13 16,-2 8-7-16,-10 4-8 15,-12 12 16-15,0 4-17 16,0 16 3-16,0 0 7 16,0 8-14-16,0 0 7 15,0 8-6-15,-34 24-8 0,-18 4-18 16,5 12-48-1,1-15-19-15,12-10-224 0</inkml:trace>
  <inkml:trace contextRef="#ctx0" brushRef="#br0" timeOffset="-100279.27">22725 10066 558 0,'0'0'204'0,"0"0"-26"0,0 0-81 0,0 0-22 0,0 0-11 16,0 0-11-16,0 0-29 15,34 0 24-15,13-5-17 16,5 2 3-16,1-13-26 15,-7 12-8-15,-11-9-12 16,-8 10-17-16,-14 3-5 16,-13-8-29-16,6-4-30 15,-6 4-102-15,0-8-139 0,0-4-233 16</inkml:trace>
  <inkml:trace contextRef="#ctx0" brushRef="#br0" timeOffset="-100112.83">22911 9712 598 0,'0'0'471'0,"0"0"-391"16,0 0 0-16,0 0-68 16,0 0 9-16,0 0-18 15,74-36 13-15,-27 25-16 0,15-1-30 16,-16-4-59-16,1 11-276 15</inkml:trace>
  <inkml:trace contextRef="#ctx0" brushRef="#br0" timeOffset="-99540.53">24123 9853 118 0,'0'0'1079'0,"0"0"-1056"0,-40-272 10 0,59 156-13 0,74-2-20 0,21 10-9 0,1 16 5 0,3 12-75 0,-37 20-356 0</inkml:trace>
  <inkml:trace contextRef="#ctx0" brushRef="#br0" timeOffset="-96546.6">24957 9978 465 0,'0'0'204'15,"0"0"-122"-15,0 0 8 0,0 0-7 16,0 0-37 0,0 0-30-16,0 0 9 0,0 0 24 15,-99-257-22 1,77 185 67-16,10-12-75 0,-22-5-11 16,15 17 17-16,-9 4-23 15,16 15-4-15,-10 30 15 16,10 10-21-16,0 13 13 15,-10 0-5-15,16 0 2 16,-16 0-2-16,10 17-12 16,-29 30-4-16,1 14-36 15,-13 7-74-15,-12-7-245 16</inkml:trace>
  <inkml:trace contextRef="#ctx0" brushRef="#br0" timeOffset="-95747.99">25484 9376 297 0,'0'0'220'0,"0"0"-160"0,0 0-26 0,0 0 23 0,0 0-53 15,0 0 55-15,16-12 36 0,-16 12-14 16,0 0-7-16,0 0 1 16,0 0-16-1,0 0-27-15,0 0-30 0,0 0 8 16,0 0-20-16,0 0 11 15,0 4-4-15,0 16 6 16,0 5 10-16,0 14-12 16,6 5 5-16,-6 9-8 15,0 7 9-15,0 7-14 16,0 2 4-16,0-5-14 16,-6-12-20-16,-3-16-10 15,9-19-55-15,0-17-188 0,0 0 1 16</inkml:trace>
  <inkml:trace contextRef="#ctx0" brushRef="#br0" timeOffset="-95450.18">25444 9661 609 0,'0'0'144'0,"0"0"-30"0,0 0-15 0,0 0-93 16,0 0-6-16,0 0-77 0,375 56-156 0,-347-61-223 0</inkml:trace>
  <inkml:trace contextRef="#ctx0" brushRef="#br0" timeOffset="-93365.74">26474 9869 275 0,'0'0'203'0,"0"0"-144"0,0 0-46 0,0 0 8 0,0 0-9 0,0 0 2 0,0 69 7 16,0-69 21-16,0 0 44 16,0 0 34-16,0 0-12 15,0 0-50-15,0 0-4 16,0 0-6-16,0 0 21 16,0-8-50-16,0-25 8 15,0-11-27-15,0-16 0 0,0-8 7 16,0-4-4-1,0-5 0-15,0 5 0 16,0 8-6-16,0 4 9 0,0 16-13 16,0 12 13-16,0 11-12 15,0 21 1 1,0 0-16-16,0 28 6 0,-25 33 9 16,-31 11-1-16,-9 0-65 15,25-7-43 1,12-29-227-16,28-8 62 0,0-24-29 15</inkml:trace>
  <inkml:trace contextRef="#ctx0" brushRef="#br0" timeOffset="-92934.89">26861 9825 516 0,'0'0'71'0,"0"0"-37"0,0 0-16 0,0 0 20 0,0 0-12 0,0 0 22 0,75 61-2 16,-35-82 74-16,0-23-15 15,7-12-47-15,5-5 12 16,-17 10-56-16,-1-9-6 16,-22 7-5-16,-12-2-6 15,0 6-18-15,0 13-22 16,-46 16-1-16,-1 20-1 15,-12 0 12-15,3 48 9 16,4 17 16-16,-1 2-72 16,19-10-237-16</inkml:trace>
  <inkml:trace contextRef="#ctx0" brushRef="#br0" timeOffset="-92324.51">27618 9909 403 0,'0'0'398'0,"0"0"-291"0,0 0-24 0,0 0-23 0,0 0-51 0,0 0-3 16,12-208 53-16,4 131-4 16,2 2-39-16,-5 2-1 15,-13 10-9-15,0 18 4 16,0 13-17-16,0 20 14 16,0 12-14-16,0 0-7 15,0 12 14-15,-41 40-8 16,1 12 3-16,3 8-19 0,3-3-69 15,-7-17-173 1,7-16-354-16</inkml:trace>
  <inkml:trace contextRef="#ctx0" brushRef="#br0" timeOffset="-91884.08">28151 9007 592 0,'0'0'69'0,"0"0"20"0,0 0-3 0,0 0-9 0,0 0-30 0,0 0-11 15,22 52 61-15,30 0-14 16,11 9-20-16,-5 6-43 0,-11 10-6 16,-28 11-9-16,-19 12-8 15,0 8 3-15,-19 5-4 16,-40-9-9-16,-3-8-29 16,15-24-18-16,20-31-113 15,14-29-414-15</inkml:trace>
  <inkml:trace contextRef="#ctx0" brushRef="#br0" timeOffset="-91366.86">28827 9704 386 0,'0'0'653'0,"0"0"-563"0,0 0-37 0,0 0-27 0,0 0-26 0,0 0 0 16,0 0-6-16,0 0 15 16,0 0-5-16,0 0-2 0,0 0 11 15,-6 0 0 1,-7 0-17-16,-8 0 4 0,2 0 0 31,-3 0-12-31,4 0-72 0,-16 0-139 0,6 0-388 16</inkml:trace>
  <inkml:trace contextRef="#ctx0" brushRef="#br0" timeOffset="-88088.78">29261 10090 536 0,'0'0'19'0,"0"0"24"0,0 0-3 0,0 0-9 0,0 0 19 0,0 0 140 0,0 0-74 0,0-40-61 16,0 0 9-16,22-20-36 15,18-17-3-15,0 1-21 0,-9-9 4 16,-3 10-4-16,-9 6-8 16,-4 17 6-1,-8 29-2-15,-7 6 3 0,0 17 5 16,0 0-8-16,0 0 7 16,0 0-14-16,0 32-1 15,-41 20 5-15,-18 0-49 16,-9 1-13-16,9-14-57 15,25-14-129-15,13-17 20 16,21-8-258-16</inkml:trace>
  <inkml:trace contextRef="#ctx0" brushRef="#br0" timeOffset="-87506.92">29804 9806 60 0,'0'0'205'0,"0"0"-99"0,0 0 52 0,0 0-68 0,0 0 14 0,0 0-22 0,-75 119 22 15,75-106-58 1,0-6-18-16,0-2-24 16,0-5 3-16,7 0 19 0,39 0 2 15,10-36 26 1,15-20 30-16,-3-9-39 15,-15-7-42-15,-13 8-6 0,-27 3 1 16,-13 9-15-16,0 4-37 16,-19 20 2-1,-34 12 8-15,-9 16 12 0,10 0 30 16,-7 41 2-16,-3 26-5 16,3 13-67-16,19 5-176 15,6-4-198-15</inkml:trace>
  <inkml:trace contextRef="#ctx0" brushRef="#br0" timeOffset="-87022.56">30666 9969 418 0,'0'0'203'0,"0"0"-90"0,0 0 44 0,0 0-52 0,0 0-59 0,0 0-12 15,28-31-3-15,-10-10-15 16,4-6 35-16,-3-18-16 16,8-3-4-16,-14 0-16 15,-1 15-1-15,-6 9-6 16,-6 16-5-16,0 12 4 0,0 9-4 15,0 7-2-15,0 0 2 16,0 7-6-16,-58 37 3 16,-17 8-23-16,4 1-32 15,15-17-63-15,25-12-69 16,22-16-100 0,9-8-197-16</inkml:trace>
  <inkml:trace contextRef="#ctx0" brushRef="#br0" timeOffset="-86108.12">24288 10294 431 0,'0'0'203'0,"0"0"-138"0,0 0 44 0,0 0-90 0,0 0 6 0,0 0 29 16,0 16 12-16,28 0 11 16,40 4-19-16,37 13 6 15,41 3-15-15,55 3-19 16,41-10-21-16,25-5 14 15,15 0-11-15,10-4 5 16,8 0-9-16,10 4-4 16,4-4 7-16,-7 12-11 0,15 1 6 15,-9 6 4 1,7 17-12-16,-4 9 2 0,-25-5-4 16,-21-8-8-1,-50-16-32-15,-52-20-7 0,-29-16-99 16,-52 0-105-16,-59-24-287 15</inkml:trace>
  <inkml:trace contextRef="#ctx0" brushRef="#br0" timeOffset="-85224.8">26988 11293 406 0,'0'0'188'0,"0"0"-164"0,0 0 118 0,0 0-18 0,0 0-51 0,382-56-34 0,-314 56 4 16,-9 0-27-1,-31 24-6-15,-28 16 17 0,0 17-5 16,-22 15-22-16,-59 12-8 15,-12 7 3-15,-6 2-12 16,19 3 17-16,11-16-1 16,17-15 1-16,39-25 0 15,13-12-6-15,0-24 6 16,99-4 0-16,29-8 1 16,20-44 1-16,-2-1-4 15,-25 6 2-15,-40 22-46 16,-41 17-49-16,-34 8-152 0,-6 0 24 15,0 41 46 1</inkml:trace>
  <inkml:trace contextRef="#ctx0" brushRef="#br0" timeOffset="-82461.22">20139 12609 443 0,'0'0'273'0,"0"0"-197"0,0 0-29 0,0 0-23 0,0 0-24 0,0 0-5 16,0 0 5-16,25-44 1 16,-25 44 52-16,0 0 74 15,0 0-23-15,0-5-5 16,0-3-83-1,0 8 14-15,0-8-29 0,-25 8 20 16,-15-4-6-16,-1 4-10 16,7 0-5-16,-12 0 12 15,5 0-24-15,-5 25 9 16,-7 19 2-16,13 4-18 16,12 7 3-16,22-10 11 15,6-1-9-15,0-8 5 16,18-4-5-16,57-4 11 0,-7 0-4 15,25-3-2 1,-6-1 8-16,-7 4-9 0,-27-5 1 16,0 2 4-16,-25-9-5 15,-22-4-6-15,-6 4 13 16,0 8 3-16,0 20 3 16,-53 16 4-16,-34 12 2 15,-6 5-4-15,-3-14-4 16,25-18-1-16,15-17-4 0,31-28-28 15,25 0-94-15,0-12-225 16,19-24-86-16</inkml:trace>
  <inkml:trace contextRef="#ctx0" brushRef="#br0" timeOffset="-81743.33">20647 13739 409 0,'0'0'109'0,"0"0"-15"0,0 0-31 0,0 0 65 0,0 0-80 0,0 0-9 15,7-241 54-15,5 158-72 16,0-1 17-16,-12-1-36 15,0 21 5 1,0 15 2-16,0 18-13 0,0 26 15 16,0 5-7-16,0 0 26 15,0 44-25-15,-31 13-5 16,-3 7-17-16,0 0-17 16,0-16-126-16,0-7-79 15,15-13 40-15,7-12-178 16</inkml:trace>
  <inkml:trace contextRef="#ctx0" brushRef="#br0" timeOffset="-81344.65">20926 13651 367 0,'0'0'104'0,"0"0"-85"0,0 0 19 15,0 0-25-15,0 0 60 16,0 0 3-16,0 0 20 16,242-197-22-16,-223 141-7 15,-13 1-44-15,-6 6-16 16,0 9-14-16,-12 16 11 16,-35 24-8-16,-5 0-2 15,5 8 6-15,-9 44 0 16,3 12 0-16,19-8-1 15,16-7-62-15,12-10-148 16,6-6-118-16</inkml:trace>
  <inkml:trace contextRef="#ctx0" brushRef="#br0" timeOffset="-80910.89">21723 13471 22 0,'0'0'610'0,"0"0"-542"0,0 0 66 0,-9-233 13 0,3 189-102 0,0 8-14 16,-7 8-29-16,7 16 4 15,-9 12-6-15,8 0 8 16,-17 23-8-16,-4 18-10 0,-6 15 4 16,-1-4-19-16,11-11 3 15,-4-18-90 1,3-15-192-16</inkml:trace>
  <inkml:trace contextRef="#ctx0" brushRef="#br0" timeOffset="-76013.38">22303 13407 532 0,'0'0'134'0,"0"0"-7"0,0 0-6 0,0 0-78 0,0 0 23 0,0 0-4 0,0 0 15 15,214 0-49-15,-167 3 4 16,-13-3-31-16,0 5 5 0,-16-5 3 16,4 0-18-1,-22 0 0-15,6 3-46 0,-6-3-65 16,0 0-142-16,0 0-20 16</inkml:trace>
  <inkml:trace contextRef="#ctx0" brushRef="#br0" timeOffset="-75799.57">22303 13407 605 0,'127'-185'294'0,"-127"193"-219"16,34-8 23-1,13 13 2-15,6-10-37 16,-1-3-60-16,4 0-1 0,3 8-2 16,-25-8-25-16,-15 0-67 15,-19 0-160-15,0 0-462 16</inkml:trace>
  <inkml:trace contextRef="#ctx0" brushRef="#br0" timeOffset="-74445.75">24123 13395 300 0,'0'0'70'0,"0"0"18"0,0 0-7 0,0 0 32 0,0 0-10 16,0 0 71-16,301-77-95 16,-248 30-20-1,12-17 3-15,-9-10-26 0,-19-13-17 16,3 2-18 0,-30 10-2-16,-10 18-10 0,0 21 6 15,-50 21-67-15,-9 15 56 16,-15 15 8-16,-13 45 6 15,0 17-6-15,6-5-35 16,29-13-117-16,11-18-163 16</inkml:trace>
  <inkml:trace contextRef="#ctx0" brushRef="#br0" timeOffset="-73850.54">24970 12853 333 0,'0'0'233'0,"0"0"-181"0,0 0 29 0,0 0 26 0,0 0 7 0,0 0-43 0,356-84-10 15,-284 84-28-15,-10 0 22 16,-16 0-22-16,-5 0-23 16,-35 40-8-16,-6 16 5 0,0 12-6 15,-47 1 1-15,-15 3-4 16,-3-5-29-16,12-1 28 15,13-19 3-15,18 1 0 16,16-19 1-16,6-17 0 16,0-9-1-16,28-3 4 15,31 0-4-15,9 0 0 16,3-20 2-16,-2 1 6 16,-17 6-14-16,1 13 9 15,-6 0-6-15,-7 0-1 16,0 0-6-16,-12 13-19 15,0-10-118-15,-28-3-247 16</inkml:trace>
  <inkml:trace contextRef="#ctx0" brushRef="#br0" timeOffset="-73251.85">26247 13310 454 0,'0'0'431'0,"0"0"-314"0,0 0-48 0,0 0-45 0,0 0 12 0,0 0-8 0,19 0 1 0,-19 0-25 15,0-8-2-15,0 0 15 16,0 1-15-16,0 2 14 16,0 2-9-16,0 3 1 15,0 0-7-15,0 0 18 16,0 0-19-16,0 0-12 16,0-8-75-16,0-1-185 0,0 1-566 15</inkml:trace>
  <inkml:trace contextRef="#ctx0" brushRef="#br0" timeOffset="-72652.35">26843 13467 563 0,'0'0'94'0,"0"0"-16"0,0 0 14 0,0 0-7 0,0 0 9 0,0 0-19 0,6-24-7 16,-6-16-34-16,0-12-11 16,0-12 6-16,12-5 0 15,4-8-16-15,2 2-11 16,-5-2-1-16,15 5 12 15,-7 13-15-15,-8 18 7 0,-1 25-10 16,-12 12 9 0,0 4-5-16,0 0 1 0,0 0-19 15,0 12-14 1,-25 12-66-16,-9 8 8 0,-6 4-247 16,18 4-167-16</inkml:trace>
  <inkml:trace contextRef="#ctx0" brushRef="#br0" timeOffset="-72243.93">27143 13178 158 0,'0'0'318'0,"0"0"-195"16,0 0-7-16,0 0 6 15,0 0-14-15,0 0-52 16,47 140-12-16,-19-112-40 16,3-12 11-16,3-4 2 15,6-7 11-15,1-5 3 16,11 0-7-16,10-12 13 15,-3-37-30-15,9-7 25 0,-15-8-29 16,-6-1-4 0,-20 6 1-16,-20 7-7 15,-7 11 7-15,0 10 0 0,0 11-6 16,-41 15 0-16,-5 5-3 16,-10 0 6-16,3 33-2 15,29 6-112-15,-4 2-101 16,15 7-108-16</inkml:trace>
  <inkml:trace contextRef="#ctx0" brushRef="#br0" timeOffset="-71734.23">28098 13415 430 0,'0'0'254'0,"0"0"-162"0,0 0-25 0,0 0 52 0,180-282-79 0,-118 203 27 0,-21 14-6 0,-17 9-4 16,-8 17-39-16,-16 14 17 0,0 14-32 15,0 11-3 1,-9 0-7-16,-38 0-39 16,1 28-73-16,-1 3-6 15,-6 2 50-15,1 6-22 0,-4-6-93 16,9-5-394-1</inkml:trace>
  <inkml:trace contextRef="#ctx0" brushRef="#br0" timeOffset="-70870.8">24362 13534 643 0,'0'0'21'0,"0"0"-19"0,0 0-2 0,0 0-24 0,0 0 24 0,0 0 36 0,74 0 92 16,1 5 36-1,24 15-62-15,47-4 9 0,21 4-55 16,35 4-25 0,12-4-9-16,12 0-3 0,10 1-14 15,-22 2-10-15,-10 1 5 16,4 4-14-16,-28-3-26 16,-13 11 10-16,7 3-17 15,-31 2-37-15,-10-5 5 16,-28-4-442-16,-43-16 497 0</inkml:trace>
  <inkml:trace contextRef="#ctx0" brushRef="#br0" timeOffset="-70031.75">26015 14112 489 0,'0'0'170'0,"0"0"-148"0,0 0 4 0,0 0 25 0,0 0-1 0,0 0-8 16,-41 0 62-16,41 0-35 0,0 0-13 15,0 0 1-15,0-8-20 16,7-3-34-16,27-9 21 15,12 15-13-15,-5 2-7 16,-1 3-6-16,-22 0 2 16,10 8-11-16,-21 39-19 15,-7-2 23-15,0 10-3 16,0 2-1-16,-22-5-17 16,-9 0-5-16,3-16 23 15,16 0 5-15,12-20 5 16,0-8-1-16,40-8 0 0,31 0 1 15,16-19-1 1,-6-9 6-16,-13-1-8 0,-9 14 3 16,-31 15-1-1,-10 0-19-15,-2 0-30 16,-16 8-102-16,0 15-187 16</inkml:trace>
  <inkml:trace contextRef="#ctx0" brushRef="#br0" timeOffset="-68163">19578 14830 573 0,'0'0'79'0,"0"0"-10"0,0 0 7 16,0 0 3-16,0 0-62 15,0 0 15-15,-10 0 17 16,-21 0-31-16,-9 0 33 16,0 16-26-16,-13 8 5 0,-9 4-27 15,9 5 5-15,1-5-8 16,30 0 19-16,10-8-14 15,12 4-5-15,0 12-4 16,0-8-11-16,34 8 3 16,25-8 7-16,15-4 2 15,0-7-13-15,-2 2 8 16,-4 6 9-16,3-2-2 16,4 6 0-16,-7-1 1 15,-15 8-2-15,-13-8 5 16,-12 11-9-16,-22-3 7 15,-6 9-1-15,0 4 2 0,-40-2 2 16,-13 9-4-16,-15-7 0 16,-13-2 0-16,7-6-15 15,2-1-79-15,4-21-214 16,9-19-89-16</inkml:trace>
  <inkml:trace contextRef="#ctx0" brushRef="#br0" timeOffset="-67523.94">20158 15909 310 0,'0'0'204'0,"0"0"-112"0,0 0-30 0,0 0-10 0,0 0 11 0,0 0 44 0,6-225-16 0,15 161-81 0,-21 1 4 16,13 10-13-16,-7 12 8 15,-6 18-7-15,0 15 14 0,0 8 22 16,0 0 4-16,0 20-14 16,0 24-28-16,0 0-19 15,-19-4-39-15,13-16-16 16,6 4-135-16,0-15-11 16,0 2-136-16</inkml:trace>
  <inkml:trace contextRef="#ctx0" brushRef="#br0" timeOffset="-67171.83">20638 15853 548 0,'0'0'148'0,"0"0"-128"15,0 0-11-15,0 0 19 16,0 0 26-16,0 0 78 16,96-84-17-16,-65 24-88 0,-3-4 25 15,-22 20-21-15,-6 0 2 16,0 11-33-1,0 13 0-15,-28 4-1 16,-24 12-41-16,-1 4 26 0,0 0-40 16,1 24-8-16,24 25 1 15,6 14-24-15,10-2-112 16,12-13-174-16</inkml:trace>
  <inkml:trace contextRef="#ctx0" brushRef="#br0" timeOffset="-66722.7">21302 15953 129 0,'0'0'435'0,"0"0"-365"0,0 0-62 0,0 0 53 0,0-220 63 0,0 168-36 0,12 0 9 16,-6 16-70-16,0 8 11 15,-6 20-29-15,0 3 24 16,0 5 4-16,0 0-9 16,0 0-20-16,0 5-8 15,-6 14-20-15,-34 9-45 0,0 5 21 16,-7-2-111-1,1 10-232-15</inkml:trace>
  <inkml:trace contextRef="#ctx0" brushRef="#br0" timeOffset="-66222.39">21909 15797 571 0,'0'0'435'0,"0"0"-347"0,0 0-13 0,0 0-36 16,0 0-36-16,0 0-3 15,35-4 9-15,5 4 16 16,6 0-25-16,-5 0 5 16,-1 0-5-16,-15 0-8 15,-10 0-33-15,4 4-78 16,3-4-102-16,-22 0-86 15,0 0-145-15</inkml:trace>
  <inkml:trace contextRef="#ctx0" brushRef="#br0" timeOffset="-66041.5">21909 15797 704 0,'128'-268'367'0,"-128"276"-350"16,0-5 27-16,27 9 6 0,20-7-39 16,-7-5-8-16,13 0-6 15,-7-17-110-15,-18-11-222 16</inkml:trace>
  <inkml:trace contextRef="#ctx0" brushRef="#br0" timeOffset="-61645.83">23171 15427 325 0,'0'0'274'0,"0"0"-240"0,0 0-3 0,0 0 23 16,0 0-7-16,0 0 47 15,0 0 28-15,-6 9-71 16,-6-9-7-16,12 0-18 0,-13 0 43 16,-8 4-48-1,2-4 1-15,19 0-19 0,-15 0 12 16,2 0 2-16,-15 0-8 15,3 0 9-15,-2 0-17 16,2 0 9 0,-9 4-4-16,-13 4-12 0,1 16 3 15,-10 4 1-15,3-3-12 16,19-2 13-16,9 1 0 16,25-4 1-16,0 4-5 15,0 1-2-15,0-2 4 16,40-7-18-16,26-3 18 15,14-6-7-15,-5-2 5 16,-16 11 4-16,9-1-6 16,-28 1 5-16,7 9 4 15,-23-9-11-15,10 0 20 0,-6 0-22 16,-3-8 11-16,-3 8-6 16,-16-8-30-16,-6 17-15 15,0-2 51-15,0 1 0 16,0 4 2-16,-28 5 2 15,-3-2 14-15,-9 2-13 16,-7-1 10-16,-15 0-10 16,3-8-10-16,-3-16 5 15,10-8-50-15,5 0-3 0,19 0-94 16,4-24-74 0,2-16 10-16,9 8-253 15</inkml:trace>
  <inkml:trace contextRef="#ctx0" brushRef="#br0" timeOffset="-61211.04">23100 15516 35 0,'0'0'372'0,"0"0"-262"0,0 0-89 16,0 0-5-16,0 0 43 16,0 0 38-16,47-16 51 15,-41 16-16-15,-6 0-68 16,0 0 22-16,18 0-43 0,10 0-19 16,19 0-22-1,-7 0 4-15,13 0-4 0,3 0-4 16,-4 0-46-16,-27 0-61 15,9 0-180-15,-28 0-337 16</inkml:trace>
  <inkml:trace contextRef="#ctx0" brushRef="#br0" timeOffset="-60544.75">23726 16090 200 0,'0'0'359'0,"0"0"-308"0,0 0 1 0,0 0 55 0,0 0-4 0,0 0 7 16,0-13-66 0,0-23-32-16,0-8 33 0,0-8 16 15,0-7 11 1,0-14-59-16,22 0-6 0,-3-2-7 16,2-2-2-1,-21 13-13-15,13 3-4 0,-13 10-9 16,0 19-18-16,0 20-6 15,0 12 17-15,0 15 31 16,0 46-23-16,-13 11 12 16,-27 0-39-16,12-15-130 0,10-5-59 15</inkml:trace>
  <inkml:trace contextRef="#ctx0" brushRef="#br0" timeOffset="-59828.15">24443 15925 73 0,'0'0'436'0,"0"0"-317"0,0 0-71 0,0 0-25 15,0 0-22-15,0 0-1 16,0 0 18-16,0 0 83 16,0 0 74-16,0 0-120 15,0 0-21-15,0 0-33 16,0-3-2-16,0-2 3 15,0-3-6-15,0 0 2 0,0 1 2 16,0-10 0 0,0 1 0-16,-7 5-3 0,7-2 6 15,-12 13-10 1,12 0 19-16,0 0-5 16,0 0-7-16,0 0-3 0,0 0-13 15,0 0-6-15,0 0-82 16,0 0-27-16,0 0 91 15,0 0-68-15,0 13-40 16,-15-2-229-16</inkml:trace>
  <inkml:trace contextRef="#ctx0" brushRef="#br0" timeOffset="-59163.35">25311 16053 256 0,'0'0'46'0,"0"0"11"0,0 0-6 0,0 0-22 0,0 0 71 16,0 0-41-16,0 8-33 16,0-3-14-16,0-5 43 15,0 0 8-15,0 11-11 16,0-2-15-16,0-5 37 15,0 3-8-15,0 1-19 16,0-3 8-16,0-5-22 0,0 0 20 16,0 0-37-16,0-8 17 15,0-33-26-15,6-18-6 16,16-10 3-16,-10-3-1 16,22 4 8-16,-21 8-4 15,8 8-1-15,-8 8 1 16,-1 11-14-16,-12 9 4 15,0 20 2-15,0 4-20 16,0 0-8-16,0 0-14 0,-31 44 29 16,-9 17 9-16,-7-2-37 15,13-10-17-15,6-18-311 16,16-18-302 0</inkml:trace>
  <inkml:trace contextRef="#ctx0" brushRef="#br0" timeOffset="-58148.55">25813 15889 67 0,'0'0'313'0,"0"0"-132"0,0 0-90 0,0 0-5 15,0 0-11 1,0 0 3-16,-6 0-63 0,0 5 61 15,6 2-20-15,0 9-11 16,0 4-5-16,0 4 22 16,0 1-37-16,0-9-24 15,0-5-1-15,0-11-3 16,18 0 2-16,10 0 2 16,3-19 4-16,10-30-4 0,5-19 23 15,4-4-21-15,-10-4-1 16,-9 0-2-16,9 16-9 15,-18 15 0-15,-10 13-4 16,-12 20 12-16,0 12-9 16,0 0 10-16,-40 0 0 15,-25 33-6-15,-9 26-42 16,-1 10 24-16,16-1 1 16,13-4-38-16,18-16-345 15</inkml:trace>
  <inkml:trace contextRef="#ctx0" brushRef="#br0" timeOffset="-57764.99">26629 16122 519 0,'0'0'102'0,"0"0"-22"0,139-261 132 0,-92 173-84 0,-13-1-85 0,0 25-11 16,-15 1-19-16,2 22-1 16,-15 18-10-16,-6 14 7 15,0 9-6-15,0 9-6 16,-59 46-33-16,-37 26-73 16,10-1 30-16,5-8-77 15,16-20-59-15</inkml:trace>
  <inkml:trace contextRef="#ctx0" brushRef="#br0" timeOffset="-56582.99">19522 16980 333 0,'0'0'242'0,"0"0"-212"0,0 0 22 0,0 0 64 0,0 0 37 16,0 0-83-16,-133 112-34 0,148-92-10 16,44-3 0-16,15-6 3 15,19-3-1-15,7 4-5 16,-14 4-12-16,17 4-7 15,-26 4-3-15,-15 1 8 16,-9-5-18-16,-13-1 18 16,-27 2-19-16,2-1 6 15,-15 16-18-15,0 12 22 16,-21 9 11-16,-45 7-2 16,-14-4-6-16,-7-9 1 15,13-15 0-15,-1-3-8 16,22-21-52-16,13-12-11 15,22 0-160-15,18 0-122 16,0-24-101-16</inkml:trace>
  <inkml:trace contextRef="#ctx0" brushRef="#br0" timeOffset="-55998.93">20471 17939 444 0,'0'0'176'0,"0"0"-142"0,0 0 128 0,0 0-20 0,0 0-90 0,21-262-7 16,-14 198-42-16,-7-3 23 15,0 15-18-15,0 16 14 16,0 19-22-16,0 17 4 16,0 0 0-16,0 0 1 15,0 17-5-15,0 11-44 16,0 3 14-16,-7 10-28 0,-14-2 1 16,14-3-100-16,7-7-109 15</inkml:trace>
  <inkml:trace contextRef="#ctx0" brushRef="#br0" timeOffset="-55533.48">20892 17766 284 0,'0'0'301'0,"0"0"-266"0,0 0-10 0,0 0-4 0,0 0-3 0,0 0-4 0,75 21 63 0,-41-70 92 16,-15-12-90-1,2-3-42-15,-8 0-9 16,-13 4-16-16,0 8-12 0,0 20 0 15,0 19 4 1,-13 13 0-16,-21 0-1 0,-6 17-6 16,-7 27-4-16,1 0-8 15,12 0-35-15,15-3-24 16,19-13-126-16,0-5-117 16</inkml:trace>
  <inkml:trace contextRef="#ctx0" brushRef="#br0" timeOffset="-54998.42">21581 17798 269 0,'0'0'322'0,"0"0"-274"0,0 0 49 0,0 0 42 0,28-212-32 0,-22 156-69 0,-6 3 0 0,0 13-26 15,12 16-12 1,-12 16 6-16,0 8-6 16,0 0 12-16,0 20-3 15,-12 16-9-15,-41 8-39 16,7 4 25-16,-7-7 1 0,37-5 8 16,16-12-13-16,0-16-217 15,0-8-53-15,41 0-187 16</inkml:trace>
  <inkml:trace contextRef="#ctx0" brushRef="#br0" timeOffset="-54466.96">22291 17590 424 0,'0'0'557'0,"0"0"-507"0,0 0-22 0,0 0-5 0,0 0-20 0,0 0 25 0,105 12-3 15,-77-12-20-15,0 0-5 16,-3 0-9-16,-10 0-42 0,10 0-70 15,-12 0-216-15,-13 0-99 16</inkml:trace>
  <inkml:trace contextRef="#ctx0" brushRef="#br0" timeOffset="-54280.5">22344 17289 940 0,'0'0'241'0,"0"0"-210"16,0 0-12-1,0 0 2-15,0 0-21 0,0 0-16 16,220 52-117-16,-168-101-296 16</inkml:trace>
  <inkml:trace contextRef="#ctx0" brushRef="#br0" timeOffset="-51577.91">18601 2105 512 0</inkml:trace>
  <inkml:trace contextRef="#ctx0" brushRef="#br0" timeOffset="-39044.95">23512 17269 580 0,'0'0'264'0,"0"0"-255"0,0 0-2 0,0 0 5 15,0 0-5-15,0 0 0 0,0 0 56 16,87 192-16-16,0-172 0 16,0 9-26-16,0 2 22 15,15 5-41-15,-21 5 15 16,-16 3-16-16,-3 4 5 16,-22 0-1-16,-15-4 10 0,-25 5 26 15,0-2-22 1,0 9 6-16,-34 1-25 0,-38 2 15 15,-14-10-14 1,-10-17-2-16,3-16-13 0,-7-16-1 16,1 0-69-1,31-40-108-15,15-20-165 0</inkml:trace>
  <inkml:trace contextRef="#ctx0" brushRef="#br0" timeOffset="-38863.92">23599 17538 832 0,'0'0'244'0,"0"0"-244"16,0 0 0 0,0 0 7-16,0 0-2 0,428-80-5 15,-313 52-12 1,-22 3-123-16,-12 9-254 0</inkml:trace>
  <inkml:trace contextRef="#ctx0" brushRef="#br0" timeOffset="-38362.36">24970 17931 1049 0,'0'0'45'0,"0"0"-36"0,0 0-9 0,0 0-54 0,0 0-275 16,0 0-341-16</inkml:trace>
  <inkml:trace contextRef="#ctx0" brushRef="#br0" timeOffset="-37931.76">25847 18115 437 0,'0'0'398'0,"0"0"-264"0,0 0-90 16,0 0-24-16,0-205 18 16,0 118 52-16,0-10-24 15,-15-3-32-15,-16 7-12 16,3 18 2-16,0 18-8 0,9 29-13 16,7 11 9-16,-4 17-4 15,4 0 14-15,6 0-19 16,6 0-6-16,0 0-7 15,0 0-12-15,0 0-7 16,-16 36 1-16,16 21 2 16,-24 19-40-16,-11 4-299 15</inkml:trace>
  <inkml:trace contextRef="#ctx0" brushRef="#br0" timeOffset="-36915.91">26703 17273 403 0,'0'0'264'0,"0"0"-88"0,0 0-2 0,0 0-121 0,0 0-20 0,0 0-20 16,0-8-3-16,0-4 20 16,0-1 16-16,0 2-16 15,-34-1-11-15,-6 4 12 16,-7 3-22-16,1 5 13 16,-16 0-22-16,21 21 0 15,1 19-3-15,15 8 0 16,19 0 0-16,6-4 6 15,0-8-10-15,0 0 4 16,40-3 1-16,19-10-3 16,16-7 1-16,5 4 4 0,-8-3-4 15,2 2 0-15,0 6-9 16,-2 3 8-16,-4 4-14 16,0 4 10-16,-21 4-36 15,-16 0 38 1,-10 0-28-16,-21 4 18 0,0-3 16 15,0 3 2-15,-21 0 8 16,-38-8-1-16,0-8-8 16,-3-16-8-16,-3-12-30 15,-10 0-199-15,-12-8-64 16,13-37-48-16</inkml:trace>
  <inkml:trace contextRef="#ctx0" brushRef="#br0" timeOffset="-36714.97">26703 17184 626 0,'0'0'492'0,"0"0"-454"0,0 0-16 0,0 0-10 0,0 0-2 0,0 0-7 0,326-31-6 15,-240 15-61-15,-11 16-168 16,-35 0-287-16</inkml:trace>
  <inkml:trace contextRef="#ctx0" brushRef="#br0" timeOffset="-36032.04">27878 17874 502 0,'0'0'119'0,"0"0"-54"0,0 0 23 0,0 0 12 0,0 0-33 16,0 0-34-16,-6 85 23 15,0-85 1-15,0-25 27 0,-10-27-39 16,4-24-30 0,12-20 9-16,0-28-20 0,0-17 3 15,0 5 0-15,18 23-14 16,4 37 4-1,-22 36-5-15,0 28-1 16,0 12-8-16,-6 0 3 0,-50 49 8 16,-3 18-5-16,-15 14-2 15,2-17 3-15,4-16-78 16,15-16-128-16,19-24-225 16</inkml:trace>
  <inkml:trace contextRef="#ctx0" brushRef="#br0" timeOffset="123897.33">2505 15340 3 0,'0'0'120'0,"0"0"-36"0,0 0-39 0,0 0-23 0,0 0 58 0,0 0 22 0,0 0-77 16,-68 0-21-16,62 0-4 15,0 0 33-15,6 0 12 16,-6 0-2-16,6 0-3 16,-7 0-10-16,1 0-28 15,-3 0 1-15,-4 0 2 0,-5 0-5 16,2 0 4-1,10-4 59-15,6 0 5 0,-12-4 0 16,6 8-37 0,-16-8-27-16,16-5-4 0,-1-2 1 15,-5 7-2-15,3 3 2 16,2 5-1-16,7 0 25 16,0-3 15-16,0-2-23 15,0-2-9-15,0-6-16 16,0 2 2-1,0-1-12-15,0 4 29 0,0 3-17 16,0 5 12-16,0 0 5 0,0 0 6 16,-6 0-15-1,6 0 14-15,0 0-10 16,0 0 6-16,-6 0 0 16,0 0-17-16,6 0 9 0,0 0-8 15,0 13 2 1,0 23 2-16,0 4 0 0,0 0 5 15,0 3-15-15,0 1 9 16,0 1-11-16,-13-1 22 16,4-3-22-16,-3 3 14 15,-1 0-7-15,7-5 5 16,-3-3 0-16,-4-8-11 16,7-7 14-16,6-9-13 15,0-9 0-15,0 2 3 16,0-1-6-16,0-4 12 15,0 0-2-15,0 0 2 0,0 0-2 16,0 0 5 0,0 0-17-16,0 0 30 15,0 0-27-15,0 0 24 0,0 0-22 16,0 0 10-16,0 0 0 16,28 0-2-16,-9 0 5 15,21 0-2 1,-6 0 13-16,0-4-24 0,-3-1 19 15,10 2-13-15,-1-5 4 16,-6 8 0-16,6-8-3 16,-12-1 3-16,3 1-5 0,-9 0 19 15,12-3-30 1,-15 2 28-16,9 6-24 0,-22 3 16 16,0 0-11-16,13 0-2 15,-4 0 0 1,4 0-49-16,2 0-71 0,-8-16-16 15,-13-9-143-15</inkml:trace>
  <inkml:trace contextRef="#ctx0" brushRef="#br0" timeOffset="124646.95">2211 15159 111 0,'0'0'345'0,"0"0"-283"0,0 0-3 0,0 0-53 0,0 0 2 15,0 0 3-15,0 0 6 16,0 0-16-16,0 0 14 0,21 0 48 15,4 0-6-15,3 0 5 16,6 0-21-16,-3 13-25 16,25-10-6-1,-3 5-3-15,0 0-5 0,-7-4-2 16,-6 9 8-16,-12-10-8 16,3-3 0-16,-15 5 5 15,-16-5-10-15,0 0 14 16,0 3-4-16,0-3-5 15,0 0 13-15,0 5-8 0,0 2-5 16,0 6 4 0,0 3-3-16,0 7 7 0,0 10-1 15,0 3-7-15,0 8 9 16,0-8-13-16,0-5 12 16,0-10-16-1,0-5 4-15,0-4-6 0,0 5-56 16,0-6-93-16,0 6-25 15,0-1-247-15</inkml:trace>
  <inkml:trace contextRef="#ctx0" brushRef="#br0" timeOffset="126028.5">2778 15172 304 0,'0'0'205'0,"0"0"-193"0,0 0-12 16,0 0 8-16,0 0-8 15,0 0 15-15,0 3 27 0,0-3-17 16,0 0-18-16,0 8 31 15,0-8 10-15,0 0-26 16,28 0-12-16,-9 0 14 16,15 0-15-1,0 0 19-15,6 0 10 0,-6 0-37 16,7 0-1-16,-17 0 16 16,4 0-22-16,-3 0 16 15,3 0-18-15,0 0 11 16,-3 0-4-16,-4 0 1 15,-2 0 0-15,-3 0-5 0,2 0 12 16,-5 0-14-16,-13 0 19 16,0 0-24-1,0 12 20-15,0-12-16 0,0 0 7 16,0 13 1-16,0-5 4 16,0 0-2-16,0 12-4 15,0-9 8-15,0 6-15 16,0-1 18-16,0 4-11 15,0-4 10-15,0 7-6 16,0 2 8-16,0 3 6 16,0 4-9-16,0-12-1 15,0 0-6-15,0-8 13 0,0 0-20 16,0-4 15 0,28 4-9-16,-10 1 3 15,-2-2 0-15,-4 6-2 16,0-1 2-16,-12-9 14 0,0-7-13 15,10 8 8-15,-10 0-11 16,0 0 9-16,0 0-3 16,0 0-9-16,0 1 3 15,0-6-1-15,0-3 0 16,0 0 2-16,0 0 5 16,-22 0-3-16,-12 0 39 15,-6 0-21-15,9 0 10 16,3 0-7-16,-13 0-12 0,1 5 0 15,0 3-9-15,-1 12-6 16,1-9 6 0,6-3-11-16,-3 5 17 15,9-9 10-15,-6-1-10 0,-6 2-7 16,-7 19-2 0,-6-9-9-16,1 10-1 0,11-1-20 15,-5-1 20-15,30-6-28 16,4-17-19-16,-1 0-137 15,13 0-73-15</inkml:trace>
  <inkml:trace contextRef="#ctx0" brushRef="#br0" timeOffset="127444.17">3315 15224 6 0,'0'0'258'0,"0"0"-184"0,0 0-21 0,0 0-6 0,0 0-44 15,0 0 6-15,-16-8-4 0,16 0 2 16,0 0 19-16,-6 3 5 16,6 5 41-16,0 0-15 15,0 0 57-15,0 0-55 16,0-4-15-16,0-4-42 15,0 0 8-15,0 5-10 16,0-10 0-16,0 13 0 16,0 0-7-16,0 0 5 15,0 0-9-15,0 0 0 16,22 0 22-16,12 0-10 16,3 0 2-16,-3 0 2 0,6 0-5 15,1 0 0 1,-1 0-1-16,-6 0 13 0,0 8-24 15,13 0 26-15,-16-8-18 16,-3 8 12-16,0-8-16 16,-4 0 7-16,-2 0 1 15,12 0 0 1,-9 0 2-16,3 0-10 0,-3 0 19 16,-10 8-22-16,-9-4-5 15,-6-4 4-15,0 0-12 16,0 5 24-16,0-5 12 15,0 0 14-15,0 8 0 0,0-8-25 16,0 0-1-16,0 0 12 16,0 3-26-16,0 2 12 15,0 3 1 1,0 4-3-16,0 4 4 0,0 7 0 16,-6 5 5-16,-9 1 3 15,2 7 3-15,1-4-8 16,6 0 12-16,6-4-22 15,0-4 13-15,0-4-9 16,0-8 3-16,0 4 0 16,0 0 2-16,0-7 1 15,0 7 25-15,0 4-25 16,0-1 0-16,0-2 6 0,0-6-11 16,0 2 2-16,0-13-2 15,0 0 2 1,-7 0 0-16,7 0 32 0,-15 0-1 15,9 0 2-15,-13 0-24 16,-3 0-15-16,10 3 12 16,-22 1-10-16,6-4 4 15,-12 0 0-15,3 0-5 16,-19 0 10-16,9 0-2 16,1 0 1-16,-7 0 4 15,6 0 2-15,1 0-18 16,6 0 8-16,6 0-3 15,21-4-4-15,-2-20-37 16,2-4-13-16,13 17-33 0,0-2-97 16,-6 9-72-16,-6 4-144 15</inkml:trace>
  <inkml:trace contextRef="#ctx0" brushRef="#br0" timeOffset="128461.27">3916 15665 298 0,'0'0'124'0,"0"0"-65"0,0 0-26 0,0 0-16 0,0 0-16 0,0 0 33 0,-6 0-14 15,6 0 28-15,0 0-5 16,0 0 40-16,0 0-28 15,0 0 18-15,0 0-54 16,0 0-17-16,0 0 3 16,0 0 3-16,0 0-16 0,0 0 19 15,40 0 34 1,-9 0-32-16,16 3 0 0,9 5-5 16,-4-3-5-16,1-2-3 15,-13-3 0-15,7 0 0 16,6 0 6-16,-7 0-5 15,-12 0 4 1,0 0-10-16,-12 0-5 0,-10 0 2 16,7 0-33-16,-13 0-80 15,-6 0-31 1,0-3-115-16</inkml:trace>
  <inkml:trace contextRef="#ctx0" brushRef="#br0" timeOffset="128911.63">3963 15260 69 0,'0'0'77'0,"0"0"-77"0,0 0-29 0,0 0-87 0</inkml:trace>
  <inkml:trace contextRef="#ctx0" brushRef="#br0" timeOffset="129558.58">3963 15260 32 0,'0'-16'176'0,"0"16"-37"16,0 0-7-16,0 0-55 16,0 0-61-16,0 0-10 15,0 0-12-15,0 0-24 16,0 0 30-16,-13 0 0 15,13 0 27-15,0 0 9 16,-15 0 15-16,15 0-6 16,0 0-21-16,0 0 15 15,0 0-25-15,0 0 42 0,0 0-46 16,0 0 14 0,0 0-22-16,0 0 5 0,0 0 0 15,0 0-3-15,0 0 4 16,0 0 2-16,0 0 37 15,0 0-40-15,0 0 8 16,15 0-12-16,22-5 6 16,13-3-1-16,9-4-8 15,-6 4 0-15,-1-3 10 16,-11 6-24-16,-7 5 24 16,6-4-21-16,0-4 16 15,7 8-6-15,-7-8 1 16,-6 5 0-16,-9-2-1 15,-9-3-9-15,-10 8 5 16,0 0-36-16,-6 0 24 0,0 0-9 16,0 0 20-16,0 0 12 15,0 0 1-15,0 0-7 16,0 0 2-16,0 0-1 16,0 0 2-16,0 0-6 15,0 0-6-15,0 0 5 16,0 0-7-16,0 0 8 15,6 0-6-15,-6 8 9 16,0 8-2-16,0 1 5 16,0 7 9-16,0 4-10 15,0 3 21-15,0 5-19 16,0 5 37-16,0-1-28 16,-18-4-10-16,2 4-3 0,4-8-1 15,-7 0-9-15,13-4-24 16,-10-16-7-16,10 1-57 15,6-13 51-15,0 0-26 16,0 0 7-16,0 0-115 16,0 0-191-16</inkml:trace>
  <inkml:trace contextRef="#ctx0" brushRef="#br0" timeOffset="130654.89">4552 15183 221 0,'0'0'215'0,"0"0"-120"15,0 0-24-15,0 0-13 0,0 0-39 0,0 0 43 0,-10 0-19 0,10 0-8 0,0 0-1 16,0 8-13-16,0-8-17 16,0 0 11-16,0 0-13 15,0 0 15-15,28 0 19 16,7 0-24-16,11 0-5 15,1 0-7-15,-7 0 0 16,6 0 4-16,-5 4 3 16,-7-4-14-16,-16 5 14 15,4 3-18-15,-10-8 0 16,7 0 3-16,-3 0-39 0,-4 0-33 16,0 0 21-16,-2 0 18 15,-4 0 16-15,0 0 22 16,-6 0-11-16,6 3 19 15,-6 5-6-15,6-3 1 16,-6 7 0-16,7 4-1 16,-7-1 3-16,0 6-1 15,0 2 3-15,0-2 19 16,0 2-21-16,0-6 6 16,0-1 1-16,0-4-7 15,0 0 2-15,0-8 6 16,0 4-10-16,0 4 2 0,0-4 11 15,0 8-6-15,0-4 33 16,0 4-8-16,0-4-7 16,0 4-17-16,0 0-8 15,0 4 0-15,-13 1 0 16,-5-1 11-16,2-1 21 16,4 1 30-16,-1 1-38 15,-2-6-11-15,9-2-2 16,-1-10-7-16,1-3-3 15,0 13 17-15,-3-9-9 16,-10 4 11-16,1 3 36 16,-4 2-56-16,-6-6 24 15,3 1-11-15,-9 0 12 16,0 5-22-16,-13-1 4 0,1 4-7 16,6 0-6-16,-7 0 2 15,7-8 0-15,15-8 0 16,3-4-69-1,22-40-84-15,0-12-186 0,0 4 123 16</inkml:trace>
  <inkml:trace contextRef="#ctx0" brushRef="#br0" timeOffset="135821.24">4865 7595 200 0,'0'0'292'0,"0"0"-277"0,0 0 17 0,0 0-28 0,0 0-3 15,0 0-2-15,0 0 2 16,0 8 3-16,0-8 69 16,0 0 24-16,-6 8 20 15,-10-4-29-15,10 1-65 16,0-2-16-16,6-3-4 16,0 0 11-16,0 0 11 15,0 0-2-15,0 0-4 16,0 0-4-16,0 0-14 15,0 0 23-15,0 0-21 16,0 0 17-16,0 0-13 16,0 0-7-16,0 0 4 15,0 0-4-15,0 0 0 16,0 0 2-16,0 5 4 0,0 11-5 16,0-4 35-1,0 7-26-15,0-2-2 0,0-6 1 16,0 6-12-16,0-1 3 15,0 12 0-15,0-4-10 16,0-4-17-16,0 0-8 16,12-16-69-16,16-4-207 15,6-16-139-15</inkml:trace>
  <inkml:trace contextRef="#ctx0" brushRef="#br0" timeOffset="136453.21">5259 7688 33 0,'0'0'43'0,"0"0"-41"0,0 0 32 0,0 0 23 0,0 0 56 0,0 0 86 0,28 28-64 16,-28 3 4-16,0-3-23 15,0 13-5-15,-16-17-79 16,16-12 2-16,0 0-27 16,0-12-14-16,0 0-6 15,0 0-53-15,0 8-183 0,0-8 28 16</inkml:trace>
  <inkml:trace contextRef="#ctx0" brushRef="#br0" timeOffset="138851.25">6763 7703 80 0,'0'0'153'0,"0"0"-144"0,0 0-9 0,0 0 0 16,0 0 10-16,0 0 31 0,0 0 11 15,0-28 57-15,0 28-65 16,0 0-10-16,0 0-30 15,0 0 33-15,0-3-23 16,0-2-11-16,0 5 12 16,0 0 2-16,0 0 31 15,0 0-27-15,0 0 38 16,0 0-51-16,0 0-1 16,0 0-4-16,0 0 3 15,0 0-6-15,0 0-5 16,0-8 4-16,0 8 2 15,0-3-4-15,0-2 6 16,0 5-4-16,0 0 10 16,0 0-14-16,0 0 5 0,0 0 0 15,0 0 22 1,0 0 16-16,0 0-8 0,0 0-21 16,0 0-18-1,0 0-10-15,0 0-15 0,0 0 31 16,0 0 3-16,0 16 25 15,6 9 28-15,0-1 25 16,3 7-66-16,-9 5-11 16,13-11 5-16,-7 7-12 15,0-20-69-15,0 0-53 16,0-4 2-16,-6-8-159 16</inkml:trace>
  <inkml:trace contextRef="#ctx0" brushRef="#br0" timeOffset="139685.34">7311 7656 247 0,'0'0'152'0,"0"0"-15"0,0 0-71 0,0 0-11 16,0 0-30-16,0 0 24 15,-28 36-20-15,28-36 6 16,0 0-33-16,0 8 4 16,0 0 10-16,0 8 37 15,0 4 42-15,0 4-82 16,0-4 8-16,0 0-10 0,0 4-22 15,0-7-1 1,0-6-15-16,0-7-49 0,16-4-82 16,-4 0-76-16,1-12-260 15</inkml:trace>
  <inkml:trace contextRef="#ctx0" brushRef="#br0" timeOffset="140150.15">7798 7603 308 0,'0'0'210'0,"0"0"-109"0,0 0-31 0,0 0 18 0,0 0-12 0,0 0 38 16,0 41-69-16,0-10-6 15,0 14-27-15,0-13-11 16,0 4-2-16,22-8-22 15,-10-12-83-15,-12-8-293 16</inkml:trace>
  <inkml:trace contextRef="#ctx0" brushRef="#br0" timeOffset="142299.89">9308 7608 234 0,'0'0'283'0,"0"0"-210"0,0 0-23 0,0 0 11 0,0 0-15 15,0 0 15 1,0 0-9-16,0-16 31 0,0 16-62 16,0 0 30-16,0 0-33 15,0 0 5-15,0 0-22 16,0 0 2-16,0 11 3 16,0 9-2-16,0-4-6 15,0 1 15-15,0-1-26 16,0 0 13-16,0-1-4 0,22 6-23 15,-16-1-26-15,7-8-77 16,2 0-53-16,-15-5-136 16</inkml:trace>
  <inkml:trace contextRef="#ctx0" brushRef="#br0" timeOffset="142963.93">9978 7615 283 0,'0'0'331'0,"0"0"-249"0,0 0-10 0,0 0 9 0,0 0-62 16,0 0 27-16,0 60-5 0,0-43-35 15,-6 7-2-15,-7-9 8 16,13 1-21-16,0-7 9 16,0 10-63-16,-9 2-123 15,9-1 76-15,-19-4-230 16</inkml:trace>
  <inkml:trace contextRef="#ctx0" brushRef="#br0" timeOffset="143482.21">10366 7572 176 0,'0'0'342'0,"0"0"-312"0,0 0 26 16,0 0-19-16,0 0 29 15,0 0 28-15,12 75 37 16,-12-50-68-16,6-5-33 16,-6 12-17-1,9-9-1-15,-9-2-24 0,7-1 5 16,5-8-58-16,-6-12-173 16,10 0-109-16</inkml:trace>
  <inkml:trace contextRef="#ctx0" brushRef="#br0" timeOffset="143914.21">10949 7647 669 0,'0'0'116'0,"0"0"-59"0,0 0-39 0,0 0-18 0,0 0-63 0,0 0-51 15,-22 153-6-15,16-137-282 16</inkml:trace>
  <inkml:trace contextRef="#ctx0" brushRef="#br0" timeOffset="158441.45">4992 15704 234 0,'0'0'189'0,"0"0"-56"0,0 0-42 0,0 0 6 0,0 0-89 0,0 0 2 0,0 0-5 0,6-11 2 15,-6 11 20-15,0 0 52 16,0 0-9-16,0 0-59 15,0 0-2-15,0 0 0 16,0 0 2-16,0 0 1 16,0 0 31-16,0 0-30 15,0 0 11-15,0 0-18 0,0 0-3 16,6 0-6 0,-6 0 7-16,0 0-10 0,0 0 12 15,0 0-5 1,0 0 0-16,0 0-1 0,0 0 2 15,0 0-2-15,0 0 0 16,0 0 2-16,0 0-11 16,0 0 20-16,0 0-19 15,7 0 16-15,-7 0 5 16,15 0-10-16,-2-9-2 16,27 6 1-16,19-10 13 15,9 10 11-15,13-9-22 16,-16 4-2-16,9 8 8 15,-15 0-20-15,-12 0 5 16,-7 0-10-16,-6 0-17 0,-6 0-12 16,-9 0-19-1,-13 0-206-15,-6 0-79 0</inkml:trace>
  <inkml:trace contextRef="#ctx0" brushRef="#br0" timeOffset="159768.09">5166 15155 218 0,'0'0'29'0,"0"0"-11"0,0 0 20 16,0 0 29-16,0 0-6 15,0 0-61-15,0-19 6 16,0 19 3-16,0 0 101 15,0 0-12-15,0 0-41 16,0 0-25-16,0 0-1 16,0 0 16-16,0 0-46 0,0 0-1 15,0 0-17-15,0 0 17 16,0 0 2-16,0 0 28 16,0 0 50-16,0 0-23 15,0 0-20-15,0 0-21 16,0 0-16-16,0 0 0 15,0 0-21-15,0 0 8 16,0 0 2-16,0 0 10 16,-13 0 2-16,-2-5 27 15,-4 5-10-15,19 0 11 16,-6 0-3 0,6-4-23-16,0 4-6 0,-9 0-12 0,9 0 6 15,0 0-12-15,-6 0 18 16,6 0-5-16,0 0 8 15,0 0 5 1,0 0-2-16,0 0 7 0,0 0-1 16,0 0-18-16,0 0 12 15,0 0-9-15,0 0 4 16,0 0-3-16,0 0 1 16,0 0-1-16,0 0-4 15,0 0 8-15,34 0-5 16,12 0 12-16,16 0-10 0,3 0 10 15,10 0-12-15,-1 0 4 16,-21 0 0-16,-7 0-7 16,-12 0 5-16,-15 0 0 15,3 4 2 1,-4 1-5-16,10 6 13 0,-9-3-15 16,9-4 13-16,-10 9-8 15,-2-2-4-15,-10 1 5 16,0 12 1-1,-6 4 2-15,0 0-10 0,0-3 20 16,0 7-17-16,0-1 14 16,0 10-3-16,-6 7 5 15,0 8 27-15,-10 1-26 16,16-10-6-16,0-6-4 0,0-26 6 16,0-2-12-16,0-13-29 15,7 0-49-15,2-28-134 16,-9-5-75-16</inkml:trace>
  <inkml:trace contextRef="#ctx0" brushRef="#br0" timeOffset="161015.23">5832 15773 211 0,'0'0'340'0,"0"0"-253"0,0 0-31 0,0 0-43 0,0 0 2 0,0 0-4 16,0-25 5-16,0 25-12 16,-6 0 38-16,0 0 104 15,6 0-70-15,0 0-12 16,0 0-32-16,0 0 14 16,0 0-40-16,0 0 5 15,0 0-5-15,-6 0-4 16,-7-3-2-16,-2-2-1 15,15 5-6-15,-6 0 14 16,6 0 2-16,0 0-7 16,0 0 0-16,0 0 4 15,0 0-12-15,0 0-1 16,0 0 5-16,6 0-15 0,34 0 17 16,16 0 0-16,3 0 3 15,0 0 2-15,15 0 0 16,-21 0-7-16,3 0 6 15,-19 0-7-15,-9 0 3 16,0 0-4-16,-16 0 2 16,1 0-22-16,2 0 15 15,4 0-7-15,2 0 5 16,-14 0 9-16,11-7-3 16,-12 3 3-16,-6 4-7 15,0-9 8-15,0 6 2 0,0-5 7 16,0-4 4-1,10-1-5-15,-10-6 9 0,0-9-32 16,0-8 14 0,0 0-7-16,0-5 4 0,0 5 5 15,0 0 2-15,-10 16 5 16,-14 4 16-16,8 4-4 16,4 8 12-16,5-8-27 15,1 12-8-15,6 0 6 16,0-5-4-16,0 2 1 15,0-5-4-15,0-9 3 16,-6-2-18-16,6-6 18 16,0 2 4-16,0-5-7 0,0 7 6 15,0-2-2 1,0 2-3-16,0 9 4 0,0 4-3 16,0 5 6-1,0 3-11-15,0 0 17 0,0 0-12 16,0 0 6-1,0 0 3-15,0 0-1 0,-15 0-2 16,2 0-5-16,-15 0 6 16,3 0-8-16,-21 0-3 15,-1 0 0-15,-8-13 12 16,2 1-16-16,6-8 14 16,1 4-6-16,-1 8-16 15,19 0-39-15,-6 8 12 0,16 0-177 16,-10 0-50-1,15 0-112-15</inkml:trace>
  <inkml:trace contextRef="#ctx0" brushRef="#br0" timeOffset="162448.82">6363 15091 359 0,'0'0'207'0,"0"0"-205"0,0 0-4 0,0 0-32 0,0 0-68 16,0 0 77 0,-16 28 25-16,10-28 83 0,6 0 33 15,0 0-31-15,0 0 15 16,0 0-53-16,0 0 2 15,0 0 12-15,0 0-40 16,0 0-12-16,0 12 10 16,22 1-15-16,24 2 12 15,-6 1 11-15,13 4-25 16,-6-4 7-16,5 4-8 16,-11-7-1-16,5 3 0 15,-12-9 0-15,0 6-8 0,-15-5 5 16,3 0-2-16,-4-4-7 15,-2-1 10-15,-4 2-35 16,-6-5 9-16,-6 3 6 16,0-3 10-16,0 5 12 15,0-2 3-15,0-3 35 16,0 0-29-16,0 0 14 16,0 0-20-16,0 5 9 15,0 3-3-15,0 7-6 16,0 1-3-16,0 4 4 15,0 1-15-15,0-5 23 16,0 4-22-16,0-8 19 0,0 8-12 16,0-4 3-1,0-4 0-15,0 0 0 16,0-8 4-16,0 4-12 0,0-3 15 16,0 3-18-16,0-5 22 15,0 9-13-15,0 4 5 16,-18 4 11-16,2 4 0 15,-9 4-5-15,4-3 4 16,2-9-6-16,4 4 23 16,-4-4-24-16,0 0 4 0,-15 7-5 15,0 10 0 1,6-9-5-16,-3 0 1 0,3-8 3 16,-6-8-2-16,10-8 26 15,-11 0-25-15,8 0 13 16,-8 0-13-16,11 0-5 15,2-16 2-15,16 0-6 16,6 0-4-16,0-4-77 16,0-4-39-16,0 3-244 15,0 6-182-15</inkml:trace>
  <inkml:trace contextRef="#ctx0" brushRef="#br0" timeOffset="163165.08">7104 15540 448 0,'0'0'246'0,"0"0"-88"0,0 0 3 0,0 0-117 0,0 0 27 0,0 0-8 16,0 0-20-16,0 0-20 16,0 0-9-16,0 0-10 15,0 0 6-15,0 0-20 16,0 0-13-16,0-3-34 15,0 3-122 1,0 0-254-16</inkml:trace>
  <inkml:trace contextRef="#ctx0" brushRef="#br0" timeOffset="163615.45">7693 15524 629 0,'0'0'98'0,"0"0"9"0,0 0 2 0,0 0-69 0,0 0-35 0,0 0 15 0,0-12-10 15,0 8 0-15,0 0-20 16,0 4-30-16,0-4-62 16,0 4-132-16,0 0-66 15</inkml:trace>
  <inkml:trace contextRef="#ctx0" brushRef="#br0" timeOffset="163887.13">8328 15500 399 0,'0'0'137'0,"0"0"-137"15,0 0-209-15</inkml:trace>
  <inkml:trace contextRef="#ctx0" brushRef="#br0" timeOffset="164914.28">9076 15316 261 0,'0'0'276'0,"0"0"-208"0,0 0-45 0,0 0-5 0,0 0-15 0,0 0 31 0,-13-5 47 15,13 26 54-15,-15 15-69 16,9 4-33-16,6 4 9 16,-7-8-29-16,7-8-2 15,0 8-9 1,-6 0 15-16,-6 8-16 0,2 5 22 15,-2-1-22-15,6-4 16 16,6-20-16-16,0-1 1 16,0-14-2-16,0-9-11 15,0 0 2-15,0 0-22 16,0 0 28-16,0 0 6 16,0 0 0-16,0 0-2 15,0 0 4-15,0 0-4 16,0 0 13-16,34 0 3 15,19 4-13-15,-7-4 0 16,22 0-3-16,4 0 2 0,2 0 11 16,-6 0-22-1,-3 0 14-15,-3 0-6 16,-24 0 0-16,2 0-2 0,-12 0 2 16,-16 0-28-1,4 0 22-15,-10 0-31 0,-6 0 9 16,0 0-35-16,0 0-9 15,0-13-118-15,-22 6-321 16</inkml:trace>
  <inkml:trace contextRef="#ctx0" brushRef="#br0" timeOffset="165646.23">9029 15336 188 0,'0'0'266'0,"0"0"-233"0,0 0-33 0,0 0 4 0,0 0 36 0,0 0-9 0,0-45 31 0,0 45-18 15,0 0 42-15,0 0 59 16,0 0-70-16,0 0-39 16,0 0-34-16,0 0-4 15,0 0-5-15,0 0 5 16,40 0 4-16,7 0 17 0,18 0-10 16,10 0-1-16,-23 0-1 15,23 0-2-15,-29 0-10 16,-18 0 15-16,-3 0-21 15,3 0 14-15,-7 0-6 16,-14 5-4-16,5 2 4 16,-6-2-30-16,-6-2-30 15,0-3 0-15,0 5 11 16,0-5 52-16,0 3 22 16,0 10 17-16,0-1-31 15,0 12-2-15,0-4-4 16,0 12-2-16,0 8 13 15,0 0 9-15,0 0 9 0,0 16-24 16,6-7 26 0,10-1-15-16,-4-8-12 0,-5 0 0 15,-1-16-6 1,-6-1 0-16,0 2-8 0,0-9 3 16,0 9-11-1,0-10 13-15,0 1-19 0,-13 0-85 16,-15 1-86-16,4-6-86 15</inkml:trace>
  <inkml:trace contextRef="#ctx0" brushRef="#br0" timeOffset="166378.08">9531 15886 502 0,'0'0'78'0,"0"0"-53"0,0 0-25 0,0 0 23 0,0 0-3 16,0 0 35-16,0 3-5 15,19 2 58-15,15 2-2 16,7 1-71-16,11-4-6 15,16 5-21-15,-2-6-5 16,2-3 4-16,-16 0-11 0,1 0 14 16,-13 0-15-1,7 0 10-15,-25 0-10 0,3 0 5 16,-25 0 0-16,15 0-4 16,-15-3-49-16,0-10-145 15,0 1-59 1</inkml:trace>
  <inkml:trace contextRef="#ctx0" brushRef="#br0" timeOffset="167126.58">9659 15303 404 0,'0'0'0'0,"0"0"-8"0,0 0-3 0,0 0 10 0,0 0 0 15,0 0 1-15,0-28 121 16,-10 28-15-16,10 0 3 16,0 0-15-16,0 0-2 0,0 0-61 15,0 0 4-15,0 0-23 16,0 0 8-16,0 0-20 16,10 0 1-16,42 8 15 15,29 17-8-15,6-9 2 16,6 7 0-1,-13-10-14-15,-14-1 8 0,-4-1-8 16,-31-6 1-16,-10 3 2 16,-15-4-16-16,1-4-8 15,-7 0-15-15,0 0 9 16,0 0 28-16,15 0-68 16,-9 0 18-16,-6 0 45 15,0 4 4-15,0 4 4 16,0 7 0-16,0 6 19 0,0 7-2 15,0 8 20 1,0 4-1-16,0 4 25 0,0 5-35 16,13 10 8-1,15-15-24-15,-4 5-10 0,-17 4-5 16,-7-17 5-16,0-5 0 16,0-7-22-1,0-12-35-15,0-7-161 0,0-5 10 16,-25 0-306-16</inkml:trace>
  <inkml:trace contextRef="#ctx0" brushRef="#br0" timeOffset="167795.24">10307 15937 524 0,'0'0'92'0,"0"0"-44"0,0 0-28 0,0 0-3 0,0 0-2 0,0 0 36 16,24 16 36-16,23-11 0 16,21-5-37-16,7 0-29 15,11 0-1-15,1 0-16 16,0 0-5-16,-6 0 12 16,-16 0-22-16,9 0 5 15,-21 0 2-15,15 0 4 16,-15 0 0-16,6 0-7 15,-13 0-133-15,-5 0-92 16,-26 0-126-16</inkml:trace>
  <inkml:trace contextRef="#ctx0" brushRef="#br0" timeOffset="168478.99">10338 15311 402 0,'0'0'384'0,"0"0"-309"0,0 0-31 0,0 0-22 16,0 0 12-16,0 0-27 15,0 0 31-15,96 5-27 16,-31 3 17-16,9 12 7 15,-9-9-7-15,-3 2-20 16,4-5-1-16,-20-4-7 16,-6-4-6-16,-12 0 0 15,0 0-22-15,-3 0 16 0,3 0 1 16,12 0 9-16,-6 0-12 16,-3 0 3-1,-3 0 7-15,0 0-5 0,-3 8 1 16,3 12 16-16,-3 4-1 15,3-4-2-15,-16 21 12 16,10 3-15-16,-22-1 12 16,6 22-14-16,-6-6 6 15,0 6-3-15,0-5 0 16,0-12-6-16,12-8-21 16,-12-16-99-16,0-20-397 15</inkml:trace>
  <inkml:trace contextRef="#ctx0" brushRef="#br0" timeOffset="169176.44">11355 15953 231 0,'0'0'139'0,"0"0"12"0,0 0-68 0,0 0-24 16,0 0-32-16,0 0 6 15,0 0 25-15,34 0 28 0,6 0-50 16,13 0 12-16,0 0-25 16,9 0 15-16,-10 0-25 15,1 0-5-15,-7 0 3 16,-5 0-6-1,-7 0-10-15,6-3-15 0,-21-2-15 16,-10 1-159 0,4 0 16-16,-13 4-144 0</inkml:trace>
  <inkml:trace contextRef="#ctx0" brushRef="#br0" timeOffset="169691.18">11228 15404 190 0,'0'0'480'15,"0"0"-345"-15,0 0-86 16,0 0-43-16,0 0 6 0,0 0 28 16,0-16 51-16,6 16-34 15,22 0 21-15,18 0-34 16,1 0-18-1,5 0-25-15,4 0 13 0,-3 0-11 16,-13 0-1-16,7 0 4 16,-13 0-7-16,-3 0 1 15,3 0 0-15,-6 0-5 16,-16 12 16-16,1 0-26 0,-4 8 25 16,-3 11-20-1,-6 10 15-15,0 12-11 0,0 10 6 16,0 1 0-16,0 0-3 15,0 1 10 1,0-17-15-16,0-12 16 0,0-16-19 16,0-20-53-16,0 0-102 15,0 0-258-15</inkml:trace>
  <inkml:trace contextRef="#ctx0" brushRef="#br0" timeOffset="170726.04">13507 15797 329 0,'0'0'207'0,"0"0"-160"0,0 0-18 0,0 0-2 0,0 0 95 0,0 0 88 15,0 0-127-15,0 0-10 16,0 0-46-16,6 0-17 15,22 0-1-15,6 0-3 16,-16 0 0-16,23 0-12 16,-29-8 0-16,10 3-40 15,6 2-14-15,-16 3-48 16,-6-8-122-16,-6 8 3 16,0 0-161-16</inkml:trace>
  <inkml:trace contextRef="#ctx0" brushRef="#br0" timeOffset="170876.04">13507 15797 405 0</inkml:trace>
  <inkml:trace contextRef="#ctx0" brushRef="#br0" timeOffset="170960.29">13507 15797 405 0,'-41'-193'251'0,"41"193"-207"16,0 0 7-16,0 0-51 15,34 0-43-15,-6 0-62 0,-3 13-95 16</inkml:trace>
  <inkml:trace contextRef="#ctx0" brushRef="#br0" timeOffset="171526.51">14322 15961 558 0,'0'0'102'0,"0"0"19"0,0 0 3 0,0 0-59 0,0-116-31 15,0 68-8 1,6-9 7-16,4 1-26 0,-10 12 21 15,0 0-27-15,0 13 28 16,0 6-20-16,0 14 2 16,0-2-6-16,0 13 12 15,0 0-9-15,0 0-4 16,0 0 1-16,0 0 2 16,0 16 8-16,0 4-13 0,-10 4-4 15,-8 1-18 1,5-6-27-16,-15 14-42 15,16-5-182-15,-10 0-92 0</inkml:trace>
  <inkml:trace contextRef="#ctx0" brushRef="#br0" timeOffset="171728.17">14322 15961 336 0</inkml:trace>
  <inkml:trace contextRef="#ctx0" brushRef="#br0" timeOffset="171940.28">14322 15961 336 0,'276'-116'355'0,"-257"124"-233"15,2-8-52-15,4 0-8 16,15 0-4-16,-5 0-37 16,5-24 18-16,0-12-14 15,-6-9 25-15,-9 6-27 16,-13-2-18-16,-12-7 5 16,0 8-2-16,0 8-16 15,0 8 5-15,0 16-1 0,-31 4 5 16,-9 4-1-16,6 0 5 15,-6 0-5 1,-1 28 0-16,14 0-46 0,8 0-4 16,13 5-65-16,6-9-197 15,0-1-317-15</inkml:trace>
  <inkml:trace contextRef="#ctx0" brushRef="#br0" timeOffset="172440.67">15327 15850 475 0,'0'0'101'0,"0"0"-27"0,0 0 70 0,0 0-38 0,0-41-45 0,0 5-38 0,0-8-1 0,6-4 3 15,0 7 25-15,-6 5 5 16,6 12 10 0,-6 17-16-16,0-1-33 0,0 8 5 15,0 0-18-15,0 0 18 16,0 0-21-16,0 0-14 15,0 0-33-15,0 0-15 16,-18 0-50-16,-10 15 43 16,-6 9-239-16,9-8-182 15</inkml:trace>
  <inkml:trace contextRef="#ctx0" brushRef="#br0" timeOffset="-213911.4">2251 15055 79 0,'0'0'199'0,"0"0"-175"0,0 0 18 0,0 0-9 15,0 0 15-15,0 0 22 16,0 36-10-16,0-32-21 16,0-4 1-1,0 8 19-15,0-8 6 0,0 4 9 16,0 0-29-16,0-4-25 16,0 0-17-16,0 8 9 15,0-8-12-15,0 0 29 16,0 0-10-16,0 0 29 15,0 0-15-15,0 0 13 16,0 0-27-16,0-8-17 16,0-16-1-16,0 0 10 0,0-8-15 15,0 4 11-15,0-8-14 16,0 8 6 0,0-8-19-16,0 12 2 0,0-4 5 15,0 3 13-15,0 1 0 16,0-4-9-16,0-3 20 15,0-10-27-15,0-7 11 16,0 4-38-16,0 3-44 16,0 13 30-16,0 17 45 15,6 3-3-15,7 8 15 16,-13 0 18-16,0 0 55 16,0 0-73-16,9 0-19 0,-3-5-23 15,0-15 5 1,1 4 31-16,14 9 6 0,-14 2-8 15,5 5 21 1,0 0 1-16,16 12 74 0,13 24-23 16,-7-12-51-16,-3-4-2 15,3-12-6-15,0 5-5 16,0-9-1-16,6-4 5 16,7 0-10-1,-7 8 13-15,7-8-11 0,5 0 11 16,-5 3-11-16,-1-3 7 15,-18 0-8-15,-15 0-6 16,-7 5-2-16,-6-5 9 16,0 3 6-16,0-3 13 0,0 0-14 15,0 0 9 1,0 0-3-16,0 0-11 0,0 9 6 16,0 10-3-16,0 6 3 15,0 15 0-15,0 8 1 16,0 8 0-16,-13 12 22 15,7-4 12-15,6 5 21 16,0-5-41-16,0-12-10 16,0-12-8-16,0-16-5 15,6-12-31-15,1-12-95 0,-1 0-254 16</inkml:trace>
  <inkml:trace contextRef="#ctx0" brushRef="#br0" timeOffset="-212660.24">2332 14257 208 0,'0'0'203'0,"0"0"-116"0,0 0-40 0,0 0-38 0,0 0 13 16,0 0-9-16,0 0 4 16,0 8-4-16,0 11 36 15,-13-6 19-15,-2-5 5 16,15 1-22-16,0-6-43 16,0-3-5-16,0 0 10 15,-6 0-9-15,6 3-1 16,0 6 32-16,0 3-25 15,0 0 11-15,0 4-1 16,0 1-17-16,0-2-1 16,0-2 7-16,0-10-14 0,0-3 13 15,0 0-1 1,0 0 3-16,0 0 31 0,0 0-6 16,0 0 12-1,0 0-2-15,0 0-33 0,0 0-12 16,0 0 2-1,0-31-6-15,0-10 8 0,-7-3-10 16,-5-9 12-16,-4 6-6 16,4-6 0-16,6 1 0 15,-7 13-7-15,-2-2 14 16,3 9-15-16,5-8 16 16,7 17-15-16,0-7 13 15,0 7-10-15,0 15 4 0,0 8 0 16,0 0-1-16,0 0-11 15,0 0 8-15,0 0-23 16,0 0 15-16,0 0 3 16,0 0 4-16,7 0 2 15,5 0 3-15,3-8 0 16,-2 0 0-16,-1 8 0 16,-12 0 4-16,6 0-6 15,10 0 15-15,3 0-5 16,21 0-1-16,13 8 1 0,9 0-8 31,-3-8 1-31,9 0 5 0,-16 8-5 0,23-8-2 16,-22 0 6-1,-7 0 2-15,-12 0-1 0,-21 0-6 16,-1 0 0 0,-6 0 0-16,-6 0-5 0,16 0 4 15,-16 0-3-15,0 0 4 16,0 0-8-16,0 0 16 15,0 0-20-15,0 0 11 16,0 0-5-16,0 0-6 16,6 0 1-16,-6 0 8 15,12 0 3-15,-12 15-1 16,0 10 4-16,0-1-3 16,0 12 8-16,0 0-8 15,0 8 10-15,0 9 10 0,-6 14-10 16,-12 2-5-16,2-9-9 15,4-7 10-15,12-9-12 16,0-21-1-16,0 5 2 16,0-15-37-16,0 3-25 15,0-16-275-15,-19 0-369 16</inkml:trace>
  <inkml:trace contextRef="#ctx0" brushRef="#br0" timeOffset="-211546.34">2223 13664 220 0,'0'0'78'0,"0"0"-75"0,0 0-6 0,0 0-7 0,0 0 9 0,0 0 1 0,-12 11 16 15,12-6 122-15,0 6-31 16,0 1-65 0,0-4-8-16,0-3-31 0,0 3 3 15,0-8-12 1,0 0 12-16,0 0-3 0,0 0 1 15,0 0 38-15,0 0-1 16,0 0 17-16,-13 0-21 16,13 0-2-16,0 0 16 15,0-8 1-15,-6-8-15 16,-9-9-34-16,2-6 0 16,1-10 6-16,3 2-10 0,-4-6 5 15,-5 1-4-15,18 0 0 16,0 8 1-16,0 0-8 15,0 11 14 1,-7 9-13-16,7 5 13 0,0-2-10 16,0 13 12-16,0 0-9 15,0 0 0-15,0-4 0 16,0 1 0-16,0-13 3 16,0-1-12-1,25-11 18-15,3 0-15 0,-3-4 12 16,-3 16-9-16,-16 7 6 15,0 9-3-15,-6 0 5 0,15 0 6 16,-2 0-11 0,21 0 4-16,13 21-8 15,-7-5 16-15,13-4-11 0,-13 0 5 16,-6 0-12 0,6-4 5-16,-9 0 1 0,16 5 0 15,-1-10 3-15,-18 5-15 16,12-8 16-16,-27 0-9 15,-4 0-17-15,-3 0-5 16,-6 0 5-16,7 0 11 16,-7 0-13-16,6 8 15 15,0-4 7-15,0 1-2 0,-6 3 4 16,0 3 0-16,0 9 25 16,0 24-16-16,0 5 6 15,0 7-12-15,0 16 3 16,16-8 15-1,-10-8-3-15,6 1 6 16,10-18-18-16,-3-11-12 0,-1-7 6 16,4-13-34-16,-16-1-198 15,-6-2-309-15</inkml:trace>
  <inkml:trace contextRef="#ctx0" brushRef="#br0" timeOffset="-210544.61">2158 13207 404 0,'0'0'222'0,"0"0"-206"0,0 0-2 0,0 0-14 0,0 0-54 0,0 0-27 16,-6 0 81-16,6 0 0 15,-16 0 17-15,10 0 30 16,-12 0-27-16,11 0 35 16,7 0-27-16,0 0 13 0,0 0-23 15,0 0 46-15,0 0 29 16,0 0-1-16,0 0-76 16,0-13-4-16,0-3-8 15,0-4 1-15,-9-5 16 16,9-6-18-16,-6-2 19 15,0-14-20-15,6-14 3 16,0-14-5-16,0 10-1 16,0 1-5-16,0 19-6 15,0 26 8-15,0 7 7 16,0 12-13-16,0-8 16 0,0 3-12 16,0-6-34-16,0-6 34 15,0 6-23-15,0-1 3 16,6 12 26-1,-6 0 0-15,6 0 21 0,-6 0-17 16,9 0 31-16,-9 0-34 16,0 0 6-16,7 7-7 15,5-2-6-15,0-5-9 16,10 0 4-16,-10 0 9 16,23 0-1-16,5 3-4 15,19 5 14-15,21-3-11 16,-11-2 10-16,-4 2-12 0,-19-5 2 15,1 0 0 1,-19 0-2-16,6 0 2 0,-22 0-2 16,22 0 3-16,-21 0-7 15,2 0 8-15,-2 4-15 16,-7 7-33 0,0 2-1-16,-6 15 51 0,0 3 28 15,0 7 19-15,0 1-41 16,0 13 26-16,0 12-19 15,0 5 19-15,0-5-24 16,0-4 14-16,0-20-22 16,0 1-7-16,0-22-35 15,0-15-161-15,0-4-158 16</inkml:trace>
  <inkml:trace contextRef="#ctx0" brushRef="#br0" timeOffset="-209564.56">1916 12568 332 0,'0'0'260'0,"0"0"-216"0,0 0-28 0,0 0-12 0,0 0-4 0,0 0-15 15,0 0 14 1,0 0 1-16,0 0 14 0,0 0 13 16,0 0 34-1,0 0-34-15,6 0-21 0,4-16-6 16,-10 1-1-16,6-10-6 16,6 1 14-16,-5 0 0 15,-7 0 7-15,6 5 74 16,-6-11-25-16,0-6-54 15,6-8-9-15,16-7-2 16,-10-6-61-16,4 5-37 16,-16 9 72-16,0 14 7 0,0 9 21 15,0 12 6-15,0 0 63 16,0 8-60-16,0 0 35 16,0 0 3-16,0 0-47 15,0 0-10-15,0-8-37 16,0 8 45-16,0 0-10 15,0 0 12 1,0 0 16-16,24 0 16 0,10 20 9 16,1-8-30-16,5 0-9 15,-15 0 5-15,9-3-11 16,0 2 12-16,-9-3-6 0,9 4-2 16,6 1 7-16,-18-6-4 15,9-3 1-15,3 0-4 16,-6-4 1-16,-10 0-8 15,10 0 16-15,-28 0-19 16,7 0 21-16,-7 0-11 16,0 0 1-16,0 5 10 15,12 6-7-15,10 5-3 16,-4 1-2 0,4 3 6-16,18-1-11 0,-21 14 12 15,9 6-6-15,-22 10 0 16,-6 4 12-16,0-10-10 15,0-3-2-15,0-7 0 0,0-26-17 16,0-7-14 0,0 0-152-16,0 0-88 15</inkml:trace>
  <inkml:trace contextRef="#ctx0" brushRef="#br0" timeOffset="-209047.07">2332 11890 633 0,'0'0'95'0,"0"0"-40"0,0 0 3 0,0 0-58 0,0 0-28 16,0 0-5-16,-6 0-39 0,6 0 14 16,0 0 25-16,0 0-43 15,0 0-213-15</inkml:trace>
  <inkml:trace contextRef="#ctx0" brushRef="#br0" timeOffset="-208780.74">2344 11538 696 0,'0'0'173'16,"0"0"-43"-16,0 0-87 16,0 0-34-16,0 0-18 15,0 0 7-15,0 0-34 16,0 0-149-16,0 0 7 0,0 0-89 16</inkml:trace>
  <inkml:trace contextRef="#ctx0" brushRef="#br0" timeOffset="-208514.41">2344 11538 749 0,'6'-237'201'0,"-6"237"-198"15,0 0-3-15,0 0 0 16,0 0-90-16,0 0-156 16,0 0-336-16</inkml:trace>
  <inkml:trace contextRef="#ctx0" brushRef="#br0" timeOffset="-207298.9">2105 11040 265 0,'0'0'94'0,"0"0"-94"0,0 0-1 0,0 0 1 16,0 0 48-16,0 0 68 15,0 0-11 1,0 0-43-16,0 0 18 16,0 0-68-16,0 0 9 0,0 0-15 15,31 0 20-15,16 0 40 16,9 8-5-16,-4-4-24 16,7-4-25-16,10 0 5 15,-11 0-12-15,4 0-2 16,-21 0-2-16,5 0 2 15,-5 0-3-15,5 0 0 16,-6 0-1-16,-9 0-1 0,-9 0-1 16,-3 0-20-16,-10 0 9 15,-3 0-16 1,-6 0 28-16,6 0-5 0,-6 0 7 16,0 0 11-16,0 0-4 15,0 0 12-15,0 0-10 16,0 0-18-16,7 0 16 15,-7 0-14 1,0 0 14-16,0 0-7 0,0 0 1 16,0-4 4-16,0-7 20 15,0-5-17-15,0 11-2 16,0-7-4-16,0 4 6 16,0-3-1-16,-7-10-14 0,-5 1 6 15,-3-12 1-15,2-4 0 16,-15 4 0-16,10-4-4 15,5-5 10-15,-9 18-13 16,22-10 5-16,0-3-5 16,0 0 12-16,0-3-12 15,0 3 7-15,0 7-1 16,0 13-5-16,-12 8 12 16,-3 8 8-16,15 0-3 15,0 0-4-15,0 0 0 16,0 0-12-16,0 0 6 15,0 0-1-15,0 0 4 16,0 0-3-16,-19 0 5 0,13 0-3 16,0 12-6-1,-4 0-79-15,-8 0-208 16,11-8-62-16</inkml:trace>
  <inkml:trace contextRef="#ctx0" brushRef="#br0" timeOffset="-206561.79">1963 10896 211 0,'0'0'375'0,"0"0"-351"0,0 0-20 0,0 0-5 0,0 0 14 0,0 0 2 16,0 0-2-16,80-41 5 16,-80 14-8-16,7-1-9 15,-1-5-2-15,3 2 7 16,-9-2-5-16,12-6 4 15,-12 11-5-15,0 0 4 16,0-5-4-16,0 9 9 16,0 4 2-1,-21 8-2-15,8 0 2 0,13 4-4 16,-6-4 2-16,0 12-18 16,6 0 19-16,0 0-10 15,0 0 23-15,0 0-15 0,0 0-6 16,25 0-1-16,24 0 69 15,-2 0-68-15,6 0 18 16,21 0-11-16,-9 0-8 16,-3 0-1-16,-9 0 0 15,-19 0 0-15,-9 8-6 16,-10 0-1-16,-2-4 1 16,-1 0 0-16,-6 4 7 15,10-4-11-15,-10-4 9 16,28 5-4-16,-9 2 0 15,28-7 4-15,2 8 1 16,4-8-1-16,-12 0-8 0,-13 0-105 16,-28 0 2-16,-6 0-315 15</inkml:trace>
  <inkml:trace contextRef="#ctx0" brushRef="#br0" timeOffset="-205567.97">1963 10511 201 0,'0'0'65'0,"0"0"-15"0,0 0-13 0,0 0 121 0,0 0-66 0,0 0-6 0,21-57-18 16,-14 26-57-16,5 3-2 15,-6 0 2-15,-6 4-7 16,0-1 4-16,0 1-10 16,10 9 6-16,-10-2 26 15,0-2 70-15,0 2-29 16,0-2-59-16,0-2-12 0,0 1 0 15,0-4-5-15,0-4-17 16,0 4-20-16,0 0 37 16,0 8 4-16,0 4 1 15,0 12 54-15,0 0-10 16,0 0-2-16,0 0-24 16,0 0-7-16,0 0-11 15,0 0-1-15,6-5-22 16,12-3 16-16,4 8 7 15,3 0-5-15,21 0 5 16,10 0 0-16,-3 17 16 16,0-9-12-16,-7 0-8 0,-6-8 13 15,-5 0-23-15,-11 0 16 16,4 0-7-16,13 0 5 16,-7-16 0-16,0 12-1 15,-9-1 4-15,-10-3-9 16,-9 8 14-16,-6 0-19 15,0 0 11-15,0 0-3 16,6 8-5-16,1 1-1 16,-1 7-1-16,22 0 10 15,-16 0-1-15,35 8 8 16,-13 4-6-16,0 8 3 16,-15-4-6-16,-13 4 6 0,-6-3-4 15,0-5 0 1,0-4-1-16,0-9-1 0,0-2-7 15,0-13 3-15,-19 0-84 16,13 0-193-16,-16-5-227 16</inkml:trace>
  <inkml:trace contextRef="#ctx0" brushRef="#br0" timeOffset="-204685.75">1950 10102 70 0,'0'0'43'0,"0"0"57"0,0 0 22 0,0 0 25 0,0 0-94 15,0 0-6-15,0 0-45 16,47-124 27-16,-47 104-7 15,0-5-7 1,0-2 11-16,6-6 4 0,0 5-26 16,4-8 7-16,-4 8-18 0,-6 4 15 15,0 0-8 1,0 3 1-16,0 6 12 0,0-1-13 16,0 11 0-16,0 2 53 15,0 3 53-15,0 0-33 16,0-5-71-1,0-2-2-15,0 3-48 0,0 0-43 16,0 0 32-16,0 4 59 16,0 0 25-16,0 0 4 15,0 0-27-15,0 0 10 16,12 0-4-16,28 0 3 0,-12-4 20 16,10-1-30-1,-4 2 38-15,-6-2-26 16,12 5-6-16,-6 0 14 0,19 0-11 15,6 0 17-15,3 0-24 16,3 0 8-16,-3 0-2 16,3 0-11-16,3 0 3 15,-21 0-1-15,-13 0 0 16,-9 0-8-16,-10 0-2 16,4 0 4-16,-1 0 1 15,4 13 10-15,-3 3-8 16,-19-1 7-16,21 10-4 15,-15-1 0-15,-6 4 0 16,0 4-9-16,0 4 5 0,0 1-92 16,-34-6-186-1,-6-14-72-15</inkml:trace>
  <inkml:trace contextRef="#ctx0" brushRef="#br0" timeOffset="-203501.5">2232 8358 102 0,'0'0'201'0,"0"0"-182"0,0 0-7 0,0 0 3 0,0 0-5 0,0 0-4 0,0 36 75 0,0-29 31 16,0 1-39 0,0-8 35-16,0 0 18 0,0 0-44 15,0 0-53-15,0-15 10 16,0-34-24-16,0-15-10 16,0-16-10-16,0-4 0 15,0-1-3-15,0 13-19 16,0 8 2-16,0 8 5 15,0 24 19-15,-9 12 1 16,3 20 68-16,6 0-68 16,0 0-4-16,-12 0-22 0,12 0-156 15,-13 0 67-15,-2 8 12 16,-4 12 10-16,-9 4 17 16,3 13-20-1,10-10 63-15,9-3-135 0</inkml:trace>
  <inkml:trace contextRef="#ctx0" brushRef="#br0" timeOffset="-203053.48">2338 8285 527 0,'0'0'9'0,"0"0"10"0,0 0 2 0,0 0-12 0,0 0 33 16,0 0-21-16,195-117 7 15,-176 70-20 1,-7-9 28-16,-12 7-19 0,0-2-17 16,0 10 2-16,0 2-2 15,0 18 13-15,-12 21 32 16,12 0 76-16,-6 0-44 15,-1 0-58-15,-14 0-19 16,-4 0-34-16,3 21-93 16,-6-2-71-16,16 13 4 15,6-11-124-15</inkml:trace>
  <inkml:trace contextRef="#ctx0" brushRef="#br0" timeOffset="-202602.65">2946 8029 307 0,'0'0'136'0,"0"0"-55"16,0 0-44-16,0-246-26 0,0 199-10 0,0 31 10 0,0-1 7 0,-7 17 15 15,1 0 69-15,-6 0-33 0,3 13-25 16,9 15-40 0,-13 3 11-16,-5-6-14 15,-4 3-1-15,9-16-39 16,-8 12-144-16,8-16-15 0,7 5-226 15</inkml:trace>
  <inkml:trace contextRef="#ctx0" brushRef="#br0" timeOffset="-178489.41">2834 9953 300 0,'0'0'113'0,"0"0"13"0,0 0-45 0,0 0-35 0,0 0-8 0,0 0 12 0,0 0 28 15,0 0 39 1,0 0-46-16,0 0-48 0,0 0-4 15,0 0-16-15,0 0-4 16,0 0 1-16,0 0 0 16,6 0-5-16,13 0 10 15,9 0-12-15,6 0 15 16,12 0-9-16,26 5 6 16,-4-5-10-16,12 0 3 0,-14 0-3 15,8 0 1-15,-15 0-8 16,3 0 8-16,-9-8-9 15,-7-4 12-15,-12 12-7 16,-15 0-4 0,3-5 4-16,-4 5-8 0,4 0-17 15,-10 0 12 1,10 0 16-16,-10 0-11 0,-5 0-2 16,-1 0-12-16,-6 0 30 15,6 0-26-15,3 0 14 16,-2 0-17-16,-1 0 26 15,-6 0 3-15,6 0 0 0,-6 0 0 16,0 0 6 0,0 0 21-16,0 5 2 0,0 7-11 15,0-1-15 1,0 14 3-16,0-1-3 0,0-9-1 16,0 10 4-16,-6-1-4 15,-7-1 11-15,-8 6-11 16,8-9 1-16,7 5 4 15,-9-6 4-15,2 9-2 16,-5-3 7-16,-10-2 3 16,15 1-17-16,-9-7-1 15,22-6 5-15,-6-11-12 16,0 8 7-16,-6-3-6 16,2-5 10-16,4 0 4 15,-12 4-2-15,2-1-7 0,-3 2 1 16,-15 3 0-16,10 0-2 15,-11 4 10-15,8-4-9 16,14-5 1-16,7-3 32 16,6 0-16-16,0 0-2 15,0 0-15-15,0 0 0 16,0 0 0-16,0 0-16 16,-6 0-31-16,-10 0-42 15,-2 0-4-15,-4 0-44 16,10 0-315-16</inkml:trace>
  <inkml:trace contextRef="#ctx0" brushRef="#br0" timeOffset="-176157.81">3135 10503 296 0,'0'0'38'0,"0"0"-25"0,0 0-13 0,0 0-3 0,0 0 3 15,0 0 2-15,0 0 81 0,-28 0-8 16,28 0-14 0,0 0-26-16,0 0-4 15,0 0-14-15,0 0 5 0,0 0 14 16,0 0-12-16,0 0 18 15,0 0-37-15,0 0-4 16,0 0-1-16,0 0-11 16,0 0-1-16,0 0-5 15,0 0 13-15,28 0 4 16,9 0-4-16,13 0 10 16,-4-16-12-16,1 8 4 15,5 0-35-15,-11-1-9 16,-13 9 30-16,3-3 9 15,9-2 7-15,0-2 0 16,7 3 10-16,9-4-20 16,-10 4 8-16,-6-4-41 0,-2 8-110 15,-4-5 6-15,-6 2 5 16,-16 3 39 0</inkml:trace>
  <inkml:trace contextRef="#ctx0" brushRef="#br0" timeOffset="-176067.85">3863 10415 74 0,'0'0'28'0,"0"0"-28"16,0 0-27-16,0 0-24 15</inkml:trace>
  <inkml:trace contextRef="#ctx0" brushRef="#br0" timeOffset="-175860.38">3863 10415 16 0,'-127'128'240'0,"106"-112"-208"16,2 0-19-16,10 1-13 15,3-9-23-15,-1 7 10 16,7 1 13-16,-6 4 35 15,-6 9 31-15,-4-6 33 16,-2 13-67-16,5-8-32 16,13 9-26-1,-15-1-21-15,2-8 25 16,-5 12 11-16,2 1 11 0,4-5 3 16,-1-9 53-16,13-7-45 15,0-15-11-15,-9-5-35 16,9 0-109-16</inkml:trace>
  <inkml:trace contextRef="#ctx0" brushRef="#br0" timeOffset="-175274.5">2840 11148 228 0,'0'0'56'0,"0"0"-36"0,0 0 29 0,0 0 43 0,0 0-76 15,0 0 25-15,13 0 2 16,-13 0 9-16,0 0-13 16,12 0 22-16,16 0-14 15,18 0 3-15,-5-8 37 16,33-8-51-16,-21 1 0 15,6-1-27-15,-3-4-4 16,15 7-5-16,-9-3-1 16,3 1 1-16,3 2-59 15,-15-7-102-15,-7 12-43 16,-24 5-252-16</inkml:trace>
  <inkml:trace contextRef="#ctx0" brushRef="#br0" timeOffset="-174109.65">3736 10535 129 0,'0'0'288'0,"0"0"-221"0,0 0-36 0,0 0-18 16,0 0-6-1,0 0-7-15,0 0 19 0,0 0 11 16,0 0-7-16,0 0 36 16,0 0 21-16,0 0 27 15,0 0-79-15,0 0 0 16,0 0-22-16,0 0-6 15,0 0-1-15,0 0 0 16,0 0 1-16,13 0 0 16,12 0 6-16,15 0 4 15,9 0 15-15,10 0-24 16,0 0 4-16,3 0 0 16,-9 0-10-16,-13 0-4 0,7 0-19 15,-19 0-28-15,3 0-4 16,3 0 50-16,-6 0-6 15,6 0 12-15,-9 0-5 16,3 0 0-16,-16 0-36 16,-6 0-10-16,-6 0-11 15,0 0-5-15,0 0-28 16,0 0-14-16,0 0 53 16,0 0 35-16,0 0-8 15,0 0 33-15,0 0 110 16,0 0-33-16,0 0 18 15,0 0-51-15,0 0-40 16,0 0 2-16,0 8 2 16,-6-8-13-16,6 4 11 0,0 0 7 15,-6 4 51 1,0 0-18-16,-10 0-29 0,-3 0-1 16,13 4 16-16,-6 1-29 15,3-6 6-15,9 9 12 16,-13 4-3-16,13 9 7 15,-12 2-5-15,12 10-14 16,0-1-2-16,0 0 8 16,0-4-7-16,0-4-5 15,0-4-16-15,0-4 3 0,0 4-48 16,-6 4-1 0,-4 4 8-16,-2 1 43 15,12-1 1-15,0-12 1 16,0-8-25-16,0-16-103 0,0 0-89 15</inkml:trace>
  <inkml:trace contextRef="#ctx0" brushRef="#br0" timeOffset="-173411.75">3563 11204 218 0,'0'0'41'0,"0"0"-41"0,0 0-60 0,0 0 28 0,0 0 32 15,0 0 95-15,0-31-9 16,0 31 9-16,0 0-3 16,0 0-18-16,0 0 11 15,0 0-13-15,0 0-10 16,0 0-15-16,0-8-22 15,0 4 9-15,0-9-29 16,0 10 0-16,0-5 2 16,0-5 0-16,0 10-1 0,24-6 10 15,11 1-9-15,11 5 0 16,7-2 3-16,9 5-9 16,3 0-2-16,-12 0 8 15,9 0-12-15,-16 0 10 16,-6 0-10-16,1 0 4 15,-16 0 1-15,-4 0-1 16,-8 0-20-16,2 5-29 16,4 3-119-16,-7 4 44 15,4-9 52-15,2 5-6 0,-18-8-227 16</inkml:trace>
  <inkml:trace contextRef="#ctx0" brushRef="#br0" timeOffset="-171015.18">2800 11137 56 0,'0'0'131'0,"0"0"-123"0,0 0-8 0,0 0-14 16,0 0 14-16,0 0 50 15,0 0 3-15,0 0 65 0,0 0-3 16,0 0-45 0,0 0-39-16,0 0-3 0,0 8-4 15,0 4-17-15,0-1 0 16,0 10-1-16,0 2-8 15,0 13 8-15,0 9 14 16,0 4 23-16,-6 14-16 16,-16-7-12-16,-3 0-9 15,-3-19-6-15,16-9-39 16,3-16-28-16,9-12-45 16,0 0-140-16</inkml:trace>
  <inkml:trace contextRef="#ctx0" brushRef="#br0" timeOffset="-170096.23">1969 11197 179 0,'0'0'64'0,"0"0"1"0,0 0-29 0,0 0 14 0,0 0 30 0,0 0-30 0,0 4 10 0,0 7-12 16,0 6 17-16,0 7-31 16,0 8 0-16,0 0-30 15,0 9 10-15,0-2 27 16,0-3 26-16,0-3-44 15,0-5-9-15,0 3-9 16,0-6-10-16,15-9 0 0,-2 4-1 16,-7-12-20-16,16 0-21 15,-16-5 6-15,6 2 41 16,1-5-10-16,-13 0 23 16,15 4-3-16,-9-4-9 15,7 8 9-15,2-8-10 16,10 0 3-16,9 0 3 15,13 0-5-15,-7 0 7 16,13 0-1-16,0 0 3 0,21 0-10 16,-6 0-2-1,-3 4-2-15,3 5 4 0,-15 6-3 16,9 1 3-16,-25-8-5 16,-2-8 18-1,-8 0-22-15,-2 0 9 0,-3 0-33 16,-3-12-66-16,8-15-77 15,-8 2-188-15</inkml:trace>
  <inkml:trace contextRef="#ctx0" brushRef="#br0" timeOffset="-169414.99">2800 11642 338 0,'0'0'228'0,"0"0"-181"0,0 0 33 0,0 0-36 0,0 0-26 0,0 0 4 0,394-56-14 15,-307 52-3-15,6 4-5 16,-19-4 1-16,-15 4-9 0,-19 0 7 15,-24 0-4 1,8 0 1-16,-11 0 3 0,9 0-13 16,-22 0 11-16,18 0-8 15,-18 0-88-15,0 0-51 16,0 0-250-16</inkml:trace>
  <inkml:trace contextRef="#ctx0" brushRef="#br0" timeOffset="-168931">3460 11212 7 0,'0'0'239'0,"0"0"-228"0,0 0-9 0,0 0-2 0,0 0 62 0,0 0 8 0,-12 25 57 16,12 3-23-16,0 16 28 16,0 5 3-16,0-2-121 15,0 6-8-15,0-14 1 16,0 2-4-16,0-10-3 15,0-3 0-15,0 1 4 16,-6-9-4-16,0-4-7 16,6-4-104-16,0-12-31 15,0 0-72-15</inkml:trace>
  <inkml:trace contextRef="#ctx0" brushRef="#br0" timeOffset="-168265.49">3436 11698 463 0,'0'0'67'0,"0"0"-31"0,0 0-27 0,0 0 7 0,0 0 14 0,0 0 28 0,0 0 13 15,0 0-32-15,6 0 72 16,34 0-50-16,0 0-12 16,25 0-30-16,10 0 6 15,6 0 4-15,5 0-9 16,-5 0-7-16,-4-4-6 15,-8 0-14-15,-10-12 6 0,-4 8-6 16,-14-4-30-16,-23 4 23 16,10-3-35-16,-28 2-41 15,0 5-52 1,0 0-13-16,0 4-102 16,0 0-94-16</inkml:trace>
  <inkml:trace contextRef="#ctx0" brushRef="#br0" timeOffset="-167899.55">4124 11569 18 0,'0'0'321'0,"0"0"-163"16,0 0-70-16,0 0-53 16,0 0-19-16,0 0 10 15,0-127 8-15,6 86-16 16,0-2 2-16,7 2 5 0,2 13-24 15,-15 4 28 1,0 4-23-16,0 0-6 0,0 4 0 16,0 4-31-16,0 4 13 15,0 8-32-15,0 0-18 16,0 20-49 0,-15 0-126-16</inkml:trace>
  <inkml:trace contextRef="#ctx0" brushRef="#br0" timeOffset="-166667.25">4251 11189 380 0,'0'0'118'0,"0"0"-77"0,0 0-15 0,0 0 11 0,0 0-28 0,0 0 25 15,-9 0-17-15,9 0-10 16,0 0 40-16,34 0 1 16,0 0-4-16,12 0-16 15,1 8 14-15,-1-4-31 16,7-1 1-16,3 2-7 16,3-2 6-16,22-3-11 15,-7 0 5-15,-9 0-5 16,-3 0-2-16,-22 0-5 15,-9-3-18-15,-9-2 25 16,-16 5-38-16,0 0-7 0,-6 0 12 16,0 0 0-16,0 0-10 15,0 0 7 1,0 0 4-16,0 0 9 0,0 0-23 16,0 0-16-16,0 0 43 15,-6 5-89-15,-22-2 45 16,10 6 58-16,5-9 5 15,4 0 31-15,9 0 85 16,0 0-73-16,0 0-13 16,0 0 0-16,0 0-6 15,0 8 5-15,-6 0-2 16,6 8-13-16,-6 0-10 16,6-7-4-16,0 6 4 15,0-7 2-15,0 16-2 16,0 1 18-16,0 6 41 0,0 5-18 15,-13 5 3 1,-8-2-47-16,8-3-1 0,-5-3 2 16,-4-5 3-16,9-4 7 15,-2-7-2-15,3-2 17 16,5-3-27-16,7-3 8 16,-6-6-8-16,6-3-3 15,-6 0-22-15,6 0 25 16,-6 0-1-16,6 0 1 15,0 0-3-15,0 0 3 16,0 0 6-16,0 0 13 0,-28 0-10 16,15 0 8-1,-2 0-17-15,-4 0 17 0,-9 0-2 16,16 0-15-16,-10 0 0 16,-2 0 7-1,2 0-5-15,-19 0 6 0,-5 0-8 16,-7 0 0-16,7 0-3 15,-1 0 3-15,1 0 10 16,-1 0-9-16,-9 0-2 16,4 0-82-16,5 12-43 15,7-12-13-15,6 0-168 0</inkml:trace>
  <inkml:trace contextRef="#ctx0" brushRef="#br0" timeOffset="-165352.63">4096 12095 731 0,'0'0'225'0,"0"0"-136"0,0 0-4 0,0 0-20 0,0 0-28 0,0 0 14 15,0 0-31-15,12 0 0 16,-12 0-16-16,0 0-4 16,7 0-17-16,-7 0-39 15,9 0-78-15,-3 5-192 16,-6 6-329-16</inkml:trace>
  <inkml:trace contextRef="#ctx0" brushRef="#br0" timeOffset="-165085.02">4415 12396 269 0,'0'0'457'0,"0"0"-433"16,0 0 10-16,0 0-34 0,0 0-41 15,0 0-81-15,34 12-145 16</inkml:trace>
  <inkml:trace contextRef="#ctx0" brushRef="#br0" timeOffset="-164868.74">4629 12853 632 0,'0'0'431'0,"0"0"-431"15,0 0-74-15,0 0-39 16,0 0-231-16</inkml:trace>
  <inkml:trace contextRef="#ctx0" brushRef="#br0" timeOffset="-142536.29">19516 4844 393 0,'0'0'170'0,"0"0"-69"0,0 0 28 0,0 0-16 0,0 0-38 0,0 0-38 0,0 0-2 0,0 0-12 0,15 0 20 16,-15 0 1-16,0 0-13 15,0 0 3-15,0 0-23 16,0 0 18-16,0 0-25 16,0 0 14-16,0 0-15 15,0 0 3-15,0 0 9 16,0 0-11-16,0 0 6 0,0 0-10 15,0 0 19 1,0 0-16-16,0 0 20 0,0-24-22 16,0-21-1-1,0-14 0-15,0-9-6 0,0-8-2 16,0-1 4 0,0 5-1-16,0 4 10 0,0 4-17 15,6 11 10-15,-6 9-30 16,0 8-12-16,0 16 18 15,0 20-2-15,0 0 7 16,0 20 20-16,-62 52 2 0,-18 25-6 16,-19 19 14-1,-16 0-19-15,9-19-98 0,7-17-295 16,37-28 3-16</inkml:trace>
  <inkml:trace contextRef="#ctx0" brushRef="#br0" timeOffset="-141638.67">20077 4238 196 0,'0'0'124'0,"0"0"18"0,0 0-43 0,0 0-35 0,0 0-1 0,0 0 29 0,0-8-81 16,0 8-10-16,0 0 0 15,0 0 24-15,0 0-12 16,0 0-11-16,0 0 22 16,0 0-16-16,0 0 25 15,0 0 10-15,0 0-4 16,0 0-26-16,0 0 10 15,0 0 5-15,0 0-15 16,0 0 6-16,0 0-12 16,0 0 17-16,0 0-11 15,0 0 26-15,0 0-32 16,0 0 27-16,0 0-9 16,0 0 6-16,0 0-9 0,0 0-16 15,0 21 1-15,15 15-1 16,-8 12 2-16,-1 16-1 15,0 0-3-15,-6 1-4 16,0-9 0-16,0-17-16 16,0 2 7-16,0-5-9 15,0 0-14-15,-12 3-3 16,-29-6-90-16,29-13-8 16,-4-12-175-16,16-8-172 0</inkml:trace>
  <inkml:trace contextRef="#ctx0" brushRef="#br0" timeOffset="-141272.79">19978 4623 323 0,'0'0'327'0,"0"0"-200"0,0 0 58 16,0 0-120-16,0 0-24 0,0 0 14 0,93 0 24 16,-19 0-40-16,1-8-19 15,-17 1-13 1,-5 2-7-16,0 5-9 0,-13-3-79 16,0 3-111-16,-24 0-271 15</inkml:trace>
  <inkml:trace contextRef="#ctx0" brushRef="#br0" timeOffset="-125702.08">21007 4251 290 0,'0'0'38'0,"0"0"18"0,0 0 32 0,0 0-9 0,0 0-4 0,0 0 11 15,0 0 20-15,0 0 13 16,-12 0-61-16,12 0-27 16,-16 0-19-16,16 0-11 15,0 0 14-15,-12 0 1 16,-7 0 25-16,-3 8-26 16,16-8 28-16,-6 4-12 15,12-4 0-15,0 0-12 16,0 0-9-16,0 0-5 0,0 0-4 15,0 0-2-15,0 0-4 16,0 0 4-16,0 0-16 16,0 0 15-16,40 0-1 15,-9 0 0-15,3 0-5 16,-6 0-4-16,-9 16-1 16,9 20-4-16,-16 16-3 15,-12 8-14-15,0 8 3 16,0-4 5-16,-40 8 22 15,-7-8-5-15,7-3 9 16,0 3 4-16,15-12-2 16,16-8 29-16,9-16-21 15,0-15 7-15,0-5-11 16,0-8-12-16,27 0-14 0,26-8 19 16,28-20-1-16,-13-1 4 15,3 9-3 1,-2 20 5-16,-23 0-8 0,-6 0-5 15,-12 12-35-15,-15 12-178 16,-13 1-259-16</inkml:trace>
  <inkml:trace contextRef="#ctx0" brushRef="#br0" timeOffset="-125099.89">21689 4291 492 0,'0'0'112'0,"0"0"-91"0,0 0-3 0,0 0-14 0,0 0 10 15,0 0-12-15,0-20 89 0,0 20 89 16,0 0-87-1,6 11-58-15,13 22 0 16,3 7 0-16,-4 12-14 0,4 0-15 16,-10 4-12-16,-5-7 4 15,-1-5-2-15,-6-13-1 16,0 2-38-16,0-2 20 16,0-14-22-16,0-1-48 15,0-4-132-15,0-8 83 16,0-4-97-16,0 0 34 15,0-4 120-15</inkml:trace>
  <inkml:trace contextRef="#ctx0" brushRef="#br0" timeOffset="-124885.25">21668 4511 531 0,'0'0'80'0,"0"0"58"16,0 0 79-16,0 0-144 16,0 0-24-16,0 0 11 15,316-27-44-15,-276 22-16 16,7-3 0-16,-23 0-56 16,-2 1-93-16,-3-10-308 15</inkml:trace>
  <inkml:trace contextRef="#ctx0" brushRef="#br0" timeOffset="-120923.53">22570 4299 561 0,'0'0'81'0,"0"0"16"0,0 0-8 0,0 0-58 0,0 0-13 15,0 0 28-15,0 0-11 0,0 0 20 16,0 0-18-16,0 0 42 16,0 0-15-16,9-8-50 15,4-4 16-15,5-4-29 16,10-4 19-16,6-5-18 15,-3 1 19-15,9 1-13 16,1-2-1-16,-1 9-7 16,-6 4 2-16,13 4-5 15,-7 0-1-15,-6 8 2 16,-21 0-11-16,8 0-7 16,-21 0-14-16,0 28 34 15,0 13 2-15,-21 3-1 16,-20 4-1-16,1-4 0 0,9-5-1 15,3-10 7-15,16-13-17 16,12-8-11-16,0-4-22 16,0 0-23-16,0-4 37 15,46 11 20-15,7-2 9 16,0 3-3-16,-19 5 8 16,-16 2-8-16,-2 1 15 15,-16 5-14-15,0-2 13 16,0 6-1-16,-28 7 5 15,-37 20-1 1,-22 0-8-16,-9 4-3 0,15-8-2 16,16-16-36-16,12-8-18 15,25-11-230-15,28-17-70 16</inkml:trace>
  <inkml:trace contextRef="#ctx0" brushRef="#br0" timeOffset="-120272.65">23599 4218 483 0,'0'0'144'0,"0"0"-24"0,0 0-45 0,0 0-32 16,0 0-43-16,0 0-16 16,34 37 16-16,-21 10 68 15,-4 10 3-15,3-1-41 0,7 4-15 16,-3-7-12-1,-10 3-2-15,-6-4 8 16,0 12-15-16,0 0 17 16,0-12-22-16,0-12-6 0,0-19-94 15,0-13-86-15,0-8 7 16,0 0-46-16,12 0 15 16</inkml:trace>
  <inkml:trace contextRef="#ctx0" brushRef="#br0" timeOffset="-120022.53">23413 4584 294 0,'0'0'299'15,"0"0"-193"-15,0 0 166 16,0 0-137-16,0 0-37 16,0 0-38-16,360 24-39 15,-258-24-1-15,-15 0-20 16,-6 0-2-16,-29-13-65 16,-24 2-145-16,-28 2-707 15</inkml:trace>
  <inkml:trace contextRef="#ctx0" brushRef="#br0" timeOffset="-115511">24604 4315 99 0,'0'0'247'0,"0"0"-116"0,0 0-61 0,0 0-47 0,0 0 0 0,0 0-20 16,0 0 1-16,25 0 0 16,-25 0 20-16,6 0-23 15,-6-5 15-15,0 2 65 16,0 3 52-16,0 0-21 16,0-5-75-16,0 5-23 0,0 0-7 15,0 0-3-15,0 0-4 16,0 0 6-16,0 0-4 15,0 0 8-15,0 0 13 16,0 0 29-16,0 0-2 16,0 29-47-16,0 7 11 15,0 15-10-15,0 2-3 16,-25-4-1-16,13-2 0 16,-10-6-5-16,3-13 5 15,4 3-2-15,2-10 5 16,13-6-9-16,0 2 6 0,0-17-2 15,0 0-54-15,35 0 20 16,24 0 20 0,3 0 16-16,-16-17-1 0,-15 14 2 15,-3-9-6-15,-16 4 10 16,4 0-15-16,2 3 20 16,4 2-10-16,-9-9 0 15,5-1-6-15,4 5-8 16,-10-3-19-16,4-6 9 15,-10 6-32-15,-6-9 10 16,0 4-29-16,0 3 51 16,0 1 0-16,0 4 24 15,0 0 5-15,0 0-4 16,0 8-1-16,0 0 6 16,0 0-5-16,0 0 21 0,0 0 53 15,0 0-17-15,0 8-8 16,0 20-30-16,0 13 10 15,0-2 5-15,0 18-18 16,0-13-15-16,0 7 6 16,-6-2-15-16,-10-9 17 15,-2-4-16-15,2-12 12 16,4-4-12-16,12-12-13 16,0-8-53-16,0 0-291 0,6 0-268 15</inkml:trace>
  <inkml:trace contextRef="#ctx0" brushRef="#br0" timeOffset="-114810.05">25726 4367 681 0,'0'0'147'0,"0"0"-35"0,0 0-84 0,0 0-4 0,0 0-24 0,0 0 32 15,47 12-3-15,-35 24 34 16,4 8 14-16,-4 0-51 0,-6 9-3 16,-6-1-15-1,0-4-16-15,0 16-4 0,0-9-2 16,0-6-12-16,0-13-28 15,0-8-24-15,0-11-37 16,0-9-125 0,0-5 20-16,-6-3-183 0</inkml:trace>
  <inkml:trace contextRef="#ctx0" brushRef="#br0" timeOffset="-114540.19">25714 4543 145 0,'0'0'399'0,"0"0"-333"16,0 0 91-16,0 0 13 15,0 0-61-15,0 0-44 16,158 0 25-16,-111 0-80 16,-13 0-10-16,12 0-1 15,-5 0-100-15,-20 0-95 16,-2 0-284-16</inkml:trace>
  <inkml:trace contextRef="#ctx0" brushRef="#br0" timeOffset="-114095.09">26554 4695 600 0,'0'0'445'0,"0"0"-337"0,0 0-13 16,0 0-63-16,0 0-12 0,0 0-16 15,6 5-8-15,-6-5-25 0,0 0-54 16,0 0-195-1,0 0-369-15</inkml:trace>
  <inkml:trace contextRef="#ctx0" brushRef="#br0" timeOffset="-113761.77">27398 4703 625 0,'0'0'417'0,"0"0"-293"0,0 0-61 16,0 0-37-16,0 0-24 16,0 0-4-16,6 0-2 15,0 0-15-15,-6 0-9 0,0 0-78 16,6 0 25 0,-6 0-260-16,6 0-222 0</inkml:trace>
  <inkml:trace contextRef="#ctx0" brushRef="#br0" timeOffset="-113529.47">27977 4720 485 0,'0'0'435'16,"0"0"-339"-16,0 0-67 16,0 0-29-16,0 0-169 15,0 0-203-15</inkml:trace>
  <inkml:trace contextRef="#ctx0" brushRef="#br0" timeOffset="-111181.79">11581 15488 16 0,'0'0'252'0,"0"0"-118"0,0 0-51 0,0 0-40 0,0 0 12 0,0 0-17 15,-19-68 35-15,19 68-15 16,0 0 32-16,-6 0-2 16,6 0-48-16,0-4-23 15,0 0-16-15,0-4 17 16,0 8-13-16,0-4 15 16,0 4-8-16,0 0-2 0,0-4-9 15,0-9-1-15,0-2 0 16,0-6 1-16,0-7 1 15,0 0 4-15,0-11-10 16,0-5 14-16,0-5-11 16,0-7 6-16,0-4-4 15,0 4-1-15,0 3 4 16,0 9 12-16,6 5-15 16,1 3-2-16,-1 19 18 15,-6 1-25-15,0 16 14 0,6 0-12 16,-6 0 12-16,0 0-4 15,0 0 5-15,16-8-7 16,-4-8-6 0,7-4 1-16,-4 4 4 0,-3 4 2 15,-5 12-2 1,-7 0 6-16,0 0 0 0,0 0-5 16,0 0 0-16,0 0-3 15,0 0 5-15,0 0-14 16,0 0 22-16,0 0-16 15,0 0 12-15,0 0-3 16,0 0-1-16,0 0-4 16,0 0 2-16,6 0-32 0,-6 0-162 15,0 12-671-15</inkml:trace>
  <inkml:trace contextRef="#ctx0" brushRef="#br0" timeOffset="-104068.67">28625 4359 328 0,'0'0'135'0,"0"0"-100"0,0 0-3 0,0 0-10 0,0 0 2 0,0 0 0 0,0 0 18 16,0 0 5-16,0-57 16 15,0 50 31-15,0 3-3 16,0-5-47-16,0 6-5 0,0 3-7 15,0 0-18 1,0 0 38-16,0 0-12 16,0 0-3-16,0 0-24 0,0 0 8 15,0 0-12-15,0 0 10 16,0 0-4-16,0 0-6 16,0 31 3-1,0 22-6-15,0 11 4 0,0 4-10 16,0-4 9-16,16-3-5 15,-4-1-8 1,-5-16-18-16,-7 4-14 0,0-12-31 16,0-16-134-16,0-12-198 15</inkml:trace>
  <inkml:trace contextRef="#ctx0" brushRef="#br0" timeOffset="-103687.12">28486 4475 577 0,'0'0'120'0,"0"0"41"0,0 0-23 0,0 0-103 16,0 0-31-16,0 0 28 16,62-4 1-16,-22 4 18 15,-9 0-34-15,16 0 13 16,9 0-25-16,3 0-5 15,9 0-1-15,-3-4-39 16,-12-7-52-16,2-2-60 16,-24-3-180-16</inkml:trace>
  <inkml:trace contextRef="#ctx0" brushRef="#br0" timeOffset="-103187.41">29456 4623 642 0,'0'0'153'0,"0"0"24"0,0 0-96 0,0 0-51 0,0 0-6 0,0 0 3 16,0-156 26-16,0 100-6 16,0-9-30-16,0-10 9 15,0 11-26-15,0 7 0 16,0 21 0-16,0 24-5 0,0 12 5 16,0 0-7-16,0 0 5 15,-21 36 0-15,-26 5-4 16,7-2 4-1,9-2-5-15,3-5-9 0,22-1-32 16,0-3-76-16,6-7-120 16,0-6-176-16</inkml:trace>
  <inkml:trace contextRef="#ctx0" brushRef="#br0" timeOffset="-103001.71">29456 4623 391 0</inkml:trace>
  <inkml:trace contextRef="#ctx0" brushRef="#br0" timeOffset="-102803.48">29456 4623 391 0,'314'8'330'0,"-293"0"-286"0,17 1 21 16,24-9 99-16,24 0-116 0,-5-45 24 16,6-10-24-1,-7-9 18-15,-8-13-38 16,-10 8-12-16,-22 5-12 16,-15 17-4-16,-16 19 0 15,-9 15-3-15,0 13 0 0,-96 0-4 16,-3 21-21-16,0 27-6 15,2 4 16-15,32 0-46 16,13-8-14-16,24-4-117 16,22-16-101-16</inkml:trace>
  <inkml:trace contextRef="#ctx0" brushRef="#br0" timeOffset="-102285.62">31081 4623 415 0,'0'0'240'16,"0"0"-35"-16,0 0-46 0,0 0-90 0,0-56 17 0,-9 28-31 0,3-12-30 15,0-8 8-15,-1-8-4 16,7-8 5-16,0 4-17 16,0 16 7-16,0 8-19 15,0 16 5-15,7 7-8 16,-7 5-2-16,0 8 0 15,0 0-12-15,0 0 1 16,0 0 1-16,0 0 2 0,-19 32 10 16,-21 8-4-1,-1 1-18-15,7-9-29 0,16-9-129 16,2-6-387-16</inkml:trace>
  <inkml:trace contextRef="#ctx0" brushRef="#br0" timeOffset="-93678.76">16669 4531 463 0,'0'0'136'0,"0"0"-28"0,0 0 20 0,0 0-49 0,0 0-48 0,0 0-25 0,0 0 27 0,0-28-4 0,0 28 23 16,0 0-3-16,0 0-3 16,0 0-25-16,0 0-10 15,0 0 16-15,0 0-26 16,0 0 9-16,0 0-8 16,0 0 14-16,0 12-14 15,0 12 2-15,0 16-4 16,0 17 0-16,0 10 1 15,0 14 1-15,-12-5-4 16,12-4 5-16,-16-8-7 16,16-3 12-16,-6-14-14 15,0-2 10-15,0-17-4 16,0-16 0-16,6-12 3 16,0 0-9-16,0 0 10 0,0 0-6 15,0-32 4 1,0-16-2-16,0-4 2 0,0-4-4 15,0-9-1-15,0 6 3 16,0-7-4-16,0-9 4 16,0-5-6-16,0-4 6 15,0-4-2-15,0 7-22 16,0 13 4-16,6 15 8 16,0 9-2-16,-6 13-2 15,6 3-16-15,7 4-23 0,-4 15 33 16,-3 5 14-1,0 4 1-15,7 0-2 0,-1 0-12 16,10 0 16 0,6 13-7-16,3 3 3 0,3-5 5 15,0 9-7-15,6 5 7 16,-6-1-3-16,-9 12 4 16,-9-5-11-16,-16 6 13 15,0-1 1-15,0 0 3 16,0 0 7-16,-22 8-10 15,-12 5 9-15,-13 3-8 16,-5 4-2-16,-7-12 0 16,-3 4-71-16,9-8-197 15,13-16-113-15</inkml:trace>
  <inkml:trace contextRef="#ctx0" brushRef="#br0" timeOffset="-93178.94">17103 4788 28 0,'0'0'679'0,"0"0"-473"0,0 0-84 0,0 0-38 0,0 0-27 0,0 0-31 0,0 0-26 0,0-36-22 16,0 36-52-16,0 0-62 16,0 0-179-16,0 0-179 15</inkml:trace>
  <inkml:trace contextRef="#ctx0" brushRef="#br0" timeOffset="-92902.28">17103 4788 545 0</inkml:trace>
  <inkml:trace contextRef="#ctx0" brushRef="#br0" timeOffset="-92597.63">17103 4788 545 0,'301'117'84'0,"-301"-117"-15"0,0-9 84 15,0-15 92-15,0-7-194 16,0-5 0-16,0-30-11 16,0-6-30-16,0-8 1 15,0-4-5-15,19 4-6 16,15 12 0-16,0 0-3 16,-15 16 3-16,15 19-6 0,-19 13 4 15,-9 12-11 1,13 8 13-16,-13 0-9 0,10-3 6 15,-4 3-16 1,-6 0 13-16,0 0-16 0,16 20-8 16,-9 27 26-16,8 10 8 15,-8 3-5-15,-1 0 1 16,0 0-6-16,4-4-56 16,-10-12 37-16,-6-4-8 15,0 1 0-15,0-9 23 16,0-4-106-16,0-8-60 15,-22-17 18-15,-2 10-78 16</inkml:trace>
  <inkml:trace contextRef="#ctx0" brushRef="#br0" timeOffset="-92345.83">17444 4608 450 0,'0'0'132'0,"0"0"-105"0,0 0 76 0,0 0-18 0,53-5-33 0,-25 5-4 15,-3 0-18-15,15 0-3 0,16 0-26 16,-16-3-1-16,13-13-130 15,-19 4-141-15</inkml:trace>
  <inkml:trace contextRef="#ctx0" brushRef="#br0" timeOffset="-91780.49">18161 4720 919 0,'0'0'58'0,"0"0"-56"0,0 0-4 0,0 0-99 0,0 0-218 0</inkml:trace>
  <inkml:trace contextRef="#ctx0" brushRef="#br0" timeOffset="-91029.97">18942 3898 93 0,'0'0'340'0,"0"0"-259"0,0 0-29 0,0 0 21 0,0 0-26 0,0 0 45 0,-133 91 10 16,92-25-12-16,-5 17-35 15,-1 17-20-15,1 8-13 16,24 5-17-16,-6 0 2 0,28-1-7 16,0-16-16-1,0-12-14-15,0-7-30 16,34-25-138-16,28-4-2 0,-3-12-332 16</inkml:trace>
  <inkml:trace contextRef="#ctx0" brushRef="#br0" timeOffset="-89795.42">32182 3617 611 0,'0'0'111'0,"0"0"-25"0,0 0 68 0,0 0-80 0,0 0-36 16,0 0 44-16,22 208-48 16,18-168 3-1,-9 4-19-15,-3 9 7 0,-16 3-8 16,-2 17-5-1,-10 10-7-15,0 6-4 0,-16 3-2 16,-43 4-6-16,-21 1-2 16,5-6-51-16,4-10-27 15,3-21-94-15,9-35-381 16</inkml:trace>
  <inkml:trace contextRef="#ctx0" brushRef="#br0" timeOffset="-84735.82">16855 1841 600 0,'0'0'119'0,"0"0"-88"0,0 0 94 0,0 0-40 0,0 0-27 0,0 0-22 0,0 0 52 0,-46-72-40 16,40 39-8-16,6-8 2 16,0-18-39-16,0-13 3 15,0-13 5-15,18-3-17 16,23-12 12-16,5-8-12 15,16-1-10-15,-22 21-6 0,7 24-16 16,-29 32-4 0,-18 32 41-16,0 0-7 0,0 56-1 15,-31 32 9-15,-43 28 0 16,-19 0 2-16,0 1-4 16,3-29-59-16,25-20-34 15,25-15-153-15,6-25 86 16,9-20-341-16</inkml:trace>
  <inkml:trace contextRef="#ctx0" brushRef="#br0" timeOffset="-84436.5">17075 1748 518 0,'0'0'96'0,"0"0"-5"16,0 0 63-16,0 0-57 15,0 0-50-15,0 0-42 16,0 152-5-16,0-144-15 15,0-8 8-15,0 0-11 0,16 0-83 16,-4 0-116 0,7-28-153-16</inkml:trace>
  <inkml:trace contextRef="#ctx0" brushRef="#br0" timeOffset="-83919.84">17733 1210 149 0,'0'0'113'0,"0"0"-93"15,0 0-15-15,0 0-5 16,0 0 9-16,0 0 3 0,220-67 32 15,-220 103 72-15,0 7 8 16,0 6-37 0,-47 3 47-16,-15 12-47 0,4 12-40 15,-5-3-38-15,17 7 19 16,21-16-21-16,19-16 9 16,6-12 7-16,0-24-3 15,12-4 0-15,53 0-16 16,10-8 49-16,-1 0-47 15,7 0 6-15,0-16-3 16,-10-8-18-16,-3-4-45 0,-15 7-51 16,-25 18-204-1,-10 3 43-15</inkml:trace>
  <inkml:trace contextRef="#ctx0" brushRef="#br0" timeOffset="-83688.02">18539 1703 585 0,'0'0'249'15,"0"0"-146"-15,0 0-20 16,0 0-22-16,0 0-58 0,0 0-3 15,-65 190-32 1,65-175-56-16,0-10-176 0,0-5-18 16</inkml:trace>
  <inkml:trace contextRef="#ctx0" brushRef="#br0" timeOffset="-83103.92">19041 1010 705 0,'0'0'69'0,"0"0"-20"0,0 0-49 15,0 0-2-15,0 0-1 16,0 0-1-16,127-12-2 16,-114 12-24-16,2 0 27 15,-15 12 6-15,0 24 26 16,0 4 16-16,0 1-17 16,0-10 7-16,0-6-35 15,7-6 0-15,11-11-46 16,10-3 4-16,12 2-34 15,7-7 47-15,-1 5 14 16,-5 3 15-16,-20 3 21 16,4 9 16-16,-19 1 7 15,-6-1-8-15,0 12 13 0,0-4-11 16,-18 4 6-16,-23 8-33 16,-5-8 13-16,6-8-23 15,12-4 7-15,22-15-8 16,6-5-27-16,0 0-222 15,0-25-129-15</inkml:trace>
  <inkml:trace contextRef="#ctx0" brushRef="#br0" timeOffset="-82839.21">19863 1479 531 0,'0'0'280'0,"0"0"-157"0,0 0-69 0,0 0-25 0,-12 245-29 0,5-197 0 16,-5-12-19-16,-10-8-152 15,4-8-28-15,-4-20-88 16</inkml:trace>
  <inkml:trace contextRef="#ctx0" brushRef="#br0" timeOffset="-82137.51">20499 837 308 0,'0'0'253'0,"0"0"-96"0,0 0 48 16,0 0-110-16,0 0-76 15,0 0-7-15,-115 241-7 16,90-205-2-16,-3-7-3 16,16-6-1-16,6-10-4 15,6-6-10-15,0-2 4 0,0 3-28 16,0 0 4-16,0-5-20 16,34 2-19-16,3-5 9 15,3 0 44 1,-6 0 6-16,-12 0-15 0,-3 0 9 15,9 0 11-15,-22 0 10 16,0 0 2-16,6 0 10 16,-2-16-11-16,8-4-2 15,1-4-48-15,-4 4 7 16,4 12 28-16,-19 3 14 16,0 5 13-16,0 0 41 0,0 0 37 15,0 0-58 1,0 33 42-16,0 11 67 0,0 8-69 15,0 4-27-15,0 0-28 16,0-7-14-16,0-10-4 16,0-3-1-1,0-8-19-15,0-4-6 0,0-4-61 16,-6-20-148-16,-7 0-108 16</inkml:trace>
  <inkml:trace contextRef="#ctx0" brushRef="#br0" timeOffset="-81872.66">20979 1595 667 0,'0'0'314'0,"0"0"-263"0,0 0-30 0,0 0-21 0,0 0-16 0,-105 221-62 0,83-196-306 15</inkml:trace>
  <inkml:trace contextRef="#ctx0" brushRef="#br0" timeOffset="-81356.69">21587 914 470 0,'0'0'137'0,"0"0"-80"16,0 0 24-16,0 0-18 16,0 0-40-16,0 0 37 15,-192 177-8-15,192-154-38 16,0 1 7-16,0 1-20 16,0-9 2-16,34 7 7 15,0-10-20-15,3 2 20 16,3-2-18-16,1-5 8 0,-7 12-1 15,-12-4-1-15,-4 4 4 16,-18 4-4-16,0 0 10 16,0 0 2-1,0 0 7-15,-40 4 29 0,-7-3-34 16,7-2 30-16,12-7-25 16,16-8-17-16,6-8 0 15,-13 0-31-15,3-8-19 16,-2-39-150-16,12-18-4 15,6-11-306-15</inkml:trace>
  <inkml:trace contextRef="#ctx0" brushRef="#br0" timeOffset="-81269.49">21587 914 1025 0</inkml:trace>
  <inkml:trace contextRef="#ctx0" brushRef="#br0" timeOffset="-81190.79">21587 914 1025 0,'74'32'137'0,"-52"-32"-94"0,18 0-7 0,19 0-127 16,16-20-2-16,-23 8-281 16,-5-8-189-16</inkml:trace>
  <inkml:trace contextRef="#ctx0" brushRef="#br0" timeOffset="-80889.47">22229 1143 531 0,'0'0'377'15,"0"0"-302"-15,0 0-1 16,0 0-18-16,0 260-42 0,0-207-13 16,-6-6-1-1,-7-11-65-15,1-3-7 0,-16-5-225 16,9-8 32 0</inkml:trace>
  <inkml:trace contextRef="#ctx0" brushRef="#br0" timeOffset="-80392.05">22951 898 518 0,'0'0'117'0,"0"0"-49"15,0 0 52-15,0 0 17 16,-145 245-90-16,123-181-25 16,22-5-22-16,0-10 0 15,0-18-3-15,0-10-6 0,0-9 4 16,0-4-17-16,34-8 21 16,-12 0-11-16,9 0 12 15,9-16 12-15,0-24 6 16,1-4-5-16,5-5-9 15,-18 10 2-15,-22 11 1 16,-6 12 11-16,0 16-17 16,-65 0 38-16,-37 36-35 15,-4 32-4-15,10 4-1 16,37-4 1-16,25-11-10 16,34-18-137-16,0-14-169 15,0-17-300-15</inkml:trace>
  <inkml:trace contextRef="#ctx0" brushRef="#br0" timeOffset="-80040.83">23519 1399 529 0,'0'0'125'0,"0"0"16"0,0 0 45 0,0 0-103 0,0 0-56 0,0 213-4 15,0-173-23 1,-7 0 0-16,-5-4-1 0,12-16-3 16,-12 8-79-16,-10-12-231 15,3 8-40-15</inkml:trace>
  <inkml:trace contextRef="#ctx0" brushRef="#br0" timeOffset="-79723.74">24154 1536 713 0,'0'0'396'0,"0"0"-305"16,0 0-57-1,0 0-34-15,0 0-41 0,0 0-57 16,0 0-113-16,0 0-210 15</inkml:trace>
  <inkml:trace contextRef="#ctx0" brushRef="#br0" timeOffset="-79492.66">24154 1536 138 0,'481'-93'222'0,"-481"93"-192"0,15 0 5 16,-8 0-28-16,-1 0-7 15,22 0-103-15,-16 8-91 16</inkml:trace>
  <inkml:trace contextRef="#ctx0" brushRef="#br0" timeOffset="-79306.06">25057 1567 589 0,'0'0'288'0,"0"0"-100"0,0 0-59 15,0 0-114-15,0 0-15 16,0 0 8-16,68-3-18 16,-43-22-41-16,-10 1-202 15</inkml:trace>
  <inkml:trace contextRef="#ctx0" brushRef="#br0" timeOffset="-78657.81">26235 1487 991 0,'0'0'35'0,"0"0"12"0,0 0 13 0,0 0-49 0,167 208-11 16,-148-155-18-16,-7-17-17 0,-12-12-64 15,0 4-202-15,0-15-78 16</inkml:trace>
  <inkml:trace contextRef="#ctx0" brushRef="#br0" timeOffset="-77175.49">27398 1102 45 0,'0'0'439'0,"0"0"-325"0,0 0-53 0,0 0-2 0,0 0-28 16,0 0 10-16,-22 0 13 16,10 0 83-16,-7 0-72 15,3 0-7-15,16 0-4 16,0 0-8-16,0 0-37 16,0 0-5-16,0 0-8 15,0 4 11-15,0 0-17 16,0 5 20-16,0-1-7 15,0-5 5-15,0-3-11 16,47 0 6-16,15 0-3 16,-3-24 0-16,-13-8-2 15,1-4 2-15,-19 0-25 16,-10 4 10-16,-18 0-44 16,0 8 22-16,0 12 17 0,-6 12 16 15,-53 0 0-15,-9 32 7 16,3 12-9-16,18 0 12 15,1 0-5-15,24-8 6 16,16-8-14-16,6-8 0 16,0-7-5-16,0 3-14 15,28-12 19-15,18-4 3 16,1 0-26-16,12 0 5 16,-19 0 5-16,-6-17 12 15,-21 1 15-15,-7 1-7 16,-6 7 0-16,0 3 28 0,0 5 2 15,0 0-2-15,-6 0-28 16,-1 0-9 0,-5 13-1-16,6 10 4 15,6 5-5-15,0 1 16 16,0-1-6-16,0-5 1 0,0 10-8 16,0-1 8-16,0-4 0 15,6 4 0-15,-6-3 7 16,0-1-6-16,0-5 36 0,-22 1 11 15,-2 4-46 1,-4-8 3-16,-13 1-5 0,-5 2-10 16,-13 2-8-1,19-9-127-15,-16-16-290 0</inkml:trace>
  <inkml:trace contextRef="#ctx0" brushRef="#br0" timeOffset="-76559.46">28012 1387 111 0,'0'0'121'0,"0"0"-64"0,0 0 17 0,0 0 58 16,0 0-49-1,108-213-20-15,-108 185-42 0,0 4 62 16,0-4 6-16,0 12 34 15,-9 8-85-15,-22-4 26 0,9 9-19 16,3-6-38-16,4 1-7 16,3 8-16-1,5 0 13-15,7 0-16 0,0 0-11 16,0 0-10-16,0 8 30 16,0 12-9-16,0 8 19 15,0 5-3-15,0 6 2 16,0 5 1-16,0-3-4 15,0-5 4-15,7 0-34 16,14 0-2 0,-2 0-4-16,9 0 40 0,-16-4-4 15,7 0 4-15,-10 1-1 16,-3-2 6-16,-6 10-9 16,0-13 10-16,0-12-4 15,0-1 1-15,0-15 47 0,0 0 5 16,-21 0-7-1,8 0-16-15,1 0-32 0,6-7-32 16,-4-1-89-16,4 0-149 16,-6 0-295-16</inkml:trace>
  <inkml:trace contextRef="#ctx0" brushRef="#br0" timeOffset="-76275.72">28514 1515 776 0,'0'0'283'0,"0"0"-177"0,0 0-16 0,0 0-55 0,0 0-29 15,0 0-6-15,12 213-28 16,-12-189-106-16,0-16-329 16</inkml:trace>
  <inkml:trace contextRef="#ctx0" brushRef="#br0" timeOffset="-75509.46">29162 1143 360 0,'0'0'243'15,"0"0"-229"-15,0 0-5 16,0 0 11-16,0 0-2 16,0 0 18-16,186-93 13 15,-140 65 5-15,-24-4 73 16,-3 4-50-16,-19 4-20 16,0 3-56-16,0 2 6 0,0 11 6 15,-6 8-14 1,-35 0 5-16,-11 0-1 0,5 16-3 15,7 16-5 1,6 4 5-16,21-12 3 16,13-3-3-16,0-6 8 0,0-7-19 15,0 0-1-15,34-8 10 16,7 0-25-16,5 0 4 16,1-8 13-16,-7-12 10 15,-21-4-2-15,2 9 14 16,-15 6-12-16,-6 1 9 15,0 8 18-15,0 0-23 16,0 0 7-16,0 0-5 0,-6 0-6 16,-9 17-3-1,2 10 3-15,13 9-6 0,0-4 9 16,0-4-6-16,0 1 2 16,0-6 0-1,34 5-7-15,7-4-4 0,-10-4 6 16,-10 1 0-16,-14-9 0 15,-7-1 12-15,0-2-12 16,0-5 18-16,-34 8-4 16,-38 4-4-16,-8 0 4 15,18 12-1-15,9-11-7 16,13-6 0-16,15 5-15 16,9-7-26-16,16-6-196 0,0-3-115 15</inkml:trace>
  <inkml:trace contextRef="#ctx0" brushRef="#br0" timeOffset="-75195.05">29856 1283 1041 0,'0'0'81'0,"0"0"-31"0,0 0-44 0,0 0-6 0,0 0-82 0,0 0-184 0,0 129-212 0</inkml:trace>
  <inkml:trace contextRef="#ctx0" brushRef="#br0" timeOffset="-74462.98">29856 1283 234 0,'93'32'343'0,"-93"-32"-251"0,0 0 8 15,0 0-48-15,0 0-51 16,0 0-2-16,0-8 2 0,0 0 0 16,0-4 20-16,0-1 5 15,0-2-25-15,0-1 9 16,0-5-10-16,0-2 4 16,0 7 59-16,-6-4-45 15,0 0 24-15,-6 4-21 16,5 3 5-16,-2-2-23 15,3 7 28-15,0 0-9 16,0-1 1-16,-1 9 6 0,1 0-16 16,-3 0 27-1,-10 0-34-15,7 0 7 0,-16 12-8 16,0 21-9-16,3-2 9 16,4 2-10-16,14-14-1 15,7-6-7-15,0-9 6 16,0-1-15-16,0-3-3 15,0 0-14-15,41 0 31 16,18 0-24-16,3-7 17 16,12-25 11-16,-3-13 2 15,-2 1 4-15,-11-4-2 16,-11-4 0-16,-19 11-13 16,-28 5-12-16,0 13-26 15,0 15 42-15,0 8 9 0,-28 0 11 16,-3 0-10-1,-9 0-1-15,-1 28 0 0,7 4 3 16,6-4-5-16,16 4 4 16,-1 0 28-16,-2-4-14 15,15-3-1-15,0-10-15 16,0 6-2-16,0-13-21 16,0 0-23-1,0-1-11-15,22-2-21 0,-16 6 60 16,0 6 5-16,-6 15 13 15,0 12 0-15,6 4 4 16,10 4-4-16,2 1-1 16,4-9-18-16,-9-13-21 0,-7-3 33 15,-6-12 14 1,0-8 9-16,0-4 98 0,0-4 28 16,-13 0-85-16,-33 5-39 15,-22 6-18-15,2 2-17 16,4 10-1-16,10 2-70 15,11-9-126-15,20-8-79 16,21-8-64-16</inkml:trace>
  <inkml:trace contextRef="#ctx0" brushRef="#br0" timeOffset="-74245.43">30343 1495 599 0,'0'0'362'0,"0"0"-207"0,0 0-28 0,0 0-80 0,0 0-47 0,0 0-20 15,16 200-36-15,-16-187-201 16,0-9-326-16</inkml:trace>
  <inkml:trace contextRef="#ctx0" brushRef="#br0" timeOffset="-73990">30343 1495 565 0</inkml:trace>
  <inkml:trace contextRef="#ctx0" brushRef="#br0" timeOffset="-73813.07">30343 1495 565 0,'484'-112'350'0,"-444"28"-267"0,1 0-24 0,-1-1-13 15,-15 13-40-15,-25 40-6 16,0 16 0-16,0 8 6 16,0 4-3-16,0 4-6 15,0 0-4 1,0 0 0-16,0 0-28 0,0 0-4 15,-13 24-11-15,-27 12 0 16,6 0-108-16,-6-3-46 0,5-14-291 16</inkml:trace>
  <inkml:trace contextRef="#ctx0" brushRef="#br0" timeOffset="-73527.9">31001 1346 468 0,'0'0'141'15,"0"0"-21"-15,0 0 31 16,0 0-49-16,214 33-41 16,-134-33-28-16,-2-33 54 15,9-14-55-15,-7-1-2 16,-5-4-14-16,-17-1 0 15,-23 6-16-15,-20 3-6 0,-15 11 1 16,0 9-33-16,-15 12 15 16,-44 12 3-16,-10 0-11 15,-2 4-31-15,-3 36-5 16,12 4-87-16,9 9-78 16,19-6-116-16</inkml:trace>
  <inkml:trace contextRef="#ctx0" brushRef="#br0" timeOffset="-73130.74">31621 1315 384 0,'0'0'137'15,"0"0"-39"-15,0 0-32 16,0 0 2-16,0 0-41 16,0 0 16-16,149 31 19 15,-91-31 15-15,11-31-35 16,-4 7-6-16,9-4-14 0,-21-5 18 15,0 2 18-15,-25 3-42 16,-1 0-2-16,-20 4-6 16,-7-1-16-16,0 5-16 15,0 9-26-15,-34 11-10 16,-19 0 29-16,-15 7-100 16,-7 37-138-16,23-3-7 15</inkml:trace>
  <inkml:trace contextRef="#ctx0" brushRef="#br0" timeOffset="-72878.67">32197 1463 618 0,'0'0'204'16,"0"0"-72"-16,0 0-90 16,0 0-42-16,0 0-6 15,0 0-222-15,-74 196-140 0</inkml:trace>
  <inkml:trace contextRef="#ctx0" brushRef="#br0" timeOffset="-71280.8">33013 1572 391 0,'0'0'241'0,"0"0"-129"0,0 0 52 0,0 0-83 0,0 0-5 0,0 0-32 16,-16 4 18-16,16-4-28 16,0 0-8-16,0 0-8 15,0-4 4-15,0-20-6 16,0-12-8-16,0-13-8 16,7-15 3-16,8 4-5 15,-2-5 10-15,-7 13-15 16,0 13 10-16,-6 11-3 0,0 11 0 15,0 17-2 1,0 0-7-16,0 0 6 0,0 0-2 16,-19 0-28-1,-21 28-17-15,0 8-122 0,12-8-110 16,15-7-69-16</inkml:trace>
  <inkml:trace contextRef="#ctx0" brushRef="#br0" timeOffset="-70899.33">33211 1543 344 0,'0'0'164'0,"0"0"-83"0,0 0-1 0,0 0 31 0,0 0 26 0,0 0-98 0,323-87 29 0,-283 46-51 15,-9 5 19-15,-15-4-31 16,-16 8 20-16,0 12-25 0,-7-4-16 15,-67 7 10-15,-13 9-10 16,0 8-2-16,7 0-42 16,21 17 17-16,12 19-28 15,13 12-7-15,19-4-58 16,9-4-44-16,6-7-201 16</inkml:trace>
  <inkml:trace contextRef="#ctx0" brushRef="#br0" timeOffset="-70498.6">33760 1512 321 0,'0'0'273'15,"0"0"-207"-15,0 0 32 16,0 0 30-16,0 0-48 16,0 0-79-16,115-136 21 15,-96 83-9-15,2 9-2 0,-21-5 33 16,0 5 5-1,0 1-48-15,0 6 0 0,0 14-1 16,0 10 1-16,0 13 9 16,0 0-1-16,0 0 41 15,-34 0-36-15,0 24-13 16,-6 4-1-16,-1 0-58 16,29-7-12-16,6-9-52 15,0-1-152-15,6-3-4 16</inkml:trace>
  <inkml:trace contextRef="#ctx0" brushRef="#br0" timeOffset="-37425.63">16756 2458 72 0,'0'0'160'0,"0"0"-83"0,0 0-7 0,0 0 22 0,0 0-32 0,0 0 20 0,0 0-42 0,0 0 13 0,0 0-2 15,6-28 7-15,-6 24-33 16,0 0 14-16,0 4 33 16,0-5-33-16,0 5 14 0,0 0-36 15,0 0 19 1,0 0-21-16,0-3 9 0,0-2-21 15,0 2 4-15,0 3 7 16,0 0-12-16,0 0 3 16,0 0 4-16,0 0-10 15,0 0 4-15,0 11-2 16,0 22-9-16,0 15 10 16,13 9 6-16,2-10-4 15,-9-3-2-15,7 4 0 16,-7-20-7-16,-6-4 18 15,6-11-22-15,-6-13 7 16,0 0-29-16,16 0-55 16,-4 0-189-16,-6-32-38 0</inkml:trace>
  <inkml:trace contextRef="#ctx0" brushRef="#br0" timeOffset="-36858.47">16561 2450 304 0,'0'0'88'0,"0"0"32"0,0 0-35 0,0 0-22 0,0 0 7 0,0 0 41 0,15 0-16 0,-2 0-53 15,15 0-12-15,-10 0-22 0,10-8-2 16,-3-8 1-16,3-1-10 16,6 2 12-16,-9-6-18 15,3 6 9 1,-10-1 0-16,-2 16 0 0,-16 0 1 15,0 0-8-15,0 0 13 16,0 0-12-16,0 0 12 16,0 0-12-16,0 0 10 15,0 0-6-15,0 0 2 0,0 0 0 16,6 16 0 0,-6-8-3-16,0 12 1 0,6-8-61 15,-6-12-82 1,0 0-133-16</inkml:trace>
  <inkml:trace contextRef="#ctx0" brushRef="#br0" timeOffset="-35979">17029 3256 341 0,'0'0'75'0,"0"0"-20"0,0 0-3 0,0 0-51 0,0 0 26 15,0 0 1-15,0 49-15 16,0-46-13-16,0 5 30 16,6-4 11-16,16-4 16 15,-4 0-27-15,17 0-8 16,11-12 54-16,-6-21-35 0,1-3-4 16,-1-8-17-16,-6-3 11 15,-21-1-28-15,8 4 1 16,-21 0-4-16,0 11-3 15,0 13 3-15,0 4 0 16,-21 16 7-16,-38 0-7 16,-10 0-2-16,-5 32-19 15,15 13 21-15,19-1 4 16,6 0 16-16,21-4 2 16,7-4-19-16,6-12 3 0,0-12 6 15,0-4-22-15,0-8 10 16,34 0-6-16,6 0-11 15,7 0 13-15,-7 0 4 16,-9 0 0-16,-3 11 0 16,-15 6 8-16,8-1-10 15,-15 0 9-15,1-4-3 16,5-7-1-16,-3 6-4 16,-2-7 1-16,-1-4 0 15,6 4-25-15,4-4-106 16,-10 0-80-16,-6 0-271 0</inkml:trace>
  <inkml:trace contextRef="#ctx0" brushRef="#br0" timeOffset="-35329.58">17630 3444 275 0,'0'0'118'0,"0"0"0"0,0 0-111 0,0 0 23 0,0 0-23 0,0 0 40 15,0 24-17-15,0-24 17 16,0 0 58-16,22-19 31 15,-3-17-87-15,-4-13-41 16,10-7 4-16,3 4-5 16,-16 4-14-16,10-1-17 15,-16 18 18-15,-6 15 6 0,0 12 9 16,0 4 49 0,0 0-31-16,0 15-10 15,-40 21-9-15,0 0-13 0,12-7 5 16,9-9-11-16,13-4-84 15,-10-4-178 1,16-12-63-16</inkml:trace>
  <inkml:trace contextRef="#ctx0" brushRef="#br0" timeOffset="-33878.97">32731 2555 37 0,'0'0'498'0,"0"0"-411"0,0 0-50 0,0 0-4 0,0 0 3 15,0 0-34-15,-28 11 18 16,22-3 12-16,-1-8 30 16,1 4 53-16,0-4-47 15,6 0-3-15,-6 0 2 16,6 0 0-16,0 4-33 16,0-4 10-16,0 0-38 0,0 0 28 15,0 0-24-15,0-8 12 16,46-32-17-16,13-12-4 15,10-8 4-15,-4 4-4 16,-3-1-2-16,-16 13-2 16,-12 5-9-16,-15 14-33 15,-13 13 4-15,-6 12-16 16,0 0-18-16,-12 0-24 16,-41 24-120-16,-3 8-35 0,16-12-317 15</inkml:trace>
  <inkml:trace contextRef="#ctx0" brushRef="#br0" timeOffset="-33329.72">32886 2177 487 0,'0'0'133'0,"0"0"-99"0,0 0 59 0,0 0 4 16,0 0-4-16,0 0-26 0,279-36-45 16,-217 24-4-16,-22-4-10 15,-3 12-5-15,-15 0 2 16,-16 0-10-16,-6 4-4 16,0 0-20-16,0 0 5 15,0 31 24-15,-28 10-9 16,4 3 24-16,-4-4-30 15,9-8-4-15,4-12-89 16,15-12-83-16,0 1-44 16</inkml:trace>
  <inkml:trace contextRef="#ctx0" brushRef="#br0" timeOffset="-32298.1">31388 3007 285 0,'0'0'238'0,"0"0"-212"0,0 0-19 0,0 0-2 0,0 0-3 15,0 0 7-15,0 0 9 0,0 5 41 16,0-5-27-16,0 8 55 15,0-5-9-15,0 10-71 16,-22-1 25-16,4 4 19 16,-4-1 6-16,-3 6-43 15,25-1 17-15,-6-4-27 16,6 4 4-16,0-4-7 16,0 0-1-16,0-1 3 15,25-2 6-15,15-1 9 16,7-8-8-1,15-4 21-15,-9 0-20 0,5 0 17 0,-2-12-23 16,-3-20 10 0,-7-12-13-16,-5 0-1 15,-7 0-1-15,-3 0-25 16,-16 7 14-16,-15 10-8 0,0 6 12 16,0 9-6-16,-34 9-5 15,-40 3-13-15,-7 0 20 16,1 15-15-16,2 29 26 15,4-8-3-15,21 5 9 16,6-2-7-16,13-11 5 16,28-4 0-16,6-11 2 15,0-9-3-15,0-1 0 0,6 2-2 16,35-2 4 0,5 2-2-16,-6 3 25 0,1 0-2 15,-1 7 26-15,-9 6-45 16,9-6 20-1,-5 15-13-15,-1-15 3 16,0 1-17-16,-3-8-11 0,-3 0-7 16,0-8-69-16,-16 0 10 15,-6 0-244-15,-6 0-120 16</inkml:trace>
  <inkml:trace contextRef="#ctx0" brushRef="#br0" timeOffset="-13815.29">31974 3689 88 0,'0'0'380'0,"0"0"-343"0,0 0-37 0,0 0 0 0,0 0 3 0,0 0-3 16,0 0 50 0,0 0 1-16,0 0-8 0,0 0 110 15,0 0-3-15,0 0-92 16,0 0-29-16,0 0-18 16,0 0 14-16,0 0-8 15,0 0 21-15,0 0-5 16,0 0 8-16,0 0-29 15,0 0 20-15,0 0-26 16,0 0 0-16,0 0-1 16,0-4-5-16,0-8 0 15,16 1 3-15,-4-6-3 16,16-7 4-16,-3-1-1 16,9-3 0-16,0-8-3 0,0-3 0 15,-3 3-5 1,3 0-6-16,-6 3-16 0,-15 14 19 15,-7 6 6-15,-6 9 0 16,0 1 4-16,0 3 26 16,0-5-13-16,0 5-5 15,0 0 4-15,0 0-14 16,0 0 0-16,0 0-16 16,-6 0 6-16,-29 0-17 15,11 0 25-15,-10 5-2 16,15 10 4-16,-3 1 0 0,4-4-4 15,2 1 2 1,10-5-48-16,0-8-91 0,6 0-212 16,0 0-31-16</inkml:trace>
  <inkml:trace contextRef="#ctx0" brushRef="#br0" timeOffset="-13265.25">32430 3424 409 0,'0'0'118'0,"0"0"-63"0,0 0-25 0,0 0-25 0,0 0 19 0,0 0 19 0,-6 28 19 16,-7-15-40-16,13-1 5 15,-9 4-1-15,9 4-13 16,0 4-6-16,0-9 1 0,0 1-16 16,0-16 10-16,0 5-3 15,9-5 2-15,16 0 27 16,9 0 40-16,7 0-30 16,-7-21-17-16,12 1-21 15,-5-3 0-15,-1-6-3 16,-15 1-1-16,-4-3-36 15,-14 2 23-15,-7 6-17 16,0 3-16-16,0 7 32 16,-7 1-21-16,-33 12 39 15,0 0 46-15,-7 0-46 16,1 8-22-16,12 12-131 0,12-3-83 16,16 2-97-16</inkml:trace>
  <inkml:trace contextRef="#ctx0" brushRef="#br0" timeOffset="-12646.58">32945 3617 22 0,'0'0'233'0,"0"0"-173"0,0 0 75 0,0 0-42 16,0 0-37-16,0 0-20 0,0 4 0 15,0 4 32 1,0-8 25-16,0 3 10 0,0-3-66 15,0 5-13 1,0-5-12-16,0 0 0 0,0 0-5 16,0 0-5-16,0 0 9 15,0 0 26-15,0 0 59 16,6 0-44-16,0 0-12 16,10-20-35-16,8-12-3 15,11-4 10-15,5 0-24 16,-12 3 12-16,12 5-10 15,-28 12-26-15,-5 9 12 0,-7 7 23 16,0 0 1-16,0 0-3 16,0 0 6-16,-28 7-6 15,-3 17 1-15,-10 4-12 16,-5 0-122-16,6-15-368 16</inkml:trace>
  <inkml:trace contextRef="#ctx0" brushRef="#br0" timeOffset="10034.1">22344 2963 368 0,'0'0'136'0,"0"0"-117"0,0 0 20 0,0 0-10 0,0 0-23 16,0 0 39-16,0 0-2 0,0 0 31 15,0-15 37-15,0 15-21 16,0 0-55-16,0 0-6 15,0-5-15-15,0 5 15 16,0 0 21-16,0 0-2 0,0 0-23 16,0 0-22-1,0 0 20-15,0 0-8 0,0 0 11 16,0 0-23 0,0 0 7-16,0 0-10 0,0 20-2 15,0 20 0 1,0 8 4-16,0 4-3 0,0-3 11 15,0-6-18-15,0-6 15 16,0-13-13-16,0-8 7 16,0-13-1-16,0-3 0 15,0 0 4-15,0 0-8 16,0-6 0-16,0-43 1 16,34-12-12-16,18-6 12 15,23-2 0-15,-1 5 2 16,-15 20-3-16,-19 16 2 15,-6 12-4-15,-15 16 2 16,-7 0 3-16,-2 4-2 16,-4 36 3-16,-6 8 10 0,0 12 2 15,0-11-6 1,0-13-3-16,0-13-3 0,6-10-18 16,13-5-14-16,3-8-78 15,-10 0-50-15,-6 0-196 16,-6 0-221-16</inkml:trace>
  <inkml:trace contextRef="#ctx0" brushRef="#br0" timeOffset="10381.73">23268 3131 558 0,'0'0'202'0,"0"0"-67"0,0 0-7 0,0 0-69 0,0 0 22 0,0 0-47 0,325 57-22 0,-285-57-12 16,-18 0-8-16,-3 0-11 16,-19 0-46-16,0 0-7 15,0 0-127-15,0-21-81 16</inkml:trace>
  <inkml:trace contextRef="#ctx0" brushRef="#br0" timeOffset="10564.42">23268 3131 927 0,'-75'-156'206'0,"75"156"-170"15,0 0 9-15,19 0-28 16,55 0 17-16,13 0-1 15,-13 0-4-15,-9 0-28 16,-9-12-2-16,-25 8-9 16,10 1-31-16,-7-10-75 15,-6 9-294-15</inkml:trace>
  <inkml:trace contextRef="#ctx0" brushRef="#br0" timeOffset="11098.66">24328 3216 738 0,'0'0'102'0,"0"0"12"0,0 0-73 0,0 0-22 0,0 0 0 15,-12-221 17-15,12 174-26 16,6 6 12-16,0 1-14 16,0 12 50-16,3 12-33 15,-9 3-14-15,0 5-10 16,0 8-1-16,0 0 0 15,0 0 1-15,0 0-6 0,0 13 10 16,-34 18-12-16,-6 10-3 16,6-13 5-16,15 5-51 15,19-6-26 1,0-7-158-16,0-8-54 0</inkml:trace>
  <inkml:trace contextRef="#ctx0" brushRef="#br0" timeOffset="11447.42">24923 3220 212 0,'0'0'174'0,"0"0"-32"15,0 0-31-15,0 0 42 16,0 0-44-16,307-228-40 16,-307 179-60-16,0 21-1 15,0 4-4-15,-40 12 4 16,-13 12 12-16,-21 0 0 15,-13 16-20-15,9 20 0 0,-2 12-7 16,12 1-2-16,27-5-44 16,23-4-149-1,12-16-2-15,6-4-126 16</inkml:trace>
  <inkml:trace contextRef="#ctx0" brushRef="#br0" timeOffset="11873.35">25785 3120 529 0,'0'0'154'16,"0"0"-78"-16,0 0 36 0,56-225-53 0,-56 185-56 0,0 12 11 0,0 16-12 16,0 12 5-16,0 0 38 0,-22 12-10 15,-30 36-29-15,-10 8-6 16,-3 5-65-16,18-14-244 16</inkml:trace>
  <inkml:trace contextRef="#ctx0" brushRef="#br0" timeOffset="14128.98">11215 5466 497 0,'0'0'59'0,"0"0"-23"0,0 0-9 0,0 0 29 15,0 0-19-15,0 0 43 16,0 0-15-16,0 0-2 0,0 0-37 16,0 0 10-1,19 0-4-15,15 0-11 16,12 0 0-16,1 0-9 0,6 0 14 15,15 0-24-15,0 0 19 16,3 0-15-16,-2 0-4 16,5 0 1-16,3 0-1 15,20 0-1-15,-4 0 1 16,6-8-4-16,9-5 15 16,-2 6-22-16,2 3 19 0,-21 4-9 15,-22 0 2 1,-18 0-4-16,-26 0 1 0,-8 0 0 15,-13 0 6 1,0 0 1-16,6 0 11 16,-6 0-3-16,6 0 20 0,-6 0-30 15,16 0 2-15,2 0 0 16,10 0-10-16,13 0 3 16,-17 0-29-16,4 0-26 15,-9 0-87-15,-19 0-273 16</inkml:trace>
  <inkml:trace contextRef="#ctx0" brushRef="#br0" timeOffset="84870.21">11928 8113 200 0,'0'0'274'0,"0"0"-257"0,0 0 9 0,0 0 22 0,0 0-33 16,0 0 21-16,0 0-21 16,0 0 15-16,0 0-13 15,0 0 27-15,0 0 0 16,0 0-17-16,0 0-9 15,0 0-16-15,0 0 31 16,0 0-9-16,0 0 36 0,-12 0-30 16,12 0 22-1,-12 4-45-15,-10 11 10 0,3 10-14 16,-9 15-3 0,10 20 0-16,-10 12 2 0,9 16-5 15,4 9 13 1,-4 11-17-16,-3 0 15 0,-2 5-13 15,-4-2 10-15,-6-9-10 16,3-7 5-16,-4-10-3 16,8-21 0-16,14-17-5 15,7-18 4-15,6-13-11 16,0-16 11-16,0 0-35 16,0 0-1-16,0 0 7 0,0 0 33 15,0 0 10-15,0 0-6 16,0-4 19-1,0-4-22-15,0 0 22 0,0 0-14 16,0-9-12 0,0 14 3-16,6-5-1 0,28 4 1 15,19 4 5-15,28 0-5 16,18 0 8-16,28 0 7 16,22 0-8-16,15 12-4 15,13-9 4-15,9-3-10 16,0 0 6-16,-12 0-3 15,-32 0 4-15,-30 0 0 0,-25 0-8 16,6 21 5 0,-7-1-10-16,17 0 18 0,-10 0-14 15,6-12 11-15,-6-4-12 16,-12-4 6-16,-13 0-41 16,-15 0-155-16,-19-19-42 15</inkml:trace>
  <inkml:trace contextRef="#ctx0" brushRef="#br0" timeOffset="85701.22">11938 8140 358 0,'0'0'96'0,"0"0"-47"0,0 0 27 0,0 0-3 0,372 9 30 0,-199-9-47 0,29 0 10 16,6 0-23-16,-7 0-31 0,-15 0-9 16,-18 0-6-16,-41 0 3 15,-34 0-56-15,-25 12-1 16,-37-8-16-16,3 4 63 16,-28-5-18-16,-6-3 11 15,7 0 8-15,-7 0 4 16,9 0 2-16,-3 0-8 0,13 0 11 15,-7 5-4 1,10-5-5-16,-4 4 16 0,4 0-17 16,-16 0 19-1,-6 4-18-15,6 0 18 0,-6-4 7 16,0 4 10-16,7 0-25 16,-1 16 8-16,16 8 8 15,5 25 9-15,14 15 14 16,5 28 73-16,1 16-87 15,-1 5 5-15,-21 7-26 16,-9-8-2-16,-16-16-3 16,0-7-16-16,-34-22-182 15,-25-18-300-15</inkml:trace>
  <inkml:trace contextRef="#ctx0" brushRef="#br0" timeOffset="138174.68">25900 14630 108 0,'0'0'419'0,"0"0"-376"0,0 0-2 0,0 0-14 0,0 0 68 0,0 0 33 0,186-125-46 0,-112 73-27 0,1-7-25 0,12-6 0 16,-7-7-1 0,7-1 2-16,6 9-22 0,-12 4 0 15,-10 8-3 1,-3 12-12-16,-27 16 1 0,-23 20-41 15,-18 4-20-15,0 0-186 16,-12 28-65-16</inkml:trace>
  <inkml:trace contextRef="#ctx0" brushRef="#br0" timeOffset="154343.78">23788 12933 450 0,'0'0'74'0,"0"0"-69"0,0 0 2 0,0 0 8 0,0 0-1 0,360-39-28 0,-313 39 13 16,-13 0 1-16,-6 0 28 0,-22 7-28 15,-6 6-116-15,0-13-30 16</inkml:trace>
  <inkml:trace contextRef="#ctx0" brushRef="#br0" timeOffset="154797.97">23788 12933 243 0</inkml:trace>
  <inkml:trace contextRef="#ctx0" brushRef="#br0" timeOffset="155259.32">23788 12933 243 0,'-288'249'276'0,"288"-249"-186"0,0 0-2 0,0 0-3 15,0 0-101-15,0 0 12 0,0 8 8 0,0 0 4 0,0 1 98 0,0-2-4 0,0-3-78 16,6 0 2-16,0 0-19 16,10 8-4-16,-4-4-6 15,-5 0 14-15,14 9-24 0,-15-6 29 16,1 1-23-16,-1-4 15 15,-6 0 23 1,6 8-9-16,0-4-5 0,10 1-14 16,-4-5 2-16,1 0-10 15,-7-1 22-15,3 1-26 16,-9-8 19-16,0 5-14 16,0-5 8-16,0 0 12 15,0 3 6-15,0 5 5 16,0-3 9-16,0 2-21 15,0-2 15-15,0-5-29 0,0 0 18 16,0 0-14 0,0 0 12-16,0-5-6 15,12-34 3-15,-5-6-9 0,27-10 1 16,-9-14-3-16,15-3 6 16,-6-8-18-16,0 4-14 15,0 19 20-15,-15 18-33 16,3 14 34-16,-16 22-3 15,-6 3 5-15,0 0 7 16,0 0 0-16,-6 0-14 16,-50 15-6-16,-16 17 6 15,-8 4-17-15,-1 5 21 16,22-10-9-16,19-11 11 16,18-7-25-16,4-5-24 15,2-8-65-15,4 0-141 16,-16 0-28-16</inkml:trace>
  <inkml:trace contextRef="#ctx0" brushRef="#br0" timeOffset="173524.57">15038 11481 78 0,'0'0'0'0,"0"0"-17"0,0 0-30 0</inkml:trace>
  <inkml:trace contextRef="#ctx0" brushRef="#br0" timeOffset="-71311.95">4096 6709 319 0,'0'0'26'0,"0"0"-20"0,0 0 30 0,0 0-36 0,0 0-1 0,0 0 1 15,0 0 24-15,0 0 48 16,-6-32 35-16,0 32-17 16,-4 0-49-16,10 0 3 15,-6 0-44-15,6 0 16 16,0-4-10-16,0 4 7 16,0 0-11-16,0 0 2 15,0 0 16-15,0 0-15 0,-6 0 24 16,6 0-26-1,0 0 7-15,0 0-3 0,0 0-11 16,-6 20 4-16,-1 8 0 16,1 4-3-16,0-4 7 15,6-3-9 1,0-2 15-16,0 1-20 0,0 1 7 16,0-1-11-16,0 4-14 15,0 3 16-15,0 2 1 16,-9-2 9-16,3 2 0 15,-1-5 3-15,7-4-11 16,0 4 20-16,0-3-20 16,-6 6 5-16,0-3-2 15,6-4-10-15,0 9-6 0,0-10 16 16,0 2 7-16,0-6-8 16,0 6 16-16,0-1-11 15,0-1 18 1,0 2-17-16,0-1 7 0,0 4-7 15,0 5 2-15,0 3 0 16,0 3-3-16,0 9 8 16,0 1-10-16,0-5 10 15,0 0-9-15,0-12 13 16,6-3-9-16,0-6 0 16,1-10-2-16,-1-2-3 15,3 9 10-15,3 0-13 0,-5-4 19 16,5 0-20-1,-6 9 20-15,4-5-16 16,-4-1 8-16,0-2-4 0,-6-6 1 16,0 2 0-16,6-5-4 15,-6 12 10-15,0-4-4 16,0 7 1-16,0-2-3 16,0-6-1-16,0 2-2 15,0-9 1 1,13 0 0-16,-13 0-5 0,9 0 5 15,3 0-4-15,1-4 12 0,8 4-17 16,-2-8 23 0,3 8-24-16,-4-4 13 15,4 0-1-15,3 0 0 0,9 1 0 16,0-2-2-16,-3-3 9 16,3 8-15-1,6-4 17-15,-5 4-9 0,-1 0 8 16,-10 0-11-1,4 5 3-15,0-6 0 0,-9 1 2 16,15-3 5 0,-6-2-14-16,3 2 14 0,-3-2-19 15,0-3 16-15,-3 0-8 16,2 0 6-16,8 0-2 16,-4 0 0-16,3 0-2 15,-6 0-1-15,6 0 6 0,-10 0-5 16,-2 0 6-1,3 0-8-15,3 5 10 0,-3 2-7 16,-10-2 1-16,-2-2-4 16,-1 2 1-16,10-2 6 15,-10-3-6-15,22 8 9 16,-6-3-12-16,3-2 12 16,-3 1-11-16,6-4 5 15,13 0-3-15,-13 0-4 16,-9 0 7-16,-4 0-8 15,-8 0 18-15,-1 0-25 16,10 0 23-16,-10-4-16 16,10-7 8-16,-10-2-2 15,1 5-2-15,-7 1 4 0,3-1-2 16,-3 3 4 0,-6 2-3-16,7-2 5 0,-1-3-8 15,6 1 9-15,4-6-15 16,-4 5-8-16,-6-8-6 15,7-4 1-15,2 0 14 16,-2 0 7-16,-7-1 2 16,6 10-5-16,4 3 13 15,-10-4-4-15,0 4 0 16,-6-4-4-16,13-1 0 16,-4 2 0-16,-3-1-3 15,0-1 6-15,0 2-8 0,1-1 12 16,-1-1-2-16,-6 2-3 15,0-1 10-15,15-1-10 16,-8-3-2 0,-1-4 0-16,-6 4 0 15,0-7-4-15,0 2 10 0,0-7-18 16,0-3 24-16,0 3-23 16,0-5 20-16,0-8-12 15,0 18 3-15,0-5 0 16,0-4 5-16,0 12-5 15,0-8 9-15,0-1-5 16,0 1 11-16,-6-3-10 16,-16-2-5-16,16 2 3 0,-1-7-3 15,1 11 0-15,6-1 1 16,0-4-6-16,0 11 10 16,0-7 8-16,-6 0 2 15,0 9-5-15,6-6-4 16,0 6-12-16,0-6-7 15,0-3 0-15,0 4 11 16,0 4-28-16,0 0 8 16,0 0 12-16,0 4 4 15,0 3 12-15,0 2-5 16,0-5 15-16,0 7 17 16,0-6-33-16,0-6 0 15,0-2 0-15,0 2 7 0,0 1-16 16,0 4 14-16,0 1-12 15,0 2 13-15,0 2-10 16,0 2 4-16,0 6-1 16,0-5-6-16,0 0 14 15,0 3-10-15,0 2 7 16,-9 3 5-16,-10 0-2 16,-3 0 3-16,-3 0-1 15,-9 0-8-15,0 0-2 16,3-5 2-16,-3 1-6 15,-6 1 9-15,6 3-11 16,0-5 14-16,9 5-3 16,3-3-2-16,-12-2 6 15,9 5 0-15,-3 0-5 0,10 0-3 16,-10 0 0-16,9 0-5 16,-15 0 11-1,6 0-9-15,-6-3 17 0,9 3-14 16,-3 0 12-1,4-5-8-15,-4 1-4 0,0 4 0 16,9-8 8-16,-9 4-5 16,10-3-3-16,-4-1 13 15,3 3-17-15,4-3 8 16,-4 0-4-16,1 4 0 0,2 1 0 16,-3-5 9-1,-2-1-5-15,2 5 8 16,-3-4-4-16,-9 4-15 0,16 4 14 15,-16-5-7 1,3 5 10-16,-6 0 30 0,15 0-40 16,-9 0 1-16,10 0-3 15,-4 0 10-15,-6-3-19 16,10-1 24-16,-1 0-25 16,-3 4 20-16,4-4-11 15,-4 0 3-15,3 4 0 16,4-4 0-16,2 0 4 15,-5 0-8-15,-4-1 19 0,4 2-8 16,-4-9-3 0,9 4 27-16,1 3-17 0,-10-3-11 15,10 1 2 1,-10 3-4-16,-3 4 16 0,19 0-6 16,-9 0 7-16,-4 0-11 15,4 0-14-15,8 0 15 16,1 0-13-16,6 0 10 15,-6 0-5-15,6 0 0 16,-6 0-6-16,0 0-25 16,-4 0-132-16,-8 0-96 15</inkml:trace>
  <inkml:trace contextRef="#ctx0" brushRef="#br0" timeOffset="-67078.37">4502 7840 202 0,'0'0'161'0,"0"0"-108"0,0 0-32 0,0 0-13 0,0 0-5 0,0 0 3 0,0 0-2 0,0-20 37 16,0 20 22-16,0-12-3 16,0 4-23-16,0 8-25 15,0 0 17-15,0 0-11 16,0 0 22-16,0 0-1 16,0 0 6-16,0 0-45 15,0 0-3-15,0-4 0 16,0 4 3-16,0 0 15 15,0 0-13-15,0 0 10 16,16-8-12-16,8 8 4 16,11 0 5-16,-7-5-12 0,12 5 6 15,-6 0 0-15,-3 0 4 16,-3 0-2 0,25 0 18-16,-13 0-22 0,13 0 20 15,2 0-19-15,-8 0 9 16,6-8-11-16,-1 8 5 15,-5-7 1-15,-7 7-4 16,-6 0 8-16,7 0-9 16,-23 0-2-16,10 0 4 15,-9 0-10-15,9-4 15 16,-7 4-14-16,10-8 8 16,-3 4-2-16,6-4 0 15,-9-5-7-15,3 2 7 16,-9 2-40-16,-10 6-19 15,-9-2-65-15,0 5 34 16,0 0 0-16,-22 0-430 0</inkml:trace>
  <inkml:trace contextRef="#ctx0" brushRef="#br0" timeOffset="-66281.94">4738 7271 81 0,'0'0'206'0,"0"0"-174"0,0 0 7 0,0 0 42 16,0 0-29-16,0 0 13 16,-59-25-22-1,43 25-10-15,4-8-27 0,12 8 24 16,-6 0 6-16,0 0 7 15,6 0-25-15,-10-3-2 16,-2-5-3-16,12 8 15 16,0 0 40-16,0-5-30 15,-12 5-1-15,12-7-20 16,0 7 9-16,0 0-23 0,0 0-3 16,0 0-3-1,0 0 3-15,46-8-12 16,13 3 26-16,-3-3-23 15,9 8 19-15,-6-12-18 0,9 4 16 16,-9-3-14-16,-19 11 8 16,-6-5-4-16,-21 5-4 15,-13 0-33-15,0 0-20 16,0 0-123-16,0 16-7 16</inkml:trace>
  <inkml:trace contextRef="#ctx0" brushRef="#br0" timeOffset="-64765.57">3054 5879 285 0,'0'0'28'0,"0"0"8"0,0 0 52 0,0 0-62 0,0 0-15 0,0 0 23 16,0 0-14-16,0 0 28 15,0 0-12-15,0 20 42 16,0-1-32-16,0 2-36 16,0-6-10-16,0 6 3 15,0-1-3-15,0 13 4 16,0-14 27-16,0 6-14 16,0-5 0-16,0-9-5 15,0 9-21-15,0-7 9 16,0-5 0-16,0 0-3 15,0-8-6-15,0 0 9 16,0 0-4-16,0 0-4 16,0 0 16-16,13 0-6 15,-7-21 17-15,0 1 7 16,9 4-25-16,-8-7 5 16,11-2-12-16,-2 6 10 15,2-6-15-15,-5-3 16 0,-7 7-12 16,9 6 5-16,-8-1 0 15,5 4-1-15,4 8-3 16,-4-4 5-16,-6 0-1 16,22 4-9-16,3-16 22 15,-3 12-17-15,-6 3 15 16,-4-3-16-16,-11 8 9 0,-1 0-4 16,9 0-7-1,-2 0 9-15,-7 13-5 0,6 7 12 16,4 12-13-1,-10-4 14-15,6 4-10 0,-12 0 6 16,0 0-1-16,0 5-3 16,0-1-9-16,0 0 8 15,0-13-55-15,0-10-62 16,22-13-86-16,9 0-119 16</inkml:trace>
  <inkml:trace contextRef="#ctx0" brushRef="#br0" timeOffset="-64199.67">3876 5995 179 0,'0'0'322'0,"0"0"-237"0,0 0-2 0,0 0 22 16,0 0-76-16,0 0 8 0,-6 0-3 0,6 0 2 0,0 0-27 0,0 0 13 16,0 0-8-16,0 0-10 0,40 0-4 15,-15 0 0 1,15 0-5-16,-6 0-8 16,0 0 4-16,-9 0-32 0,-3 0 18 15,-10 0-35 1,10 0 3-16,-3 0-60 0,2-8 40 15,-2-4-34-15,-13 0-141 16</inkml:trace>
  <inkml:trace contextRef="#ctx0" brushRef="#br0" timeOffset="-63956.01">3876 5995 168 0</inkml:trace>
  <inkml:trace contextRef="#ctx0" brushRef="#br0" timeOffset="-63833.33">3876 5995 168 0,'6'-120'379'0,"-6"120"-298"16,0 0 25-16,0 0 1 0,0 0-107 16,0 0-14-1,19 0 28-15,2 0-29 0,7 0 15 16,-9 0-28-16,9 0-47 15,-10 0-16-15,10-8-42 16,-15-5-162-16</inkml:trace>
  <inkml:trace contextRef="#ctx0" brushRef="#br0" timeOffset="-62918.07">4409 5686 133 0,'0'0'114'0,"0"0"-83"0,0 0 67 0,0 0-11 0,22-4-36 0,-10 4-30 16,10-3 14-16,-3-2-6 0,8 2-9 15,-14 3 1 1,-1 0-12-16,10 3 19 0,-10 25 13 16,7-3-38-16,-10-1 1 15,-2 4-7-15,-7 8 6 16,0-5-3-16,0 2 9 15,0-1 39-15,0-12-33 16,0 3 6-16,0-2 36 16,0-9-36-16,0-4 7 15,0 4-25-15,0-4-1 16,0-3-1-16,12 3-1 16,10-8 0-16,2 7 6 15,-8-3-12-15,15-4 16 0,-16 0-10 16,-2 0 8-1,5 0-1-15,-8 0-1 16,8 4-12-16,1 0-34 0,-4-4-69 16,20 0-28-16,-4 0 0 15,-4 0-231-15</inkml:trace>
  <inkml:trace contextRef="#ctx0" brushRef="#br0" timeOffset="-60586.29">4738 8329 190 0,'0'0'157'0,"0"0"-119"0,0 0 29 16,0 0-51-16,0 0-2 0,0 0-13 15,0-4 39-15,0 4 14 16,0 0-6-16,0 0 30 16,0 0-17-16,0 0-39 15,0 0-6-15,0 0 9 16,0 0-19-16,0 0 30 16,0 0-19-16,0 0 36 15,0 0-26-15,0 0-12 16,0 0-1-16,0 0-4 15,0 0-4-15,0 0 2 16,0 0-9-16,0 0 7 16,0 0-11-16,0 0 6 15,0 0-2-15,0 0 2 0,28 0-1 16,-10 0 18-16,1 0-16 16,9 0 31-16,6 0-19 15,0 0 24 1,6 0-36-16,1 0 2 0,5-8-1 15,7 0-3-15,0 0 0 16,-7-4 4-16,-12 4-9 16,-6 5 14-16,-9-2-6 15,-7 5 1-15,4 0 6 16,-4 0-7-16,7 0 13 16,9 0-15-16,6 0 5 15,6 0-4-15,-6 0 1 0,-9-3-2 16,9-2 11-16,-6 1-13 15,-9 4 8-15,2 0 1 16,-8 0-6 0,5 0 12-16,4 0-14 0,-3 0 2 15,2 0-7-15,-2 0 14 16,3 0-18-16,-10-4 19 16,-6 4-18-16,-6 0 10 15,0 0-4-15,0 0-5 16,0 0-8-16,0-4-32 15,0-4-97-15,0-4-307 16</inkml:trace>
  <inkml:trace contextRef="#ctx0" brushRef="#br0" timeOffset="-55691.82">6484 6797 274 0,'0'0'96'0,"0"0"-22"0,0 0-11 0,0 0-27 0,0 0-30 0,0 0 21 0,0 100-24 15,0-88 18-15,0 1 10 16,0-5 44-16,0-4-69 16,0 0 4-16,0 16-6 15,0 0 14-15,0 4 4 0,0 8-19 16,0 8 9-1,0-8-8-15,0 0-6 0,0 1 12 16,0-10-10-16,0 18 2 16,0-5-2-1,0 8 0-15,0 4 4 16,0 0-4-16,0-8 11 0,0-4-20 16,0-3 19-16,0-10-12 15,0 6 9-15,0 2-7 16,0 2 7-16,0 6-2 15,0 2 4-15,0-1-5 0,-10 4-8 16,-8-4 11 0,11-3-8-16,7-10 10 15,-6 5-11-15,6-11 2 16,0-6-6-16,0 6 6 0,0-1 0 16,0 4-3-1,0 7 12-15,-9 10 0 0,-3 3 2 16,-1-8 35-16,-9 0-32 15,22-8-14-15,0-11-3 16,0-2 2-16,0-7-1 16,0-4-12-16,0 5 12 15,0-1-27-15,0 0 28 16,10 3-5-16,15 1 5 16,-25 4 2-16,21 4 2 15,-15 0-3-15,-6-4 4 0,19-3-9 16,-13-5 16-16,4-4-12 15,8-1 2-15,-5 2 40 16,14-2-32-16,1 5 7 16,13 5-16-16,5-6 2 15,1 9-8-15,-1 1 15 16,1-1-15-16,-1 0 15 16,1-8-10-16,-1-4 11 15,7-4-6-15,-7 0 6 16,10 0-3-16,-3 0 5 15,-7 0-9-15,13 0-6 16,3 0 13-16,4 0-4 16,8 0 0-16,-6 0-4 15,19 0 4-15,0 0-8 0,0 0 4 16,-7 0-2-16,-21 0 0 16,-12 0 5-1,-7-8-14-15,-12 4 18 0,-3 4-18 16,3 0 23-1,-1 0-10-15,-2 0 6 0,9 0 17 16,7 0 4-16,5 0-29 16,1 0 3-16,5 0 6 15,-5 0-17-15,9 0 15 16,-16-8-16-16,-15 3 9 0,-3-3-4 16,-10 5 2-1,0-1 0-15,10 0 0 16,-16-8 3-16,13-1-11 15,9-10 15-15,0-1-18 16,-3-9 5-16,-10 2-3 0,-9-2 8 16,-6-3 0-16,0 0 0 15,0 0 1-15,0-4-8 16,0 0 18-16,-28 0-21 16,10-4 23-16,-4 0-20 15,10 0 11-15,-10 3-4 16,9 1 1-16,-5 0 0 15,2-4-2-15,-2-1 6 16,-10 6-12-16,22-14 19 0,-13 9-19 16,4 0 18-1,-4 5-18-15,13 3 14 0,-16 3-6 16,10-3 0 0,-10 0 1-16,10 0-3 0,-1 0-1 15,-2-5-2-15,-4 5-17 16,19-3 16-16,-12 14-8 15,-4 5 14-15,16 1-3 16,-6-2 3-16,0 9-2 16,0-8 7-16,-7 0-10 15,4-9 14-15,9-7-19 16,0 0 5-16,0 0 4 16,0 8-27-16,0 5 27 15,0-1-1-15,0 4 4 16,0-4-8-16,0-4 14 0,-13 0-18 15,7 3 12 1,0 6-12-16,0 2 17 0,-10 4-9 16,10 6 4-16,-6-1 7 15,-10 0-2-15,10 0-1 16,-23-12-12 0,23 12 9-16,-16-5-12 0,-3 2 9 15,3-1-4-15,-12 4 8 16,12-5 9-16,-18 6 0 15,15-6-12-15,-10-6-1 16,1 15 4-16,6-9-15 0,-25-3 22 16,-9 13 0-16,9-6-11 15,-3-2 4-15,15 3-1 16,7-5-3-16,0 6 0 16,-7-1-3-1,7 0 0-15,-13 0 6 0,-6 8 8 16,3 0-7-16,4 0-2 15,5 0 5-15,1 0-7 16,12 0 6-16,-7 0-6 16,7-9 6-16,3 6-1 15,-9-5 8-15,6 3-12 16,-7-3 10 0,-5 8-4-16,6 0-8 0,-1-4 1 15,7-4 0-15,9 0 1 16,-3-3 0-16,16 2 14 15,-10 9-10-15,4-4 29 16,2 0-33-16,-9 4 17 0,25-4-14 16,-15 0-5-16,3-4 1 15,12 8 0-15,-7-3-3 16,1-2 9-16,-16 1-3 16,22 0-1-16,0 4 20 15,-6 0-14-15,6 0-3 16,-6 0-5-16,6 0-1 15,0 0 0-15,0 0-13 16,0 0-14-16,0-8-102 0,0-8-205 16,0-4-362-16</inkml:trace>
  <inkml:trace contextRef="#ctx0" brushRef="#br0" timeOffset="-53892.39">7330 8261 425 0,'0'0'79'0,"0"0"-4"0,0 0-49 0,0 0-5 16,0 0 7-1,0 0 23-15,0 0-30 16,0 0 27-16,0 0 30 0,0 0-12 16,0 0-27-16,0 0-20 15,0 0 32 1,16 0-41-16,15 0 31 15,9 0-33-15,0 0 12 0,0 0-20 16,1 9-6-16,11-1 5 16,4-1 2-16,-9-3-2 15,-13 0 15-15,3 0-28 16,-15-4 28-16,12 0-24 16,-9 0 23-16,9 0-15 15,-6 0 2-15,-16 0 0 16,-6 0-5-16,-6 0 15 0,0 0-13 15,0 0 13-15,0 0-19 16,0 0 22-16,7 0-24 16,-1 0 11-16,9 0-5 15,4 0 5-15,-4 0-16 16,-15 0-5 0,7 0-37-16,-7 0-161 0,0 0-198 15</inkml:trace>
  <inkml:trace contextRef="#ctx0" brushRef="#br0" timeOffset="-52074.66">6670 7644 198 0,'0'0'102'0,"0"0"-100"0,0 0 4 0,0 0-5 0,0 0 30 16,0 0 44-16,0 0 53 16,12-5-72-16,-12 5 14 0,0-3-16 15,0 3-39-15,6 0 0 16,-6 0-15-16,0 0 38 15,9 0 8-15,-9 0 11 16,13 0-28-16,-1 0 5 16,1 0-29-16,2 0 9 15,4 0 1-15,2 0-13 16,-2 0-2-16,15 0 11 16,0 0-16-1,7 8 17-15,-10 4-16 0,3-9 10 16,-6 10-11-16,-10-13 5 15,4 0 0-15,-3 0-1 16,2 0 7-16,4 0-2 16,9 0 3-16,-6 0-3 15,19 0 10-15,-23 0-19 16,32 0 7-16,-15 0-4 16,-1 0 2-16,0 0 0 15,-15 0-6-15,15 0 15 0,-6 0-21 16,0 0 26-16,25 0-27 15,-12 0 20-15,-1 0-14 16,7 0 2-16,-31 0 5 16,24 0-1-16,-18 0 4 15,-9 0-6-15,9 0-13 16,-16 3 14-16,1-3-12 16,2 0 2-16,10 0 9 15,-3 0-50-15,2 0-59 16,10 0 42-16,-6 0-2 0,-9 0 5 15,3 0 55 1,-22 0-36-16,6 0-16 16,-6 0-116-16</inkml:trace>
  <inkml:trace contextRef="#ctx0" brushRef="#br0" timeOffset="-51178.27">6750 7302 64 0,'0'0'59'0,"0"0"-36"0,0 0 42 16,0 0 22-16,0 0-9 0,0 0 61 16,0-12-54-1,0 12-10-15,0 0 11 0,0 0-10 16,0 0-17-16,0 0-46 15,0 0 15 1,0 0-24-16,0 0 29 0,19 0-18 16,15 0 1-16,6 0-16 15,7 0 5-15,5 0-5 16,-5-8 6-16,-1 8-12 16,-11 0 20-16,5 0-30 15,13-3 32-15,-4 3-30 16,10 0 16-16,-6 0-4 15,0 0-18-15,-4 0-33 16,-18 0-17-16,3 0-69 16,-6 0 10-16,-15 0-80 15,-13 0-36-15</inkml:trace>
  <inkml:trace contextRef="#ctx0" brushRef="#br0" timeOffset="-50293.25">6682 6865 58 0,'0'0'436'0,"0"0"-362"0,0 0-37 0,0 0 3 0,0 0 13 15,0 0 22-15,0-28-18 0,6 28-31 16,10 0-15-16,2 0 5 16,4 0 8-16,9 0-23 15,3 0 13-15,13 0-9 16,15 0-3-16,-10 0 9 15,7 0-18-15,-3 0 7 16,-16 0-34-16,-9 0-72 16,-3-3 16-16,-22-6-10 15,16-2-33-15,-16-2-78 16</inkml:trace>
  <inkml:trace contextRef="#ctx0" brushRef="#br0" timeOffset="-49345.41">6924 5923 320 0,'0'0'123'0,"0"0"-8"0,0 0-59 0,0 0-25 0,0 0 1 0,0 0 13 16,-6-5-29-16,6 5 43 15,0 0 4-15,0 0 3 16,-7 0-21-16,7 0 6 15,-9 0-21-15,9 0-4 16,0 5-21-16,0 23 0 0,0 5-6 16,0 3 16-16,0 3-20 15,0-6 12 1,0-5-10-16,0-4 4 0,0-9-1 16,0-2 0-16,0-5 2 15,0-4-8-15,0-4 3 16,0 0-6-16,0 0 10 15,0-12-10 1,0-13 11-16,0-7-2 0,0-8 2 16,0 0-1-16,0 0-2 15,22-12-2-15,-4 8-7 16,17 4 5-16,-8 4 1 16,14 8-20-16,-16 7 24 0,-4 13-7 15,-8 5 6 1,-7 3 0-16,9 0 1 0,10 0-1 15,3 0 11 1,6 19-19-16,-3 9 22 0,-3 8-17 16,6 5 10-16,-9-5-7 15,-9 4 1-15,2-8 0 16,-12-12-2-16,1 0 7 16,8-20-14-16,-15 0-19 15,6 0-34-15,13 0-111 16,3 0 3-16,-4 0-72 15</inkml:trace>
  <inkml:trace contextRef="#ctx0" brushRef="#br0" timeOffset="-48962.98">7814 5859 456 0,'0'0'274'0,"0"0"-182"0,0 0-29 0,0 0-48 0,0 0 13 0,0 0-7 0,93 8-3 16,-75-8-15-16,10 0-6 15,-9 0-36-15,9 0-44 16,-10 0-49-16,-8 0 21 15,-10 0-48-15,0 0-239 16</inkml:trace>
  <inkml:trace contextRef="#ctx0" brushRef="#br0" timeOffset="-48726.52">7814 5859 501 0,'-137'-173'79'15,"187"169"-77"-15,3 1 25 16,-29 3-15-16,-8 0 44 16,9 0-15-16,-4 0-32 15,4 0-9-15,3 0-73 0,0 0-38 16,-16 0-212-16</inkml:trace>
  <inkml:trace contextRef="#ctx0" brushRef="#br0" timeOffset="-48124.4">8301 5510 439 0,'0'0'257'0,"0"0"-227"16,0 0 33-16,0 0-43 15,0 0-20-15,0 0 0 0,0 0 5 16,0 0-2-16,0 0-1 15,18 0 24-15,4 12-22 16,-4 12 23-16,4 8-8 16,3 4 9-16,9-4-27 15,-6 1 1-15,-3-10-2 16,9-7 1-16,0 9-9 16,-6-17 12-16,3 7-14 15,-3-7 20-15,-10 0-4 16,4-8-3-16,-22 9 10 15,0-9-10-15,0 8 18 16,0 0-14-16,0 12 6 0,0-1-20 16,0 10 16-1,0 3-8-15,-6 4 6 0,-22-4-14 16,16-4 7 0,-10-16-8-16,22-12-56 0,0 0-178 15,0 0-234-15</inkml:trace>
  <inkml:trace contextRef="#ctx0" brushRef="#br0" timeOffset="-44067.68">8874 6272 317 0,'0'0'41'0,"0"0"29"0,0 0-2 0,0 0-32 0,0 0-20 0,0 0 40 0,-18 88-41 16,18-76 48-16,0 1-6 15,0-6 36-15,0 1-45 16,0 0-38-16,0 5 13 16,0 2-23-16,0 9 10 15,0 1-8-15,0 6 14 16,0 2-8-16,0-1-14 15,0 8 8-15,0-8-2 16,0 4 4-16,0-4-3 0,0 4-2 16,0 0 8-16,0 5-13 15,0-2 15-15,0 5-13 16,0 0 8 0,0-8-5-16,0 1 1 0,0 3-3 15,0-4-2-15,6-4-11 16,12 8 8-1,-2-7 10-15,-4-2-11 0,-6 2 17 16,-6-2-13-16,0 2 5 16,0-1 0-16,0-4 0 15,0 4 3-15,0 4-11 16,0 0 17-16,0 4-16 16,0 0 15-16,0 1-16 15,0-10 14-15,0-10-7 16,0-9 1-16,0-4 0 0,0 0-5 15,0 0 10-15,0-4-17 16,0 0 25-16,0 8-26 16,0-1 11-16,0 6-1 15,7 2 2-15,-7-2 1 16,9 3 0-16,3 0 4 16,1-8 4-16,8 0-2 15,-2-4 4 1,-7 5-4-16,4-2 8 0,-4 9-12 15,-5 0 6-15,-1 4-8 0,3-4 1 16,-9 8-2-16,6-4 6 16,-6 1-12-16,6-9 20 15,7-4-19-15,-7-4 15 16,10-5-11-16,-10-3 4 16,0 0-4-16,0 0 1 15,7 0-14-15,-4 0 13 16,3 0 4-16,7 5 18 15,-4 3-14-15,4 4 1 16,3 4 2-16,-16-4-9 16,0 0 2-16,13-5 1 15,-4-2-5-15,4 3 8 16,-7-4 8-16,10 4-13 0,6 3 21 16,3 6-14-1,3-1-7-15,0-8 0 16,6 0-2-16,7-4-1 0,-13 0 2 15,13 0 8-15,-7 1 7 16,6-2 32-16,7 2-42 16,-6 2 26-16,5 1-25 15,-11 0 9-15,14 0-14 16,-2-3 2-16,-13-2-6 16,13 2 7-16,-13-2-2 15,7 1 0-15,-13 4 12 16,-15-3-11-16,15-2 12 15,-6 5-13-15,-10-3-1 16,10-2-1-16,12 1 0 0,1-4-7 16,5 8 16-16,13 0-10 15,0 5 8-15,3 2-12 16,-9 1 11-16,-7-3-10 16,-5-6 5-16,-7 1-1 15,-6-8 0-15,3 0-8 16,-3 0 1-16,6 0 14 15,-9-8-8-15,2-4 10 16,8-4-7-16,-11 5 4 16,4-1-4-16,6-1 4 15,0-7-4-15,4 1-4 16,2-9-3-16,0-5 1 16,1 1-1-16,-1 4-6 15,-12 4 13-15,-10 3-8 16,10 2 4-16,-9-6 2 15,9 2 0-15,0-5 7 0,3-8-20 16,3 4 22 0,6-9-20-16,-6 5 15 0,-6-4-15 15,-3-4 4-15,9 0-13 16,-6-8 7-16,-9 7 3 16,8 6 7-16,-14 3 6 15,-13 3-12-15,0 2 20 16,0 2-12-16,0-7 4 15,0 0-4-15,0 4 1 0,0 0 0 16,0 0 9-16,0-5-6 16,0-11 3-16,0 4 6 15,-28 5-24-15,-3-5 25 16,3-1-23-16,-6 13 17 16,9-4-7-16,-9 0 0 15,0 0 1-15,6-4 10 16,-3-1-9-1,-3-3-2-15,0 0-2 0,0-4 0 16,0 8-9-16,9 8 10 16,-3 11-4-16,15 6 5 15,-14 2-10-15,2-6 22 16,-3-6-24-16,-12-3 25 0,5-3-28 16,-11-5-15-1,12 0 15-15,-3-5-21 16,9 9 32-16,0 4 2 15,9 5 2-15,7-7-1 0,-4 7 2 16,4-1-16-16,6-12 15 16,-10 3-6-16,4 2-6 15,-16-2 11 1,9 10 1-16,7 2 0 0,-10 6-3 16,10 2 9-16,-10-3-12 15,3 1 20-15,7-6-28 16,-10 9 13-16,4-8-2 15,-10 16-3-15,3-4 6 16,-3-1 6-16,-12 6-2 0,18-5-8 16,-9 4 11-1,3-4-1-15,-6 8-2 0,9 0 0 16,-9-8 3-16,-6 8-6 16,0 0-1-16,-7 0 0 15,1 0-5 1,-1 0 12-16,-6 0-5 0,-2 8 1 15,14 4 10-15,-12-4 1 16,13-5-25-16,15-3 16 16,-9 0-5-16,6 0 5 15,-6 0 8-15,9-3-1 16,-9-5-11 0,6-4 37-16,-3 12-30 0,4 0 3 0,14 0-3 15,-9 0-14 1,4-8 6-16,-22 3-1 15,12-2 0-15,-13-5 1 0,1 12-5 16,6 0 12 0,3 0-9-16,-3 0 15 0,-7 0-23 15,1 0 19-15,0 0-17 16,0-8 8-16,-1 8 0 16,16 0-4-16,-15 0 9 15,12 0-9-15,-6 0 14 16,15 0-19-16,13 0 9 15,0 0-4-15,6 0-55 16,0 0-8-16,0 0-45 16,0 0-212-16</inkml:trace>
  <inkml:trace contextRef="#ctx0" brushRef="#br0" timeOffset="-42734.35">10186 8261 6 0,'0'0'423'0,"0"0"-288"0,0 0-83 0,0 0-22 15,0 0-30-15,0 0 6 16,0 0-6-16,-6 0 24 16,6 0 39-16,0 0 47 15,-7 0 16-15,7 0-89 0,0 0 8 16,-9 0-7-1,3 0-4-15,6 0-4 0,-13 0-27 16,13 0 10-16,0 0-10 16,0 0 16-1,0 0-13-15,0 0 0 0,0 0-4 16,0 0-2-16,0 0 0 16,0 0-4-16,28 0-2 15,19 0 12-15,12 0-5 16,0 0 1-16,3-4-2 15,-3-4 4-15,-7 1-7 16,10-2 3-16,-15 1 0 16,-1 0-1-16,-18 0 5 0,-22 3-13 15,7 2 19-15,-1 3-18 16,-12 0 16-16,0 0-16 16,0 0 11-16,0 0-3 15,0 0 0-15,0 0 0 16,0 0-1-16,0 0 11 15,0 0-6-15,0 0 3 16,0 0 6-16,0 0-7 16,0 0 2-16,0 0-8 15,0 0 0-15,0 0-2 16,0 0 6-16,0 0-6 16,0 0 5-16,0 0-6 15,0 0-40-15,0-4-42 16,-12 0-307-16</inkml:trace>
  <inkml:trace contextRef="#ctx0" brushRef="#br0" timeOffset="-41403.15">9231 7651 251 0,'0'0'156'0,"0"0"-44"0,0 0-45 0,0 0-64 0,0 0 8 0,0 0 21 15,0 0 46-15,0 0-24 16,0 0 16-16,0 0 1 15,0 0-53-15,0 0 15 16,0 0-29-16,6 0 17 16,13 0-1-16,2 0 6 15,4 0-5-15,9 0-5 16,13 0 28-16,-1 0-19 16,22 0-7-16,4 5-9 15,-4-5-8-15,6 0 3 0,7 0 7 16,-10 0-8-16,-3 3 21 15,13 10 7-15,-22-2-23 16,3-2 4-16,-3 7-1 16,-6-13-8-16,9 2 8 15,-10-5-10-15,7 0 5 16,-3 0-5-16,-9 0-1 16,-16 0-2-16,-3 0-2 15,12 0 8 1,-12 0-11-16,-3 0 6 0,2 0-7 15,-14 0-11-15,-1 0 7 16,4 0-37-16,-16 0-38 16,0-5 8-16,0 2-70 15,0 3-73-15,0-5 33 16,0 5 7-16,0 0-75 0</inkml:trace>
  <inkml:trace contextRef="#ctx0" brushRef="#br0" timeOffset="-40420.63">9256 7246 240 0,'0'0'210'0,"0"0"-115"0,0 0-33 0,0 0-5 15,0 0-14 1,0 0 58-16,52-8-30 0,-11 8-4 16,-7-3-36-16,-13 3 19 31,20 0-22-31,-10 0 3 0,3 0 7 0,12 0-21 15,7 0 17-15,3 0-31 16,9 0 27-16,16 0-25 16,5 0 16-16,-5 0-21 15,6 0 16-15,-13 0-13 16,-2 0 4-16,-4 0-12 16,-9 0 15-1,3 0-8-15,-16 0 2 0,-5-8-2 16,-17 3 7-16,-8-2-18 0,-4 7 1 15,-6-8-15-15,-6 8-11 16,0-5-38 0,7-3-10-16,-7 4-64 0,0-4-105 15,0 8-13-15</inkml:trace>
  <inkml:trace contextRef="#ctx0" brushRef="#br0" timeOffset="-39502.46">9404 6773 64 0,'0'0'246'0,"0"0"-91"0,0 0-28 0,0 0-63 0,0 0-26 0,0 0 1 0,0 0 56 0,0 0-33 0,0 0 10 15,19 0-38-15,-13 0 13 16,16 0-37-16,-4 0 16 16,-5 0 10-16,21 0-5 15,6 0-5-15,7 0-19 16,-1 0 10-16,10 0-11 15,3 0-3-15,-12 0 3 16,21 0-9-16,-16 0 3 16,1 0-5-16,9 0 5 0,-15 0-12 15,-7 0 1-15,-9 0-55 16,-3 0 7-16,0 0-14 16,-3 0-59-16,-25 0-91 15,15 0-56 1</inkml:trace>
  <inkml:trace contextRef="#ctx0" brushRef="#br0" timeOffset="-38937.66">9324 6485 175 0,'0'0'164'0,"0"0"-116"0,0 0 75 16,0 0-15-16,0 0-6 15,0 0 29-15,93 0-21 0,-59 0-44 16,-3 0-15 0,31 0 4-16,-3 0-12 15,3-13-33-15,-9 6 2 16,-1-9-6-16,-11 3-12 0,11 6-32 15,-11-1-33-15,-1-5-3 16,-6 9-96-16,-15 0-100 16</inkml:trace>
  <inkml:trace contextRef="#ctx0" brushRef="#br0" timeOffset="-38120.61">11569 6015 491 0,'0'0'115'0,"0"0"-13"0,0 0-10 0,0 0-44 0,0 0 12 15,0 0-14-15,-19 0-6 16,19 0-38-16,0 0 27 16,0 0-17-16,0 13 3 0,0 18 20 15,0 10-18-15,0-2 6 16,0-3-12 0,0 0-8-16,0-3 10 15,0-5-14-15,0-4 3 0,0-9 8 16,0-6-10-16,0-9 0 15,0 0-2-15,0 0-20 16,0-16 16-16,6-24 12 16,13-13-11-16,3 1 16 15,2 4-12-15,4 4 1 16,0 12 0-16,-3 4-1 16,9 8 2-16,0 4-12 0,-9-1 24 15,21 6-15 1,-11 7 10-16,-7 4-1 0,6 0-3 15,-16 4-4 1,-5 28 0-16,2 8 0 0,-15-4-1 16,13-3 1-16,-13-6-1 15,6-7-44-15,0-4 12 16,-6-7-19-16,15-1-57 16,-8-8-180-16,-1 0-186 15</inkml:trace>
  <inkml:trace contextRef="#ctx0" brushRef="#br0" timeOffset="-37672.35">12331 6100 688 0,'0'0'238'0,"0"0"-165"0,0 0-23 0,0 0-26 0,0 0 81 0,0 0-72 0,180 0-22 0,-133 0-11 16,-13 0-12-16,0 0 5 0,-15 0-38 15,-7 0-12 1,-12 0-19-16,15-5-54 0,-15-11-108 16,0-12-48-16</inkml:trace>
  <inkml:trace contextRef="#ctx0" brushRef="#br0" timeOffset="-37456.11">12331 6100 47 0,'81'-241'572'16,"-81"241"-559"-16,6 0 68 16,47 0 49-16,6-13-23 15,3-6-77-15,-3 2-8 16,-19 14-19-16,-6-2-6 15,-28 5-93-15,7 0-132 0,-13 0-79 16</inkml:trace>
  <inkml:trace contextRef="#ctx0" brushRef="#br0" timeOffset="-36954.98">13094 5707 397 0,'0'0'132'0,"0"0"-67"15,0 0-45-15,0 0 48 16,0 0 4-16,0 0 16 16,13-5-65-16,-1 5 36 15,-12 0-12-15,0 0 4 16,0 33-40-16,0 3 19 16,-34 8-13-16,-13-13-14 15,29-2 7-15,-4-13-9 0,10-8 9 16,12 0 5-1,0-4-30-15,0 8 20 0,0-4-14 16,0 4 8 0,34-4-27-16,6-5 12 0,7-3-8 15,-7 0 17-15,13 0-13 16,-19 0 19-16,12 0-34 16,-12 0-9-16,-15 0-13 15,3 0-36-15,-4 0 22 16,-12-11-5-16,10-1 51 0,-10-8-38 15,0 0-71 1,-6 4-60-16</inkml:trace>
  <inkml:trace contextRef="#ctx0" brushRef="#br0" timeOffset="-36906.95">13094 5707 374 0</inkml:trace>
  <inkml:trace contextRef="#ctx0" brushRef="#br0" timeOffset="-36788.66">13094 5707 374 0,'313'108'240'0,"-325"-88"-87"0,-16 24 8 16,6 20 17-16,10 0-103 15,6-12-53-15,0-3-20 16,-1-5-4-16,-14-8 16 16,8-8-30-16,13-13-14 15,-12-7-124-15,-4-8-409 16</inkml:trace>
  <inkml:trace contextRef="#ctx0" brushRef="#br0" timeOffset="-23202.36">12893 7531 538 0,'0'0'93'0,"0"0"6"0,0 0 28 0,0 0-58 0,0 0-27 0,0 0 25 16,0 0-9-16,0 28 5 15,0-28-43-15,0 0 18 16,0 0-33-16,0 0 37 0,-7 0-36 16,7-20 31-1,0-12-32-15,0-12 12 16,0-8-11-16,0 4-2 0,0 8-8 15,0 7 10-15,0 14-16 16,0 14 22-16,0-3-24 16,0 8 12-16,0 0-1 15,0 0-14-15,0 0 5 16,-6 8 5-16,-22 16 5 16,16 13-12-16,-16 3 11 15,0 0-2-15,22-4-55 16,0-8-19-16,6-16-46 15,0-3-106-15,0-9 20 0,12 0-32 16,16 0-91-16</inkml:trace>
  <inkml:trace contextRef="#ctx0" brushRef="#br0" timeOffset="-23116.44">12893 7531 69 0</inkml:trace>
  <inkml:trace contextRef="#ctx0" brushRef="#br0" timeOffset="-22885.38">12893 7531 69 0,'40'-60'189'0,"-34"60"-116"0,0 8-26 16,7 8 91-16,-4 0-50 16,-9-7 5-16,6 2 24 15,-6-3-9-15,13-4-80 16,8 0 27-16,-2-4-43 16,0 0 44-16,15 0 3 15,-6-8 6-15,6-24-28 0,6-4-18 16,-15-4-8-16,-3 8-7 15,-4 0-8-15,-12 0 9 16,-6 7-12-16,0 5-26 16,0 12 33-16,0 8-23 15,-24 0 3-15,2 0 18 16,3 0-31-16,-3 17-24 16,16-1-51-16,6-4-151 15,0-4-71-15</inkml:trace>
  <inkml:trace contextRef="#ctx0" brushRef="#br0" timeOffset="-22615.56">13321 7423 86 0,'0'0'390'0,"0"0"-328"16,0 0 0-16,0 0-35 15,0 0 57 1,139 28 28-16,-105-48 19 0,-6-12-89 16,-9-4-16-16,-19 4 5 15,0 0-15-15,0 4 27 0,0 15-35 16,0 6-16-16,0 7-27 16,-19 0-19-16,-31 0-54 15,-2 28-158 1,18 3 100-16,-7 5-106 0</inkml:trace>
  <inkml:trace contextRef="#ctx0" brushRef="#br0" timeOffset="-21953.12">13996 7387 562 0,'0'0'57'0,"0"0"22"0,0 0-11 16,0 0 52-16,0 0-53 0,0 0 3 15,267 0-42-15,-192 0 33 16,-4 0-15 0,-25 0-30-16,10 0-16 0,-9 0 8 15,-29 0-19-15,4 0-18 16,-16 0-19-16,0 0-43 15,1-12-137-15,-7-9 12 16,0-2-129-16</inkml:trace>
  <inkml:trace contextRef="#ctx0" brushRef="#br0" timeOffset="-21501.56">14551 7222 190 0,'0'0'359'15,"0"0"-299"-15,0 0 28 16,0 0-31-16,0 0-43 16,0 0 21-16,0 5 3 15,0-5 64-15,0 8-35 16,0-5-1-16,0-3-34 15,0 8-9-15,0-8-11 0,0 0-9 16,0 0-3-16,0 0 4 16,7 0-14-16,11 0 20 15,16 0-7-15,1 5 0 16,-4 2 6 0,-4 6-9-16,-5-5 0 0,-16 3 0 15,1 6-11-15,-7-1 8 16,0 4 3-16,0 4-7 15,0-9 14-15,-13 2-6 16,-15-5 1-16,7 0 9 16,2 0-3-16,13 0 0 0,0-8-1 15,6-4 2 1,0 0-18-16,0 0-23 0,0 0-57 16,0 0-146-16,0-20-110 15</inkml:trace>
  <inkml:trace contextRef="#ctx0" brushRef="#br0" timeOffset="-20800.35">15212 7222 57 0,'0'0'568'0,"0"0"-472"0,0 0 88 0,0 0-113 0,0 0-42 0,6 209-22 0,-6-193 12 16,0-9 18-16,0 2-17 16,0-9 47-16,0 4-42 15,0-4-8-15,0 0-8 16,0 0-13-16,0 0 4 15,6-16-7-15,1-12 0 0,14-5 7 16,13-3-7 0,7 5 12-16,-1-2-20 0,-3 14 24 15,3 6-18 1,-24 1 7-16,9 12 0 0,-10 0 4 16,-8 0-1-16,-1 25 18 15,0 11-19-15,-6 0 17 16,0-8-9-16,0 0-7 15,0 0 9-15,0-4-20 16,0 0-4-16,0-7-23 16,0-10-44-16,0-7-153 0,0 0-222 15</inkml:trace>
  <inkml:trace contextRef="#ctx0" brushRef="#br0" timeOffset="-20437.47">15767 7427 272 0,'0'0'348'0,"0"0"-242"0,0 0 17 16,0 0 9-16,0 0-41 16,0 0-16-16,146 48-43 15,-100-44-17-15,-12 0-12 16,7-4 2-16,-7 0-3 15,-9 0-4-15,-10 0-49 16,-3 0-27-16,-5 0-52 16,-7-16-103-16,0-4 20 15</inkml:trace>
  <inkml:trace contextRef="#ctx0" brushRef="#br0" timeOffset="-20219.07">15767 7427 678 0,'105'-96'202'0,"-105"96"-157"16,0 0 29-16,41 0-22 16,21 0 16-16,-3 0-32 15,-13 0-26-15,1-4-10 16,-19 4-32-16,-10-4-51 15,-2-1-193-15,-10 5-283 16</inkml:trace>
  <inkml:trace contextRef="#ctx0" brushRef="#br0" timeOffset="-19805.09">16728 7556 237 0,'0'0'493'0,"0"0"-433"15,0 0 33-15,0 0-46 16,0 0-26-16,0 0 21 0,6 8-4 15,4-21 28 1,-4-27-9-16,12-8-9 0,4-16-40 16,3 0-1-16,3 8-4 15,-16 4-4-15,4 19 1 16,-16 10-4-16,0 10-3 16,0 5 12-16,0 8-10 15,0 0 10-15,0 0 11 16,-9 13-11-16,-4-2-10 15,-15 9 5-15,28 1-12 16,-6-1-15-16,0-4-67 0,6 4 10 16,-6-1-232-16,-1 1-77 15</inkml:trace>
  <inkml:trace contextRef="#ctx0" brushRef="#br0" timeOffset="-19650.69">16728 7556 224 0</inkml:trace>
  <inkml:trace contextRef="#ctx0" brushRef="#br0" timeOffset="-19454.39">16728 7556 224 0,'403'19'361'0,"-384"1"-317"0,9-12 30 15,3 0 40-15,9-8-80 0,-6 0 55 16,0-3-45-16,7-33 27 16,-13-8-24-16,-10-1 11 15,-12-3-38-15,-6 3-7 16,0 9-13-16,-6 5 8 16,-28 7-17-16,-12 15-25 15,27 9 31-15,-15 0 3 16,0 9-8-16,0 23-13 15,9 4-46-15,-3 0-93 0,9-12-252 16</inkml:trace>
  <inkml:trace contextRef="#ctx0" brushRef="#br0" timeOffset="-19054.57">17699 7628 220 0,'0'0'429'16,"0"0"-263"-1,0 0-25-15,0 0-122 0,0 0-6 16,99-133 9 0,-65 85 4-16,0 0 33 0,0 0 18 15,-3 7-40 1,-15 2-19-16,-4-5-14 0,-6 19-8 16,-6 5-12-16,0 20 6 15,0 0 1-15,0 0 9 16,0 0-20-16,-28 33 20 15,-24-2-19-15,-7 2-42 0,12-10-38 16,7-10-35-16,24-10 65 16,10-3-76-1,0 0-33-15</inkml:trace>
  <inkml:trace contextRef="#ctx0" brushRef="#br0" timeOffset="21894.44">1048 10423 205 0,'0'0'51'0,"0"0"-11"0,0 0 22 0,0 0-9 15,0 0 11-15,0 0-24 16,0 0 16-16,0 0 12 15,0 0-2-15,0 0-11 16,0 0-35-16,0 0 10 16,0 0-29-16,0 0 5 15,0 0-5-15,0 0-1 16,0 0 4-16,0 0-2 16,0 0 10-16,0 0-9 15,0 0 14-15,0 0-16 16,0 0 23-16,0-5-19 0,0-2 8 15,0 3-7-15,28 0-2 16,3-4 6-16,-3-5-9 16,6 5 24-1,-9-7-25-15,3 15 2 0,0-5 11 16,3 2-17 0,-4 3 6-16,14 0-2 0,-7 0 0 15,6-5 0-15,-9 5-2 16,-3 0 11-16,12 0-19 15,-12 0 24-15,-3 0-27 16,-3 0 24-16,-4 0-20 0,-5 0 9 16,15 0-2-16,-7 0 0 15,-2 0 2-15,3 0-5 16,-10 0 2-16,7 0-4 16,-4 0 11-16,-2 0-13 15,5 0 7-15,-2 0 0 16,-10 0-16-16,6 0 9 15,1 0 6-15,-4 0 3 16,4 0-14-16,-13 0 28 16,0 0-23-16,0 0 18 15,0 0-9-15,0 0 10 16,0 0-2-16,0 0-8 16,0 0-5-16,0 0-2 15,0 0-6-15,6 0-6 16,-6 0-136-16,0 0-132 0</inkml:trace>
  <inkml:trace contextRef="#ctx0" brushRef="#br0" timeOffset="23725.26">2518 10307 297 0,'0'0'1'0,"0"0"4"0,0 0 14 0,0 0-19 15,0 0-5-15,0 0 5 16,0 0 50-16,-6 0 91 16,6 0-17-16,-7 0-29 15,1 0-21-15,-9 0-8 16,15 0-32-16,0 0 20 0,0 0-26 16,0 0 22-16,0 0-37 15,0 0 12-15,-7 0-18 16,1 0 10-1,6 0-6-15,0 0 0 0,0 0-6 16,0 0-4-16,0 0-2 16,0 0-49-16,0-8-10 15,0-4-131-15,0-4-1 16,22-1-115-16</inkml:trace>
  <inkml:trace contextRef="#ctx0" brushRef="#br0" timeOffset="24243.41">3361 10190 503 0,'0'0'53'0,"0"0"-50"0,0 0 34 0,0 0-21 0,0 0 14 0,0 0 16 0,0 0 8 0,0 0-14 16,0 0-11-16,0 0-1 15,0 0-28-15,0 0-4 16,0 0-112-16,0 0-21 16,0 0-109-16</inkml:trace>
  <inkml:trace contextRef="#ctx0" brushRef="#br0" timeOffset="27305.77">1076 9853 102 0,'0'0'218'0,"0"0"-205"0,0 0-12 0,0 0 12 0,0 0 42 0,0 0 71 16,0 0-54-16,0 0-24 16,0 0 11-16,0 0-32 15,0 0 20-15,0 0-36 16,0 0 36-16,0 0 9 16,0 0-8-16,0 0 0 15,0 0-27-15,0 0 6 16,0 0-26-16,0 0 18 15,0 0-13-15,0 0 21 16,0 0-13-16,0 0 23 16,0 0-21-16,0 0-15 15,0 0 1-15,0 0 8 16,0 0-13-16,0 0 17 16,0 0-26-16,0 0 25 0,0 0-23 15,0 0 10-15,0 0-1 16,19 0 0-16,15 0 1 15,6 0-7-15,6 0 14 16,13 0-8-16,22 0 2 16,12 0-2-16,16 0 8 15,-16 0-9-15,-19-3 4 16,-34-5-1-16,-27 8 0 16,-1-9 3-16,-12 9 3 15,0 0-1 1,0 0 5-16,0 0-2 0,0 0-15 15,16 0 7-15,-10 0-1 16,0 0 0-16,-6 0 1 16,0 0-5-16,0 0 3 0,0 0-4 15,0 0 10-15,0 0-10 16,6 0 11-16,0 0-7 16,1 0 1-16,8 0 0 15,-9 0-2-15,-6 0 1 16,0 0-2-16,0 0-14 15,0 0 12-15,0 9-27 16,-15-1-62-16,-38-8-362 16</inkml:trace>
  <inkml:trace contextRef="#ctx0" brushRef="#br0" timeOffset="28306.6">2620 9733 449 0,'0'0'72'0,"0"0"-66"0,0 0-2 0,0 0 12 0,0 0-8 0,0 0 27 16,-9 9 18-16,9-9 15 0,0 0 42 15,0 0 20-15,-6 0-93 16,6 0 5-16,0 0-30 16,0 0 19-1,-7 0-12-15,7 3 9 0,-12 5-21 16,6-4-7-16,6 0 0 15,0-4 7-15,-10 0-6 16,10 0 2-16,0 0 44 16,0 0-28-16,0 0-3 15,0 0-12-15,0 0-5 16,0 0 1-16,0 0 0 16,0 0-6-16,0 0 20 15,0 0-19-15,0 0 15 0,0 0-11 16,0 0 5-1,0 0-8-15,0 0-5 0,0 0-50 16,0-4-103-16,0-16-376 16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180046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customXml" Target="../ink/ink2.xml"/><Relationship Id="rId5" Type="http://schemas.openxmlformats.org/officeDocument/2006/relationships/image" Target="../media/image2.png"/><Relationship Id="rId4" Type="http://schemas.openxmlformats.org/officeDocument/2006/relationships/customXml" Target="../ink/ink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customXml" Target="../ink/ink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customXml" Target="../ink/ink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.png"/><Relationship Id="rId4" Type="http://schemas.openxmlformats.org/officeDocument/2006/relationships/customXml" Target="../ink/ink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1.png"/><Relationship Id="rId4" Type="http://schemas.openxmlformats.org/officeDocument/2006/relationships/customXml" Target="../ink/ink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3.png"/><Relationship Id="rId4" Type="http://schemas.openxmlformats.org/officeDocument/2006/relationships/customXml" Target="../ink/ink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2" name="Tinta 1">
                <a:extLst>
                  <a:ext uri="{FF2B5EF4-FFF2-40B4-BE49-F238E27FC236}">
                    <a16:creationId xmlns:a16="http://schemas.microsoft.com/office/drawing/2014/main" id="{47835567-10B3-9B17-00B9-8C96A590BF5D}"/>
                  </a:ext>
                </a:extLst>
              </p14:cNvPr>
              <p14:cNvContentPartPr/>
              <p14:nvPr/>
            </p14:nvContentPartPr>
            <p14:xfrm>
              <a:off x="6650192" y="4232961"/>
              <a:ext cx="749520" cy="704520"/>
            </p14:xfrm>
          </p:contentPart>
        </mc:Choice>
        <mc:Fallback>
          <p:pic>
            <p:nvPicPr>
              <p:cNvPr id="2" name="Tinta 1">
                <a:extLst>
                  <a:ext uri="{FF2B5EF4-FFF2-40B4-BE49-F238E27FC236}">
                    <a16:creationId xmlns:a16="http://schemas.microsoft.com/office/drawing/2014/main" id="{47835567-10B3-9B17-00B9-8C96A590BF5D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6645872" y="4228641"/>
                <a:ext cx="758160" cy="713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3" name="Tinta 2">
                <a:extLst>
                  <a:ext uri="{FF2B5EF4-FFF2-40B4-BE49-F238E27FC236}">
                    <a16:creationId xmlns:a16="http://schemas.microsoft.com/office/drawing/2014/main" id="{2645B9CB-C292-A25B-3A4E-98C9C9EA59F2}"/>
                  </a:ext>
                </a:extLst>
              </p14:cNvPr>
              <p14:cNvContentPartPr/>
              <p14:nvPr/>
            </p14:nvContentPartPr>
            <p14:xfrm>
              <a:off x="4046400" y="785160"/>
              <a:ext cx="4264560" cy="808920"/>
            </p14:xfrm>
          </p:contentPart>
        </mc:Choice>
        <mc:Fallback>
          <p:pic>
            <p:nvPicPr>
              <p:cNvPr id="3" name="Tinta 2">
                <a:extLst>
                  <a:ext uri="{FF2B5EF4-FFF2-40B4-BE49-F238E27FC236}">
                    <a16:creationId xmlns:a16="http://schemas.microsoft.com/office/drawing/2014/main" id="{2645B9CB-C292-A25B-3A4E-98C9C9EA59F2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4037040" y="775800"/>
                <a:ext cx="4283280" cy="82764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2" name="Tinta 1">
                <a:extLst>
                  <a:ext uri="{FF2B5EF4-FFF2-40B4-BE49-F238E27FC236}">
                    <a16:creationId xmlns:a16="http://schemas.microsoft.com/office/drawing/2014/main" id="{BE7B6178-0FA2-22E1-B631-3EE19E6DC849}"/>
                  </a:ext>
                </a:extLst>
              </p14:cNvPr>
              <p14:cNvContentPartPr/>
              <p14:nvPr/>
            </p14:nvContentPartPr>
            <p14:xfrm>
              <a:off x="817200" y="1577520"/>
              <a:ext cx="10085400" cy="4646880"/>
            </p14:xfrm>
          </p:contentPart>
        </mc:Choice>
        <mc:Fallback>
          <p:pic>
            <p:nvPicPr>
              <p:cNvPr id="2" name="Tinta 1">
                <a:extLst>
                  <a:ext uri="{FF2B5EF4-FFF2-40B4-BE49-F238E27FC236}">
                    <a16:creationId xmlns:a16="http://schemas.microsoft.com/office/drawing/2014/main" id="{BE7B6178-0FA2-22E1-B631-3EE19E6DC849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807840" y="1568160"/>
                <a:ext cx="10104120" cy="466560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2" name="Tinta 1">
                <a:extLst>
                  <a:ext uri="{FF2B5EF4-FFF2-40B4-BE49-F238E27FC236}">
                    <a16:creationId xmlns:a16="http://schemas.microsoft.com/office/drawing/2014/main" id="{F8CED83C-8A43-63EB-FE7A-87D4BA613FDE}"/>
                  </a:ext>
                </a:extLst>
              </p14:cNvPr>
              <p14:cNvContentPartPr/>
              <p14:nvPr/>
            </p14:nvContentPartPr>
            <p14:xfrm>
              <a:off x="723240" y="1543320"/>
              <a:ext cx="11327040" cy="3739680"/>
            </p14:xfrm>
          </p:contentPart>
        </mc:Choice>
        <mc:Fallback>
          <p:pic>
            <p:nvPicPr>
              <p:cNvPr id="2" name="Tinta 1">
                <a:extLst>
                  <a:ext uri="{FF2B5EF4-FFF2-40B4-BE49-F238E27FC236}">
                    <a16:creationId xmlns:a16="http://schemas.microsoft.com/office/drawing/2014/main" id="{F8CED83C-8A43-63EB-FE7A-87D4BA613FDE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713880" y="1533960"/>
                <a:ext cx="11345760" cy="375840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2" name="Tinta 1">
                <a:extLst>
                  <a:ext uri="{FF2B5EF4-FFF2-40B4-BE49-F238E27FC236}">
                    <a16:creationId xmlns:a16="http://schemas.microsoft.com/office/drawing/2014/main" id="{68F2E16C-4135-ACA6-7B5D-B793DB87C46E}"/>
                  </a:ext>
                </a:extLst>
              </p14:cNvPr>
              <p14:cNvContentPartPr/>
              <p14:nvPr/>
            </p14:nvContentPartPr>
            <p14:xfrm>
              <a:off x="470880" y="408600"/>
              <a:ext cx="11518920" cy="6222600"/>
            </p14:xfrm>
          </p:contentPart>
        </mc:Choice>
        <mc:Fallback>
          <p:pic>
            <p:nvPicPr>
              <p:cNvPr id="2" name="Tinta 1">
                <a:extLst>
                  <a:ext uri="{FF2B5EF4-FFF2-40B4-BE49-F238E27FC236}">
                    <a16:creationId xmlns:a16="http://schemas.microsoft.com/office/drawing/2014/main" id="{68F2E16C-4135-ACA6-7B5D-B793DB87C46E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461520" y="399240"/>
                <a:ext cx="11537640" cy="624132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2" name="Tinta 1">
                <a:extLst>
                  <a:ext uri="{FF2B5EF4-FFF2-40B4-BE49-F238E27FC236}">
                    <a16:creationId xmlns:a16="http://schemas.microsoft.com/office/drawing/2014/main" id="{F6EA18F5-E657-240E-5E59-91E6958B9D8A}"/>
                  </a:ext>
                </a:extLst>
              </p14:cNvPr>
              <p14:cNvContentPartPr/>
              <p14:nvPr/>
            </p14:nvContentPartPr>
            <p14:xfrm>
              <a:off x="891720" y="280080"/>
              <a:ext cx="10995480" cy="6462360"/>
            </p14:xfrm>
          </p:contentPart>
        </mc:Choice>
        <mc:Fallback>
          <p:pic>
            <p:nvPicPr>
              <p:cNvPr id="2" name="Tinta 1">
                <a:extLst>
                  <a:ext uri="{FF2B5EF4-FFF2-40B4-BE49-F238E27FC236}">
                    <a16:creationId xmlns:a16="http://schemas.microsoft.com/office/drawing/2014/main" id="{F6EA18F5-E657-240E-5E59-91E6958B9D8A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882360" y="270720"/>
                <a:ext cx="11014200" cy="648108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2" name="Tinta 1">
                <a:extLst>
                  <a:ext uri="{FF2B5EF4-FFF2-40B4-BE49-F238E27FC236}">
                    <a16:creationId xmlns:a16="http://schemas.microsoft.com/office/drawing/2014/main" id="{2D3E0D9B-A2C8-C4FE-BD9F-D68A0D04B92D}"/>
                  </a:ext>
                </a:extLst>
              </p14:cNvPr>
              <p14:cNvContentPartPr/>
              <p14:nvPr/>
            </p14:nvContentPartPr>
            <p14:xfrm>
              <a:off x="377280" y="301320"/>
              <a:ext cx="11832480" cy="6239160"/>
            </p14:xfrm>
          </p:contentPart>
        </mc:Choice>
        <mc:Fallback>
          <p:pic>
            <p:nvPicPr>
              <p:cNvPr id="2" name="Tinta 1">
                <a:extLst>
                  <a:ext uri="{FF2B5EF4-FFF2-40B4-BE49-F238E27FC236}">
                    <a16:creationId xmlns:a16="http://schemas.microsoft.com/office/drawing/2014/main" id="{2D3E0D9B-A2C8-C4FE-BD9F-D68A0D04B92D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367920" y="291960"/>
                <a:ext cx="11851200" cy="625788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109</TotalTime>
  <Words>11</Words>
  <Application>Microsoft Office PowerPoint</Application>
  <PresentationFormat>Widescreen</PresentationFormat>
  <Paragraphs>11</Paragraphs>
  <Slides>11</Slides>
  <Notes>11</Notes>
  <HiddenSlides>0</HiddenSlides>
  <MMClips>0</MMClips>
  <ScaleCrop>false</ScaleCrop>
  <HeadingPairs>
    <vt:vector size="6" baseType="variant">
      <vt:variant>
        <vt:lpstr>Fontes usadas</vt:lpstr>
      </vt:variant>
      <vt:variant>
        <vt:i4>1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11</vt:i4>
      </vt:variant>
    </vt:vector>
  </HeadingPairs>
  <TitlesOfParts>
    <vt:vector size="13" baseType="lpstr">
      <vt:lpstr>Arial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Matemática Pré-Vestibular</dc:title>
  <dc:subject>PptxGenJS Presentation</dc:subject>
  <dc:creator>Created by Marp</dc:creator>
  <cp:lastModifiedBy>Éderson Passos Silva</cp:lastModifiedBy>
  <cp:revision>3</cp:revision>
  <dcterms:created xsi:type="dcterms:W3CDTF">2026-06-09T13:42:20Z</dcterms:created>
  <dcterms:modified xsi:type="dcterms:W3CDTF">2026-06-09T23:27:14Z</dcterms:modified>
</cp:coreProperties>
</file>