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notesSlides/notesSlide4.xml" ContentType="application/vnd.openxmlformats-officedocument.presentationml.notesSlide+xml"/>
  <Override PartName="/ppt/ink/ink4.xml" ContentType="application/inkml+xml"/>
  <Override PartName="/ppt/notesSlides/notesSlide5.xml" ContentType="application/vnd.openxmlformats-officedocument.presentationml.notesSlide+xml"/>
  <Override PartName="/ppt/ink/ink5.xml" ContentType="application/inkml+xml"/>
  <Override PartName="/ppt/notesSlides/notesSlide6.xml" ContentType="application/vnd.openxmlformats-officedocument.presentationml.notesSlide+xml"/>
  <Override PartName="/ppt/ink/ink6.xml" ContentType="application/inkml+xml"/>
  <Override PartName="/ppt/notesSlides/notesSlide7.xml" ContentType="application/vnd.openxmlformats-officedocument.presentationml.notesSlide+xml"/>
  <Override PartName="/ppt/ink/ink7.xml" ContentType="application/inkml+xml"/>
  <Override PartName="/ppt/notesSlides/notesSlide8.xml" ContentType="application/vnd.openxmlformats-officedocument.presentationml.notesSlide+xml"/>
  <Override PartName="/ppt/ink/ink8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9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16T22:03:45.6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5907 9858 47 0,'0'0'503'0,"0"0"-481"0,0 0-16 0,0 0 27 0,0 0 11 0,0 0 6 16,34 216 23-16,-6-160-41 15,3 13 23-15,15 3-20 16,-5 11 37-16,5 10-41 16,-6-5-17-16,1 0-11 15,-13-11 12-15,-10-25-13 0,-2-21 1 16,-16-18 24 0,0-13-12-16,0 0 41 0,0-52-23 15,-16-28-14-15,-36-41-18 16,11-40-1-16,16-6 0 15,16-23-25-15,9 15 14 16,0 1-16-16,16 14 5 16,36 36-8-16,7 7 11 15,9 25-6-15,1 12 1 16,2 16-18-16,-9 20 3 16,-22 20-4-16,-9 24 3 15,-3 0 24-15,-22 48 16 0,-6 41 8 16,0 31 57-1,-34 24-8-15,-59 8-47 16,-28-8 1-16,16-19-8 16,-16-29 3-16,16-27-6 0,2-30-14 15,32-22 5-15,21-17-55 16,32-4-32-16,18-45-374 16</inkml:trace>
  <inkml:trace contextRef="#ctx0" brushRef="#br0" timeOffset="584.61">6849 10310 725 0,'0'0'70'0,"0"0"51"0,0 0 5 0,0 0-91 0,0 0-13 15,0 0-22-15,-18 0-16 0,18 0-19 16,0 0-30-16,-10 0-30 16,-8-3-187-16</inkml:trace>
  <inkml:trace contextRef="#ctx0" brushRef="#br0" timeOffset="820.51">6849 10310 819 0</inkml:trace>
  <inkml:trace contextRef="#ctx0" brushRef="#br0" timeOffset="1050.69">6849 10310 819 0,'475'225'26'0,"-475"-313"25"0,0-49 24 16,0-31-29 0,0-24-24-16,0 51-18 0,0 13 21 15,0 20-24-15,12 11-2 16,16 25-2-16,0 15-27 15,-9 26 14-15,15 31-33 16,6 0-7-16,13 52 11 16,9 45 45-16,3 26 9 15,-3 10 31-15,-9 4-23 16,12-9-12-16,-3-8-5 16,-3-11-90-16,3-14 88 0,-3-15-31 15,-25-11-100 1,-10-21 83-16,-24-27-21 15,0-21-221-15</inkml:trace>
  <inkml:trace contextRef="#ctx0" brushRef="#br0" timeOffset="1267.42">7190 10199 659 0,'0'0'217'16,"0"0"-213"-16,0 0 12 15,0 0-15-15,221 19 22 0,-113-19-23 16,-2-16-4-16,-20 0-93 16,-24 4-98-1,-31 12-72-15</inkml:trace>
  <inkml:trace contextRef="#ctx0" brushRef="#br0" timeOffset="1749.15">8781 10315 313 0,'0'0'644'0,"0"0"-615"0,0 0 36 0,0 0-65 0,0 0-16 0,0 0-87 16,-18 0-138-16,2-25-311 16</inkml:trace>
  <inkml:trace contextRef="#ctx0" brushRef="#br0" timeOffset="2365.58">6769 10519 706 0,'0'0'125'0,"0"0"-78"15,0 0 36-15,0 0-51 0,0 0 15 16,0 0-33-16,-34 0-14 0,34 0-15 16,0 0 15-1,0 0-24-15,-13 0-96 0,-33 0-129 16</inkml:trace>
  <inkml:trace contextRef="#ctx0" brushRef="#br0" timeOffset="3465.95">9643 10543 802 0,'0'0'124'15,"0"0"-115"-15,0 0 108 0,-307-269-66 0,279 157-22 0,28-25-14 0,0-7-15 0,50-12 9 0,49 4-9 0,28 0-2 0,0 14-37 16,0 6-56-16,-6 20-107 0,-28 24-167 16</inkml:trace>
  <inkml:trace contextRef="#ctx0" brushRef="#br0" timeOffset="6249.91">10545 10010 256 0,'0'0'16'0,"0"0"35"0,0 0 23 0,0 0-25 0,0 0 3 0,0 0 2 0,-24 48-9 15,8-40-42 1,10 12 35-16,-6 0-12 0,12-4 3 16,0 0-4-16,0 0-15 15,0 4 14 1,0-4-21-16,12 1 7 0,10-6-7 15,2-3 2-15,-2 1 0 16,3-6 1-16,3-3 5 16,0 0-5-16,-3 0 20 15,15 0-12-15,-12-3 24 16,-3-22-14-16,15-11 9 16,-6-8-12-16,-6-12 1 0,-10-8-14 15,4-13-16 1,-3 2 3-16,-13 2-2 0,10 5-28 15,-16 12-14-15,0 12 49 16,0 15-16-16,-10 14 7 16,-21 7-8-16,-9 8-14 15,0 0 23-15,-7 11-5 16,-9 25 6-16,4 9-22 16,-1-1-1-16,0 0-1 0,13-8 31 15,12 0 6-15,9 0 8 16,13 0-13-16,6-3 9 15,0-2 0 1,0-6-8-16,0-6 2 16,0 6-4-16,13-9 2 0,21-4 6 15,-3 4-16-15,-3-8 4 16,-1-4 4-16,14 0-10 16,-16-4 10-1,15 0 2-15,-12 0 4 0,-3 0-3 16,15-8 5-16,-12-16 20 15,0 7-14-15,-4 1-10 16,-11 1 11-16,-4 15-20 16,-9-5 10-16,0 5-4 15,6 0 5-15,1 0-6 0,5 0-1 16,10 13-13-16,3 10 14 16,2 10 10-16,1-9 12 15,-9 16-14-15,9-16 22 16,3 8-18-16,3-11 0 15,-6-10-12-15,18-3-14 16,-12-8 7-16,1 0-22 16,-11 0 0-16,10 0 8 15,1-27-29-15,-11-18-10 16,-2-12-38-16,-16 2-152 16</inkml:trace>
  <inkml:trace contextRef="#ctx0" brushRef="#br0" timeOffset="7344.04">11643 10507 87 0,'0'0'42'16,"0"0"-25"-16,0 0 24 0,0 0 28 0,0 0 4 0,0 0-5 0,0 4 2 0,0-4-6 15,0 0-13 1,0 0 3-16,0 0-15 0,0 0-2 16,0 0-27-16,0 0 13 15,0 0-15-15,0 0 16 16,0 0-12 0,0 0 21-16,0 0 1 0,0 0-10 15,0-24-24-15,0 4 15 16,0-8-5-16,0-4-9 15,0-4 28-15,0-17-20 16,0 1-17-16,0-4 8 16,0-4-32-16,0 12-3 15,0 7 15-15,0 18 2 16,0 10 1-16,0 13 12 16,0 0 5-16,0 0-11 15,0 0 11-15,0 0 3 0,0 0-3 16,-6 17 8-16,-28 27-8 15,-7 8-11-15,-5 17 5 16,-1-10-64-16,13-7-19 16,6-19-48-16,10-17-133 15</inkml:trace>
  <inkml:trace contextRef="#ctx0" brushRef="#br0" timeOffset="8177.38">12136 10106 309 0,'0'0'143'0,"0"0"-68"0,0 0 3 0,0 0-23 0,0 0-2 0,0 0-9 16,-6 0-10-16,6 0-9 15,0 0-7-15,0 0 29 16,0 8-38-16,0 16 18 16,0 4-21-16,0 13 24 15,0 6-12-15,0 6 5 16,0 11-2-16,0 0-20 16,-19 0 3-16,-15 4 3 15,6-7-14-15,-12-9-36 16,15 7-68-16,-3-23-80 0,10-19-95 15</inkml:trace>
  <inkml:trace contextRef="#ctx0" brushRef="#br0" timeOffset="15206.6">11429 11181 225 0,'0'0'158'0,"0"0"-155"0,0 0 44 0,0 0-15 0,0 0-10 0,0 0-8 0,0 0 8 0,0 0-10 0,0 0 8 16,0 0 15-16,0 0-12 16,0 8 12-16,0-8-15 0,0 12 25 15,0-1-12-15,0-2-6 16,0-1-12-16,0 8-6 15,0-8 0-15,0 12-2 16,13 0 10-16,14 4-11 16,-2 1 8-16,16-2-8 15,5 9 3-15,1-7-6 16,2 6-3-16,16-10-1 16,-12 2-6-16,15-6 1 15,7-1 6-15,-10 0 8 16,9-4-8-16,1-1 10 15,-10 10-7-15,3-6 1 16,-9-2 1-16,-13-1-6 16,7-7 1-16,-13 2-18 15,-12-7 14-15,13 0-3 16,-14 0 4-16,-2 0 6 16,16 0-12-16,-14-16 15 0,32-5-6 15,-6-2 1-15,3 2 6 16,-10-2-7-16,-11 7-11 15,2-1-2-15,-9 1-25 16,0-4-30-16,-16 1-98 16,-12-1-147-16</inkml:trace>
  <inkml:trace contextRef="#ctx0" brushRef="#br0" timeOffset="15790.41">12921 11273 253 0,'0'0'119'0,"0"0"-104"0,0 0 60 0,0 0-36 0,0 0-23 0,0 0-6 15,186 41-10-15,-152-41-4 16,-28 0 4-16,6 0 20 15,-6 0 2-15,-6 3 11 0,0 5-17 16,0 0 10 0,0 9-24-16,0-2 32 0,0 21-4 15,0 5 9-15,-6 3-37 16,-22 3 2-16,4-2-3 16,11-5-2-16,13-23-14 15,0-17-110-15,37-13-212 16</inkml:trace>
  <inkml:trace contextRef="#ctx0" brushRef="#br0" timeOffset="16569.73">12198 12428 288 0,'0'0'236'0,"0"0"-224"0,0 0 8 0,0 0 24 16,0 0-17-16,0 0 24 16,0-209-4-16,0 162-27 15,0-6 7-15,0 17-1 16,0-12-3-16,0 16-20 16,0 0-1-16,0 0-2 15,0 3 0-15,0 1-1 16,0 13-35-16,0 10-10 15,0 5-6-15,0 0-34 16,-6 17-93-16,-10 19 65 16</inkml:trace>
  <inkml:trace contextRef="#ctx0" brushRef="#br0" timeOffset="17270.93">11956 12180 217 0,'0'0'137'0,"0"0"-118"0,0 0 4 0,0 0 19 0,0 0 3 0,0 0 4 0,81 0 1 15,-69 0 8-15,4 0-16 16,2 0 10-16,10 0-9 15,-3 0-14-15,3 0-9 0,6 0-15 16,6 0 17-16,1 0-18 16,-4 0 25-16,-3 0-27 15,-6 0 5-15,0 0-7 16,-16 0-15-16,7 0-20 16,-13 0-11-16,-6 0-76 15,0 0-133-15</inkml:trace>
  <inkml:trace contextRef="#ctx0" brushRef="#br0" timeOffset="18218.93">12744 12432 85 0,'0'0'128'0,"0"0"-108"0,0 0 6 0,0 0 47 0,0 0-11 16,0 0 11-16,0 40-22 15,0-36 13-15,0-4-11 16,0 0 10-16,0 0-34 16,0 0-12-16,0 0 16 15,0 0-13-15,0 0 16 16,0 0-15-16,0 0 26 15,0 0-16-15,0 0 8 16,0 0-39-16,0 0 0 16,0-12-7-16,0-4 7 15,0-11 20-15,0-11-18 0,0-1 20 16,0-14-13 0,0-7-2-16,0-4-6 0,0 0-2 15,0-4 1 1,0 12 0-16,0 16-2 0,0 11-12 15,9 9 8-15,-9 17-7 16,6-10 10-16,7-10-24 16,-1-5-38-16,22-8-135 15,-12-5-101-15</inkml:trace>
  <inkml:trace contextRef="#ctx0" brushRef="#br0" timeOffset="18884.16">12731 12172 314 0,'0'0'71'0,"0"0"-50"0,0 0-21 0,0 0-17 0,0 0-8 0,0 0 25 15,-6 0 59-15,6 0 16 16,0 0 31-16,-6 0-25 0,6 0-29 15,0 0-15 1,0 0-37-16,0 0-5 0,0-8 5 16,0-5 31-16,0-2-24 15,0-2 11-15,0 1 9 16,0-4 16-16,0-4-13 16,34-4-18-16,-3-8-4 15,25 16-3-15,-16-1-5 16,1 10 0-16,-10-1-1 15,3 12-8-15,6 0-2 16,6 0 2-16,-11 0 7 16,5 0 1-16,-6 0 0 15,-15 12-2-15,9-8-27 16,-22 3 25-16,12 10-59 16,-18-9-43-16,0 3-113 0</inkml:trace>
  <inkml:trace contextRef="#ctx0" brushRef="#br0" timeOffset="20319.43">13007 10307 232 0,'0'0'183'0,"0"0"-183"0,0 0 1 0,0 0 3 0,0 0 0 0,0 0 9 16,-9 75-9-16,18-75 37 16,10 0-4-16,-7 0 13 15,29-23-12-15,21-26 30 16,-3-18-12-16,9-10-34 0,-15-3-2 15,-19-4-17-15,-10 12-6 16,-17 0-3-16,-7 11-3 16,0 21-15-16,-19 12 24 15,-40 20-1-15,-15 8 6 16,-1 0 12-16,-5 21-15 16,-13 34 8-16,28 9-5 15,9 0 1-15,22-3-1 16,21 3-5-16,13-17 2 0,0-6 1 15,0-13-3 1,6-12-5-16,35-12 4 0,15-4-44 16,9 0 14-16,15 0 31 15,-15 0 2-15,-15-4 8 16,-19 4-10-16,-15 0-3 16,24 0-14-16,-28 33 17 15,16 6 16-15,-3-6 28 16,-3-5-42-16,2-8-2 15,4-12-17-15,19-8-99 16,-13 0-102-16</inkml:trace>
  <inkml:trace contextRef="#ctx0" brushRef="#br0" timeOffset="20867.13">13680 10254 329 0,'0'0'80'0,"0"0"-60"0,0 0-20 0,0 0 25 0,0 0-21 15,0 0-8-15,196 0-6 16,-190 17 10-16,-6 19 8 16,0 0 25-16,0 3 19 15,0 2-39-15,0-5 0 0,-6-12-7 16,6-8-11 0,0-4 5-16,0-12 0 0,12 0-14 15,16 0-6-15,3 0 20 16,-3 0 13-16,0 0 13 15,-10 0-3-15,4 8 12 16,-10 1-28-16,-5-2 2 16,14 5-9-16,-8-8-12 15,15 4-20-15,-4-8-64 16,-2 0-188-16</inkml:trace>
  <inkml:trace contextRef="#ctx0" brushRef="#br0" timeOffset="21383.44">14443 9865 310 0,'0'0'199'0,"0"0"-172"0,0 0 23 0,0 0 32 0,0 0-31 0,0 0-13 15,12 193-19-15,4-154 5 16,-16-6-15-16,6 3 8 0,-6 0-1 15,6 0-6-15,0 0-9 16,7 0 5-16,-4-3-12 16,16-5-30-16,-10-4 2 15,-8-4-30-15,-1-4-86 16,-6-16 55-16,0 0 26 16,0 0 57-16</inkml:trace>
  <inkml:trace contextRef="#ctx0" brushRef="#br0" timeOffset="21600.17">14356 10017 489 0,'0'0'12'15,"0"0"-4"-15,0 0 4 16,0 0-10-16,0 0-2 0,0 0-16 16,242-7-99-16,-223-9-195 15</inkml:trace>
  <inkml:trace contextRef="#ctx0" brushRef="#br0" timeOffset="22565.25">15079 9806 347 0,'0'0'143'0,"0"0"-77"0,0 0 3 0,0 0-23 16,0 255 3-1,0-190-7-15,0-1 3 16,0-3-3-16,0-10-21 0,0-2 27 15,0-18-37-15,0-2 4 16,0-17-9-16,0 0-2 16,0-8-4-16,0-4-3 15,0 0 1-15,0 0 2 16,0 0 5-16,0 0 0 16,0 0-4-16,0-28 6 15,0-12-14-15,0-5-7 0,0 1 11 16,0-3-12-1,-7 2 15-15,7 1 6 0,0-5-1 16,0 2-4 0,0-9-1-16,47 0 11 0,6-1-6 15,6 5-10-15,-4 16 1 16,-8 12-2-16,-1 16 3 16,-5 8-15-16,-1 0-2 15,13 4 0-15,-7 20 20 16,-5-4 0-16,-7 4-3 15,-22 1-68-15,-12-10-76 16,0 9-27-16</inkml:trace>
  <inkml:trace contextRef="#ctx0" brushRef="#br0" timeOffset="23284.51">14235 10114 479 0,'0'0'96'0,"0"0"-46"0,0 0 23 0,0 0-33 0,0 0 3 0,0 0-36 16,6 16 35-16,35-4-11 15,5-4-11-15,1-4-20 16,2-4-5 0,-18 0-22-16,16 0-79 0,-13 0-53 15,-19 0-145-15</inkml:trace>
  <inkml:trace contextRef="#ctx0" brushRef="#br0" timeOffset="23949.26">16080 10403 131 0,'0'0'198'0,"0"0"-107"0,0 0 17 0,0 0-44 0,0 0 37 15,0 0-20-15,0 28-15 16,13 3 30-16,-13 18-44 16,0 7-3-16,0 13-45 15,0 14 3-15,-13 2-7 0,-33-1-34 16,-7-15-46-16,6-22-81 15,1-30-232-15</inkml:trace>
  <inkml:trace contextRef="#ctx0" brushRef="#br0" timeOffset="24782.18">16775 10042 430 0,'0'0'31'0,"0"0"31"0,0 0 17 0,0 0 1 0,0 0-7 0,0 0-43 15,-13 96 0-15,13-96-26 16,0 0-4-16,13 0 0 15,8 0 17-15,4 0-4 16,3-24 29-16,6-12-6 16,-9-4-10-16,3-4-5 0,-22 0-19 15,10 8 15 1,-16 8-9-16,0 0-5 16,0 3-3-16,-16 9-13 0,-18 8 5 15,-12 8-28-15,-7 0 33 16,-6 49 6-16,3 7 3 15,10 8-5-15,15-4 20 16,21-8-20-16,10-12 2 16,0-4-3-16,0-12 0 15,34 4-2-15,13-11 0 16,9-14-19-16,9-3-3 16,3 0 10-16,13-16 14 15,-10-20 7-15,-3 0-3 16,-21 12-4-16,-13 12-2 0,-22 12-8 15,1 0-8-15,2 0-28 16,-3 24 46-16,7 12 24 16,3 5 26-16,6 10-30 15,-3-10-20-15,21-10-6 16,-6-10-18-16,-6-13-7 16,7-8-36-16,-16 0-64 15,-25 0-99-15</inkml:trace>
  <inkml:trace contextRef="#ctx0" brushRef="#br0" timeOffset="25545.02">17590 10302 246 0,'0'0'248'0,"0"0"-165"0,0 0-13 0,0 0-4 0,0 0-63 0,0 0 8 0,-6 0-9 16,21-8 6-1,4 4 21-15,-7 4-1 16,10 0 8-16,-9 0-17 0,-1 0-12 16,-3 20-2-16,-9 5 15 15,0 7 2-15,0 0-9 16,0-8-2-16,-9 0-4 16,-3-9-14-16,-1-6 14 15,13-9-17-15,0 0 6 0,0 0-15 16,0 0-46-16,0 0 12 15,6 0 48-15,22 8 5 16,-15 8-2-16,27 0 7 16,-28 8-10-16,16 8-42 15,-21 1 47-15,-7 3 31 16,0 8-7-16,-35 12-15 16,-5-9-3-16,-6-2 4 15,-1-21-9-15,13-8-1 16,-6-8-13-16,-1-8-49 15,-5 0-197-15</inkml:trace>
  <inkml:trace contextRef="#ctx0" brushRef="#br0" timeOffset="26829.93">18272 9829 361 0,'0'0'49'0,"0"0"39"0,0 0-23 0,0 0-1 0,0 0 16 0,0 0-26 0,28 77-5 15,-3-50-20-15,-3 1 29 0,-4 21-25 16,16-1 3 0,-12 8-22-16,-3 1 7 15,-19 2-19-15,0-2-2 0,0-6-8 16,0-7-13-1,0-11-19-15,0-17-34 0,0-16-8 16,-19 0-124-16,-3-13-355 16</inkml:trace>
  <inkml:trace contextRef="#ctx0" brushRef="#br0" timeOffset="27202.13">18074 10171 617 0,'0'0'79'0,"0"0"8"0,0 0-4 0,0 0-54 0,0 0 10 15,0 0 10-15,158 0-26 16,-56 0 8-16,-9 0-26 15,7 0-5-15,-14-5-11 16,-5-7-72-16,-22 4-106 16,-31 0-153-1</inkml:trace>
  <inkml:trace contextRef="#ctx0" brushRef="#br0" timeOffset="28443">18954 9845 425 0,'0'0'58'0,"0"0"25"0,0 0-47 0,0 0-25 0,0 0 10 0,0 0 52 16,69-60 0 0,-38 40-30-16,9 0 22 15,6 4-25-15,10 4-4 0,-3 7-35 16,-6 5-2-16,-13 0-27 16,-22 41-1-1,-12 15 29-15,0 29 10 16,-25 7-10-16,-43 4 2 0,-13-7-1 15,16-17 8-15,16-25 1 16,30-11-3-16,13-19 7 16,6-9-14-16,0 0-9 15,12-8-28-15,63 0 37 16,18 0 15-16,6 0-14 16,-12 0 30-16,-25 0-23 15,-28 0 12-15,-22 0-20 0,1 0 0 16,2 0-2-16,-2 15-2 15,-7 1-78-15,-6-3-111 16,0-1-231 0</inkml:trace>
  <inkml:trace contextRef="#ctx0" brushRef="#br0" timeOffset="29076.86">19665 10335 154 0,'0'0'61'0,"0"0"13"0,0 0 24 0,0 0-37 0,0 0 0 0,0 0-20 0,0 112 6 0,0-112 30 15,0 0 30-15,-10 0-34 16,10 0-3-16,-6 0-22 16,0-24-29-16,-7-25-19 15,7-10 0-15,6-18 23 16,0-11-17-16,0-1 10 0,0-3-12 16,0 9-1-1,0 14-3-15,0 17-27 0,0 29-19 16,0 23-31-16,6 0-5 15,-6 0-111-15,0 27 73 16,0 1-306-16</inkml:trace>
  <inkml:trace contextRef="#ctx0" brushRef="#br0" timeOffset="29409.11">19624 10061 168 0,'0'0'128'0,"0"0"-69"15,0 0 24-15,0 0-11 16,0 0-23-16,0 0 1 0,354-152 5 16,-308 152-3-1,-12 0 4-15,0 16-22 0,-15 17 28 16,9-5-42 0,-9 3 22-16,-13-6-42 0,9 7-20 15,-15 0-76-15,0-8-91 16,0-12-146-16</inkml:trace>
  <inkml:trace contextRef="#ctx0" brushRef="#br0" timeOffset="30025.19">20979 10379 426 0,'0'0'183'0,"0"0"-57"0,0 0-18 0,0 0-80 0,202 216 42 0,-184-160-46 16,-8-4-8-16,-10 0-16 16,0-7-44-16,0-5-45 15,0-12-14-15,-41 0-160 16</inkml:trace>
  <inkml:trace contextRef="#ctx0" brushRef="#br0" timeOffset="31524.03">14638 11317 340 0,'0'0'13'0,"0"0"-1"0,0 0 17 0,0 0 12 0,0 0 20 0,0 0 2 0,106 61-24 0,-66-38 4 0,7 6-3 0,27 2 4 16,7 10-14-16,5-1 9 16,14 0-7-16,5 4-21 0,-3 1 23 15,-2-6-22 1,-1-11-7-16,16-12-5 0,-1-12 0 15,7-4 0-15,-3 0 8 16,-3 0-1-16,-7 0-4 16,-21-20-3-1,-16 0-5-15,-9-12 1 0,-9-12-35 16,-6-8-10-16,-7-5-29 16,-6 2-11-16,-28 19-25 15,-6 11-67-15,0 25-73 16</inkml:trace>
  <inkml:trace contextRef="#ctx0" brushRef="#br0" timeOffset="32008.97">16784 11365 364 0,'0'0'94'0,"0"0"-21"0,0 0-27 0,0 0-29 0,0 0 13 0,347-12-4 0,-306 12-14 16,-10 0 8-16,-16 0-5 15,-3 0 37-15,-5 12-8 16,-7 12 3-16,6-8-33 16,-6 9 6-16,6-5-19 15,10-1-1-15,-4 1-5 0,0-4-40 16,4-7-42 0,-4-9-163-16</inkml:trace>
  <inkml:trace contextRef="#ctx0" brushRef="#br0" timeOffset="32640.98">15947 12183 530 0,'0'0'6'0,"0"0"-6"0,0 0 30 0,0 0 1 0,0 0 8 0,0 0-1 0,12 229-26 15,-2-201-8-15,-4-4-8 16,-6-8-60-16,0 0-40 16,0-16-277-16</inkml:trace>
  <inkml:trace contextRef="#ctx0" brushRef="#br0" timeOffset="32898.05">15900 12195 532 0,'0'0'25'0,"0"0"59"0,0 0-14 16,0 0-46-16,0 0-24 0,0 0-24 16,289 52-44-16,-265-52-78 15,-8-16-120-15</inkml:trace>
  <inkml:trace contextRef="#ctx0" brushRef="#br0" timeOffset="33441.86">16688 12319 463 0,'0'0'49'0,"0"0"18"0,0 0-12 0,0 0-15 0,0 0 22 16,0 0-22-16,46-224-14 15,-36 160-20-15,-10 4 36 16,0 20-20-16,0 12-8 16,0 15-7-16,6 5-7 15,0 0-9-15,6 1-74 16,4 7-55-16,-4 0-42 15,-12 0-40-15,0 36-20 0</inkml:trace>
  <inkml:trace contextRef="#ctx0" brushRef="#br0" timeOffset="33755.69">16821 12035 446 0,'0'0'188'0,"0"0"-124"16,0 0-36-16,0 0 11 15,0 0-3-15,0 0-22 16,183-56 17-16,-136 48-17 15,-1-1 17-15,1 1-21 16,-7 8 9-16,-15 0-11 16,-4 0-8-16,-14 0-9 0,-1 0-13 15,-6 0-8-15,0 13-40 16,0 10-6-16,0-2-202 16</inkml:trace>
  <inkml:trace contextRef="#ctx0" brushRef="#br0" timeOffset="34472.17">16849 11867 113 0,'0'0'70'0,"0"0"72"0,0 0 2 0,0 0-26 0,0 0-34 0,0 0-27 0,0 152-12 0,0-84-8 0,0 0 16 15,0 8 11 1,0-3-17-16,0-1-31 0,0-8-5 15,0-8-5 1,0-15-12-16,-12-18-9 0,-4-7-31 16,-2-8-57-16,-17-8-120 15</inkml:trace>
  <inkml:trace contextRef="#ctx0" brushRef="#br0" timeOffset="35471.12">15801 12191 167 0,'0'0'424'0,"0"0"-319"0,0 0-16 0,0 0-43 0,0 0-1 15,0 0-35-15,47 0 27 16,-23 0-5-16,10 0 23 0,1 0-8 16,5 0-19-1,13 0 10-15,-7 0-28 0,-6 0 5 16,1 0-15-1,-7 0-12-15,-9 0-29 0,-4 0-17 16,-2 0-28-16,-10 0-40 16,-9-8-36-16,0-3-50 15,-9-2-239-15</inkml:trace>
  <inkml:trace contextRef="#ctx0" brushRef="#br0" timeOffset="35682.03">15801 12191 361 0</inkml:trace>
  <inkml:trace contextRef="#ctx0" brushRef="#br0" timeOffset="35724.85">15801 12191 361 0,'279'40'258'15,"-245"53"-250"-15,-15-17-2 0,-10-16-254 16</inkml:trace>
  <inkml:trace contextRef="#ctx0" brushRef="#br0" timeOffset="36587.15">21950 10575 962 0,'0'0'93'0,"0"0"-35"0,0 0 46 0,0 0-53 0,18 0-41 0,-8-8-10 16,-4 8-27-1,0-8-70-15,19-4 30 0,-3 0 3 16,-16 5-49-16,15-10-85 16,-21 5-277-16</inkml:trace>
  <inkml:trace contextRef="#ctx0" brushRef="#br0" timeOffset="36937.14">22678 10523 718 0,'0'0'182'0,"0"0"-153"15,0 0 1-15,0 0 19 16,0 0-45-16,0 0 4 16,0 0-8-16,0 0-26 0,0 0 2 15,0 0-3 1,0 0 25-16,0 0-95 0,0 0-71 15,0 0-186-15</inkml:trace>
  <inkml:trace contextRef="#ctx0" brushRef="#br0" timeOffset="37221.31">23246 10511 536 0,'0'0'313'16,"0"0"-216"-16,0 0-1 15,0 0-19-15,0 0-50 16,0 0-27-16,0 17-15 15,6-17-40-15,-6 0-7 16,0 0 15-16,0 0-81 16,0 0-69-16,0 0-398 15</inkml:trace>
  <inkml:trace contextRef="#ctx0" brushRef="#br0" timeOffset="37753.18">24009 9444 577 0,'0'0'167'0,"0"0"-162"0,0 0 3 0,0 0 15 16,0 0 24 0,0 0 10-16,266 88-15 0,-198-55 8 15,-15 6-22-15,12 10 24 16,-15 10-35-16,-4 18 21 15,-27 15-38-15,-13 21 1 16,-6 7 1-16,0 17-2 16,-59 7-19-1,-15-4 19-15,-13 5-1 0,13-25-23 16,43-28-65-16,9-35-99 16,22-42-392-16</inkml:trace>
  <inkml:trace contextRef="#ctx0" brushRef="#br0" timeOffset="41932.96">5808 14939 183 0,'0'0'286'0,"0"0"-270"0,0 0 50 0,0 0 57 0,0 0-45 0,0 0-33 16,0 0 29-16,-128 192-23 0,116-99-22 15,-3 19 35-15,8 4-26 16,7 12-25 0,-6 9-10-16,-6-1 10 0,2-12-9 15,4-11-4-15,6-21 1 16,0-24 3-16,0-28-4 16,0-24 6-16,0-16 6 15,-6 0-7-15,0-8-10 16,-13-56-22-16,-9-29 24 15,-6-31 3-15,9-16 3 0,-9-17-3 16,13-6 0 0,8-11-14-16,13 7 14 15,0 18-1-15,0 16-18 0,40 33 9 16,7 28-14-16,0 17 22 16,11 18 2-16,-2 5-7 15,9-1 6-15,-3 14-8 16,-3 2 3-16,0 9-5 15,-9 8 2-15,-4 0-17 16,1 41 13-16,-22 15 10 16,-25 24 3-16,0 16 12 15,-41 13-6-15,-64-1 9 16,-4-12-7-16,-18-19 3 16,9-10-11-16,10-22 15 15,21-9 16-15,13-12-31 0,43-8-30 16,31-16-80-16,0 0-156 15</inkml:trace>
  <inkml:trace contextRef="#ctx0" brushRef="#br0" timeOffset="42232.86">6577 15620 579 0,'0'0'193'0,"0"0"-158"0,0 0 26 0,0 0 22 0,0 0-79 0,0 0 10 16,0 0-14-16,0 0-14 16,-7 0-11-16,-27 0-40 15,-18 0 7-15,17 0-51 16,1-16-92-16</inkml:trace>
  <inkml:trace contextRef="#ctx0" brushRef="#br0" timeOffset="42780.17">8074 14614 403 0,'0'0'158'0,"0"0"-153"16,0 0 79-1,0 0-4-15,0 0-19 0,0 0-17 16,-363 52-11-16,298 25-16 16,-22 18-2-16,25 10 28 15,10 19-25-15,11 4-3 16,35-7-9-16,6-17-6 16,0-12 9-16,0-16-12 15,47-11 3-15,40-9-6 16,-1-17-8-16,7 6 8 0,16-25-6 15,-22 4 7 1,6-16-31-16,-28-8 22 0,-25 0 4 16,-18 0 10-16,-16 0 0 15,-6 0-4-15,0 0-6 16,0-8 4-16,-19-16-81 16,-21 8-72-16,-22-8-82 15,9 7 57-15</inkml:trace>
  <inkml:trace contextRef="#ctx0" brushRef="#br0" timeOffset="42983.27">7845 15645 86 0,'0'0'171'0,"0"0"-49"16,0 0-60-16,0 0 4 15,0 0-18-15,0 0 0 0,242-41 11 16,-184 41 20-16,5 16-25 16,-17 17 10-16,-6-2 5 15,-6 14-30-15,-15-18-14 16,0 6-14-16,-4-9-11 15,-2-8 4-15,-7 5-9 16,0-2-53-16,-6 6-63 16,0 3-11-16,0-5-37 15,0-7-109-15</inkml:trace>
  <inkml:trace contextRef="#ctx0" brushRef="#br0" timeOffset="43700.46">8989 15432 710 0,'0'0'113'0,"0"0"-90"0,0 0 31 0,0 0-48 0,0 0-6 15,0 0-9-15,0 0 9 0,0 0-30 16,0 0 20-16,-6 0 10 16,-22-5 9-1,3-2 6-15,3 7-15 0,10 0 0 16,-4 0 8-1,16 0-8-15,-6 0-43 0,6 16-25 16,0-4-145-16</inkml:trace>
  <inkml:trace contextRef="#ctx0" brushRef="#br0" timeOffset="44296.08">9838 15930 320 0,'0'0'151'0,"0"0"-115"0,0 0 60 0,0 0 24 0,0 0-60 0,0 0 10 0,-167-57-1 16,121-3-62-16,18-20 19 16,0-33-16-1,28-31-10-15,0-24 4 0,0-9-1 16,0 8-3-16,28 22-37 16,0 39 19-16,18 23-39 15,1 32 49 1,-7 25-111-16,0 17-24 0,-6 11-79 15</inkml:trace>
  <inkml:trace contextRef="#ctx0" brushRef="#br0" timeOffset="64961.67">10552 15283 149 0,'0'0'77'0,"0"0"-23"0,0 0 25 15,0 0-28-15,0 0 3 0,0 0 9 0,0 0-14 16,0 0-3-16,-41 0 36 16,35 0-20-16,6 0-7 15,-6 0-26-15,-6 0 18 16,12 0-34-16,-13 0 2 16,-2 0-7-16,8 0 3 15,1 0 0-15,-6 0-11 16,12 13 3-16,0-1 1 15,0 4-5-15,0 7 4 0,0-2-3 16,0-6 6 0,0 2-5-16,0-9-2 0,40 0 2 15,13-4-5 1,0-4 14-16,15 0-21 0,-3 0 21 16,-12 0-20-16,15-24 8 15,-16-28-8-15,1-17 7 16,-12-11 3-16,-1-12 7 15,-18 8-7-15,-16 8-8 16,-6 12-23-16,0 19 21 16,0 18-6-16,0 14 1 15,-34 13 30-15,-19 0-8 16,-9 0-7-16,-16 32-15 16,-18 29-16-16,31 19 30 15,12 8-13-15,26 12 9 16,27-8 5-16,0-15 9 15,0-13 8-15,58-20-2 0,17-16-15 16,-7-20-1 0,3-8-21-16,4 0 21 0,-13-8-6 15,-9-12-4-15,-13 12 21 16,-22 3-16-16,10 5 6 16,6 0 0-16,4 0 5 15,2 9-3-15,0 7 14 16,-6 8-9-16,0-12-7 0,1-7-35 15,-11-5-7 1,-2 0-73-16,-16 0-17 0,-6-5-223 16</inkml:trace>
  <inkml:trace contextRef="#ctx0" brushRef="#br0" timeOffset="65811.64">11643 15769 139 0,'0'0'85'0,"0"0"-46"0,0 0 36 0,0 0-33 0,0 0 3 0,0 0-6 15,0 24 2-15,0-24 11 0,0 0 10 16,0 0 13-16,0 0-38 16,0 0-10-16,0 0-9 15,0 0 15-15,0 0-16 16,0 0-6-16,0-12-3 16,0-24-8-16,0-8 33 15,0-12-22-15,0-13 5 16,0-11-14-16,0 0 10 15,6 0-12-15,0 4 0 16,1 16 1-16,-7 11-1 16,0 17-3-16,0 8 3 0,0 24-5 15,0 0 5-15,0 0-68 16,0 8 68 0,0 25 12-16,0 14-11 0,0 14 5 15,-19-5-6 1,-3-1-12-16,4-6-26 0,-4-5-16 15,10-4-65-15,-16 4-187 16</inkml:trace>
  <inkml:trace contextRef="#ctx0" brushRef="#br0" timeOffset="66931.33">12378 15383 509 0,'0'0'67'0,"0"0"20"0,0 0 25 0,0 0-60 0,0 0-4 16,105 218-18-16,-89-174 13 0,-16 12-34 16,0-1 22-1,0 2-31-15,-16-1-18 0,4-16-98 16,-7-16-165-16</inkml:trace>
  <inkml:trace contextRef="#ctx0" brushRef="#br0" timeOffset="68144.69">11082 16503 554 0,'0'0'51'0,"0"0"-43"0,0 0 6 0,0 0 8 15,0 0-17-15,0 0 54 16,0 0-25-16,59 28-12 0,-13-8 15 16,7 8 17-1,15 4-1-15,7 4-25 0,11 0-3 16,7-3-14 0,22-10 4-16,-3 1-15 0,9-12 6 15,-7-4-5-15,-8 0 2 16,9-3-3-16,-10-2 0 15,4-3-1-15,-10 0 1 16,-6 0-2-16,-13-16-15 16,1-15 16-16,-7-2-10 15,-8-3-3-15,-4 4-32 16,-10 0 2-16,-11 0 17 16,-7 8-45-16,-28 4-104 15,-6 8-176-15</inkml:trace>
  <inkml:trace contextRef="#ctx0" brushRef="#br0" timeOffset="68810.3">12800 16454 301 0,'0'0'22'0,"0"0"60"0,0 0-11 0,0 0-17 0,0 0 14 16,0 0-24-16,167 0 14 0,-136 0-40 15,-9 0 18 1,3 0-15-16,15 5-3 0,0-2-2 16,-6 5-3-16,0 5 2 15,-15 2-1 1,-3 10 24-16,-16 7 9 0,0 12-12 16,0 1-34-16,0-2-1 15,0-11-1-15,0-4-41 16,0-8-33-16,0-15-38 15,0-5-269-15</inkml:trace>
  <inkml:trace contextRef="#ctx0" brushRef="#br0" timeOffset="69807.49">11581 17874 409 0,'0'0'46'0,"0"0"-16"0,0 0 42 0,0 0-24 0,0 0-13 0,0 0 40 0,335-44-31 15,-273 4 4-15,-9-8-22 16,-13-17 11-16,-6 1-35 16,-9-19 2-16,-13-2-4 15,-2 5-22-15,-4 7 1 16,-6 29-21-16,0 21 2 15,0 23-11-15,-47 0 30 16,-15 20-11-16,-3 44 7 16,-3 8 10-16,15 8 15 0,13-3 15 15,27-10 10-15,-2-18 36 16,15-13-25 0,0-13-6-16,0-10-28 0,15-5 20 15,10-8-21-15,3 0-2 16,19 0-11-16,-13-8 12 15,0-12-6-15,-9 0 16 16,3 3-20-16,-22 2 20 16,22 2-8-16,-16 5-1 15,-6 1-2-15,1 7 4 16,-7-4 1-16,0 4-4 16,6 0-4-16,3 0 4 15,-3 0 5-15,0 19 38 16,7 17 3-16,-1 9-10 15,-2 7-31-15,2 8 24 0,-6 12-9 16,0 5 2-16,1 3 10 16,8-4-26-16,-9-7-2 15,0-14 11-15,1-2-30 16,-7-14 12-16,0-3-31 16,0-8-17-1,0-3-13-15,-7-9 8 0,-27-13-17 16,0-3-58-16,3 0-74 15,-3 0 114-15,-6-19-155 16</inkml:trace>
  <inkml:trace contextRef="#ctx0" brushRef="#br0" timeOffset="70225">11841 18208 370 0,'0'0'165'0,"0"0"-120"0,0 0 24 0,0 0 16 0,0 0 0 0,0 0 6 0,301-13-22 0,-205-2-30 0,4-2 24 15,-7-7-53-15,-13 4-10 16,-12-4-2-16,-15-4-34 16,-13 8-59-16,-40-1-44 15,0 1-103-15</inkml:trace>
  <inkml:trace contextRef="#ctx0" brushRef="#br0" timeOffset="73290.14">10914 17906 151 0,'0'0'62'0,"0"0"9"0,0 0 19 0,0 0-35 0,0 0-1 16,0 0 4-16,0 0-24 15,0 0 37-15,0 0-28 16,0 0 2-16,0 0-21 15,0 0 13-15,0 0-18 16,0 0 1-16,0 0 0 16,0-3-3-16,0 3 3 0,0 0-10 15,0 0 18-15,0 0-21 16,0 0 17-16,0 0-22 16,0 0 14-16,0-5-1 15,0 2-5-15,0-10-10 16,0-3-13-16,0-4 11 15,13-8 4-15,9 0 19 16,2 0-20-16,-2 0-2 16,-3 4 2-16,2 4-3 0,-14 4 0 15,5 4-4 1,-12-1-2-16,22 2-26 16,-16 3 9-16,-6 4-52 15,0-4 0-15,0 3-84 16,12-11-17-16,-12 1-153 0</inkml:trace>
  <inkml:trace contextRef="#ctx0" brushRef="#br0" timeOffset="73856.21">10828 17461 218 0,'0'0'22'0,"0"0"-16"0,0 0 67 0,0 0-16 0,0 0-9 0,0 0 5 16,46 41 1-1,-40-33-26-15,7-1 5 0,2 9 29 16,-2 4-16-16,5 1 12 16,4 7-25-16,12 3 3 15,-3 5-22-15,-3 5 5 16,18-9-5-16,-11 0-3 16,-8-4 7-16,-2-7-18 15,3 2 24-15,-3 1-19 0,25 4 22 16,-19 0-27-1,24-3 15-15,-24-1-15 0,4-9-8 16,-14-7 6-16,-8-8-44 16,-13 0-40-1,0 0-132-15,0-15-314 0</inkml:trace>
  <inkml:trace contextRef="#ctx0" brushRef="#br0" timeOffset="76835.17">13252 15376 386 0,'0'0'109'0,"0"0"-73"0,0 0 29 0,0 0-30 15,0 0 11-15,0 0-8 0,-24-8-17 0,8 8-13 16,4 4-5-16,-1 12 12 16,-9 0-5-16,22-4 26 15,0 4-11-15,0-4 16 16,0 7-19-16,0 2-8 0,35-1-8 15,11 0 7-15,-6-4-5 16,13 1-7 0,-19-17 1-16,0 8 6 0,7-8-16 15,-17 0 5-15,26-25-4 16,-13-15 7-16,-3-16 7 16,13-12 2-16,-25-12-9 15,-4 3-3-15,-2 9-18 16,-10 4 13-16,-6 20-13 15,0 8 3-15,0 27 17 16,-6 9-7-16,-44 0-24 16,-9 9 21-16,-6 39-2 15,3 16-4-15,3 12 7 16,25-11 10-16,12-1 31 16,22-16-20-16,0-12 14 0,0-12-16 15,0-8 0-15,28-12-8 16,6 4-1-16,13-8 0 15,-7 0-13-15,7 0 9 16,-7-20 1-16,6 0 3 16,-11 4 0-16,-1 8 4 15,-16 0-4-15,4 8-3 16,-16 0-13-16,0 0 16 16,1 24 31-16,-1 24 3 15,0 4 8-15,-6 4-29 16,22-12 15-16,-10-11-24 15,10-18-8-15,9-10-13 0,-3-5-8 16,6 0-38-16,-3-33-52 16,-9-11-184-16</inkml:trace>
  <inkml:trace contextRef="#ctx0" brushRef="#br0" timeOffset="77451.14">14089 15797 313 0,'0'0'133'0,"0"0"-52"0,0 0-32 0,0 0-12 0,0 0-14 15,0 0 27-15,0 0-30 16,0 0 7-16,0-28 23 0,0-21 21 16,0-11-35-16,13-12-26 15,-1-4-10 1,10 8-4-16,-16 24-1 16,0 20-29-16,-6 20 29 15,0 4-29-15,0 0 33 0,0 36-5 16,-40 8 2-16,0 16 3 15,-1-15-17-15,23-14-3 16,12-15-80-16,6-16-15 16,0 0-165-16</inkml:trace>
  <inkml:trace contextRef="#ctx0" brushRef="#br0" timeOffset="78001.81">14551 15452 277 0,'0'0'143'0,"0"0"-41"0,0 0-52 0,0 0-16 0,0 0-8 15,0 0 4-15,0 0 0 16,0 0 8-16,0 0-7 16,-27 0-7-16,14 0 9 15,-9 8-19-15,4 0-2 0,2 0-11 16,10 0 17-1,0-4-15-15,0-4 5 0,6 0 4 16,0 0-12 0,0 0 0-16,-6 5-3 0,-1 6-6 15,-2 1-51-15,9-12-80 16,0 0-160-16</inkml:trace>
  <inkml:trace contextRef="#ctx0" brushRef="#br0" timeOffset="78884.6">15051 15291 247 0,'0'0'70'0,"0"0"44"0,0 0-20 0,0 0-53 0,0 0 12 0,0 0-8 16,-47 64 1 0,47-64-37-16,0 0 3 0,0 0 9 15,0 0-15-15,22 0 4 16,9-11-6-16,3-25 19 15,6-12-18-15,-6-12 26 16,-9 4-30-16,-15-1-1 0,-10 9-25 16,0-1 2-16,0 26-46 15,-56 15-34-15,9 8 10 16,-5 8 73-16,11 51 20 16,-5 10 0-1,27 3 22-15,10-15 5 0,9-9 0 16,0-24-27-16,0-12-6 15,28-9 5-15,6-3 2 16,6 0-2-16,7 0 3 16,-1 0-7-16,1-23-3 15,-1-5 5-15,-6-1-24 16,-12-7 2-16,-9 13-41 16,-13 2-21-16,-6 6 87 15,0 10 34-15,0 1 58 16,0 4-18-16,0 0-4 15,0 0-21-15,0 0-36 16,0 0 10-16,0 9-21 16,0 22 25-16,0-3 4 0,0 8-1 15,0 0-29-15,6 5 15 16,10 3-16-16,-4 12 0 16,-6 12 2-16,1 21 2 15,-7 6 30-15,0 1 10 16,0-2-33-16,9-11-8 15,-9-14-6-15,0-10-41 16,0-10 42-16,0-13 2 16,0-8-18-16,0-8 6 0,0-8-52 15,0-8-33 1,0 4 25-16,0-8-6 0,-22 0-126 16</inkml:trace>
  <inkml:trace contextRef="#ctx0" brushRef="#br0" timeOffset="79151.31">15200 15789 478 0,'0'0'135'0,"0"0"-65"0,0 0 21 0,0 0-42 0,0 0 4 0,0 0-4 0,313-33-30 16,-248 33-13-16,3 0-6 16,-15 0-33-16,-25 0-75 15,-28 0-212-15</inkml:trace>
  <inkml:trace contextRef="#ctx0" brushRef="#br0" timeOffset="79750.92">16347 15400 463 0,'0'0'175'0,"0"0"-100"0,0 0-4 0,0 0-16 15,127 237-49-15,-127-190-6 0,0 9-3 0,-19 1-53 16,-33-4-80-16,-10-9-78 16</inkml:trace>
  <inkml:trace contextRef="#ctx0" brushRef="#br0" timeOffset="80885.19">14803 16551 232 0,'0'0'256'0,"0"0"-219"0,0 0 25 0,0 0-29 15,0 0 10-15,0 0-18 16,0 0 23-16,0 0-30 16,0 0-3-16,0 0 14 15,0 8-8-15,0 8 16 16,0 4-25-16,0-4 17 0,15 9-23 15,4-2 27 1,9 5-18-16,6 4 15 16,12 1-17-16,-5-5-11 0,5 0 6 15,1-4-7-15,12-4-2 16,-7 0 5-16,16 4-7 16,1-1 13-16,2-2-13 15,10-1 4-15,5-4-2 16,7-8 1-16,4-4-7 15,-4-4-36-15,-13 0 43 16,-8 0-5-16,8 0 5 16,13 0-12-16,-18 0-42 15,-17 0 54-15,-8-8-33 16,-19-12-18-16,-9-8-84 16,-16-13-106-16</inkml:trace>
  <inkml:trace contextRef="#ctx0" brushRef="#br0" timeOffset="81466.23">16167 16723 378 0,'0'0'153'0,"0"0"-94"0,0 0-20 0,0 0-12 16,0 0-14-16,0 0-7 0,189 13-5 0,-164-13 5 16,-19 3-9-16,16 2 7 15,-22-2 38-15,0 2-3 16,0 3-12-16,0 4-11 16,0 12 4-16,0 7 3 15,0 10 7-15,0 7 15 16,0 4-34-16,0-8 10 15,0-8-21-15,0-16-17 0,0-15-92 16,0-5-106 0,12-5-307-16</inkml:trace>
  <inkml:trace contextRef="#ctx0" brushRef="#br0" timeOffset="82449.14">15293 17758 363 0,'0'0'79'0,"0"0"-43"0,0 0 40 0,0 0-45 0,0 0 20 16,0 0 1-16,52 93-14 15,-18-90-17 1,0-3 8-16,7 0 9 16,-4 0-9-16,13-44 5 0,-13-24-12 15,12-12-1-15,-18-16-16 16,-3 7-5-16,-21 9-30 16,-7 28 7-16,0 24 10 15,0 16 4-15,-13 12 4 16,-33 0 1-16,-10 40-10 15,19 24 22-15,3 0-8 16,12 4 0-16,9-12 6 16,13-12-3-16,0-8 2 15,0-11 6-15,0-14-8 16,0-6-6-16,0-5 1 0,19 0 0 16,15 0-12-16,-6-8 14 15,-3-12 3 1,3 7 3-16,-16 13-6 0,-3 0-16 15,4 0 12-15,-7 0 4 16,22 17 9-16,-3 27 21 16,-4 12 13-16,-8 12-22 15,-1 9 13-15,-2 10-14 16,-4 6 0-16,-6 4 9 16,0-5-23-16,0-9 2 15,0-14-8-15,0-21-11 0,0-8-45 16,0-20 13-1,0-15-18-15,0-5-12 0,6 0-103 16,13-29-24 0,-4-7-17-16</inkml:trace>
  <inkml:trace contextRef="#ctx0" brushRef="#br0" timeOffset="82746.98">15559 18216 403 0,'0'0'93'0,"0"0"-66"0,0 0 79 0,0 0-4 0,0 0-25 0,0 0 29 0,155-21-24 16,-108 21-51 0,-1 0-29-16,13-20-2 0,-6-8-50 15,-3-8-63-15,-26 4-49 16,-24 8-340-16</inkml:trace>
  <inkml:trace contextRef="#ctx0" brushRef="#br0" timeOffset="83298.89">14589 17694 544 0,'0'0'84'0,"0"0"-79"0,0 0 19 0,0 0 18 0,0 0 4 0,0 0 12 0,207-177-45 0,-172 154-8 16,-14 10-5 0,-2 5 0-16,-7 8-26 0,4-4 23 15,2 1-46-15,-11-10-76 16,-1 5-37-16,-6 0-176 15</inkml:trace>
  <inkml:trace contextRef="#ctx0" brushRef="#br0" timeOffset="83497.24">14589 17694 539 0,'263'-84'121'16,"-232"136"-99"-16,10-12 34 15,-7-4-29-15,-16-8-18 16,-2-7-9-16,-16-10-76 16,0-3-157-16</inkml:trace>
  <inkml:trace contextRef="#ctx0" brushRef="#br0" timeOffset="85313.25">16982 15496 107 0,'0'0'135'0,"0"0"-16"0,0 0 41 0,0 0-60 0,0 0-36 15,0 0-3-15,0 0-50 16,0 0 10-16,0 0-7 16,0 0 31-16,0 0-15 15,0 0 9-15,0 16-18 16,0 4-14-16,0 0 8 15,0 1-13-15,0-14-4 16,16 6 11-16,-4-5-16 16,13-8 11-16,-3 0-8 15,-4 0 0-15,23-13-3 16,15-35 7-16,-4-16 1 16,1-8 3-16,-6-8-4 15,-7 8-15-15,-18 11-48 0,-16 17 26 16,-6 16-13-1,0 16 30-15,-28 12 11 16,-25 0 9-16,-9 0 18 0,3 29-13 16,0 18-6-16,3 9 6 15,25-4-9-15,-3-7 8 16,28-9-8-16,6-8-6 16,0-8 5-16,0 0 4 15,0-8 1-15,19 4 0 16,21-8 2-16,7-8-9 15,5 0 11-15,-5 0-6 16,2 0 4-16,-8 0-1 0,-16 8-1 16,9 8-15-1,0 8 15-15,-9 9 9 0,2 3 29 16,8 0-25 0,-11 0 16-16,4-8-19 0,0-12 0 15,-9 0-10-15,-7-16-4 16,4 0-39-16,-10 0-83 15,-6-41-161-15</inkml:trace>
  <inkml:trace contextRef="#ctx0" brushRef="#br0" timeOffset="86318.17">17832 15837 116 0,'0'0'0'0,"0"0"-48"0,0 0 18 0</inkml:trace>
  <inkml:trace contextRef="#ctx0" brushRef="#br0" timeOffset="86493.77">17832 15837 61 0,'81'24'170'0,"-81"-24"29"0,0 0-51 0,0 0-23 0,0 0-64 0,0 0-9 0,0 0-19 0,0-8-19 0,0-25-14 15,0 6 8-15,0-10 12 16,0 6-7-16,0-1 6 0,0-1-18 16,0 5 16-16,0-11-17 15,0 3-12-15,0-5-23 16,0 18-33-16,0 14 50 15,0 9 18-15,0 0 3 16,0 16 0-16,0 24-6 16,-22 13-14-16,3-1 11 15,-9-4-60-15,10-21-107 16,-4-14-100-16</inkml:trace>
  <inkml:trace contextRef="#ctx0" brushRef="#br0" timeOffset="87161.22">18279 15376 253 0,'0'0'160'0,"0"0"-136"0,0 0 10 0,0 0 5 0,0 0-13 0,0 0-12 16,0 24 15-16,0-24-28 15,0 0 46-15,0 0 47 16,0 0-41-16,0-4-38 16,0 4 1-16,0 0-15 0,-7 0 26 15,-11 0 5-15,-4 8-31 16,16 0 9-16,0-8-10 16,6 0 0-16,0 0-24 15,0 0-29-15,0 0-143 16,0 0-400-16</inkml:trace>
  <inkml:trace contextRef="#ctx0" brushRef="#br0" timeOffset="88061.56">18868 15363 413 0,'0'0'24'0,"0"0"4"0,0 0 45 0,0 0-25 0,0 0-5 0,0 0 3 15,0 41-6-15,0-41-11 16,0 0-5-16,34-16 3 16,0-20-19-16,6-16 13 15,7-9-21-15,-16-6 13 0,-3-2-13 16,-22 9-2-1,-6 15 0-15,0 9-5 0,0 17 6 16,0 19 2-16,0 0-2 16,-25 0 8-16,-15 32 7 15,-7 24-4-15,-9 0-12 16,25 1 4-16,10-18-1 16,8-6-1-16,13-13 0 15,0-1-6-15,0-7 14 16,0-4-16-16,0-8 8 15,0 0-8-15,6 0-13 16,29 0 18-16,5-3-10 0,0-17-18 16,7-8-3-1,-7 12-37-15,-15-9 49 0,3 9 3 16,-16-4-1-16,0 0 20 16,-2 4 9-16,-4 16 7 15,0 0-15-15,0 0 2 16,-6 0 18-16,0 8 30 15,0 32-12-15,0 1 15 16,0 19-40-16,0 4 40 16,0 16-6-16,0 12-16 15,0 13 7-15,0 11-13 16,0-13-7-16,0 7-19 16,0-7 4-16,-6-14-4 15,-6-5 0-15,2-8-6 16,-2-20-2-16,0-15-31 0,-1-22-18 15,-2-14-42 1,-19-5-165-16</inkml:trace>
  <inkml:trace contextRef="#ctx0" brushRef="#br0" timeOffset="88409.2">18936 15829 479 0,'0'0'90'0,"0"0"-27"0,0 0 17 0,0 0-42 0,360-48-36 0,-267 23-4 15,-13 9-88-15,-27-4-96 0</inkml:trace>
  <inkml:trace contextRef="#ctx0" brushRef="#br0" timeOffset="89445.43">19497 14626 61 0,'0'0'196'0,"0"0"-196"0,0 0-18 0,0 0 5 16,0 0 13-16,0 0 20 15,0 4 93-15,0-4-4 16,0 0-6-16,0 0 24 16,0 0-64-16,0 0-11 0,0 0-34 15,0 0 1-15,0 0-17 16,0 0-1-16,0 0-1 15,0 0 7-15,6 0-6 16,13-4 0-16,3-8 16 16,12 0-2-16,-3-4-5 15,3 7-6-15,-12 9-8 16,9 0 3-16,-16 0-1 16,-9 0 2-16,-6 9-13 15,0 31 13-15,0 11 1 16,0 2 6-16,0-9 0 15,-21 8-10-15,2-4 9 16,7-7 1-16,2-13 10 16,10-17-9-16,0-6-8 15,0-5-2-15,0 0-2 0,0 0 8 16,28-5-6-16,6-15 11 16,0 4 5-16,-9 1-14 15,9 7-6-15,0 0-9 16,7 0-1-16,-7-1-28 15,-9 1-32-15,-4 5-106 16,-21-2-250-16</inkml:trace>
  <inkml:trace contextRef="#ctx0" brushRef="#br0" timeOffset="90293.74">20092 15532 137 0,'0'0'272'0,"0"0"-167"0,0 0-16 0,0 0 16 0,0 0-4 16,0 0-15-16,53 16 48 16,-40 16-75-16,-7 17-7 15,15 3-3-15,-8 7-32 16,-13-2-9-16,0-1-14 16,0-8 6-16,0-4-61 0,0-12 16 15,0-7-43 1,-13-10-22-16,-8-15-123 0</inkml:trace>
  <inkml:trace contextRef="#ctx0" brushRef="#br0" timeOffset="90791.59">20734 15576 845 0,'0'0'74'0,"0"0"-61"0,0 0-13 0,0 0-109 0,0 0-35 0,0 0 33 0,31 0-24 0,-25 0-59 16</inkml:trace>
  <inkml:trace contextRef="#ctx0" brushRef="#br0" timeOffset="91211.87">21354 15632 862 0,'0'0'157'15,"0"0"-148"-15,0 0 4 16,0 0-13-16,0 0-35 0,0 0-11 15,47 0-21 1,-41 0-57-16,-6 0-48 16,0 0-44-16</inkml:trace>
  <inkml:trace contextRef="#ctx0" brushRef="#br0" timeOffset="91611.72">22083 15596 782 0,'0'0'143'0,"0"0"-82"16,0 0 21-16,0 0-68 15,0 0-14-15,0 0-46 16,0 41-49-16,0-38-15 16,0-3 47-16,0 0 10 0,0 0-125 15</inkml:trace>
  <inkml:trace contextRef="#ctx0" brushRef="#br0" timeOffset="92189.17">22765 14630 142 0,'0'0'484'0,"0"0"-366"0,0 0-40 0,0 0-33 0,0 0-14 0,0 0-13 0,65 3 22 0,-15 18-19 16,3 11 30-16,6 8-25 15,-7 8-8-15,16 16-12 16,-27 13 29-16,-7 15-2 16,-22 28-17-16,-12 13 23 15,0 19-37-15,-34 4 20 0,-31 1-22 16,9-21-1-1,19-24-27-15,3-24-40 0,0-36-59 16,6-27-158 0</inkml:trace>
  <inkml:trace contextRef="#ctx0" brushRef="#br0" timeOffset="-87628.41">13900 13672 28 0,'0'0'155'0,"0"0"-70"0,0 0 21 0,0 0-36 0,0 0-25 0,0 0-24 16,0 0-16 0,0 0-3-16,0 0 5 0,0 0 45 15,0 0-17-15,0 0 16 16,0 0-12-16,0 0 6 16,0 0-24-16,0 0-11 15,0 0-10-15,0 0 4 16,0 0-9-16,0 0 11 15,0 0-3-15,0 15 5 16,0 9 29-16,0 4-25 16,0 5-3-16,0-9-6 15,0 7 0-15,0-6-3 16,41-1 5-16,-7-17-5 16,6 6 7-16,0-13-14 15,1 0-1-15,-1 0 7 16,0-20-16-16,7-29 17 0,-7-6 8 15,-6-6 1 1,-9 1-3-16,-9-4 7 0,2 0-5 16,-5 12-8-16,-7 7-4 15,3 17 4-15,-9 12 10 16,0 8 3-16,-9 8-13 16,-44 0 0-16,-6 5 2 15,-15 26 3-15,-1 10-2 16,16 3 10-16,13 4-13 15,18 4-4-15,16-3-1 16,-1-2 5-16,13-2 0 16,0-17-4-16,0-12-1 0,31-16-11 15,3 0 12-15,13 0-13 16,-1 0 6 0,-12-13 7-16,7 1 4 0,-20 12 0 15,-8 0-6 1,-13 0-18-16,0 0 24 0,0 25 2 15,0 6 27-15,0 2-2 16,0 3-16-16,0 5-11 16,0-18 0-16,6 5-41 15,28-28-76-15,0 0-227 16</inkml:trace>
  <inkml:trace contextRef="#ctx0" brushRef="#br0" timeOffset="-87013.53">14725 13667 141 0,'0'0'225'0,"0"0"-195"0,0 0 2 0,0 0-22 0,0 0-3 15,0 0 29-15,13 0 1 0,-1 0-31 16,-6 0 0-1,-6 0-6-15,0 0 2 0,0 0 36 16,0 24 8 0,0 16 14-16,-18 9-59 0,-10-2 3 15,3-6-4-15,9-1-5 16,16-16 4-16,0 1-7 16,0-14 4-16,28-7 4 15,25-4 1-15,15 0 4 16,-9 0 1-16,9-12-2 15,-9-16 5-15,-12 4-7 16,-1 7-4-16,-18 6-2 0,-9 7-30 16,2 4-6-1,-14 0-75-15,-7 0-147 0</inkml:trace>
  <inkml:trace contextRef="#ctx0" brushRef="#br0" timeOffset="-86346.86">14310 14458 391 0,'0'0'58'0,"0"0"-8"0,0 0 24 0,0 0-41 0,0 0-11 15,0 0 11-15,0-5-20 0,18 5 5 16,4 0-12 0,3-3 7-16,3 3-12 0,0 0-1 15,-10 0-12-15,4 0-24 16,-4 0-2 0,-11 0-71-16,-7 0-69 0,0 0-155 15</inkml:trace>
  <inkml:trace contextRef="#ctx0" brushRef="#br0" timeOffset="-86081.73">14310 14458 472 0,'-121'-105'139'0,"121"105"-134"0,0 0-9 16,6 0 8-16,40-24 15 15,16 0 37-15,10 0-47 16,-4 4 7-16,-9-1-16 16,-19 18-2-16,-6 3-49 0,-21 0-2 15,-13 0-139 1,0 0-185-16</inkml:trace>
  <inkml:trace contextRef="#ctx0" brushRef="#br0" timeOffset="-82648.98">15720 14798 187 0,'0'0'111'0,"0"0"-51"0,0 0-7 0,0 0-41 0,0 0 9 0,0 0-10 16,0 4-3-16,0 1-1 16,0 3 2-16,0-8 16 15,0 0-14-15,0 0 26 16,0 8-11-16,0-8 6 15,0 0-11-15,0 0-2 16,0 0 12-16,0 0-18 16,0 0 14-16,0 3-19 15,0-3 7-15,0 4-7 16,0-4 1-16,0 0-6 16,0 4-3-16,0 0 5 15,0-4 0-15,0 0 10 0,0 0-13 16,0 0 21-16,0 0-6 15,0 0 8-15,0 0-25 16,0 0-17-16,0-23 13 16,0-5 4-16,0-13 2 15,0-3 9-15,0 0-11 16,0 4 3 0,0 8-6-16,0 7 12 0,0 17-14 15,0 8 5-15,0 0-8 16,0 0-9-16,0 0 12 15,0 16 2-15,0 25 6 0,-27 15-6 16,-20 4 3 0,1-4-31-16,-1-15-115 0,19-18-85 15</inkml:trace>
  <inkml:trace contextRef="#ctx0" brushRef="#br0" timeOffset="-78853.91">17838 13587 183 0,'0'0'249'0,"0"0"-207"0,0 0-13 0,0 0-7 0,0 0-17 0,0 0 1 0,-40 20 9 0,34-16 14 0,0 4 20 16,-1 0-6-16,7 12 18 15,0 0-35-15,0 13 5 16,0-2-21-16,7 5-7 15,33-7-3-15,-6 2-9 16,19-14 3-16,6-9-1 16,-7-8 0-16,16 0-13 15,-15-8 7-15,3-32 13 16,-9-12 8-16,-16-13 7 0,-4-7 2 16,-20 0-12-1,-7 8-5-15,0 8-4 0,0 4-28 16,-13 15 26-1,-39 21-33-15,-17 16-37 0,4 0 69 16,-15 44 7-16,5 20 0 16,22 8 2-16,13 1 20 15,18-5-20-15,22-7 5 16,0-14 0-16,0-6 0 16,16-18-7-16,30-23 0 15,1 0-20-15,12 0-5 16,-6-31 6-16,2 3 19 15,-2 0 5-15,-6 7-3 16,-13 9 8-16,0 12-8 0,-22 0-4 16,1 0-35-1,-13 17 37-15,21 14 39 16,-14 5-24-16,5-7-15 0,0-17-19 16,4-12-159-1</inkml:trace>
  <inkml:trace contextRef="#ctx0" brushRef="#br0" timeOffset="-78155.32">18682 13559 261 0,'0'0'46'0,"0"0"-18"0,0 0 10 0,0 0-18 0,0 0-20 0,0 0 26 0,93 28 12 0,-93-20 35 16,0 4 39-1,0 4 0-15,0-3-47 0,0-2-43 16,-7-7-21-1,7 9-1-15,0-5-8 0,0-8-37 16,0 0-46-16,25 0 69 16,9 0 22-16,-6 0 9 15,-3 3-2-15,-3 5 9 16,-10 0-4-16,-6 9 2 16,-6-1-13-16,0-1 31 15,0 10-13-15,0-1-13 16,-40 4-6-16,-13 0-12 0,-21 8 6 15,21-8-17-15,0 4-7 16,13-12-55-16,28-4-72 16,-4-4-235-1</inkml:trace>
  <inkml:trace contextRef="#ctx0" brushRef="#br0" timeOffset="-77488.34">18046 14505 113 0,'0'0'498'0,"0"0"-450"0,0 0-18 0,0 0-4 0,0 0 18 0,0 0-26 16,242-16 10-16,-177 4-26 15,-12 4 15-15,-19 8-17 16,0 0-1-16,-16 0-6 16,4 0-12-16,-9 0-14 15,-7 5-61-15,-6 2-24 16,0 6-172-16</inkml:trace>
  <inkml:trace contextRef="#ctx0" brushRef="#br0" timeOffset="-77269.44">18046 14505 511 0,'28'-100'71'0,"-28"100"-35"16,0 0 47-16,12 0-38 15,22 0 0-15,7-11-10 16,5 6-18-16,1-7-6 16,12 0-11-16,-7-12-8 0,17 3-92 15,-23 6-134-15</inkml:trace>
  <inkml:trace contextRef="#ctx0" brushRef="#br0" timeOffset="-32675.72">24529 13988 18 0,'0'0'432'0,"0"0"-404"0,0 0-16 0,0 0-1 0,0 0 3 0,0 0 0 0,0 0 0 0,0 44-10 15,0-32 14-15,13 1 37 16,2-2-9-16,-2-6 14 16,-7 2-27-16,-6-3 1 0,6 0-21 15,10 1 3-15,-4-2-2 16,13 2-10-1,15-2 8-15,-6-3-8 16,7 0 14-16,-1 0-14 0,6-3 9 16,16-41-13-16,-9-17 29 15,12-19-22-15,-9-4 9 16,-25-9-16-16,9 18 11 16,-18 6-6-16,-22 13 4 15,0 7-15-15,0 13 14 16,0 8-1-16,0 17-7 15,-40 11-13-15,-7 0 13 16,-21 16 0-16,-13 32-2 16,-12 7-6-16,7-2 5 15,-1 4 6-15,34-10 2 0,41 1 4 16,12 9-1 0,0-13-8-16,0-4-1 0,37-12 0 15,25-4-11-15,3-12 9 16,3-12-5-1,0 0 4-15,-2 0-11 0,-14-36-2 16,-11 19-1-16,-13-6 18 16,-28 23 10-16,12 0-10 15,-6 0-16-15,22 40 16 16,0 0 57-16,12 13-43 0,-9-14 2 16,-3-11-16-1,6-8-11-15,-15-7-1 0,-4-5-8 16,-15-8-18-16,13 0-25 15,-13 0-87-15,0-36-234 16</inkml:trace>
  <inkml:trace contextRef="#ctx0" brushRef="#br0" timeOffset="-31693.06">25664 13924 220 0,'0'0'167'0,"0"0"-124"0,0 0 38 0,0 0-34 0,0 0-6 16,0 0-14-16,50 144 28 15,-38-108 17 1,-5 5-16-16,5-5-3 0,3 0-39 15,-8 0-5 1,-1-5-6-16,-6-10 12 0,0 3-12 16,0-12 18-16,0-3-7 15,0-9 1-15,0 0-9 16,0 0-4-16,0 0-2 16,0 0-3-16,12-30-2 15,10-17 5-15,3-14 2 16,9-6 1-16,6 6-2 15,19 9-1-15,-9 8-26 16,-4 24 15-16,-5 20-38 16,-10 0 31-16,-4 0 18 15,8 33 2-15,-17 6 37 0,-12 9 5 16,10-4-25-16,-10-3-2 16,-6-2-17-1,0-11-13-15,0 9-19 0,0-9-43 16,0-4-74-16,0 0-110 15</inkml:trace>
  <inkml:trace contextRef="#ctx0" brushRef="#br0" timeOffset="-31111.56">26641 13844 648 0,'0'0'142'0,"0"0"-110"0,0 0 0 0,0 0-21 16,0 0-4-16,0 0 11 0,180 0-4 15,-131 0 6-15,-11 0-16 16,11 0 5-16,-24 0-7 16,9 0-2-16,-6-4 0 15,-9-4-31-15,9-5-19 16,-10 5-70-16,-12-7-35 16,-6 7-9-16,0-5-19 15</inkml:trace>
  <inkml:trace contextRef="#ctx0" brushRef="#br0" timeOffset="-30943.77">26641 13844 376 0</inkml:trace>
  <inkml:trace contextRef="#ctx0" brushRef="#br0" timeOffset="-30826.53">26641 13844 376 0,'0'-265'187'0,"40"265"-150"0,22 0 57 15,3 0 155-15,10-8-186 16,-22 1-38-16,-7 7-10 16,1-9-12-16,5 1-6 15,4-8-42-15,-9 4-67 0,-7 0-136 16</inkml:trace>
  <inkml:trace contextRef="#ctx0" brushRef="#br0" timeOffset="-29279.5">27798 13664 223 0,'0'0'96'0,"0"0"0"0,0 0-6 0,0 0-36 0,-25 52-15 16,25-32-4-1,0-4 10-15,0 7 6 16,0-2-5-16,0 2-19 0,0 2-7 15,0-9-8 1,0 4-4-16,12-9-5 0,13-2 2 16,25-1 12-16,-19-8-3 15,9 0 11-15,16 0 5 16,9 0-6-16,3-53 3 16,19-22-23-16,-6-14 36 15,-23 1-33-15,1-4-14 16,-31 12 14-1,-28 16-7-15,0 15 2 0,0 21-2 16,0 17 0-16,-34 3 13 16,-19 8-18-16,-15 0 5 0,3 0-16 15,3 23-3-15,-3 26 17 16,3 11-10-16,9 12 12 16,1 4 2-16,24 0 0 15,3-3 8-15,9-9-6 16,16-17-5-16,0-6 5 15,0-13-8-15,0-4 0 16,34-4-17-16,13-12 13 0,9-8 5 16,-4 0 2-1,20 0-2-15,-4 0-5 16,0-8 16-16,-15 0-10 16,-13 0 4-16,-15 8-4 0,15 0-8 15,-18 0 10-15,12 36 18 16,-21 0-8-1,21-8-10-15,-3 4-4 0,-3-20-49 16,-1-4-102-16,-8-8-82 16,-19 0-162-16</inkml:trace>
  <inkml:trace contextRef="#ctx0" brushRef="#br0" timeOffset="-28398.32">29109 14489 26 0,'0'0'267'0,"0"0"-241"0,0 0 57 0,0 0-65 0,0 0 6 0,0 0 53 15,0 41 5 1,0-41-3-16,0 0 34 0,0 0-37 15,0-8-24 1,0-25-9-16,0-23-40 0,0-8 3 16,0-16-1-1,0-8 13-15,0 4-18 16,0 4 0-16,0 11-2 16,0 9-3-16,0 12 3 0,0 7-13 15,19 26-30-15,-13 7 0 16,0 8 7-16,-6 8-44 15,0 56 82-15,0 12 14 16,-25 12-11-16,-37 4-3 16,-3-15-77-16,-3-25-79 15,22-21-126-15</inkml:trace>
  <inkml:trace contextRef="#ctx0" brushRef="#br0" timeOffset="-24833.73">29829 13615 219 0,'0'0'218'0,"0"0"-171"0,0 0 5 0,0 0-31 0,0 0-21 0,0 0 2 0,0 0 0 15,-47 8 2-15,35-4 57 16,-1 13 32-16,-2-10-12 16,9 9-35-16,6-8-24 15,0-8-7-15,0 0-13 16,0 0-4-16,0 0-4 15,0 0-13-15,0 0 19 16,0 0 9-16,0 0 57 16,0 0 3-16,0 0-20 15,0 0-40-15,-7 5-9 0,7-5-22 16,0 0-4-16,0 0-50 16,0 0 2-16,0 0-47 15,0 0-16-15,0 0-99 16</inkml:trace>
  <inkml:trace contextRef="#ctx0" brushRef="#br0" timeOffset="-23600.69">30439 13691 326 0,'0'0'60'0,"0"0"-3"0,0 0-6 0,0 0-7 15,0 0-21 1,0 0 28-16,128-4-15 0,-88-24 38 15,-3-12 10-15,3-8-34 16,-6-12-20-16,7-8-13 16,-13 4-3-16,-16 3-12 15,-12 9-2-15,0 12-21 16,0 16 21-16,-53 12-1 16,-9 12-18-16,-9 0 19 15,-3 8 22-15,-7 24-12 0,22 20-10 16,3 0-1-1,10 4 1-15,21 8-3 16,3 5-13-16,22-9 12 0,0-16-17 16,0 1 6-16,0-17-25 15,22-12 12-15,3-5-3 16,21-11 5-16,10 0 26 16,9 0 0-16,10-11-11 15,-7-22 22-15,-9-11-20 16,-7-8 9-16,-5 8-9 15,-7-4 9-15,-6 4 4 0,-6 16 6 16,-9 15 5 0,-19 10-10-16,0 3 6 0,0 0 38 15,0 0 4 1,0 8 1-16,0 11-44 16,0 18 17-16,0 7-24 0,0 5 2 15,0 31 8-15,0 12 0 16,0 16 14-16,0 12-10 15,0 12 10-15,0-8-21 16,0-7 20-16,0-13-10 16,0-23-14-16,6-1 0 15,10-20 2-15,-4-15-4 16,7-14-28-16,2-18-1 16,-21-2-80-16,0-11-87 15,0 0-168-15</inkml:trace>
  <inkml:trace contextRef="#ctx0" brushRef="#br0" timeOffset="-23183.9">30591 14265 275 0,'0'0'196'0,"0"0"-190"0,0 0 48 0,0 0 55 0,0 0 17 0,0 0-3 0,369-40-44 16,-282 32-7-16,0-8-40 15,-6-1-7-15,-16-2-20 16,3 2-5-16,-9-7-13 0,-6 1-40 15,-32-5-77 1,-21 7-218-16</inkml:trace>
  <inkml:trace contextRef="#ctx0" brushRef="#br0" timeOffset="-13793.38">30973 12360 361 0,'0'0'90'0,"0"0"-26"0,0 0-1 0,0 0-38 0,0 0-19 15,0 0 14-15,0 0 12 16,0 0 61-16,0 0-6 16,0 0-2-16,0 0-25 15,0 0-36-15,0 0-17 16,0 0-1-16,0 0-12 16,0 0 11-16,0 0-11 15,0 0 12-15,0 0 1 16,0 4-6-16,0 20 1 15,0 9-2-15,12 10 0 0,4 17 3 16,2-3 4-16,-2-9-11 16,-10-4 14-16,-6-13-12 15,6-6 4-15,-6-14-2 16,0-6 0 0,0-5-2-16,0 0 2 0,0-12-18 15,0-32-42-15,6-13 52 16,7 6 7-16,2-1 2 15,10 11 3-15,3 13-4 16,-3 8-16-16,3 8-5 16,0 12-10-16,-16 0 10 15,10 0 21 1,-10 0 8-16,7 32 15 0,-13 12 25 16,3-4-28-16,-9 9-5 15,0-13-15-15,0 3-27 0,0-6-10 16,0-5 1-1,0-4 6-15,-9-8-76 0,3-1-41 16,-1-6-44-16</inkml:trace>
  <inkml:trace contextRef="#ctx0" brushRef="#br0" timeOffset="-13310.07">31394 12629 0 0,'0'0'346'0,"0"0"-247"0,0 0 8 0,0 0 8 0,0 0 10 0,0 0-40 0,162 0-1 16,-103 0-56-16,9 0-13 16,-9 0-7-16,-13 0-16 15,-6 0-2-15,-12 0-45 16,-3-12-14-16,-19 12-108 15,-6-8-201-15</inkml:trace>
  <inkml:trace contextRef="#ctx0" brushRef="#br0" timeOffset="-12743.09">32411 12725 396 0,'0'0'179'0,"0"0"-80"0,0 0-35 0,0 0-52 0,0 0 14 0,-15-224-25 16,3 171 38-16,5 13-16 15,-5 8-10-15,-4 11 10 16,4 10 15-16,12 3-7 16,-6-4-18-16,0-1 0 15,-4 6-5 1,4 3-16-16,0 4-9 0,0 0-26 15,-7 0 7-15,-15 24 12 16,-6 12-5-16,0 0 10 16,-3-4-9-16,9-8-54 15,0-4 12-15,3-4-23 0,4 0-90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16T22:05:29.4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16120 6244 154 0,'0'0'112'0,"0"0"-52"0,0 0 42 0,0 0-66 0,0 0-24 0,0 0-9 0,0 0 1 0,-12-5 2 16,12 5-6-16,0 0 1 16,0 0 5-16,0 0-1 15,0 0 4 1,0 0 45-16,-6 0 7 0,6 0-8 16,0-3-46-1,-9-5 14-15,-4 0-20 0,13 4 6 16,0-1-7-16,-6 5 2 15,0 0 17-15,-16-3-15 16,10-2 17-16,-7 2-13 16,-9 3-3-16,10-5-1 15,-4 5 1-15,-12 0 5 16,-7 0 5-16,-11 0-6 16,-1 0-7-16,6 0 30 15,1 0-30-15,12-3 30 0,-6-1-27 16,12 0 30-16,-3 0-32 15,-19-1 11-15,-15 2-14 16,-16-2 0 0,-18 5-2-16,-3 0 16 0,37 0-2 15,-4 0-11-15,17 0 26 16,24 0-18-16,9 0-6 16,13 0-2-16,0 0-2 15,-4 0 1-15,-2 0-11 16,0 0 9-16,-16 0 4 15,-6 0-10-15,-13 0 23 0,7 0-20 16,0 0 13 0,9 0 2-16,9 0-8 0,16 0-2 15,-1 0 0-15,7 0 13 16,0 0-25-16,0 0 12 16,0 0-1-16,0 0 1 15,0 0-6-15,0 0 3 16,0 0-10-16,0 0-2 15,28 0-21-15,37 0 36 16,16 0-10-16,12 0-6 16,16 0 14-16,-4-8-10 15,4 1 2-15,-10-1 2 16,-19 3-6-16,-5 5-12 16,-22 0 24-16,-1 0-7 15,-11 0 2-15,5 0 14 0,1 0-11 16,5 0 9-1,4 5-4-15,3-2-1 16,-6 6 0-16,3-6 1 0,-19-3-1 16,3 0 0-16,-12 0 5 15,0 0-19-15,-3 0 27 16,-4 5-22-16,4 3 9 16,3 0-4-16,19-4 4 15,-1 0 4-15,1-4-4 0,-1 0-6 16,1 0 3-1,-7 0 3-15,-6 0-5 16,-6 0 12-16,-3 0-11 0,9 0 8 16,-6 0-4-16,-3 0 0 15,9 0 5-15,-13 0-10 16,20 0 13-16,-23 0-13 16,-5 0 19-16,2 0-28 15,-2 0 26-15,-1 0-19 16,16 0 9-16,-9 0-2 15,8 0 8-15,-8 0-7 16,3 0 6-16,-10 0 0 0,16 0-5 16,-9 0 6-1,-4 0-2-15,-9 0-3 0,7 0 3 16,-7 0-6-16,0 0 0 16,3 0 1-16,-9 0 4 15,7 0 23-15,5 0-23 16,0 0 21-16,10 0-26 15,-3 0 11-15,-4 0-11 16,-2 0-5-16,5-4 0 16,4-5-26-16,3-2-27 15,-4-9-142-15,-21-4-305 16</inkml:trace>
  <inkml:trace contextRef="#ctx0" brushRef="#br0" timeOffset="55634.97">12136 9665 105 0,'0'0'19'16,"0"0"17"-16,0 0 0 0,0 0 24 0,0 0-36 0,0 0 47 0,0 0-18 0,0-8-7 15,0 8-11-15,0 0 4 16,0 0 0-16,0 0-26 16,0 0 7-16,0 0-17 15,0-4 12-15,0 4-13 0,0 0-4 16,0 0-3-1,0 0-1-15,0 0 0 16,0-8 6-16,6 3-4 0,16-3 5 16,-3-7-2-1,8 15 1-15,-8-8-3 0,15-5-2 16,-12 2 5-16,-10 7 0 16,7-4-2-16,-10 8-2 15,4 0 5-15,-1 0-5 16,4 0 8-16,-4 0 8 15,0 8-11-15,10-1 2 16,-3 1 0-16,9 0 2 0,-10 0 5 16,4-3-4-1,3 7 2-15,-10-4-5 0,25 0-6 16,-15 0 6-16,3 0-5 16,-3-4 4-1,-10-1 1-15,10 2-3 0,-9-2 1 16,-4-3-4-1,-6 5 9-15,22-5-9 0,-9 8 7 16,3-8-8-16,2 0 0 16,4 0-11-16,6 0-5 15,-15 0 18-15,15 0 0 16,-15 0 2-16,-4 0-1 16,-2 0 0-16,-1 0 0 15,4 0 2-15,-4 0-7 16,7 0 6-16,8 0-2 15,8 0-1-15,5-13 3 16,-22 2 0-16,17 3 3 0,-23 4 2 16,4 4-2-16,2 0 11 15,4-4-14-15,-10 4 5 16,1 0-3-16,15-4 1 16,-10 4 7-1,10 0-9-15,6 0 12 0,0 0-10 16,-3 0 8-16,3 12-6 15,-6 7 6-15,3-2-8 16,3-9 0-16,0-5-2 16,-15-3-1-16,15 0 0 0,-12 0 0 15,-10 0 2-15,29 0-2 16,-13 0 12 0,-4 0-10-16,4 8 4 15,13-8-2-15,-17 0-4 0,10 0 0 16,7 0 2-16,-13 0-5 15,6 0 3-15,-9 0-1 16,-4 0 1-16,4 0 11 16,-9 0-10-16,-4 0 2 15,0 0 3-15,1 0-4 16,15 0 5-16,0 0-1 16,12-11-12-16,-9-1 8 15,3-1-2-15,-6 5 5 16,-16 5-5-16,-5 3 5 0,-1 0-2 15,3 0 5 1,10 0-3-16,2 0-2 16,4 0 6-16,-3 0-10 0,-4-4 8 15,4 4-10 1,3 0 3-16,-3 0 0 0,-4 0-3 16,4 0 11-16,-10 0-18 15,1-4 26-15,9 0-26 16,-4 0 10-16,4-5-9 15,-4-2 2-15,-5-1-8 16,9 7 8-16,-16 2-39 16,0 3-7-16,0 0-11 15,-6 0-13-15,0 0-37 0,0 0-99 16</inkml:trace>
  <inkml:trace contextRef="#ctx0" brushRef="#br0" timeOffset="106458.02">7017 11903 272 0,'0'0'50'16,"0"0"-11"-16,0 0 9 0,0 0-34 0,0 0-7 0,0 0-13 15,0 0 12-15,0 0 9 16,0 0 12-16,0 0 20 16,0 0-9-16,0 0-9 15,0 0-1-15,0 0-7 16,0 0 8-16,0 0-24 15,0 0-7-15,0 0 12 16,0 0-15-16,0 0 5 16,0 0-1-16,6 0-4 15,22 0 5-15,6 0-4 16,-3 0 12-16,9 7-12 16,-6-2 13-16,13 3-8 0,-7-8 2 15,1 0-6 1,-1 0 3-16,0 0-5 0,7 0-2 15,-1 0 7-15,1 0 5 16,-1 0 0-16,7 8-8 16,3-8 6-1,-10 8-3-15,-5-4 7 0,-1-4-4 16,13 0-3-16,-7 0-5 0,1 0 4 16,-19 0 2-16,-4 0 2 15,17 0-3 1,-1 0 10-16,0 0 4 0,7 0-8 15,-7 0-6-15,0 0-6 16,1-12 6-16,-7 12-13 16,-9-5 8-1,3 2 10-15,-1-5-9 0,-8 3 11 16,9 5-10-16,6-3 6 16,-9-6-3-16,9 1 0 15,6 0-5-15,-6 5 5 16,7 3 0-16,5 0-10 15,-15 0 4-15,10 0-5 0,-7 0 4 16,-6 0 7-16,-4 0 5 16,4 0-5-1,-6 0-1-15,3 0-6 0,-4 0 7 16,4-5 8 0,-3 5-1-16,3 0 0 0,9 0-5 15,0 0 3-15,-6 0-5 16,-3 0 6-16,-4 0-4 15,4 0-4-15,-3 0 13 16,-3 0-22-16,8 0 22 16,-2 0-17-16,3 0 13 15,12 0-7-15,1 0 0 16,-1 0 0-16,13 0 4 16,-13 0-3-16,0 0-2 15,-5 0 1-15,-1 0 0 0,-10 0 0 16,11 0 2-16,-8 0-2 15,4 0 6-15,16 0-6 16,9 0 0-16,-10 0-3 16,1 5 12-1,-7 3-14-15,-6-5 10 0,-3-3 5 16,-3 0-10-16,0 0-7 16,-16 0 3-16,1 0 4 15,2 0-2-15,-2 0 4 16,-1 0-4-16,10 0-35 15,-4 0-7-15,-18-8-55 16,0 0-162-16</inkml:trace>
  <inkml:trace contextRef="#ctx0" brushRef="#br0" timeOffset="107915.09">12620 11802 226 0,'0'0'17'0,"0"0"-16"0,0 0 27 0,0 0 8 16,0 0 28-16,0 0-5 15,-16 0-7-15,16 0-6 16,0 0-23-16,0 0 19 15,0 0-38-15,0 0 7 16,0 0-4-16,0 0-11 16,0 0 8-16,41 13-3 0,-14-10 13 15,14-3-13 1,-1 5 21-16,7-2-10 0,5 6 14 16,35-1-26-1,0 0 52-15,28 3-29 0,-4 1-12 16,4 1 3-1,-16-10-13-15,-6 10 4 0,-6-9 3 16,-6-1-1-16,-1 2 2 16,13-5 2-16,10 0-11 15,8 0 3-15,10 0 7 16,6 0-6-16,-6 0-3 16,0 0 6-16,0 0-13 0,-9 0 12 15,-4 0-7-15,-15 0 1 16,-18 0-5-16,-16 0 3 15,-7 0-7 1,1 0 7-16,-13 0 4 0,10 0-1 16,-4 8 10-1,-5 0-18-15,-4 0 7 0,-9 0-12 16,-6-4 6-16,-10-4-7 16,0 0-29-16,-12 0-77 15,0-20-109-15</inkml:trace>
  <inkml:trace contextRef="#ctx0" brushRef="#br0" timeOffset="114036.21">20765 5779 192 0,'0'0'127'0,"0"0"-60"0,0 0 10 0,0 0-36 0,0 0-26 0,0 0 7 15,0 0 6-15,0 0-14 16,0 0 34-16,0 0 0 16,0 0 23-16,0 0-33 15,0 0-8-15,0 0-5 0,0 0-20 16,0 0 21-16,0 0-11 16,0-5 5-16,0 5-20 15,0 0 21 1,0 0-18-16,0-3 26 15,0-5 0-15,0-9-4 0,0-11-14 16,0-16-9-16,0-8-2 16,0-9 1-16,0-6 6 15,0-2 2-15,0 2-9 16,0-6 0-16,0 17 0 16,0 0-4-16,0 8-11 0,0 16 15 15,0 24 0 1,0 8 2-16,0 0-2 0,-6 0-18 15,-13 16-5-15,-15 24 23 16,-12 8 4-16,-1 5 2 16,19-22-6-16,4-6-4 15,14-17 4-15,10 0-54 16,0-8-50 0,0 0-98-16,0 0-334 0</inkml:trace>
  <inkml:trace contextRef="#ctx0" brushRef="#br0" timeOffset="115452.32">20204 5879 300 0,'0'0'196'0,"0"0"-121"0,0 0 8 0,0 0 15 0,-180-208-9 0,146 147-55 16,9-7 26-16,4-4-27 16,2-17-14-16,19 1-18 15,0 1-2-15,0-2-2 16,0 13-40-16,19 15-70 0,15 22-74 15,18 27-113 1</inkml:trace>
  <inkml:trace contextRef="#ctx0" brushRef="#br0" timeOffset="116201.69">21274 5586 236 0,'0'0'263'0,"0"0"-191"0,0 0-8 0,0 0 8 0,0 0-21 0,0 0 13 16,-13 72-29-16,1-44-2 16,-16 4 13-16,0 24-29 15,-18 5-9-15,-1-5-8 16,1 4-26-16,12-24-123 0,9-8-28 15</inkml:trace>
  <inkml:trace contextRef="#ctx0" brushRef="#br0" timeOffset="117767.37">20285 3617 200 0,'0'0'112'0,"0"0"-57"0,0 0 19 0,0 0-31 16,0 0-37-16,0 0 12 15,0 0-12-15,139 76 4 0,-105-76 52 16,0-36 56-16,1-16 1 16,-11-4-63-16,4-5-3 15,-15-3-46-15,-7 9 15 16,3 2-12-16,-9 12-15 16,0 22 5-16,0 15 0 15,0 4-7 1,-15 0-5-16,-26 0 12 0,-11 23 0 15,-1 22 0-15,6 7-8 16,13-3 3-16,16-5 8 16,8-13-6-16,10-3-2 15,0-11-1-15,0-13-3 0,0-4-20 16,34 0-3 0,7-4 9-16,5-28 23 0,-5-5 7 15,-7 6-7-15,-6 6 0 16,-16 5-15-16,-6 4 1 15,0 13-8-15,-6 3 22 16,0 0-10-16,0 0-11 16,0 0-5-16,0 0 26 15,0 19 9-15,0 1-1 16,0 13 5-16,0 6-13 16,0 14 17-16,0 11-9 15,0 4-1-15,0 4-4 16,0-8 16-16,0-8-16 15,0-7 3-15,0-1-5 0,0-12-1 16,0-9 0-16,0-6 5 16,0-9-15-16,0-4-3 15,0-8-15-15,0 0-122 16,0 0-40-16</inkml:trace>
  <inkml:trace contextRef="#ctx0" brushRef="#br0" timeOffset="118032.46">20297 3982 445 0,'0'0'58'15,"0"0"1"-15,0 0 45 0,0 0-11 0,0 0-54 0,0 0-21 0,295 0-12 0,-240 0-6 16,-2 0-9-16,6 4-39 16,-6-4-85-16,-13 0-27 15</inkml:trace>
  <inkml:trace contextRef="#ctx0" brushRef="#br0" timeOffset="118649.7">21320 3706 406 0,'0'0'115'0,"0"0"-94"0,0 0 48 0,0 0-46 0,0 0-17 0,0 0-6 15,261 28-6 1,-227-28-21-16,-22 0-69 0,-2 0-54 16</inkml:trace>
  <inkml:trace contextRef="#ctx0" brushRef="#br0" timeOffset="118867.38">21320 3706 308 0,'-152'-165'258'0,"193"165"-253"16,-1 0 114-16,13 0-87 16,12-17-32-16,-9 6-82 0,-16 3-70 15</inkml:trace>
  <inkml:trace contextRef="#ctx0" brushRef="#br0" timeOffset="119900.9">22151 3203 180 0,'0'0'201'0,"0"0"-128"0,0 0-13 0,0 0 2 16,0 0-34-16,0 0 42 15,0 0-3-15,0 5-9 16,0-5-58-16,0 0 8 16,0 0 6-16,19-8 5 15,34-4 19-15,-7-1-28 16,-12 13-1-16,13 0-9 15,-13 0-9-15,-6 0-23 16,-16 5 16-16,-12 23-21 16,0 8 37-16,-12 25 8 0,-50 14-2 15,-10 5 8-15,4 1-13 16,9-21 12-16,25-8 2 16,28-16-6-16,6-8-9 15,0-3-2-15,0-14 2 16,40 1-31-16,32-12 31 15,8 0 10-15,29 0 38 16,-4 0-37-16,-6 0 4 16,-3 0-1-16,-24-8-14 15,-16 8-4-15,-4 0-37 16,-33 0-20-16,-4 0-119 16,-15-12-245-16</inkml:trace>
  <inkml:trace contextRef="#ctx0" brushRef="#br0" timeOffset="125709.79">20713 6360 28 0,'0'0'212'0,"0"0"-159"0,0 0-12 16,0 0-2-16,0 0-12 15,0 0 1-15,0 0 9 16,6 0 8-16,-6 0 9 0,0 0-21 16,0 0 17-16,0 0-28 15,0 0 16-15,0 0-19 16,0 0 5-16,0 0-21 15,0 0 5-15,0 0 8 16,0 0-2-16,0 0 14 16,0 0-24-16,0 0-1 15,0 0 2-15,0 0-10 16,0 0 7-16,15 0-2 16,-2 4 3-16,11 4-1 15,-2-3-2-15,12 3 13 16,7-1-10-16,-1-3-2 15,6 4-1-15,1-4 8 0,-1-4-18 16,-5 0 7-16,-1 0 3 16,-6 0 0-16,-9 0 0 15,3 0-8 1,-10 0 13-16,17 0-10 0,-1-16-5 16,6 1 2-16,-6-2-20 15,-3 9 27-15,-15 0-13 16,-10 8-26-16,12 0-33 15,-18 0-38-15,0 0-68 16</inkml:trace>
  <inkml:trace contextRef="#ctx0" brushRef="#br0" timeOffset="126227.11">21382 6264 76 0,'0'0'91'0,"0"0"-26"0,0 0-12 0,0 0 3 0,0 0-26 0,0 0-8 0,134 0 3 15,-128 0 16-15,-6 0-1 0,0 0-22 16,0 0 12-16,0 0-5 16,0 11 25-16,0 6 9 15,0 11 15-15,0 8-29 16,-22 0-24-16,10-4-6 15,12-15-15-15,0-6 0 16,0-11-91-16,12 0-70 16,16-28-219-16</inkml:trace>
  <inkml:trace contextRef="#ctx0" brushRef="#br0" timeOffset="126875.89">20852 6894 75 0,'0'0'305'0,"0"0"-221"0,0 0-13 0,0 0 1 0,0 0-9 0,0 0 5 16,0 0-46-16,22 0-1 16,-10-13 0-16,10-7 7 15,18-7-1-15,-9-6-14 16,10 5-9-16,-1-3-4 15,-12 2-14-15,-3 5-14 16,-4 8-13-16,-8 11-54 16,-7 5-33-16,-6 0-61 15,0 0-112-15</inkml:trace>
  <inkml:trace contextRef="#ctx0" brushRef="#br0" timeOffset="127125.6">20852 6894 379 0,'0'-181'170'16,"22"213"-109"-16,12 4 33 15,6 0-7-15,7 5-76 16,-7-2 6-16,-15-2-17 15,15-5 4-15,-27-12-4 16,8-4-6-16,-8-8-18 16,-7-8-41-16,3 0-30 0,-3 0-53 15,-6 0-136-15</inkml:trace>
  <inkml:trace contextRef="#ctx0" brushRef="#br0" timeOffset="127660.55">21342 6568 247 0,'0'0'127'0,"0"0"-127"15,0 0-1-15,0 0 1 0,0 0 18 16,0 0 35-1,81 0-21-15,-81 0-17 0,0 0 39 16,0 0-3 0,0 20-13-16,0 5 3 15,0 15-2-15,-35 4-37 16,1 8 25-16,0 0-26 0,16-3 21 16,2-10-19-16,16-6 10 15,0-17 4-15,0 4-14 16,0-12 5-16,40-4-7 15,16-4-2-15,-9 0 2 0,12 0 7 16,-7 0 13 0,10-9-9-16,-15 6-3 15,-13-2-8-15,-3 5-1 16,3-3-2-16,6-9-19 0,-5-1-140 16,-23-15-222-16</inkml:trace>
  <inkml:trace contextRef="#ctx0" brushRef="#br0" timeOffset="128828.3">21882 5109 183 0,'0'0'127'0,"0"0"-18"0,0 0-32 0,0 0-1 0,0 0-13 15,0 0-10-15,-25 0-11 0,25 0 6 16,0 0-20-16,0 0-28 15,0 0-8 1,0 0 8-16,18-5 23 0,10-6-16 16,-9 3 1-1,9 4 0-15,-10 4-10 0,-2 0 2 16,-10 0-1-16,13 0-21 16,-19 0 0-16,0 23 22 15,0 14 4-15,0 11 3 16,0 16 0-16,-41 0-6 15,-18 8 1-15,19 5-2 16,0-18 1-16,12-10 3 16,15-13 6-16,7-11-7 15,6-18-2-15,0-3 10 0,0-4-22 16,0 0-15 0,13 0 26-16,21 0 10 0,6-8 22 15,0-3-5-15,-21 2-22 16,9 1-5-16,-16 0-54 15,4 0-108-15,-16 0-160 16</inkml:trace>
  <inkml:trace contextRef="#ctx0" brushRef="#br0" timeOffset="129423.52">22666 5466 508 0,'0'0'63'0,"0"0"-22"0,0 0 16 0,0 0 28 0,0 0-34 0,0 0 16 0,0 184-19 0,0-132-10 0,0 4-21 16,0 1-1-16,0-5-16 16,-16-1-7-16,10-6-29 15,-22-13-75-15,10-7-98 16</inkml:trace>
  <inkml:trace contextRef="#ctx0" brushRef="#br0" timeOffset="130272.3">22130 6072 28 0,'0'0'13'0,"0"0"106"0,0 0 27 0,0 0-61 0,0 0-43 0,0 0-14 16,0 0 18-16,6 12-16 16,-6 4 11-16,15-1-26 15,-15 1 1-15,13 0-6 16,-7-4 21-16,0 9 17 15,16-6-15-15,-4 10 8 0,10-1-33 16,-3 0 0-16,9 0 1 16,13-5-9-1,-7-2 0-15,13-1 0 0,-4 4 2 16,16-7 7-16,-12 10-4 16,3-7-3-16,3 0 8 15,-6-7-7-15,9 2-6 16,3-3 8-16,-3-3-14 15,-16-5 4-15,7 0 3 16,-19 0-2-16,-9 0 3 0,3-5-2 16,12-23-18-1,-15 0 4-15,-10 1-46 0,-2-6-79 16,-13 21-37 0,0 0-113-16</inkml:trace>
  <inkml:trace contextRef="#ctx0" brushRef="#br0" timeOffset="130790.58">23119 6244 221 0,'0'0'156'0,"0"0"-92"0,0 0 22 0,0 0-44 0,0 0-11 0,0 0 0 0,167 40-6 0,-139-40-3 16,-22 4-21-16,0-4 46 15,-6 0-22-15,0 8 24 16,0 0-36-16,0 12 4 16,0 16-11-16,0 8 36 15,0 4-20-15,-6 1-22 16,0-13-7-16,0-16-41 16,6-9-29-16,0-11-164 15</inkml:trace>
  <inkml:trace contextRef="#ctx0" brushRef="#br0" timeOffset="132089.65">22598 6737 123 0,'0'0'256'0,"0"0"-192"0,0 0 7 0,0 0-30 0,0 0-31 0,0 0 9 16,-186 216-6 0,164-191-1-16,-12-6 18 0,28-14-6 15,0 7 19-15,6-12-42 16,0 0-2-16,0 0-31 15,0 0-56-15,0-12-177 16</inkml:trace>
  <inkml:trace contextRef="#ctx0" brushRef="#br0" timeOffset="132287.9">22598 6737 474 0,'-254'77'120'0,"254"-54"-31"0,27 5 14 16,14-4-46-16,5-4-15 16,7-7-34-16,6-1 3 15,-13-8-21-15,-12 3 10 16,-6 1-22-16,-3-3-45 16,-3-5-19-16,-16 0-55 15,-6 0-133-15</inkml:trace>
  <inkml:trace contextRef="#ctx0" brushRef="#br0" timeOffset="132770.76">22818 6734 270 0,'0'0'77'0,"0"0"-43"15,0 0 56-15,0 0-29 16,0 0 12-16,0 0-35 15,214-57-2-15,-180 57-26 16,-6 16-7-16,-28 25 11 16,0 6 24-16,0 1-1 15,-9 4-20-15,-32-8 7 16,10-3-20-16,3-13 7 16,16-12-11-16,12-8 17 0,0-4-17 15,0-4-6 1,0 0-2-16,34 0-30 15,25 0 35-15,0 0 3 0,-13 0 20 16,1 0-15-16,-13 0-10 16,0 0-7-1,-6 0-7-15,-3-4-8 0,9-17-59 16,-12-6-48-16,-4-5-212 16</inkml:trace>
  <inkml:trace contextRef="#ctx0" brushRef="#br0" timeOffset="133886.29">23506 5004 43 0,'0'0'106'0,"0"0"4"0,0 0-3 0,0 0-8 0,0 0-32 0,0 0-22 15,28-24-12-15,-28 21-1 16,6 3 40-16,-6 0-19 0,0 0 7 15,0 0-26 1,0 0 15-16,0 0-46 0,0 0-1 16,0 0-2-16,0 0-22 15,0 0-13-15,0 24 35 16,-12 20 18-16,-44 4 10 16,-3 12-14-16,7-12-9 15,5-15 2-15,19-2-1 16,10-11-6-16,8-7 0 15,10 6-9-15,0-7-11 16,0-4-2-16,41 0 12 16,21-3-19-16,-10-5 28 0,23 0 1 15,-23 0 0-15,-5 0 0 16,-19 0-2-16,-16 0-16 16,-6 0 11-16,-6 0 2 15,0 0-3-15,0 0 2 16,0 0-10-16,0 0 1 15,13 0-113-15,-4 0 39 16,10 0 60-16,-7 0 9 16,-3 0 7-16,-9 0 13 15,0 0-1-15,0-5 3 16,0-3 9-16,0 8-9 16,0 0-4-16,0 0-14 15,0 0-44-15,0 33 60 16,0-1 73-16,0 8 35 15,-9 7-15-15,-10-2-15 0,7-1-47 16,-3-8 14 0,2-4-36-16,7-12-9 0,0-4 0 15,6-4-31-15,0-7-81 16,0-5-178-16</inkml:trace>
  <inkml:trace contextRef="#ctx0" brushRef="#br0" timeOffset="134405.22">24170 5489 365 0,'0'0'104'0,"0"0"11"0,0 0-11 0,0 0-31 0,0 0-42 0,0 0 11 16,0 229-40-16,-34-181-4 15,6-12 1-15,3-7-30 16,3-14-64-16,10-2-8 0,12-13-114 16</inkml:trace>
  <inkml:trace contextRef="#ctx0" brushRef="#br0" timeOffset="135567.79">24824 5602 325 0,'0'0'160'0,"0"0"-20"0,0 0-30 16,0 0-22-16,0 0-30 0,0 0-9 0,-40-8-38 0,40-4-6 0,0 4 7 15,0-8-10 1,0-8 3-16,6-12 0 0,47-12-7 15,21-4 2-15,0-17 0 16,-2 13 7-16,-10-8-6 16,-9 12-2-16,-13-1 5 15,-12 6-9-15,-16 3 7 16,-12-1-18-16,0 6 12 16,0 6-8-16,0 5-8 15,0 12 11-15,0 8-17 0,0 8-6 16,-6 0-18-1,-28 0 50-15,0 0 0 16,0 20 3-16,9 4 5 16,3 1-8-16,16-2-2 0,-6 9 2 15,12 1 0-15,0 3 2 16,0 4 6-16,0-4-10 16,0 0 11-16,34-8-18 15,-10-4 7-15,11-4 2 16,-8-7-6-16,-14 6-10 15,15 1 9-15,-16 0 2 16,1-7 2-16,2 6 6 16,-15 1-10-16,0-4 16 15,0 4-6-15,0 8-1 0,-40 1 9 16,-7-6-6-16,-2 2 5 16,2-5 11-16,16-8-19 15,-9 4-2 1,18 0-17-16,3-8-41 0,4-5-131 15,15-3-122-15</inkml:trace>
  <inkml:trace contextRef="#ctx0" brushRef="#br0" timeOffset="136120.59">25599 5498 129 0,'0'0'315'0,"0"0"-237"0,0 0-48 0,0 0-7 0,0 0-7 16,0 0 24-16,0 0 30 15,53 96-5-15,-53-63-13 16,0 3-3-16,0 0 0 15,-12 3-33-15,-16 2-16 16,9-13-10-16,-3-8-34 16,16-12-39-16,0-8-107 0,6 0-232 15</inkml:trace>
  <inkml:trace contextRef="#ctx0" brushRef="#br0" timeOffset="136849.51">26368 5542 37 0,'0'0'58'0,"0"0"-4"0,0 0 12 0,0 0-20 0,0 0 12 0,0 0 33 0,0 24-12 15,0-24-5 1,0 0-12-16,0 0 11 0,0 0 1 16,0 0-36-1,0 0-2-15,0 0-23 0,0-12 6 16,0-12-18-16,0-12 8 15,0-8 3-15,0 0 5 16,6-12 6-16,1 4-22 16,-1-12-1-16,0-2-5 15,3-1-15-15,-9 7-16 16,13 12-20-16,-7 12 27 16,0 20 29-16,0 11 6 15,-6 5-6-15,0 0-10 16,0 0-29-16,0 16 23 15,0 25-6-15,-12 7-61 0,-28-1-33 16,-13 6-104 0</inkml:trace>
  <inkml:trace contextRef="#ctx0" brushRef="#br0" timeOffset="137500.95">26902 5004 249 0,'0'0'129'0,"0"0"-81"0,0 0 10 0,0 0-37 0,0 0 29 16,0 0-22-1,-19 20 6-15,-15 1 19 16,-7 7 59-16,1 8-51 0,-13 8-5 16,19 4-18-16,-6 0-31 15,28 1-7 1,5-10 9-16,7 5-17 0,0-3 14 16,0-5-12-16,0-13-4 15,7-2-1-15,27-13-16 16,12-8-18-16,-5 0 10 15,11 0 21-15,-11-12 8 16,-1-20 1-16,0 0 3 0,-15 4 2 16,-3 3 0-1,-16 2 3-15,-6 10 5 0,0-3-2 16,0 4-6-16,-19 12 0 16,-30 0-21-16,2 0 13 15,-24 44 16-15,-4 17 3 16,1-2 8-1,28-6 25-15,21-9-44 0,25-12-25 16,0-7-68-16,0-10-50 16,0-7 46-16,12-8-72 15</inkml:trace>
  <inkml:trace contextRef="#ctx0" brushRef="#br0" timeOffset="137767.51">27224 5550 49 0,'0'0'162'0,"0"0"-21"0,0 0-28 0,0 0 7 0,0 0-14 0,0 0-3 0,59 80-25 15,-59-36-47 1,-25-3-28-16,-9-5-3 16,6 4-17-16,9-16-26 15,-8 4-11-15,14-17-56 0,-2-11-74 16,8 0-121 0</inkml:trace>
  <inkml:trace contextRef="#ctx0" brushRef="#br0" timeOffset="138464.78">27618 4965 332 0,'0'0'156'0,"0"0"-65"0,0 0-46 0,0 0-30 0,0 0-7 0,0 0-7 0,0 0 21 16,0 0 4-16,28 0 39 15,3-8-11-15,9 8-33 16,-12 0-20-16,6 0 11 16,-15 0-24-16,-13 0 12 15,0 0-1-15,-6 3 0 16,0 17 1-16,0 13 23 16,0-5-7-16,-12 8 1 15,-7-12-13-15,13-12-8 0,-4 0-4 16,-2-12 0-1,12 0-8-15,0 0-9 16,0 0-4-16,0 0 12 0,34 0 17 16,7 0 3-16,-7 12-3 15,-22 0-3-15,0-4 1 16,-12 12 2-16,0 12 11 16,0 8 10-16,-18 9-15 15,-22-10 10-15,-7 5-16 16,7-11 0-16,-1-9-29 15,7-9-9-15,22-15-83 16,-4 0-47-16</inkml:trace>
  <inkml:trace contextRef="#ctx0" brushRef="#br0" timeOffset="139033.68">28160 5037 265 0,'0'0'127'0,"0"0"-30"0,0 0-31 0,0 0-19 0,0 0-21 15,0 0 8-15,13 8-34 16,-13 4 6-16,0 4 30 15,0 4-6-15,0 8 27 16,-13 4-40-16,-27 0-6 16,-6 4-7-16,5-4 0 0,13 0 3 15,10-11 0-15,2-10 8 16,16 1-15-16,0-4 1 16,0 5 8-16,0-13-18 15,6 8-4-15,41-8-7 16,9 0 20-16,-10 0 11 15,13 0 14-15,-12 0 0 16,-13 0-10-16,6 0-10 16,-12 0-5-16,-3 0-11 15,3 0-15-15,-10 12-14 16,4-1 9-16,-3-11-87 16,-4 0-91-16</inkml:trace>
  <inkml:trace contextRef="#ctx0" brushRef="#br0" timeOffset="139664.15">28074 4996 130 0,'0'0'21'0,"0"0"-11"0,0 0-9 0,0 0-1 0,0 0 25 0,0 0 62 15,12 0-41-15,-6 0 52 0,-6 0 6 16,6 0-22 0,7-3-31-16,2 3-1 0,26 0-4 15,-10-5-13-15,3 5-15 16,6-3-18-16,-6 3-20 16,-21 0-127-16,-13 0-118 15</inkml:trace>
  <inkml:trace contextRef="#ctx0" brushRef="#br0" timeOffset="140165.89">29081 5378 304 0,'0'0'378'0,"0"0"-284"0,0 0-7 0,0 0-31 0,0 0-29 0,0 204-20 0,0-172-14 15,-6 0-2-15,-22 4-5 16,-6 0-9-16,15-3-33 16,-8-10-20-16,14-6-79 15,7-17-262-15</inkml:trace>
  <inkml:trace contextRef="#ctx0" brushRef="#br0" timeOffset="140498.16">29522 5422 454 0,'0'0'369'16,"0"0"-256"-16,0 0-29 15,0 0-7 1,0 0-77-16,0 0-5 0,6 0-63 16,-6 0-34-16,0 0-107 15,0 0-99-15</inkml:trace>
  <inkml:trace contextRef="#ctx0" brushRef="#br0" timeOffset="140849.93">30052 5445 776 0,'0'0'94'0,"0"0"-36"16,0 0-27-16,0 0-24 15,0 0-7 1,0 0 0-16,18 0-41 0,-18 0-13 15,7 5 5-15,-1-2-13 16,3 2-84-16,-3-5-120 16</inkml:trace>
  <inkml:trace contextRef="#ctx0" brushRef="#br0" timeOffset="141082.66">30585 5409 479 0,'0'0'137'16,"0"0"-12"-16,0 0-27 0,0 0-34 15,0 0-37-15,0 0-27 16,28 5-4-16,-9-5-54 15,-7 0-35-15,-3 0-72 16,-9 0-151-16</inkml:trace>
  <inkml:trace contextRef="#ctx0" brushRef="#br0" timeOffset="141582.67">31267 4664 482 0,'0'0'107'0,"0"0"20"0,0 0-27 0,0 0-12 0,0 0-26 0,0 0-20 16,369 116-8-16,-304-55-24 15,-6 11-2-15,-25 8 9 16,-18 0-27-16,-16 20 10 16,0 12-5-16,-16-8-7 15,-36 9-31 1,-1-16 19-16,6-25-85 0,7-28-86 15,-6-24-280-15</inkml:trace>
  <inkml:trace contextRef="#ctx0" brushRef="#br0" timeOffset="150189.76">19851 10199 250 0,'0'0'173'0,"0"0"-111"0,0 0 21 0,0 0-35 0,0 0 2 15,0 0 2-15,0 0-21 16,0 0 5-16,0 0-7 15,0-17 14-15,-35-11-20 16,11 0 11-16,-32-20-18 0,25-13-13 16,-9-18 8-1,5-9-5-15,29-9 2 0,6-11 0 16,0-5 7 0,6 2-13-16,60 6-4 15,2 17-17-15,6 16 0 0,-3 19-71 16,-15 29-12-1,-43 20-286-15</inkml:trace>
  <inkml:trace contextRef="#ctx0" brushRef="#br0" timeOffset="151089.62">20561 10025 288 0,'0'0'188'0,"0"0"-122"0,0 0 24 0,0 0 20 0,0 0-30 16,0 0-1-16,0 0-19 15,0 0-14-15,0 0-16 16,0 0-28-16,0-23 10 15,0-34-11-15,0-19 4 16,0-8-3-16,12 0 7 16,-6 7-3-16,0 18-9 15,1 2 9-15,-1 25-9 16,-6 8 3-16,0 24 0 16,0 0 0-16,0 0-14 15,0 13-20-15,0 38 15 16,-37 29-2-16,-32 5 9 0,-5-5-79 15,9-20-48-15,3-16-66 16,37-20-57-16</inkml:trace>
  <inkml:trace contextRef="#ctx0" brushRef="#br0" timeOffset="151688.49">21221 9986 577 0,'0'0'253'0,"0"0"-204"0,0 0 53 0,0 0-27 0,-6 204-40 15,0-140-33-15,-4 0-2 0,-8 0-34 16,-16-3-79-1,-25-17-76-15</inkml:trace>
  <inkml:trace contextRef="#ctx0" brushRef="#br0" timeOffset="157250.94">20598 8140 328 0,'0'0'147'0,"0"0"-145"0,0 0 6 0,0 0 15 0,0 0 5 16,0 0 4-16,0 0 60 0,-13 21 17 16,13-21-28-16,0 0-11 15,0 0-30-15,0 0-21 16,0 0-18-16,0 7-1 15,0 10 0-15,0-1-4 0,0 4 4 16,28-4-4 0,6-8-13-16,-3-4 11 0,4-4 10 15,-8 0-11 1,-2 0 14-16,3-12-4 0,0-32 8 16,-3-17 1-1,3-11-12-15,-10-3-1 0,-2 14-7 16,-16 14-32-16,0 30 29 15,0 9 5-15,-34 8-28 16,-28 25-9-16,-16 42 31 16,-9 10 12-16,1-5 0 15,36-8-2-15,19-12 1 16,22-8-6-16,9-16-34 16,0-8 32-16,9-4-18 15,50-16-13-15,9 0 15 16,-9 0-4-16,9-20 18 0,-15-12 11 15,-13-4-4-15,-15 8 4 16,-3 8 0-16,-4 7-2 16,-11 10 2-16,2 3-1 15,-9 0-5-15,0 20 6 16,12 28 10-16,-6 8 54 16,-6 0-49-16,0 5 20 15,0-6-17-15,0 2-10 16,0 3 6-1,0-3-3-15,0 2-10 0,0 5 6 16,0-12-14-16,0-3-34 0,0-9-49 16,0-16 24-1,0-4-47-15,0-16-138 16</inkml:trace>
  <inkml:trace contextRef="#ctx0" brushRef="#br0" timeOffset="157534.48">20666 8735 456 0,'0'0'53'0,"0"0"62"0,0 0 41 0,0 0-105 0,0 0 7 0,0 0-35 0,254 0-19 15,-213 0-4 1,-1 0-19-16,6 0-28 0,-5-5-82 16,-23-3-89-16</inkml:trace>
  <inkml:trace contextRef="#ctx0" brushRef="#br0" timeOffset="158049.28">21509 8273 271 0,'0'0'355'0,"0"0"-302"0,0 0 26 0,0 0-43 0,0 0-33 15,0 0 13-15,0 0 40 16,87 0 20-16,-34 0-35 16,0 0 8-16,9 0-38 0,-10 0-11 15,1 0-13-15,0 0-34 16,-19-3-22 0,-12-10-56-16,-22 1-126 15,0 4-290-15</inkml:trace>
  <inkml:trace contextRef="#ctx0" brushRef="#br0" timeOffset="158203.78">21509 8273 580 0</inkml:trace>
  <inkml:trace contextRef="#ctx0" brushRef="#br0" timeOffset="158299.51">21509 8273 580 0,'31'-156'14'0,"38"156"28"0,-10 0 13 16,21 0-27-16,-12 0-42 0,-34 0-46 16,-2-4-8-16,-5-5-150 15</inkml:trace>
  <inkml:trace contextRef="#ctx0" brushRef="#br0" timeOffset="158866.42">22672 8088 230 0,'0'0'108'0,"0"0"-31"0,0 0-1 0,0 0-8 16,0 0 27-16,0-28-16 0,0-11-28 0,0-14-47 15,0 1 15-15,0 0 0 16,0 8-11-16,0 12 0 0,0 12-6 16,0 8-2-16,0 8 6 15,0-1 0-15,0 5 5 16,0-3 31-16,0 3-38 15,-6 0-4-15,-16 0-10 16,-6 20-34-16,-18 24 25 16,-7 25-94-16,-6-2-125 15</inkml:trace>
  <inkml:trace contextRef="#ctx0" brushRef="#br0" timeOffset="159366.2">22784 8417 470 0,'0'0'117'0,"0"0"-30"0,0 0 8 0,0 0-73 16,0 0 3-16,0 0 29 15,235-200-25-15,-154 140-20 0,-10-4-9 16,10 3 1-1,-19 14-1-15,-15 2-39 16,-13 13-24-16,-16 20-39 0,-12 1-16 16,-6 11-80-16,0 0-160 15</inkml:trace>
  <inkml:trace contextRef="#ctx0" brushRef="#br0" timeOffset="159899.71">23308 8185 386 0,'0'0'58'0,"0"0"6"0,0 0-27 0,0 0 15 0,0 0-15 16,0 0-32-16,31 12-5 16,-31 16 0-16,0 8 22 15,0 12 13-15,-25-4-21 16,-9 9 3-16,0-1 14 16,6-4 5-16,9-4-23 15,13-12 2-15,6-12-10 16,0-12-5-16,53-8-5 15,27 0 5-15,13-20 77 16,16-16-38-16,-10 7 1 16,-18 6-30-16,-35 10 4 15,-18 10-14-15,-22 3-31 0,-6 0-15 16,0 0-55 0,0 0-78-16,0 0-226 0</inkml:trace>
  <inkml:trace contextRef="#ctx0" brushRef="#br0" timeOffset="161630.15">20719 10840 189 0,'0'0'92'0,"0"0"-19"0,0 0-14 0,0 0 6 0,0 0-11 15,0 0-1 1,0 0-11-16,0 0-1 0,0 0 32 16,0 0-30-16,0 0-19 15,0 0-11-15,0 0 15 16,0 0-3-16,0 0-3 15,0 4 11-15,0-1-13 16,0 14-2-16,0-1-10 16,0 4 4-16,0 1-12 15,0-2 16-15,21-2-14 16,4 11 8-16,22-1 0 16,15-2-6-16,-3-2 3 15,34 2-3-15,-6-6-3 0,15-6 10 16,-3-6-13-16,-12 9 2 15,-6-8-18-15,-23 1 16 16,-11-9-2-16,-7 0-34 16,-6 0-7-16,-12-36 16 15,-3-12-27-15,-19-4-82 16,0 16-312-16</inkml:trace>
  <inkml:trace contextRef="#ctx0" brushRef="#br0" timeOffset="162180.74">21575 10892 352 0,'0'0'122'0,"0"0"-95"16,0 0 13-16,0 0-40 0,0 0 4 0,0 0 0 0,282 32 2 0,-264-24-6 16,-11 12 7-16,-7 8 18 0,0 8 42 15,0 8-14 1,-7 8-18-16,-11 1-9 0,-4 7-3 16,3-7-23-16,4-6 0 15,15-22-31-15,0-25-124 16,0 0-160-16</inkml:trace>
  <inkml:trace contextRef="#ctx0" brushRef="#br0" timeOffset="162795.49">20868 11802 488 0,'0'0'159'0,"0"0"-156"0,0 0 98 0,0 0-34 0,220-212-36 16,-161 172-27-16,-19 15 0 16,-18 17-7-16,-16 5 3 15,-6 3-13-15,0 0-17 16,0 0 4-16,0 0-21 16,0 0-37-16,0 0-47 15,0 0-146-15</inkml:trace>
  <inkml:trace contextRef="#ctx0" brushRef="#br0" timeOffset="163027.72">20874 11554 554 0,'0'0'109'16,"0"0"-14"-16,0 0-52 15,0 0-21-15,0 0-18 16,239 208-4-16,-199-188-3 16,-12-8-13-16,-16-4-33 15,-6-8 3-15,-6 0-27 16,0 8-43-16,0-3-43 16,0-5-134-16</inkml:trace>
  <inkml:trace contextRef="#ctx0" brushRef="#br0" timeOffset="163395.9">21655 11771 348 0,'0'0'270'0,"0"0"-240"0,0 0 16 16,0 0-24-16,0 0-13 16,0 0 8-1,0-125-2-15,0 97 11 16,0 4 2-16,0-1-11 0,0 14-17 15,0 3 0-15,0 8-12 16,-12 0-42-16,-16 0 43 16,9 28-14-16,-15 4-15 15,12-7 36-15,4-2 4 16,5-7-39-16,-8 4-61 16,21-16-139-16</inkml:trace>
  <inkml:trace contextRef="#ctx0" brushRef="#br0" timeOffset="163702.54">21655 11771 93 0</inkml:trace>
  <inkml:trace contextRef="#ctx0" brushRef="#br0" timeOffset="163813.2">21655 11771 93 0,'214'183'548'0,"-214"-183"-486"0,0 0-7 0,0 0-8 0,28-39-35 0,25-14 56 16,6-11 24-16,-13 4-56 15,-6 8-12-15,-18 8-11 16,12-1-13-16,-15 6-5 16,3 14-42-16,-10 9-7 15,-12 13-69-15,0 3-86 0,0 0-119 16</inkml:trace>
  <inkml:trace contextRef="#ctx0" brushRef="#br0" timeOffset="164181.54">22095 11738 400 0,'0'0'184'0,"0"0"-156"0,0 0 12 15,0 0-28-15,0 0-9 0,-18 88 0 16,18-76 1 0,0-4-3-16,0-3 20 0,0 6 1 15,0-6-4 1,6 2 11-16,22-2 3 0,12-5-13 15,13 0-8-15,-7 0 13 16,7 0-24-16,-12 0 9 16,-14 0-7-16,-8 0 3 15,-7 0-4-15,-2 0-1 16,2 0 0-16,-6 0 0 16,7 0-1-16,-4 0 2 15,3 0-2-15,-5 3-40 0,5-3-85 16,-12 0-255-16</inkml:trace>
  <inkml:trace contextRef="#ctx0" brushRef="#br0" timeOffset="164846.74">22170 11882 202 0,'0'0'233'0,"0"0"-176"0,0 0 15 0,0 0-61 15,0 0-11-15,0 0-13 16,0 0-17-16,0-8-53 15,0 8-50-15,0-7 86 16,0 2-90-16</inkml:trace>
  <inkml:trace contextRef="#ctx0" brushRef="#br0" timeOffset="166891.54">21984 9757 145 0,'0'0'116'0,"0"0"-41"0,0 0 30 0,0 0-52 0,0 0-36 0,0 0 23 0,0 0-27 0,0 0 21 16,0 0-25-1,0 4 2-15,0-4 13 0,0 0 2 16,0 0 5-16,0 0 6 15,0-4 15-15,0-20-13 16,0-5-7-16,0-7-7 16,0-3 18-16,0-5-27 15,6-1-16-15,-6 1 4 16,0 13 4-16,0 10-16 16,0 9 19-16,0 8-11 15,0 4 9-15,0 0-18 16,0 0 8-16,0 0-22 15,0 0-31-15,0 12 50 0,-40 8-20 16,-1 5-4-16,14-2 18 16,2-2-4-16,25-10-13 15,0-11-111-15,0 0-181 16</inkml:trace>
  <inkml:trace contextRef="#ctx0" brushRef="#br0" timeOffset="167441.6">22136 10074 236 0,'0'0'81'15,"0"0"37"-15,0 0-32 0,0 0-45 0,0 0-4 0,0 0-16 16,0 0 30 0,80-160 17-16,-11 99-22 15,2-23-15-15,31 12-31 16,-15-8 0-16,-16 15-28 0,-15 21-18 16,-16 12-67-1,-21 16-7-15,-19 16-74 0,0 0-102 16</inkml:trace>
  <inkml:trace contextRef="#ctx0" brushRef="#br0" timeOffset="167975.44">22492 9806 359 0,'0'0'85'16,"0"0"-32"-16,0 0-38 0,0 0-12 16,0 0 7-16,0 0 13 15,186-37 7-15,-167 37-6 16,-19 0 8-16,0 0-25 16,0 0 34-16,0 0-11 15,0 0-13-15,0 28 0 16,0 0-16-16,0 5 13 15,0 3-3-15,-25-8 28 16,19-5-13-16,-10-10-6 16,16-10-20-16,0 14 0 15,0-9 3-15,16 8 0 16,15-1 1-16,3-7-4 16,19 5 9-16,-7-9-9 15,-5-4-9-15,-7 0 7 16,-6 0 2-16,-16 0 4 0,10 0 10 15,-10 0-14-15,-6-17 0 16,22 2-58-16,-9-1-135 16,-7 0-171-16</inkml:trace>
  <inkml:trace contextRef="#ctx0" brushRef="#br0" timeOffset="168939.99">23627 9961 237 0,'0'0'208'0,"0"0"-152"0,0 0 12 0,0 0-19 16,0 0 22-16,0 0 4 15,13 41-4-15,42-18 7 0,-2 26-5 16,-13-1-41 0,1 4-2-16,-29 9-25 0,-12 3-5 15,0-4-8-15,-28 4-58 16,-52 0-104-16,-20-8-254 15</inkml:trace>
  <inkml:trace contextRef="#ctx0" brushRef="#br0" timeOffset="172354.28">22731 10985 371 0,'0'0'168'16,"0"0"-116"-16,0 0 33 0,0 0-6 0,0 0-20 0,0 0-21 0,0 0 10 0,87 83-9 0,-47-66-3 16,13 7 24-1,28-1-26-15,27 6-1 0,4-1-20 16,15-5 6 0,0-6-11-16,-12-1-7 0,-10-13-1 15,-24 2-11-15,-13-5-7 16,-22 0-29-16,-11 0-8 15,5-32-22-15,6-13 4 16,-21-7 10-16,22-4-33 16,-19 9-46-16,-28 22-104 15</inkml:trace>
  <inkml:trace contextRef="#ctx0" brushRef="#br0" timeOffset="172803.69">23894 11060 344 0,'0'0'46'0,"0"0"74"0,0 0-67 0,0 0-14 0,0 0-6 16,0 0-2-16,301-8-21 15,-273 8 19-15,-16 8 5 16,10 8 16-16,-16 4-30 16,-6-7 6-16,0 10-11 15,0 6-13-15,0-1 4 16,0 8-2-16,0-8-8 16,-6 8-10-16,-4-11-23 0,-2-22-183 15</inkml:trace>
  <inkml:trace contextRef="#ctx0" brushRef="#br0" timeOffset="173370.93">23494 11738 583 0,'0'0'111'0,"0"0"-46"0,0 0-29 0,0 0-29 0,0 0-1 0,0 0-11 15,0-172 17-15,0 156-11 16,0 12 5-16,0 4 34 15,0 0-40-15,0 0-8 16,-6 20-39-16,-22 28-5 16,-19 20-19-16,-12 1-176 15</inkml:trace>
  <inkml:trace contextRef="#ctx0" brushRef="#br0" timeOffset="173725.81">23494 11738 438 0</inkml:trace>
  <inkml:trace contextRef="#ctx0" brushRef="#br0" timeOffset="173819.31">23494 11738 438 0,'121'205'73'0,"-121"-222"10"0,0-30-20 0,52-9 132 0,7-13-153 16,3 22-7-16,-15-2-29 16,-1 5-6-16,-11-1 0 15,-4 9-47 1,-4 8-26-16,-14 20-110 0,-13 5-51 15</inkml:trace>
  <inkml:trace contextRef="#ctx0" brushRef="#br0" timeOffset="174536.29">24027 11730 9 0,'0'0'72'0,"0"0"60"0,0 0 39 0,0 8-48 0,0 0-23 0,0-8-29 0,0 5 32 0,0-5-43 16,0 0-13-16,0 0-18 15,0 0-24-15,0 0-5 16,0 0-15-16,16 0 15 15,15 0 1 1,-3 0-1-16,-7 0-14 0,-2 0 14 16,-7 11 6-16,-12 14 12 15,0 6 1-15,0 2-9 16,0 6-10-16,0 2 2 16,0-1 2-16,0-8-2 15,0-7 15-15,0-10-9 16,0-15-8-1,0 0-14 1,0 0 8-16,16 0 1 0,2 0 5 0,-5 0 6 16,2 0 0-16,-8 0-3 0,5 0 2 15,10 0-10-15,2 0 3 16,4 0-28-16,6 0-42 16,-9 0-52-16,-19-12-245 15</inkml:trace>
  <inkml:trace contextRef="#ctx0" brushRef="#br0" timeOffset="177317.38">24635 9653 44 0,'0'0'244'0,"0"0"-75"0,0 0-42 0,0 0-14 0,0 0-42 0,0 0-36 0,0 8-1 16,0-8-26 0,0 0 14-16,0 0-1 15,15 0 29-15,-8 0-14 16,-7 0 17-16,0 0-25 0,0-12-19 16,0-20 1-1,0-4-5-15,0-16-1 0,0-1-4 16,0 5 9-16,0 0-3 15,0 15 3-15,0 2-4 16,0 15-5-16,6-1-4 16,-6 9 4-16,0 8 0 15,0 0-10-15,0 0 0 16,0 0-42-16,-28 21-12 16,-25 19 46-16,0 4-11 0,-5 4-25 15,11-8-12-15,7-4-115 16,12-3-184-1</inkml:trace>
  <inkml:trace contextRef="#ctx0" brushRef="#br0" timeOffset="177866.92">24691 10154 383 0,'0'0'148'0,"0"0"-85"0,0 0-12 0,0 0 30 0,0 0-4 0,0 0-18 16,127-168 1-16,-40 79 12 16,24-23-28-16,4-5 2 15,-16 9-28-15,-12 20 2 16,-19 16-20-16,-15 12-2 15,0 3-32-15,-13 10-32 0,0 11-39 16,-33 16-113 0,-7 20-201-16</inkml:trace>
  <inkml:trace contextRef="#ctx0" brushRef="#br0" timeOffset="178583.45">25246 9765 443 0,'0'0'21'0,"0"0"-17"0,0 0 55 0,0 0 5 0,0 0-28 0,-109 213 12 16,75-169-4-16,16-8 15 0,18-4-20 16,0-16-2-1,0 8-34-15,0-16-3 16,40-4-22-16,0-4 13 16,7 0 9-16,5 0 9 15,-5-4 7-15,-7-20-14 16,7 16 20-16,-7-8-18 0,-12 8 16 15,-10 0-20-15,-2 0 2 16,-10 8-2-16,-6-5-26 16,13-6 7-16,-13-6-30 15,6-2 17-15,-6-9-38 16,0 11 4-16,6 1 31 0,-6 8 31 16,0 1 4-1,0 7 2-15,0 0 6 0,0 0-5 16,0 0-3-16,0 0 39 15,16 0 15-15,-16 23-25 16,0 10 16-16,0-2-31 16,0 18 9-16,0-1 17 15,0 8 9 1,0-4 15-16,0-11-22 0,0-5-17 16,0-17-21-16,0-2-4 15,0-6-1-15,0 2-32 16,0-1-27-16,0-9-55 15,0-3-131-15,0 0-284 16</inkml:trace>
  <inkml:trace contextRef="#ctx0" brushRef="#br0" timeOffset="179033.72">26027 10025 589 0,'0'0'145'0,"0"0"-23"0,0 0-14 0,0 0-88 0,0 0 0 0,0 0-20 0,0 241 0 0,0-192-30 0,-28-10-29 0,-6-11-48 16,15 1-76 0,1-22-48-16</inkml:trace>
  <inkml:trace contextRef="#ctx0" brushRef="#br0" timeOffset="179966.07">26681 9693 236 0,'0'0'51'0,"0"0"9"0,0 0-23 0,0 0-8 0,0 0 52 0,0 0 45 15,0 11 23-15,0-11-38 16,0 0-23-16,0-11-12 15,0-21-56-15,0-12-8 16,0-21-9-16,0 9-3 16,0-4 0-16,7 4-2 15,-7 20-4-15,0 8 4 16,0 16-3-16,0 12 3 0,0 0-6 16,0 0-31-1,0 0 18-15,0 20-15 0,0 3-62 16,-13 10 35-16,7-5-45 15,0-4 15-15,-16-4-84 16</inkml:trace>
  <inkml:trace contextRef="#ctx0" brushRef="#br0" timeOffset="180430.1">26790 10002 431 0,'0'0'196'0,"0"0"-79"0,0 0-27 0,0 0-57 0,0 0 34 0,186-209-26 0,-99 113-15 16,27-13-17-16,-8-3 3 15,-7 8-12-15,-31 28-3 16,-27 24-29-16,-29 27-60 16,-12 25-28-16,0 0-93 15,0 9-218-15</inkml:trace>
  <inkml:trace contextRef="#ctx0" brushRef="#br0" timeOffset="181296.78">27270 10254 314 0,'0'0'26'0,"0"0"36"0,0 0 1 0,0 0-3 0,0 0 22 0,0 0 7 0,-80 28-3 16,74-28 12-1,6-8-21-15,0-4-30 0,0-7-26 16,0-14-20-16,24-6 6 16,38-18-2-16,13-7 3 15,-4 0-4-15,-9 8-4 16,-21-1-8-16,-17 1-14 16,-24 8-14-16,0 4-1 15,0 0-5-15,0 20-9 16,0 7 25-16,-34 17 7 15,9 0 19-15,-21 9 17 16,12 35-12-16,-6 8-5 0,5 9-7 16,11-14 6-16,14-3-15 15,-2-11-14-15,12-10-10 16,0 2 39-16,0-6-20 16,34-2-11-16,13-6-11 15,11 6 42-15,-2-1-3 16,3 4 0-16,-19-1-18 15,1-2-39-15,-23 7 28 16,-2-8 33-16,-16 8 4 0,0 5 79 16,0-1 53-1,-22 3-49-15,-31 5-52 0,7-7-11 16,6-9-17-16,6-12-7 16,15-8-22-1,13 0-21-15,6 0-151 16,0-21-68-16</inkml:trace>
  <inkml:trace contextRef="#ctx0" brushRef="#br0" timeOffset="181730.39">28213 9869 745 0,'0'0'91'0,"0"0"-33"0,0 0 18 0,0 0-63 0,0 0 6 0,12 261-11 0,-12-184-16 0,0-10-12 16,0-10-11-16,-27-29-94 16,8-8-211-16</inkml:trace>
  <inkml:trace contextRef="#ctx0" brushRef="#br0" timeOffset="182327.95">29007 9757 582 0,'0'0'99'0,"0"0"-2"0,0 0-92 0,0 0 12 0,0 0-16 0,0-253 15 0,0 189-15 16,0 0 9-16,0 16-6 16,0 3 6-16,-13 22 17 15,13 7-7-15,0 8-15 16,0 8-5-16,0 0-9 16,0 0-20-16,0 0-5 15,-6 0-37-15,-6 32 71 16,-4 4-2-16,-8 7-5 15,-17 10-69-15,1-9-141 16</inkml:trace>
  <inkml:trace contextRef="#ctx0" brushRef="#br0" timeOffset="182861.85">29053 10038 448 0,'0'0'221'0,"0"0"-130"0,0 0-26 0,0 0-34 0,0 0-27 16,0 0 17-1,-24 4-7-15,24-4 14 0,0 0 26 16,0-9 18-16,24-38-12 16,26-25-9-16,28-9 18 15,2-10-57 1,1 2 4-16,-7 4-16 0,-15 2-13 15,9 19-39-15,-27 7-36 16,-1 9 7-16,-15 24-35 16,-4 12-79-16,-14 12-84 15</inkml:trace>
  <inkml:trace contextRef="#ctx0" brushRef="#br0" timeOffset="183377.94">29491 9853 225 0,'0'0'203'0,"0"0"-134"0,0 0 3 0,-56 244-49 0,56-195-8 0,0-5-6 16,0-8 32-16,6-11-10 15,28-5-5-15,6-12-13 16,-6-8-7-16,13 0-6 16,6-41 4-16,-7-15-12 15,-12-12 6-15,-6 20-19 0,-15 7-13 16,-13 18-20 0,0 18 54-16,0 5 7 15,0 0 24-15,-34 5 38 16,-13 43-48-16,1 8-12 15,-7 12 31-15,6-7-2 0,19-9 4 16,10-21-31-16,-4-14-11 16,22-9-24-16,0-8-54 15,0 0-82-15,0 0-206 16</inkml:trace>
  <inkml:trace contextRef="#ctx0" brushRef="#br0" timeOffset="184178.09">29202 10471 405 0,'0'0'126'0,"0"0"-51"0,0 0-7 0,0 0-9 0,0 0-20 16,0 0 34-16,0-9-23 0,0-14-17 15,0-9-4-15,0-4 19 16,0 0-8-16,6 3 8 16,1 5-13-16,-1 5-19 15,0-2-16-15,-6 9-3 16,9 5-12-16,-9 2-33 16,0 9 6-16,0 0-84 15,0 0-137-15</inkml:trace>
  <inkml:trace contextRef="#ctx0" brushRef="#br0" timeOffset="184862.32">30291 10171 570 0,'0'0'169'0,"0"0"-72"0,0 0 27 0,0 0-100 0,0 0-24 16,-41 236-58-16,16-200-34 16,4-8-101-16,2-12-121 15</inkml:trace>
  <inkml:trace contextRef="#ctx0" brushRef="#br0" timeOffset="189508.06">30867 9986 88 0,'0'0'329'0,"0"0"-296"0,0 0 9 0,0 0-5 0,0 0-30 15,0 0-2-15,0 0 23 16,0 0 16-16,0 0-5 16,0 0 46-1,-15 0-11-15,15 8-10 16,-13-5-16-16,1 2-28 0,-4-5 5 15,16 0-2-15,-6 0-23 16,6 0-3-16,0 0-23 16,0 0-64-16,0-5 36 15,6-14-45-15,4-9-211 16</inkml:trace>
  <inkml:trace contextRef="#ctx0" brushRef="#br0" timeOffset="189989.46">31373 9938 436 0,'0'0'59'0,"0"0"-44"0,0 0 3 0,0 0-7 0,0 0-11 0,0 0 72 16,15 0 46-1,-15 0-38-15,0 7 21 0,0-7-43 16,0 0-25-1,0 0-33-15,6 0-7 0,1 0-59 16,14 0-69 0,-2 0-55-16,-7 0-128 0</inkml:trace>
  <inkml:trace contextRef="#ctx0" brushRef="#br0" timeOffset="190405.56">32250 9909 22 0,'0'0'701'0,"0"0"-685"0,0 0 27 0,0 0-9 0,0 0-34 0,0 0-11 0,0 5 9 0,0-5 4 15,0 0 9-15,0 8 10 16,0-8 9-16,0 0-30 16,0 0-27-16,0 0-206 15</inkml:trace>
  <inkml:trace contextRef="#ctx0" brushRef="#br0" timeOffset="190954.77">32743 9103 237 0,'0'0'281'0,"0"0"-254"0,0 0-11 15,0 0 1-15,0 0 39 0,0 0-9 16,0 0-17-16,316 229-28 16,-244-181 21-16,-16 4-4 15,-32 12 14-15,-24 13-12 0,0 18-12 16,-6 6 25-16,-59 27-32 16,-16-3 15-16,-5 3-14 15,5-7 1-15,13-18-4 16,15-15-6-16,19-19-21 15,15-29-44-15,13-40-130 16</inkml:trace>
  <inkml:trace contextRef="#ctx0" brushRef="#br0" timeOffset="-213641.58">19665 15136 429 0,'0'0'118'0,"0"0"-68"0,0 0 57 0,0 0-51 0,0 0-24 0,0 0 19 0,0 0 5 15,-121-49-19-15,93 29 8 16,-13-8 1-16,10-8-18 0,-18-16-15 16,8-12-8-16,-5-8 8 15,6-21-18-15,9-7 8 16,15-17-6-16,4-7 1 15,12 4-12-15,0 7 0 16,0 13-33-16,28 24-9 0,3 20-69 16,-3 20-149-1</inkml:trace>
  <inkml:trace contextRef="#ctx0" brushRef="#br0" timeOffset="-212814.37">20257 14939 405 0,'0'0'188'0,"0"0"-107"0,0 0 22 0,0 0-56 16,0 0-23-16,0 0 31 0,0-137-24 16,0 73 5-16,0-8-22 15,0-8-4-15,0-9 14 16,0 9-14-16,0 8-6 15,-13 16 1-15,7 24-1 16,6 15-1-16,-18 17 1 0,2 0-4 16,-9 0-6-1,-3 0-24-15,-12 13 30 0,21 39 0 16,-15 12-14 0,6 12-3-16,-6 1-27 0,16 3-49 15,5-20-104-15,-8-12-197 16</inkml:trace>
  <inkml:trace contextRef="#ctx0" brushRef="#br0" timeOffset="-212331.34">20685 14787 654 0,'0'0'162'0,"0"0"-111"0,0 239 39 0,0-158-60 0,0-13-18 15,0-19-1-15,34 2-22 16,-13-10-9-16,20-2-29 16,-23-6-37-16,4-13-110 15</inkml:trace>
  <inkml:trace contextRef="#ctx0" brushRef="#br0" timeOffset="-210415.13">20638 13194 379 0,'0'0'32'0,"0"0"40"0,0 0-20 0,0 0-2 0,0 0-6 0,0 0 19 16,214-76-11-16,-214 52-20 15,0-1 15-15,0 2-20 16,0 2 27-16,0 1-52 15,0 4 7-15,0 1-6 0,0 15-3 16,-6 0-2-16,-28 0-20 16,-7 0-18-16,-11 40 34 15,18 0 6 1,-4 8 17-16,17-9 3 0,8 2-2 16,7-9-18-1,6-3-4-15,0-10-2 0,0-10-9 16,0-1-12-16,31-8 17 15,9 0-12-15,1 0 16 16,11-33 12-16,-2 1 0 16,-19-16-4-16,3 15 12 15,-12 2-4-15,-22 7-8 16,0 15 1-16,12 1-2 0,-12 8 16 16,0 0-1-16,0 0 4 15,0 0-11-15,0 0 0 16,0 0-9-16,0 0-3 15,0 0-5-15,0 25 6 16,0 7 2-16,0 16 15 16,0 4 11-16,6 1-25 15,-6 2 1-15,0-7 4 16,0-4 3-16,0-8-8 16,0-7-1-16,0-5 16 15,0-8-13-15,0 0-3 16,0-8-2-16,0-8-32 0,0 0-72 15,0 0-83 1,0 0-121-16</inkml:trace>
  <inkml:trace contextRef="#ctx0" brushRef="#br0" timeOffset="-210033.62">20678 13498 390 0,'0'0'208'0,"0"0"-171"0,0 0 51 0,0 0-35 0,0 0-1 16,0 0-8-16,196 13-2 16,-150-13-27-16,1 0-11 15,-7 0-4-15,-6 0 0 16,-15 0-24-16,21 0-52 0,-12-13-41 15,6-6-58 1,-15-6-234-16</inkml:trace>
  <inkml:trace contextRef="#ctx0" brushRef="#br0" timeOffset="-209498.25">21376 13166 326 0,'0'0'244'0,"0"0"-197"0,0 0 26 0,0 0-22 0,0 0-16 0,0 0 29 0,106 16-21 0,-79-16-19 0,-8 0-15 15,9 0 0-15,-3 0-9 16,9 0-5-16,-6 0-29 16,-10 0-18-16,4-8-61 0,-10-8-86 15,-12-9-267 1</inkml:trace>
  <inkml:trace contextRef="#ctx0" brushRef="#br0" timeOffset="-209313.41">21376 13166 423 0</inkml:trace>
  <inkml:trace contextRef="#ctx0" brushRef="#br0" timeOffset="-209259.03">21376 13166 423 0,'106'-197'106'0,"-60"202"-81"0,13 2 60 16,-3-7-8-16,-4 0-150 0,-33 0-106 15</inkml:trace>
  <inkml:trace contextRef="#ctx0" brushRef="#br0" timeOffset="-208646.85">22111 13054 285 0,'0'0'259'0,"0"0"-207"0,0 0 14 0,0 0 10 0,0 0-65 16,0 0 34 0,31 0-12-16,19 12 9 0,2-4-35 15,7-8-7 1,9 4-13-16,-9-4-43 15,-6 0-95-15,-13 0-18 0,-18 0-193 16</inkml:trace>
  <inkml:trace contextRef="#ctx0" brushRef="#br0" timeOffset="-207919.2">22719 12845 312 0,'0'0'178'0,"0"0"-85"0,0 0-24 0,0 0 5 0,0 0-32 16,0 0-41-16,34 0 46 15,19 0-28-15,27 0 12 16,-9-4-3 0,-2-4-21-16,-17 8-3 0,-5 0-1 15,-7 0-3-15,-12 12-31 16,-28 29 3-16,0 23 28 15,-22 11 28-15,-55 10-24 16,2-5 8-16,7-8 0 16,16-16-2-16,33-7-3 15,-3-21-7-15,22-16-5 16,0-12-45-16,75 0 1 0,11 0 29 16,14-25 19-1,8-11-13-15,-21 8 11 16,-16 4-24-16,-37 9-69 0,-12 2-43 15,-22 1-236-15</inkml:trace>
  <inkml:trace contextRef="#ctx0" brushRef="#br0" timeOffset="-205785.94">20220 15593 399 0,'0'0'71'0,"0"0"-36"0,0 0 25 0,0 0-27 15,0 0 2-15,0 0 30 16,0 0-14-16,0 0-7 16,0 0-7-16,0 0 7 15,0 0-17-15,0 0-3 16,0 24-13-16,0-1-10 15,24 5 19-15,29 5-10 16,-3-1 22-16,2 0-30 16,7-4 25-16,10-8-26 0,-4 0-1 15,9-8-4 1,7-4 2-16,5-8 2 0,7 0-8 16,-6 0 4-16,6 0-1 15,0 0 0-15,-6-40-22 16,-6 0-3-16,-19-13-10 15,-28 1-36-15,-34 21-135 16,0 6-406-16</inkml:trace>
  <inkml:trace contextRef="#ctx0" brushRef="#br0" timeOffset="-205267.12">21240 15676 479 0,'0'0'16'0,"0"0"39"16,0 0 6-16,0 0-40 0,0 0 4 0,341-39 15 0,-285 31-21 0,-25-4-10 15,3 7 41-15,-13 5-23 16,-14 0 3-16,-7 0-20 0,0 0 4 16,0 0 14-16,0 20 23 15,0 8-22-15,0-4-26 16,0 12-3-16,0 0-9 15,0-3-48-15,0-9-70 16,0 0-130-16</inkml:trace>
  <inkml:trace contextRef="#ctx0" brushRef="#br0" timeOffset="-204252.77">20037 16703 647 0,'0'0'90'0,"0"0"-35"0,0 0-26 0,0 0 2 0,0 0 13 16,0 0-20-16,0 0-21 15,375 0-3-15,-323 0-17 16,-17 0-21-16,11-23-20 16,-30-6-93-16,-4-3-63 15</inkml:trace>
  <inkml:trace contextRef="#ctx0" brushRef="#br0" timeOffset="-203622.15">20719 16406 488 0,'0'0'73'0,"0"0"-29"0,0 0-33 16,0 0 23-16,0 0 43 0,0 0-37 15,201-19-18-15,-173 19-10 16,-15 0 1-16,-7 0-13 15,0 11 0-15,-6 30 16 16,0 18 10-16,0 6-22 16,-19 8 2-16,-9-10-12 15,28-7 12-15,-6-8-13 16,6-7 15-16,0-17-12 16,0-16 4-16,0-8-14 15,34 0-60-15,7-21 67 0,-1-18-1 16,7 3 8-16,-16 3-31 15,9 13-84-15,-12 9 11 16,12 6 83-16,-12 5-20 16,3 0 32-16,-9 0 0 15,-22 0 9-15,0 0-197 16</inkml:trace>
  <inkml:trace contextRef="#ctx0" brushRef="#br0" timeOffset="-201785.44">21407 14594 304 0,'0'0'118'0,"0"0"-91"0,0 0 46 0,0 0-37 0,0 0 3 16,0 0-9-16,0 0 11 15,0 0-6-15,0 0 28 16,0 0-1-16,0 0 0 16,0 0-15-16,0 0-29 15,47 0 2-15,21 3 11 16,12 2-5-16,1-5-25 16,6 0 5-16,-16 0-6 15,-9 0-27-15,-15 0-27 16,-13 0-50-16,-16-25-17 0,-18 6-153 15</inkml:trace>
  <inkml:trace contextRef="#ctx0" brushRef="#br0" timeOffset="-201023.87">22164 14273 377 0,'0'0'80'0,"0"0"-21"0,0 0-28 0,0 0-28 0,0 0 2 15,0 0 2-15,6 0 3 16,22 0 23-16,-10 0 28 0,16 0 16 16,1 0-23-1,5 0-15-15,-9 0-36 0,9 28-3 16,-24 8 7-1,-16 16-1-15,0 17 1 0,0 11-7 16,-41 4-8-16,-14-4 8 16,17-8 2-16,10-8 1 15,7-12 19-15,21-11-21 16,0-13-2-16,0-12-5 16,21-12-24-16,26-4-1 15,6 0 28-15,9-25 3 16,-3-11 0-16,-7 5 9 0,4-2-9 15,-19 9-1-15,-9 9-90 16,-22 10-130-16</inkml:trace>
  <inkml:trace contextRef="#ctx0" brushRef="#br0" timeOffset="-200672.65">23019 14834 488 0,'0'0'196'0,"0"0"-123"0,0 0 16 0,0 0-17 0,53 253-57 0,-53-189-15 0,-6-7-44 0,-41-18-59 0,7-14-192 16</inkml:trace>
  <inkml:trace contextRef="#ctx0" brushRef="#br0" timeOffset="-199609.14">22229 15548 238 0,'0'0'70'0,"0"0"-64"0,0 0 31 0,0 0 1 0,0 0-18 0,0 0 59 16,-13 0 18-16,13 9 12 15,0-9-4-15,0 11-28 16,0-6-25-16,0 2-18 16,0 14-27-16,0-5 0 15,0 7 4-15,28 2-9 16,19-6 7-16,-1 6-9 16,7-1 7-16,0-1-1 15,9 5-10-15,3-3 13 16,3-5-15-16,13 1 7 0,-16-10-2 15,9 5-10-15,7-7-4 16,-13-9-2-16,-3 0-50 16,3 0-20-1,-15-33-25-15,-13-7-19 0,-5 0-347 16</inkml:trace>
  <inkml:trace contextRef="#ctx0" brushRef="#br0" timeOffset="-199076.12">22979 15684 459 0,'0'0'4'0,"0"0"40"0,0 0 1 0,0 0-8 0,0 0-12 0,0 0-15 15,307 0 5-15,-273 0 9 16,-28 0 52-16,1 9-13 15,-1-1 0-15,-6 0-23 16,15 8 21-16,-15 4-31 0,0 8-9 16,0 12-9-16,0-8-12 15,0 0 8-15,0-4-6 16,0-8-4-16,0-4-22 16,0-4-19-16,0-7-121 15,-15-5-295-15</inkml:trace>
  <inkml:trace contextRef="#ctx0" brushRef="#br0" timeOffset="-198425.32">22192 16611 523 0,'0'0'66'0,"0"0"-24"0,0 0 34 0,0 0-23 0,0 0-45 0,0 0 8 16,251-8 1-16,-211-8-13 15,-18 4-4-15,-4 0-33 16,-11 0-12-16,8 0-73 15,-15 7-63-15</inkml:trace>
  <inkml:trace contextRef="#ctx0" brushRef="#br0" timeOffset="-198147.39">22192 16611 276 0</inkml:trace>
  <inkml:trace contextRef="#ctx0" brushRef="#br0" timeOffset="-197860.52">22192 16611 276 0,'480'-249'212'0,"-480"249"-183"0,19 0 16 16,21 0 173-16,7 0-175 15,5-8-23-15,4 0 17 16,-9 8-8-16,-7 0-18 15,-21 0-2-15,15 0 0 16,-22 13 15-16,-12 10-2 0,0 13 14 16,0 13-18-16,-12 10-18 15,-35-2 10-15,1-4-20 16,18-14 5-16,15-11 3 16,13-8-11-16,0-7-4 15,0-10-10-15,34-3-12 16,25 0 1-16,0 0 22 15,-3 0 14-15,-9-16 4 16,-23 1-4-16,4 2-2 16,-9-2-1-16,9-2-30 0,12 1-1 15,-12 0-96-15,-9 8-176 16</inkml:trace>
  <inkml:trace contextRef="#ctx0" brushRef="#br0" timeOffset="-194790.86">23922 14096 436 0,'0'0'58'0,"0"0"-54"0,0 0 57 0,0 0-40 0,0-36-3 0,0 36 15 0,0 0-12 15,0 0 28-15,0 0 14 16,0 0-4-16,0 5-22 16,0 3 30-16,0 15-26 15,0 18-3-15,-13 19-16 0,-21 4-5 16,0 4-16-1,6-3 2-15,3-1-3 0,10-5-6 16,3-15 1 0,5-8-1-16,7-7 3 0,0-14-21 15,0-6 8-15,0-5-4 16,0-4-27-16,7 0-33 16,33 0 80-16,13 0 8 15,-13 0-7-15,13 0-1 16,-13 0-5-16,-12 0 4 0,-16 0-29 15,10 0 9 1,-10 0 17-16,-6 0 4 0,1 0 0 16,2-4-15-16,10 0-18 15,-19-1-24-15,21-3 18 16,-21-7-5 0,6-6-11-16,-6 1-41 0,0 1-30 15,0 7 105-15,0 7 21 16,0 5 4-16,0 0-3 15,0 0 62-15,0 0-52 16,0 0-11-16,0 5 0 16,0 10 54-16,0 18 23 15,0 6 11-15,0 10 46 0,0 3-49 16,0 8-31 0,-6 0-17-16,6-4 0 0,0-4-29 15,0-11-8 1,0-5-13-16,-15-20-68 0,9-1-134 15,-13-15-433 1</inkml:trace>
  <inkml:trace contextRef="#ctx0" brushRef="#br0" timeOffset="-193928.84">24716 14867 503 0,'0'0'91'0,"0"0"-46"0,0 0 20 0,0 0-25 15,0 0 4-15,0 0 14 16,0 31 6-16,0-14 25 16,0 7-30-16,0 12 25 15,0 4-22-15,0 8-26 16,0 0-25-16,0 8-11 16,0-7-2-16,0-5-47 15,0-8-8-15,0-13-63 16,-7-18-62-16,-27-5-378 15</inkml:trace>
  <inkml:trace contextRef="#ctx0" brushRef="#br0" timeOffset="-191998.52">25159 14734 246 0,'0'0'113'0,"0"0"-14"0,0 0-6 0,0 0-33 0,0 0 18 16,0 0 18-16,0 0-58 16,0 0-1-16,0 0 1 15,0 0 12-15,0 0-20 16,6 0-5-16,-6 0 12 16,0 0-15-16,0 0 8 15,25 0-21-15,15 0 4 16,22 0 5-16,-3 0 24 0,22 0-16 15,-7 0-23 1,-2 0-3-16,-10 0-6 0,-4 0-43 16,-17 0-50-16,-35-16-76 15,-6-8-257-15</inkml:trace>
  <inkml:trace contextRef="#ctx0" brushRef="#br0" timeOffset="-191115.31">26160 14959 281 0,'0'0'213'0,"0"0"-120"0,0 0-37 0,0 0 7 0,0 0-16 0,0 0 2 0,0-8-8 0,0 0-15 16,0-1 9-16,0-10-29 16,0-17 9-16,47-20-11 15,12-9-4-15,-3-3-6 16,-10-4-11-16,-21 0 15 0,3 7-2 15,-16-11 1-15,4 0 2 16,-10 8-16 0,-6 8 12-16,0 12-15 0,0 19-20 15,0 22 31-15,0 7 4 16,-22 0 5-16,-9 12 25 16,10 27-10-16,-4 5 13 0,-9 9-21 15,6-13-3 1,15 5-4-16,-2-6-7 0,15 2 4 15,0-5 6 1,0-5-5-16,0 2 4 0,22-10-4 16,12 1-10-16,0 1 3 15,-3-1-7 1,-16 4 4-16,4 4 6 0,-13 0 6 16,-6 1 1-16,0-10 15 15,0 10 19-15,0-10-31 16,0 6 0-16,0 7 2 15,0 0-12-15,-34 0-2 16,-19-5 4-16,7-6-34 16,-7-9-22-16,0-8-50 15,19-4-22-15,13-4-167 16</inkml:trace>
  <inkml:trace contextRef="#ctx0" brushRef="#br0" timeOffset="-190697.1">26982 14967 760 0,'0'0'88'0,"0"0"-26"0,0 0 21 0,0 0-32 0,0 216-25 15,0-152-26-15,0 0-3 16,0-12-15-16,0-3-24 16,-25-17-8-16,4-8-50 15,-7-16-91-15,3 0-198 16</inkml:trace>
  <inkml:trace contextRef="#ctx0" brushRef="#br0" timeOffset="-189750.43">27751 14926 519 0,'0'0'68'0,"0"0"-6"0,0 0-6 0,0 0-45 15,0 0-8 1,0 0 23-16,0 33-10 16,0-25 18-16,0 0 10 15,-6-4 32-15,0 0-23 0,6-4-19 16,0 0-16-16,0 0-11 15,0 0 1-15,-7-29-4 16,-2-22-8-16,9-14 8 16,-6-11-8-16,6-12 1 15,0 0 3-15,0-1 0 16,0 22-44-16,0 14 20 16,0 17-22-16,0 15 8 15,0 18-12-15,0 3-6 16,0 0-13-16,0 0 26 0,0 0 12 15,0 12 5 1,0 9-40-16,0-2-15 0,0 17-4 16,-12 4 70-1,-16 4-30-15</inkml:trace>
  <inkml:trace contextRef="#ctx0" brushRef="#br0" timeOffset="-189148.96">28381 14261 176 0,'0'0'351'0,"0"0"-339"0,0 0 0 0,0 0 16 0,0 0 9 0,0 0 65 0,-208 172-12 16,180-111 2-1,9-9-24-15,4 12-21 0,2-12-31 16,13-4-8-16,0 4-7 16,0-12 0-16,0-4-1 15,0-7-15-15,28-6 6 16,13-10-7-16,-10-1 13 15,-4-12-20-15,1 0 14 16,-9 0 9-16,-3-20-5 16,-4-13 5-16,-12-3-14 15,0 4-18-15,0 8-16 16,0 12 43-16,-12 12 5 0,-29 0 6 16,1 0-6-1,-7 44 0-15,-15 13 18 0,3 2 1 16,13 2 20-1,12-17-16-15,28-20-23 0,6-16-82 16,0-8-104 0,24 0-178-16</inkml:trace>
  <inkml:trace contextRef="#ctx0" brushRef="#br0" timeOffset="-188848.88">28734 14951 61 0,'0'0'420'0,"0"0"-302"0,0 0 57 0,0 0-83 0,0 0-11 0,0 0-22 16,93 265-59-16,-93-209-14 15,-25-12 11-15,4-13 3 0,-7-15-96 16,21-16-23 0,1 0-184-16</inkml:trace>
  <inkml:trace contextRef="#ctx0" brushRef="#br0" timeOffset="-188134.98">29382 14654 443 0,'0'0'98'0,"0"0"-46"0,0 0 14 0,0 0-26 0,0 0 50 15,0 0-33-15,-12 0 10 16,12 0 6-16,0 0-9 16,0 0 2-1,18 0-33-15,29 0 3 0,-7 0-27 16,28 0-5-16,-9 0-4 15,-6 0-26-15,3 0-38 16,-4 0 8-16,1-21-55 16,0-7-55-16,-13 9-151 15</inkml:trace>
  <inkml:trace contextRef="#ctx0" brushRef="#br0" timeOffset="-187352.85">30151 14289 430 0,'0'0'387'0,"0"0"-298"0,0 0-21 0,0 0-48 0,0 0-20 0,0 0 0 0,74 8 0 15,-33-8 1-15,-16 0 7 16,-4 0 17-16,-15 0 33 16,1 4-3-16,-7 12 24 15,6 12-40-15,0 4-4 16,0 8-35-16,-6 1-18 0,10-10 13 15,-10-3-49-15,0-12 0 16,0-3 5-16,0-13 6 16,6 0-4-16,6 0 24 15,1 0-17-15,8 0 26 16,7 0 14-16,-15 0 8 16,5 15-8-16,-2 1-11 15,-16 12 11-15,12 0 9 16,-12 9 6-16,0 11-13 15,0 0-1-15,-28 1 4 16,-12 6-10-16,15-10 3 16,-3-17-21-16,22 4 21 15,0-9-18-15,0-2 6 16,6-9-45-16,-16-4-142 0</inkml:trace>
  <inkml:trace contextRef="#ctx0" brushRef="#br0" timeOffset="-186686.96">30746 14277 439 0,'0'0'344'0,"0"0"-261"0,0 0-33 0,0 0-50 0,0 0 1 0,0 0 1 16,106-12 46-16,-60 20-7 16,-18 20 2-16,0 0-11 15,-22 12-8-15,-6 5-15 16,0-1 0-16,0 3-3 16,0 6-1-16,-40-6 3 0,6-2-8 15,0-9-1 1,15-4-1-16,13-4-10 0,6-8-4 15,0 1-14 1,19-14 19-16,33 1-55 0,10-8 54 16,25 0 12-1,-6 0 34-15,-1-28-31 0,-2 5-1 16,-10 6-2-16,-15 5-5 16,-13 0-37-16,-12 9-66 15,-9 3-111-15,2 0-201 16</inkml:trace>
  <inkml:trace contextRef="#ctx0" brushRef="#br0" timeOffset="-186403.37">31661 14746 730 0,'0'0'132'0,"0"0"-35"0,0 0 8 0,0 0-55 0,0 229-22 0,0-161-9 0,-12 0-15 15,-22 4-8-15,-1-8-11 16,11-11 14-16,8-17-24 0,10-12-31 15,6-12-2 1,0-12-85-16,0 0-159 0</inkml:trace>
  <inkml:trace contextRef="#ctx0" brushRef="#br0" timeOffset="-186035.16">32129 14702 967 0,'0'0'113'16,"0"0"-47"-16,0 0-5 0,0 0-61 15,0 0-11 1,0 0-43-16,0 0-50 0,0 0-53 15,0 0-149 1</inkml:trace>
  <inkml:trace contextRef="#ctx0" brushRef="#br0" timeOffset="-185753.07">32129 14702 550 0,'354'16'440'0,"-354"-16"-399"16,0 0 7-16,0 0-44 15,6 4-4 1,9 0-33-16,-8 4-15 0,-7-8-37 16,6 0-14-16,-6 0-56 15,0 0-114-15</inkml:trace>
  <inkml:trace contextRef="#ctx0" brushRef="#br0" timeOffset="-185520.06">32759 14734 780 0,'0'0'88'0,"0"0"-47"15,0 0-1-15,0 0-36 16,0 0 2-16,0 0-12 15,46 12-31-15,-46-12-31 0,0 0-81 16,0 0-75 0</inkml:trace>
  <inkml:trace contextRef="#ctx0" brushRef="#br0" timeOffset="-184934.67">33125 14774 429 0,'0'0'175'0,"0"0"-82"0,0 0 37 0,0 0-37 0,0 0-8 0,0 0-48 0,0 24-9 15,0-24 5-15,0 0 4 16,0 0 9-16,0 0-31 16,0 0-15-16,0 0-41 15,0 0-39-15,0 0-103 0,0 0-278 16</inkml:trace>
  <inkml:trace contextRef="#ctx0" brushRef="#br0" timeOffset="-184385">33112 14016 502 0,'0'0'47'0,"0"0"-12"0,0 0 38 0,0 0-41 0,0 0 6 0,0 0 15 0,192 121-19 0,-157-65 3 0,-14 4 36 16,-15 12-5-1,-6 4-65-15,0 4 94 16,0 8-70-16,0 9-15 0,-6-12-7 15,-22 10-10-15,0-10-11 16,4-9-41-16,-4-13-40 16,-6-22-136-16</inkml:trace>
  <inkml:trace contextRef="#ctx0" brushRef="#br0" timeOffset="-110499.45">11522 12355 219 0,'0'0'91'0,"0"0"-23"0,0 0-37 0,0 0-16 0,0 0 16 0,0 0-11 0,0 0-6 15,0 0 21-15,0-8-12 16,0 5 12-16,0 3-10 15,0 0 22-15,0 0-3 16,0 0-12-16,0 0-26 16,0 0 3-16,0 0-1 15,0 0-8-15,0 0 24 0,0 0-7 16,0 0 17-16,0 0-10 16,0 0 8-16,0 0-12 15,0 0-6-15,0 0-8 16,0 0-4-16,0 0-2 15,0 0 2-15,0 0 4 16,0 0-4-16,0 0 12 16,0 0-5-16,0 0 7 15,0-8-16 1,6 8 1-16,-6 0-1 0,7-4 1 16,-1-4 4-16,15-5-3 15,-2 2 3-15,15-9-2 16,6-5-2-16,7 1 0 15,-7 1-1-15,1-2 0 16,-1 14-5-16,0-6 5 16,1-2-2-16,-1 2 2 0,13 9-11 15,-13 8 6 1,0 0-29-16,0 0-7 0,-5 20 31 16,5 4 10-16,-15-4 2 15,-4-4 4-15,-8 1-12 16,-7 3 6-16,0-1 0 15,-6 6 9-15,0-6 4 16,0-2-3-16,0-6-10 16,0-6-10-16,0-1-26 15,0-4-72-15,0 0-196 16</inkml:trace>
  <inkml:trace contextRef="#ctx0" brushRef="#br0" timeOffset="-109935.4">12024 12355 148 0,'0'0'124'15,"0"0"3"-15,0 0-57 0,0 0-20 0,0 0-25 0,0 0 16 0,93 0-9 0,-68-8-2 0,3-3 8 0,0 3 14 0,-9-1-14 16,2 1-13-16,-14 5-7 15,-1 3-13-15,-6 0 12 16,6 0-13-16,-6 0-3 16,6 0 6-16,0 0-7 15,-6 0 2-15,0 0 1 16,0 0-3-16,0 0 0 16,0 0-8-16,0 0-31 15,0 0-27-15,0 0-81 16,0 0-78-16</inkml:trace>
  <inkml:trace contextRef="#ctx0" brushRef="#br0" timeOffset="-109769.37">12024 12355 351 0</inkml:trace>
  <inkml:trace contextRef="#ctx0" brushRef="#br0" timeOffset="-109500.15">12024 12355 351 0,'53'13'77'0,"-47"15"-41"0,22-8 57 15,-9-4-33-15,-7 0-59 0,-12-16 19 16,0 4 35-1,0-4-27-15,0 0-11 0,0 0-12 16,0 0 11-16,10 0-8 16,-10 0 1-16,6 0 8 15,0 0-17-15,6-16 4 16,4 1-4-16,-4-6 12 16,1-3-11-16,8 8 3 15,-8-8-3-15,5 7-2 16,4 2-12-16,-16 7 0 15,13 8 2-15,-19 0 3 0,0 0-23 16,0 0-25 0,0 15-4-16,-19 6-198 15</inkml:trace>
  <inkml:trace contextRef="#ctx0" brushRef="#br0" timeOffset="-108685.14">12384 12480 282 0,'0'0'128'0,"0"0"-81"0,0 0-3 0,0-4-10 15,6-8 18-15,16 5-23 16,-3-10 3-16,15 5 3 16,-16-4 7-16,29-5-1 15,-13 2 3-15,6-1-28 16,13-4-12-16,-3-4 0 16,-4 8-1-16,-15 0 2 15,3 7-2-15,-12 13-6 16,-16 0 4-16,13 0-1 15,2 0 7-15,-2 8 5 0,15 9 7 16,0-6-17 0,-9-3 3-16,3 1-5 0,-16-5 0 15,10 0 0-15,-10-1 5 16,-5 10-5-16,-7-1-23 16,0 4 21-16,6 0 0 15,-6-8-11-15,0-1-82 16,0-7-111-16,0 0-140 15</inkml:trace>
  <inkml:trace contextRef="#ctx0" brushRef="#br0" timeOffset="-107934.95">12973 12372 163 0,'0'0'248'0,"0"0"-189"0,0 0 8 0,0 0-38 0,0 0-3 16,0 0 9-16,121-28-10 15,-84 12 14-15,-9-1-5 16,-22 14 15-16,16-1-32 0,-22 4 0 16,0 0-9-1,0 0 10-15,0 0-15 0,0 0-3 16,0 0-5-16,0 0-12 15,0 0 12-15,0 0 2 16,0 0-4 0,0 0 14-16,0 7-6 0,0 14 13 15,0-9-5-15,0-1 0 16,0-2-8-16,0-1-2 16,0-4 4-16,0-4-6 15,0 0 4-15,0 0-9 16,0 0 1-16,0 0 7 15,0 0 4-15,0 0 3 0,0 0 6 16,0 0-9 0,0 0 12-16,0 0-10 0,0-4 6 15,0-8-11-15,0-1-2 16,0-2-11-16,0-6-20 16,0 10 4-16,0-1-28 15,0 4-16-15,0 0-111 16</inkml:trace>
  <inkml:trace contextRef="#ctx0" brushRef="#br0" timeOffset="-104402.79">3194 15211 226 0</inkml:trace>
  <inkml:trace contextRef="#ctx0" brushRef="#br0" timeOffset="-83205.06">11562 12003 10 0,'0'0'228'0,"0"0"-186"0,0 0 75 0,0 0-25 0,0 0-39 0,0 0-9 16,0 0-3-1,-12 8-25-15,12-8 13 0,0 0 4 16,0 0 1-16,0 0-5 15,0 0-8-15,0 0 17 16,0 0-12-16,0 0 5 16,0 0-18-16,0 0 16 15,0 0-14-15,0 0-7 16,0 0-1-16,0 0-2 16,0 0 0-16,0 0-2 15,0 0-3-15,0 0 1 16,0 0-1-16,0-16 6 0,19-4 5 15,-7-1-11-15,4 14-1 16,-4-9-8-16,0 8-13 16,4 0-23-1,-10 3-24-15,-6 2 21 0,0 3-27 16,0 0 11 0,0 0-4-16,0 0-26 0,0 0-158 15</inkml:trace>
  <inkml:trace contextRef="#ctx0" brushRef="#br0" timeOffset="-82789.23">11562 11887 391 0,'0'0'38'0,"0"0"0"15,0 0-24-15,0 0-5 0,0 0 9 0,0 0 12 0,0 23 1 0,0-18 29 16,0 6 47-16,0 2-28 16,0-5-28-16,0-1-28 0,0 10 0 15,7-9-23-15,-1 8 0 16,0-8-6-16,-6-4 4 16,16 0-14-16,-10 0-12 15,-6 0-14-15,6 5-91 16,-6-2-44-16,0 1-66 15</inkml:trace>
  <inkml:trace contextRef="#ctx0" brushRef="#br0" timeOffset="-81873.55">11891 11735 202 0,'0'0'105'0,"0"0"-45"0,0 0-40 0,0 0 0 0,0 0 37 16,0 0-13-16,0-13-3 15,19 13-8-15,-13-4 5 16,22 4-4-16,-16-4 12 16,1 4-25-16,2 0-12 15,4 0 2-15,-13 0-11 16,9 0-10-16,-8 0-22 15,-7 21 11-15,0 6 11 16,0 13 9-16,0-4-6 16,-34 0 7-16,6-12 22 0,3 1 24 15,19-5 6 1,6-1-37-16,0 6 3 16,0-5-17-16,0 1-1 0,0-14-4 15,6 1 4 1,6-8 1-16,16 0 27 0,-9 0 5 15,2 0-11 1,4 0 2-16,9 0-24 0,7-24-10 16,5 0-54-16,-6 0-82 15,1 4-199-15</inkml:trace>
  <inkml:trace contextRef="#ctx0" brushRef="#br0" timeOffset="-78845.11">12570 12119 22 0,'0'0'220'0,"0"0"-99"0,0 0-61 0,0 0-28 0,0 0-22 0,0 0-7 0,0 0 11 15,9 0 1-15,-9 0 27 16,0 0 28-16,0 0-19 15,0 0 4-15,0 0-18 16,0 0-6-16,0 0 2 16,0 0-16-16,0 0-2 15,13 0-6-15,-7 0-7 16,0 0 5-16,-6 0 23 0,16-4-16 16,-16 0 23-1,6-4-20-15,0-4 8 0,-6 0-10 16,25-8-8-16,3 4-7 15,0 1-6-15,-10-2-6 16,17 1-21-16,-17 8-2 16,-2 0-12-16,-4 4 40 15,-6 4-12-15,-6 0-18 16,0 0-14-16,0 0-45 16,0 0 26-16,0 0-108 15</inkml:trace>
  <inkml:trace contextRef="#ctx0" brushRef="#br0" timeOffset="-78619.8">12570 12119 262 0</inkml:trace>
  <inkml:trace contextRef="#ctx0" brushRef="#br0" timeOffset="-78543.5">12570 12119 262 0,'-93'-129'77'0,"99"154"51"0,50 3-23 0,-16 8 138 0,13-4-205 0,-28-12-32 16,9 0 19-16,-12-4-25 0,-4-3 0 15,-5-10-9-15,-4-3-27 16,-3 0-31-1,-6 0-107-15,0 0-114 0</inkml:trace>
  <inkml:trace contextRef="#ctx0" brushRef="#br0" timeOffset="-77728.91">12939 11867 196 0,'0'0'181'0,"0"0"-160"0,0 0 69 16,0 0-33-16,0 0 7 15,133 0-18-15,-120 0-2 16,-13 0-37-16,9 7 0 15,-9 1 2-15,13 0 11 16,-13 12-16-16,0 1 2 16,0 15 19-16,0 8-10 15,0 4 0-15,-41 4-8 0,1-8 0 16,0-4-2 0,12-7 20-16,22-14-23 0,6 6 4 15,0-17-6-15,0 0-16 16,15-8-1-16,32 0 5 15,-1 0 12-15,1 0 10 16,-7 0 3-16,0 0-10 16,-21 0 1-16,3 0-4 15,-4-8-28-15,-5 0-81 16,-4 0-74-16</inkml:trace>
  <inkml:trace contextRef="#ctx0" brushRef="#br0" timeOffset="-14297.76">14899 2257 433 0,'0'0'207'0,"0"0"-195"0,0 0 27 16,0 0 1-16,0 0-30 15,0 0 0-15,0 0-3 16,0-12 12-16,0 12 7 0,0 0 32 15,0 0-15-15,0 0-41 16,0 0-2-16,0 17-3 16,0 19-2-16,0 16 10 15,0 15 1-15,25 10-6 16,-4 7-1-16,-8 1-10 16,21-5-1-16,-22-13 7 0,10-10 1 15,-16-17-1 1,0-20-5-16,-6-20 7 0,0 0 6 15,0-15 8 1,-6-46-9-16,-34-19-2 0,6-25 6 16,6-6-6-1,22-22 0-15,6-8 6 0,0-8-15 16,0 2 15 0,0 6-20-16,0 9 13 0,0 23-5 15,15 26 2-15,4 14 2 16,21 25-2-16,13 0-11 15,9 4 0-15,3 16-26 16,3 24 27-16,-15 0-7 16,-19 68-19-16,-16 21 37 15,-18 19 3-15,0 8 3 16,-24 4 7-16,-79-4 20 0,-24-16-12 16,-12-20 17-16,5-19-13 15,20-25-18-15,27-20 2 16,34-8-12-16,34-8-68 15,19 0-65-15</inkml:trace>
  <inkml:trace contextRef="#ctx0" brushRef="#br0" timeOffset="-13683.33">15339 2599 56 0,'0'0'85'0,"0"0"-49"0,0 0 30 0,0 0 30 0,0 0 2 15,0 0-17-15,34 31-2 16,-28-31 39-16,-6 0-22 16,7 0-29-16,-1 0-21 15,0-28-4-15,16-44 10 16,12-32-8-16,-3-33-17 16,15-11 0-16,-5 3-14 15,-1 5-13-15,-6 0-3 16,-6 24-5-16,-9 28-6 0,-19 32 3 15,6 43 4 1,-6 13 3-16,0 13-45 0,21 70-24 16,-2 22 58-16,9 23-8 15,6 0-11 1,-3-7 25-16,-9-13 2 0,3-3 3 16,-10-5-39-16,-9 0 0 15,0-8-51-15,-6-19-45 16,0-26-68-16</inkml:trace>
  <inkml:trace contextRef="#ctx0" brushRef="#br0" timeOffset="-13433.08">15305 2522 781 0,'0'0'10'0,"0"0"32"0,0 0 52 0,0 0-38 0,0 0-28 16,0 0-28-16,322-12-1 0,-291 0-63 15,-9-4-48-15,-9 8-72 16,-13 4-276-16</inkml:trace>
  <inkml:trace contextRef="#ctx0" brushRef="#br0" timeOffset="-12500.19">16617 2326 662 0,'0'0'131'0,"0"0"16"0,0 0-7 0,0 0-53 0,0 0-31 0,0 0-20 0,0 0-36 0,0 0-4 16,0 0-78-16,0 0-22 0,-22-9-200 15</inkml:trace>
  <inkml:trace contextRef="#ctx0" brushRef="#br0" timeOffset="-12333.94">16530 2101 852 0,'0'0'234'0,"0"0"-234"0,0 0-26 16,0 0-53-16,0 0-159 15,0 0-10-15</inkml:trace>
  <inkml:trace contextRef="#ctx0" brushRef="#br0" timeOffset="13094.04">17711 2005 75 0,'0'0'191'0,"0"0"-89"0,0 0-74 0,0 0-15 0,0 0 8 0,0 0-6 16,0 0 35-16,-12-112 3 15,-1 96-3-15,13 3 7 16,-9-2-4-16,3-1-12 16,0-1-17-16,6 9 9 15,-7-8-17-15,-5 8 6 16,-4 0-14-16,10-4-1 0,-6 8-7 16,12 4 3-16,-6 0-3 15,-1-4 3-15,7 4 38 16,-9-4-35-16,9-4 14 15,0 3-15-15,0-1 1 16,-6-3-6-16,0 1 0 16,6 0 0-16,-13 3 7 15,13-3-7-15,0 5 3 16,0-1 12-16,0 0 0 16,-6 4 18-16,6 0-22 15,0 0 1-15,0 0-12 16,0 0-6-16,0 0 2 0,0 19-1 15,0 17 3 1,0 25 4-16,0 11 3 0,0 5-2 16,0 6 0-16,0-6-2 15,0-1 5-15,0-16-12 16,25-12 9 0,-3-15-9-16,-4-17 12 0,-12 0-5 15,-6-8 3-15,0 7-8 16,0-7 1-16,16-3-7 15,-10 3-13-15,7-8-58 16,-13 0-61-16,0-8-209 16</inkml:trace>
  <inkml:trace contextRef="#ctx0" brushRef="#br0" timeOffset="13728.13">17550 1980 123 0,'0'0'153'0,"0"0"-38"0,0 0-19 0,0 0-27 0,0 0-7 0,0 0-4 0,0 5 18 0,0-5-38 15,9-13 3-15,10-18 8 0,9-10 5 16,-4-7-16-16,17-4-19 16,-1 12 5-16,0-8-16 15,7-12 1-15,6 8-4 16,-4 11-10-16,-2 10-5 16,-1 23 4-16,1 8-19 15,12 0 9-15,-13 16 10 16,-12 12-40-16,0 24-26 15,-34 4-30-15,0 8-89 0,0-8-150 16</inkml:trace>
  <inkml:trace contextRef="#ctx0" brushRef="#br0" timeOffset="14510.75">18567 2326 424 0,'0'0'161'0,"0"0"-94"0,0 0 17 0,0 0-47 0,0 0-13 0,0 0 22 0,0 0 4 0,108-37-24 16,-83 34-18-16,-3-2 9 0,-10 5-15 15,7-3-4 1,9 3-7-16,-6 0-13 0,9-5-22 16,-10 5-2-16,4-3-40 15,3-2-37-15,-22-3-63 16</inkml:trace>
  <inkml:trace contextRef="#ctx0" brushRef="#br0" timeOffset="14691.69">18567 2326 32 0</inkml:trace>
  <inkml:trace contextRef="#ctx0" brushRef="#br0" timeOffset="14793.24">18567 2326 32 0,'-53'-281'518'0,"93"277"-476"0,13 4 89 0,6 0 18 15,3 0-123-15,-22 0-19 16,1 0-7-16,-1 0-27 16,0 4-27-16,-9 0-89 15,3-4-105-15</inkml:trace>
  <inkml:trace contextRef="#ctx0" brushRef="#br0" timeOffset="16274.12">19770 1988 364 0,'0'0'13'0,"0"0"23"0,0 0 47 0,0 0-23 0,-40 33-34 0,40-30 3 0,-7 2-13 15,7 7 21-15,-12 12 17 16,6 0-17-16,6 0-9 15,0 0-27-15,0-4 7 16,0-4-5-16,0 4 7 16,0-4 4-16,18 1-1 15,-5-6-6-15,21-3-1 16,-6 0 8-16,-10-8-10 16,17 0-2-16,-17 0 5 0,16 0 7 15,0-19-2 1,7-34 27-16,27-15-20 0,-9-8 7 15,-6-4-26 1,-26 16-2-16,-2 7-6 16,-25 5 3-16,0 7-11 0,0 9 13 15,-25-8-1-15,-27 1-1 16,-23 3-7-16,13 3 1 16,10 21-16-16,5 13 23 15,-6 3-28-15,7 0 30 16,-16 36 4-16,9 16 4 0,0-1-5 15,32 10 5-15,-4-5-3 16,9-8-2 0,16 0 3-16,0 1 3 0,0-13-7 15,0 3-3-15,16-6-6 16,9-10 9-16,21-2-6 16,-5-9-6-16,-7-12-4 15,6 0 12-15,6 0 4 16,7-16 1-16,3-16 3 15,-3-4-3-15,-7 0 8 16,-12 12-9-16,-9 7 5 16,-9 17-6-16,-10-3 1 15,-6 3-1-15,0 0-4 16,0 0 5-16,0 0-1 0,0 0 1 16,6 11 0-16,6 22 9 15,4 7 16 1,9 7-23-16,-4 2 10 15,4-1-10-15,3-4 1 0,0-8-3 16,-9-16-5-16,9-7 4 16,-4-10-27-16,10-3 10 15,7 0-4-15,5-23 9 16,7-13-16-16,-3 3-59 0,-19 5-133 16</inkml:trace>
  <inkml:trace contextRef="#ctx0" brushRef="#br0" timeOffset="17157.69">20874 1996 297 0,'0'0'101'0,"0"0"-82"0,0 0-19 0,0 0-2 0,0 0 2 15,0 0 9-15,0 0 46 16,0 0 2-16,0 0-4 16,0 13 10-16,0 10-2 15,0 5-14-15,0 13-12 16,-6 3 1-16,-10 4-8 0,10-4-26 16,6-3 18-1,0-10-18-15,-6 2 11 0,6-17-10 16,0-1 11-16,0-15-2 15,0 0-9-15,0 0-3 16,0 0-9-16,0 0-1 16,0-31 10-16,0-10-3 15,0-11 7-15,34 1 0 16,0 6-4-16,12 9 0 16,-21 8-18-16,16 8-18 15,-14 8 25-15,-14 7 4 0,-1 5 4 16,4 0-3-1,-10 0 3-15,6 0 4 0,-5 0-2 16,-7 8-10-16,0 25 11 16,0 11 9-16,0 8-9 15,0 8-9-15,0 0-41 16,0-3-25-16,0-6-65 16,0-23-59-16</inkml:trace>
  <inkml:trace contextRef="#ctx0" brushRef="#br0" timeOffset="18211.33">21575 1916 38 0,'0'0'135'0,"0"0"-47"0,0 0 6 16,0 0 12-16,0 0-6 15,0 0-43-15,-19 0-18 16,19 0-19-16,0 0 10 15,0 0-18-15,0-3 28 16,0 3-7-16,0 0 8 16,0 0-3-16,0 0 0 15,0 0-19-15,0 0-11 16,0 0 15-16,0 0-20 0,0 0 15 16,-16 0-18-1,16 0 26-15,0 0-13 0,0 0-1 16,0 0 10-1,0 0-9-15,0 0-8 0,0 0 4 16,0 0-18-16,0 0 9 16,16 0-17-16,55 0 1 15,32 0 16-15,8-5 4 16,16 2 11 0,-12 3-15-16,-28 0-11 0,-7 0 3 15,-27 0-12-15,0 0 16 16,-19 8-27-16,0-8-16 15,-28 0-38-15,-6 0-72 16,0-8-229-16</inkml:trace>
  <inkml:trace contextRef="#ctx0" brushRef="#br0" timeOffset="19388.45">22973 1888 303 0,'0'0'49'0,"0"0"15"0,0 0-9 0,0 0-27 0,0 0 17 16,0 0 0-16,-16 41 14 15,16-34-17-15,0 6 25 16,0-5-40-16,0 0-1 0,0-1-23 15,0 9 9-15,0-3-12 16,28-5-7-16,13-1 2 16,5-2 5-16,1-5 6 15,-1 0-4-15,7 0 33 16,15-33 2-16,0-19-2 16,10-15-9-16,-4-10-16 15,-12-3-10-15,-15-4-13 16,-22 4 12-16,-19 11-35 15,-6 10 25-15,0 18-17 16,-72 13 24-16,-30 8-22 16,-9 20 2-16,-4 0-12 15,-12 20 36-15,0 32 12 16,40 1-9-16,22 3 0 16,31 11 5-16,34-2-16 0,0 11 8 15,0-12-3-15,0-12-5 16,0-3 8-16,34-10 6 15,-16-6-4-15,10-10-4 16,-9-7 2-16,21-11-17 16,7-5-12-16,33 0 29 15,13-29 1-15,22-7 0 16,-10-7 5-16,-18 6-6 16,-25 9 0-16,-28 16 4 15,-15 12-4-15,-19 0 1 0,0 0 1 16,0 0 11-1,0 44-11-15,6 9 30 0,0 6-16 16,16 1-6-16,-3-11-9 16,8-1-1-16,1-20-27 15,10-12-36-15,2-16-129 16,-6 0-155-16</inkml:trace>
  <inkml:trace contextRef="#ctx0" brushRef="#br0" timeOffset="20021.65">24027 1929 262 0,'0'0'31'0,"0"0"7"0,0 0 30 0,0 0-8 0,0 0-11 0,0 0 15 0,0 43-7 16,0-10 8-16,0-6 14 15,0 14-31-15,-12-1-17 16,6 4-21-16,-7-8 14 16,-9-3 2-16,16-14-4 15,6-11 0-15,-6-8-11 16,6 0 6-16,0 0-9 15,0 0-8-15,0-32-10 16,0-24 10-16,25-8-2 16,15-8-12-16,16 0-11 15,3 23 12-15,-13 10-6 16,-11 19 9-16,-1 15 1 16,-10 5 12-16,4 0-3 0,6 0 2 15,-9 33 4-15,-9 19 17 16,-4 7-7-16,-12-2-2 15,0-6-14-15,0 2-24 16,0-9 2-16,0-3 14 16,0-2-27-16,0-14-11 15,0-25-145-15,13 0-433 16</inkml:trace>
  <inkml:trace contextRef="#ctx0" brushRef="#br0" timeOffset="20455.33">24716 2009 271 0,'0'0'343'0,"0"0"-227"0,0 0 3 0,0 0-38 0,0 0-45 0,0 0-15 15,161 4 24-15,-81-1-11 16,7-3-21-16,-6 0-13 16,-7 5-8-16,-2-5 1 15,2 0-42-15,-21 0-22 16,15 0-72-16,-34-5-134 0</inkml:trace>
  <inkml:trace contextRef="#ctx0" brushRef="#br0" timeOffset="20955.01">25760 2162 18 0,'0'0'472'0,"0"0"-400"16,0 0-7-16,0 0 4 16,0 0-27-16,0 0-16 15,41-9 11-15,-35-23-23 16,6-12 2-16,1-9 42 0,-4-6-10 15,-3 2-14 1,-6-2-27-16,0 2 16 0,0 4-20 16,0 17-3-16,0 21 11 15,0 11-18-15,0 4 7 16,0 0-6-16,-6 16-15 16,-22 23 6-16,-12-2 10 15,12 3-12-15,-3 13 1 16,15-17-23-16,-2 0-65 15,-22-5-129-15</inkml:trace>
  <inkml:trace contextRef="#ctx0" brushRef="#br0" timeOffset="51545.72">2090 15275 253 0,'0'0'64'0,"0"0"-16"0,0 0 28 0,0 0-18 0,0 0-28 0,0 0-7 0,0 0 5 0,0 0-8 16,316-44 64-16,-291 21-15 16,-3-10-33-16,-4-6-14 0,16-14-20 15,-6-11 19 1,-3-12-10-16,-19 12-7 0,-6 11-4 16,0 1-3-16,0 8-15 15,0 12 18-15,-59 8-6 16,-15 8 2-16,-59 4-8 15,-1 7 0-15,7 5-15 16,0 9 25-16,53 51-9 16,8 20 10-16,20 9 0 15,24 7 1-15,16-16 1 16,6-16-1-16,28-8 1 16,43-31-2-16,25-6 2 15,10-19-4-15,49 0-18 0,-9-11 14 16,15-38 13-16,-22-15-6 15,-58 8 4 1,-7-4-4-16,-43 4-17 16,-15 7-20-16,-10 9-16 15,-6 21 53-15,0 11 9 0,0 8 4 16,0 0 40-16,0 0-23 16,0 19 19-16,0 17-35 15,0 17 9-15,0 11-6 16,0 8 17-16,0 13-6 15,0 3-5-15,0 12 33 16,0-4-38-16,0 0 4 0,6 5-4 16,7-9-10-1,-4 12-8-15,3 0-9 0,-12 12 1 16,0 5-50-16,0 7-20 16,-12-15-71-16,-16-38-155 15</inkml:trace>
  <inkml:trace contextRef="#ctx0" brushRef="#br0" timeOffset="52062.31">2025 15877 559 0,'0'0'184'0,"0"0"-138"0,0 0 19 0,0 0-9 0,0 0 5 0,406-4 6 15,-257-8-41-15,-31 1-12 16,-4-2-7-16,-14-4-1 16,-4 2-6-16,-31 3-10 15,-3-8-21-15,-16-5-53 16,-21 6-64-16,-25-9-323 0</inkml:trace>
  <inkml:trace contextRef="#ctx0" brushRef="#br0" timeOffset="52697.27">3253 15095 570 0,'0'0'69'0,"0"0"-9"0,0 0 23 0,0 0-65 15,0 0 73-15,0 0-25 16,288 0-30-16,-207-4-28 16,-1-4-4-16,-15 4 3 0,-3-8-2 15,-3 0-10 1,-18 8-6-16,-1-8-19 0,-22 4-28 16,-8 0-5-1,-10 0-53-15,0 0-81 0,-47 4-131 16</inkml:trace>
  <inkml:trace contextRef="#ctx0" brushRef="#br0" timeOffset="52943.28">3436 14887 525 0,'0'0'100'0,"0"0"3"16,0 0 15-16,0 0-46 15,0 0-10-15,0 0-23 16,387 16-20-16,-322-16-14 16,10 0-5-16,-16 0-25 15,-7 0-32-15,-24-5-68 16,-15 2-135-16</inkml:trace>
  <inkml:trace contextRef="#ctx0" brushRef="#br0" timeOffset="64983.28">5333 14044 209 0,'0'0'142'0,"0"0"-80"0,0 0-12 0,0 0-22 0,0 0-2 0,0 0 36 15,0 0-1-15,0-20-4 16,0 20 20-16,-15 0-48 16,15 0 5-16,0 0-28 0,0 0 7 15,-13 0-13 1,7 0 2-16,-6 0 1 0,-16 0 1 16,-6 0 17-16,9 13-3 15,-22 15-3-15,7 3-7 16,-6 10-5-16,-4 11 0 15,13-4 11-15,-4 4 0 16,13 12-10-16,7-3 24 16,21 6-15-16,0 5 0 15,0-15-9-15,0-1-8 16,34-12 4-16,28-8-13 16,9-8 11-16,4-4-1 0,5-7 0 15,-5-17-2 1,-10 0-2-16,3 0 1 0,-28 0-2 15,-21-8-24 1,-4-29 4-16,-15 1 28 0,0-8 0 16,0 4 3-16,-40 16-1 15,-10 12 6-15,-8 12-6 16,11 0 22-16,-12 0-17 16,-3 24 11-16,16 24-18 15,-7 12 0-15,19 1 3 16,15-14 10-16,19-6-13 15,0-21-26-15,0-20-73 16,13 0-150-16,5 0-314 16</inkml:trace>
  <inkml:trace contextRef="#ctx0" brushRef="#br0" timeOffset="66249.57">4431 15103 118 0,'0'0'44'0,"0"0"-23"0,0 0 59 0,0 0-18 0,0 0 26 0,0 0 4 0,-34 16-10 16,34-16-36-16,0 0 17 15,0 0-6-15,0 0-28 16,0 0-18-16,0 0-11 16,0 0 0-16,0 0 1 15,0 0 8-15,0 0-6 16,0 0 24-16,0 0-2 15,0 0 20-15,0 0-31 16,0 0 18-16,0 0-15 16,0 0-17-16,0 0 0 15,59 0 0-15,37 0 13 0,15 0 18 16,38 8-8-16,-3-8-15 16,9 0-1-1,-9 0-4-15,-13 0-5 0,0 0 2 16,-18 4-9-1,-22 9-35-15,-18-2 42 0,-35-7-8 16,-15 4-21-16,-25-8-27 16,0 0-45-16,0 0-110 15,-47 0-198-15</inkml:trace>
  <inkml:trace contextRef="#ctx0" brushRef="#br0" timeOffset="70478.33">5011 15604 93 0,'0'0'145'0,"0"0"-103"0,0 0 51 16,0 0-41-16,0 0-33 16,0 0 13-16,0 0 9 0,0 0 13 15,0 0-3 1,0 0 8-16,0 0-28 0,0 0 18 15,0 0-32-15,0 0 15 16,0 0-11-16,0 0 5 16,0 0 2-16,0 0 4 15,0-3 6-15,0-2-31 16,0 2 11-16,0-2-14 16,0-3-4-16,0-4 0 15,0 1-2-15,6-6-19 16,22 6 9-16,6-2 12 15,6 5 0-15,1 4-3 16,5 4 7-16,-12 0 6 0,-15 0-10 16,-7 0 6-1,4 12-3-15,-16 20-2 0,0 0 3 16,0 0 2 0,0-4-7-16,0-8 1 0,0-4-5 15,0-8-23-15,0 5-12 16,31-9-24-16,18-1 29 15,10-3 22-15,-6 0-1 16,9 0 9-16,-16 0 3 16,-15 0-2-16,-15 5 4 15,-4 15 28-15,-12-1-1 16,0 22 10-16,0 7-2 16,-46 9-5-16,-29 7-17 15,-5-5-12-15,-13-10 5 16,12-5-4-16,16-16-4 0,19-12-6 15,5-16-15 1,35 0-47-16,6 0-72 0,0-16-273 16</inkml:trace>
  <inkml:trace contextRef="#ctx0" brushRef="#br0" timeOffset="71178.99">6155 15316 97 0,'0'0'419'0,"0"0"-383"0,0 0 14 0,0 0 36 0,0 0-36 0,0 0 7 0,-6-25-38 0,40 14-1 15,25-9 15-15,9 12-4 16,-3-5 2-16,-6 5-26 16,-3-4 3-16,3 4-8 15,-7-3 0-15,-18 6-38 16,1 1-14-16,-23-4-69 16,-12 0-63-16,0 0-295 15</inkml:trace>
  <inkml:trace contextRef="#ctx0" brushRef="#br0" timeOffset="71394.29">6328 15031 364 0,'0'0'211'0,"0"0"-211"15,0 0-17-15,0 0 10 16,0 0-46-16,0 0-163 0</inkml:trace>
  <inkml:trace contextRef="#ctx0" brushRef="#br0" timeOffset="72227.35">5987 15083 81 0,'0'0'60'0,"0"0"-11"0,0 0 16 0,0 0 3 0,0 0 39 0,0 0-41 0,0 0-7 16,0 0 5-16,0 0 15 15,13 0-10-15,2 0-35 16,10-4 7-16,-3-5-27 16,3 6 9-16,-4-9 3 15,4 12-9-15,3-4 9 16,12 4-3-16,13 0-2 0,9 0-1 16,9 0-1-16,-9-4-1 15,4 0-7-15,-11-8-9 16,4 7-4-16,-25-2-21 15,-15-5-39-15,-4-5-68 16,-15-6-115 0</inkml:trace>
  <inkml:trace contextRef="#ctx0" brushRef="#br0" timeOffset="72977.67">7203 14730 571 0,'0'0'119'0,"0"0"-55"0,0 0 18 0,0 0-62 0,0 0-20 16,0 0 0-16,115-36 21 0,-22 4 16 15,15 11-5-15,-9 2-3 16,1 11-16-16,-32 8-13 16,-22 0 6-16,-18 12 11 15,-28 39-17-15,0 23 0 16,-62 13-7-16,-49 18-18 15,-4 3 13-15,0-12-15 16,22-7 27-16,40-22 0 16,19-15 4-16,34-11 3 0,0-17-14 15,0-8 3 1,53-12-21-16,43-4 25 16,44 0 4-16,5-28 30 0,4-8-27 15,-22 0 22 1,-49 12-17-16,-10 4-1 0,-28 12-11 15,-5 3-11-15,-1 5-60 16,-22 0-84-16,-12 5-139 16</inkml:trace>
  <inkml:trace contextRef="#ctx0" brushRef="#br0" timeOffset="103333.9">9215 14650 93 0,'0'0'233'0,"0"0"-157"0,0 0 16 0,0 0-23 16,0 0-33-16,0 0 10 16,0 0-2-16,0 0-17 15,-12-9-12-15,12 9 34 0,0 0-22 16,0 0 22 0,0 0-16-16,0 0 14 0,-6 0-35 15,-1 0-11-15,7 0-2 16,0 0 6-16,0 0-8 15,0 0 10-15,0 13-5 16,0-1 0-16,19 4 8 16,15 0-2-16,6-7-6 15,7-6-2-15,-1-3 0 16,1 0-2-16,-1 0-2 16,1 0 0-16,-7-33 7 15,1-18-3-15,-13-14 5 16,-10 9 14-16,-12 9-19 15,-6 6 3-15,0 13-6 16,0 0 6-16,-12 17-9 16,-28 11 6-16,-7 0 0 0,-6 0-1 15,1 19 8 1,-10 29-7-16,9-7 7 0,19 6-7 16,21 1 2-16,7-7-4 15,6-13 11-15,0 0-18 16,0-12 18-16,0-8-18 15,19 0 6-15,9-8-6 16,6 0-10-16,-3 0-17 16,-3 0 24-16,0 0 12 15,-22-5 0-15,12 5 6 16,-5 0-9-16,2 0 6 0,19 17 18 16,-9 7-12-1,3 1 1-15,6-10-10 16,-9-7-7-16,9-4-24 0,0-4-84 15,0 0-80-15,-15 0-142 16</inkml:trace>
  <inkml:trace contextRef="#ctx0" brushRef="#br0" timeOffset="103867.43">10046 14879 45 0,'0'0'217'0,"0"0"-182"0,0 0 52 0,0 0-21 0,0 0-37 0,0 0 22 16,0 47 12-16,0-47 15 15,0 0 11-15,0 0-10 16,0 0-19-16,0-23-44 16,0-13-14-16,0-16 7 15,0-1-9 1,0 1-3-16,0 12-1 0,0 8-31 16,0 16 18-16,0 12 15 15,0 4-21-15,0 0 23 16,0 8-23-16,0 28 13 15,-34 12 7-15,0 4-37 16,6-16-38-16,9-4 26 0,19-16-68 16,0-3-101-16</inkml:trace>
  <inkml:trace contextRef="#ctx0" brushRef="#br0" timeOffset="104367.06">10480 14610 99 0,'0'0'393'0,"0"0"-333"0,0 0 4 0,0 0-18 0,0 0 10 15,0 0 41-15,100 0-67 16,-42-5-4-16,4 2-12 15,-9-2-14-15,0 2 0 16,-7 3-23-16,-12 0-15 16,1 0-76-16,-23 0-57 15,-6 0-107-15</inkml:trace>
  <inkml:trace contextRef="#ctx0" brushRef="#br0" timeOffset="104603.45">10480 14610 42 0</inkml:trace>
  <inkml:trace contextRef="#ctx0" brushRef="#br0" timeOffset="104718.94">10480 14610 42 0,'140'-265'554'0,"-140"265"-504"0,0 5-6 16,28-2 125-16,12 9-116 16,-15-8-17-16,3 4-15 15,-3-4-19-15,2 4-4 16,-8-3-12-16,3-5-36 15,-4 0-41-15,4 0-136 16,-10 0-291-16</inkml:trace>
  <inkml:trace contextRef="#ctx0" brushRef="#br0" timeOffset="106066.01">11336 14168 175 0,'0'0'90'0,"0"0"-28"16,0 0-19-16,0 0-21 0,0 0 27 0,0 0 7 0,0 0 18 15,0 0-4-15,0 0 11 0,0 0-9 16,0 0-39-16,0 0-1 16,0 0-32-16,0 0-3 15,0-3-3-15,40-9 6 16,-9-4 10 0,16 8-10-16,3-4 0 31,-4 12-6-16,-15 0-2-15,3 0 4 0,-12 0-7 0,-16 12 11 0,-6 7-10 0,0 9 10 16,0-3 7-16,0 7-7 16,-6-8 0-16,-16-8 6 15,16-5 8-15,6-6-21 0,0 3 10 16,0-8-6 0,0 4-14-16,0-4 0 0,0 0 12 15,28 4 5 1,-3 5 8-16,-10 2-7 0,10 1 24 47,-3 4-17-47,-16 8 7 0,-6 4-7 0,0 8 21 0,0 4 36 0,-34 20-44 15,-47 4-10-15,-6 5 7 16,-12-9 11 0,18-7-28-16,23-25-2 0,23-13-11 15,20-15-1-15,15 0-89 16,0-15-117-16,28-26-81 15</inkml:trace>
  <inkml:trace contextRef="#ctx0" brushRef="#br0" timeOffset="108729.4">9364 15440 125 0,'0'0'128'0,"0"0"-94"0,0 0 78 0,0 0-52 16,0 0-15-16,0 0 5 16,-34 36 9-16,34-36-41 15,0 8 3-15,0 1-5 16,0-2 12-16,0 9 6 15,0 5 2-15,0-1-10 0,0 3-16 16,0 1 15 0,0 1-22-16,0-9 17 15,6 4-16-15,22-9 12 0,3-3-6 16,3-8-9-16,19 0-2 16,-13 0 4-16,0 0-2 15,1-28 8-15,-19-11-9 16,12-10 16-16,-16-7-10 15,-12-4-6-15,-6 12-9 16,0 7-1-16,0 18-6 16,-6 7 11-16,-34 16 5 15,-7 0-8-15,-12 0-16 16,-15 20 20-16,21 24 8 16,-2 12 3-16,14 4 0 0,29 1-14 15,12-6 8-15,0 1-1 16,0-15 0-16,0-13 1 15,28-25-7-15,12-3-4 16,0 0 9-16,25 0-25 16,-3-28 23-16,4 1 3 15,2 2 7-15,-15 13-7 16,-13 9 2-16,-15 3-6 16,-4 0 0-16,-14 0 4 15,-7 0 2-15,12 12 15 16,3 7-9-16,4 6-8 15,-13-1-6-15,16-9-69 0,-10-15-122 16,-12 0-331-16</inkml:trace>
  <inkml:trace contextRef="#ctx0" brushRef="#br0" timeOffset="109413.24">10118 15532 308 0,'0'0'75'0,"0"0"-39"0,0 0-16 0,0 0-11 0,0 0-2 0,0 0-3 0,0 5 21 16,0-2 5-16,0 14 27 15,0-6-11-15,0 9-13 16,0-4 15-16,0 9 13 16,0-1-26-16,0-1-16 15,-13-2 18-15,13-1-17 16,-12-8-6-16,-4-8-9 16,16 3-5-16,0-7-6 15,0 5-5-15,0-5-1 0,0 3 0 16,0-3 1-1,28 0-1-15,6 0 6 16,-9 0 12-16,9 0 5 0,-6 0-8 16,-9 0 3-16,2 0-6 15,-2 8 1-15,3 5-1 16,-10 7-12-16,-6 0-4 16,0-9-80-16,-6 6-91 15</inkml:trace>
  <inkml:trace contextRef="#ctx0" brushRef="#br0" timeOffset="109913.69">10700 15596 442 0,'0'0'251'0,"0"0"-178"0,0 0 2 0,0 0-50 0,0 0-16 15,0 0 24-15,168 24-11 16,-122-24-9-16,-5 0-5 16,-7 0-16-1,-9 0-9-15,-13 0-38 0,-3 0-14 16,-9 0-99-16,0-3-33 16</inkml:trace>
  <inkml:trace contextRef="#ctx0" brushRef="#br0" timeOffset="110078.41">10700 15596 684 0,'128'-169'62'0,"-104"182"-10"0,10-9 1 15,7-4-36-15,5 0-17 0,-12 0-26 16,1 0-11-16,-23-17-161 15,-12-6-157 1</inkml:trace>
  <inkml:trace contextRef="#ctx0" brushRef="#br0" timeOffset="110844.69">10173 15532 258 0,'0'0'40'0,"0"0"2"0,0 0-42 0,0 0-75 15,0 0 75-15,0 0 32 16,-80 16-25-16,64-12 31 16,10 1 42-16,0-5-60 15,-7 0-12-15,7 8-8 16,-3-5 0-16,-4-3 21 15,13 5 32-15,0-5 27 16,0 0-18-16,-6 0-32 16,-6 3-20-16,3-3-9 0,9 4 19 15,0-4 28 1,0 0 12-16,0 0-38 0,0 0-22 16,0 0-26-1,0-23 25-15,21 6-1 0,-2-7-12 16,-4 12-19-16,-15 1-50 15,19 6-32-15,-13 5-48 16,-6 0-232 0</inkml:trace>
  <inkml:trace contextRef="#ctx0" brushRef="#br0" timeOffset="112759.5">11336 15319 321 0,'0'0'133'0,"0"0"-92"0,0 0 39 0,0 0 7 0,0 0-22 15,0 0-6-15,-46 221-39 16,46-193 5-16,6-3-23 15,19-6-1-15,30 1-1 16,-17-7 0-16,17-2-1 16,-14-2 4-16,-10-9-12 15,-3 0-2-15,0 0-8 16,-16-5-21-16,-6-26 33 16,-6-2 6-16,0 2 2 0,0 6 1 15,0 17 0-15,0 8-2 16,-12 0 1-1,-10 5 19-15,3 34-19 0,-8 5 11 16,2 4-9-16,3-7-3 16,10-2 0-16,12-3-16 15,0-23-56-15,0-13-207 16</inkml:trace>
  <inkml:trace contextRef="#ctx0" brushRef="#br0" timeOffset="114243.23">9376 16736 274 0,'0'0'205'0,"0"0"-203"0,0 0 14 0,0 0 3 16,0 0-12-16,0 0 40 15,0 0-20-15,-93 75 31 16,93-59 20-16,0-3 10 16,0-1-70-16,0-1 12 15,25-6-27-15,16-5-3 16,-1 0 0-16,0 0 2 15,-12-21-8-15,-3-10 5 0,-10-5 1 16,-2-8 0 0,-13-5 0-16,0 6-5 0,0 2-5 15,0 17-29 1,-53 8 9-16,0 16 19 0,-15 0-71 16,-6 0 38-1,2 40 40-15,-2 16 4 0,15 8 7 16,25-4 22-16,18 1 40 15,16-9-35-15,0-16 7 16,50-12-27-16,15-17-7 16,28-7-7-16,0 0-2 15,3-36 2-15,-24-3 0 0,-10 6 0 16,-22 10-7-16,-9 10 5 16,-15 13 2-1,8 0-5-15,4 0-19 16,6 17 24-16,0 15 7 0,-3 4 7 15,4-8-12-15,11-8-4 16,-18-9-8-16,-9-2-39 16,8-1-87-16,-27-4-84 15</inkml:trace>
  <inkml:trace contextRef="#ctx0" brushRef="#br0" timeOffset="114939.95">10065 16788 325 0,'0'0'142'0,"0"0"-90"0,0 0 43 0,0 0-70 0,0 0-4 16,0 0 23-16,-13 0-4 0,13 0 2 15,13 0-27-15,-1 0 5 16,-12 0-19 0,16 15 17-16,-10 1-13 0,0 9 8 15,-6 3-12-15,0 4 3 16,0 0 4-16,0 4-1 16,0-12-7-1,0-8-8-15,0-8-5 0,0-8-72 16,13 0-2-16,27 0 18 15,6 0 69-15,-5 0 3 16,-13-4 13-16,-10 0 17 16,-2 4-26-16,-16 0 19 15,0 0-8-15,0 12 29 0,0 20-12 16,-10 8-1 0,-21 1-33-16,-9-5-2 0,-6 3 0 15,5-3-49 1,1 0-89-16,-7-3-148 0</inkml:trace>
  <inkml:trace contextRef="#ctx0" brushRef="#br0" timeOffset="115390.26">10580 16847 517 0,'0'0'177'0,"0"0"-137"0,0 0 27 0,0 0-42 0,0 0 9 0,0 0-28 0,120-15-6 0,-79-1-22 16,-1 3-17-16,-9 9-46 16,-9 1-30-16,-10 3-34 15,-12 0-143-15</inkml:trace>
  <inkml:trace contextRef="#ctx0" brushRef="#br0" timeOffset="115557.34">10580 16847 575 0,'-7'-188'168'0,"41"188"-126"0,7 0 41 16,-1 0-23-16,-3 4-51 16,4-4-9-16,5 0-36 15,-18 0-50-15,-6-8-111 16,-22-20-123-16</inkml:trace>
  <inkml:trace contextRef="#ctx0" brushRef="#br0" timeOffset="117389.19">11376 16836 5 0,'0'0'197'0,"0"0"-172"0,0 0 31 0,0 0-17 0,0 0 5 0,0 0 68 0,0 4-22 0,0-4-13 15,0 0 5-15,0 0 4 16,0 0-36-16,0 0-10 16,0-29-33-16,0-15 6 15,0-12 10-15,0-8-4 16,0-4-2-16,0 4-10 16,0 11-10-16,0 14 6 15,0 14-6-15,0 14 1 16,0 11-14-16,0 0-2 0,0 0-9 15,0 36 12-15,-28 3 3 16,1 5 4-16,2-3-45 16,-3-1 6-1,22-8-62-15,6-7-92 16</inkml:trace>
  <inkml:trace contextRef="#ctx0" brushRef="#br0" timeOffset="117992.99">11628 16446 249 0,'0'0'124'0,"0"0"-62"0,0 0 5 15,0 0-17-15,0 0 4 16,0 0-15-16,108-87-14 16,-74 66-2-16,13 6-19 15,-7 10 2-15,-21 5-6 16,-4 0-7-16,-15 12 3 15,0 28 4-15,0 16 33 16,0 5-32-16,-28 3-2 0,-12 4-2 16,0-4-1-1,12-3 8-15,3-14-4 16,19-11 5-16,6-11-10 16,0-22 2-16,0-3-37 0,46 0-5 15,7 0 45-15,6-19 12 16,-3-6 4-16,-16 13-1 15,-9 9-15-15,-3 3-1 16,-16 0-15 0,10 0 2-16,-16 0-53 0,-6 7-352 15</inkml:trace>
  <inkml:trace contextRef="#ctx0" brushRef="#br0" timeOffset="120335.56">9181 18103 152 0,'0'0'97'0,"0"0"-87"0,0 0 57 0,0 0 12 0,0 0-39 0,0 0 36 16,-18 8 7-16,18-8-37 0,0 0 37 15,0 0-25 1,0 0-6-16,0 4-41 0,0 0 15 16,0 8-17-1,12 4 9-15,28-4-12 0,7-4 1 16,-1 0 7-16,4-8-7 16,-4 0-8-16,1 0 16 15,-16-8-26-15,9-24 11 16,-12-8 0-16,-9 0-3 15,-19-9 3-15,0 10-2 16,0-5-13-16,0 11 13 16,0 17-21-16,-25 12 2 15,-22 4-13-15,7 0 14 0,-13 45-12 16,7 2 8 0,12 14 22-16,6-9 4 0,15-4 18 15,13-4-13-15,0-8 8 16,0-12-8-16,13-7-14 15,27-17 15-15,13 0-19 16,3 0-14 0,-19-13 25-16,19-10 12 0,-25 6-7 15,3 1-10-15,-12 8-13 16,2 8 14-16,4 0-15 16,0 0 9-16,3 0 12 15,3 24-10-15,-12 8 12 0,-3 0-8 16,-7-7 2-16,3-9-86 15,-15 4-68-15,0-17-335 16</inkml:trace>
  <inkml:trace contextRef="#ctx0" brushRef="#br0" timeOffset="121104.2">9984 18034 306 0,'0'0'112'0,"0"0"-82"0,0 0 14 0,0 0-11 0,0 0-19 16,-121 233 33-16,121-204-20 16,0-6-22-16,0-10-2 15,0-10-6-15,0-3-4 16,22 0 3-16,18 0-18 15,13-19 22-15,-7-9 14 16,1 0 8-16,-13 12-5 16,6-1-6-16,-27 13-11 15,-7 4 5-15,3 0-7 16,-9 0 9-16,7 0-14 16,-7 0 2-16,6-7-6 0,-6-1-33 15,0-1-33-15,6-3 59 16,-6 5-15-16,0-6 8 15,0 9 25-15,0 0 10 16,0-4-9-16,0 8-1 16,0 0 5-1,0 0 4-15,0 0 12 0,0 0-19 16,0 16 19-16,0 20-4 16,0 5 9-16,0-5-4 15,0 0 18-15,0-8-13 16,0 4 12-16,0-4 4 0,0-5-32 15,0-6-11-15,0-17-22 16,0 0-71-16,0 0-120 16</inkml:trace>
  <inkml:trace contextRef="#ctx0" brushRef="#br0" timeOffset="121602.99">10521 18115 308 0,'0'0'138'0,"0"0"-130"0,0 0 68 0,0 0-2 16,0 0-10-16,0 0-28 15,220 0-10-15,-174 0-23 16,-21 0-6-16,-3-4-4 15,-16-4-30-15,0 8-24 16,-6-16-13-16,0 8-6 16,0-4-75-16</inkml:trace>
  <inkml:trace contextRef="#ctx0" brushRef="#br0" timeOffset="121869.54">10521 18115 251 0,'31'-161'464'16,"-3"166"-442"-16,-10 3-22 16,4-5 58-16,6-3-48 15,-10 0 26-15,10 0 9 0,-9 0-12 16,-7 0-4-1,16 0-29-15,-15 0 0 16,14 0-65-16,1 0-2 16,-3 0-111-16,-9 0-70 0</inkml:trace>
  <inkml:trace contextRef="#ctx0" brushRef="#br0" timeOffset="123634.8">8527 16968 244 0,'0'0'41'0,"0"0"6"0,0 0 14 0,0 0-21 16,0 0-18-16,0 0-7 16,6 0-2-16,-6 0 1 15,0 0 33-15,0 0-12 16,0 0 26-16,0 0-24 16,0 0 30-16,0 0-62 15,0-5 3-15,16 2-8 16,-4-5 7-16,-12 8-7 15,0-4 0-15,0 4-7 0,0 0 14 16,0 0-12 0,0 0 10-16,0 0 7 0,0 0-8 15,0 0 9-15,0 0 2 16,0 0-13-16,0 0 12 16,0 0 2-16,0 0-5 15,0 15-3-15,0 6-13 16,-28 7 10-16,9 8-2 15,-8 0 3-15,-8 9-8 16,17-1 3-16,-10-5-1 16,16 2 0-16,5-5 4 15,-5 4-14-15,-4-4 20 16,4-4-10-16,12 4 3 16,0 0-3-16,0-8 3 15,0 13 5-15,0-5-4 16,0 3-4-16,-6-3 0 15,6-8 7-15,0-7-19 0,0-9-7 16,0-4 0-16,25-4-18 16,9-4-74-16,0 0-59 15,-28 0-95-15</inkml:trace>
  <inkml:trace contextRef="#ctx0" brushRef="#br0" timeOffset="124584.33">8201 17782 85 0,'0'0'260'0,"0"0"-222"0,0 0 34 0,0 0-23 0,0 0-17 0,0 0-19 15,0-3 6-15,0 3-12 0,0 0 4 16,0 0 10-16,0 0 7 16,0 0-13-1,0 0-15-15,0 0 25 16,0-5-1-16,0 5 8 15,0 0-2-15,0 0 15 0,0 0-26 16,0 0 4-16,0 0-18 16,7 0-4-16,11 13 22 15,4 10-3-15,3 9-19 16,-4-8 10-16,-2-3-20 16,-4-5 18-16,-8-4-14 15,-7-1 7-15,12 2-2 16,0-1 0-16,-5-4-1 0,8-8-1 15,-9 0-22 1,-6 0 14-16,13 0-32 0,-7-5 24 16,9-23 18-16,4-8 17 15,9-8-13-15,-16 4-2 16,1-4-4-16,-4 8-2 16,-9 12 0-16,0 20 8 15,0 4-19-15,0 0 6 16,0 20-4-16,0 16-57 15,-9 12-132-15</inkml:trace>
  <inkml:trace contextRef="#ctx0" brushRef="#br0" timeOffset="125433.79">6831 17549 24 0,'0'0'36'0,"0"0"105"0,0 0-38 0,0 0-31 16,0 0 17-16,0 0-2 0,0 0-36 16,0 0 14-16,0 0 6 15,0-3-20-15,0-5-28 16,0-5 10-16,0 1-9 15,0-7 3-15,0 2-9 16,31-7-11-16,-3 1 0 16,0-6-1-16,-10-3-12 15,4 4-11-15,3 4 2 0,-10 8-32 16,-2 7 21-16,-7 6-40 16,-6 3-46-16,0 0-2 15,0 0-53 1</inkml:trace>
  <inkml:trace contextRef="#ctx0" brushRef="#br0" timeOffset="125748.31">6803 17369 262 0,'0'0'55'0,"0"0"19"0,0 0 4 15,0 0 4 1,0 0-26-16,0 0-22 0,232 213 28 16,-197-169-10-16,-1-8-2 15,-6-8-24-15,3-8-3 16,9-8-23-16,-18-4-1 15,12-4-17-15,6 0-35 16,-21-4-23-16,9 0 26 16,-10 4 4-16,-5-4-50 0,-4 7-12 15,-9-7-22 1</inkml:trace>
  <inkml:trace contextRef="#ctx0" brushRef="#br0" timeOffset="128397.25">7485 17201 118 0,'0'0'19'0,"0"0"63"0,0 0-56 0,0 0-24 0,0 0 40 0,0 0 22 16,0 0-6-16,0 0 6 15,0 0 26-15,0 0-58 16,0 0 5-16,0 0 3 16,0 0 8-16,0 0-13 15,0 0 1-15,0 0 4 0,0 0-19 16,0 0 23-16,0 0-24 15,0 0 11-15,-6-5-26 16,6 5 21-16,0-4-18 16,0 4-6-16,0-3-4 15,0-10 1-15,0 2 1 16,12-9-11-16,35 4 4 16,5 4-5-16,23-1 6 15,-13 10-19-15,-25 3 6 16,-15 0-22-16,-22 0-3 0,0 11 16 15,0 37 19 1,-34 12 4-16,-31 12-1 0,9 9 4 16,25-9 2-16,9-7 4 15,22-14 13-15,0-10-7 16,0-17-8-16,0-12-2 16,47-9-3-16,21-3-13 15,12 0 13-15,-8 0 4 16,-10-28-1-16,-10-3 4 15,-24-2-3-15,-3 9-1 16,-3 9-8-16,-10 15-12 0,1 0-57 16,8 0-29-1,-2 20 89-15,-13 11-17 16,-6-2-120-16</inkml:trace>
  <inkml:trace contextRef="#ctx0" brushRef="#br0" timeOffset="132195.25">11268 17706 94 0,'0'0'255'0,"0"0"-116"0,0 0-66 0,0 0 34 0,0 0-18 0,0 0-20 0,0 0 8 15,0 4-14-15,0-4-16 16,0 0-27-16,0 0 25 16,0 0-32-16,0 0 19 15,0 0-30-15,0 0 7 16,0 0-9-16,0-4 0 0,53-12 13 15,2-5 3 1,-2 10 3-16,-13 7-18 0,-5 4-1 16,-17 0-32-1,-12 0 25-15,-6 15-31 0,0 29 26 16,0 17 4-16,-34 11-16 16,-25 8 2-16,0-3 6 15,4-10 12-15,14-14 7 16,23-13-16-16,18-20 11 15,0-12 0-15,0-8-40 16,52 0 6-16,23-11 36 16,-1-22 13-16,-9 9 2 15,-12 4-15-15,-19 16 4 16,-21 4 6-16,-4 0-20 16,-9 0 19-16,0 0-9 15,0 12 0-15,6-4-28 0,-6-4-110 16,0-4-188-1</inkml:trace>
  <inkml:trace contextRef="#ctx0" brushRef="#br0" timeOffset="132841.58">11677 17510 367 0,'0'0'84'0,"0"0"-77"0,0 0 53 0,0 0 7 0,0 0-38 15,0 0 23-15,0 0-33 16,0 136 9-16,0-105-11 0,0 2 20 16,0-1-20-16,0-4-1 15,0-11-11-15,0-6-4 16,0-7-1-16,0 0 5 15,37-4-5-15,13 0 2 16,-4 0 30-16,7 0-27 16,-12 0 8-16,-1 0-11 15,-28 0 2-15,16-4-4 16,-28-4 5-16,0 4-14 16,13 4-2-16,-13-3 7 15,0-2-7-15,6-3-29 16,0 0-4-16,9-4-1 0,-2 0 24 15,-13-4 21-15,12 3-6 16,4 2 9-16,-10 7-6 16,0 4-3-1,-6 0-9-15,0 0 3 0,0 0 12 16,0 32 22 0,0 20 28-16,0 12 19 0,0 8-25 15,0-3-1-15,0-9-43 16,0-12 10-16,13-24-10 15,-7-12-28-15,3-12-15 16,-9 0-106-16,6 0-236 16</inkml:trace>
  <inkml:trace contextRef="#ctx0" brushRef="#br0" timeOffset="135941.36">13823 15055 380 0,'0'0'96'0,"0"0"-81"16,0 0 5-16,0 0 30 0,0 0-29 0,0 0-5 0,0 0 28 0,-75 92-22 0,75-80 36 15,0 4-8-15,0 0-5 16,0 1-35-16,0-6 21 16,0 1-15-16,0-4 1 15,0 0-13-15,0 5 9 16,0-1-5-16,0-1-7 16,0 2 10-16,0-6-7 15,7 1 1-15,5-8-5 16,10 0-1-16,-10 0-16 15,10 0 8-15,3-3 9 0,-4-38 2 16,-2-10 26-16,-7-6-25 16,-12-7 10-16,0 8-12 15,0 4-2-15,0 16-9 16,0 11 9-16,-12 17 1 16,-16 8-10-16,-3 0-1 15,-15 16 1-15,-23 33 6 16,17 11-6-16,-1 4 0 15,13-12 13-15,12 0-3 0,15-11 0 16,13 3 5-16,0-16 3 16,53 8 1-1,12-16-15-15,25-12 9 0,-3-8-6 16,-10 0-25 0,19-25 16-16,-30-19 12 0,-14 0 8 15,-24 5 0-15,-22 3-8 16,-6 19 22-16,0 9-19 15,0 8 51-15,0 0-38 16,0 0 11-16,0 20-27 16,0 21-3-16,0-2 0 15,22 5 6-15,9-3-5 16,-3-13 4-16,6-4-4 16,0-12-19-16,-3-9-3 15,-3-3-17-15,6 0-19 0,-9-11-50 31,3-33-45-31,-16-12-96 0</inkml:trace>
  <inkml:trace contextRef="#ctx0" brushRef="#br0" timeOffset="136714.42">14676 15144 98 0,'0'0'206'0,"0"0"-201"16,0 0 5-16,0 0-10 0,0 0 3 15,0 0-6-15,0 3 6 16,0-3-3-16,0 0 18 16,0 0 21-16,0 0-28 15,0 0-2-15,0 0-8 16,9 0 23 0,-9 0-7-16,0 0-15 0,0 0-1 15,0 0 9-15,0 0 50 16,0 4-11-16,0 4 8 15,0 5-30-15,-22 6-12 0,-12 9-15 16,-6 8 4 0,9-3 4-16,-3-2-1 0,21-10 18 15,13-6-18-15,0 2-7 16,0-13-1-16,0-4-12 16,31 0-20-1,37 0 13-15,7 0 19 0,-4 0 1 16,4 0 12-16,-1 12-5 15,-21 4-1-15,15 4-5 16,-28 0-2-16,-9-4-8 16,-15 8 7-16,-10 0 2 15,-6 0 15-15,0 12 24 16,-22 0-17-16,-24 13 18 16,-7-5-40-16,0-8 14 15,7 0-12-15,5-16-4 0,7-4-7 16,0-16-24-16,0 0-24 15,16-8-48-15,5-24-149 16</inkml:trace>
  <inkml:trace contextRef="#ctx0" brushRef="#br0" timeOffset="136956.09">14710 15424 390 0,'0'0'145'0,"0"0"-125"0,0 0 52 0,0 0 7 0,0 0-66 16,0 0 41-16,161-124-21 16,-133 120-4-1,-10-1-13-15,4 2-15 0,-3-5-1 16,-1 3-52-16,4 5-69 15,-3 0-68-15,-4 0-218 16</inkml:trace>
  <inkml:trace contextRef="#ctx0" brushRef="#br0" timeOffset="137389.55">15507 15144 583 0,'0'0'86'0,"0"0"-72"0,0 0 33 0,0 0-34 15,0 0 9-15,0 0-9 16,127 0-26-16,-115 0 0 16,10 0-18-16,-16 0-26 15,-6 0-16-15,0 0-49 16,0 0-57-16</inkml:trace>
  <inkml:trace contextRef="#ctx0" brushRef="#br0" timeOffset="137571.17">15507 15144 582 0,'-115'-154'146'16,"149"154"-129"-16,12 0 39 16,13 0-4-16,3 0-48 15,13 0-8-15,-10 0-4 16,-6 0-60-16,-19-23-85 15,-18-1-72-15</inkml:trace>
  <inkml:trace contextRef="#ctx0" brushRef="#br0" timeOffset="146097.92">16520 14505 36 0,'0'0'325'0,"0"0"-313"0,0 0-6 0,0 0 73 15,0 0-7-15,0 0 9 0,0 0-1 16,0 0-22 0,0 0 9-16,0 0-31 15,0 36 26-15,-24 17-56 16,-17 19 11-16,7 13-14 0,0-2-3 16,9-2 5-16,4-6-4 15,2-14-1-15,19-9 10 16,0-11-19-1,0-13 12-15,0-5-6 0,0-18-18 16,0-5-25-16,34 0 36 16,13-5 9-16,-7-23 1 15,-9-3 1-15,-3 6 3 0,0 9 7 16,-10 12-20-16,-11-4 10 16,-1 4-2-16,-6-5-1 15,0 6-12-15,0-9 8 16,0 8 2-16,0-4 2 15,0 8 4-15,0 0-9 16,0 0 7-16,0 0-18 16,0 0 16-16,0 0-3 15,0 12 4-15,0 28-2 16,0 12 3-16,-13 12 10 16,1 5 31-16,-4-2-25 15,4-2 13-15,6-14-26 16,6-6-3-16,0-16 0 0,0-14-32 15,0-2 10 1,0-13-75-16,0 0-120 0</inkml:trace>
  <inkml:trace contextRef="#ctx0" brushRef="#br0" timeOffset="146764.57">16728 15496 321 0,'0'0'151'0,"0"0"-113"0,0 0 7 0,0 0-42 0,0 0 4 0,0 0 22 0,16-164-17 0,15 120 28 0,3 0 3 16,-6-9-5-1,-16-2-10-15,1-11 5 0,-4 3-10 16,-9 7-17-16,0 0 14 16,0 12-14-16,0 8 0 15,0 15-6-15,0 9 4 16,0 4 1-16,-22 0 13 16,-12 8-18-16,-6 0 0 15,-7 0-6-15,13 0 12 16,15 0-12-16,13 0 4 0,6 16-1 15,0 17 0 1,0 19 3-16,19-9 0 16,37 6-2-16,15-10 1 0,3 6-7 15,7-5 3-15,-16-4-6 16,3 4 10-16,-15-4-22 16,-6-7-10-16,-20-1 8 15,-20-5 14-15,-7-2 3 16,0-1 8-16,0 8 71 15,-13 4-32-15,-55 4-4 16,-13-4-29-16,10-4 2 16,3-7-8-16,15-10-16 15,19 1-1-15,6-12-43 16,28 8-72-16,0-3-190 16</inkml:trace>
  <inkml:trace contextRef="#ctx0" brushRef="#br0" timeOffset="203485.61">27860 7163 101 0,'0'0'208'0,"0"0"-110"0,0 0-21 0,0 0-47 0,0 0-19 15,0 0-11-15,0 0 30 16,0-25 0-16,-16 17-9 0,10-4 12 31,0 12 22-31,0-8 5 0,-10 8-16 0,16 0-10 16,0 0-32-1,0 0 22-15,0-4-23 16,0 4 9-16,0 0-3 16,0 0-3-16,0 0 14 0,-6 0-16 15,0 0-2-15,6 0 3 16,0 0 1-16,0 0-4 15,0 0-16-15,0 0-7 16,0 4 16-16,0 4 4 16,0-8-1-16,0 9-4 15,28-9-28-15,12 0 36 16,6 0 5-16,19 0 11 16,10-28-11-16,-1-17 1 0,13-7 0 15,-6 8-5-15,-22-8-1 16,-19 4 0-16,-12 4-3 15,-28 8-15-15,0 3 14 16,0 13-13 0,-16 12 11-16,-43 4-15 0,1 4-29 15,-17 0 45-15,1 21-6 16,9 18-2-16,3 2 13 16,15 10-7-16,13-2 20 15,15 3-13-15,4-8 3 16,15-12-2-16,0-8 0 15,0-12-2-15,0-8-5 16,0-4-17-16,34 0 3 16,0 0 20-16,-6 0 15 0,12-8-2 15,-21 0-6-15,-7 8 1 16,4 0 0-16,2 0 12 16,4 12-12-16,3 16 5 15,3 8 14-15,6-7-6 16,6-6-16-16,1-2-3 15,-4-14-2-15,19-7-19 16,-10 0-55-16,1 0 28 16,11 0-41-16,-23-15-164 15</inkml:trace>
  <inkml:trace contextRef="#ctx0" brushRef="#br0" timeOffset="204049.36">29007 7310 234 0,'0'0'124'0,"0"0"-34"0,0 0 40 0,0 0-62 0,0 0 38 0,0 0-27 0,-53 13-33 0,47-21-45 15,0-17 16 1,6-7-3-16,0-11-10 0,0-9 2 15,0-1-3 1,0 9-3-16,0 20-5 0,0 12 0 16,0 12 1-16,0 0 2 15,0 0-20-15,0 12-4 16,-28 24 24-16,-6-4 2 16,3 16-11-16,15-16-82 15,4-7-57-15,12-2-176 16</inkml:trace>
  <inkml:trace contextRef="#ctx0" brushRef="#br0" timeOffset="204208.65">29007 7310 148 0</inkml:trace>
  <inkml:trace contextRef="#ctx0" brushRef="#br0" timeOffset="204415.29">29007 7310 148 0,'108'93'147'15,"-108"-73"-134"-15,7-4 26 0,20-12 36 16,14-4-21-16,-10 0-22 16,3 0 15-16,12-12-2 15,7-29 3-15,-3-11 3 16,-19 4-7-16,-3 4-21 15,-22 5-14-15,-6 6 1 0,0 9-6 16,-6 4-8-16,-47 20-9 16,-15 0-13-16,-7 12 26 15,-2 28 5-15,2 13 1 16,13-9-6-16,16 0-10 16,27-13-77-16,19-10-25 15,0-17-114-15</inkml:trace>
  <inkml:trace contextRef="#ctx0" brushRef="#br0" timeOffset="204948.77">29810 7002 488 0,'0'0'194'0,"0"0"-130"0,0 0-9 0,0 0-30 0,0 0-1 0,0 0-20 16,174 16 11-16,-128-16-15 16,-12 0-12-16,0 0-21 15,-9 0-36-15,-16-16-25 16,-9 8-22-16,0-8-117 15</inkml:trace>
  <inkml:trace contextRef="#ctx0" brushRef="#br0" timeOffset="205133.36">29810 7002 659 0,'-74'-196'138'0,"74"196"-111"15,0 3 20 1,27 2-5-16,26-2-16 0,0-3-22 16,15 0-4-16,0 0-18 15,-9 0-59-15,-12-3-56 16,-19-14-191-16</inkml:trace>
  <inkml:trace contextRef="#ctx0" brushRef="#br0" timeOffset="205764.23">30759 7158 351 0,'0'0'130'0,"0"0"-68"0,0 0 29 0,0 0-42 0,0 0-13 0,0 0-10 0,46-156 9 16,-18 99 12 0,-9-7 20-16,-4 5 11 0,-2-2-43 15,-7 1-16-15,0 4-19 16,-6 12 2-16,0 20-1 16,0 12 2-16,0 4-3 15,0 8 4-15,0 0-3 16,-40 20 15-16,-7 16-11 15,-5-4-5-15,5 4-8 16,13-13-12-16,15-2-20 16,19-1-3-16,0 5-26 15,0-6 24-15,0 6-68 0,0-14 12 16,19-2-133 0</inkml:trace>
  <inkml:trace contextRef="#ctx0" brushRef="#br0" timeOffset="206163.03">30914 7010 340 0,'0'0'66'15,"0"0"-62"-15,0 0 17 16,0 0-15-16,0 0 3 16,0 0-1-16,71 117 14 15,-9-117 13-15,-15 0 38 16,18-17-7-16,-3-11 11 16,-3-20-21-16,3 8-24 15,-3-20-11-15,-19-4-14 16,-12 0 6-16,-22-5-13 15,-6 5 0-15,0 12 0 16,-28 19 1-16,-25 13 0 16,7 17 2-16,-1 3 24 15,7 3 5-15,0 42-32 16,-1 10 0-16,14-2-39 16,8-4-48-16,13-13-123 0,6-17-142 15</inkml:trace>
  <inkml:trace contextRef="#ctx0" brushRef="#br0" timeOffset="206763.15">31748 6581 328 0,'0'0'88'0,"0"0"-58"0,0 0 68 16,0 0-25-16,0 0-15 0,0 0-13 0,127-32 2 16,-115 32-17-1,4 0-3-15,-10 0-26 0,-6 0-1 16,0 19-4-1,0 26 4-15,-34 23 13 16,-25-4-13-16,-9-3-10 0,9-9-7 16,19-16 17-16,18-5 4 15,10-11-1-15,12-4 9 16,0-7-4-16,0 2-8 16,0-3-1-16,12 0-2 15,44 5 1-15,9-9 2 0,-3 0 21 16,-3 0-20-16,-13-4 20 15,-12 3-17 1,-9 2 0-16,-3-1-4 0,-3 4-17 16,2 0-22-16,-2-8-65 15,-4 0-50-15,-2 0-90 16</inkml:trace>
  <inkml:trace contextRef="#ctx0" brushRef="#br0" timeOffset="207378.48">32337 6524 531 0,'0'0'79'0,"0"0"-76"0,0 0 25 0,0 0 10 0,0 0-25 0,0 0 49 0,0-23-40 16,0 35-9-16,0 20-7 15,-34 0 47-15,0 4-24 16,-7 4-6-16,1 0-3 0,9-12-18 15,3 0 8-15,16-4-3 16,6 0-14 0,6-4 7-16,0 5 0 0,0-9-17 15,24-4-29-15,29-4 1 16,9-8 16-16,-9 0 24 16,-7 0-5-16,-11 0 10 15,-17 0-29-15,4 0 8 16,-4-8 12-16,-2-4 8 15,3-4-8-15,2-4-4 16,4 4-30-16,-3-1 5 16,-4 6 32-16,-5 3 5 15,-4-1 1-15,-3 1 0 0,-6 0 1 16,6 8 1 0,-6 0-2-16,0 0 21 0,0 0-21 15,0 25 2-15,0 14 63 16,0 17 12-16,0 1-46 15,0-9 11-15,0 7-26 16,0-19-16 0,0 2-1-16,0-19-2 0,0-7 3 15,0-12-99-15,0 0-248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16T22:18:20.7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19937 5975 380 0,'0'0'207'0,"0"0"-104"0,0 0 53 0,0 0-83 15,0 0-6-15,0 0-15 16,0 0 23-16,-46 0-25 0,-1-21 22 16,-15-22-20-1,-3-22-16-15,-9-10 18 0,15-22-37 16,12-16 2-16,13 5-11 16,28 0 4-1,6 5-7-15,0 14-10 16,59 1-27-16,34 0-27 15,9 7-102-15,16 9 26 16,-9 16-70-16,-29 20-310 0</inkml:trace>
  <inkml:trace contextRef="#ctx0" brushRef="#br0" timeOffset="2616.02">20573 5654 118 0,'0'0'170'0,"0"0"-91"0,0 0 36 0,0 0-46 16,0 0-18-16,0 0-14 0,0 0 0 15,0 9 6-15,0-9 0 16,0 0 17-16,0 0-28 16,0 3 8-16,0 2-31 15,0-5 4-15,0 0-12 16,0 0 11-16,0 0-9 16,0 0 15-16,0 0 12 15,0 0 3-15,0 0 21 16,0 0-20-16,0-29 5 15,0-22-26-15,0-22 19 16,0-7-28-16,0-8-4 16,0 3 14-16,0 5-14 15,0-4-3-15,12 15-5 16,1 5-11-16,-4 20 10 0,-3 25 6 16,-6 6-42-1,0 13 10-15,0 13-7 0,-6 39-5 16,-62 15 24-16,-7 2-10 15,10-17-47-15,19-12-97 16,18-16-119-16</inkml:trace>
  <inkml:trace contextRef="#ctx0" brushRef="#br0" timeOffset="3297.18">20852 5101 407 0,'0'0'144'0,"0"0"-24"0,0 0 3 0,0 0-52 0,0 0-46 16,0 0 26-16,74-52-17 15,-21 32 10-15,15-1-27 0,-9 6-11 16,-12 7 0-16,-7 8-6 15,-24 0-23-15,-16 0-34 16,0 23 55-16,0 26 2 16,-22 15 15-16,-31 4-14 15,-9 8-1-15,16-4-1 16,15 0-1-16,15-15 2 16,16-9-5-16,0-12-5 15,16-12 20-15,36-16-20 16,14-8 11-16,14 0-2 15,-12 0 2-15,-3 0 22 16,-15 0-23-16,-19-8-11 16,9 0-20-16,-24 3-45 15,3-2-17-15,-19-1-266 16</inkml:trace>
  <inkml:trace contextRef="#ctx0" brushRef="#br0" timeOffset="3614.37">21748 5453 515 0,'0'0'121'0,"0"0"57"0,0 0-42 0,102 205-37 0,-83-133-66 15,-6 0 7-15,-13-15-32 16,0 7-8-16,0-12-47 15,-32-20-45-15,-30-11-251 16</inkml:trace>
  <inkml:trace contextRef="#ctx0" brushRef="#br0" timeOffset="5096.49">22492 4849 270 0,'0'0'70'0,"0"0"-26"0,0 0 9 0,0 0 14 0,0 0-19 0,0 0 3 0,19-13-13 0,-19 13 25 15,0 0-22 1,0-4-2-16,6-4-16 0,0 4-7 16,-6 0 2-1,0 4-16-15,0 0 20 0,0 0-19 16,0 0-6-16,0 0-19 15,0 0 22-15,0 0-27 16,0 0 8-16,0 0-17 16,0 0-36-16,0 0 8 15,0 0 16-15,0 0 16 16,0 0 30-16,0 0-2 16,0 0 8-16,0 0 23 15,0 0-6-15,0 0-9 16,0 0 19-16,0 0 3 0,0 0-25 15,0 0-9 1,0 0 0-16,0 0-3 0,0 0 1 16,0 0 2-16,0 0-6 15,7 0-13-15,8 0-16 16,-3-8 17-16,-5 8-24 16,-7 0 41-16,0 0 2 15,6 0-3-15,-6 0 2 16,15 0-45-16,-8 0-124 15</inkml:trace>
  <inkml:trace contextRef="#ctx0" brushRef="#br0" timeOffset="14455.73">22703 4885 47 0,'0'0'172'0,"0"0"-152"0,0 0 38 0,0 0-11 16,0 0-21-16,0 0 26 0,0 0 5 16,0 0-14-1,0 0 4-15,0 0 9 0,0 0-38 16,0 0-13-16,0 0 2 15,0 0 27-15,0 0 4 16,0 0 13-16,0 0-16 16,0 0-7-16,0 0-24 15,0 0 3-15,0 0 4 16,0-5-6-16,0 5 20 16,0 0-23-16,0 0 17 0,0 0-6 15,0 0 5 1,0 0-17-16,0 0 0 0,-12 0-1 15,-7 0 0 1,-3 0 8-16,-12 0-3 0,3 12-8 16,-24 17 6-1,8 2-3-15,-6 2 0 0,1-2 1 16,11 2 0-16,-5 6 3 16,5-2 7-16,14 6-9 15,8-2-2-15,13 3-3 16,0 9-1-16,6-9 2 0,0 8 2 15,0-12 0 1,0-1-3-16,0-6-2 0,24-1-10 16,10-12 14-16,1-4 1 15,5-7-11-15,-9-9-2 16,15 0 13-16,-18-5-6 16,19-23 6-16,-1-8 9 15,-12 0-9-15,-12 3-2 16,-3 5-16-1,-19 12 17-15,0 13-2 0,0 3-5 16,0 0 4-16,-41 0 4 16,-39 8 20-16,-1 23 0 15,-12 10 13-15,19-5-15 16,15-4-18-16,40-12-2 16,19-3-72-16,0-14-103 15,0-3-150-15</inkml:trace>
  <inkml:trace contextRef="#ctx0" brushRef="#br0" timeOffset="14722.57">23314 5635 624 0,'0'0'82'0,"0"0"19"0,0 0-25 0,0 0-52 0,0 0-24 0,-28 219-14 16,-6-182-48-1,0-10-93-15,21-6 45 0,13-21-21 16</inkml:trace>
  <inkml:trace contextRef="#ctx0" brushRef="#br0" timeOffset="15636.74">23934 5132 107 0,'0'0'350'0,"0"0"-252"0,0 0-29 0,0 0-31 0,0 0-24 0,0 0 30 15,22-7-2-15,9 7-7 16,9-8 0-16,16 4-15 0,-10 4-7 16,1 0-9-16,-7 0 22 15,-21 0-23-15,15 0 9 16,-28 19 16-16,0 14-19 16,-6 0 8-16,0 3-7 15,0-17 7-15,0 1-17 16,0-8-5-16,0-12-4 15,0 8-18-15,22-8-34 16,9 0 41-16,3 0-6 16,7 0 26-16,-1 0 1 15,-18 5 3-15,-16 14 8 16,6-7 18-16,-12 9 14 16,0 10 13-16,0 5 23 0,-46 0-43 15,-13 5-10 1,-22 7-19-16,-21 4-7 0,3 0-1 15,18-7-16-15,22-18-10 16,37-15-45-16,22-12-67 16,0 0-151-16</inkml:trace>
  <inkml:trace contextRef="#ctx0" brushRef="#br0" timeOffset="16269.99">24929 5438 495 0,'0'0'132'0,"0"0"-34"0,0 0 34 0,0 0-60 16,0 0-2-16,0 0-27 0,156 116 3 15,-156-60-27-15,0 0-4 16,0 5 17-16,0-6-30 15,-41 6-4-15,-12-13-10 16,7-16-35-16,6-12-64 16,6-12-91-16,6-8-183 15</inkml:trace>
  <inkml:trace contextRef="#ctx0" brushRef="#br0" timeOffset="23363.81">30250 5534 439 0,'0'0'187'0,"0"0"-172"0,0 0 73 16,0 0-26-16,0 0-19 0,0 0-23 16,0 0 5-16,0 0-3 15,220-153 10-15,-210 133 13 16,-10 17-18-16,0-5-5 15,0 3-17-15,0-3 11 16,0 0-16-16,0-4 0 16,0 9-3-16,0-5 3 15,0 0 0-15,0 8 6 16,0 0 3-16,-22 0-5 16,-12 0-4-16,-6 0 0 0,-19 0-14 15,0 27 26 1,-3 6-26-16,9 18 10 0,13-7 1 15,6 5-3 1,21-13 6-16,7-8-2 0,6-12-9 16,0-7-4-16,0-9-22 15,53 0 20-15,21-9 17 16,13-35 12-16,6-16 1 16,0-4-12-16,-12-5 2 15,-13 5-3-15,-15 4-4 16,-29 7-12-16,-8 10 13 0,-16 11-13 15,0 20 3 1,-28 8-1-16,-37 4-1 0,-16 0 15 16,7 32 77-1,6 8-76-15,21 0 4 0,22-8 4 16,10 0-7 0,9 0 15-16,6-11-12 0,0-10-5 15,0-11-11 1,0 8 4-16,34-8 2 0,12 0 5 15,1 0 12 1,-1 0-10-16,10 0 5 0,-19 0-5 16,-3 0 9-16,-12 0-11 15,3 0 0-15,-3 4 3 16,-4 28-1-16,4 16 15 16,-4 1-4-16,10-5 16 15,-3-4-27-15,9-12 2 16,-6-12-4-16,19-16-12 0,-1 0-36 15,13-20-24-15,3-32-132 16</inkml:trace>
  <inkml:trace contextRef="#ctx0" brushRef="#br0" timeOffset="24647.82">31335 5381 133 0,'0'0'253'0,"0"0"-183"0,0 0 19 0,0 0-59 15,0 0 0-15,0 0 21 16,0 0 5-16,0 0-4 16,0 0-10-16,0 0 17 15,0 0-27-15,0 0 7 0,0 0-11 16,0 0-13-16,7 0-5 15,-7 0-8 1,12 0-2-16,0 0 2 0,10 0-1 16,12 0 20-1,-9 8 1-15,-3-8-22 0,3 0 3 16,-10 0 5-16,-2 0-8 16,-7 0 1-16,0 0-1 15,0 0-7-15,-6 0 7 16,16 0 6-16,-16 0-2 15,0 0 6-15,0 0-9 16,0 0 0-16,0 0-1 16,0 0-5-16,0 0 4 15,0 0-2-15,0 0 2 16,0 0-1-16,0 0 2 16,0 0 1-16,0 0 13 15,0 0-11-15,-16 0-6 0,4 0-5 16,-22 0 8-16,0 9 0 15,2 7 0-15,-2 0 11 16,0 4-7-16,9-4 3 16,4 4-2-16,-7 4-5 15,15-9 0-15,1 2 2 0,6-5 1 16,6-5-3 0,0 2 0-16,0 3-22 0,0 0 21 15,18-4-18 1,35 0 15-16,-6 0-5 15,8-4 6-15,-8 4 3 0,-7 0 0 16,-15 0-2-16,3 0-6 16,-9 1 5-1,-4 2-4-15,-2 6 6 0,-13 2 2 16,0 6 1-16,0-2 1 16,0 10 2-16,-7-9 12 15,-33 4-17-15,-13-4-3 16,7-12 3-16,5-4-4 15,1-4-14-15,6-4 8 16,0 0-38-16,9 0-35 16,-3-12-193-16,10-8-177 0</inkml:trace>
  <inkml:trace contextRef="#ctx0" brushRef="#br0" timeOffset="24996.29">31695 5361 253 0,'0'0'545'0,"0"0"-489"0,0 0-7 0,0 0 22 0,0 0-69 15,0 0 25-15,140 0-3 16,-100 0-2-16,0-3-17 15,-6-5-5-15,7 3-43 16,-1-3-62-16,-15-4-153 16</inkml:trace>
  <inkml:trace contextRef="#ctx0" brushRef="#br0" timeOffset="25595.24">32529 5378 646 0,'0'0'55'0,"0"0"6"16,0 0-25-16,0 0-36 0,0 0-10 16,0 0-86-16,295-17-23 15,-267 14-112-15,-22 3 53 0,0 0 75 16</inkml:trace>
  <inkml:trace contextRef="#ctx0" brushRef="#br0" timeOffset="25840.56">32529 5378 689 0</inkml:trace>
  <inkml:trace contextRef="#ctx0" brushRef="#br0" timeOffset="25946.99">32529 5378 689 0,'0'-205'130'0,"16"205"-30"0,15 0-1 0,18 0 0 15,10 0-82-15,9 0-17 0,4 0-12 16,-4-16-54 0,13-9-75-16,-29 6-285 0</inkml:trace>
  <inkml:trace contextRef="#ctx0" brushRef="#br0" timeOffset="26346.7">33326 5389 555 0,'0'0'320'15,"0"0"-255"-15,0 0-1 16,0 0-64-16,-6 0-21 16,6 0-108-16,-6 0-62 15,-4 0-165-15</inkml:trace>
  <inkml:trace contextRef="#ctx0" brushRef="#br0" timeOffset="26827.5">33326 5389 417 0,'-186'-52'246'0,"186"40"-151"0,6-15-35 15,28-6-35-15,13-11-22 16,-1-12 4-16,-5 0 12 15,-16 4-12-15,21-1 24 16,-18 1-2-16,-9 8-1 16,-4 0-6-16,-15 8 18 15,0 0-25-15,0 0-7 16,0 0 22-16,-34 4-6 16,0 8 2-16,-6-1 1 15,33 22 14-15,-5-2-36 0,6 5 24 16,-4 0-5-16,-2 0-24 15,0 5-13 1,-16 31 7-16,3 8 4 0,-15-4-7 16,5 0 5-16,8-12-11 15,2-3 1-15,9-6-15 16,16-7-10-16,0-7-37 16,0-5-36-16,16 0-73 15,30 0-223-15</inkml:trace>
  <inkml:trace contextRef="#ctx0" brushRef="#br0" timeOffset="27760.59">33125 5827 733 0,'0'0'139'0,"0"0"-9"0,0 0-16 0,0 0-49 0,0 0-17 0,0 0-14 0,0 8-19 15,0-8 1-15,0 0-16 16,0 0 0-16,0 0-108 16,0 0-59-16,-25 0-280 15</inkml:trace>
  <inkml:trace contextRef="#ctx0" brushRef="#br0" timeOffset="78257.56">21326 4592 277 0,'0'0'86'0,"0"0"-30"0,0 0 9 0,0 0-50 0,0 0 0 0,0 0 14 0,0 0 21 0,0 0 7 15,-24 3 24-15,24-3-4 16,0 0-51-16,0 0-9 16,0 0-15-16,0 0 3 15,0 0-4-15,0 0 16 16,0 0 5-16,0 0-1 0,0 0 7 16,-7 0-19-16,-2 0 2 15,9 0-7 1,0 0 14-16,0 0-18 15,0 0 1-15,0 0 3 16,0 0-2-16,0 0-4 0,0 0 4 16,0 0 20-16,0 0-9 15,0-3 6-15,0-5-19 16,0-4 0-16,0-9-1 16,0-7-3-16,0 0 4 15,40-4 0-15,10 0 0 16,-3 4 0-16,5 0-9 15,-5-4 14-15,6-1-9 16,-1 5 7-16,-11 5-6 0,-1 10-2 16,-6 10-4-16,0 3 8 15,6 0-20 1,1 0 19-16,24 3-1 0,-3 17-4 16,-16-4 5-1,1 4 1-15,-13-7-16 0,-15-1-4 16,2-4-17-16,-21 0 3 15,19-5 1-15,-19 2-27 16,0-1-33-16,0 4-75 16,0 0-280-16</inkml:trace>
  <inkml:trace contextRef="#ctx0" brushRef="#br0" timeOffset="79018.53">22030 4423 13 0,'0'0'18'0,"0"0"40"0,0 0-52 16,0 0 24-16,0 0-25 0,0 0 41 15,0 0 67 1,0 0 21-16,0 0-61 0,0 0 1 16,0 0-25-16,0 0 22 15,0 0-17-15,0 0-1 16,0 0-26-16,0 0-8 15,0 0-4-15,0 0-3 16,0 0 4-16,0 0-13 16,0 0 8-16,13 0-11 15,15 12 9-15,-4-4-6 16,11 0-6-16,-14 0 0 16,4-8-4-16,-3 4-6 15,-16-4 12-15,-6 0 1 16,0 0 5-16,0 0 30 15,0 0-10-15,0 0 6 16,0 0-24-16,0 0 1 0,0 0-8 16,0-4-8-16,0-12 6 15,6-4 2 1,0-4 8-16,1-8-3 0,-7 3-10 16,15-2 10-16,-15 3-12 15,0 4-1-15,6 7-4 16,-6 14 10-16,0 3-8 15,0 0 9-15,0 0-68 16,0 8-18-16,0 15-37 16,-6-2-109-16</inkml:trace>
  <inkml:trace contextRef="#ctx0" brushRef="#br0" timeOffset="79988.57">23026 4572 37 0,'0'0'24'0,"0"0"40"0,0 0 42 0,0 0-43 0,0 0 66 0,0 0-25 15,0-5-29-15,0 2-27 0,0 3-20 16,0-5-6-16,0 5-15 16,0 0-9-16,0 0 4 15,0 0 27-15,0-3 33 16,0-2-15-16,0-3-15 16,0-4-18-16,0-4 0 0,0-7-13 15,6-10-2 1,40-3-7-16,7 4 8 0,3 4 2 15,-10 8-2-15,1 8 0 16,-1-1-5-16,-11 10 2 16,11 3-2-16,-6 0-2 15,-15 0 6-15,22 0 0 16,-7 0-18-16,0 12 17 16,16 4 2-1,-16-8 0-15,-2 4-3 0,11 0-11 16,-18 4-3-16,-3 8-66 15,-28 0-20-15,0 8-4 16,0-4-97-16</inkml:trace>
  <inkml:trace contextRef="#ctx0" brushRef="#br0" timeOffset="80698.67">23646 4531 309 0,'0'0'24'0,"0"0"-21"0,0 0 28 0,0 0 38 0,0 0-9 16,0 0 20-16,80-16-24 16,-45 16-13-16,-8 0-10 15,4 13-5-15,4 2-19 16,-14 1-4-16,-2-3-5 16,-4-6 2-16,-8-2-5 0,-7-5 5 15,0 0-2 1,0 0 47-16,0-25 1 15,0-11-29-15,0 0-18 0,0 0-1 16,0 3 1-16,0 14-1 16,0 2 8-16,0 10-18 15,0 7 7-15,0 0-20 16,0 0-80-16,6 0 26 16,6 0-38-16,-12 0-253 15</inkml:trace>
  <inkml:trace contextRef="#ctx0" brushRef="#br0" timeOffset="178349.47">19851 7418 230 0,'0'0'121'0,"0"0"-79"0,0 0 2 0,0 0-35 0,0 0 8 16,0 0-8-16,0 0 1 0,0 0 5 16,0 0 33-16,0 0 19 15,0 0-22-15,0 0-1 16,0 0-15-16,0 0-14 16,0 0-14-16,0 0-2 15,0 0-3 1,0 0 4-16,0 0 2 0,0 0 6 15,0 0 9-15,0 0-1 16,0 0-5-16,0 0-11 16,0 0-4-16,6 0-10 15,22 0 12-15,12 0 1 16,-9 0 2-16,9-19 23 16,16-13 4-16,-16-8-13 15,1-8-13-15,-10-4 22 16,-10-1-23-16,14-3 14 0,-23-1-15 15,-6-2-8 1,-6 18 8-16,0 10 1 0,0 7-1 16,-28 12 7-16,-18 12-7 15,5 0 14 1,-11 8-14-16,-23 35 2 16,23 9 1-16,-7-3-3 0,12 4 1 15,19-10-1-15,10-3 0 16,8 0 3-16,10-4-1 15,0-4-4-15,0-7-4 16,0-2 3-16,0-7-11 16,22-7-8-16,12-5-1 15,-9-4 6-15,3 0 10 16,0 0 7-16,-22 0-7 0,13 0 18 16,-7-4-11-16,3-16 4 15,4 0 6-15,-13-1-10 16,16 1 3-1,-10 17-5-15,-5-5 2 0,-7 8-1 16,9 0 1-16,-9 0 11 16,0 0-2-16,0 0 0 15,0 0-8-15,0 0-2 16,0 0 1-16,0 0 0 16,0 0-1-16,0 0 0 15,6 0-9-15,0 8 10 16,7 12 6-16,8 4 1 0,-8 12 6 15,-7 12 2 1,16 12 2-16,-22 12 0 16,6 17-2-16,-6 7 7 15,0 0-14-15,0 0 6 0,0 1-3 16,0-17-1-16,0-5-10 16,-6-10-1-16,-4-1 0 15,-2-11-20-15,0-6-35 16,-10-14-52-16,3-21-100 15,13-12-121-15</inkml:trace>
  <inkml:trace contextRef="#ctx0" brushRef="#br0" timeOffset="178997.96">19891 7832 119 0,'0'0'388'0,"0"0"-326"0,0 0 15 0,0 0-23 0,0 0 38 16,0 0-18-16,201 17-3 15,-142-6-24-15,0 1-26 16,3-7 2-16,-9 3-18 16,-7-1-5-16,-11-7-4 15,-17 0 1-15,16 0-51 16,-12 0-1-16,9 0-10 15,-3-7-65-15,-22-14-37 0,-6 9-280 16</inkml:trace>
  <inkml:trace contextRef="#ctx0" brushRef="#br0" timeOffset="179866.61">20846 7531 307 0,'0'0'90'0,"0"0"0"0,0 0-21 15,0 0-14-15,0 0-9 0,0 0-2 16,0 0-14-16,0 0 29 15,0 0 4-15,0 0-19 16,0 0-19 0,22 0-22-16,-4 0 33 0,22 0-23 15,1 0-6-15,5 0-5 16,1 0-1-16,6-3-1 16,-4-5 0-16,-18-1-15 15,-3 1-22-15,0-3 4 16,-3 2-17-16,-4 1-35 15,-14 0-45-15,-7 4-39 16,0-5-211-16</inkml:trace>
  <inkml:trace contextRef="#ctx0" brushRef="#br0" timeOffset="180330.68">20840 7302 416 0,'0'0'59'0,"0"0"28"0,0 0-10 0,0 0 0 0,0 0 28 16,0 0-54-16,167 0 0 0,-127 5-3 16,7 3-12-16,-7-5-12 0,-6 2-18 15,7-5-3 1,-1 0 2-16,-9 0-10 0,9 0-12 16,-6 0-29-16,-6 0-56 15,-22-8-105-15,-6-5-336 16</inkml:trace>
  <inkml:trace contextRef="#ctx0" brushRef="#br0" timeOffset="187241.72">22297 6793 19 0,'0'0'119'0,"0"0"-50"0,0 0-7 0,0 0-23 0,0 0 19 16,0 0-41-16,0 0-7 16,0 0 20-16,0 0 15 15,0 0-19-15,0 0 7 16,0 0-28-16,0 0 18 15,0 0 2-15,0 0 7 16,0 0 2-16,0 0-12 0,0 0 20 16,0 0-23-16,0 0 21 15,0-4-8-15,0 0-2 16,0-3-10-16,0-1-11 16,6-1 0-16,7 5 0 15,2-4-3-15,10-4 4 16,9 0 35-16,0 4-30 15,6 0 6-15,-12 8-21 16,-3 0 0-16,-3 0 0 16,-16 0-16-16,-6 0 5 0,0 0 11 15,0 16 36 1,0 1-21-16,0-2-1 0,0 1-14 16,0-8 0-16,0-4-11 15,0 0 0-15,0 0-9 16,0 0-14-1,0 5 11-15,12-1 5 0,29 3 18 16,-1 1 2-16,-6 1 8 16,-3-2-8-16,-9-2 5 15,-16-1-2-15,-6 11 1 16,0 6 45-16,-28 11-7 16,-43 8 0-16,-16-4-26 15,0-16-6-15,13 0-12 0,15-15 10 16,19-2-10-1,-1-7-18-15,7 4-28 0,-6-4-116 16,0 8-161 0</inkml:trace>
  <inkml:trace contextRef="#ctx0" brushRef="#br0" timeOffset="188408.56">21875 7423 212 0,'0'0'13'0,"0"0"-5"0,0 0-1 0,0 0-3 0,0 0 3 0,0 0 50 16,-40 8-4-16,40-8 1 15,0 0-14-15,0 0 35 16,0 0-34-16,0 0-8 16,0 0-9-16,0 0-10 15,0 0 12-15,0 0 18 0,0 0 22 16,0 0-14 0,0 0-14-16,0 0-18 0,0 0-5 15,0 0-6 1,0 0 6-16,0 0 12 0,0 0-17 15,0 0 20-15,0 0-21 16,0 0-6-16,22 0-1 16,49 0 10-1,31 0 12-15,32 0 4 0,27 8-8 16,6 4-4-16,13 4-7 16,-12 0-8-16,-16-4-2 15,-32 4 6-15,-33-7-16 16,-34-1 11-16,-25-5 0 15,-22-3-10-15,-6 0 10 0,0 0 3 16,0 0-3 0,0 0-9-16,0 0-30 15,0-8-11-15,-18-4-103 0,-57 4-340 16</inkml:trace>
  <inkml:trace contextRef="#ctx0" brushRef="#br0" timeOffset="192155.48">22592 7828 12 0,'0'0'244'0,"0"0"-179"0,0 0-3 0,0 0-4 0,0 0-16 0,0 0 18 0,0 0-10 16,0 0 0 0,0 0-25-16,0 0 25 0,0 0-18 15,0 0-4-15,0 0-8 16,0 0 1-16,0 0 5 16,0 0-4-16,0 0 4 15,0 0-11-15,0 0 22 16,0 0-15-16,0 0 0 15,0 0-17-15,-7 4 6 16,-21 24-8-16,-12-3-3 16,0 6 7-16,-7 5-4 15,1 0 7-15,6 8-9 16,-1 5 2-16,7 7 0 16,9-4 3-16,4 1 1 15,21-2-7-15,0-7 0 16,0 0-2-16,0-8 2 0,15-8-19 15,16-7 12 1,16-6-19-16,-7-7 12 0,16-8-1 16,3 0 15-16,-7 0 3 15,-5 0 5-15,-19-19-1 16,-10-6-7-16,-2-3 7 16,-16 5-6-16,0 7-2 15,-16 3-1-15,-36 9 1 0,-20 4-17 16,10 0 18-1,3 4 5-15,-9 28 7 16,22 4 5-16,5-3-13 16,23-10-4-16,18-15-46 0,0-8-97 15,25 0-172 1</inkml:trace>
  <inkml:trace contextRef="#ctx0" brushRef="#br0" timeOffset="200196.81">22818 6537 208 0,'0'0'138'0,"0"0"-68"0,0 0-24 0,0 0-23 0,0 0-20 0,0 0 28 15,0 0 5-15,0 0 21 16,0 0-21-16,0 0 28 16,0 0-14-16,0 0-12 15,0 0-32-15,0 0 5 0,0 0 5 16,0 0 2-16,0 0 8 16,0 0 2-16,0 0 3 15,0 0-8-15,0 0-7 16,0 0-16-16,22 0 0 15,37-13 3-15,9 2 6 16,-3-1-1-16,-12-4-7 16,-7 11 2-16,-12-3-3 0,0 4-17 15,-6 1-28 1,-22-5-4-16,-6 3-24 0,0-6-79 16,0 11-22-16</inkml:trace>
  <inkml:trace contextRef="#ctx0" brushRef="#br0" timeOffset="200648.36">22967 6344 638 0,'0'0'65'0,"0"0"26"0,0 0-4 16,0 0-59-16,0 0-11 0,0 0-8 0,0 0-3 0,0 0 1 0,0 0-7 16,0 0-3-1,0 0-88-15,0 0-186 0</inkml:trace>
  <inkml:trace contextRef="#ctx0" brushRef="#br0" timeOffset="201196.47">23125 6640 488 0,'0'0'131'0,"0"0"-74"0,0 0 29 0,0 0-68 0,0 0-15 16,0 0-3-16,-13 0-15 15,13 0-22-15,0 0 19 16,0 0-1-16,0 5-78 16,0-5-149-16</inkml:trace>
  <inkml:trace contextRef="#ctx0" brushRef="#br0" timeOffset="202180.33">23534 6268 25 0,'0'0'182'0,"0"0"-91"0,0 0-5 0,0 0 1 0,0 0-6 0,0 0-36 0,0 0-32 16,0 0-11-16,0 0 6 0,13 0-7 16,8 0 4-16,-2 0-5 15,-7 0-6-15,22 0 2 16,-12 0 4-16,-3 0 8 15,2 0 3-15,-14 0-7 16,-7 0-4-16,0 4-3 16,0 8 3-16,0 0 0 0,0 3 30 15,0 2-14 1,0-4-15-16,0-10-1 0,0 9-12 16,0-8-14-16,0 8 13 15,0-7-8-15,6 3 21 16,6-5 7-16,-12 1 15 15,6 0 1-15,-6 4 18 16,0 4 4-16,0 4 1 16,-6 4-18-16,-28 0-28 15,3-7-13-15,9 6-16 16,4 1-26-16,-4-7-50 16,10-1-138-16</inkml:trace>
  <inkml:trace contextRef="#ctx0" brushRef="#br0" timeOffset="203214.57">22892 8486 253 0,'0'0'166'0,"0"0"-160"0,0 0 53 0,0 0 21 0,0 0-13 0,0 0-6 0,100-20 23 15,-60 20-29-15,-6 0-15 16,-6 0 14-16,-10 0-22 16,1 0-19-16,-3 0-12 15,-10 0-1-15,6 0-2 0,-6 0-21 16,10 0-28-16,2 0 0 16,-5 0-41-1,2 0-58-15,-15 0-59 0</inkml:trace>
  <inkml:trace contextRef="#ctx0" brushRef="#br0" timeOffset="203477.87">23140 8117 583 0,'0'0'137'16,"0"0"-26"-16,0 0-54 15,0 0-55-15,0 0-2 16,0 0-33-16,0 0-55 15,0 0-60-15,0 0-73 16</inkml:trace>
  <inkml:trace contextRef="#ctx0" brushRef="#br0" timeOffset="203976.73">22951 8671 449 0,'0'0'193'0,"0"0"-121"0,0 0 13 0,0 0-43 0,0 0-42 16,0 0-23-16,0-13-59 0,6 13-32 15,4 0 68 1,-10 0 22-16,0-4-63 0,0 0-378 15</inkml:trace>
  <inkml:trace contextRef="#ctx0" brushRef="#br0" timeOffset="204743.02">23466 8204 448 0,'0'0'131'0,"0"0"-90"0,0 0-19 0,0 0-22 0,0 0 0 16,0 0 4-16,22-31 2 15,-10 31-6-15,0 0-4 0,10 0 4 16,-9 0 33-16,-1 0 2 16,3 8 9-16,-8 8-13 15,-7 0-29-15,0 8 13 16,0 4-9-16,0 8-6 16,-7 0-13-16,-27 5 7 15,13-13 6-15,14-4-9 16,7-9-28-16,0-7-33 15,0-8 26-15,22 0 1 16,25 0-10-16,-7 0 33 16,-6 0 20-16,-15 0 0 15,-7 0 6-15,-12 0 0 16,0 5 12-16,0 18 49 0,0 14-29 16,-19 3-11-1,-33-1-15-15,-4-1 5 0,-9-2-17 16,-10-8 0-16,17 3-26 15,5-7-13-15,3-7-35 16,25-14-136-16</inkml:trace>
  <inkml:trace contextRef="#ctx0" brushRef="#br0" timeOffset="205426.4">24201 7675 317 0,'0'0'338'0,"0"0"-267"0,0 0 9 0,0 0-28 0,0 0-35 0,0 0 31 15,46-8-3-15,-12 0-24 16,1 5-3-16,-8-6-3 15,4 6-15-15,4-5 0 16,-1 0-7-16,-6 8-26 16,-10 0-24-16,-5 0 4 0,-4 0-66 15,-9 0-3 1,0 0 13-16,0 0 29 0,-16 0-200 16</inkml:trace>
  <inkml:trace contextRef="#ctx0" brushRef="#br0" timeOffset="205659.34">24201 7675 415 0,'-99'-188'331'0,"99"188"-279"0,0 0 34 16,0-4-27-1,21 0-20-15,10-8-6 0,25 4-13 16,-9-8-20 0,-1 0-7-16,-6 0-28 0,13-5-78 15,-13 13-108-15,-5-3-240 16</inkml:trace>
  <inkml:trace contextRef="#ctx0" brushRef="#br0" timeOffset="206396.59">25547 7266 489 0,'0'0'100'0,"0"0"-32"0,0 0-10 0,0 0 5 16,0 0-31-16,0 0-32 0,0-92 0 15,0 48 9-15,0-12 15 16,12 0 14-16,7-1-10 16,8 5 13-16,-5 8-5 15,3 4-30-15,-13 16-12 16,-12 12 6-16,0 12-7 16,0 0 0-16,0 0 7 15,-6 25 22-15,-53 19-18 16,7 0 0-16,5-8-1 15,13-4-6-15,12-5-38 0,4-2-23 16,11 3-47-16,1-4-77 16,-9-8-204-16</inkml:trace>
  <inkml:trace contextRef="#ctx0" brushRef="#br0" timeOffset="206976.67">25044 7567 528 0,'0'0'110'0,"0"0"-106"0,0 0 39 0,0 0 36 16,0 0-20-16,388 0-17 15,-255 0-18-15,-6 0 2 0,0 0-17 16,-27 0-5 0,-14 0-4-16,-11 0-3 0,-22 0-36 15,-26 0-28 1,1-3-175-16,-28-10-57 0</inkml:trace>
  <inkml:trace contextRef="#ctx0" brushRef="#br0" timeOffset="207674.66">25444 7908 256 0,'0'0'162'0,"0"0"-32"0,0 0-35 0,0 0-4 16,0 0-39-16,0 0-6 0,242-44-16 15,-214 44-25-15,-9 0-5 16,-7 0 0-16,-12 21 11 16,0 22 15-16,0 9 3 15,-47 8-12-15,-11 1 3 16,-17-5-14-16,16-4 2 16,13-8-1-16,24-12-7 15,16 0 0-15,6-12-15 16,0-7 4-16,18-10-20 15,51-3 3-15,17 0 8 16,23-16 20-16,-16-15 7 16,-22-2-7-16,-3 5-19 15,-33 8-101-15,-1 8-17 0,-22 3-91 16</inkml:trace>
  <inkml:trace contextRef="#ctx0" brushRef="#br0" timeOffset="212171.58">23044 3894 83 0,'0'0'88'0,"0"0"-58"0,0 0 30 0,0 0 1 0,0 0-16 16,0 0-1-16,0 0-18 15,0 0 2-15,0 0 16 16,0 0 1-16,0 0-12 16,0 0-14-16,0 0 7 15,0 0-18-15,0 0 9 0,0 0-10 16,0 0-2-1,0 0 3-15,0 0-6 0,0 0 31 16,0 0 9-16,0 0 14 16,0 0-30-16,0 0-14 15,0 0-7-15,0 0 4 16,0-8-9-16,28-13 7 16,12-7 18-16,1 0-10 15,-7 0 3-15,-3 4-12 16,9-8 7-16,1 8-11 15,-7 0-2 1,-6 4-4-16,-10 12-4 0,-12 4-18 16,4 4-9-16,-10 0-29 15,0 0-53-15,0 0-21 0,0 0-146 16</inkml:trace>
  <inkml:trace contextRef="#ctx0" brushRef="#br0" timeOffset="212605.49">23153 3685 332 0,'0'0'120'0,"0"0"-28"0,0 0-11 0,0 0-40 0,0 0 16 16,0 0-26-16,146 165-26 15,-125-157-5-15,-8-1 5 16,-7-7 13-16,-6 8-14 0,15-3-4 16,-8-2-5-16,5 10-3 15,0-9-54 1,-2-4-57-16,2 0-172 0</inkml:trace>
  <inkml:trace contextRef="#ctx0" brushRef="#br0" timeOffset="213385.74">23782 3721 165 0,'0'0'41'0,"0"0"22"0,0 0-22 0,0 0-15 0,0 0 21 15,0 0 21-15,0 4-18 16,0-4-15-16,0 0-9 16,0-4 19-16,0-11 3 15,0-10-5-15,0-7 6 16,0-12-42-16,6 4 3 15,7-4-7-15,5 0 2 16,4 3-5-16,-3 5 0 16,-4 8 0-16,-15 12 2 15,0 4 14-15,0 9 24 16,0 3 14-16,0 0-49 16,0 0-5-16,6 0-18 0,-6 0-39 15,0 0-22-15,0 0 43 16,0 0-14-16,0 0 17 15,0 19 33-15,0 9 2 16,-21 5-2-16,2-5-75 16,7-5-158-16</inkml:trace>
  <inkml:trace contextRef="#ctx0" brushRef="#br0" timeOffset="214236.87">23813 4002 85 0,'0'0'143'0,"0"0"-77"0,0 0-48 0,0 0 6 0,0 0 8 0,0 0 19 15,-6 0 7-15,6 0 19 16,0 0-10-16,0 0-19 15,0 0 25-15,0 0 0 16,0 0-35-16,0 0-15 16,0 0-6-16,0-13-13 15,47-18 13-15,15-13 24 16,31-12-19-16,0-9 9 16,34-11-9-16,-13 4 6 15,-8 12-23-15,-26 20-5 16,-27 16-19-16,-25 16-12 0,-9 8-48 15,-19 0-45 1,0 0-131-16</inkml:trace>
  <inkml:trace contextRef="#ctx0" brushRef="#br0" timeOffset="-214478.67">24188 3894 346 0,'0'0'113'0,"0"0"-14"0,0 0-41 0,0 0-53 0,0 0 16 0,0 0 5 0,0 0 31 0,28 0-23 0,13 0-1 16,5 0-31-1,7 0 14-15,-13 0-11 0,0 0-5 16,-15 0-26-16,-15 8 21 15,-10 24 5-15,0 16 10 16,0 4 14 0,-22 0-10-16,-12 4 6 0,9-12-10 15,19-3 2-15,-4-13 5 16,10-12-10 0,0-8-7-16,10-8-3 0,42 0 1 15,14 0 2-15,2 0 26 16,-15-13-16-16,-13 2 9 0,-12 2-6 15,-10 9-4 1,-11 0-9-16,-7 0 0 0,15 0-48 16,-15 0-77-16,0 20-74 15</inkml:trace>
  <inkml:trace contextRef="#ctx0" brushRef="#br0" timeOffset="-189682.58">23432 11954 85 0,'0'0'532'0,"0"0"-507"0,0 0 4 16,0 0 1-16,0 0-24 15,0 0-12-15,0-15-23 16,0 7-30-16,9 0-63 16,-9 0-81-16</inkml:trace>
  <inkml:trace contextRef="#ctx0" brushRef="#br0" timeOffset="-181922.1">21320 3568 156 0,'0'0'133'0,"0"0"-97"0,0 0 18 0,0 0-42 0,0 0-10 0,0 0 35 16,-6 0 5-16,6 0 30 15,0 0 0-15,0 0-34 16,0 0-14-16,0 0-2 16,0 0-15-16,0 0-3 0,0 0 18 15,0 0-17 1,0 5 22-16,-12-5 8 16,12 0 5-16,0 8-19 0,0-8-6 15,-7 4-3-15,7 7-5 16,-15-2-1-16,3 18 1 15,-7-2 18-15,-15 7-5 16,-13 13 8-16,-8-1-14 16,14 3 8-16,-11 1-13 15,11-19-6-15,16-1-3 16,-3-13-14-16,28-2-10 16,-6-13-43-16,6 0-31 15,0 0-149-15,0-28-323 0</inkml:trace>
  <inkml:trace contextRef="#ctx0" brushRef="#br0" timeOffset="-181456">21094 3742 162 0,'0'0'147'0,"0"0"7"0,0 0-34 0,0 0-37 0,0 0 50 0,0 0-44 0,127 87-6 0,-87-51-46 15,1-3-22-15,-7-6-6 16,-3-7-8-16,-3-3 4 0,-16 3-5 16,4-16-7-16,-10-4-53 15,-6 0-35-15,0 0-160 16</inkml:trace>
  <inkml:trace contextRef="#ctx0" brushRef="#br0" timeOffset="-180489.61">21795 3685 26 0,'0'0'124'0,"0"0"-122"0,0 0-2 0,0 0 13 16,0 0 21-16,0 0 47 0,0 4 52 15,0-4-41-15,0 0-19 16,0 0-16-16,0 0 0 16,0 0 12-16,0 0-25 15,0 0-22-15,0 0-8 16,0 0 17-16,0 0-17 16,0 0-4-16,0-8 9 15,0-20-5-15,0-8 12 16,0 0-26-16,6-8 1 15,16 0-1-15,5-5-9 16,-2-3 8-16,-3 1-10 16,-10 10-8-16,-12 13-19 0,0 12 26 15,0 16 8-15,0 0 3 16,0 0 1-16,-12 0 13 16,-28 28-13-16,-1 8 0 15,-11 4 0-15,-4 8-38 16,9 1-24-16,1-1-53 15,33-12-42-15,13-9-13 16,0-14-106-16</inkml:trace>
  <inkml:trace contextRef="#ctx0" brushRef="#br0" timeOffset="-179742.69">21754 3989 58 0,'0'0'2'0,"0"0"38"0,0 0 48 0,0 0-32 0,0 0 25 0,0 0 42 0,0 0-39 0,-6 0-10 16,6 0 3-16,0 0-18 0,0 0-11 15,0 0-32 1,0 0-16-16,0-11 0 0,40-17 5 16,22-8 35-16,-3-16-21 15,22-4-9-15,0-8-2 16,-10 3 0-16,-9 1-8 15,-9 7-29-15,-13 17-74 16,-6-3-98-16,-15 11-175 16</inkml:trace>
  <inkml:trace contextRef="#ctx0" brushRef="#br0" timeOffset="-178825.83">22083 3898 182 0,'0'0'87'0,"0"0"35"0,0 0 2 0,0 0-37 0,0 0-19 15,0 0 4 1,0 0-31-16,0 0-38 0,0 0 8 16,12 0 13-16,10-4-12 15,-3-4 13-15,-4 8-25 16,4 0 16-16,3 0-11 15,-10 0 15-15,0 0-20 16,1 0-13-16,2 0 1 16,-9 28 1-16,-6 8 8 15,0 20 6-15,0 0 5 16,0-8-8-16,0-12 6 16,0-8-3-16,0-8 18 15,0-12-17-15,0-8-1 0,0 0-3 16,13 0-28-1,21 0 28-15,0 0 1 0,-9 0 18 16,3 0-7-16,-16 0-7 16,4-3-5-1,2 3-10-15,4 0-23 0,-3 0-95 16,2 0-130-16</inkml:trace>
  <inkml:trace contextRef="#ctx0" brushRef="#br0" timeOffset="-173595.58">17131 5370 411 0,'0'0'31'0,"0"0"9"0,0 0-13 0,0 0 5 0,0 0-1 0,0 0 2 16,0 0 5-16,0 8 35 16,0-5 25-16,0 18-47 0,0-6-7 15,0 13-36-15,0 8 11 16,0 17-14-16,0 7 29 16,0 9-16-16,19-2-18 15,-7-6 15-15,-2-6-10 16,-4-10 12-16,-6-5-15 15,6-17 6-15,-6-14-6 16,0-1 2-16,0-8 0 16,0 0-8-16,0 0 7 0,0-40-3 15,-6-24 13 1,-28-12-9-16,0-13-4 0,27-3 5 16,7 0-12-16,0-4 8 15,0 3-2 1,0 6-28-16,0 10 13 0,28 16-26 15,-9 17 12-15,3 8 23 16,2 13-19-16,10-1 5 16,7 7-15-16,5 14 28 15,1 3-27-15,6 0 35 16,-7 0 3-16,-6 11-3 16,-12 14 0-16,-15 11-14 15,-13 0 14-15,0 12 15 0,-34 7 25 16,-53-6-24-1,0-1 13-15,0-7-15 0,22-10-14 16,12 2-3 0,13-14-20-16,24-19-23 0,4 0-133 15,12 0-316 1</inkml:trace>
  <inkml:trace contextRef="#ctx0" brushRef="#br0" timeOffset="-173014.73">18052 4980 504 0,'0'0'69'0,"0"0"13"15,0 0-37-15,0 0-30 0,0 0 15 0,0 0 16 0,-208 80-28 0,156-47 7 16,-1 6 21-16,0 2 7 15,-9 3 13-15,16 12-42 16,-1 8-3-16,19 5-19 16,16-1 6-1,12 0-8-15,0-11-2 0,0-6-1 16,59-7-8-16,37-11-9 0,9-9 3 16,29-4 12-16,15-12-24 15,-22-8-18 1,-16 0-31-16,-2-28 9 0,-50-13-91 15,-13-6-157-15</inkml:trace>
  <inkml:trace contextRef="#ctx0" brushRef="#br0" timeOffset="-172646.54">17860 5646 258 0,'0'0'290'0,"0"0"-258"16,0 0 29-16,0 0-35 15,0 0-24-15,0 0 75 16,267-40-20-16,-174 40-15 16,-25 4-27-16,-3 24-8 15,-25 8 7-15,-18-3 18 0,-3 3-9 16,-13-5-3-16,-6 10 8 16,0 11-18-16,-25 4-10 15,-37-8-23-15,15-24-107 16,13-24-239-1</inkml:trace>
  <inkml:trace contextRef="#ctx0" brushRef="#br0" timeOffset="-170096.81">22719 1852 264 0,'0'0'246'0,"0"0"-219"0,0 0 20 0,0 0 26 0,0 0-20 0,0 0 12 0,-28 41-37 16,28-34-4-16,0 6 9 15,0-2-9-15,12-3 12 16,16 1-32-16,12-9 10 15,-5 0 5-15,-1 0 11 16,18 0-14-16,1 0 3 0,15-28-10 16,-9-13 4-1,-6-15-6-15,-13 12-3 0,-12 8 8 16,-16 0-9-16,-5 16-3 16,-7-8 1-16,0 4-1 15,0 16 0 1,0-4-29-16,-19 12 3 0,-21 0 24 15,-19 44-16-15,-22 20 20 16,-21 4-11-16,31 0-10 16,15-15 15-16,31-9-3 15,9-13 7-15,16-6-5 16,0-9-1-16,0-13-4 16,0-3-27-16,0 0 21 0,28 0-16 15,7 0 32-15,11-23 0 16,-6-6 5-1,-21 6-3-15,15 15 0 0,-28-1-2 16,0 9 3-16,-6 0-9 16,0 0 6-16,0 0-6 15,0 0 6-15,0 17 21 16,0 19 1-16,0 8-2 16,16 8 1-16,-10 12-4 15,-6 8-2-15,0 4-10 16,0-3 4-16,0-5-4 15,0-20-10-15,0-11 4 16,0-10 0-16,0-3-14 16,0 0-26-16,0-4-50 15,0-7-143-15,0-13-366 0</inkml:trace>
  <inkml:trace contextRef="#ctx0" brushRef="#br0" timeOffset="-169665.11">22644 2558 441 0,'0'0'168'0,"0"0"-94"0,0 0 100 0,0 0-39 0,0 0-59 0,382 0-36 0,-283 0-24 15,-6 0-10 1,-25 0-12-16,0 0-35 0,-27 0-13 16,-17 0-87-16,-2 0-127 15</inkml:trace>
  <inkml:trace contextRef="#ctx0" brushRef="#br0" timeOffset="-168899.37">22719 3239 266 0,'0'0'346'0,"0"0"-320"0,0 0 28 0,0 0 71 0,0 0-63 0,0 0-37 0,325 0-15 16,-275 0-8 0,-19 0-4-16,-9 0-4 0,-16 0-35 15,-6 0-53-15,0 0-33 16,0 0 12-16,0-7-410 15</inkml:trace>
  <inkml:trace contextRef="#ctx0" brushRef="#br0" timeOffset="-168666.82">22719 3239 586 0,'24'-131'194'0,"-14"131"-186"0,8 0 28 15,17-8 5-15,30 0-6 16,3 0-27 0,6-4-8-16,-9-1-2 0,-18 2-46 15,-7-1-85-15,-40 7-81 16</inkml:trace>
  <inkml:trace contextRef="#ctx0" brushRef="#br0" timeOffset="-136427.81">19630 10968 381 0,'0'0'64'0,"0"0"-52"0,0 0 16 0,0 0 36 0,0 0-33 15,0 0 17-15,0 0 2 16,360 156 13-16,-304-156-7 15,-10 0-4-15,13-39-29 0,-6-25 1 16,0-29 25-16,-13-16-26 16,0 6 3-16,-18 2-24 15,-22 33-2-15,0 8 3 16,0 27-3-16,-12 14 5 16,-44 15 3-16,-15 4-8 15,2 0-13-15,-24 16 13 16,13 40 2-16,-1 12 4 15,22 8 2-15,25-4-16 16,28-11 7-16,6-13-6 16,0-16-3-16,0-7 3 15,46-18-1-15,1-7-33 16,6 0 17-16,-1-7 24 0,4-23 1 16,-9 3 1-1,-13 10 2-15,-16 14 0 16,10 3 3-16,-3 3 10 15,-9 38-8-15,8 15 20 0,-2 4-18 16,-10-7 8-16,1-14-5 16,-7 2 1-16,28-18-15 15,0-10-35-15,13-10-16 16,-1-3-5-16,-5 0-21 16,5 0-118-16,-18-16-297 15</inkml:trace>
  <inkml:trace contextRef="#ctx0" brushRef="#br0" timeOffset="-135544.72">20812 10808 469 0,'0'0'49'0,"0"0"-24"0,0 0 23 0,0 0-8 0,0 0 6 0,0 0 30 15,9 0-10-15,-9 0-37 0,0 0-11 16,0 0 13 0,0 0-21-16,0 11-10 0,0 25 12 15,0 21 6-15,-22 7 6 16,-18-3-2-16,15-13-6 16,4-1-4-16,-7-14 0 15,28-9-11-15,0-1-2 16,0-6-17-16,0-1-9 15,0-16-23-15,28 0 19 16,-1 0 13-16,-2 0 13 16,-3 0 5-16,-10 0 2 15,10 0-1-15,-10 0 8 16,1-8-6-16,-7 8 3 16,16-8-7-16,3 4 1 0,-4-9 0 15,-15 13-3 1,16-3-5-16,-3-2 1 0,-7 2 7 15,-12-9-4 1,22-1 10-16,-16-2-8 0,0-1 4 16,7-5-1-16,-4 14-1 15,-3 2-4-15,-6 5 4 16,6 0-10-16,-6 0 7 16,0 0-9-16,0 0 8 15,0 0 8-15,0 0 3 16,0 0 1-16,0 33-8 15,0 11 36-15,0 4-12 16,0 8-1-16,0 1-18 16,0-6 6-16,0-10-5 0,0-5-6 15,-6-17 10-15,6-11-21 16,0-8-10 0,0 0-28-16,0 0-60 0,0 0-111 15,0-16-204-15</inkml:trace>
  <inkml:trace contextRef="#ctx0" brushRef="#br0" timeOffset="-135012.1">21447 10972 266 0,'0'0'325'0,"0"0"-245"0,0 0 10 0,0 0-24 0,0 0-26 0,0 0 0 15,62-4-4-15,-37 4-22 16,-3 0 4-16,-3 0-16 0,-7 0-4 16,3 0-12-1,-8-4-23-15,-1-3-15 16,-6-1-63-16,0-1-21 15,0 1-100-15</inkml:trace>
  <inkml:trace contextRef="#ctx0" brushRef="#br0" timeOffset="-134811">21447 10972 571 0,'-105'-269'76'16,"130"261"-18"-16,15-7 78 0,0 15-61 16,13-5-38-16,3 2-2 15,-3-5-25 1,-7-1-10-16,1 1-36 16,5 0-35-16,-5 0-69 15,-13-8-120-15</inkml:trace>
  <inkml:trace contextRef="#ctx0" brushRef="#br0" timeOffset="-130417.78">22712 10367 207 0,'0'0'91'0,"0"0"-23"0,0 0 43 16,0 0-43-16,0 0-24 0,0 0-14 15,0 0 22-15,-9 4-4 16,3-4 31-16,0 3-14 15,-13-3-15-15,19 0-17 0,0 0-10 16,0 0 11 0,0 0-31-16,0 0-3 0,0 0-2 15,0 0 1-15,0 0-7 16,0 0 8-16,6 0 3 16,28 0 6-16,-15 0-1 15,21 0-6-15,-5 0 3 16,-11 0 0-16,4 0-10 15,-15 8-4-15,-4 17 1 16,-9 11 7-16,0 8 1 16,0 0 7-16,-9-4-1 15,-22-3 3-15,15-14-5 16,16-7-8-16,0-8-9 16,0 1-26-16,6-9-26 0,50 0 45 15,9 0 17-15,-9 0-3 16,-19 0 5-16,-9 0 2 15,-22 0 16 1,-6 0-1-16,0 11 25 0,0 30-24 16,-46 10 36-1,-13 26-38-15,-15 3-9 0,5-8-1 16,-2-11-2-16,9-9-6 16,15-21-28-16,29-14-45 15,2-17-77-15,16 0 30 16</inkml:trace>
  <inkml:trace contextRef="#ctx0" brushRef="#br0" timeOffset="-128752.22">23587 10868 67 0,'0'0'310'0,"0"0"-213"0,0 0-28 0,0 0-16 16,0 0-36-16,0 0 18 16,0 20 3-16,0-23 19 15,0-6-11-15,0 9-8 16,0 0-17-16,0 0 26 0,0 0-39 15,0 0-8 1,0 20 0-16,0-4 0 0,-13 0 27 16,-2-12-6-1,15-4 19-15,0 0-27 0,0 0-13 16,0 0-3-16,0 0-37 16,0 0 17-16,0 0 15 15,0 0 7-15,0-4-8 16,-12 4 4-16,-1 0-79 15,-15 0-71-15,10 0-88 16</inkml:trace>
  <inkml:trace contextRef="#ctx0" brushRef="#br0" timeOffset="-126187.95">24502 10623 211 0,'0'0'230'0,"0"0"-223"0,0 0 40 0,0 0 14 0,0 0-51 0,0 0 21 0,0 5 0 0,0-2 11 16,0-3 27-16,0 0 32 15,0 0-46-15,0 0-23 16,0 0-1-16,0 0-6 16,0-16-5-16,0-16-18 15,0-16 15-15,0-16-6 16,21-12 6-16,4-12-16 15,3-4-2-15,0 7-11 16,-9 16-3-16,-7 30-1 16,-12 19-15-16,0 20 21 0,0 0 2 15,0 31-64-15,-59 42 55 16,-6 7-25 0,-10 0-110-16,7-11-137 0</inkml:trace>
  <inkml:trace contextRef="#ctx0" brushRef="#br0" timeOffset="-125336.91">24170 11004 368 0,'0'0'107'0,"0"0"36"0,0 0-31 0,341 0-39 0,-223 0-10 16,3-8-46-16,-13 5-1 15,-15-5-16-15,-18-1 0 16,-16 1-1-16,-13-3-21 16,-12 3-21-16,-9-1-63 15,-16 1-38-15,-9 8-301 0</inkml:trace>
  <inkml:trace contextRef="#ctx0" brushRef="#br0" timeOffset="-124635.93">24517 11365 332 0,'0'0'197'0,"0"0"-164"0,0 0 73 0,0 0-32 0,0 0-13 15,0 0-27-15,313-12-10 16,-300 17-22-16,2 15 4 16,-15 7 4-16,0 26 4 15,-22 11-4-15,-52 11-9 16,3 10 27-16,-10-5-21 0,35 1 19 15,11-17 7 1,29-20-27-16,6-8-6 0,0-16-16 16,53-8 14-1,21-12-7-15,19 0 9 0,7-32 6 16,8-12 3-16,-27-1-9 16,-10 9 10-16,-15 17-10 15,-25 2-28-15,-9 17-53 16,-22 0-143-16,0 0-263 15</inkml:trace>
  <inkml:trace contextRef="#ctx0" brushRef="#br0" timeOffset="-123423.58">22337 11450 198 0,'0'0'118'16,"0"0"-63"-16,0 0-26 0,0 0 1 0,0 0-3 0,0 0 37 0,-12 0-35 16,12 0 10-16,-9 0 20 0,9-8 13 15,0 8 5-15,0 0-22 16,0 0-4-16,0-5-45 15,34 5 23-15,28-4 3 0,18 4 2 16,20 0-14 0,-1-3-7-16,-6 3-13 15,-19 0-1-15,-6-8-15 16,-15 3-53-16,-6-11-3 16,-13 4-72-16,-9 4 0 15,-25 8-208-15</inkml:trace>
  <inkml:trace contextRef="#ctx0" brushRef="#br0" timeOffset="-122540.87">22672 12139 162 0,'0'0'45'0,"0"0"13"0,0 0-3 0,0 0-10 0,0 0 26 0,0 0 3 16,-6 108 7-16,6-95-30 16,0-9-9-16,0-1 2 15,-16 2-8-15,16-5 0 16,0 0-14-16,0 0-9 16,0 0-8-16,0 0 23 0,0 0 1 15,0 0 0-15,0-25 17 16,0-19-38-1,0-20-5-15,16-16-3 16,9 11-22-16,3 10-51 0,-16 18 36 16,-12 18-49-1,0 18 15-15,0 5 71 0,0 0 19 16,-53 20 53-16,13 21-60 16,0-2 2-16,6-6-14 15,15-9-9-15,-3 0-117 16,-9-8-225-16</inkml:trace>
  <inkml:trace contextRef="#ctx0" brushRef="#br0" timeOffset="-121555.66">25745 11037 409 0,'0'0'95'0,"0"0"13"0,0 0-15 0,0 0-1 0,0 0-30 15,0 0-7-15,22 0-16 16,-4 0-30-16,4 0 39 15,3 0-33-15,-10 0 4 16,16 0-15-16,10 0-4 16,-7 0-4-16,0 0-13 15,6 0-16-15,-6 0-27 16,-15 0-9-16,-13 0-108 0,-6 0-26 16,0-5-197-16</inkml:trace>
  <inkml:trace contextRef="#ctx0" brushRef="#br0" timeOffset="-121345.18">25745 11037 478 0</inkml:trace>
  <inkml:trace contextRef="#ctx0" brushRef="#br0" timeOffset="-121239.08">25745 11037 478 0,'-59'-213'70'0,"118"213"64"0,3 0-5 15,9 0 18-15,4 0-109 16,-13 0-35-16,3 0-3 15,-12 0-25-15,-13 0-51 16,-18-13-92-16,-22 6-140 16</inkml:trace>
  <inkml:trace contextRef="#ctx0" brushRef="#br0" timeOffset="-118976.56">26861 10199 177 0,'0'0'34'0,"0"0"-22"0,0 0 78 0,0 0-11 0,0 0-2 0,0 0 1 16,0 0-4-16,0 0-12 16,0 0-29-1,0 0 35-15,0 0-35 0,0 0 26 16,0 0-2-16,0 0-6 15,0 0-9-15,0 0-30 16,0-13-11-16,9-7 10 16,29-4-4-16,24 4-5 15,-3 4 3-15,3 7-5 16,-3 2-6-16,-1 7 5 16,-23 0-14-16,-20 0 6 15,-15 0-22-15,0 24 11 16,0 12 20-16,0 4 19 0,-28 0-18 15,6-8-1-15,4-4-4 16,12-8 0-16,6-4 4 16,0-4-32-1,0 4-4-15,12-3 13 0,22-6 20 16,19-2-23 0,-13-2-13-16,-18-3-23 15,-10 0 24-15,-12 0 38 16,0 13 15-16,0 3 67 0,-34-4-17 15,-19 12-43-15,7 0-14 16,-1-12-16-16,7 0-3 16,12-8-54-16,10 4-201 15</inkml:trace>
  <inkml:trace contextRef="#ctx0" brushRef="#br0" timeOffset="-118074.74">26570 10996 367 0,'0'0'238'0,"0"0"-189"0,0 0 81 0,0 0-42 0,0 0-21 0,359 0-20 0,-259-11-5 15,14-10-13-15,-8 6-5 0,9-6-8 16,-16 1-4-16,-3 0-12 16,-19 0-3-16,-15 4-4 15,-9-4-41-15,-19 7-41 16,-15 5-84-16,-19 8-167 16</inkml:trace>
  <inkml:trace contextRef="#ctx0" brushRef="#br0" timeOffset="-115745.28">26988 11442 274 0,'0'0'233'0,"0"0"-178"0,0 0 1 0,0 0-17 0,0 0-24 16,0 0 28-16,0 0 42 15,0 0-8-15,28-5-31 0,19-2 13 16,5-1-25-16,-5 8-10 16,9 0-24-16,-25 0 8 15,-10 0-19-15,-8 15 15 16,-13 17-8-16,0 4 4 15,-13 13-10-15,-33 2 1 16,-16 2 9-16,15-1 8 16,7-11-3-16,28-10-5 15,12-3-7-15,0-12-4 16,0-16-24-16,28 0-5 16,31 0 21-16,9 0 19 15,-16-8 1-15,7-8 14 16,-12 1 17-16,-7 7 2 15,-6-9-18-15,-6 13-16 16,-15-8-46-16,-13 4-116 0,0 8-341 16</inkml:trace>
  <inkml:trace contextRef="#ctx0" brushRef="#br0" timeOffset="-109702.28">26213 4980 319 0,'0'0'130'0,"0"0"10"0,0 0-15 0,0 0 15 0,0 0-88 0,0 0 7 0,0 0-42 0,-127 161-9 0,127-161-8 0,0 0-15 15,0 0-3-15,0 0 18 16,0 0-2-16,0 0 9 15,0 0-7-15,-6 0 7 0,0 4 26 16,-7-4-24-16,13 0 3 16,0 0-12-16,0 0-44 15,0-4-132 1,0-16-415-16</inkml:trace>
  <inkml:trace contextRef="#ctx0" brushRef="#br0" timeOffset="-108683.33">25525 4977 187 0,'0'0'57'0,"0"0"-57"0,0 0 0 0,0 0 1 0,0 0 24 0,0 0 25 16,115-53 1-16,-115 53 27 15,0 0 18-15,0 0-63 16,0 0-19-16,0 0-8 16,12 0-5-16,-12 0 18 15,0 0 23-15,0 0 19 16,0 0-6-16,0 0-14 16,6 0-23-16,-6 0-3 15,0 0-6-15,0 0 21 16,0 0-7-16,0 0 18 0,0 0 10 15,0-3-14 1,0-2 5-16,0-3-41 0,22-4 8 16,12 1-8-1,-3-2 2-15,31 1-3 0,3 1-8 16,-9 6 8-16,-10 2-4 16,-15 3 0-16,-21 0-21 15,2 0-9-15,-12 0 11 16,0 23 23-16,0 9 3 15,-12 8 10-15,-22 4-8 16,-1-8 0-16,8 0 12 16,8-11-15-16,19-9-4 15,0-8 2-15,0-5-12 16,0-3-42-16,6 0-13 0,34 0 53 16,1 0 14-16,-1 0-4 15,-6 0 9-15,-15 0 4 16,-13 0-9-16,-6 0 0 15,0 21 8-15,-6 3 39 16,-47 4-27-16,7 4-14 16,-29 1-6-16,16-10 0 15,-3-3-3-15,16 1 1 16,12-13-2 0,21-5-34-16,13-3-26 0,0 0-177 15</inkml:trace>
  <inkml:trace contextRef="#ctx0" brushRef="#br0" timeOffset="-108149.5">25767 5642 86 0,'0'0'318'0,"0"0"-194"0,0 0-20 0,0 0-22 0,0 0 14 15,0 0-18-15,-22 12-33 16,22-12-3-16,15-12 7 0,32-36 7 16,24-21-6-1,32-11-7-15,18-15-31 0,18 6 0 16,-12 5-12 0,-6 11-10-16,-28 18-39 0,-18 22-32 15,-44 21-36-15,-31 12-112 16,-13 20-189-16</inkml:trace>
  <inkml:trace contextRef="#ctx0" brushRef="#br0" timeOffset="-107552.03">26027 5635 439 0,'0'0'36'0,"0"0"7"0,0 0 29 0,0 0-33 0,0 0-14 16,0 0 7-16,301-17-32 15,-273 21-2-15,-16 28 2 0,-12 8 17 16,0 4 42-16,-12 17 6 16,-44-1-25-16,-3 4-2 15,13 0-16-15,11-23-14 16,29-5-5-16,6-21-3 15,0-10-18-15,6-5 6 16,53 0 12-16,10-9 26 16,-17-19 4-16,10-4 0 15,-9 12-9-15,-13 9-17 16,-15 2-4-16,-9 9-21 16,-16 0-101-16,0 0-85 15,0 28-109-15</inkml:trace>
  <inkml:trace contextRef="#ctx0" brushRef="#br0" timeOffset="-106769.67">26988 5466 346 0,'0'0'126'0,"0"0"-36"0,0 0 22 0,0 0-5 0,0 0 1 0,0 0-28 16,0 0-21-16,16 0-29 15,-4 20-7-15,16 16 25 16,-9 8-17-16,-1 12-2 16,-8 4-28-16,-10 1 11 15,0-2-12-15,0-15-17 16,-28 1-41-16,-6-18-47 15,-7-22-174-15</inkml:trace>
  <inkml:trace contextRef="#ctx0" brushRef="#br0" timeOffset="-105734.65">29289 4556 151 0,'0'0'291'0,"0"0"-208"0,0 0 9 0,0 0 9 0,0 0-38 15,0 0 24-15,59 100-42 16,-13-53 11-16,1 6-30 16,9 15-3-16,-4 4 3 15,-11 0-7 1,-7 12 2-16,-28 9-21 0,-6 11 5 15,0 5 0-15,-40 11-10 16,-28-12-16-16,-4-12-60 16,-15-15-141-16,-9-34-349 15</inkml:trace>
  <inkml:trace contextRef="#ctx0" brushRef="#br0" timeOffset="-102206.53">19696 13607 428 0,'0'0'23'0,"0"0"-10"0,0 0 27 0,0 0-17 0,0 0 8 0,0 0-14 0,0 0-15 16,0-12-1-16,-13 12 55 15,13-8-8-15,-18 8 4 16,8 0 4-16,-2-4-19 16,-1 0 1-16,13 4-25 15,-6 0 27-15,6-4-14 16,0 4-9-16,-15-4-6 16,15-3 9-16,0 7-16 0,-6 0 5 15,6-5-9 1,-7 1 2-16,1 4-4 0,6 0 0 15,0 0 0 1,0 0-28-16,0 0 15 0,0 0-3 16,0 0 10-1,0 0 8-15,0 0 0 0,0 4 0 16,0 1-11-16,19-5-2 16,27 0 13-16,10 0-8 15,-3 0 16-15,-1-25 18 16,1-24-7-16,-13-15-8 15,1-11 1-15,-13-10-3 16,-10-3-9-16,-18 7-17 16,0 14 10-16,0 11-28 0,0 27 20 15,0 17 13-15,-52 12 1 16,-29 0-8-16,-18 56 9 16,0 24 25-16,-10 17-20 15,28 8 11-15,29-17-11 16,33-16-5-16,19-24-23 15,0-20 18-15,12-4 5 16,47-12-6-16,10-12-11 16,11 0-1-16,1 0 11 15,-4-12-3-15,4-24 8 16,-7 0-24-16,-15 3 18 16,-3 5 0-16,-16 12 8 15,-21 8 0-15,-7 8-2 0,-2 0-3 16,-4 0-7-16,6 33 8 15,-5 7 4-15,-1 3 18 16,15 10-18-16,14-9 9 16,2-4-3-16,19-3-6 15,2-18-26-15,23-19-107 16,-13 0-101-16</inkml:trace>
  <inkml:trace contextRef="#ctx0" brushRef="#br0" timeOffset="-101392.53">20793 13434 325 0,'0'0'51'0,"0"0"-51"0,0 0-10 0,0 0 10 0,0 0 11 0,0 0 28 15,34 0 2 1,-34 0 19-16,0 0 17 0,0 0-14 16,0 0-16-16,0 0 14 15,0 0 19-15,0 0-27 16,0 0-1-16,0 0-28 15,0 0-4-15,0 0-2 16,-28 17-2-16,-6 3-7 16,3-1-8-16,3 2 13 0,0-1-10 15,16-4 14 1,12-4-18-16,0 0-15 0,0-4-4 16,34 0-13-16,13 8 15 15,18-8 17-15,9 4 0 16,-12 1 5-16,-3 2-10 15,-6 1 5-15,-13 0-16 16,-27-8-6-16,8 9 5 16,-21-9 1-16,0 7 14 15,0 6 2-15,-6 7 15 16,-62 11 13-16,21 2-19 16,-5 3-1-16,11-16-8 15,7-3-7-15,0-14-28 16,15-11-41-16,-2 0-109 15,8-36-173-15</inkml:trace>
  <inkml:trace contextRef="#ctx0" brushRef="#br0" timeOffset="-101106.08">21020 13246 398 0,'0'0'129'0,"0"0"-7"0,0 0 35 0,0 0-98 0,0 0-35 0,0 0-10 15,93 0-2 1,-38 0-12-16,-2 0-37 16,-6-8-130-16,-20-4-240 0</inkml:trace>
  <inkml:trace contextRef="#ctx0" brushRef="#br0" timeOffset="-100590.65">21882 13534 503 0,'0'0'115'0,"0"0"-26"0,0 0 30 0,0 0-46 0,0 0-23 15,0 0-17-15,248 0-27 16,-227 0-3-16,-2 0-6 16,-19 0-34-16,0 0-5 15,0 0-98-15,0-11-138 16</inkml:trace>
  <inkml:trace contextRef="#ctx0" brushRef="#br0" timeOffset="-100375.78">21723 13243 818 0,'0'0'78'0,"0"0"-66"16,0 0 72-16,0 0-37 0,0 0-21 15,0 0-15-15,279 47-11 16,-226-47-23-16,3 0-61 15,-16-28-18-15,-15 4-275 16</inkml:trace>
  <inkml:trace contextRef="#ctx0" brushRef="#br0" timeOffset="-97427.12">23060 12986 423 0,'0'0'25'0,"0"0"19"0,0 0 34 0,0 0-32 0,0 0 43 16,0 0 47-16,-16-12-55 16,16 12-28-16,0 0-2 15,0 0-15-15,0 0-32 16,0 0 11-16,0-5-13 16,0-3-2-16,0-3 0 15,0 6 9-15,0 1-6 16,28 4-1-16,0-4-4 15,-3 4 0-15,3 0 0 0,-10 0-18 16,-2 0 2 0,-10 13-24-16,0 11 42 0,-6-1 0 15,0 5 8-15,0-3-2 16,0-9-6-16,0-13 0 16,0-3-6-16,6 0-27 15,22 0-74-15,13 0 105 16,-16 5 1-16,-4 7-12 15,-8 4 11-15,-7 12 2 16,-6 4 23-16,0 4 17 16,0 9 5-16,-6-9-25 15,-41 3-2-15,19 2-18 16,-18 3-13-16,-1 0-47 16,1-1-13-16,-1-14-124 0,13-9-161 15</inkml:trace>
  <inkml:trace contextRef="#ctx0" brushRef="#br0" timeOffset="-96877.58">22530 13908 19 0,'0'0'605'0,"0"0"-483"0,0 0-31 0,0 0-86 16,0 0 27-16,0 0 43 15,310 0-9-15,-158-12-33 16,27-4-22-16,-17-4-11 15,-7 4-7-15,-28-9-41 0,-34 10-108 16,-40-1-259 0</inkml:trace>
  <inkml:trace contextRef="#ctx0" brushRef="#br0" timeOffset="-96029.79">23153 14109 206 0,'0'0'264'0,"0"0"-244"0,0 0 44 0,0 0 32 0,0 0 4 15,0 0-5-15,-13 11-7 16,13-11-15 0,0 0-29-16,0 0-39 0,0 0-3 15,0 0-4-15,31 0 4 16,25 0 15-16,-9 0-15 16,-7 0-4-16,-21 0-14 15,-13 12-3-15,-6 24 19 16,0 16 13-16,-6 12-1 15,-47 5-12-15,0 8 0 0,-3-10 8 16,38-11-13 0,5-12 9-16,13-15-8 0,0-14-14 15,13-10 2-15,52-5-24 16,3 0 40 0,19-16-2-16,-13-12 9 15,-15-5-14-15,3 10-8 0,-15-1-54 16,-7 7-159-16,13 9-198 15</inkml:trace>
  <inkml:trace contextRef="#ctx0" brushRef="#br0" timeOffset="-95312.58">24396 13675 457 0,'0'0'134'0,"0"0"-85"0,0 0 54 0,0 0 0 0,0 0-69 15,0 0-2-15,-12 12-21 16,12-12 1-16,0 0-9 16,0 0 19-16,0 0-2 15,0 0-1-15,0 0-2 16,0 0-17-16,0 0 16 15,0 0-15-15,-10 0 8 0,-21 4 5 16,16 16-11-16,-4-15 7 16,-2 6-11-16,21-11 1 15,0 0-53-15,0 0-27 16,0 0-80-16,0 0-252 16</inkml:trace>
  <inkml:trace contextRef="#ctx0" brushRef="#br0" timeOffset="-93582.31">25633 13415 202 0,'0'0'261'0,"0"0"-132"0,0 0 16 0,0 0-33 15,0 0-68-15,0 0-18 16,0-161 45-16,0 114-25 16,0-19-43-16,7 15 31 0,-7-9-30 15,12 4 12 1,-6 7-14-16,0 10 5 0,-6 22-3 15,0 9-8-15,0 8 6 16,0 0-5 0,0 0-15-16,-12 25-6 15,-35 6-23-15,13 10-51 0,-6-10-79 16,-7 2-180-16</inkml:trace>
  <inkml:trace contextRef="#ctx0" brushRef="#br0" timeOffset="-92995.5">25050 13739 239 0,'0'0'467'0,"0"0"-379"0,0 0-12 0,0 0-30 0,0 0-36 0,0 0 76 16,236-12-28-16,-109-12 8 16,13-7-40-16,-7-2 10 15,-12 9-36-15,-28 4-3 16,-12 8-47-16,-16 4-22 15,-25 8-36-15,0 0-110 16,-40 0-216-16</inkml:trace>
  <inkml:trace contextRef="#ctx0" brushRef="#br0" timeOffset="-92298.69">25547 13988 148 0,'0'0'390'0,"0"0"-350"0,0 0-18 0,0 0 26 0,0 0-3 0,0 0 30 16,0 0-7 0,139-12-36-16,-111 4-19 0,-16 8-9 15,-12 0 11-15,0 28-11 16,0 33 67-16,-12 11-24 16,-38 11-30-16,-9-6-11 15,13 3-5-15,-7-19-1 16,38-14 7-16,8-19-14 0,7-11 6 15,0-9-13 1,22-8-40-16,50-8 48 16,14-33 6-16,10 1 0 0,-9 8 0 15,-15 12-10 1,-26 17-37-16,-24 3-61 0,-4 0-28 16,-18 8 36-16,0 23-107 15</inkml:trace>
  <inkml:trace contextRef="#ctx0" brushRef="#br0" timeOffset="-91549">26790 13651 596 0,'0'0'141'0,"0"0"-51"0,0 0-10 0,0 0-21 0,0 0 1 15,0 0-31-15,80 24 0 16,-48-19-26-16,14-2 6 16,-6-3-6-16,1 0-1 15,11 0-2-15,-24 0-16 16,-15 0-4-16,2 0-17 0,-15 0-5 16,0 0-59-1,0 0-59-15,0-19-11 0</inkml:trace>
  <inkml:trace contextRef="#ctx0" brushRef="#br0" timeOffset="-91349.17">26790 13651 606 0,'112'-204'270'0,"-106"204"-241"0,15 0 17 15,-2 0-6 1,21 0-27-16,16 0-13 0,3 0-6 16,0-13-83-16,-3 2-137 15,-44 3-448-15</inkml:trace>
  <inkml:trace contextRef="#ctx0" brushRef="#br0" timeOffset="-88103.79">28080 12784 242 0,'0'0'5'0,"0"0"81"0,0 0 53 0,0 0-53 0,0 0-20 0,0 0 13 0,0 0 39 15,0 0-59-15,0 0-9 0,0 0 0 16,0 0-2 0,0 0-21-16,0 0 9 15,0 0-10-15,0 0-2 16,0 0-22-16,0 0 4 0,6 0-6 15,19 0 2-15,15 0-6 16,7 0 10 0,-13 0-12-16,22 0 8 0,-19 0-4 15,3 0-12-15,-6 0 4 16,-6 0-5-16,-16 17 1 16,-5-1-7-16,-7 0 12 15,0 9-4-15,0-2 16 16,0-3-3-16,0 4 1 15,-7-12 0 1,7 1-1-16,0-2-2 0,0-3-10 0,0 4-10 16,0-4 3-1,22 0-16-15,9-3 27 0,-3-2 4 16,-16 2 4-16,-5-1 2 16,-7 7 22-16,0 2 2 15,0 10 10-15,-47 10-9 16,-6 3-27-16,-5 0-4 15,-4 0-12-15,15-8 7 16,0-4-45-16,1-7-4 16,6-1-30-16,6-13-143 0,15-3-368 15</inkml:trace>
  <inkml:trace contextRef="#ctx0" brushRef="#br0" timeOffset="-87536.72">27745 13868 207 0,'0'0'131'0,"0"0"-56"0,0 0 49 0,0 0-33 0,0 0-28 0,0 0 64 0,-22 0-37 0,22 0-18 15,0 0-33-15,0 0-13 16,62 0-8-16,19 0 31 16,24 0-31-16,22 0 3 15,7-13-20-15,27-6-2 16,-22-1-3-16,-18 0-85 16,-12 12 80-16,-44-8-115 15,-25-1-63-15,-27 9-197 16</inkml:trace>
  <inkml:trace contextRef="#ctx0" brushRef="#br0" timeOffset="-84323.52">28253 14209 294 0,'0'0'213'0,"0"0"-156"0,0 0 21 16,0 0-9-16,0 0-11 15,0 0-4-15,7 0-26 16,-7-8-7-16,0 8-17 0,0 0 26 16,0 0 5-1,0 0 18-15,0 0-33 0,0 0 2 16,6 0-12 0,0-4-6-16,10-4-3 0,-4 0 4 15,7 3 2-15,-4-3-4 16,-9 8 7-16,0 0-10 15,1 0 8-15,-1 0-8 16,-6 0 14-16,6 8 22 16,-6 17-15-16,0-1 2 15,0 12-23-15,0-8-5 16,0 0-21-16,-40 5 13 16,3-2 8-16,2 5 5 0,-5 0 0 15,18-8 0-15,10-4-4 16,6 4-4-16,6-15 5 15,0 2-29 1,0-7 30-16,6-8-42 0,22 0 27 16,-3 0 17-1,9 0 1-15,-6 0 8 0,-16 0-8 16,1 0-1-16,2 0 5 16,-9 0-8-16,0-8 9 15,7 8-9-15,-7-8 3 16,22 1 0-16,-16-1-2 15,10-8-7-15,-16-1 2 0,0-7-16 16,7 1 12-16,9-2-45 16,-4 9 29-16,4 0-4 15,-16 9 18-15,-6 7 5 16,0 0-4-16,0 0 10 16,0 0 2-16,0 0 23 15,0 15 0-15,0 17 22 16,0 8 0-16,0 20 25 15,-28-4-32 1,3 1-7-16,4-9-7 0,8-7-24 16,7-18-3-16,6-2-20 15,0-6-29-15,0-2-86 16,-6-2-72-16,-16-7-215 16</inkml:trace>
  <inkml:trace contextRef="#ctx0" brushRef="#br0" timeOffset="-81606.69">27630 4856 373 0,'0'0'51'0,"0"0"-38"0,0 0-2 0,0 0 23 0,0 0 5 15,0 0 30-15,0 0-31 16,0 0-2-16,0 4 16 16,0-4 14-16,0 0-20 15,0 0-23-15,0 0 2 16,0 0-5-16,0 0 14 16,0 0 3-16,0 0-2 15,0 0-12-15,0 0-13 16,0 0-6-1,0 0 1-15,0 0-10 0,16 0 2 16,8 0 3-16,4-4 3 16,-3 0 11-16,3 4-14 15,0 0 0-15,-22 0-4 0,13 0-12 16,-13 8 0 0,-6 17 16-16,0 6 6 0,0 2-3 15,0-2 2-15,0 2 0 16,0-5-1-16,-6-12 0 15,6-5-3-15,0-11-1 16,0 0-25-16,0 0-38 16,0 0 3-16,6 0 60 15,16 0 1-15,-16-3 2 16,0 3 3-16,-6 0-6 0,0 20 0 16,0 16 39-16,0-4 9 15,-18 4-31-15,-23 9-6 16,7-14-7-1,-6 18-8-15,-13-13-4 0,7-5-41 16,5 2-26 0,13-17-148-16,10-8-300 0</inkml:trace>
  <inkml:trace contextRef="#ctx0" brushRef="#br0" timeOffset="-81090.79">27785 5810 524 0,'0'0'136'0,"0"0"-46"0,0 0 0 0,0 0-34 0,0 0-38 0,0 0 17 16,0-28-16-16,47-11-6 15,27-33 19-15,13-17 10 16,25-19-26-16,15-5-5 0,0 13 4 15,-12 12-15-15,-16 16-25 16,-12 16-46 0,-19 15-54-16,-22 25-120 15,-33 16-134-15</inkml:trace>
  <inkml:trace contextRef="#ctx0" brushRef="#br0" timeOffset="-80259.78">28353 5514 548 0,'0'0'91'0,"0"0"-10"0,0 0 5 0,0 0-51 0,0 0-9 15,0 0 1-15,-59 140-16 16,-3-84-8-16,15-3 3 16,1-1 7-16,12-13-8 15,15-14 33-15,13-5-36 16,6-20-2-16,0 0-18 16,0 0-14-16,12 0 17 15,47 8 15-15,9-8 12 0,7 0-9 16,12 0-1-16,-16 0-2 15,-9 0-4-15,-9 0-7 16,-13 0-3-16,-6-20 5 16,-9-8-1-1,-10 4 2-15,4 12-15 0,-7-1 21 16,-2-2-4-16,2-1 3 16,0 0 4-16,-5-1-1 15,-7-2 1-15,0 2 2 16,0 6-1-16,0 6-1 15,0 5 15-15,0 0-16 16,-7 0-4-16,1 0 4 16,0 21 6-16,-6 7 14 0,-4 11 10 15,10 10-6-15,0-1-5 16,6 16 21-16,-13-12-10 16,13 0-3-16,0-12-19 15,0-12-8-15,0 1 0 16,0-9-26-16,0-4-77 15,0-4-120-15,-15-9-297 16</inkml:trace>
  <inkml:trace contextRef="#ctx0" brushRef="#br0" timeOffset="-58826.11">18589 15288 485 0,'0'0'104'0,"0"0"-99"0,0 0-1 0,0 0 7 0,0 0-7 0,0 0 11 15,0 0 13-15,0 0 12 16,93-5 15-16,-93 2 16 16,12 3-26-16,0-8-28 0,10-4 18 15,-3 4-25-15,15-5 19 16,0-2-28 0,6 7 18-16,1 0-19 0,-17 0 17 15,10 8-6 1,7 0 6-16,-1-5-5 0,7 5-4 15,-1 0 0-15,1 0-6 16,8-4 5-16,-2-4-5 16,6 8-1-16,3-8 1 15,-9 8-3-15,-7 0 2 0,7 0 0 16,-6 0-1 0,-1 0-1-16,10 0 1 0,-3 0 1 15,-1 0 2 1,1 0 1-16,-13 0-6 0,1 0 8 15,-7 0-6-15,-16 0 0 16,23 0-1-16,-7 0-3 16,0 8 4-16,6 0 5 15,0-4-1-15,13-4-3 16,6 13 0-16,-3-10-1 16,-10 5 0-16,1 4 1 15,6-4 3-15,-7 5 1 16,7-5-5-16,3-1 6 15,-4 1-8-15,1 0 5 16,0 0-5-16,3-3 5 16,2 2-3-16,11 1 0 0,-10-3-2 15,0 3-1 1,-10 0 6-16,4 0-5 0,0-4 6 16,5-1-3-16,11-3 1 15,-1 0-3-15,-3 0 1 16,9 0 0-16,-8 5 0 15,8 3 5-15,0-5 1 16,-8 6 0-16,2-9-2 16,-3 4-3-16,3-4-1 15,-9 0 0-15,9 0 3 16,0 0-2-16,-2 0 4 16,2 4-5-16,3-1 1 15,10-3 0-15,5 5 1 16,7-5 2-16,4 0-4 15,8 0-2-15,-12 0 0 0,9-5-4 16,-9 2 5-16,-12 3 2 16,-16 0-5-16,10 0 5 15,-10 0-8-15,9 0 14 16,7 0-16-16,-1 0 9 16,1-4 0-16,0 0 0 15,-1 4 5-15,7 0-12 16,0 0 14-16,6 0 1 0,0 0-8 15,6 0 5-15,3 0-1 16,4 0-4 0,15 0 0-16,0 0 0 15,-10-9-2-15,-2 1 5 16,6 0-4-16,-16 5 4 16,6-5-6-16,4-4 8 0,2 7-3 15,10-3 0-15,0 0-3 16,0-4 1-16,0 9 0 15,-16-2-1-15,4 2 5 16,-10 3-3-16,10 0 0 16,2 0 0-16,-2-8 1 15,9-4 1-15,3 7-3 0,-7-3 2 16,1 0 1 0,3 0-2-16,-10-4 14 0,-8 4-4 15,-7 5-1-15,-7-5-4 16,1 8-2-16,-6 0-2 15,0 0-2 1,5 0 1-16,1 0 0 0,6 0-2 16,10 0 2-1,8 8-3-15,4 0 10 0,12-5-9 16,0 2 4-16,-6-5-6 16,6 0 5-16,-15 0-3 15,-4 0 1-15,-8 0 0 16,-14 0-1-16,1 0 5 15,-6 0 3-15,-22 0-7 16,21 0 9-16,-11 0-8 16,11 0 1-16,7 0-1 15,12 0-1-15,0 0 9 0,-2 0-6 16,2-5 8-16,-12 5-11 16,-1 0 7-16,-5 0-2 15,-16 0-3-15,-3 0-2 16,-3 0-1-16,-3 0 1 15,-3 0 2-15,-7 0 2 16,-6 0-4-16,-15 0 2 16,-9 0 2-16,-10 0-8 15,-6 0-7-15,0 0-28 16,-12 0-57-16,-57-24-130 16</inkml:trace>
  <inkml:trace contextRef="#ctx0" brushRef="#br0" timeOffset="-57645.4">16877 15275 582 0,'0'0'5'0,"0"0"-2"0,0 0 53 0,0 0-21 0,0 0-4 0,0 0 7 0,-40 97 9 16,40-61 14-16,0-4-3 15,25-12-17-15,15-4-31 0,22-16-6 16,18 0 0-16,7-8-4 16,0-44 3-1,-16-17 13-15,-9-11 5 0,-21-4 7 16,-23 8-1-16,-18 0-13 15,0 12 2-15,-24 23-16 16,-45 13 4-16,-5 25-4 16,-7 3-7-16,10 39-12 15,-10 50-10-15,13 19 24 16,28 5 6-16,9-17-3 16,31-16-22-16,0-24-23 15,0-24-27-15,59-16-19 0,9-16-52 16,-3 0-8-16,3-12-97 15</inkml:trace>
  <inkml:trace contextRef="#ctx0" brushRef="#br0" timeOffset="-57310.71">17537 15183 161 0,'0'0'22'0,"0"0"73"16,0 0 32-16,0 0-4 15,0 0-30 1,81 205-66-16,-69-173-5 0,16-8-20 16,0-8 33-16,9-16 13 15,4 0-18-15,-1 0-25 16,16-40 16-16,-3-20 49 15,-1-9 3-15,1 2-22 16,-13 10-46-16,-12 1 7 16,0 12-7-16,-15 3-9 15,-1 18 4-15,-12 7-12 16,0 12-31-16,0 4-57 16,0 0-91-16,0 43-453 0</inkml:trace>
  <inkml:trace contextRef="#ctx0" brushRef="#br0" timeOffset="-51684.4">6248 8013 219 0,'0'0'9'0,"0"0"6"0,0 0 12 0,0 0 44 0,0 0-31 0,0 0-5 16,-19-9 13-16,4 9-15 15,9 0 2-15,-7 0-3 16,7-3-3-16,0 3 2 16,6-5 11-16,0 5-7 15,0 0-22-15,0 0 0 0,0 0-6 16,0 0 4-16,0 0-11 15,0 0-2 1,0 0 1-16,0 0-7 0,0 0 7 16,0 0 1-16,0 0 4 15,0 0-4-15,6 0 0 16,13 0-2-16,2 0 1 16,-2 0 2-16,9 0 1 15,-3 0-2-15,9 0 5 16,6-8-5-16,-18 5 2 15,15-2 1-15,-15 5 0 16,6 0-4-16,-10 0 1 16,10 0 0-16,-16 0-2 0,16 0 5 15,-3 0-6-15,3 5 11 16,-9 3-9-16,15-5 7 16,-6 5-11-16,3-4 8 15,-3 1-6-15,6-5 3 16,0 3 0-1,-9-3 0-15,9 0 3 0,0 0-4 16,-16 5 5-16,4-2-7 16,3 2 9-16,-3-2-8 15,12 5 4-15,-9 1 0 16,2 2-2-16,8-6 1 0,-11 3-1 16,10-5 1-16,-12 2-1 15,3-5 1-15,9 0-3 16,0 0 7-1,19 0-13-15,-7 0 12 16,1 4-5-16,-7-1 1 0,-6 5 0 16,19 0-1-16,-13 1 7 15,1-5-9-15,-1-4 10 16,0 0-11-16,7 0 4 16,-1 0 0-16,-12 0 0 15,7 0-3-15,-10 0 3 16,9 0 0-16,10 0-3 15,-4 0 14-15,13 0-15 16,9 0 7-16,-15 0-3 0,6-8 0 31,-6 0 1-31,-13 3-1 0,16 5 4 16,-16 0-9-16,-9 0 11 16,25 0-2-16,-10 0-1 0,7-8 5 15,6 5-7 1,9-1 0-16,-3 4-2 0,-3 0 2 15,-9 0-2-15,0 0 4 16,-13 0-4-16,16 0 2 16,-10 0 4-16,-5 0-2 15,-4 0-3-15,3 0 0 16,16 0 5-16,-16 4-10 16,13 7 11-16,6 2-6 0,-6-1 0 15,3-1 0-15,-10-3 7 16,13-3-15-16,-6-1 11 15,-4-4-3-15,4 0 0 16,-13 0-7-16,-6 0 4 16,4 0 4-16,2 0-2 15,0 8 2-15,1 0-2 16,14-5 2-16,-17 5 1 16,17-3-2-1,-8-1 4-15,-7-4-3 0,7 4-1 16,-13 4 0-16,19-1 3 15,-1 2-11-15,-11-1 8 16,17 0 0-16,-2-4 0 0,-9-4-1 16,24 0 0-1,-3 0-2-15,1 0 0 0,-11 0-17 16,1 0 18-16,-3 0-24 16,-3 4 26-16,0 1-9 15,-13-5 9-15,13 0 0 16,15 0-1-16,-9 0-2 15,3 0 6-15,-3 0-5 16,-7 0 4-16,4 0-4 16,-9 0-1-16,-1 0 2 15,7 0 1-15,0 0-3 16,-13 0 1-16,22-5-11 16,-9-11 12-16,-1-4-18 0,1 8 16 15,-6 4-2-15,-1 3 3 16,4 2-2-1,2-2 2-15,1 5 2 16,0-3-2-16,9-1 2 0,3 0 0 16,-3-4-1-16,-3-4 5 15,-13-1-8 1,-5-2 5-16,-13 2-4 0,18-10 3 16,-6 7 0-16,-5-1 5 15,2-2 1-15,3 6 1 16,-12 1-5-16,12 1-2 15,1 2 6-15,-7 1-11 16,-10 0 8-16,11-3-6 0,-23 2 3 16,10-3 0-16,12 0 0 15,-22 0 4-15,16 0 0 16,-9-8-1-16,-7 12 5 16,4 4-8-16,2-4 0 15,-5-4 2-15,2 4-1 16,-9-4-2-16,7 0 2 15,15 0-2-15,-10-9 6 16,-12-2 2-16,16-5-6 16,-9 7 10-16,2-7-5 15,-9 9 11-15,7-9-8 16,5 11-4-16,-8-7 1 16,-4-4-3-16,0 0-3 0,-6 0 7 15,6 4-10 1,0-4 6-16,-6 0-4 0,0 0 5 15,16 4 0-15,-16-1 7 16,0 2 7-16,12-1-1 16,-12-4-17-16,0-5 6 15,13-11 0-15,-7 8-2 16,0-4-2-16,10 4-2 16,-16 12 0-16,6 0 2 15,-6 4-1-15,0 8 2 16,12-4 8-16,-12 0-8 15,0-1-6-15,6-11 15 16,4 5-12-16,-10-6 0 0,0 1 0 16,0 5-4-1,0-6 9-15,0 1-8 0,0 0 6 16,6-5-3-16,-6-6 5 16,0-5-10-16,6 4 5 15,0-9 0-15,7 2-1 16,8 3-2-16,-14 11 1 15,-1 10 4-15,-6 6-7 16,0 1 10-16,0 0 4 16,0 0-3-16,0-8 9 15,-25 3-15-15,-3-2-1 16,0-1 0-16,-6 7 1 16,22 1-1-16,-13 5 2 0,9-1 8 15,4 4-6-15,-10 0 12 16,4-1-11-16,-1-2-8 15,-9-5 3-15,0-4-7 16,-3-1 4-16,3 6-6 16,-12 2 5-16,6 5 10 15,-13 8-9-15,13-4 4 16,-12 0 0-16,-1 4-13 16,13-7 13-16,-12 7 0 15,-7 0-13-15,0 0-15 16,1 0 2-16,2 15 25 15,10-7-1-15,9-8 2 0,-3 0 3 16,-1 0-3-16,-11 0-6 16,-7-4 6-16,13-4 0 15,-13-3 3-15,-3 11 14 16,4 0-16-16,-13 0-1 16,-4 0-5-16,1 0 5 15,9 0 4-15,6 11 2 16,1-7 2-16,-4-4-3 15,16 0-5-15,-13 4 3 16,28-4-3-16,-25 4 6 16,4 4 4-16,-1 5-8 15,-11-1-2-15,5 4-1 16,-3-8 1-16,10-5 8 16,-1-3-8-16,-6 0 0 0,1 0-10 15,-10 0 10 1,9 0 3-16,-15 0 15 0,15 0-5 15,0 0-5 1,1 9 3-16,-10-9-10 0,15 0 4 16,-6 0 1-16,7 0-6 15,5 0 0-15,1 0 3 16,0 0 1-16,-7 0-4 16,1 0 4-16,-7 3-4 15,-9 2 0-15,9-2-3 16,-6 5 0-16,4-3 3 15,8-2-8-15,1-3 0 16,-1 0 8-16,-6 0 0 16,1 0-4-16,-4 0 3 0,-3 0 2 15,6 0-1-15,-9 5 4 16,10-1-6-16,11-4 4 16,-11 0-4-16,17 0 5 15,-11 0-8-15,-1 0 5 16,-5 0-14-16,-4 0 11 15,-3 0 1-15,-6 0 2 16,-3 0 1-16,-7 0 8 16,-5 0-8-16,8 0 3 15,-2 0-4-15,15 0 0 16,3 0 0-16,3 0 0 16,7-4-8-16,-1-1 4 15,1 5-1-15,6 0 10 0,-13 0-9 16,-3 0 8-16,10 0-8 15,-1 0-3-15,1 0 7 16,-1 0-1-16,13 0 9 16,0 0-12-16,-3 0 7 15,3 0-3-15,-7 0 0 16,1 0 4-16,0 0-2 16,-7 0-2-16,1 0 3 15,-1 0 0-15,1 0 3 16,5 0-2-16,1 0-4 15,6 0 6-15,-7 0-12 0,1 0 0 16,0-8 0-16,-7 5 6 16,7-2-7-16,-13 5 4 15,7 0 6-15,-7 0 0 16,-27 0 7 0,5 0-12-16,-6 0 2 0,1 0-4 15,21 0 3-15,-3 0-4 16,-3 0 1-16,-10-3-6 15,-5-2 6-15,8 5 1 16,4 0 3-16,9 0 0 16,-3 0-3-16,28 0-4 15,3 0 4-15,-3 0 3 16,6 0 0-16,-6 0-3 16,9 0-10-16,-3 0 2 0,10 5 19 15,-4-2-14 1,3 2 6-16,-2 6-8 15,8 1-1-15,1 1 9 16,-4 3-5-16,-2-4 5 0,-10 4-5 16,9 4-3-16,-2 4 7 15,-4 0 2-15,3 3 2 16,-3 3-3-16,-3-3 0 16,10 1 6-16,-10-8-3 15,16 0-4-15,12-7 5 16,-10-2-6-16,-2 1 8 15,12 1-4-15,-13 3-2 16,13-1-1-16,-12 14 1 0,12-6-4 16,0 5 4-1,-9-3 1-15,9-1-1 0,0-1 4 16,0 2-6-16,0 3 2 16,0 0 0-16,0 4-7 15,0 1 7-15,0 3-2 16,0 0 2-16,0 0 5 15,-7 0-1-15,1 0-5 16,-6-5 3-16,12-2 3 16,-16-5-3-16,16-3 4 15,0-10-6-15,0 9-4 16,0 0-6-16,0 4 2 16,0-4 7-16,16 1 1 15,-4 10-4-15,1-6 9 0,-4-6-9 16,-9 9 10-1,12-3-6-15,1 7 7 0,-13 0-7 16,0 4-4-16,0-4 4 16,0-4 1-16,0-3 9 15,0-6-11-15,0 6 5 16,0-2-1-16,0 5-3 16,0 0-14-16,0-7 11 15,0-1 3-15,0-9 3 16,0-3 1-16,0-3-4 15,0-5-8-15,0 0 1 16,0 0-4-16,0 0 9 16,0 0 1-16,0 4 2 15,0 0-4-15,0 8 10 0,0-1 4 16,0-2-4 0,0 10 1-16,0-6-8 0,0 7 3 15,0-8-3-15,0 8 1 16,0 4 7-16,0-3-6 15,0-10 5-15,0-3-6 16,0-4 2-16,0-4-3 16,0 0 0-16,0 0-31 15,0 0-5-15,22-4 26 16,2-15 10-16,10-2-29 16,-6 9-82-16,3 0-61 0</inkml:trace>
  <inkml:trace contextRef="#ctx0" brushRef="#br0" timeOffset="-25487.94">18300 16836 188 0,'0'0'0'0,"0"0"18"0,0 0-18 0,0 0 72 0,0 0 9 16,0 0-17-16,0 0-38 15,0 0 21 1,13 0-8-16,-13 0 19 0,0 0-19 16,0 0-35-16,0 0-4 15,0 0-5-15,0 0 5 16,0 0 2-16,0 0 33 15,0 0 25-15,0 0 33 16,0 0-42-16,0 0 17 16,0 0-48-16,0 0-11 15,0 0-6-15,0 0 2 16,0 0-5-16,0 0 10 0,0 0 7 16,0 0-6-1,0 0 18-15,12 0-28 0,-12 0 17 16,0 0-16-16,0 0 1 15,0 0-3-15,0 0 0 16,0 0-2-16,0 0-25 16,0 0 27-16,0 0 5 15,0 4-5-15,0 0 2 16,9-4-6-16,4 3 4 16,5-3-4-16,16 0 3 0,1 0 1 15,-1 0-4 1,12 0 10-16,-6 0 0 0,1-3-1 15,-7-33 9 1,-3-12 0-16,-9-4 3 0,-22-1-16 16,0 4 3-16,0 6-2 15,0 14 4-15,0 10-12 16,-7 7 16-16,-48 12-20 16,-4 0-18-16,-10 8 26 15,11 36 2-15,11 20-8 16,-6 8 7-16,19-3 1 15,13-5 0-15,21-12 7 16,0-20-14-16,0-4-13 16,9-16 19-16,44-12-26 15,12 0-9-15,3 0 10 16,-3-12 26-16,-9-5 8 0,-22 10-5 16,-3 7-1-1,-9 0-2-15,-10 0 0 16,10 28 2-16,-4 8 41 0,1 0-37 15,3-11-6-15,6-10-68 16,-16-15-116-16,7 0-201 16</inkml:trace>
  <inkml:trace contextRef="#ctx0" brushRef="#br0" timeOffset="-24307.5">19395 16783 294 0,'0'0'111'0,"0"0"-97"16,0 0 42-16,0 0-21 0,0 0 23 0,0 0 2 0,9 0-2 0,-9 0-7 0,0 0 26 15,0 0-40 1,0 0-7-16,0 0-7 0,0 0-23 16,0 0 4-16,0 0 1 15,0 0-1-15,0 0-3 16,0 0 13-16,0 0-8 15,0 0 3-15,0 0 15 16,0 0-23-16,0 0 13 16,0 0-8-16,0 0 9 15,0 0-14-15,0 0 17 16,0 0-9-16,0 0 4 16,0 0-3-1,0 0-10-15,0 0 9 0,0 0-6 0,0 0 1 16,0 0-1-1,0 0 4-15,0 0-2 0,0 0 14 16,0 0-8 0,0 0-8-16,0 0 4 0,0 0-2 15,0 0 14 1,0 8-13-16,-34 9-3 0,12 2 6 16,4 1-14-16,-4 1 11 15,3-6-8-15,7 6 2 16,3-9 0-16,-4-1-8 15,13-2 12-15,0-5-8 16,0 4-6-16,13-4 5 16,36 0-33-16,16 0 29 15,-3 4 3-15,-3 4 6 0,-6 1 0 16,-13-7-5 0,-27 3 5-16,2-1 0 0,-15-4-5 15,0 5 21-15,0-1-16 16,0 15 9-16,0 9 9 15,-21 8-11-15,-4 4-6 16,-3-3 0-16,9-10 3 16,4-6-2-16,2-17 1 15,13-8-6-15,0 0-23 16,0 0-21-16,0-41-96 16,-6-7-33-16,-22-7-187 15</inkml:trace>
  <inkml:trace contextRef="#ctx0" brushRef="#br0" timeOffset="-23971.95">19516 16675 470 0,'0'0'176'0,"0"0"-94"0,0 0 40 0,0 0-69 0,0 0-16 0,0 0-10 16,62 0-23-16,-37 0-1 15,-4 0-3-15,-2 0 12 16,3 0-12-16,-4 0-2 16,16 0-55-16,-15 0-20 15,9 0-147-15</inkml:trace>
  <inkml:trace contextRef="#ctx0" brushRef="#br0" timeOffset="-23307.14">20297 16816 139 0,'0'0'349'0,"0"0"-300"0,0 0-18 0,0 0-22 0,0 0 16 0,0 0-2 0,50 0 40 16,-26 0 70-16,11 0-74 15,11 0 9-15,1 0-44 16,-1 0 2-16,7 0-22 16,-4 0-7-16,-18-5 3 15,-3-3-21-15,-15 1-38 16,2 2 3-16,-9 5-43 16,-6 0-61-16,0-3-161 0</inkml:trace>
  <inkml:trace contextRef="#ctx0" brushRef="#br0" timeOffset="-23125.43">20297 16816 575 0</inkml:trace>
  <inkml:trace contextRef="#ctx0" brushRef="#br0" timeOffset="-23040.92">20297 16816 575 0,'127'-253'46'0,"-59"253"85"0,-9 0-24 0,16 0-21 0,-16 0-86 16,-4 0-35-16,-14 0-41 15,-10-16-87-15,-16 0-175 16</inkml:trace>
  <inkml:trace contextRef="#ctx0" brushRef="#br0" timeOffset="-6256.32">21897 15925 387 0,'0'0'0'0,"0"0"-264"0</inkml:trace>
  <inkml:trace contextRef="#ctx0" brushRef="#br0" timeOffset="-5222.82">21500 17096 301 0,'0'0'50'0,"0"0"-4"16,0 0 6-1,0 0 10-15,0 0-1 0,0 0-5 16,0 0-39-16,0 0 16 15,0 0 14-15,0 0 18 16,0 5-12-16,0-5-42 0,0 0 26 16,0 0-27-1,0 0 26-15,0 0-27 0,0 3 3 16,0 2 6 0,0 3-4-16,0-1 11 0,-18 6-15 15,-1-2 13-15,-15 1-9 16,12-4 12-16,16-3-17 15,6-5 27-15,-6 0-28 16,6-25-5-16,-7-39 8 16,1-24-10-16,6-12 11 15,0-8-11-15,0 11-1 16,0 17 13-16,0 20-26 16,0 28 13-16,0 24-2 15,0 8-1-15,-6 0-8 16,-16 12-11-16,-6 44-13 0,-18 16 7 15,-13 4-16-15,6-7-40 16,13-25-41-16,0-21 63 16,12-18-123-1,22-5-319-15</inkml:trace>
  <inkml:trace contextRef="#ctx0" brushRef="#br0" timeOffset="-4602.58">21850 16382 274 0,'0'0'203'0,"0"0"-156"0,0 0 45 0,0 0-27 16,0 0 21-16,0 0-11 15,0 5-24 1,0-5 6-16,0 0-30 0,0 0 13 16,0 0-37-16,0 0-3 15,0 0 10-15,7-5-13 16,11 2 5-16,-11 3-4 15,-1 0-1-15,-6 16-26 16,0 40 29-16,0 24 11 16,0 8 10-16,-13 4-18 15,-27-7-1-15,6-13-2 16,21-16-2-16,7-12-6 0,6-19-6 16,0-10-1-16,0-11-27 15,47-4 23-15,6 0 0 16,-7 0 19-16,16 0 1 15,-22 0 4-15,-6 0-5 16,-15-4-3-16,-7 0-5 16,10-1-60-16,3-6-109 15,-16-1-90-15</inkml:trace>
  <inkml:trace contextRef="#ctx0" brushRef="#br0" timeOffset="-3488.59">21823 16451 212 0,'0'0'108'0,"0"0"-32"0,0 0-11 0,0 0-34 15,0 0-25-15,0 0 0 16,-22-8 12-16,22 8 9 16,-6 0 23-16,6 0-8 15,-7 0 14-15,-5 0-32 16,0 0-9-16,-4 0-7 15,10 0 14 1,-6 0 27-16,12 0-27 0,-7 0 34 16,7-4-33-16,0 4 22 0,0-5-45 15,0-6-6 1,0-9-17-16,0-13 5 0,0 9 7 16,0 8 22-16,13 4-11 15,-13 12 1-15,12 0-2 16,10 0 9-16,3-12-12 15,3 8 4-15,-1-4-44 16,-20 8-144-16,-7 0-330 16</inkml:trace>
  <inkml:trace contextRef="#ctx0" brushRef="#br0" timeOffset="-2540.95">22806 16755 342 0,'0'0'86'0,"0"0"9"0,0 0-13 0,0 0-28 0,0 0-20 16,0 0 31-16,-7 0-4 16,7 0-20-16,0 0-18 15,0 0-9-15,0 0-5 0,0 0 0 16,0 0-8-16,0-3 7 15,-15-2 3-15,-4 5 15 16,-15 0-10-16,6 0-16 16,3 0 2-16,19 0 6 15,0 0-8-15,6 0 0 16,0 0-50-16,0 8 13 16,0-8-74-1,0 0-99-15</inkml:trace>
  <inkml:trace contextRef="#ctx0" brushRef="#br0" timeOffset="6300.78">24136 16680 83 0,'0'0'185'0,"0"0"-124"0,0 0-41 0,0 0-20 15,0 0 2-15,0 0 2 16,0 0-1-16,-53 0 30 16,37 0 59-16,-2 0-4 15,-4 0-25-15,16 0-26 16,6 0-8-16,0 0-10 15,0 0 14-15,0 0 5 16,0 0-13-16,-6 0 5 16,0 0-3-16,-1 0-1 15,-8 0-17-15,15 0 16 0,-13 0-25 16,13 3 0-16,-6 1-2 16,0 4 5-16,-9 5-6 15,2-5 8-15,1-1-5 16,6 1 5-16,-1 0 20 15,7-3-20-15,-15-2 35 16,15-3-25-16,-6 0-2 0,6 0 4 16,0 0-17-1,0-11-4-15,0-34 4 16,0-19 8-16,0-8-2 0,6-4 10 16,22-16-15-1,6 11-1-15,-16 5-3 0,10 12-8 16,-21 20 0-16,-1 19-8 15,-6 18 18-15,0 7 1 16,0 0 0-16,0 32-33 16,0 16 12-16,-41 0 19 15,7 4-40-15,10-24-38 16,-4-11-100-16,0-9-167 16</inkml:trace>
  <inkml:trace contextRef="#ctx0" brushRef="#br0" timeOffset="6884.44">23373 17029 431 0,'0'0'79'0,"0"0"9"0,0 0-9 0,0 0-6 15,0 0-21-15,0 0-2 0,-12 0-32 16,64 0 24-16,23 0 37 16,18 0-33-16,12 0-18 15,16 0-24-15,-6 0-1 16,12 0-3-16,12 0-2 15,-18 0-49-15,-15 0-39 16,-19 0-90-16,-32 0-182 16</inkml:trace>
  <inkml:trace contextRef="#ctx0" brushRef="#br0" timeOffset="7765.27">23807 17320 294 0,'0'0'142'16,"0"0"-102"-16,0 0 71 0,0 0-55 0,0 0-10 0,0 0 6 0,208 0-11 16,-174 0-9-16,0 17-32 15,-22 7 5-15,-5 12 25 16,-7 12-7-16,0 9 5 15,0 2-15-15,0-2-7 16,0-13 0-16,0-8 4 16,-7-16-7-16,7-12-2 0,0 0-1 15,0 0-26 1,0-1 16-16,41 2-13 0,24-1 11 16,15-8 12-16,1 0 6 15,-7 0 5-15,-8 0 2 16,-11 0-3-16,-8 0-2 15,12 0-12-15,-13-4 4 16,7-4 0-16,-3-4-55 16,-26 8-111-1,-17-8-292-15</inkml:trace>
  <inkml:trace contextRef="#ctx0" brushRef="#br0" timeOffset="8515.56">23171 17851 252 0,'0'0'0'0,"0"0"-3"0,0 0 3 0,0 0 21 0,0 0 83 16,0 0 60-16,0 0-57 16,0-13-34-16,0-2-64 15,-6-10 26-15,-12-3-4 0,-4-12 2 16,-3-13-14 0,19-6 8-16,-3-18-23 15,9-15 9-15,0-12-12 0,0-16-1 16,0-9 0-1,34 1 5-15,18-4-10 0,10-1 1 16,-9 0-29-16,15 6-79 16,-27 14-72-1</inkml:trace>
  <inkml:trace contextRef="#ctx0" brushRef="#br0" timeOffset="9380.32">25125 16370 397 0,'0'0'31'0,"0"0"23"0,0 0 3 0,0 0-49 0,239 217 22 0,-190-165 18 16,-2 0-1-16,-16 1-1 16,-3 2 25-16,-16 6-47 15,-12 11 9-15,0 12 9 16,0 12-34-16,-6 12 20 16,-35 5 8-16,1-5-9 15,15-3 5-15,4-10-13 16,14-2-16-16,1-4-6 0,6-9-9 15,-12-8-65-15,-16-21-80 16,0-30-263 0</inkml:trace>
  <inkml:trace contextRef="#ctx0" brushRef="#br0" timeOffset="24968.28">25640 15516 263 0,'0'0'79'0,"0"0"-56"0,0 0 28 15,0 0-15-15,0 0 1 0,0 0 32 16,0 0-42-16,0 0 6 15,0 0-12-15,0 0 15 16,0 0-19 0,0 0-1-16,0 0 2 0,-7 0 9 15,1 8 27 1,-9-8-2-16,15 5-14 0,-7-2-28 16,7 2 9-16,0-2-2 15,-6 14-1-15,0 2-6 16,-16 9 16-16,4 5-16 15,-4-2-2-15,-9 10-3 16,-3-2 0-16,0 2-3 16,0-1-2-16,0-8 3 15,9 4-2-15,3-11 1 16,10-14-4-16,-1 1 0 16,13-4 2-16,-6-3 0 0,6-5-3 15,0 0-19 1,0 0 3-16,0 0-8 0,0 0 12 15,0 0 13-15,0 3 1 16,6 9 1-16,47 4 7 16,0 5 7-16,-1-6-9 15,4-7-4-15,-31-3-1 16,9-5-8-16,-21 0-14 16,2 0 0-16,-9 0-10 15,-6 0 21-15,6 0 8 0,-6 0 6 16,0 0 1-1,0 0-3-15,0-13-2 0,0 5-1 16,7-7-14 0,8-1-21-16,-15-1 19 0,6 1-1 15,-6 13 12-15,0-2 7 16,0 1 11-16,0 4 13 16,0 0 11-16,0 0 0 15,0 0-27-15,0 0 17 16,0 0-5-16,0 9-18 15,0 18 1-15,-28 6-1 16,16 7 22-16,-3 0 5 16,2 8-5-16,1-9-15 15,6 2 9-15,-10-16-18 16,16-10 4-16,-6-15-4 16,6 0-13-16,0 0-30 0,0 0-34 15,-6 0-48 1,-13 0-197-16</inkml:trace>
  <inkml:trace contextRef="#ctx0" brushRef="#br0" timeOffset="26068.94">25906 17076 322 0,'0'0'201'0,"0"0"-118"0,0 0-6 0,0 0-45 16,0 0 37-16,0 0-7 15,149 0-8-15,-102 0-29 16,11-3-9-16,-5-10-9 15,0 1 0-15,-19 1-4 16,6 6 4-16,-12 2-14 16,-3-2 4-16,-3 5-4 15,-4-4-17-15,-18 0 1 16,16 0-41-16,-16 0-65 16,0-5 14-16,0 6-170 0</inkml:trace>
  <inkml:trace contextRef="#ctx0" brushRef="#br0" timeOffset="26433.05">26015 16844 415 0,'0'0'127'0,"0"0"-127"15,0 0 44-15,0 0 30 16,0 0 28-16,0 0-5 15,173 0-10-15,-114 0-21 16,9 0-24-16,-2 0-18 16,-14 0-16-16,-11 0-8 15,5 0-8-15,-24 0-37 0,6-8-53 16,-28-1-69 0,0 6-233-16</inkml:trace>
  <inkml:trace contextRef="#ctx0" brushRef="#br0" timeOffset="36859.36">14338 1487 487 0,'0'0'58'0,"0"0"29"0,0 0-8 0,0 0-52 16,0 0 3-16,0 0 5 15,0 0-6-15,0 0-4 16,0 0 26-16,0 0-20 0,0 0-10 16,0 0-1-16,0 0-1 15,0 0-3-15,0 0 5 16,0 0 1-16,0 0-16 16,0 0 15-16,0 0-3 15,0 0 19-15,0 0-11 16,0 0 17-16,0 0-29 15,0-16-6-15,0-32 3 16,0-16-8-16,0-12-3 16,0 3 0-16,0 6 5 15,0 2-3-15,-16 9-2 16,4 8-33-16,-1 16 4 0,4 16 15 16,3 16-36-1,-7 0 19-15,-5 4-58 0,-10 40-51 16,-6-4-121-16,-7 4-209 15</inkml:trace>
  <inkml:trace contextRef="#ctx0" brushRef="#br0" timeOffset="37307.83">13662 1860 590 0,'0'0'153'0,"0"0"-79"0,0 0 22 0,0 0-53 0,0 0-6 0,0 0 30 15,214-11 15 1,-134-5-32-16,13 11-32 0,-12 1-6 16,-1 4-8-16,-21 0-4 15,10 0-44-15,-32 0-13 16,-3 0-33-16,-28 0-50 16,-6 9-214-16</inkml:trace>
  <inkml:trace contextRef="#ctx0" brushRef="#br0" timeOffset="37909.22">14021 2101 249 0,'0'0'434'0,"0"0"-403"0,0 0 79 0,0 0-68 0,0 0-42 15,0 0-8-15,-12 4 8 0,24-4 37 0,4 0-14 16,-4 4 9-16,-6 8-16 16,1 8-7-16,-7 8-9 15,0 9 0-15,0 14 3 16,0 1-3-16,-7 12-6 16,-5-7-21-16,12-13 23 15,0-20-13-15,0-12 11 16,25-12-37-16,31 0 9 15,3 0 34-15,-7-4 10 16,-18-8 0-16,-6 0-10 0,-15 4-7 16,-7 0-93-1,-6 0-109-15</inkml:trace>
  <inkml:trace contextRef="#ctx0" brushRef="#br0" timeOffset="38607.73">13454 2462 288 0,'0'0'343'0,"0"0"-300"0,0 0 96 0,0 0-78 16,0 0-19-1,0 0-28-15,-186-241 14 0,164 152-3 16,22-2-3-16,0-9-1 16,6-8-15-16,75-33-3 15,6-8-3-15,21-11-31 16,-2 7-82-16,-26 33-115 15,-27 32-328-15</inkml:trace>
  <inkml:trace contextRef="#ctx0" brushRef="#br0" timeOffset="39338.11">14837 1046 416 0,'0'0'195'0,"0"0"-136"0,0 0 23 0,0 0-19 0,0 0-51 16,0 0 10-16,-41 120 5 0,41-51-9 15,16 11 39 1,-4 12 11-16,-5 13-16 0,-7 11-32 16,0 4 8-16,0-4-13 15,0 0-13-15,-13-11-2 16,-2-9 2-16,2-7-6 16,1-25-30-16,6 0-20 15,-4-24-73-15,-2-20-147 16</inkml:trace>
  <inkml:trace contextRef="#ctx0" brushRef="#br0" timeOffset="40457.5">15240 645 285 0,'0'0'100'0,"0"0"16"0,0 0-53 0,0 0-38 0,0 0 2 16,0 0 14-16,-16 0-29 16,16 0 19-16,0 0-21 15,0 0 2-15,0 0 23 16,0 0 2-16,0 0 5 15,0 0-20-15,0 0 16 0,0 0-26 16,0 0 6-16,0 0 1 16,0 0 18-16,0 0-14 15,-6 0-21-15,-12 20 1 16,-4 8-3-16,-12 8 13 16,9 13-9-16,-15-10-8 15,12 2 5 1,3-9-7-16,9 0 10 0,4-8-6 15,12-17 2-15,0 6-9 16,0-13 2-16,0 0-43 16,19 0 2-16,36-8 48 15,-8-33 0-15,-1 5 2 16,-11 0 6-16,-11 20-8 16,-8 9-2-16,-16 7 1 0,6 0 1 15,0 0-8 1,0 0-76-16,7 0-1 15,-7 0 39-15,3 0-3 16,-9 0 4-16,0 0 39 0,0 0 3 16,0-5 6-16,0-11 4 15,7 5-2-15,-7-9-10 16,0 12 1-16,0 8-3 16,0 0 7-16,0 0-3 15,0 0-8-15,0 8 11 16,0 8-1-16,0 4 3 15,0-9 31-15,0 14 4 0,0-1 9 16,-22 4 16 0,3 20 18-16,-2-4-35 0,2 4-27 15,-3 1-13 1,16-10 1-16,0-6-6 0,6-14-10 16,0-2-9-1,0-6-96-15,0 6-24 0,0-9-131 16</inkml:trace>
  <inkml:trace contextRef="#ctx0" brushRef="#br0" timeOffset="41123.17">15317 1949 148 0,'0'0'487'0,"0"0"-367"0,0 0-18 0,0 0-76 16,0 0-20-16,0 0-6 0,109-28 26 0,-75 15-9 0,-9 13-10 16,3 0 1-16,-10 0-1 15,-2 0-7-15,-10 0-15 0,0 0-5 16,-6 0-33-16,0 0-49 15,0 0-52 1,0 0-122-16</inkml:trace>
  <inkml:trace contextRef="#ctx0" brushRef="#br0" timeOffset="41338.29">15317 1949 809 0,'-65'-225'36'15,"65"225"-31"-15,13 0-5 16,39 0 29-16,-2 0 1 0,-4 0-17 16,-15 0-13-16,-3-4-19 15,-15 0-71 1,-13 4-105-16,0 0-353 0</inkml:trace>
  <inkml:trace contextRef="#ctx0" brushRef="#br0" timeOffset="42103.41">16716 1403 57 0,'0'0'304'0,"0"0"-211"0,0 0 24 0,0 0-31 0,0 0-23 0,0 0 36 15,0 4-23-15,0-4-34 16,0 0 0 0,0 0-23-16,0 0 5 0,0 0-21 15,0 0 20-15,0 0 3 16,0-28 19-16,0-12-12 15,0-8-19-15,0 8-2 16,0-9-8-16,0-3-3 16,6-4-1-16,16 0-2 15,-4 12-32-15,-5 16 16 16,-4 12 3-16,-3 16 0 16,-6-4 0-16,0 4 7 0,0 4-2 15,-22 40-42 1,-43 25 34-16,-15-2-107 0,5-6-160 15,16-14-294-15</inkml:trace>
  <inkml:trace contextRef="#ctx0" brushRef="#br0" timeOffset="43071.3">17258 565 196 0,'0'0'85'0,"0"0"26"0,0 0 18 0,0 0-58 0,0 0-11 0,0 0 18 15,0-24-18-15,0 20-23 16,0 4-6-16,0 0 4 16,0 0 20-16,0 0 2 15,0 0-43-15,0 20-9 16,-9 13-5-16,-31 3 14 15,9 3-14-15,-3-6-2 16,12-10-1-16,10-7-1 16,12-4 4-16,-7-4-2 15,7 0-24-15,0-8-17 16,0 5-2-16,0-2-1 0,0-3 32 16,13 0-5-16,2 0 10 15,4 0 18-15,3 8-6 16,-4-3 0-16,1-5-6 15,-4 0-6-15,4 0-3 16,3 0-13-16,-16 0-21 16,6 0 23-16,-12 0 20 15,0 0-4-15,0 0 14 16,0 0-14-16,0 0 6 16,0 0-11-16,6 0 12 15,4 0-6-15,-10 0-3 16,0 0 6-16,0 0 3 15,0 0 17-15,0 7 39 16,0 22-3-16,0 7 5 0,-10 4-10 16,-8 12-26-16,-4-12-22 15,10-11-2-15,5-18 1 16,7-11-40-16,0 0-92 16,0 0-62-16,0-11-315 15</inkml:trace>
  <inkml:trace contextRef="#ctx0" brushRef="#br0" timeOffset="43786.58">16201 2021 64 0,'0'0'269'0,"0"0"-212"0,0 0 14 0,0 0-14 0,0 0-9 0,0 0 17 16,-28-5 34-16,28 5 11 15,0 0-45-15,0-3-40 16,0-1-8-16,0 4-15 16,0 0 23-16,0 0-11 15,28 0-4-15,40 0 28 16,31 0-14-16,1 0 1 0,8 0-24 15,-2 0-2-15,-13 0-7 16,-13 0-15 0,-18 0-38-16,-15 0-34 15,-29 0-127-15,-18 0-243 0</inkml:trace>
  <inkml:trace contextRef="#ctx0" brushRef="#br0" timeOffset="44552.01">16306 2453 148 0,'0'0'4'0,"0"0"101"0,0 0 49 0,0 0-16 0,0 0-37 0,0 0-40 0,0 5 1 16,16-5-27-16,-4 0-8 15,10-5-27-15,9-3 33 16,-3 8-21-1,-9 0 12-15,-10 0-23 0,3 0-1 16,-12 0-15-16,0 5 9 16,0 27 6-16,0 8 4 15,-21 8 3-15,-26 1-2 16,7 6-10-16,9-10 0 16,3-9 0-16,9-9 0 0,19-7 5 15,0-3-2 1,0-13-1-16,0-4-26 0,25 0 19 15,28 0 10-15,3 0 27 16,-16-8 6 0,6-5-20-16,-21 6-7 0,9-9-6 15,-6 0 0-15,-3-4-27 16,-3-1-117-16,-10 1-181 16</inkml:trace>
  <inkml:trace contextRef="#ctx0" brushRef="#br0" timeOffset="45517.15">16877 2177 402 0,'0'0'149'0,"0"0"-109"0,0 0 29 0,0 0-43 0,0 0-19 0,0 0 23 16,0 0-17-16,0-12 1 15,0 12 20-15,0 0 15 16,0 0-13-16,0 0 5 15,0 0-29-15,0 20-2 16,0 12-2-16,-34 0-4 16,0 5-2-16,0 3 0 15,3-16 5-15,9 7-3 16,3-14 7-16,10-6-7 16,9-6 0-16,0-5-4 0,0 0-6 15,0 0-11 1,0 0-37-16,0 0 53 0,28 0 2 15,0 0 10-15,-3 0-9 16,-10 0 1-16,10 0-2 16,-3 0-1-16,-4 0 0 15,10 0-17-15,-9-5-14 16,3-2-24-16,-10-1 15 16,10 0-13-16,-16 3 31 15,0-3 4-15,-6 8 2 16,0 0 10-16,0 0 6 15,0-7-3-15,0-1-40 16,0 8 1-16,0 0 33 16,0 0 9-16,0 0 23 15,0 0 13-15,0 0-4 16,0 0-20-16,0 15-4 0,0 1 9 16,0 9 23-1,-28-5-13-15,16 8 21 16,-16-1-22-16,9 3-2 0,-9-3-24 15,16-7 0 1,6-8-19-16,6-12-87 16,0 0-20-16,0 0-59 0</inkml:trace>
  <inkml:trace contextRef="#ctx0" brushRef="#br0" timeOffset="46050.22">17463 2037 671 0,'0'0'124'0,"0"0"-102"0,0 0 2 0,0 0-22 0,0 0 46 0,0 0-15 0,96 0 2 0,-71 0-30 0,-3 0 0 0,-10 0-5 16,0 0-3-16,-12 0-29 15,22 0-33-15,-22 0-68 16,0 0 10-16,0-5-70 16</inkml:trace>
  <inkml:trace contextRef="#ctx0" brushRef="#br0" timeOffset="46283.62">17463 2037 795 0,'-19'-213'40'0,"19"213"-27"0,53-16-5 15,15-8 21-15,19-4-20 16,-22 11-9-16,-3 6-4 16,-15 11-80-16,-13 0-61 15,-15 0-100-15</inkml:trace>
  <inkml:trace contextRef="#ctx0" brushRef="#br0" timeOffset="47365.5">19168 1395 136 0,'0'0'22'0,"0"0"-22"0,0 0-85 0,0 0 63 0,0 0 22 15,0 0 201-15,7 0 11 16,-7 0-70-16,0 0-57 16,0 0-37-16,0 0-29 15,0 0-12-15,0 0 12 0,0 0-2 16,0 0-8-16,0 8 27 15,0 4-21 1,0-7 1-16,0 2-16 0,0 1 4 16,0-4-2-1,0 5-1-15,0-6 1 0,0-3 5 16,0 0 14-16,0 0 8 16,0 0 19-16,0 0-20 15,0-20 22-15,0-12-35 16,0-16 3-16,0-16 6 15,0-16-18-15,6-8-5 16,22-5-1-16,0-3-15 16,-10 19 0-16,-18 17 4 0,13 32-8 15,-13 20 18-15,0 8-2 16,0 0 2-16,0 8-40 16,0 28 38-16,-47 5-2 15,-6-2-59 1,7-6 24-16,6-5-41 0,12 4-55 15,9 8 67-15,0 1 29 16,-8 6-95-16</inkml:trace>
  <inkml:trace contextRef="#ctx0" brushRef="#br0" timeOffset="47982.22">18647 1880 573 0,'0'0'86'0,"0"0"19"0,0 0-10 0,0 0-73 16,0 0 7-16,0 0 5 0,0 0 1 0,180 0 39 16,-65-8-32-16,31-8 5 0,3 4-33 15,-4 4-14-15,-11 5-2 16,-41 3-33-16,3 0-29 15,-65 0-50-15,-16 8-185 16</inkml:trace>
  <inkml:trace contextRef="#ctx0" brushRef="#br0" timeOffset="53310.45">18815 2927 274 0,'0'0'217'0,"0"0"-167"0,0 0 23 0,0 0-18 0,0 0-43 0,0 0 20 16,0 0 12-16,0 0 25 16,0 0-23-16,0 0-15 15,0 0 0-15,0 0-12 16,0 0 17-16,0 0-22 0,0 0 15 15,0-4-22 1,0-16 10-16,0-12-14 0,0-4 0 16,12-4 12-1,1-4-12-15,8-8 14 0,-2-12-12 16,9 7-5-16,0 1 9 16,3 0-18-16,-3 4 4 15,0 4-9-15,-16 16-6 16,0 7 0-16,-5 17 16 15,-7 8 2-15,0 0-5 16,0 0-7-16,0 0-14 16,0 33 28-16,-38 6 3 15,-11 10-3-15,-4-1-4 0,7-4-51 16,-7-3-119-16,6-10-55 16,7-15-174-16</inkml:trace>
  <inkml:trace contextRef="#ctx0" brushRef="#br0" timeOffset="54030.17">19336 2326 364 0,'0'0'64'0,"0"0"5"15,0 0 9-15,0 0-29 0,0 0 30 0,0 0 3 0,-34 24-44 0,-13 7-11 16,13-3 20-16,-6 5-3 15,-1-1 8-15,10 0-38 16,10 8-14-16,8 0 0 16,7 9-2-16,6-5 2 15,0-4-1-15,0-8 1 16,0-9 0-16,0-6-11 16,25-1 0-16,3-8-4 15,6-4 15-15,-9-4 1 16,31 0 17-16,3 0-17 15,-7-24 23-15,10-20-22 0,-9-8 14 16,-19-1-15 0,6 6-2-16,-33 6-3 0,-7 9-15 15,0 16 12-15,0 12 1 16,0 4-5-16,-41 0-21 16,-5 32-8-16,-29 24 40 15,-5 0 7-15,8 9-5 16,10-21 5-16,34-12 12 15,16-13-19-15,12-6-10 16,0-9-101-16,22-4-96 0,9 0-368 16</inkml:trace>
  <inkml:trace contextRef="#ctx0" brushRef="#br0" timeOffset="62101.97">27109 17140 144 0,'0'0'76'0,"0"0"59"0,0 0 25 0,0 0-47 0,0 0-44 0,0 0-12 16,0 0-28-16,-6 0 3 15,6 0-19 1,0 0 17-16,0 0-5 0,0 0-8 16,0 0 15-16,0 0 10 15,-12-11-1-15,12-17-31 16,0-8 11-16,0-21-13 16,0-7 8-16,0-12 1 15,18-12-11-15,-5 3 1 16,15 5-6-16,-16 4 1 15,3 16-1-15,4 15-2 16,-7 14-1-16,4 15-2 16,-16 16-13-16,0 0-20 15,0 16 6-15,0 24 27 0,0 7 4 16,-34 6-1-16,-6-1-4 16,-7 0-19-16,7-8-8 15,6-4-18-15,15-8-37 16,-3-12-132-16,22-7-277 15</inkml:trace>
  <inkml:trace contextRef="#ctx0" brushRef="#br0" timeOffset="62769.57">27370 16631 278 0,'0'0'140'0,"0"0"-96"0,0 0-43 0,0 0 10 0,0 0 29 15,0 0 21-15,108-68-16 16,-77 56-18-16,-9 12-24 16,-10 0-3-16,4 0-26 15,-16 12 26-15,0 31 45 16,0 18 25-16,-28 3-59 15,-25 8-11-15,-3 5-7 0,-2-9 7 16,11 0 3-16,13-11 3 16,21-13-4-16,13-24 4 15,0-20-12 1,13 0-5-16,61-13-14 0,1-27 25 16,12 4 12-1,-22 8 5-15,-13 7 5 0,-11 10 16 16,-7 3-28-16,-22 8-10 15,-3 0-20-15,-9 0 11 16,0 4-10-16,0 24-83 16,0 4-240-16</inkml:trace>
  <inkml:trace contextRef="#ctx0" brushRef="#br0" timeOffset="63401.98">28225 16916 385 0,'0'0'165'0,"0"0"-87"0,0 0 35 0,0 0-27 0,0 0-45 0,0 0-31 15,0 0-7-15,0 0 13 16,0 0 0-16,0 3 21 16,0-3-21-16,0 0 9 15,0 0-15-15,0 0 5 16,0 0-11-16,0 0-4 16,0 0-8-16,0 0 8 15,-6 0 15-15,-6 0-9 0,-4 0-6 16,10 0-28-1,-6 0 10-15,6 0-14 0,-1 0 11 16,-8 0 6 0,-4 5-9-16,-2 7-81 0,-4-8-133 15</inkml:trace>
  <inkml:trace contextRef="#ctx0" brushRef="#br0" timeOffset="67464.52">29348 16763 146 0,'0'0'142'0,"0"0"-52"0,0 0-37 0,0 0-28 16,0 0 0-16,0 0 23 15,0 0-22-15,0 4 28 16,0-4-29-16,0 0 16 16,0 0 12-16,0 0 4 15,0 0-21-15,0 0-12 16,0 0 7-16,0 0-14 16,-6-7 5-16,0-14-17 15,6-10 5-15,0-10-4 0,0-11 7 16,0-8 8-16,0-5-2 15,0 1-7-15,0 17-8 16,0-9-3-16,6 15-1 16,6 2-3-16,4 9-28 15,-16 11 17-15,0 19 9 16,0 0-13-16,0 0-38 16,-7 49 33-16,-48 2-11 15,2 9-75-15,-6 4-7 16,-3-12-287-16</inkml:trace>
  <inkml:trace contextRef="#ctx0" brushRef="#br0" timeOffset="68015.47">28802 17048 329 0,'0'0'304'0,"0"0"-232"0,0 0-24 0,0 0-2 0,0 0-31 16,0 0 36-16,134-52 7 16,-57 44-11-16,13 4-19 15,-19 0-20-15,10 4 9 16,-7 0-9-16,-15-4-8 15,-6 4-44-15,-19-8-13 16,6 0-62-16,-18 4-75 16,-16-4-388-16</inkml:trace>
  <inkml:trace contextRef="#ctx0" brushRef="#br0" timeOffset="68733.61">28914 17790 310 0,'0'0'192'0,"0"0"-111"0,0 0 12 0,0 0-12 0,0 0-19 16,0 0-22-16,0-41-11 0,0 18-3 16,0-17 0-1,0-8 23-15,22-4-23 16,-10-9 4-16,7-6-29 15,2-5 13-15,-2-5-14 0,3 16-1 16,2 14-8-16,-8 22 4 16,-16 22 4-16,0 3-17 15,0 0-17-15,0 11 13 16,-16 34 20-16,-24 10-16 16,-13 2 1-16,1-1-32 15,11-12-9-15,7-8-5 16,22-3-29-16,6-10-22 15,6 2-125-15</inkml:trace>
  <inkml:trace contextRef="#ctx0" brushRef="#br0" timeOffset="69333.81">29348 17276 202 0,'0'0'182'0,"0"0"-136"0,0 0 9 0,0 0 11 0,0 0-33 0,0 0 25 16,-99 116-2-16,71-86-27 15,-3 6 36-15,-3 8-30 16,0 7-2-16,15 6-24 16,3-1 16-16,10-4-6 0,6-8-16 15,0-4 7 1,0-8-8-16,13-7-2 0,21-10 0 16,-6-7-2-1,-3-8-5-15,9 0-3 16,-13 0-36-16,4-3 35 0,-9-25 11 15,-16-5 14-15,0 9 6 16,0 9-13-16,0 2 4 16,0 13-3-16,0 0-8 15,-10 0-15-15,-30 13 13 16,3 23-7-16,3 0-19 16,12-8-11-16,10-1 11 15,12-10-29-15,0-6-35 16,0-6-106-16</inkml:trace>
  <inkml:trace contextRef="#ctx0" brushRef="#br0" timeOffset="70081.23">29971 16972 525 0,'0'0'127'0,"0"0"-44"0,0 0 16 0,0 0-79 16,0 0 1-16,0 0-6 15,6 0-5-15,7 0 6 16,8 0 0-16,10 0 45 16,10 0-28-16,8 0-14 15,10 0-15-15,0 0 0 16,-12 0-4-16,-13 0-14 0,-12 0-55 16,-10 0-24-1,-12 0-73-15,0 0-141 0</inkml:trace>
  <inkml:trace contextRef="#ctx0" brushRef="#br0" timeOffset="70240.11">29971 16972 714 0</inkml:trace>
  <inkml:trace contextRef="#ctx0" brushRef="#br0" timeOffset="70345.57">29971 16972 714 0,'99'-228'125'0,"-99"228"-115"0,0 0 13 0,22 0 11 16,9 0-16-16,3 0-17 0,7 0 4 16,-7 0-1-1,0 0-8-15,-3 3-23 0,-31 5-164 16,0 9-296-1</inkml:trace>
  <inkml:trace contextRef="#ctx0" brushRef="#br0" timeOffset="71545.5">26902 17313 205 0,'0'0'262'0,"0"0"-214"0,0 0-34 0,0 0-6 0,0 0 17 0,0-32 25 0,0 27-7 0,6 5 5 15,9 0-13-15,-2 0 24 16,8 0-16-16,4 0 10 0,9 0-19 15,13 0-14-15,5 0-10 16,10 0-7-16,4 0-6 16,-4 0-7-16,-3 0-7 15,-7 0-55-15,-11 0-102 16,-7 0-33-16</inkml:trace>
  <inkml:trace contextRef="#ctx0" brushRef="#br0" timeOffset="72444.89">27376 17882 194 0,'0'0'43'0,"0"0"-27"0,0 0 24 0,0 0-24 0,0 0 16 16,0 0 56-16,0 60-9 16,0-56-15-16,-6 1 18 15,6-2-22 1,-6-3 19-16,6 5-45 0,0-5-10 16,0 0 1-16,0 0 3 15,0 0-13-15,0-20-8 0,0-13-3 16,0-14 23-16,0-2-18 15,0-7-4-15,0 8 1 16,6 4-6 0,0 20-15-16,-6 16-9 0,0 8-7 15,0 0-11-15,0 24-40 16,0 20 77-16,0 0-19 16,-31-7-31-16,9-14-116 15,4-7-301-15</inkml:trace>
  <inkml:trace contextRef="#ctx0" brushRef="#br0" timeOffset="75877.52">30914 16619 119 0,'0'0'127'0,"0"0"-91"0,0 0 8 0,0 0-26 0,0 0 14 0,0 0-9 0,0 0 4 16,-28 25 17-16,28-22 33 15,0-3-46-15,-6 0-15 16,6 0-6-16,0 0-4 0,0 0 2 16,0 0 7-1,0 0 26-15,-7 0-25 0,1 0 35 16,-9 4-9-16,15 4-7 15,-6-4-31-15,-7 0 0 16,7 1-4-16,0-2 2 16,6 2-5-16,-10 2 6 15,10-7 9-15,0 4-4 16,0-4 15-16,0 4-10 16,-6 0 9-16,6-4-4 15,-6 9-9-15,0-9 4 16,6 3-5-16,-6-3 16 15,6 0-1-15,0 0 19 0,0 0-20 16,0-16-20-16,0-20-1 16,0-17 5-16,0-2 2 15,0-9-2-15,0 3-6 16,18 5-12-16,-2 4-2 16,-4 8-34-16,1 13-12 15,-7 22 29-15,-6 9 18 16,0 0-27-16,0 0 9 15,0 24 19-15,0 16-7 16,0 0-92-16,-25-8-97 0</inkml:trace>
  <inkml:trace contextRef="#ctx0" brushRef="#br0" timeOffset="76541.44">31041 16306 334 0,'0'0'184'0,"0"0"-92"0,0 0-50 0,0 0-42 0,0 0 7 0,0 0 23 16,127-68 19-16,-87 48 7 16,-15 15-14-16,3 2-38 0,-3 3 13 15,-10 0-17-15,4 3 0 16,-19 38 11-16,0 7 17 15,0 9-28-15,-25-6-11 16,-15 14 2-16,0-6 9 16,-7 2 2-16,25-17 3 15,16-3 9-15,6-18-7 16,0-10-7-16,0-10-4 16,28-3 0-16,12 0-22 15,-9 0 5-15,10-8 21 16,-7-4 10-16,0 8 34 0,6 0-38 15,7 4-3-15,-1 0-3 16,1 0 16 0,5 0-16-16,-11 0-1 0,-13 0-141 15,-28 0-201-15</inkml:trace>
  <inkml:trace contextRef="#ctx0" brushRef="#br0" timeOffset="77173.45">30613 16968 538 0,'0'0'148'0,"0"0"-99"0,0 0 16 0,0 0 19 0,0 0-40 15,341-113 38-15,-235 85-37 0,-7 9-32 16,-3 2-12-16,-9 9 0 16,-1 8-1-16,-14 0-12 15,2 0 6-15,-12 0-107 16,-25 0 46-16,-15 0-237 16</inkml:trace>
  <inkml:trace contextRef="#ctx0" brushRef="#br0" timeOffset="80722.53">30694 17770 346 0,'0'0'73'0,"0"0"-44"0,0 0-26 0,0 0-3 16,0 0 0-16,0 0 27 0,0 0 31 16,0 0-17-1,0 0 1-15,0 0-23 0,0 0 22 16,0 0 32-16,0 0 2 16,0 0-16-16,0 0-29 15,0 4 0-15,0-4-4 16,0 0-10-1,0 0-12-15,0 0-4 0,0 5 0 16,0-2 1-16,0 2 11 16,0-2-4-16,0 5 5 15,0-4-11-15,0-4 2 16,0 0-1-16,0 0 15 16,0 0-14-16,0 0 16 15,0-8-20-15,0-24 1 0,0-17 12 16,0-15-3-1,18-3-5-15,4-5-2 0,-3-1-6 16,-1 13 0-16,4 8-14 16,-16 11 5-16,6 18-5 15,-12 10-8-15,10 13-26 16,-10 0 9-16,0 0 13 16,0 0 20-16,0 0-44 15,0 21 11-15,0 11-23 16,-34 12-50-16,-13 3-231 15</inkml:trace>
  <inkml:trace contextRef="#ctx0" brushRef="#br0" timeOffset="81420.24">31041 17329 176 0,'0'0'150'0,"0"0"-14"0,0 0-41 0,0 0-28 0,0 0-21 0,0 0 2 16,-40 184-22 0,24-136-4-16,4 4 15 0,-1-3 3 15,13-5 6-15,0-8-20 16,0 1-8-16,0-6-5 15,0-3-1-15,19-7-12 16,15-10-4-16,0-2-3 16,6-9-7-16,1 0-1 15,-10 0-35-15,9-17 50 16,-12-19 1-16,0-16 27 16,-10-4-16-16,-11 0-11 15,-7 7-1-15,0 22-7 16,0 15 5-16,0 12-1 15,-19 0-4-15,-27 23 7 0,-10 34 2 16,3 2 1-16,0 10 1 16,7-13 0-16,18-12-4 15,9-11 0-15,19-22-109 16,0-11-135 0</inkml:trace>
  <inkml:trace contextRef="#ctx0" brushRef="#br0" timeOffset="94127.03">31239 15856 410 0,'0'0'55'0,"0"0"-11"16,0 0 15-16,0 0-38 0,0 0 0 15,0 0 4 1,0 0 17-16,0 0-20 0,0 0 38 16,0 0 14-16,0 0-57 15,0 0-7-15,0 0-9 16,0 0 22-1,0 0-7-15,0 0 2 0,0 0-13 16,0-11 20-16,10-1 1 16,14-8-4-16,4 16 4 15,-3-12-20-15,3 4-4 16,6 4 3-16,0-9 2 16,-9 9-5-16,9-7-2 15,-6 11-7-15,-9 0-32 0,-7-1-43 16,16 2-27-16,-16 3-42 15,4 0-15-15,-16 0-168 16</inkml:trace>
  <inkml:trace contextRef="#ctx0" brushRef="#br0" timeOffset="94491.7">31475 15472 182 0,'0'0'452'0,"0"0"-314"0,0 0-21 0,0 0-44 0,0 0-57 0,0 0-16 15,0 4-13 1,0-4-59-16,-6 0-86 0,-10 0-40 15,4 0-172 1</inkml:trace>
  <inkml:trace contextRef="#ctx0" brushRef="#br0" timeOffset="94957.62">31587 15886 39 0,'0'0'547'0,"0"0"-436"16,0 0 2-16,0 0-27 0,0 0-54 0,0 0-25 15,0 0-7-15,0 0 2 0,0 0-1 16,0 0-1-16,0 0-2 16,0 0-18-16,0 0-74 15,0 0-112-15,0 0-340 16</inkml:trace>
  <inkml:trace contextRef="#ctx0" brushRef="#br0" timeOffset="95740.43">31897 15376 379 0,'0'0'84'16,"0"0"-82"-1,0 0 44-15,0 0 4 0,0 0-6 16,0 0 5-16,0-8 39 16,0 8 20-16,-16 0-35 15,-9 8-51-15,4 16 3 16,-4 0-12-16,-9 4 5 15,6 4-6-15,-6-4 2 16,9 0 3-16,3 0-6 0,16-3 4 16,6-6-7-1,0-2 5-15,0-1-10 16,0-1-6-16,0-7-4 16,0 8 2-16,12-16 2 15,10 9-9-15,6-9 8 0,-3 0-8 16,3 0 6-16,-10 0-25 15,10 0 12-15,-15 0-19 16,8 0 18-16,-21 0 4 16,13 0 16-16,-13 0-2 15,6-9 2-15,0 6-8 16,0-2-19-16,4-3 26 16,-4 0-21-16,6 1-19 15,-5-6-30-15,-1 10 23 16,3-5 13-16,-9 8 0 0,6 0 24 15,-6 0 11-15,0 0 1 16,0 0 2-16,0 0 28 16,0 0-12-1,0 8-1-15,0 8-14 0,0-1 16 16,0 21 26 0,-21-7 16-16,8 11-7 0,1-8-34 15,2-8-12-15,4-8-3 16,6-5-6-16,0-6-45 15,0-5-109-15,0 0-71 16</inkml:trace>
  <inkml:trace contextRef="#ctx0" brushRef="#br0" timeOffset="96757.71">31422 17754 6 0,'0'0'243'0,"0"0"-111"0,0 0 24 0,0 0-57 0,0 0-46 0,0 0 25 16,25 0 1-16,-12 0-57 15,8 0 0-15,-8 0-11 16,8 0 31-16,-2 0-37 16,3 0 5-16,-10 0-7 15,0 0-6-15,10 0 1 16,-16 0-7-16,1 8-10 15,-1-4-9-15,-6 4-27 16,0-3-99-16,0-2-170 0</inkml:trace>
  <inkml:trace contextRef="#ctx0" brushRef="#br0" timeOffset="96958.37">31422 17754 377 0</inkml:trace>
  <inkml:trace contextRef="#ctx0" brushRef="#br0" timeOffset="97057.83">31422 17754 377 0,'199'-157'219'0,"-199"157"-82"0,0 0 5 16,0 0-5-16,0 0-172 15,0 0-28-15,0 0-116 16,0 0-293-16</inkml:trace>
  <inkml:trace contextRef="#ctx0" brushRef="#br0" timeOffset="97389.15">31460 18047 542 0,'0'0'156'0,"0"0"-119"0,0 0 17 16,0 8-37-16,0-8-17 15,0 0-20-15,0 0 20 16,0 0 0-16,0-4 0 16,0-8-50-16,0-1-143 15</inkml:trace>
  <inkml:trace contextRef="#ctx0" brushRef="#br0" timeOffset="98206.91">31928 17522 259 0,'0'0'236'0,"0"0"-166"0,0 0-70 0,0 0 1 0,0 0 6 16,0 0-2-16,28-20-4 0,-28 20 69 16,0 20 32-1,0 7-61-15,-19 10-22 16,-3-5-3-16,-6-1-10 0,10-3 5 15,-1 1-9-15,4-9 8 16,8-4-5-16,1-4-3 16,6-4 7-16,0-4 12 15,0-4-19-15,0 0-2 16,0 0-16-16,34 0-15 16,-3-24 22-16,10 12 18 15,-7-5-14-15,-6 10 5 16,-16 3-8-16,1 4-14 15,-4 0-15-15,-3 0-2 16,6 0-1-16,-5 0 40 0,-1 0-9 16,3 0-1-16,-3 4-28 15,-6-4 26-15,0 0 5 16,0 0 0 0,0 0 7-16,0 0 0 0,0 4 12 15,0-1-11-15,0 6 17 16,0 11-15-16,0 0 3 15,-6 12-4-15,-16 8 13 16,4 0 3-16,-10 9 23 16,-6 3 24-16,15-4-17 15,-9-8-3 1,16-16-24-16,-4 0-3 0,16-12-18 16,0-8-1-16,-6 0-31 0,6-4-25 15,0 0-98 1,-6 0-179-16</inkml:trace>
  <inkml:trace contextRef="#ctx0" brushRef="#br0" timeOffset="98822.26">32204 17020 554 0,'0'0'95'0,"0"0"-7"0,0 0-4 0,0 0-47 0,0 0-19 15,0 0 10-15,0-16 5 16,40 11-2-16,-15 2 12 0,-4 0-34 16,4-2 3-16,-9 5-12 15,-10-4-2-15,6 4-41 16,-12 0-17 0,16-4-37-16,-16 4-90 0,0-4-127 15</inkml:trace>
  <inkml:trace contextRef="#ctx0" brushRef="#br0" timeOffset="99056.21">32204 17020 611 0,'-22'-260'116'0,"44"260"-50"16,2 0 24-16,11 0-72 16,5 0-12-16,-6 0-6 15,0 0-57-15,-9-5-86 16,-10-11-83-16</inkml:trace>
  <inkml:trace contextRef="#ctx0" brushRef="#br0" timeOffset="101086.45">32911 16090 304 0,'0'0'200'0,"0"0"-122"0,0 0 4 0,0 0-25 16,0 0 6-16,0 0-1 16,0 0-8-16,0 0 4 15,0 0-18-15,0 0 4 16,0 0-33-16,0 0-11 16,0-8-4-16,21-8 4 15,13 8 0-15,-9 0 0 16,3 8-9-16,-9 0-21 0,-4 0 26 15,-9 0-16-15,-6 0 20 16,0 27 0 0,0 9 9-16,0 5-9 15,0 11-16-15,-34-8-17 0,0-12 6 16,16-8 2-16,-4-7 9 16,22-10 10-1,0-7-18-15,0 0-41 0,0 0 17 16,22 0 41-16,2 0 7 15,-2 0 5-15,-9 0 28 16,-13 0-33-16,0 8 41 16,0 16 20-16,0 1-15 0,0 14-34 15,-35 2 7-15,4-10-19 16,-18-6 0 0,24-9-6-16,-9-12-11 0,15-4-38 15,10 0-111-15,9 0-71 16</inkml:trace>
  <inkml:trace contextRef="#ctx0" brushRef="#br0" timeOffset="101819.13">32576 16980 125 0,'0'0'114'0,"0"0"1"0,0 0-13 0,0 0-36 0,0 0-34 15,0 0-1 1,-31-24-13-16,31 20 7 0,0 4 9 16,0 0 12-16,0 0 26 15,0 0-12-15,0 0-40 16,0 0 16-16,52-8 18 15,1-4-3-15,22-4-6 16,5-4-15-16,7 0 1 16,6-1-22-16,-12 6 1 15,-7 7-10-15,-9 0-1 0,-12 3-17 16,-13 5-22-16,1-3-47 16,-14-5-83-16,-14-1-210 15</inkml:trace>
  <inkml:trace contextRef="#ctx0" brushRef="#br0" timeOffset="104267.92">32917 17124 321 0,'0'0'42'0,"0"0"0"0,0 0 25 0,0 0 24 0,0 0-30 0,0 0-8 15,0-15 0-15,0 15 24 0,0 8-17 16,0 15-27-16,-13 10-6 15,-11 6-20 1,-4-6 13-16,6 3-8 0,-3-4 4 16,3-4 4-1,16-4-7-15,0-8-8 0,6-11-5 16,0-5-8-16,0 0-48 16,0 0 33-16,12 0-4 15,29 0 6-15,-7 0 20 16,0 0 1-16,-15 0 5 15,9 0-3-15,-16 0 1 16,10 0 2-16,-16 0-9 16,0-5 8-16,0 1-8 15,0 0-2-15,1-4-11 0,2-1-9 16,-3 2-5-16,-6-1-19 16,0 4-1-16,0 4 36 15,0-4 15-15,0 4-2 16,0-4 4-16,0 4-4 15,0-4-12-15,0-1 0 16,0 2 13-16,0-5 2 16,0 8-2-16,0 0 8 15,0 0 24-15,0 4 4 16,0 28 9-16,0 12-18 16,0 12 35-16,-15 4-18 15,-4 1-1-15,7-9 4 16,5-12-31-16,7-8-7 15,0-16-4-15,0 0-8 16,0-8 0-16,0-4-14 16,0 0-59-16,0 0-115 15,0 3-140-15</inkml:trace>
  <inkml:trace contextRef="#ctx0" brushRef="#br0" timeOffset="105767.45">29742 13804 259 0,'0'0'57'0,"0"0"31"0,0 0 3 0,0 0-14 0,0 0-27 0,0 0 11 0,15 0-31 15,-15 0 4-15,0 0 25 16,6 0-12-16,7 0-21 16,15 0-8-16,6 0 5 15,6 7-4-15,19 1 9 16,15 5-9-16,-2-5 10 16,24-4-18-16,-3 12-4 15,0-8 1-15,0 4-8 16,0 4 7-16,9 4-4 15,-9 4 8-15,0 0-10 0,-6 5 0 16,6-1 8 0,0-1-9-16,-12-2 3 15,-1 11-1-15,-5-13 1 0,5 10-1 16,1 3 0-16,-3-4-2 16,8 12 6-16,-5-7-4 15,-7-6-2-15,-5 5 3 16,-10-8-3-16,-7 4 0 15,-5 1-5-15,-13-10 2 16,-6 13 6-16,-10-11-5 0,4 3 7 16,-9-4-10-16,14 4 10 15,-2 0-2-15,-3-4-3 16,-3-7 0 0,2-2 0-16,-8-3 1 0,5 0-4 15,-2 4 10-15,9-4-13 16,3 12 13-16,-1 4-7 15,4 5 0-15,10 3-1 16,-7-5-2-16,-6-3-2 16,3-3-2-16,-16-14 14 15,-2 6-13-15,-1-9 10 16,-3 3-8-16,4 6 8 16,-1-5 1-16,-12 12-5 15,22-12-1-15,-10-8 0 16,-12-4-11-16,6 0-3 15,-6 0-11-15,0 0 16 16,0 0-23-16,0 0 8 0,-12 8-60 16,-22-8-127-16,15 4-465 15</inkml:trace>
  <inkml:trace contextRef="#ctx0" brushRef="#br0" timeOffset="106449.13">32610 15136 402 0,'0'0'90'0,"0"0"-21"0,0 0-31 0,0 0 5 16,0 0 8-16,0 0 23 16,0 0-17-16,0 0-9 15,0 0 4 1,0 0-12-16,0 15 8 0,0 6-32 16,0 2 10-16,0 18-16 15,0-5-1-15,0-5-8 16,0-10 1-16,0-1-1 15,0-9 2-15,0-6-3 16,0-2-1-16,0-3-5 16,0 0 10-16,0 0-8 15,0 0-9-15,0 0 8 0,0 0-14 16,6 0-4-16,3 0-9 16,4-23 32-16,-1-6 1 15,10-7 11 1,-16 8-10-16,0 0 5 0,-6 4-14 15,0 4-9-15,0 4 4 16,0 4 12-16,0 1 8 16,0 2 0-16,-34 1-8 15,9 0-3-15,-9 8-23 16,-12 0 16-16,12 0-57 16,12 0-110-16,3 0-72 15</inkml:trace>
  <inkml:trace contextRef="#ctx0" brushRef="#br0" timeOffset="107765.7">30232 13607 275 0,'0'0'233'0,"0"0"-191"0,0 0-1 0,0 0-26 0,0 0-15 0,0 0 28 16,0 0 32-16,-7 8-12 16,-39 21-43-16,-22 2 14 15,-7 5 8-15,-5-8 4 16,15-3 3-16,3-9 22 15,24-5-11-15,10-6-5 16,22-5 11-16,6 0-44 16,0 0-7-16,0 8-1 0,0-8-5 15,0 12 0-15,0-9 4 16,19 10 1-16,-4-9 2 16,-2 4-3-1,5 0 8-15,4-5-9 0,3 10 12 16,3-5-9-16,0-4 2 15,-4 7 0-15,4-6-2 16,-9-5 2-16,-4 4-5 16,-2-4 1-16,-7 0-5 15,16 0-23-15,-10 0 4 16,1 0 20-16,15 4 6 16,12 0 0-16,13-4 19 15,-1 13-12-15,10-10-5 16,-21 5-4-16,-10-8-4 0,-10 0 3 15,-8 0-8 1,-7 0 4-16,-6 0 13 0,0 0-13 16,0 0 7-16,0 0-35 15,0-8 31-15,0-8 4 16,0-12 1-16,0 3 3 16,-6-11-6-16,-28 13 2 15,9 2-19-15,3 10 7 16,10 2 12-16,5 9 0 15,7 0-3-15,0 0-6 16,0 0-35-16,0 0-39 0,0 0-131 16</inkml:trace>
  <inkml:trace contextRef="#ctx0" brushRef="#br0" timeOffset="-198678.98">15299 13840 342 0</inkml:trace>
  <inkml:trace contextRef="#ctx0" brushRef="#br0" timeOffset="-197281.8">16930 14073 531 0</inkml:trace>
  <inkml:trace contextRef="#ctx0" brushRef="#br0" timeOffset="-148311.38">10077 12504 392 0,'0'0'278'0,"0"0"-241"0,0 0 61 0,0 0-19 0,0 0-49 0,0 0 11 15,0 0-10-15,0 0 8 16,0 0-18-16,0 0 33 0,0 0-10 16,0 0-12-1,16-8-12-15,36-24 4 0,29-8 1 16,12-8-16-1,22-4 4-15,3-5-4 0,3-2-6 16,6 6-3-16,-19 9-21 16,-27 0-25-16,-16 12-3 15,-19 4-26-15,-18 16-25 16,-28 12-31-16,0 0-119 16,-15 16-133-16</inkml:trace>
  <inkml:trace contextRef="#ctx0" brushRef="#br0" timeOffset="-147763.28">10024 12383 559 0,'0'0'25'0,"0"0"20"0,0 0 15 0,0 0-35 0,0 0 64 0,0 0-4 15,0 0-22-15,94 97-36 16,-67-73 23-16,-8-12-33 16,-3 1 4-16,-4-2-21 15,-12-11 0-15,0 4-3 16,0-4 3-16,0 0-3 16,0 0-15-16,0 0 17 15,0 0-20-15,-34 0-38 16,9 0 33-16,-3 8 26 0,16 0-2 15,-4 8 2 1,16 1 11-16,0 7 7 16,0-12 11-16,0 7-28 0,0-10 9 15,0-1-10-15,0-8 0 16,0 0 0-16,0 0 1 16,0 0 4-16,28 0 6 15,25 0-2-15,0 0-6 16,-4 0-6-16,-12 0-44 15,-21 0-124-15,-10 0-489 16</inkml:trace>
  <inkml:trace contextRef="#ctx0" brushRef="#br0" timeOffset="-146947.07">11296 12119 187 0,'0'0'242'0,"0"0"-229"0,0 0-11 0,0 0-4 16,0 0 5-16,0 0 23 15,0 0 66-15,0 0-26 0,0 0 25 16,12 0 0-16,1 9-42 16,14 7-12-16,1-1 0 15,10 1-24-15,24-11-11 16,-3-5 9-16,9 0-10 15,6-5 20-15,-3-39 9 16,4-16 12-16,6-16-31 16,-16-9 0-16,-25-2-11 15,-12 2-10-15,-16 9-14 16,-12 11-4-16,0 22 20 16,-12 14-27-16,-69 26 29 15,-12 3-19-15,-15 32 25 16,8 36 5-16,7 8 3 0,19 8 8 15,21-15 28 1,32-5-2-16,14-4-34 16,7-16 1-16,0-8-9 0,0-12-4 15,7-8-24 1,42-11 27-16,-8-5-20 0,11 0-4 16,-5 0 19-16,-1 0 0 15,-5 11 1-15,-1 9 1 16,-6 4 4-16,-3 4 10 15,-3 8 28-15,0 0-15 16,-3-8 2-16,3-3-22 16,-4-9-3-16,4-8 0 15,19-8-45-15,-13 0-12 16,0 0-32-16,-9 0-92 16,-16 0-196-16</inkml:trace>
  <inkml:trace contextRef="#ctx0" brushRef="#br0" timeOffset="-146381.24">12406 12075 614 0,'0'0'71'0,"0"0"-67"0,0 0 107 0,0 0-88 0,0 0-19 0,0 0-4 15,251-47-4-15,-236 47-19 0,-15 0 23 16,0 3 23-16,0 33 51 15,0 12-14-15,0 9-37 16,0 10 11-16,0 2-24 16,-15-1-2-16,9-8-5 15,6-16 2-15,0 5 6 16,0-13-10-16,0-8-2 16,0 8 5-16,0-12-8 15,0-4-19-15,6-12-38 16,-6 4-50-16,0-12-60 15,0 0-24-15,0 0-65 0</inkml:trace>
  <inkml:trace contextRef="#ctx0" brushRef="#br0" timeOffset="-146179.91">12483 12464 976 0,'0'0'66'16,"0"0"-55"-16,0 0-4 16,0 0 9-16,0 0-1 0,0 0-15 15,403-40-8 1,-316 24-60-16,-22 8-89 16,-37 4-312-16</inkml:trace>
  <inkml:trace contextRef="#ctx0" brushRef="#br0" timeOffset="-140719.22">13373 13747 285 0,'0'0'197'0,"0"0"-188"0,0 0 8 0,0 0 10 0,0 0-27 16,0 0-21-16,0 0 15 16,-6-11 5-16,6 11 2 0,0 0 40 15,0-5 1-15,0 5 10 16,0 0-17-16,0 0-16 15,0 0-5 1,0 0-13-16,0-4 23 16,-12 4-9-16,2 0 42 0,4-3 5 15,0 3 4-15,6 0-37 16,0 0 2-16,-6 0 0 16,6 0-15-16,0 0 13 15,0 0-19-15,0 0 21 16,0 0-31-16,0 0 6 0,0 0-6 15,0 0-5 1,28 0-21-16,58 3 26 0,26 17 1 16,3-12 6-1,18 12-7-15,-18-7 5 0,-16-5 5 16,-12 7-4-16,-19-7-11 16,-28 0 8-16,-15-3-4 15,-19-1 1-15,-6-4-5 16,0 0 3-16,0 0 1 15,10 0-7-15,-10 0-8 16,0 0 0-16,0 0-23 16,0 0-4-16,0 0-35 15,0 0-209-15</inkml:trace>
  <inkml:trace contextRef="#ctx0" brushRef="#br0" timeOffset="-117655.38">2453 14514 49 0,'0'0'0'0,"0"0"-49"0</inkml:trace>
  <inkml:trace contextRef="#ctx0" brushRef="#br0" timeOffset="-117138.7">2453 14514 9 0,'0'0'206'0,"0"0"-74"16,-22-37-20-16,10 37-32 15,5 0-56-15,1 0-12 16,6 0-12-16,-15 0 35 16,2 0 3-16,-8 0 13 15,8 0-22-15,1 0-12 0,-1 0 5 16,-2 0-6-16,2-3 10 15,1 3-1-15,-10-5-6 16,4 5-14-16,-4 0 18 16,16 0-13-16,-41 0 9 15,7 0-6-15,12 0-6 16,3 0-2-16,25 0-4 16,-6 0 13-16,-9 0-10 15,-4 0-5-15,-3 0 3 16,16 0 10-16,0 0-3 15,6 0 16-15,0 0-20 0,0 0-5 16,0 0-2 0,0 0-9-16,0 8 6 0,0 4 9 15,0 4-8 1,0 1-2-16,0-6 5 0,34 2-2 16,19 10-4-16,15-6 7 15,-3 2 3-15,-19 2-3 16,-11-6-9-16,5-6 6 15,0-1-15-15,1-8 4 16,-1 0 2-16,6 0 12 16,-5 0 4-16,-7 0 3 15,12-4-7-15,-27-4-10 0,21-5-10 16,-6 2-10 0,-15 3 0-16,3 4-15 0,-10 4 34 15,16 0-29-15,-3-5-11 16,-4-6-98-16,-2-14-229 15</inkml:trace>
  <inkml:trace contextRef="#ctx0" brushRef="#br0" timeOffset="-116556.52">2719 14546 237 0,'0'0'235'0,"0"0"-197"0,0 0-7 0,0 0-24 16,0 0 8-16,0 0 14 16,59 0 0-16,-25 0-22 15,-6 0 14-15,-3 0 4 16,-3 0-10-16,-4 0-3 15,-11 12-7-15,20-9-4 16,-27-3 12-16,7 16-10 16,-7-7 1-16,6 15 52 15,0-1-15-15,3 2-17 0,-2-1-24 16,-7 1-3-16,0-6-36 16,0-11-133-16,0-8-203 15</inkml:trace>
  <inkml:trace contextRef="#ctx0" brushRef="#br0" timeOffset="-115874.44">1997 15363 81 0,'0'0'105'0,"0"0"-1"0,0 0-15 0,0 0-31 0,0 0-7 16,0 0 10-16,0 0-21 15,0 9-22-15,0-9 29 16,34-17 20-16,25-6 52 16,15-6-54-16,-6 1-26 15,-37 0-16-15,10 5-20 16,-1-1 2-16,-6 7-5 16,-6-7-4-16,-15 1-21 15,5 6-5-15,4-7-42 16,3 16-68-16,-10-9 21 15,-15 17-82-15,0-3-183 16</inkml:trace>
  <inkml:trace contextRef="#ctx0" brushRef="#br0" timeOffset="-115540.43">2183 15159 413 0,'0'0'78'0,"0"0"11"0,0 0-17 0,0 0-13 16,0 0-15-16,0 0-39 15,167 217 3-15,-151-205-7 16,-4 4-2-16,1-4-7 16,8-4-53-16,-8-5-25 15,-1-3-42-15,4 0-42 16</inkml:trace>
  <inkml:trace contextRef="#ctx0" brushRef="#br0" timeOffset="-114540.52">2707 14962 7 0,'0'0'178'0,"0"0"-143"0,0 0-3 0,0 0-20 16,0 0 28-16,0 0 17 15,0 0-25-15,0 0-12 16,0 0 25-16,0 0-2 16,0 0 10-16,0 0-27 15,0 0 16-15,0 0-4 0,0 0 0 16,0 0 0-16,0 0-7 15,0 0 7-15,0 0-25 16,0 0 15-16,0 0-7 16,0 0-2-16,0 0-19 15,0 0-10-15,0 0 9 16,6 0 0-16,13 0-1 16,-4 0 4-16,4 0 10 15,-13 0-9-15,6 0-6 16,-12 0-2-16,10 0 4 15,-10 21 1-15,0 3 1 16,0 20 17-16,0 8-9 0,0 0 10 16,0-12-17-1,0-4 1-15,0-15-2 0,0-13-2 16,0-1-5-16,0-7-8 16,0 0-13-16,0 0-8 15,18 0 20-15,-5 0 15 16,-4 0 2-16,3 0 9 15,-12 0-2-15,0 0-8 16,0 0 8-16,0 0-7 16,0 13 22-16,0 7-18 15,-12 20 0-15,-28 8 3 16,-22 8-6-16,9 4-6 0,6-7 3 16,1-9-4-1,30-16-40-15,10-28-84 0,6 0-103 16</inkml:trace>
  <inkml:trace contextRef="#ctx0" brushRef="#br0" timeOffset="-113474.83">3194 14670 287 0,'0'0'48'0,"0"0"-42"0,0 0 19 0,0 0 19 16,0 0-3-16,0 0 9 16,0 0 12-16,0 0 7 15,0 0-19-15,-7 0 28 0,7 0-15 16,-6 0-29-16,-3 0-32 15,-3 0 0-15,5 0 17 16,7-4-18-16,-6 0 18 16,6 4-16-16,0 0 14 15,0 0-12-15,0 0 8 16,0 0 5-16,0 0 7 16,0 0 1-16,0 0-17 15,0 0-9-15,0 0-8 16,0 0 3-16,0 0-17 15,0 0 11-15,0 0 7 0,19 8 4 16,9 4 0-16,12 0 1 16,-6 1-1-16,13-10-1 15,-7 9-4 1,6-8-11-16,-5-4 11 0,-10 0-22 16,9 0 8-16,-6 0 2 15,6 0 9-15,-5 0 8 16,11-16 0-16,-6 0 0 15,1-8-41-15,-16 4 31 16,2 0-28-16,-14 0-30 16,2-4-6-16,-15 7-70 15,0-6-236-15</inkml:trace>
  <inkml:trace contextRef="#ctx0" brushRef="#br0" timeOffset="-112709.21">3674 14546 358 0,'0'0'84'0,"0"0"-80"0,0 0 6 16,0 0-9-16,0 0-1 15,0 0 13-15,41 23 1 16,-20-23 20-16,-8 0 6 15,-1 0 5-15,10 0-24 0,3 0 0 16,3 0-7 0,6 0-3-16,-16 0-6 0,10 0-3 15,-15 0-2-15,-7 0 4 16,-6 0-8-16,0 0 3 16,0 8-4-16,0-3 10 15,0-1 4-15,0 12 20 16,0 8-13-16,0 0-2 15,0 3 9-15,0 6 13 16,0-9-28-16,0-7-5 16,0-2-3-16,0-11-67 15,0-4-47-15,0 0-99 0</inkml:trace>
  <inkml:trace contextRef="#ctx0" brushRef="#br0" timeOffset="-111594.23">3361 15368 125 0,'0'0'86'0,"0"0"-3"0,0 0 22 0,0 0-25 16,0 0-37-16,0 0-13 15,0 0 2-15,0 0-4 16,0 0 17-16,0 0 8 15,0 0-26-15,0 0 4 16,0 0-25-16,0 0 8 16,0-5 0-16,0-6 18 15,0-17 20-15,0 4-28 0,0-9-4 16,25-3-17-16,-3 5 4 16,6 14-4-16,-16-7-6 15,7 20-5-15,-4-4-18 16,-3 5-8-16,1-5-1 15,-13 8 32-15,0 0-29 16,0 0-9-16,0 0-20 16,0 0-37-16,0 0-69 15</inkml:trace>
  <inkml:trace contextRef="#ctx0" brushRef="#br0" timeOffset="-111393.11">3361 15368 11 0</inkml:trace>
  <inkml:trace contextRef="#ctx0" brushRef="#br0" timeOffset="-111244.28">3361 15368 11 0,'-34'-177'24'0,"34"177"-23"16,0 0 36-16,0 0 384 0,0 4-339 15,0 25-2 1,0 7 41-16,12-5-55 0,4 2-57 16,3-10-3-16,-7-2-4 15,10-6-4-15,-16 2-10 16,0-1-28-16,0 0-28 15,10 0-13-15,-10-12-65 16,0-4-169-16</inkml:trace>
  <inkml:trace contextRef="#ctx0" brushRef="#br0" timeOffset="-110394.92">3727 14934 186 0,'0'0'120'0,"0"0"-94"0,0 0 20 0,0 0-21 15,0 0 16-15,0 0 44 16,0 0-35-16,0 0-17 16,0 0-5-16,0 0-13 15,16 0 4-15,-4 0-5 16,16 0 3-16,-3 0-3 15,-4 0-3-15,-2 0-11 0,-4 9 0 16,-2 10 3 0,-13 6 5-16,0-5 1 0,0 4-1 15,0 0 8-15,0-9-8 16,0-2 18-16,0-5-24 16,0-8-2-16,0 0-43 15,0 0-16-15,0 0 29 16,12 0 15-16,22 0 15 15,-6 0 1-15,3 4 2 16,-3 8-3-16,-15 0-1 16,-7 0 1-16,-6-7 10 15,0 10 17-15,0 1 51 16,-19 8-41-16,-40 9-27 16,-3-2 4-16,10 5-10 0,-1-8 4 15,13 0-8-15,12-7-26 16,21-13-106-16,7-8-119 15</inkml:trace>
  <inkml:trace contextRef="#ctx0" brushRef="#br0" timeOffset="-105898.85">1302 15709 252 0,'0'0'102'0,"0"0"-51"0,0 0-14 16,0 0-21-16,0 0-15 15,0 0 34-15,0 0-24 16,0 0-1-16,0 0 26 15,0 0-4-15,0 0-13 16,0 0-16-16,0 0 9 16,0 0-10-16,0 0 13 0,0 0 18 15,-12 0 3-15,12 0 36 16,0 0-11-16,0 0-8 16,0 0-42-16,0 0 5 15,0 0-15-15,0 0-2 16,0 0-9-16,0 0 8 15,0 0-7-15,0 0 4 16,18 0-7-16,10 0 6 16,-3 0 6-16,9-16 3 0,-6-17 20 15,-3-7-18 1,-3-4 6-16,-16 8 0 0,13 0-10 16,-10 8-1-16,-9 12 2 15,0 4 3-15,0 4-3 16,0 4 13-16,0 4-8 15,0 0 1-15,0 0-7 16,-9 0-2-16,-4 0-15 16,7 0 13-16,0 0 3 15,-10 12-10-15,10 16 7 16,0 8-11-16,0-8 13 16,-7-3-16-16,7-10 16 15,-3 6 1-15,9-10 0 16,0-3-10-16,0-8-1 15,0 0 8-15,0 0-31 16,21 0 24-16,-8 0-14 16,-1 0 22-16,10 0 4 0,-22 0 9 15,0 0-6-15,6 0 6 16,-6 0 16-16,0 0-18 16,0 0-9-16,22 0 0 15,-10 17 27-15,1 2-20 16,8 9 8-16,-8 5-8 15,-13 6 5-15,0 10 6 16,12-1-4-16,-12 4-1 16,0 1-11-16,6-1 1 15,-6-16-1-15,10-16-4 16,-4-4-46-16,0-16-3 16,0 0-63-16,-6 0 22 0,6 0-22 15,-6 0 25 1,0 0-16-16,0-16-271 0</inkml:trace>
  <inkml:trace contextRef="#ctx0" brushRef="#br0" timeOffset="-105481.24">1454 15922 529 0,'0'0'92'0,"0"0"-77"0,0 0 20 15,0 0-1-15,0 0 55 16,0 0 2-16,56 0-43 0,-31 0-3 16,-3 0-27-1,2 0-18-15,-8 0-2 16,2 0-17-16,-11 0 4 0,8 0-17 15,25 0-10-15,-15 0-71 16,9-9-34-16,-6-7-151 16</inkml:trace>
  <inkml:trace contextRef="#ctx0" brushRef="#br0" timeOffset="-104867.38">1777 15684 319 0,'0'0'124'0,"0"0"-115"0,0 0 44 0,0 0 18 0,0 0 23 0,0 0-22 16,74-3-9-1,-49-2-38-15,3-3 3 0,0 5-26 16,-3-2 7-16,-13 5-6 16,10 0-3-16,-10 0-3 15,-6 0-31-15,-6 0-4 16,0 0-41-16,0-4 10 15,0 1-75-15,0-5-23 16,0 3-124-16</inkml:trace>
  <inkml:trace contextRef="#ctx0" brushRef="#br0" timeOffset="-104575.64">1777 15684 196 0</inkml:trace>
  <inkml:trace contextRef="#ctx0" brushRef="#br0" timeOffset="-104467.49">1777 15684 196 0,'-109'-168'119'0,"137"168"-111"0,0 0 22 0,3 0 169 16,3-4-125-16,-12 0-32 15,-4 0-2-15,4 4-21 16,3-4-15-16,3 0-4 16,-10-4-52-16,4-4-58 15,-16 8-166-15</inkml:trace>
  <inkml:trace contextRef="#ctx0" brushRef="#br0" timeOffset="-80620.94">6763 14987 86 0,'0'0'145'0,"0"0"-40"0,0 0 28 0,0 0-48 0,0 0-30 16,0 0-2-16,0 0-4 16,27 60-7-16,-2-60 22 15,-9 0-27-15,2 0-2 16,4 0-23-16,-3 0 0 16,15 0 9-16,0-44 35 15,-3-16-5-15,3-9-22 16,-22-7-11-16,-2 4-15 15,-10 4 10-15,0-4-10 16,-16 16-3-16,-15 7-1 16,-9 13-14-16,6 21 6 15,0 15-1-15,0 0-27 16,-1 20-2-16,4 35 19 0,4 22 14 16,14-9-7-16,7-16 13 15,6-8 3-15,0-16-3 16,0-8-17-16,19-20 1 15,27 0-41-15,7 0 27 16,9 0 30-16,-3-4 10 16,-7-12-7-16,-17 16 10 15,5 0-13-15,-18 0-4 16,-10 24 4-16,-6 16 7 16,-6 12 48-16,6-3-18 15,1-5-3-15,20-8-31 16,1 0-3-16,3 4-19 15,3-8-15-15,-6-12-90 0,-21-12-170 16</inkml:trace>
  <inkml:trace contextRef="#ctx0" brushRef="#br0" timeOffset="-80037.38">7646 14887 137 0,'0'0'441'0,"0"0"-435"0,0 0 2 0,0 0 24 0,0 0-22 16,0 0 4-16,220-8-1 15,-207 8-13-15,-13 0 2 16,0 24 38-16,0 16 39 15,0 7-10-15,0 26-48 16,0 0 0-16,0-9-21 16,0 8 2-16,0-8-2 15,0-12 0-15,0 0-5 16,0-20-28-16,0-8-40 16,0-12-56-16,0-12-22 15,0 0-47-15,0 0 50 0</inkml:trace>
  <inkml:trace contextRef="#ctx0" brushRef="#br0" timeOffset="-79804.73">7786 15239 555 0,'0'0'41'0,"0"0"13"0,0 0 18 16,0 0 21-16,0 0-48 15,0 0-12-15,152-23-33 16,-118 7-19-16,-6 11-100 16,0 1-7-16,-22 4-222 15</inkml:trace>
  <inkml:trace contextRef="#ctx0" brushRef="#br0" timeOffset="-79337.06">8232 14934 586 0,'0'0'54'0,"0"0"-25"0,0 0 87 15,0 0-29-15,0 0-43 16,0 0-4-16,317-24-29 15,-277 17 5-15,-22 2-16 16,-5 2-16-16,-4 3-25 16,-9 0-28-16,0 0-54 15,0-5 5-15,0-6-252 16</inkml:trace>
  <inkml:trace contextRef="#ctx0" brushRef="#br0" timeOffset="-79122.77">8232 14934 652 0,'96'-257'77'16,"-83"257"-18"-16,21 0 46 15,-3 0-76-15,15 0-21 16,-5 0-16-16,-1-11-13 15,7-1-55-15,-13-9-61 16,-19 14-82-16</inkml:trace>
  <inkml:trace contextRef="#ctx0" brushRef="#br0" timeOffset="-74741.37">9163 14433 309 0,'0'0'95'0,"0"0"-36"0,0 0 0 0,0 0-19 0,0 0-33 15,0 0 21-15,0 0-6 16,0 0 18-16,0 0 15 16,0 0 36-16,0 0-29 15,0 0-26-15,0 0-10 16,0 0-10-16,0 0 11 16,0 0-13-16,0 0 16 15,0 0-19-15,0 0 15 16,0 0-5-16,0 0-9 15,0 0-9-15,6 0-1 0,0 0-2 16,9 0 0 0,10 0 0-16,3-3 10 0,-3 3-2 15,-3 0-6-15,-10 0-4 16,-12 0-9-16,0 28 6 16,0 36 5-16,-19 16 10 15,-49 8 7-15,16-4-11 16,-1 1-1-16,12-13 4 15,7-13-4-15,22-10-3 16,12-18-1-16,0-14-2 16,0-13-11-16,0-4-11 15,46 0-9-15,7 0 32 16,0 0 13-16,-13 0 9 16,7 0-17-16,-19 0 7 0,-10 0-12 15,4 0-1 1,-16 0-4-16,7 4-8 15,-4 12-37-15,-9-8-83 0,0 0-89 16,0-4-393-16</inkml:trace>
  <inkml:trace contextRef="#ctx0" brushRef="#br0" timeOffset="-74176.05">9643 14890 616 0,'0'0'73'0,"0"0"-48"0,0 0 45 0,0 0-18 15,0 0-47-15,0 0-1 16,0 13 3-16,0-13 20 15,0 0 4-15,0 0-18 16,0 0-7-16,0 0 1 16,0 0 5-16,0 0-3 0,0 0-5 15,0 0-4-15,0 0-28 16,0 12-7-16,0-9 11 16,0-3-137-16,0 0-268 15</inkml:trace>
  <inkml:trace contextRef="#ctx0" brushRef="#br0" timeOffset="-69913.08">10297 14505 49 0,'0'0'340'0,"0"0"-284"0,0 0 0 0,0 0 15 15,0 0-15-15,0 0-34 16,0 0-1-16,0 0-16 15,0 0 17-15,0 0 7 16,0 0 16-16,0 0-24 16,0 0 18-16,0 0-5 15,0 0-12-15,0 0-4 16,0 0-11-16,0 0-6 0,0 0 1 16,0 0 33-16,0 0-2 15,0 9 3-15,0-9 1 16,0 0-25-16,0 0-9 15,0 0 8-15,0 0-22 16,0 0 3-16,0 0 8 16,0 0-13-16,10 0 13 15,21-9 4-15,15 9-2 16,-6 0 4-16,-5 0-3 16,-14 0-6-16,-21 0-7 15,0 0-8-15,0 0-13 16,0 17 31-16,-21 22 19 15,-20 22-11-15,-11-1-8 0,-1-8 2 16,19-12-3-16,15-16 7 16,4-7-12-16,15-2 3 15,0-7-14-15,0 5-31 16,34-13-9-16,12 0 31 16,7 0 14-16,-7 0 12 15,-11 0 0-15,-7 0 9 16,-16 0-9-16,-12 0 0 15,0 8 17-15,0 12 52 16,0 24-1-16,-53 16-31 16,-27 24-19-16,11 0-17 15,-24 1 3-15,7-18 6 16,20-18-20-16,11-18-2 16,17-14-2-16,38-13-42 0,0-4-36 15,0 0-195-15</inkml:trace>
  <inkml:trace contextRef="#ctx0" brushRef="#br0" timeOffset="-64349.67">10648 13716 168 0,'0'0'38'0,"0"0"51"0,0 0 7 0,0 0-44 15,0 0-17 1,0 0-26-16,0 0 13 0,0 0 44 15,0 0 14-15,0 0-7 16,0 0 20-16,0 0-43 16,0 0-7-16,0 0-11 15,0 0-16-15,0 0 20 16,0 0-6-16,0 0-3 16,0 0-15-16,0 0 1 15,0 0-10-15,0 0-6 16,18 0-6-16,4 0 9 15,3 0 3-15,3-8 2 0,-3 0 9 16,9 8-13-16,-22-9-2 16,10 9-5-16,-10 0 3 15,-6 0-7-15,4 0-6 16,-4 9-3-16,-6 18 9 16,0 13 9-16,0 9 0 15,0 11-6-15,0 4-18 16,0 4 14-16,0-3-13 15,0-9 10-15,0-17-26 16,0-18-7-16,0-21-111 16,0 0-7-16,0 0-96 15</inkml:trace>
  <inkml:trace contextRef="#ctx0" brushRef="#br0" timeOffset="-63985.28">10753 13932 484 0,'0'0'223'0,"0"0"-189"0,0 0 41 0,0 0-45 16,0 0-25-16,0 0-3 15,87 0 4-15,-59 0 0 16,-10 0-3-16,17 0-6 15,-17 0-9-15,4 0-34 16,6 0-99-16,-16 0-49 16,-6-11-194-16</inkml:trace>
  <inkml:trace contextRef="#ctx0" brushRef="#br0" timeOffset="-63335.31">11175 13993 287 0,'0'0'324'0,"0"0"-294"0,0 0-19 0,0 0 29 0,0 0-14 16,0 0 1-16,133 0-26 15,-105 0 4-15,-3 0-5 16,-3 0-13-16,-16-5 1 0,19 5 1 16,-10 0-7-16,4 0-45 15,-4 0-117-15</inkml:trace>
  <inkml:trace contextRef="#ctx0" brushRef="#br0" timeOffset="-62601.13">11863 14145 399 0,'0'0'46'0,"0"0"-7"0,0 0 9 0,0 0-24 16,0 0-10-16,0 0 66 16,0 8 17-16,0-8 22 15,0-8-58-15,0-8-22 0,-6-4-15 16,6-16-20-16,0-5-4 15,0-7 2-15,0-4-6 16,0-12 4-16,0 12-6 16,0 3 12-16,6 6-12 15,-6 6 4-15,0 14-3 16,0 10 3-16,0 9-3 16,0 4 1-16,0 0-20 15,0 0 12-15,0 12 12 16,-28 12 0-16,-12 9 0 15,15-2-15-15,-3 2-4 16,10-2-45-16,-10 2-98 0,0-1-206 16</inkml:trace>
  <inkml:trace contextRef="#ctx0" brushRef="#br0" timeOffset="-59888.96">7947 16467 454 0,'0'0'148'0,"0"0"-134"0,0 0 42 0,0 0-29 0,0 0-22 0,0 0 36 0,0 0 55 16,118 0-19-16,-84 12-13 0,0-1 10 15,6-3-50-15,1-3-13 16,-1-5-11-16,-15 0 0 16,-10 0-27-16,-2 0-19 15,-7 0-46-15,9 0-43 16,-15 0-51-16,0 0-115 15</inkml:trace>
  <inkml:trace contextRef="#ctx0" brushRef="#br0" timeOffset="-59671.38">7947 16467 767 0,'-40'-24'98'16,"40"32"-87"-16,46 0 8 15,7-8-11-15,15 0-8 16,-9 0 0-16,-6 0-28 16,-7-8-69-16,-18-9-49 15,-15 9-77-15</inkml:trace>
  <inkml:trace contextRef="#ctx0" brushRef="#br0" timeOffset="-58871.4">8105 16154 256 0,'0'0'466'0,"0"0"-459"0,0 0 15 0,0 0 70 16,0 0-45-16,0 0-5 16,189-24-3-16,-136 16-21 15,-6 8 0-15,-7 0-15 16,-6 0-3-16,-9 0-28 0,-4 0-24 15,-8-12-67 1,-13-1-215-16</inkml:trace>
  <inkml:trace contextRef="#ctx0" brushRef="#br0" timeOffset="-57973.65">8868 16025 314 0,'0'0'134'0,"0"0"-128"16,0 0 49-16,0 0-34 16,0 0-16-16,0 0-5 15,-6 16 29-15,6-16 10 16,0 0 14-16,-6 0 25 16,6 0 4-16,0 0-18 0,0 5-41 15,0-5 1-15,0 0-24 16,0 0 9-16,0 0-9 15,0 0-17-15,0 0 4 16,0 0 13-16,12 0 12 16,41 0 4-16,2 0 17 15,-2 0-31-15,-13 0 6 16,1 0-8-16,-16 0-8 16,-4 12-2-16,-8 7-14 15,-13 9 23-15,0 8 1 16,0 13 2-16,0 4-1 0,-19 10 9 15,-21 10-9-15,6-9 13 16,15-9-1-16,-3-6 5 16,22-13-9-16,0-8-8 15,0-12 9-15,0-7-4 16,13-1-12-16,27-1 3 16,-6 1 3-16,13 0 28 15,-1 0-4-15,7-3-1 16,-13-5-21-16,10 0-2 15,-19 0-4-15,-3 0-9 16,0 0-26-16,-22 0-55 16,-6 0-145-16,0 0-402 0</inkml:trace>
  <inkml:trace contextRef="#ctx0" brushRef="#br0" timeOffset="-55958.99">9730 16382 442 0,'0'0'236'0,"0"0"-153"0,0 0-13 0,0 0-30 0,0 0-39 0,0 0 11 16,0-3-2-1,0 3 18-15,0 0 6 16,0 0 39-16,0 0-19 16,0 0-44-16,0 0-4 0,0 0-6 15,0-9-7 1,0 9-18-16,0 0 25 0,0 0 12 15,0 0-3-15,0 0 1 16,0 0-5-16,0 0 6 16,0 0-11-16,0 0-42 15,0-8-106-15,0-8-410 16</inkml:trace>
  <inkml:trace contextRef="#ctx0" brushRef="#br0" timeOffset="-54892.8">10164 16126 308 0,'0'0'289'0,"0"0"-246"0,0 0-1 0,0 0-31 0,0 0-7 0,0 0 2 16,161-68-5-16,-120 63 2 15,-1 5 51-15,-12 0-1 16,-3 0 2-16,-10 0-20 0,-9 0-5 15,1 5-20 1,-7 11-1-16,0 0 6 0,0 16-7 16,0-4 8-16,0-1-13 15,0-2 7-15,0-9-1 16,0 0-9-16,0-7 0 16,0-9-13-16,0 11-20 15,24-7 13-15,17 8 15 16,14-8-2-16,-24 1 5 15,-9-2 4-15,-16-3 6 16,-6 0-6-16,0 0 31 16,0 12 24-16,0 9 2 0,-18 10-30 15,-32 10-20 1,-3 11-9-16,-5-8 7 0,23-4-16 16,-5-16-6-16,21-4 1 15,10-12-37-15,9-8-40 16,0 0-161-16,0 0-242 15</inkml:trace>
  <inkml:trace contextRef="#ctx0" brushRef="#br0" timeOffset="-53926.43">11014 15601 68 0,'0'0'215'0,"0"0"-83"0,0 0-31 0,0 0-26 16,0 0-21-16,0 0-3 16,-34 0-8-16,15 0 11 15,13 3 4-15,-10 5-9 16,10 0 4-16,-6 1 13 0,-1 2-21 16,-2 5-30-16,2 9-3 15,1 3-11-15,-4 3 3 16,4 2-1-16,6 7-3 15,6 3 12-15,0-2-9 16,0-1 10-16,0-8-12 16,0-4 1-16,0-3 3 15,0-9-10-15,18-4 4 16,10-4-5-16,0-8-8 16,-3 0-9-16,3 0 17 15,-9-5-11-15,8-23 17 16,-14-3 3-16,-7 6 5 15,3 9-3-15,-9 4-6 16,0 12 7-16,0 0-11 0,0 0 5 16,0 0-17-16,-9 4 8 15,-10 20 18-15,1 1-12 16,2-2 3-16,4-7-35 16,12-11-100-16,0-5-202 15</inkml:trace>
  <inkml:trace contextRef="#ctx0" brushRef="#br0" timeOffset="-51294.31">11308 16543 737 0,'0'0'133'0,"0"0"-112"0,0 0 4 0,0 0-9 16,0 0-16-16,0 0 6 16,0 0 46-16,106 27 8 15,-78-18-11-15,-1-1-19 16,-2 0 11-16,-3-8-21 15,3 0-7-15,3 0-9 16,12 0-5-16,-6 0 2 0,0 0 1 16,-15 0-2-16,-13 0-14 15,-6 0 1-15,0 0-40 16,0 0-20-16,0 0-50 16,0 0-94-16,-25-8-458 15</inkml:trace>
  <inkml:trace contextRef="#ctx0" brushRef="#br0" timeOffset="-51130.11">11308 16543 316 0</inkml:trace>
  <inkml:trace contextRef="#ctx0" brushRef="#br0" timeOffset="-51011.89">11308 16543 316 0,'40'-200'166'0,"-40"200"-29"0,7 0-73 0,14 0 111 16,10 0-118-16,-3 0-33 16,0 0-19-16,-9 0-2 15,-7 0-3-15,10 0-22 16,-3 0-84-16,-4 0-81 15,-15 0-209-15</inkml:trace>
  <inkml:trace contextRef="#ctx0" brushRef="#br0" timeOffset="-50090.81">12158 16086 274 0,'0'0'132'16,"0"0"12"-16,0 0-22 0,0 0-1 0,0 0-29 15,0-4-33-15,0-12-49 16,18 8 13-16,16-9 14 16,7 1 7-16,-1 4-30 15,0 9-4-15,7 3-10 16,-7 0 2-16,-6 0-8 15,-3 3 12-15,-31 34-6 0,0 10 4 16,0 6-4-16,0 10 0 16,-12 3-7-16,-28-7 6 15,-1-10 1-15,17-10 5 16,14-11-2-16,10-7 7 16,0-9-8-16,0-1 0 15,16 2-2-15,18-9-2 16,3-4-7-16,19 0 4 15,-25 0 4-15,3 0 2 16,-6 0 8-16,-16 0-9 16,4 0-2-16,-4 0-43 15,-12 0-66-15,0 8-178 0</inkml:trace>
  <inkml:trace contextRef="#ctx0" brushRef="#br0" timeOffset="-49397.37">13094 16315 69 0,'0'0'847'15,"0"0"-797"-15,0 0 6 0,0 0-56 0,0 0-32 0,0 0 30 16,-9 0 1 0,9 0 2-16,0 0 3 0,0 0 85 15,0 0-42-15,0 0-21 16,0 0-26-16,0 0 0 16,0 0-50-16,0 0-21 15,0-9-16-15,0 9-78 16,-6 0-39-16,-1 0-373 15</inkml:trace>
  <inkml:trace contextRef="#ctx0" brushRef="#br0" timeOffset="-33760.15">14576 7395 386 0,'0'0'171'0,"0"0"-51"0,0 0 11 0,0 0-58 0,0 0-4 15,0 0-12 1,0 0-7-16,0 0-30 0,-18 0 9 16,18 0-11-16,0 0 3 15,0 0-21-15,0 0 0 16,0-8-1-16,0-4 0 16,31-4-6-16,3 3 7 15,12 5 0-15,-12 8-21 16,-6 0 10-16,-3 0-6 15,-9 0-5-15,-10 16 10 16,0 9 11-16,-6 7 0 16,0 0 2-16,0 0 12 15,0-12-11-15,0-4 4 16,0-7-2-16,0-6-4 0,0-3 0 16,0 0-21-16,0 5-10 15,0-2-13-15,0 5 44 16,12 9 0-16,16-1 14 15,-9 7-13-15,3 10 5 16,-16 6 8-16,-6 10 6 16,0 3 7-16,-13 12-13 15,-61 20 1-15,-19 1-14 16,-22-5 9-16,22-12-6 16,0-16-8-16,25-16-6 15,9-16-11-15,19-16-16 16,12-4-48-16,22-8-155 15,6-44-335-15</inkml:trace>
  <inkml:trace contextRef="#ctx0" brushRef="#br0" timeOffset="-32943.92">15212 6753 177 0,'0'0'111'0,"0"0"-99"0,0 0 66 16,0 0 1-16,0 0-51 15,0 0 36-15,-115 169 6 16,109-157-21-16,-6-8 5 16,12 3 16-16,0-2-23 15,0-2-43-15,0 5-3 16,0 1-1-16,0-1-9 0,18 3 9 16,10 2 2-16,-9-5-2 15,9-4-11-15,-10 0 8 16,-8-4 3-16,8 0-12 15,-18 0-18-15,6 0 30 16,1 0 18-16,-7-4-12 16,9-8 7-16,-9 7-10 15,6 2-3-15,-6 3-12 16,0 0-28-16,0 0-43 16,6 0 21-16,0 0 44 15,1 8 18-15,-1 8 36 16,0 8 8-16,-6 0-1 15,0 0 34-15,0-4-16 16,0 12-49-16,0-11 9 16,0 6-14-16,0-10-4 0,0 3-3 15,0-20-2-15,0 11-55 16,0-11-78-16,0 0-86 16</inkml:trace>
  <inkml:trace contextRef="#ctx0" brushRef="#br0" timeOffset="-32345.14">15299 7952 139 0,'0'0'227'0,"0"0"-194"0,0 0 59 0,0 0-26 16,0 0-61-16,0 0 45 15,0-28 43-15,0 28 11 16,0 0-19-16,0 0-31 0,6 0-43 16,22 0-3-16,12 0 12 15,13 0-6-15,0 0 3 16,-1 0-16-16,-5-8 6 15,-13 8-7-15,-12-8-24 16,-16 4-27-16,-6 4-21 16,0 0-89-16,0-12-46 15,0-8-235-15</inkml:trace>
  <inkml:trace contextRef="#ctx0" brushRef="#br0" timeOffset="-32145.39">15231 7716 471 0,'0'0'294'0,"0"0"-285"0,0 0 43 16,0 0-12-16,0 0-26 15,0 0-14-15,276 4-12 16,-252-4-101-16,-8 0-31 15,-16 0-173-15</inkml:trace>
  <inkml:trace contextRef="#ctx0" brushRef="#br0" timeOffset="-31492.2">16182 7985 209 0,'0'0'178'0,"0"0"-161"16,0 0-17-16,0 0 35 16,0 0 30-16,193-254-18 15,-153 203-23-15,0-1-17 16,-12 7-7-16,-22-3 25 15,-6 5 30-15,0-2-21 16,0 5-33-16,-34 8-1 16,-12 11 0-16,-16 10-5 0,9 11-6 15,0 0 11 1,7 0 4-16,12 24 23 0,6 16 11 16,15 7-12-16,13 6 0 15,0-4-19-15,0-2-7 16,28-3 8-16,25 1-18 15,6-6-20-15,3-2-8 16,19-5 15-16,-10-4-5 16,-9 4 14-16,-9-7 9 15,-19-6 2-15,-22-7-13 16,-12 8 16-16,0-4 11 16,0 4 71-16,-28 4 7 15,-24 9-31-15,-7-5-10 16,6 0-25-16,13 0-19 15,5-9-4-15,14-2-11 0,15-5-43 16,6-5-88-16,0-7-127 16</inkml:trace>
  <inkml:trace contextRef="#ctx0" brushRef="#br0" timeOffset="-30979.63">16936 8076 276 0,'0'0'287'0,"0"0"-193"0,0 0 15 0,0 0-5 0,0 0-34 15,0 0-18 1,0-55 2-16,0-1-50 0,0-24 13 16,0-5-8-1,0 5-2-15,0-1-6 0,0 9 2 16,0 16-3-16,0-1-13 16,0 21-9-16,0 13-48 15,-34 10 43-15,3 13-10 16,-19 0 37-16,-3 0 0 15,1 36-1-15,5 9-9 16,7 3-53-16,12-3-73 16,-12-6-220-16</inkml:trace>
  <inkml:trace contextRef="#ctx0" brushRef="#br0" timeOffset="-26017.44">14778 9011 26 0,'0'0'316'0,"0"0"-216"0,0 0 20 0,0 0-18 0,0 0-67 16,0 0 43-16,-47 208-7 15,41-175-42-15,6-5-20 16,0-16 3-16,0-4-3 16,0-4-8-16,0-4 6 15,0 0-4-15,6 0 16 16,35 4-13-16,-1 4 11 15,-9 4-16-15,3 4-1 16,-28 8-6-16,-6 4 6 16,0 12 49-16,-6 0-21 15,-40 0 8-15,-1 9-36 0,-12 3 17 16,-9 12-15 0,9 0 6-16,12-16-8 0,7-16-6 15,40-24-38-15,0 1-71 16,0-9-118-16,40 0-111 15</inkml:trace>
  <inkml:trace contextRef="#ctx0" brushRef="#br0" timeOffset="-25416.91">14455 9188 275 0,'0'0'27'0,"0"0"-27"0,0 0 24 15,0 0 5-15,0 0 40 16,0 0-25-16,0-13 9 15,0 13 69-15,0 0 44 16,22 0-68-16,12 0-50 0,6 0-8 16,-2-3 11-1,24-18-34-15,-3-7-14 0,3 0 2 16,-3 8-5-16,-19 1-67 16,-12 6-33-16,-28 1-129 15,0 12-244-15</inkml:trace>
  <inkml:trace contextRef="#ctx0" brushRef="#br0" timeOffset="-24651.92">15246 8710 7 0,'0'0'416'0,"0"0"-343"0,0 0 7 0,0 0 14 16,0 0-34-16,0 0 8 15,-108 108-26-15,108-91-12 16,6-6 3-16,40-3-21 16,4 1 6-16,3-5-16 15,-7 3 9-15,1 6-7 16,-7-1-1-16,-12 0 4 15,-3-5-7-15,-4 1-1 0,-14 1-8 16,-7-1 8-16,0 3 1 16,0 6 6-16,0 4 4 15,-47 2 8-15,7 1-18 16,-13 4-4-16,3-8 0 16,4-7-18-16,6-13-1 15,9 0-74-15,9-13-125 16,16-43-163-16</inkml:trace>
  <inkml:trace contextRef="#ctx0" brushRef="#br0" timeOffset="-24549.07">15246 8710 304 0</inkml:trace>
  <inkml:trace contextRef="#ctx0" brushRef="#br0" timeOffset="-24471.35">15246 8710 304 0,'-15'-68'524'0,"77"68"-524"16,18 0 0-16,7-16 21 16,6-8-177-16,-68 8-66 15</inkml:trace>
  <inkml:trace contextRef="#ctx0" brushRef="#br0" timeOffset="-23934.94">15658 9588 149 0,'0'0'50'0,"0"0"6"0,0 0-56 0,22 0 182 0,-3 0-48 0,37 0-13 16,-10 0 18-16,7 0-62 16,-1 0-53-16,1 0-8 0,3 0-14 15,-3 0-2 1,-19-3-47-16,-16-1-113 0,-18-4-52 16</inkml:trace>
  <inkml:trace contextRef="#ctx0" brushRef="#br0" timeOffset="-23736.1">15658 9588 910 0,'109'-241'27'16,"-75"241"24"-16,6 9 13 15,7-9-53-15,-1 0-11 16,-11 0-74-16,-11 0-193 16</inkml:trace>
  <inkml:trace contextRef="#ctx0" brushRef="#br0" timeOffset="-15992.28">16582 9252 570 0,'0'0'119'0,"0"0"-11"0,0 0-21 0,0 0-49 16,0 0 14-16,0 0-1 16,-6 0 2-16,6 0-15 15,0-8-14-15,0 0 6 16,0-9-29-16,53 9 13 16,6-8-11-16,15 1 6 15,-15 2-8-15,9 10-2 0,-27 3-1 16,-13 0-11-16,-22 0 1 15,-6 11-15-15,0 33 9 16,0 17 12-16,-40 6-2 16,-22 7 1-16,3-10 4 15,6-9 6-15,19-22-1 16,12-18-2-16,22-7 1 16,0-8-2-16,0 0-26 15,0 0 13-15,22 0-15 16,24 0 22-16,13 0-9 15,9-8 8-15,-15-15-10 16,15-5-13-16,-27-1-50 0,-29 17-216 16</inkml:trace>
  <inkml:trace contextRef="#ctx0" brushRef="#br0" timeOffset="-15393.01">17324 8975 437 0,'0'0'80'0,"0"0"20"0,0 0 20 0,0 0-7 0,0 0-74 0,0 0-18 16,-59 220-8-16,43-187-9 15,10-9 10-15,0 4-6 16,6-8 14-16,0-4-22 15,0 4 0-15,6-9-7 16,34-2-2-16,13-9-19 16,-13 0 7-16,1 0-14 15,-20 0-4-15,-15 0 18 16,13 0-24-16,-10-16-3 16,4 0-11-16,-1 0-6 0,1 0 12 15,8 4 14-15,7-4-59 16,-9 4 13-16,2-4-97 15</inkml:trace>
  <inkml:trace contextRef="#ctx0" brushRef="#br0" timeOffset="-15259.11">17324 8975 275 0,'288'244'214'15,"-288"-211"-96"-15,0 7-17 16,0 4-21-16,-6 8-38 16,-1 4-9-16,-8-4-29 15,-4-4 9-15,-2-7-9 0,8-17-4 16,7-16-5-1,6-8-117-15,0 0-156 16,0-5-131-16</inkml:trace>
  <inkml:trace contextRef="#ctx0" brushRef="#br0" timeOffset="-14543.66">18040 8963 584 0,'0'0'78'0,"0"0"-69"0,0 0 3 0,0 0-5 0,0 0-7 15,0 0 0-15,248-16-19 16,-248 44 9-16,0 0 10 16,0 4 33-16,-34 8 64 15,0-4-58-15,-7 0-20 16,7-3-15-16,16-5-3 16,18-8-1-16,0-4-39 0,0-8-32 15,46-8 11-15,1 0 39 16,-13 0 20-16,0 0 0 15,-16 0 1-15,-18 12 8 16,0-8 9-16,0 8 49 16,-27 8 10-16,-26 12-29 15,0 8-24-15,-6 1 4 16,10-2 10-16,8-6-20 16,16 6-17-16,13-11-51 15,-3-15-117-15,2-13-410 16</inkml:trace>
  <inkml:trace contextRef="#ctx0" brushRef="#br0" timeOffset="-13094.98">15131 10447 517 0,'0'0'132'0,"0"0"-61"0,0 0 24 0,0 0-57 0,0 0-1 0,0 0 8 15,-6 0-37-15,6 0-3 16,0 0 25-16,0-8 7 0,0 0-21 16,40-5-11-16,13 2-1 15,6 11-4-15,-3 0-13 16,-3 0-10-16,-19 0 20 16,-16 0-16-16,-18 11 9 15,0 6-9-15,0 2 19 16,0-2 35-16,0-1-28 15,0-8 9-15,0 4-15 16,0-8-1-16,0 13-28 16,0-2 1-16,0-7 16 15,6 12 11-15,10 1-3 16,-4-5 7-16,1 7-11 16,-13-3-3-16,0 4 10 15,0 1 30-15,-13 3 30 0,-27 8-24 16,0 0-26-16,6-4-2 15,3 0-8-15,-10 4-4 16,-14-4-52-16,-4 12-43 16,0-8-161-16,12-11-270 15</inkml:trace>
  <inkml:trace contextRef="#ctx0" brushRef="#br0" timeOffset="-12412.13">15900 10042 403 0,'0'0'194'0,"0"0"-145"0,0 0 50 0,0 0 2 15,0 0-58-15,0 0-10 0,-155 165-10 16,155-121-10-16,0-8 9 16,0-5-19-16,0-11 1 15,0-4 2-15,22 1-12 16,3-14 10-16,3 2-8 16,-7-5-5-16,-2 0 2 15,-13 0-17-15,0 0 24 16,-6-20-6-16,0-4 12 15,0-1-12-15,0 5-8 16,0 9 11-16,0 6-4 16,0 5 3-16,-18 0 3 15,-16 25-10-15,-7 14-6 16,1 5 9-16,0-8-17 16,21-15-61-16,13-13 13 0,6-8 0 15,0 0-24-15,0 0-153 16</inkml:trace>
  <inkml:trace contextRef="#ctx0" brushRef="#br0" timeOffset="-11779.38">16173 10985 508 0,'0'0'253'0,"0"0"-148"0,0 0-56 0,0 0-37 0,0 0 22 16,0 0-3-16,183-28-12 15,-152 28-17-15,-3 0-4 16,0 0-23-16,-16 0-3 16,7 0 3-16,-19 0-28 15,0-13-85-15,0-3-75 16</inkml:trace>
  <inkml:trace contextRef="#ctx0" brushRef="#br0" timeOffset="-11596.09">16173 10985 863 0,'0'-185'40'16,"22"185"-2"-16,12 0 46 15,6 0-44-15,13-17-7 16,0 9-33-16,-7-7-1 16,1-1-103-16,-13 0-160 15</inkml:trace>
  <inkml:trace contextRef="#ctx0" brushRef="#br0" timeOffset="-9364.95">18065 10680 323 0,'0'0'174'0,"0"0"-71"0,0 0-7 15,0 0 14-15,0 0-62 16,0 0 7-16,-25 15-32 16,25-10 15-16,0-2 15 15,0-3-16-15,0 8-29 16,0-3-7-16,0-2-1 15,0 6 7-15,12-9-7 16,10 0-9-16,9 0 8 16,-9 0 1-16,2 0 6 15,4 0 3-15,0-17-5 16,-3-6 0-16,-3-10-4 0,-16 1 0 16,13-8-20-1,-19 4 5-15,0 0-16 0,0 12 2 16,0 8 12-16,-47 16-13 15,7 0 22-15,-7 0 7 16,-6 0-2-16,13 16 6 16,6 32-2-1,3 4 4-15,16 0-1 0,2-3-4 16,13-9-8-16,0-8-2 16,0-9 4-16,0-6-1 15,47-13 12-15,-1-4-13 16,1 0-10-16,5 0-37 15,-11-24 11-15,-1-12 6 16,-12 11 0-16,0-2-9 0,-16 7 25 16,-6 12 17-16,-6 3 4 15,0 5 2-15,0 0 23 16,0 0-24-16,0 0-15 16,0 5 7-16,0 11 8 15,0-1 0-15,0 1 0 16,0 1-1-16,0-1 6 15,0 7-7-15,7 6 4 16,14 3 2-16,-8 0-1 16,-1 0 1-16,-6-8-4 15,-6-8-1-15,0 1 1 16,0-9 22-16,-12 3 88 16,-41 6-44-16,-15 2-28 15,3 6-11-15,-10-2 20 0,17 6-21 16,17-6-25-16,13 5-1 15,16 1-35-15,-4-9-78 16,16-12-217-16</inkml:trace>
  <inkml:trace contextRef="#ctx0" brushRef="#br0" timeOffset="-6967.19">17392 10575 44 0,'0'0'7'0,"0"0"49"0,0 0 33 16,0 0 3-16,0 0 48 0,0 0-6 16,0 0-62-16,0 0-7 15,0 0-28-15,0 0 1 16,0 0-7-16,0 0-5 16,0 0 5-16,0 0 11 15,0 0 9-15,0 0-8 16,0 0 1-16,0 0-23 15,0 0 5-15,0 0-8 16,0 0-3-16,0 0-15 16,0 0-10-16,0 0 4 15,0 0-1-15,0 0 5 16,0 0 1-16,18 0-1 16,16-16 4-16,7 0 4 15,5 4-6-15,-12 4-4 16,7 8-23-16,-29 0-31 0,-12 5 14 15,0 34 19-15,0 17 25 16,-34 9 2-16,-19-1 5 16,1 3-5-16,-4 2-2 15,25-5 0-15,3-8 5 16,22-12-10-16,6-20 4 16,0-15-17-16,18-9 0 15,38 0 14-15,3-4-16 16,0-33 20-16,-3 5 0 15,-10 5-4-15,-12 6 2 0,-9 1 2 16,-3 8-5-16,-4 1-104 16,-5 2-38-16,-13 5-276 15</inkml:trace>
  <inkml:trace contextRef="#ctx0" brushRef="#br0" timeOffset="-6134.24">16341 8743 562 0,'0'0'30'0,"0"0"32"0,0 0-5 0,0 0 20 0,0 0 25 16,0 0-23-16,21 128-18 16,-15-104-13-16,7-1-8 15,-7-2-35-15,-6-1-5 16,22 4-1-16,-16 0-47 15,0 0-94-15,-6 4-166 16</inkml:trace>
  <inkml:trace contextRef="#ctx0" brushRef="#br0" timeOffset="-3535.57">16998 10535 331 0,'0'0'8'0,"0"0"46"0,0 0-2 0,0 0-33 15,0 0 2-15,0 0 21 0,146-64-19 16,-134 64-18-16,-6 0 8 16,10 0 12-16,-4 0 36 15,-12 12-29-15,0 16 32 16,0 20-8-16,0-7-20 15,0 14-19-15,0-10 1 16,0-1 4-16,-12-5 3 16,6 10 5-16,-10-5-29 0,10 1 9 15,-13-9-10-15,10 0-16 16,3-13-44-16,-7-2-37 16,1-14-60-16,-4-7-15 15,-2 0 24-15</inkml:trace>
  <inkml:trace contextRef="#ctx0" brushRef="#br0" timeOffset="-3286.12">16930 10800 679 0,'0'0'48'15,"0"0"84"-15,0 0-51 16,0 0-19-16,0 0-50 16,0 0-12-16,347-17-69 15,-319 9-166-15,-22 0-294 0</inkml:trace>
  <inkml:trace contextRef="#ctx0" brushRef="#br0" timeOffset="227.56">13559 15729 167 0,'0'0'519'0,"0"0"-432"0,0 0 8 0,0 0-41 0,0 0-41 0,0 0-12 15,0 0 9-15,0 0-8 16,0 0 31-16,0 0 26 16,28 0-22-16,6 0-21 15,13 0-2-15,12 0-1 16,-3 0-10-16,-10 0 10 16,1 0-13-16,-23 0 5 15,4 0-5-15,-15 4-4 16,-7 28-10-16,-6 12 11 0,0 8 1 15,0 24 4 1,-25 4 7-16,-15 16-7 0,-7 4 8 16,19-7-9-16,10-4-2 15,-4-25-4-15,22-25 4 16,0-18-39-16,0-14-9 16,0-7-41-16,0 0-8 15,0 0-13-15,0-3 4 16,0-14-101-16</inkml:trace>
  <inkml:trace contextRef="#ctx0" brushRef="#br0" timeOffset="476.95">13507 16243 171 0,'0'0'550'0,"0"0"-524"0,0 0 101 0,0 0-54 16,0 0-42-16,0 0-27 15,248 36-8-15,-214-36 2 16,0-5-41-16,-22-19-143 15,-12-8-177-15</inkml:trace>
  <inkml:trace contextRef="#ctx0" brushRef="#br0" timeOffset="1142.5">14269 15837 587 0,'0'0'74'0,"0"0"-13"16,0 0 8-16,0 0-36 0,0 0 29 15,0 0-13 1,140-53-17-16,-112 42-21 0,-10 7 26 16,23 4-16-1,-13 0-4-15,-10 0-13 0,-9 15-4 16,-9 30 0-16,0 7-12 16,-27 8-4-16,-42 1-47 15,4-2 24-15,3 6 30 16,-3-5 9-16,3 4 1 15,9-8 3-15,35-8-4 16,2-20 31-16,16-12-31 16,0-11-1-16,16-5-7 15,30 0 16-15,7 0-6 16,6 0 1-16,-9 0 22 16,2 0 12-16,-5 0-16 0,-13 0-6 15,-3 0-15-15,-9 0 0 16,-4 0-11-16,-2 0-19 15,-10 20-31-15,0 8-42 16,-6 4-101-16,0-4-261 16</inkml:trace>
  <inkml:trace contextRef="#ctx0" brushRef="#br0" timeOffset="1926">14986 15877 366 0,'0'0'155'0,"0"0"-134"0,0 0 30 0,0 0-27 15,0 0-9-15,0 0 19 0,145-48-1 16,-132 16 46-16,2-9 4 15,-15 5-19-15,0 0-48 16,0 8-1-16,0 9-10 16,-15 2-4-16,-10 17 1 15,-15 0-2-15,6 0-8 16,-7 17-4-16,7 22 12 16,3 10 7-16,9-1-1 15,16-8-3-15,6-16-2 16,0 0-1-16,0-12-7 15,19-8 1-15,9-4-4 0,24 0 9 16,-17 0 0 0,-1-16-1-16,6-12 4 0,-21 0 2 15,2 7-4-15,-8 6-1 16,-13 2 1-16,0 13 0 16,0 0-2-16,0 0 6 15,0 0-9-15,0 0-4 16,0 0-9-16,0 28 18 15,0-3 1-15,6 3-1 16,16-4 0-16,2 4-3 16,-2-8 10-16,3-4-12 15,3 0 10-15,0-4-4 0,-4 4 0 16,-2 1-1 0,-3-1 2-16,-7 4 2 0,-12-4-4 15,0-1 0-15,0-2 1 16,-6 3 21-16,-53-1 48 15,-9-2-41-15,-13 7 9 16,10-4-17-16,3 4 17 16,9 4-38-16,12 4-4 15,13 20-38-15,0 1-65 16,9-2-182-16</inkml:trace>
  <inkml:trace contextRef="#ctx0" brushRef="#br0" timeOffset="2891.57">11280 17818 120 0,'0'0'532'0,"0"0"-522"0,0 0 106 0,0 0 5 16,0 0-66-16,0 0-13 16,397-44-14-16,-332 44-4 15,-12 0-20-15,3 0-8 16,-31 0-11-16,-10 0-41 15,4 0-32-15,-19 0-118 16,0 0-61-16,-6 0-139 16</inkml:trace>
  <inkml:trace contextRef="#ctx0" brushRef="#br0" timeOffset="3091.39">11476 17577 645 0,'0'0'235'0,"0"0"-229"15,0 0 55-15,0 0 30 16,0 0-72-16,347 64-3 16,-279-64-16-16,-15 0-13 15,-13 0-66-15,-27 0-41 16,-13-8-289-16</inkml:trace>
  <inkml:trace contextRef="#ctx0" brushRef="#br0" timeOffset="4589.97">6456 17489 95 0,'0'0'2'0,"0"0"39"0,0 0 108 0,0 0-6 16,0 0-43-16,0 0-41 15,12 5-48-15,-6-5-8 16,4 0-1-16,-10 3 25 16,18 10 38-16,-12-6-20 15,-6 1 18-15,0 0-34 16,7 5-17-16,8 7 20 15,-3 4-5-15,-5-4-2 16,14-4-21-16,4-4 11 0,-9-9-14 16,8-3-2-16,4 0-12 15,-3 0 13-15,3-11 10 16,-9-29 21-16,-4-17 0 16,-9-7-19-16,-6-8-10 15,0 4 9-15,-6 4-22 16,-47 11 8-16,-2 17 1 15,8 16-16-15,-6 20 5 16,13 0-18-16,6 56-10 16,9 24 40-16,4 17 1 15,21-9 3-15,-7-7 6 16,7-34-18-16,0-22 6 16,0-22-33-16,0-3 3 15,19 0 28-15,21-15 5 0,1-9 31 16,5 4 8-16,-6 7-25 15,1 10-1-15,-7 3-12 16,-6 0-1-16,-16 0 0 16,-6 0-4-16,0 11-1 15,1 30 5-15,2 7 16 16,3 4-4-16,7 4-4 16,3-4-3-16,2-4-10 15,11-8-12-15,-7-20-81 16,-1-20-152-16</inkml:trace>
  <inkml:trace contextRef="#ctx0" brushRef="#br0" timeOffset="5089.44">7163 17662 18 0,'0'0'553'0,"0"0"-549"0,0 0 30 0,0 0 45 0,0 0-59 15,0 0 8-15,120-13 11 16,-85 13 2-16,-17 5-35 16,-2 18 12-16,2 2 9 15,-18 11-10-15,0 8-10 16,0 4 3-16,0 4 4 15,0-3-9-15,0-10 4 16,0-11-9-16,0-7-1 16,0-6-27-16,16-7-22 0,2 1-23 15,-11-9 43-15,-7 4 10 16,0-4-41-16,0 0-21 16,0 0 36-16,0 0 46 15,0-4-107-15</inkml:trace>
  <inkml:trace contextRef="#ctx0" brushRef="#br0" timeOffset="5276.47">7243 17942 192 0,'0'0'542'0,"0"0"-537"0,0 0 3 15,0 0 42-15,0 0-8 16,0 0 8-16,174 12-24 15,-140-12-8-15,0-12-18 16,25-4-7-16,-13-7-39 16,10 2-136-16,-25 9-285 15</inkml:trace>
  <inkml:trace contextRef="#ctx0" brushRef="#br0" timeOffset="5772.86">8099 17702 751 0,'0'0'142'0,"0"0"-134"0,0 0 10 15,0 0 43-15,0 0-21 0,0 0-18 16,248-4-22-1,-214 4-2-15,6 0-16 0,-21-12-23 16,-7 3-10 0,4 1-80-16,-4 1-9 0,-5-1-142 15</inkml:trace>
  <inkml:trace contextRef="#ctx0" brushRef="#br0" timeOffset="5989.64">8099 17702 752 0,'0'-233'128'0,"22"241"-109"16,9 1 77-1,9-1-41-15,0-5-51 0,7-3-4 16,9 0-24-16,-16 0-96 15,-9-16-101-15,-31 1-336 16</inkml:trace>
  <inkml:trace contextRef="#ctx0" brushRef="#br0" timeOffset="6389.3">9243 17662 834 0,'0'0'130'0,"0"0"-116"0,0 0-28 0,0 0-43 0,0 0-184 16,0 0 32-16,0 36-216 16</inkml:trace>
  <inkml:trace contextRef="#ctx0" brushRef="#br0" timeOffset="6687.97">9243 17662 602 0,'422'24'292'15,"-422"-8"-292"-15,0-8-4 16,0-8-27-16,0 0-38 16,0 0 67-16,0 0 4 15,0 0-1-15,0 0 9 16,0 0-10-16,0 0-1 0,0 0-138 16,0 3-209-1</inkml:trace>
  <inkml:trace contextRef="#ctx0" brushRef="#br0" timeOffset="6921.11">10145 17686 617 0,'0'0'224'16,"0"0"-158"-16,0 0 11 0,0 0-32 16,0 0-45-16,0 0-38 15,0-9-54-15,13 9-158 16,-13 0-83-16</inkml:trace>
  <inkml:trace contextRef="#ctx0" brushRef="#br0" timeOffset="7405.42">10840 17823 925 0,'0'0'241'0,"0"0"-218"0,0 0 22 0,0 0-37 0,0 0-8 16,0 0-41-16,12-8-19 16,-12 8-36-16,0 0-45 15,0 0-127-15</inkml:trace>
  <inkml:trace contextRef="#ctx0" brushRef="#br0" timeOffset="8254.15">9522 17730 609 0,'0'0'20'0,"0"0"-16"0,0 0 27 0,0 0-13 0,0 0 15 15,0 0 71-15,-6 0-56 16,6 0-24-16,0 0-8 16,0 0 5-16,0 0-21 15,0 0 9-15,0 0-8 16,-6 0 11-16,-7 8 6 0,-2 3-5 16,15-2 14-1,0-5-27-15,0-4-9 0,0 0-19 16,0 0-18-16,0 0-34 15,0 0-80-15,0 0-2 16,0-8-280-16</inkml:trace>
  <inkml:trace contextRef="#ctx0" brushRef="#br0" timeOffset="12484.04">14564 17918 467 0,'0'0'22'0,"0"0"-14"0,0 0-8 0,0 0 6 16,0 0 21-16,0 0 52 15,0 0 2-15,6-8 22 16,-6 8-2-16,0 0-40 16,0 0-42-16,0 0-1 15,0 0-17-15,0 0 9 16,0 0-10-16,0 0 2 15,0 0 5-15,0 0-2 16,0 0 22-16,0-4-5 16,0-4-5-16,0-8-11 0,0-12-3 15,6-11 6-15,28-18 6 16,-6-3-8-16,3-8-6 16,-3-1 3-16,-9 5 0 15,3 4-1-15,-10 0 0 16,-6 3 1-16,-6 2-4 15,0-1-13-15,0 12-19 16,0 11-10-16,0 21 16 16,0 12 15-16,0 0-23 15,-18 36 34-15,-23 25 11 0,7 11-8 16,0-5 13 0,9-6-15-16,10-12 7 0,15-5-7 15,0-5 0 1,0 2-1-16,34 2-11 0,34-2 8 15,3 3-16-15,10 0 10 16,-13-4-28-16,-21-4 11 16,-19 0 1-16,-22-7-18 15,-6-1 43-15,0 0 27 16,-68 0 14-16,2 0-27 16,-8-12 24-16,6-8-9 15,9-5 8-15,0-3-37 16,12 0-27-16,-2 0-77 15,2 0-199-15</inkml:trace>
  <inkml:trace contextRef="#ctx0" brushRef="#br0" timeOffset="13366.82">14322 15360 288 0,'0'0'138'0,"0"0"-66"0,0 0 33 16,0 0-25-16,0 0-3 15,0 0 19-15,0 0-24 16,0 8-26-16,0-8 10 16,0 0-23-16,0 0 4 0,0 0-37 15,0-32 0-15,0-4 4 16,0-4-1-16,16-1 6 16,-4 5-8-16,-6 12-1 15,7 9-32-15,-13 7-5 16,0 8-32-16,0 0-39 15,0 8-45-15,0 7-64 16</inkml:trace>
  <inkml:trace contextRef="#ctx0" brushRef="#br0" timeOffset="15547.83">13941 17261 497 0,'0'0'76'0,"0"0"-29"0,0 0 10 0,0 0-9 0,0 0-12 16,0 0 63 0,0 0-32-16,0 0 5 0,-7 8-2 15,-11-1-39 1,-10 9-9-16,16 1-17 0,-4-6-3 15,10 10 3-15,6-1-10 16,0 8 5-16,0-4-14 16,34 4 7-16,25-8 0 15,3 0 5-15,-3 1 0 16,-19-6 1-16,-6 9-11 16,-15-4 10-16,-10 1-11 15,-9 7 7-15,0 8 3 16,0 16 3-16,-34 8 5 15,-28 0-2-15,3 1 3 16,0-14-4-16,3-6 21 0,16-13-23 16,15-12 0-16,4-16-1 15,14 0-49-15,1-5-66 16,6-50-184-16</inkml:trace>
  <inkml:trace contextRef="#ctx0" brushRef="#br0" timeOffset="15764.76">13969 17229 424 0,'0'0'131'0,"0"0"-123"0,0 0 26 0,0 0-12 16,0 0 4-16,0 0-24 15,341-128 14-15,-282 107-16 16,-19 1-41-16,-18 4-148 16</inkml:trace>
  <inkml:trace contextRef="#ctx0" brushRef="#br0" timeOffset="16496.6">12443 18103 319 0,'0'0'309'0,"0"0"-217"0,0 0 1 0,0 0-11 15,0 0-52-15,56-216 3 16,-25 127-13-16,3 1 14 15,-6 11-30-15,-16 18-3 16,10 23 9-16,-22 15-10 16,6 6 0-16,-6 7 5 15,0 0-11-15,13 8-3 16,-13 0-5-16,0 0-18 16,0 3 29-16,0 38 3 0,0 3 0 15,-13 8-22-15,-15-1-67 16,3-10 1-16,-2-10-11 15,5-10-24-15,16-9-46 16,6-12-74-16</inkml:trace>
  <inkml:trace contextRef="#ctx0" brushRef="#br0" timeOffset="17229.33">13308 17073 202 0,'0'0'201'0,"0"0"-126"0,0 0 20 0,0 0-35 0,0 0-26 15,0 0-3-15,-15 167 57 16,-10-106-4-16,-15 3-16 15,-1-12-18-15,1-16-3 16,0-8-31-16,27-12-8 16,4-11 2-16,3-2-9 15,6 2-2-15,0-2-14 16,0 6 13-16,28-9-21 16,12 3 21-16,-6-3-9 15,-3 0 8-15,16 0-4 16,-13 0-17-16,6 0-5 15,-6-20-21-15,0-4-27 16,-15 9 24-16,2-6 29 0,-14 9-12 16,-1 9 11-1,-6-5-3-15,12-5-15 0,-6 1 3 16,10 1 15-16,-10-6 15 16,7 1-18-16,2 4 25 15,-9 8 3-15,7 4-10 16,-13-4 13-16,0 4-3 15,0 0 26-15,12 0-14 16,-6 20 15-16,-6 16 24 16,0 16-2-16,0 9-5 15,0 11 46-15,0 0-36 16,-18-5-7-16,-16-10 0 0,-1-17-22 16,17-12-12-1,5-4-13-15,7-7-25 0,-9-1-51 16,15-8-107-16,-13-5-286 15</inkml:trace>
  <inkml:trace contextRef="#ctx0" brushRef="#br0" timeOffset="17830.91">12766 17923 314 0,'0'0'402'0,"0"0"-359"0,0 0 21 0,0 0-52 16,0 0-7-16,0 0 13 15,34-33 1-15,-34 33 0 0,0 0-14 16,0 0 31-16,0 0-36 16,12 0-7-16,7 0-53 15,2 0 24-15,-8 0-21 16,15 0-13-16,-22 0-8 16,0 0-75-16,-6 0-20 15,0 0 18-15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16T22:34:07.2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16000 3051 204 0,'0'0'121'0,"0"0"-61"0,0 0-7 0,0 0-30 0,0 0-15 0,0 0-3 16,0 0-5 0,0 0-11-16,40-92-36 0,-40 72-1 15,0 4-6-15,0 5 54 16,0 6 56-16,0 1-6 16,-13 4-50-16,-21 0-37 15,-6 0-88-15</inkml:trace>
  <inkml:trace contextRef="#ctx0" brushRef="#br0" timeOffset="1029.83">16000 3051 340 0,'-106'-59'63'0,"106"59"-63"0,0 0-37 15,0 0 2-15,0 0-57 16,0 0 14-16,0 0 55 16,0 0 23-16,0 0 47 15,0 0 101-15,0 0-19 16,0 0-64-16,0 0-2 16,0 0-21-16,0 0-4 15,0 0-31-15,0 0 10 16,0 0-17-16,0 0 9 15,0 0-6-15,0 0 2 16,0 0 12-16,0 0-7 16,0 0 36-16,0 0-22 15,0 0 16-15,0 0-36 0,0 0 10 16,0 0-13-16,0 0 2 16,0 0-2-16,0 0 0 15,0 0 17-15,0 0-15 16,0 0 16-16,0 0-16 15,0 0 23-15,0 0-11 16,0 0 1-16,0 0-9 16,0 0-7-16,0 0 4 15,0 0 2-15,0 0 1 16,0 0 3-16,0 0-4 16,25 0-6-16,31 0 13 0,9-5-9 15,15 5-3-15,13 0-1 16,10 0 5-16,2 0-11 15,-6 0 14-15,10 0-12 16,-4 0 13-16,-2 0-16 16,-4 0 10-16,0 0-3 15,-3 0 4-15,31 0 0 16,1 0 0-16,11 0 1 16,13 0 11-16,9 0-8 15,-6 0-16-15,-3 0 22 16,-18-8-21-16,-7 0 14 15,-6-7-6-15,-7-2 1 0,-8 1 1 16,-13 5 8 0,-13-2-11-16,-5 1 12 0,-7 7-3 15,-28 2-14-15,-15 3 14 16,3 0-12-16,-3 0 3 16,9 0 0-16,-12-4-1 15,-4 4 6-15,4 0-7 16,-16 0 16-16,0 0-23 15,1 0 18-15,-7 0-15 16,6-4 6-16,9 4-3 16,10-4 1-16,3 0 2 15,18 0-4-15,7 0 13 16,-6-5-10-16,5 2 8 16,4 3-10-16,-15-8 7 15,-1 12-5-15,-9-8 1 0,25 3 0 16,-4-3-4-16,7-3 13 15,9-1-19-15,-21-1 21 16,-13 10-22-16,-15-1 12 16,-13 4-4-16,-6 0-4 15,0 0 3-15,0 0 2 16,0 0 2-16,6 0 6 16,-6-4 0-16,0 4-7 15,0 0 10-15,0 0-11 16,0 0 2-16,0-4-5 15,0 4-35-15,-6-8-107 16</inkml:trace>
  <inkml:trace contextRef="#ctx0" brushRef="#br0" timeOffset="130354.21">1864 14430 165 0,'0'0'96'0,"0"0"-13"0,0 0-14 16,0 0-38-16,0 0 14 15,0 0-6-15,0 0 13 16,-35 0 4-16,35 0 4 0,0 0 3 16,0 0-32-16,0 0-19 15,0 0-4-15,0 0 13 16,0 3-7-16,0 14 24 16,0-9-26-16,0 0 3 15,0-5-12-15,13-3-2 16,15 0-1-16,-16 0-1 15,16 0-4-15,0 0 10 16,-3-24 9-16,15-20-1 16,-12-12 7-16,6-8-10 15,-3 0-10-15,-3 7-3 16,-16 6-9-16,-12 15 4 16,0 7-4-16,0 14 6 0,-12 7 6 15,-28 8-22 1,-1 0 22-16,-11 0 11 0,-1 31-11 15,6 29-3-15,7-4 2 16,6-4 2-16,12-11-3 16,16-13 5-16,6 0-4 15,0-8 9-15,0-4-6 16,0-4-1-16,16-8-1 16,30-4-3-16,1 0-19 15,-1-8 17-15,1-12-25 16,-19 8 22-16,-10 12-8 15,-12 0 9-15,-6 0-1 0,0 0-20 16,0 0 28-16,0 32 2 16,0-7 19-16,0-2-21 15,13-7-21-15,8-16-160 16,7 0-37-16,-3 0-114 16</inkml:trace>
  <inkml:trace contextRef="#ctx0" brushRef="#br0" timeOffset="131038.24">2453 14774 263 0,'0'0'44'0,"0"0"21"0,0 0-15 0,0 0 20 0,0 0 3 15,0 0 14 1,-16-72-47-16,16 40 18 0,0-8-14 15,-6 4 1-15,6 3-23 16,0 2-18-16,-6 6 1 16,6 17 1-16,0-8 3 15,0 16-5-15,-6 0 3 16,-1 0-7-16,1 0-16 16,-16 0-16-16,16 0 12 15,-28 0-14-15,22 16 8 16,-1 9-31-16,-8-1-33 15,21-9-50-15,0-7-51 0</inkml:trace>
  <inkml:trace contextRef="#ctx0" brushRef="#br0" timeOffset="131635.91">2881 14377 498 0,'0'0'164'0,"0"0"-128"0,0 0 34 0,0 0-65 0,0 0-5 15,0 0-18-15,40 0 15 16,-15 0 3-16,-13 0 7 16,22 0 17-16,-6-8-16 15,-9 8 1-15,9-8-9 16,-16 0-25-16,3 0-19 16,-2 0-32-16,-13 0-40 0,6 4-95 15,-6-4-70-15</inkml:trace>
  <inkml:trace contextRef="#ctx0" brushRef="#br0" timeOffset="131856.76">2881 14377 465 0,'-97'-204'228'15,"97"204"-199"-15,10-8 34 0,30-4-15 16,7-4-35-16,-7-4-5 16,6-1-8-16,-15 9-18 15,-9-4-36-15,-3 13-3 16,-10 3 23-16,-3 0-50 16,-6 0-84-16</inkml:trace>
  <inkml:trace contextRef="#ctx0" brushRef="#br0" timeOffset="134350.79">3473 14024 207 0,'0'0'108'0,"0"0"-24"0,0 0-19 0,0 0-39 15,0 0 11-15,0 0-19 16,0 0 8-16,0 0-17 15,0 0 2-15,0 0 3 16,0 0 12-16,0-3 17 16,0 3-4-16,0 0 33 15,0 0-15-15,0 0-18 16,0 0-25-16,0 0-9 16,0 0 0-16,0 0-5 15,0 0 0-15,-6 0 0 16,-7 8-2-16,1 15 6 15,-16-2 3-15,15 7-5 0,-8 0 8 16,2 0-6 0,13-4 0-16,6-4-4 0,0-9 1 15,0 10-1-15,0-14 3 16,0 1-6-16,0-8-3 16,0 0 5-16,0 0-7 15,0 0 7-15,0 0-40 16,0 0 41-16,25 0 6 15,15 0-2-15,-6 0-4 16,0 0 6-16,0 0-15 16,-15 0 7-16,3 0-4 15,-4 5-17-15,-12 3 11 16,1-4 2-16,-7 12 6 16,0 4 4-16,0 4 12 15,0 1 14-15,0-6-18 0,0 6 12 16,0-2-17-16,-19-7 6 15,-9 1-6-15,16-9-2 16,-10 0-1-16,3-5-10 16,-2-3-9-16,-10 0-35 15,3 0-34-15,15-3-99 16,-2-22-216-16</inkml:trace>
  <inkml:trace contextRef="#ctx0" brushRef="#br0" timeOffset="134917.76">3448 14048 185 0,'0'0'124'16,"0"0"-114"-16,0 0 52 0,0 0-17 16,0 0-40-16,0 0 26 0,25 4 62 15,-4-4-21-15,14 0-21 16,-1 0-9-16,-3 0-16 16,9 0-3-16,0 0-18 15,-6 0-5-15,7 0-15 16,-7-4-47-16,-9-4-37 15,-4 5-68-15,-14-5-91 16</inkml:trace>
  <inkml:trace contextRef="#ctx0" brushRef="#br0" timeOffset="141377.81">1749 15693 232 0,'0'0'72'0,"0"0"-57"0,0 0 38 0,0 0 11 0,0 0-28 15,0 0-7-15,0 0 2 16,102 16-5-16,-96-24 28 16,13-9 0-16,-19-2 9 15,0-6-17-15,6-3-15 16,-6-8-5-16,0 0-15 16,0 8-8-16,0 4 4 0,0 4-6 15,0 4 6-15,0 16 1 16,-6-4-2-16,-19 4-6 15,-3 0 6-15,-6 0-4 16,0 4 19-16,3 20-21 16,-9 12-47-16,6 4 30 15,6 4 16-15,21-8 2 16,7-3 2-16,0-14-2 16,0-2-2-16,0-9-6 15,0-8-16-15,13 0-5 16,27 0 1-16,-6-5 26 15,0-18-37-15,0-13 35 16,-15 3 6-16,9-3-11 0,-9 0-13 16,2 12-5-16,-8 8 1 15,-7 9 13-15,-6 7 4 16,0 0 10-16,0 0-2 16,0 0 5-16,0 3 8 15,0 13-2-15,0 9-4 16,0 6 0-16,0 5-4 15,0 5 0-15,0 11 15 16,6-1-9-16,3-2-8 16,-9 4 17-16,0-9 5 15,0-1-1-15,0-11-21 16,0 1 3-16,0 3-4 16,0 0-36-16,0 3-13 0,0 2-59 15,-21-5-167 1</inkml:trace>
  <inkml:trace contextRef="#ctx0" brushRef="#br0" timeOffset="141779.22">1811 15986 391 0,'0'0'156'0,"0"0"-139"0,0 0 75 16,0 0-25-16,0 0-32 16,0 0-18-16,152 0-10 0,-118 0-7 15,-6 0-14-15,-3 0-5 16,2 0-55-16,1-13-74 15,-9-2-190-15</inkml:trace>
  <inkml:trace contextRef="#ctx0" brushRef="#br0" timeOffset="142345.1">2465 15697 507 0,'0'0'119'0,"0"0"-106"0,0 0-3 16,0 0-10-16,0 0 0 15,0 0-2-15,74-16 5 16,-55 11-6-16,-7 5-2 0,-2 0 1 16,15 0-8-16,-4-8-7 15,-2 8-33-15,9 0-44 16,-28 0-47-16</inkml:trace>
  <inkml:trace contextRef="#ctx0" brushRef="#br0" timeOffset="142593.91">2465 15697 585 0,'-34'-140'8'0,"68"140"6"0,0 0 38 16,-9 0-26-16,9 0-21 16,-6 0-1-16,12 0-1 15,1 0-6-15,-23 0-14 16,10 0-66-16,-22 0-205 16</inkml:trace>
  <inkml:trace contextRef="#ctx0" brushRef="#br0" timeOffset="163692.85">3039 15440 317 0,'0'0'87'0,"0"0"-13"0,0 0-27 16,0 0-22-16,0 0 23 16,0 0 14-16,0 0-12 15,0 0-9-15,0 0 27 16,0 0-31-16,0 0-13 16,0 0-14-16,0 0 3 15,0 0 0-15,0 0 1 16,0 0 3-16,-7 0-6 15,7 0 22-15,-6 0-16 0,6 0 4 16,0 0-13 0,0 0-3-16,0 0 4 0,0 0-5 15,0 0 9-15,0 0-13 16,0 0 2-16,0-4-2 16,0-5-8-16,0-6 0 15,0 3 8-15,0-5 8 16,0 2-1-16,0 2-7 15,22 2-1-15,-3-1-7 16,8-1-20-16,4 5 9 16,4 0-3-16,-1 1 21 15,-6 7-8-15,-10 0-3 0,10 0-3 16,-28 0-29-16,0 0 30 16,0 15 14-16,0 21 13 15,0 0-12-15,0 5 5 16,-28-2-3-16,22-2-5 15,-22 0 4-15,16 2-1 16,5-3-1-16,7-3 5 16,0-2-6-16,0-3 3 15,0-3 2-15,0-9-4 16,35-13-6-16,-4-3-29 16,9 0 0-16,0 0 18 15,-6 0 17-15,7 0-2 16,-7-15 6-16,-9 2-8 15,9-6 9-15,-22 2-18 16,10 1 7-16,-4 1-77 16,-8 7-79-16,2 8-153 0</inkml:trace>
  <inkml:trace contextRef="#ctx0" brushRef="#br0" timeOffset="168937.81">1482 16944 214 0,'0'0'82'0,"0"0"-36"0,0 0 50 0,0 0-5 15,0 0-33-15,0 0 4 16,0 0-1-16,0-4 5 16,0 4 8-16,0 0-24 15,0 0-17-15,0 0-22 16,0 0 14-16,-6 0-11 15,6 0 7-15,0 0-21 16,0 0 0-16,0 0 4 0,0 0-4 16,0 0 12-16,0 12-10 15,0 8 16-15,0 1-14 16,0 2-2-16,0 5 3 16,0 4-8-16,0 1 7 15,0-2-4-15,0 10 0 16,0-2 8-16,0 2 0 15,0-5-5-15,0-4-3 16,0-12 0-16,0-8 0 16,0-12-1-16,0 0 0 15,0 0-13-15,0 0-4 0,0-16-29 16,0-12 17 0,0-8 21-16,0 3 18 0,0-6-1 15,6 6-5-15,28 2-4 16,7-5 1-16,-1-8-5 15,13-5-6-15,-1 5-21 16,1 12 0-16,-13 11 14 16,-6 21-27-16,-12 0-4 15,-16 0 28-15,7 13 21 16,-7 18 35-16,0 14-19 16,3-5-7-16,-2 4-3 15,-1 4-6-15,-6-4 0 16,0 1 0-16,0-5-7 15,0-4 7-15,0-8-9 16,0-5 0-16,0-6-68 0,0-9-177 16</inkml:trace>
  <inkml:trace contextRef="#ctx0" brushRef="#br0" timeOffset="169536.57">2279 17201 294 0,'0'0'119'0,"0"0"-116"0,0 0 7 0,0 0 26 16,0 0-30-16,0 0 7 15,220-33-5-15,-201 30-6 0,-4-6 23 16,-2 9 6-16,-13-3-10 16,6 3-19-16,-6 0 4 15,0 0-6-15,6 0-5 16,-6-5-35-16,6 5-62 15,0-3-32-15,-6 3-91 16</inkml:trace>
  <inkml:trace contextRef="#ctx0" brushRef="#br0" timeOffset="169854.49">2279 17201 219 0,'99'-217'6'0,"-93"213"-6"0,-6 4 57 16,0 0 25-16,0 0 73 16,0 0-43-16,0 0-25 15,0 0 11-15,0 0-46 16,0 0-39-16,0 0-9 15,7 0-8-15,-7 0-2 16,6 0 5-16,9 0 1 16,-2-4-4-16,15-4-9 0,-4 3 2 15,4-6-40 1,13-1-40-16,-7-4-26 0,-9 0-79 16</inkml:trace>
  <inkml:trace contextRef="#ctx0" brushRef="#br0" timeOffset="174299.91">3125 16788 303 0,'0'0'114'0,"0"0"-80"0,0 0 47 0,0 0-24 15,0 0-7-15,0 0 3 16,0 0-18-16,-18 3 18 16,18 2-3-16,-13-5 9 15,4 3-32-15,-3 1-8 0,-1 4-7 16,1 0-10-16,3 0 2 16,-4 5-1-16,-5 7 2 15,-10 3-1-15,6 6 8 16,3 11-9-16,1 1 9 15,9 3-5-15,2-1-5 16,7 1-2-16,0-8 0 16,0 0-6-16,0-3 4 15,0-9 1-15,0-4-13 16,7-9 7-16,20-3-10 16,8-3 4-16,-1-5-6 15,6 0 6-15,-9 0 12 16,-9 0-2-16,-10 0-7 15,0-21 4-15,4 1 5 16,-4-3-1-16,1 2 0 0,2 1 2 16,-15 4-14-16,0 8 5 15,0 5-3-15,0 3-9 16,-28 0-54-16,-6 0 75 16,-12 11 1-16,5 14-1 15,7 7 0-15,3-4 11 16,22 0-7-16,-3 0-4 15,12 0-2-15,0-8-49 16,0-4-147-16,0-16-97 16</inkml:trace>
  <inkml:trace contextRef="#ctx0" brushRef="#br0" timeOffset="182326.01">6422 13988 67 0,'0'0'191'0,"0"0"-190"0,0 0-1 0,0 0 35 15,0 0 38-15,0 0 18 16,0 0-8-16,0-8-39 15,0 8-11-15,0 0-1 16,0 0-10-16,0 0 2 16,0 0-5-16,0 0 27 15,0 0-8-15,0 0-13 16,0 0 7-16,0 0-2 16,0 0 9-16,0 0-16 15,0 0 21-15,0 0-20 0,0 0 8 16,0 0-14-16,0 0 9 15,0 0-6-15,-7 0-8 16,-21 0-13-16,-3 16-4 16,-9 9-5-16,0 2 7 15,6 5-4-15,6 5 8 16,9-6-3-16,13-3 1 16,6-3-9-16,0-1-5 15,0-1 7-15,0-6-11 16,25-5 1-16,9 0 17 15,0-4-1-15,0 0-7 16,13 4 16-16,-13-4-17 0,12-4 9 16,-5-4-8-16,-17 8 2 15,-2 0-8-15,-16 0 3 16,0 4-27-16,-6 9 38 16,0 7 11-16,0-1 37 15,0 9-31-15,-12 1-2 16,-28-5-11-16,6 8-1 15,0-12 2-15,-1-1-5 16,4-6-5-16,3-6-23 16,10-6-17-16,2-9-61 15,10 0-227-15</inkml:trace>
  <inkml:trace contextRef="#ctx0" brushRef="#br0" timeOffset="183475.27">6918 14505 202 0,'0'0'140'0,"0"0"-21"0,0 0-18 0,0 0-22 15,0 0-16-15,0 0-18 16,0 0-6-16,-7 0-29 15,-8 0 23-15,-4 0 21 16,4 0-15-16,-16 17-9 16,9 2 2-16,-12 1-7 15,3 5-21-15,3 3 13 16,0-1-10-16,3 6 7 16,4 0-13-16,14-2 5 15,1 5-1-15,6 5-3 16,0-2-2-16,0-6 3 15,6-5-7-15,35-4 5 16,-7-4-4-16,6-12-6 16,0 0 3-16,-9-8-13 0,-9 0 6 15,-16 0 11-15,7-8-10 16,-13-16 12-16,9-4 3 16,-3-8 11-16,-6 16-11 15,0-1-4-15,0 9 1 16,0 1-9-16,0 11-8 15,-6 0-22-15,-34 0 33 16,12 0 3-16,-6 23 3 16,-7 1-13-16,17-7 0 15,8-1-10-15,10-8-57 16,6-8-69-16,0 0-59 0,0 0-98 16</inkml:trace>
  <inkml:trace contextRef="#ctx0" brushRef="#br0" timeOffset="184259.93">7346 14569 359 0,'0'0'219'0,"0"0"-148"0,0 0 8 0,0 0-33 16,0 0-12-16,0 0-11 15,-16-8-1-15,16 8-13 16,0 0 6-16,0 0-1 15,0 0 0-15,22 0 15 16,3 0-18-16,15 0 4 16,6 0-14-16,-5-3-1 15,-1-9-8-15,-12 12-4 16,6-8-9-16,-15 3-16 16,2-6-44-16,-8 6-59 0,-1 2-17 15,-6 3-65-15</inkml:trace>
  <inkml:trace contextRef="#ctx0" brushRef="#br0" timeOffset="184775.48">7324 14329 288 0,'0'0'254'0,"0"0"-210"0,0 0 46 0,0 0-17 0,0 0-13 15,0 0 5-15,87 0 10 16,-47 0-48-16,-6 0 2 16,0 0-11-16,-3 8-6 15,3-8-12-15,0 0-46 16,0 0-34-16,-21 0-131 15,-1-8-180-15</inkml:trace>
  <inkml:trace contextRef="#ctx0" brushRef="#br0" timeOffset="189554.27">8654 13996 91 0,'0'0'162'0,"0"0"-31"0,0 0-5 0,0 0-45 0,0 0-39 15,0 0 15-15,0 0-18 16,0 0 9-16,0 0-8 15,0 0 8-15,0 0-22 16,0 0 2-16,0 0 0 16,0 0-10-16,0 0 19 15,0 0-17-15,0 0 8 16,0 0-22-16,0 0 22 16,0 0 2-16,0 0-16 15,-25 0-6-15,-3 0-4 16,-12 0-2-16,0 12 9 15,-1 12-14-15,-5 1 5 0,6-9-3 16,5 15 1-16,11-11-3 16,2 13 3-16,10 3-2 15,5-4 2-15,7 8-1 16,0-8-6-16,0-4-13 16,0-3 15-16,25-10-32 15,3 1 26-15,25-3-1 16,-1-2-17-16,10 1 7 15,-3 4 14-15,-3 1 6 16,-9-9-8-16,-16 8 7 16,-16-9-11-16,-15 6 9 15,0-2 3-15,0 6 2 16,0 7 18-16,-6 12 0 0,-44 8 6 16,-2 0-16-1,-7-4 6-15,-3-4-14 0,3-8-7 16,-9-8-22-16,21-4 7 15,7-16-21-15,21 0-70 16,13-8-122-16,6-36-100 16</inkml:trace>
  <inkml:trace contextRef="#ctx0" brushRef="#br0" timeOffset="190088.86">8480 14184 307 0,'0'0'19'0,"0"0"7"0,0 0 58 15,0 0 8-15,0 0-28 16,0 0 29-16,75-19 43 15,-35 19-38-15,19 3-67 0,-6 5-10 16,9-8-21-16,3 0-6 16,-3 0-40-16,3-3-70 15,-9-25-130-15</inkml:trace>
  <inkml:trace contextRef="#ctx0" brushRef="#br0" timeOffset="190803.05">9209 14626 270 0,'0'0'206'0,"0"0"-98"0,0 0-17 0,0 0-32 15,0 0 2-15,0 0-10 16,-6 28 6-16,6-28-38 16,0 0-9-16,0 0-10 15,0 0 8-15,0 0-9 16,0 0 2-16,0 0 26 16,0 0 5-16,0 0-20 15,0 0-12-15,0 0-4 16,0 0 2-16,0 0-15 15,0 0 15-15,0 0-51 16,0 0-195-16</inkml:trace>
  <inkml:trace contextRef="#ctx0" brushRef="#br0" timeOffset="195365.34">10077 14148 276 0,'0'0'76'0,"0"0"33"0,0 0-51 15,0 0-46-15,0 0 15 0,0 0-13 16,0 0-3-16,-6 0 4 16,6 0 36-16,0 0 3 15,0 0 11-15,0 0 7 16,0 0-35-16,0 0-16 16,0 0-14-16,0 0 1 15,0 0-7-15,0 0 15 16,0 0-6-16,0 0 10 15,0 0 11-15,0 0-11 16,0 0-16-16,0 0 3 16,0 0-14-16,0-11 9 15,0-2-2-15,0-10 5 16,28-5 6-16,6 12-11 0,6-1-3 16,-15 6 1-16,9 6-19 15,-21 2 9 1,8 3-23-16,-14 0 23 0,-1 0-37 15,0 0 24-15,-6 36 20 16,0 11 5-16,0 14 2 16,0 7-2-16,-40-4 0 15,6-8 4-15,3-4-4 16,-4-12 0-16,23-4 3 16,-3-12-3-16,15 4 13 15,0-15-1-15,0 2-3 16,0-7 5-16,0 5-14 15,15-13-4-15,32 0 2 16,-1 0-4-16,1 0 12 16,-13 0 1-16,-3 0-5 15,-10 0 6-15,-14 0-8 0,20-13-34 16,-14 5-67-16,-7 8-74 16,0 0-89-16</inkml:trace>
  <inkml:trace contextRef="#ctx0" brushRef="#br0" timeOffset="199495.28">10793 13515 149 0,'0'0'103'0,"0"0"-29"0,0 0-1 16,0 0-13-16,0 0-2 0,0 0-12 16,0 0-3-16,-6 4-9 15,6-4 2-15,0 0-9 16,0 0 21-16,0 4-11 15,-6-4 8-15,6 0-11 16,0 0-7-16,0 8-11 16,0-8-11-16,0 3 7 15,-15 6-6-15,15 3 10 16,-7 4-11-16,1 0 1 16,-6 4 4-16,12 0-2 0,0 4 0 15,0 12-7-15,0-7 19 16,0 7-19-16,0-8 5 15,0-4 0-15,18 4-1 16,10-8-5-16,-9-4-5 16,3-8-1-16,-4-4-2 15,-18-4-11-15,6 0-6 16,-6 0 22-16,0 0-8 16,0 0 11-16,16-28 0 15,-10 3 0-15,6-6-11 16,-12 15 2-16,0 3-2 15,0 1-7-15,0 12 9 16,0 0-35-16,-12 0 31 0,-28 0 13 16,-1 0 0-16,1 17-14 15,0 7-48-15,21-4 54 16,-2-4-22-16,21-4-29 16,0 4-5-16,0-8-14 15,0 4-208-15</inkml:trace>
  <inkml:trace contextRef="#ctx0" brushRef="#br0" timeOffset="200711.17">11094 14329 72 0,'0'0'228'0,"0"0"-87"0,0 0-43 0,0 0-31 16,0 0-2-16,0 0 3 15,0 0-10-15,0 0-22 16,0 0-9-16,6 0 12 16,35 0 1-16,-7 0-19 15,19 0 23-15,9 0-7 16,-16 0 5-16,7 0-28 15,6 0-13-15,-19 0 0 16,-12-4-1-16,-9-4-8 16,2-4-56-16,-8 4-30 15,-7 0-141-15,-6 8-307 0</inkml:trace>
  <inkml:trace contextRef="#ctx0" brushRef="#br0" timeOffset="201561.63">12176 14546 221 0,'0'0'225'0,"0"0"-89"0,0 0-3 0,0 0-35 16,0 0-37-16,0 0-28 15,0-93-15-15,0 45-17 16,0-12 11-16,0-4-4 16,0-16-4-16,0 3 3 15,0 1 2-15,0 12-18 16,0 12-13-16,0 24 20 16,0 15-2-16,0 13-3 0,0 0-21 15,0 0 10-15,0 33 7 16,-34 19 11-16,-12 9-3 15,-13-2-8-15,25-7-37 16,0-11-56-16,9-13-101 16</inkml:trace>
  <inkml:trace contextRef="#ctx0" brushRef="#br0" timeOffset="202543.55">9804 14674 49 0,'0'0'299'0,"0"0"-263"0,0 0 72 0,0 0-51 15,0 0-15-15,0 0 26 16,-59-24-5-16,59 20-13 15,-9-4 3-15,-9 0 26 16,11-4-47-16,1-1-1 0,-9-6-22 16,8-6 1-16,7-3-8 15,-6-11-3-15,-6-10 2 16,-4-2 2-16,-8-14-3 16,24 1-1-16,-7 0-2 15,7 0 6-15,0 7-6 16,0 1-18-16,0 12-12 15,19 8-83-15,15 8-97 16,6 16-81-16</inkml:trace>
  <inkml:trace contextRef="#ctx0" brushRef="#br0" timeOffset="203908.89">12719 13868 37 0,'0'0'69'0,"0"0"55"0,0 0-37 0,0 0 1 16,0 0-34-16,0 0-6 0,81 116-11 15,-63-96-20-15,-5 5-1 16,2 3 14-16,-9 3 12 15,7 1-9-15,-7-4 23 16,9 13 0-16,-8 3-5 16,-7 4-2-16,6 12-13 15,-6 4-4-15,0 0-5 16,0 0 20-16,0-3-33 16,0-9 1-16,0-4-8 15,-13-8-14-15,-8-4-1 16,2-4-46-16,-9 0-25 0,-6-7-96 15,9-14-172 1</inkml:trace>
  <inkml:trace contextRef="#ctx0" brushRef="#br0" timeOffset="206041.09">8341 15003 206 0,'0'0'119'0,"0"0"8"0,0 0-29 0,0 0-24 15,0 0-34-15,0 0-27 16,-13 0 6-16,13 0 8 16,0 0 14-16,0 0 4 15,0 0-12-15,0 0 1 16,0 4-25-16,0-4 25 16,47 12-7-16,-1-5 4 0,1 6 0 15,12-5-15-15,-6 0-12 16,2 0-1-16,-8-8 2 15,-1 0-2-15,1 0-2 16,-1 0 5-16,1 0-9 16,15 0 4-16,-16 0-1 15,13 0 6-15,-6 0-4 16,9 0-3-16,-9 0 7 16,-13 0-6-16,13 0 5 15,-19 0-10-15,0 0 8 16,-9 0-5-16,9 0 3 15,0 0-2-15,6 0-1 16,1 0 1-16,5 0-2 0,7 0 6 16,6 0-3-16,-10 0 0 15,17 0 0-15,-20 0 0 16,1 0 0-16,8 0-2 16,-17 0 4-16,2 0-4 15,0 0 8-15,1 0-12 16,5 0 13-16,1 4-13 15,8-1 8-15,-2-3-4 16,-6 0 0-16,21 0-1 16,-22 0-5-16,1 0 8 15,-22 0-5-15,3 0 10 0,-10 0-6 16,4 0 2 0,18 0-2-16,0 0 1 0,1 0 0 15,11 0-7-15,1 0 16 16,0 0-18-16,9 0 20 15,-3 0-19-15,-3 0 17 16,-4 0-15-16,-11 0 9 16,5 0-6-16,-6 0 6 15,1 0-5-15,-1 0 2 16,-15 0-2-16,15 0-3 16,-12 0 10-16,-3 0-12 15,9 0 9-15,-6 0-4 16,-3 0 2-16,-4 0 0 15,-2 0 0-15,21 0 1 0,-12 0-6 16,13 0 10-16,-7 0-9 16,6 0 13-16,-9 0-16 15,25 0 9-15,-16 0-4 16,-3 0 2-16,-9 0 0 16,0 0-4-16,-9 9 8 15,9-9-1-15,6 0 1 16,-9 0 13-16,15 0-17 15,-6 0 15-15,6 0-15 16,7 0-1-16,-7 0 0 16,0 0-7-16,-15 0 5 15,3 0 6-15,-6 0-11 16,-10 0 5-16,7 0-1 16,-4 0-7-16,-2 0 9 0,-7 0 2 15,6 0 0-15,10 0 0 16,-16 0 5-16,13 0-10 15,-10 0-32-15,-9 0-42 16,0-12-240-16</inkml:trace>
  <inkml:trace contextRef="#ctx0" brushRef="#br0" timeOffset="207621.67">9597 15573 393 0,'0'0'25'0,"0"0"-5"0,0 0 49 0,0 0-33 15,0 0 26-15,0 0 5 16,-35 0 13-16,35 0-27 16,0 0 31-16,0 0-50 0,0 0 10 15,0 0-17-15,0-16-27 16,0-1 8-16,16 1-8 16,24-8 22-16,19 0-21 15,-6 0-2-15,0 12 0 16,-13 4-2-16,-6 3-16 15,-28 5 19-15,10 0-27 16,-16 0-17-16,0 17 7 16,0 39 37-16,-16 12-4 15,-36 17 1-15,-1-5-27 16,0 0-23-16,19-16 38 16,12-16 9-16,10-15 6 0,12-18 0 15,0-7-2-15,0-8-6 16,0 0-12-16,46 0 14 15,-11-4-3-15,17-15 9 16,-11-2 6-16,-14 6 3 16,-2 6-4-16,9 5-4 15,-6 0 6-15,-9 4 0 16,-4 0-7-16,4-4-18 16,-13 0-90-16,-6 1-350 15</inkml:trace>
  <inkml:trace contextRef="#ctx0" brushRef="#br0" timeOffset="208456.32">10338 15725 432 0,'0'0'125'0,"0"0"-32"0,0 0 32 15,0 0-42-15,0 0-61 16,0 0 17-16,0 0-26 16,74-5 39-16,-27 5-5 15,5 0-6-15,4-3-28 16,-3 3 1-16,0 0-13 0,-1 0 3 15,-11 0-8 1,-1 0 3-16,-12 0 0 0,6 0-49 16,-9 0-23-16,-4-8-126 15,-8 3-198-15</inkml:trace>
  <inkml:trace contextRef="#ctx0" brushRef="#br0" timeOffset="209206.64">11383 15950 345 0,'0'0'139'0,"0"0"-74"0,0 0-7 0,0 0 4 0,0 0 16 0,0 0 45 15,0 11-69-15,0-27-28 16,0-7-15-16,0-13 19 16,0-13-2-16,0-15-12 15,6 0-15-15,12-8 7 16,10 0-16-16,-9 7 8 16,3 17-14-16,-16 23-24 15,0 14 35-15,-6 11-7 16,0 0-21-16,0 4 29 15,0 28 2-15,-46 4-2 16,5-8-36-16,1-4-8 0,15-7 26 16,10 6-36-16,-10 9-74 15,-3 1-180-15</inkml:trace>
  <inkml:trace contextRef="#ctx0" brushRef="#br0" timeOffset="-207537.49">6642 16346 246 0,'0'0'164'0,"0"0"-91"0,0 0-29 0,0 0-26 16,0 0-13-16,0 0-5 15,0 0 8-15,0 0 25 16,0-23 15-16,0 23 33 15,0 0 27-15,0 0-56 16,0 0-15-16,0 0-29 16,0 0 7-16,0 0-10 15,0 0 0-15,0 0-4 0,0 0 13 16,0 0 1-16,-7-5 36 16,-17 2-32-16,2 3-16 15,-25 0-3-15,13 0 7 16,-18 0-10-16,5 0 12 15,-6 19-11-15,-9 17 2 16,3 12 0-16,7 13 3 16,2 3-2-16,13-4-2 15,9-4 4-15,16-12-7 16,12-3 4-16,0-2 0 0,0-6 1 16,0-2-1-1,40-10-11-15,19-1 5 0,0-9 4 16,15-2 4-16,-6 2-8 15,-2 6 12-15,-4-1 0 16,-4 4 3-16,1 1-11 16,3-2 11-16,-9-2-13 15,-19-2 4-15,-15-3-6 16,-4 5 1-16,-15 2 3 16,0 13 2-16,0 12 9 15,0 13 19-15,-40 15-18 16,0 0-5-16,-7 4 0 15,-9 1-1-15,-9-9-8 16,-3-4-2-16,-13-20-22 0,10-24-21 16,25-20 7-16,18 0-103 15,28-16-61-15,0-37-140 16</inkml:trace>
  <inkml:trace contextRef="#ctx0" brushRef="#br0" timeOffset="-206787.67">7017 17117 163 0,'0'0'0'16,"0"0"0"-16,0 0 32 0,0 0 57 0,0 0 31 0,0 0-9 16,0 0-24-16,0 0-1 15,0 0-9-15,0 0-25 16,-13 0-6-16,-2 0-30 15,-4 7 19-15,-2 6-22 16,2-2 0-16,0-3 4 16,-2 9-5-16,2 6 17 15,-9 10-14-15,-6 14-12 16,0 10 9-16,3 2-7 0,3 2 5 16,16 3-5-1,12-4 2-15,0-4-3 0,0 1 0 16,6-13-4-16,34-8 0 15,13-4-8-15,15-11 4 16,-3-14-7-16,3-7 10 16,-2 0-20-16,-11 0 16 15,-17-4-3-15,2-20 8 16,-25 1 7-16,-15-2 1 16,0 5 11-16,0 8-18 15,0 8 21-15,-15 4-22 16,-32 0-2-16,1 0-18 0,-7 4 16 15,0 23-9 1,7 11-32-16,-1 1 17 16,13-3-13-16,19 5-63 0,15-18-111 15,0-10-259-15</inkml:trace>
  <inkml:trace contextRef="#ctx0" brushRef="#br0" timeOffset="-206187.84">7519 17217 417 0,'0'0'226'0,"0"0"-180"0,0 0 30 0,0 0-25 0,0 0-35 16,0 0 8-16,-6 0 15 15,6 0-12-15,0 0 28 16,12 0-18-16,13 0-6 0,9 0-30 16,7 0 6-1,-1 0-7-15,-6 0-1 0,-15 0-23 16,-10 0-29-16,3 0-7 15,-6 0-56-15,-6 0 2 16,0 0 1-16,0-5-189 16</inkml:trace>
  <inkml:trace contextRef="#ctx0" brushRef="#br0" timeOffset="-205984.24">7519 17217 659 0,'-46'-237'220'0,"46"237"-208"16,0 0 44-1,46 16 1-15,7-4-29 0,0-8-25 16,9 0-3-16,-10-4-9 16,-5 0-35-16,6 0-9 15,-13-20-17-15,-12-4-128 16,12 0-175-16</inkml:trace>
  <inkml:trace contextRef="#ctx0" brushRef="#br0" timeOffset="-204772.88">8660 16563 296 0,'0'0'87'0,"0"0"8"0,0 0-65 0,0 0-10 16,0 0-10 0,0 0 38-16,0 0-12 0,0 0 31 15,0 0 11-15,0 0-13 16,0 0-11-16,0 0-21 15,0 0 2-15,0 0-18 16,0 0 4-16,-6 7-18 16,0 2 4-16,-13-1-7 15,-3 0 8-15,10 8 7 16,-22 0-12-16,28 4 8 16,0-8-1-16,-10 4-8 15,16-4 3-15,0 4-10 16,0 0 7-16,0 1-5 15,28-6-2-15,12 5-2 0,13 1 5 16,-13-6 2 0,7 9-6-16,6-4 6 0,-19 1-3 15,6-6-9-15,-18 2 10 16,-10-9-6-16,-12 4 1 16,0 3 0-16,0 14 7 15,0 11 5-15,0 16 0 16,-34 0 4-16,0 4-2 15,3-12-6-15,-9-11-1 16,5-18 5-16,14-10-5 16,2-5-3-16,-3 0-16 15,16-17-63-15,0-19-6 16,6-11-126-16,0-2-96 16</inkml:trace>
  <inkml:trace contextRef="#ctx0" brushRef="#br0" timeOffset="-204405.16">8781 16434 725 0,'0'0'58'0,"0"0"-11"0,0 0 23 16,0 0-50-16,0 0 18 15,0 0-18-15,81 20-3 16,-63-20-16-16,-2 0 5 16,2 5-6-16,10-5-11 15,-3 0-26-15,9 0-78 0,0 0-135 16</inkml:trace>
  <inkml:trace contextRef="#ctx0" brushRef="#br0" timeOffset="-203788.42">9308 17065 458 0,'0'0'36'0,"0"0"6"0,0 0-24 0,0 0 1 16,0 0-12-16,0 0 29 15,0 0 4-15,0 0 23 16,0 0 62-16,0 0-60 16,0 0-34-16,0 0-28 15,0 0-3-15,0 0-8 16,0 0-17-16,0 0-19 15,0 0 17-15,0 0 27 16,0 0 1-16,0 0-1 0,0 0-22 16,0 0-13-1,0 0-80-15,0 0-82 0,0-17-85 16</inkml:trace>
  <inkml:trace contextRef="#ctx0" brushRef="#br0" timeOffset="-202823.72">9931 17073 288 0,'0'0'91'0,"0"0"-21"0,0 0-16 0,0 0-5 15,0 0 3-15,0 0 42 16,-34 31-28-16,0-31 14 16,9-8-4-16,-9-20-45 15,-12-8 9-15,6-8-21 0,18-4 21 16,-3-1-26 0,13 5 6-16,2 8-12 15,10 0-12-15,0 0 4 0,0 5-11 16,28-10-24-16,13 5-47 15,24 0-35-15,-16 8-134 16,-18 16-205-16</inkml:trace>
  <inkml:trace contextRef="#ctx0" brushRef="#br0" timeOffset="-196828.96">20058 6385 452 0,'0'0'52'0,"0"0"-24"0,0 0 53 0,0 0-39 0,0 0-35 16,0 0-7-16,0 0 16 16,0 0-6-16,0 0 76 15,0 0 11-15,0 0-28 16,0 0-31-16,0 0-5 16,0 0-15-16,0 0-10 15,0 0-8-15,0 0 6 16,0-8 0-16,0-9 1 15,25-2 5-15,-3-2-11 0,6-7 4 16,3 0 8-16,15 0 0 16,16 3-13-16,-9 2 2 15,6 10-10-15,-19 5-7 16,-6 8-8-16,-12 0-30 16,-10 0 17-16,-12 17 5 15,0 27 31-15,0 12 12 16,-40 4-7-16,-13 4 2 15,7 0 0-15,6 1-13 16,-1-14 6-16,7-7-1 16,16-11-4-16,18-13-1 15,0-12 5-15,0-8-8 16,0 0-10-16,0 0-11 16,12 0 24-16,28 0 6 0,7 0 9 15,-7-12-5 1,-15 4-4-16,-3 3-22 0,-16 2-143 15,-6-5-179-15</inkml:trace>
  <inkml:trace contextRef="#ctx0" brushRef="#br0" timeOffset="-196328.86">20868 6577 585 0,'0'0'96'0,"0"0"-57"0,0 0-12 0,0 0-27 15,0 0-19-15,0 0 14 16,6 0 5-16,-6 0 10 16,0 0-10-16,0 0-4 15,0 0 4-15,0 0 4 16,0 0-4-16,0 4-59 15,0 3-49-15,0 6-141 16</inkml:trace>
  <inkml:trace contextRef="#ctx0" brushRef="#br0" timeOffset="-195713.58">21581 6260 404 0,'0'0'270'0,"0"0"-161"0,0 0 8 0,0 0-63 16,0 0-52-16,0 0-2 16,6-36 19-16,34 20-15 0,1 0 3 15,14 12-5-15,-30 4-4 16,-3 0-24-16,-22 0-8 16,0 28 34-16,0 16 4 15,-28 7 0-15,-31 15-4 16,-9-2 6-16,15-4-2 15,7-24-1-15,18-5 1 16,28-18 3-16,0-6 3 16,0-7-20-16,0 0 2 15,21 0 8-15,10 0 0 16,10 0 5-16,-7 0 15 0,0-11-19 16,0 2-2-1,-9-2-7-15,9 11-13 0,0-8-39 16,-9 4-89-16,15-4-44 15,-24-5-320-15</inkml:trace>
  <inkml:trace contextRef="#ctx0" brushRef="#br0" timeOffset="-195430.02">22238 6449 876 0,'0'0'105'0,"0"0"-1"0,0 0-47 0,0 0-34 0,0 0-20 15,0 0-6-15,12-8-11 16,-12 8-21-16,0 0-3 15,0 0-35-15,0 0 18 16,0 0 12-16,0 0-115 16,0 0-133-16</inkml:trace>
  <inkml:trace contextRef="#ctx0" brushRef="#br0" timeOffset="-194947.49">22852 6111 661 0,'0'0'111'15,"0"0"-37"-15,0 0-4 16,0 0-57-16,0 0 22 16,0 0-35-16,105 9-3 15,-89 15 3-15,-16 16 3 16,0 7 11-16,-22 6-3 15,-37 4 7-15,-3-10-15 16,16-3 18-16,21-19-4 16,-3-10-3-16,28-7-14 15,0-8-3-15,0 5 2 0,22-5-15 16,24 0 14 0,7 0 2-16,6 0 8 0,3 0-7 15,-16 0-1-15,-5 0-16 16,-7 0-1-16,-3 0-41 15,-3 0-5-15,12 0-154 16,-15-20-266-16</inkml:trace>
  <inkml:trace contextRef="#ctx0" brushRef="#br0" timeOffset="-194646.89">23813 6385 785 0,'0'0'82'0,"0"0"-33"0,0 0-11 0,0 0-35 16,0 0-3-16,0 0-10 16,16 0-12-16,-10 0 6 15,-6 0-10-15,0 0-14 16,0 0-52-16,0 0-11 16,0-8-237-16</inkml:trace>
  <inkml:trace contextRef="#ctx0" brushRef="#br0" timeOffset="-194113.89">24517 6092 321 0,'0'0'333'16,"0"0"-230"-16,0 0 5 15,0 0-44-15,0 0-49 16,0 0 33-16,118 0-20 16,-62 0-10-16,-10 0-16 15,-21 0-2-15,-3 3-9 0,-22 17 7 16,0 17-2 0,0 3 8-16,0 7-6 0,-47 6 13 15,7-4-12 1,0-5 7-16,18-8-10 0,22-16 4 15,0-9-3-15,0-6-8 16,0-5-7-16,28 0 3 16,25 0-2-16,9 0 10 15,-4 0 10-15,-5 0-8 16,-13 0-5-16,1 0-1 16,-7 0-24-16,-6 0-25 15,-3 0-94-15,-19 0-213 16</inkml:trace>
  <inkml:trace contextRef="#ctx0" brushRef="#br0" timeOffset="-193781.63">25460 6356 319 0,'0'0'179'0,"0"0"-114"0,0 0 38 15,0 0-19-15,0 0-36 0,0 0 30 16,0 0-29-16,0 0-19 15,0 0-13-15,0 0-17 16,0 0 0-16,0 0-37 16,0 0-21-16,0 0-115 15,6 0 30-15,-6 0 12 16,6 0-250-16</inkml:trace>
  <inkml:trace contextRef="#ctx0" brushRef="#br0" timeOffset="-193215.53">26086 5963 54 0,'0'0'691'0,"0"0"-566"0,0 0-87 0,0 0-7 15,0 0 2-15,0 0 8 16,276 0-28-16,-189 0-9 16,-7 12-4-16,-27 8-1 15,-40 13-50-15,-13 3 51 16,0 20 0-16,-59 4 0 15,-22 7-6-15,0-3 12 16,22-15-8-16,25-17 2 0,19-20-2 16,15-8-5-16,0-4-17 15,15 0-35-15,32 0 0 16,18-12 42-16,-9-7 17 16,-16 2 8-16,-9 1-2 15,-9 13-12-15,-4-2-16 16,-8 5-124-16,-10 0-102 15</inkml:trace>
  <inkml:trace contextRef="#ctx0" brushRef="#br0" timeOffset="-192866.76">27057 6311 609 0,'0'0'243'0,"0"0"-136"0,0 0-29 0,0 0-44 0,0 0-34 16,0 0 10-1,18 0-10-15,-18 0-9 0,0 0 8 16,0 0-21-16,0 0-26 16,0 0-47-16,0 0 5 15,0-7-92-15,6-9-213 16</inkml:trace>
  <inkml:trace contextRef="#ctx0" brushRef="#br0" timeOffset="-192332.86">27612 5954 410 0,'0'0'287'0,"0"0"-179"0,0 0-12 15,0 0-59-15,0 0-32 16,0 0 39-16,111 0-4 16,-71 0-9-16,-18 9-22 15,3 3-9-15,-25 8-13 16,0 13 4-16,0 3-3 15,0 11 6-15,-25 1 1 16,-15-4-2-16,6-8 5 16,21-7-4-16,13-13 4 15,0-4-42-15,0-4 34 16,25-1 2-16,31-7-5 0,9 0-49 16,3 0 62-1,-9 0 3-15,9 0-3 0,-9 0-5 16,3 0-133-16,-15 0 43 15,-22 0-101-15,-4 0-177 16</inkml:trace>
  <inkml:trace contextRef="#ctx0" brushRef="#br0" timeOffset="-190533.8">28855 6360 462 0,'0'0'100'0,"0"0"-55"0,0 0 61 0,0 0 20 16,0 0-75-1,0 0-11-15,381 0-16 0,-328 0 4 16,0 0-3-16,-7 0 6 15,-5 0-13-15,-7 0-15 16,-22 0-2-16,4 0 2 16,-10 0-6-16,-6 0-44 15,0 0-10-15,0-4-101 16,-22-8-336-16</inkml:trace>
  <inkml:trace contextRef="#ctx0" brushRef="#br0" timeOffset="-190301.77">29103 6239 548 0,'0'0'66'16,"0"0"89"-16,0 0-64 15,0 0-42-15,0 0-46 16,0 0-3-16,338-8-42 0,-316 5-129 16,-10-5-83-16</inkml:trace>
  <inkml:trace contextRef="#ctx0" brushRef="#br0" timeOffset="-182092.24">30839 5891 380 0,'0'0'129'0,"0"0"-100"0,0 0 40 0,0 0-33 16,0 0 0-16,0 0 19 15,0 0 42-15,-40-12-31 16,12 12-19-16,3 0-10 16,-3 0 11-16,-6 0 3 15,3 0-32-15,-9 0 10 16,-6 0-23-16,-1 12-6 15,-9 20 7-15,10-1-4 16,5 2-2-16,7 8 4 16,16-2-5-16,5 5 8 15,-2 1-14-15,15 2 12 16,0-3-6-16,0-3 5 16,0-5-10-16,21 0 2 0,32-11 2 15,9-10-7-15,3-7-13 16,10-8-3-16,-10 0-14 15,3 0 38-15,-15-31 0 16,-13-2-3-16,-12-3 6 16,-28 3-6-16,0 5-14 15,0 9-4-15,-16 15 7 16,-36 4 1-16,-13 0 8 16,-16 7-15-16,0 37 15 15,1 1 10-15,21-1-10 16,19-12 1-16,24-12-59 15,16-7-146-15,0-13-166 16</inkml:trace>
  <inkml:trace contextRef="#ctx0" brushRef="#br0" timeOffset="-181242.89">31168 5831 146 0,'0'0'80'0,"0"0"59"0,0 0 1 0,0 0-25 0,0 0-38 16,0 0-33-16,-189 172-34 15,158-147-7-15,9 3 1 16,10-9-4-16,12-7-1 15,0 4-2-15,0-4 2 16,0 1-14-16,25 3 8 16,15-4 7-16,6-4-1 15,-5 0-4-15,-1-5 1 0,0 2 3 16,1-1 2 0,-1-4 5-16,0 0-4 0,-6 0-4 15,7 0-3-15,-10 0-21 16,3 0 5-16,-6 0-22 15,-10-4 17-15,-2-12 11 16,-10-1 4-16,0 1-11 16,-6 0 0-16,0 4 13 15,0 1-26-15,0-2-29 16,0 6-57-16,0 2 50 16,0 2 48-16,0 3 23 15,0 0 132-15,-6 0-34 16,-9 0-64-16,-4 15 43 15,0 14 66-15,-2 7 5 16,2 12-56-16,-3 4-36 0,10 0 7 16,6-4-48-1,6 8 22-15,0-15-29 0,0-10-11 16,0-10 3-16,0-10-11 16,0 1-9-16,0-12-47 15,0 0-114-15,0 0-318 16</inkml:trace>
  <inkml:trace contextRef="#ctx0" brushRef="#br0" timeOffset="-177811.6">10459 16567 100 0,'0'0'244'0,"0"0"-183"0,0 0 22 0,0 0-6 0,0 0-36 16,0 0 24-16,0 0 11 15,-25 12-2-15,15-8-29 16,-2 8-30-16,0 4 8 15,-10 4-18-15,3 8 16 16,-9 4-14-16,-6 0 16 16,10 5-19-16,-17-6 21 15,20 10-9-15,2-5 1 16,19-5-9-16,0 6-5 16,0-1-3-16,0-4-9 15,34-4 9-15,13-4-18 16,-1-12-5-16,1-7-11 15,-1-5 5-15,-6 0 7 16,-12-17 22-16,3-23-4 16,-15-4 1-16,-16 4-3 0,0 4-21 15,0 16 13-15,0 12 14 16,0 8 17-16,0 0-17 16,-40 0 8-16,-1 4-8 15,-5 20-1-15,-1 12-4 16,1 4-13-16,5-4 18 15,13 4-14-15,10-8-1 16,9 0-49-16,9-7-33 16,-7-6-158-16</inkml:trace>
  <inkml:trace contextRef="#ctx0" brushRef="#br0" timeOffset="-176929.73">10995 16406 110 0,'0'0'287'0,"0"0"-225"0,0 0 28 0,0 0 2 0,0 0-2 0,0 0-30 16,-6 40-26-16,-28 1-20 15,-7 3 25-15,7 4 17 16,0-8-40-16,9-4 20 16,10-8-16-16,2-12 9 15,13 1-23-15,0-10-6 16,0 1 1-16,0 0-2 16,0 0 1-16,0 0-25 15,28-3 19-15,-3-2-25 16,-3-3 23-16,-10 0 8 15,1 0 0-15,-7 0 0 16,3 0 3-16,4 0-3 16,-1 4 3-16,16-4-6 0,0 0-2 15,-3 0 1-15,-4 0-23 16,-8 0 17-16,-7 0-8 16,16 0 14-16,-16 0 3 15,-6-4 1-15,12-4-2 16,-12 5-1-16,0-2-2 15,6 2-19-15,1-2-24 16,-1 5-29-16,-6 0 57 16,0 0 20-16,0 0 10 15,0 0 45-15,0 0-21 0,0 24-8 16,-19 4-19 0,-9 8 45-16,10 0-29 0,-4 5 10 15,10-1-24-15,-1-12 6 16,13-1-15-16,-6-10-7 15,6-1-8-15,0-8-33 16,0-8-38-16,0 4-79 16,0-4-26-16,0 0-287 15</inkml:trace>
  <inkml:trace contextRef="#ctx0" brushRef="#br0" timeOffset="-176246.46">11482 16832 296 0,'0'0'155'0,"0"0"-67"0,0 0 12 0,0 0-29 15,0 0 4-15,0 0-6 16,-6 0-4-16,6 0-31 16,0 0 17-16,0 0-2 15,0 0-28-15,0 0-1 16,0 0-14-16,12 0 20 15,28 0-12-15,1 0 17 16,5 0-29-16,1 0-1 16,-7 0 7-16,13 0-16 15,-19 0 8-15,0 0-11 16,-16 0-10-16,-2 0-25 16,3 0 22-16,-4-21-74 0,-15 1-109 15,0 1-201-15</inkml:trace>
  <inkml:trace contextRef="#ctx0" brushRef="#br0" timeOffset="-175430.17">12251 17040 257 0,'0'0'119'0,"0"0"-34"0,0 0 24 0,0 0-40 16,0 0-15-16,0 0-9 16,0 0 12-16,-6 0 8 0,6 0-29 15,0 0-2-15,0 0-9 16,0 0 27-16,0 0-21 16,0-11-21-16,-7-14-9 15,7-3 8-15,0 0 2 16,0-8-6-16,0-4-5 15,0 0 7-15,0 4-11 16,0 3 8-16,0 14-6 16,0 11 7-16,0 8-2 15,0 0-3-15,0-5 5 16,0 1-5-16,0 0-3 0,0 0 0 16,0 4-5-16,-15 0-5 15,-10 0-10-15,-3 25 23 16,-6 11-19-16,15 0-18 15,-2-8-40-15,2-4-91 16,13-12 5-16,0-4-189 16</inkml:trace>
  <inkml:trace contextRef="#ctx0" brushRef="#br0" timeOffset="-174948.37">12685 16459 146 0,'0'0'430'0,"0"0"-388"0,0 0 18 0,0 0-16 16,0 0-28-16,0 0 15 16,0 39 31-16,12-11 6 15,22 9-21-15,-6 3 21 16,-3 8-41-16,-9 4-9 16,-16 5-18-16,0 7 5 15,0 3-7-15,-16 5 9 16,-37-3-14-16,-6-9-12 15,7-7-55-15,-10-6-119 16,-13-10-132-16</inkml:trace>
  <inkml:trace contextRef="#ctx0" brushRef="#br0" timeOffset="-173415.54">8741 17458 459 0,'0'0'12'0,"0"0"12"0,0 0 32 0,0 0-25 0,0 0 11 16,0 0 6-16,-13 0 10 15,13 0 15-15,0 0-14 16,0 0-26-16,0 0-2 16,0 0-11-16,0 0 3 15,0 0-15-15,0 0-1 0,0 0 7 16,13 0 6-16,21 0 17 16,12 0-21-16,1 0 15 15,15 0-15-15,-9 0 10 16,6 0-25-16,3 3 4 15,-16-3-4-15,1 5-1 16,-7-2 0-16,0 5 2 16,-9 4-3-16,25-4 11 15,-3 0-10-15,-13 0 3 16,19-4-2-16,-6 4 2 16,3 5 4-16,-4-5-1 15,1-1-6-15,-7 1 19 16,10 0-17-16,-25-3 8 15,10 3 3-15,14-8-24 0,-8 0 24 16,-1 4-13-16,7-4 0 16,6 4 1-1,-3 0-3-15,-3-1 5 0,-1 2-6 16,1-2 6-16,3 2 0 16,-10-2 4-16,1 2-11 15,6-1 8-15,5-4-4 16,4 4 0-16,4-4 1 15,-4 0-5-15,3 0 9 16,3 0-6-16,6 4 6 16,-15-1-9-16,9 2 11 15,-2-5-5-15,-4 3 0 16,-16 2-1-16,19-5-1 16,-3 0 5-16,-3 0-8 0,0 0 11 15,-3 0-13-15,-3 0 12 16,-1 0-8-16,-5 0 1 15,-1 0 0-15,10 0-1 16,-3 0 1-16,0 0 0 16,-13 0 6-16,6 0-6 15,-18 0 8-15,-9 0-15 16,3 0 9-16,-10 0-4 16,-12 0 0-16,6 0 2 15,-6 0 7-15,0 0-7 16,6 0 4-16,-6 0 2 15,0 0-12-15,0 0 15 0,0 0-21 16,0 0 5-16,0 0-15 16,0 0-18-16,0-20-17 15,0-9-81-15,-34-7-268 16</inkml:trace>
  <inkml:trace contextRef="#ctx0" brushRef="#br0" timeOffset="-170467.64">10400 18476 399 0,'0'0'133'0,"0"0"-111"0,0 0 9 15,0 0-20-15,0 0-2 16,0 0 25-16,0 4 10 16,0-4 34-16,0 0 13 15,0 0-16-15,0 0-57 16,0-8-3-16,0-20 1 0,0 0-4 16,0-16 10-16,0-4-9 15,0-4-5-15,0-4-7 16,0 3-1-16,0 5 1 15,0 3 3-15,0 9-4 16,0 13-10-16,0 10 10 16,0 10-16-16,0 3 4 15,0 0 2-15,0 0 5 16,0 0-13-16,-22 24 7 16,-18 12 6-16,-7-4-8 15,16 4-27-15,-3-8 20 16,12 4 11-16,10 1-37 15,0 11-70-15,-10-24-108 0</inkml:trace>
  <inkml:trace contextRef="#ctx0" brushRef="#br0" timeOffset="-167304.12">13165 17510 444 0,'0'0'92'0,"0"0"-39"0,0 0 10 0,0 0-9 0,0 0 26 15,0 0-30-15,0 0-5 16,0-8-19-16,0 8 14 15,0 0 24-15,0 0-24 16,0 0 2-16,0 0-22 0,0 0 5 16,0-8-19-16,0 0-7 15,16-1 6-15,31 1 0 16,5-3 3-16,1 2-6 16,15 1 2-16,-15 4 1 15,-7 4-10-15,-18-4 5 16,3 4-1-16,-15 0-23 15,-10 0-3-15,-6-3-25 16,0-2-42-16,0-3-33 16,0-8-216-16</inkml:trace>
  <inkml:trace contextRef="#ctx0" brushRef="#br0" timeOffset="-166938.81">13026 17168 576 0,'0'0'100'16,"0"0"-43"-16,0 0 89 0,0 0-64 0,0 0 5 15,0 0-47-15,226 0-5 16,-170 0-34-16,-9 0-1 15,5 0-1-15,-18 0-19 16,-9 0-34-16,-19 0-68 16,-6-3-164-16</inkml:trace>
  <inkml:trace contextRef="#ctx0" brushRef="#br0" timeOffset="-165289.95">14536 16675 164 0,'0'0'36'0,"0"0"-32"0,0 0 62 0,0 0-4 15,0 0 31-15,0 0-37 16,40 0 7-16,-40 0-5 16,0 0 11-16,0 0-3 15,0 0-35-15,0 0 4 16,0 0-14-16,0 0 25 16,0 0-33-16,0 0 14 0,0 0-11 15,0 0 1-15,0 0-5 16,0 0-9-16,0 0 13 15,0 0-7-15,0 0 50 16,0 0-34-16,0 0 14 16,0 0-23-16,0 0 4 15,0 0-18-15,0 0-2 16,0 0-1-16,-6 8-10 16,-22 8 5-16,-3 1 6 15,9 3-1-15,-12-1 3 16,22-2 2-16,-7-1-4 15,10-5 0-15,3 1 2 16,0 4 2-16,6-3-8 0,0-1 8 16,0 8-12-16,0-4 11 15,0 0-8-15,28-1 9 16,12 2-4-16,0-1 1 16,13-5-1-16,-7-2-1 15,1-5-15-15,-13 0 13 16,0 0-5-16,-9 5 3 15,-3-6 9-15,-4 5-8 16,-5 0 3-16,8-4 0 16,-14 4-1-16,5 5 4 0,-12 2-8 15,9 6 7 1,-9 10-13-16,0 10 18 0,0 15-6 16,0 4 2-1,-49-1 7-15,8 2-9 16,4-17 6-16,3-8-6 0,12-16 1 15,10-20-6-15,0 0-6 16,-10 0-24-16,9-20-67 16,-21-24-10-16,16-4-38 15,-16-1-71-15</inkml:trace>
  <inkml:trace contextRef="#ctx0" brushRef="#br0" timeOffset="-164739.7">14617 16723 285 0,'0'0'133'0,"0"0"-126"0,0 0 1 0,0 0-4 15,0 0 41-15,0 0 23 16,6 13 23-16,-6-13 5 15,0 0 48-15,0 0-42 16,0 0-22-16,6 0-42 0,10 0-28 16,8 0 5-16,17 0-14 15,11 0 7-15,17 0-8 16,-1 0-11-16,-9-20-40 16,-7-5-54-16,-11 6-86 15,-20 2-149-15</inkml:trace>
  <inkml:trace contextRef="#ctx0" brushRef="#br0" timeOffset="-164024.23">15190 17196 485 0,'0'0'58'0,"0"0"2"0,0 0 7 0,0 0-61 0,0 0-6 16,0 0 5-16,0 0-5 15,0 0 7-15,0 0 25 16,0 0 46-16,0 0-27 16,0-12-28-16,10-4-17 15,-10 1-1-15,0 7-5 16,0 3-5-16,0 5-30 15,0 0 10-15,0 0 16 16,0 0 9-16,0 0 15 0,0 0-13 16,0 0 14-1,0 0-16-15,0 0-8 0,0 0-48 16,0 16-88-16,-16-4-307 16</inkml:trace>
  <inkml:trace contextRef="#ctx0" brushRef="#br0" timeOffset="-162392.21">10024 18701 4 0,'0'0'161'0,"0"0"-89"0,0 0 50 0,0 0-6 0,0 0-48 16,0 0-21-16,-27 24-13 16,14-24-26-16,13 0-7 15,0 3-2-15,0-3 9 16,0 5 2-16,0-5-1 15,0 0 10-15,0 4 6 16,0-4 6-16,0 0-20 0,0 0-9 16,0 0 1-16,0 3-2 15,0-3 17-15,0 0-7 16,0 0 11-16,0 0 18 16,0 0 4-16,0 0-32 15,0 0-10-15,13-28 14 16,55-24 9-16,31-28 5 15,28-20-14-15,16-4 16 16,-4 3-31-16,-12 21-1 16,-27 24-4-16,-32 20-62 0,-37 32-15 15,-31 4-41 1,0 0 31-16,-47 43-77 0</inkml:trace>
  <inkml:trace contextRef="#ctx0" brushRef="#br0" timeOffset="-158894.33">16102 16606 19 0,'0'0'574'0,"0"0"-515"0,0 0-26 16,0 0 17-16,0 0-32 16,0 0-5-16,0 0 48 15,-115 166-22-15,81-122 19 16,-6 0-11-16,6-5 20 16,15 6-33-16,0-5 0 15,19 0-24-15,0 9-3 16,0-2-3-16,0 6 1 15,0-9-8-15,0-5 6 16,19-14-6-16,9-5-1 16,3-12 3-16,3-8-8 15,0 0-5-15,6 0 9 0,1-25 5 16,-7-6 0 0,-16-2 7-16,-5-3-14 0,-4 5-11 15,-9-5 18 1,0 3-20-16,0 5-34 0,0 12 16 15,-34 16 36-15,-19 0-2 16,4 4-7-16,-10 40 5 16,0 13-7-16,3-6 13 15,10 1-31-15,21-19 3 16,19-13-104-16,6-16-131 16</inkml:trace>
  <inkml:trace contextRef="#ctx0" brushRef="#br0" timeOffset="-158179.85">16607 16703 641 0,'0'0'81'0,"0"0"-20"0,0 0 41 15,0 0-69-15,0 0-6 16,0 0-22-16,-6 0 4 15,6 0-4-15,28 0 29 16,6 0-6-16,-3 0-17 16,3 13-7-16,-12 2-3 0,-10 1-2 15,-12 9-18-15,0 6 19 16,0 10-8-16,-12 6 2 16,-35 2 8-16,1-9-2 15,12-12 3-15,18-16-1 16,10-3-2-16,6-6-4 15,0 2-23-15,56-5-21 16,9 0 46-16,-3 3 2 16,-25 5-2-16,-3 0 3 15,-18 1-1-15,-16-1 17 0,0-5 2 16,0 13 20 0,0 12-21-16,-16 12 2 15,-30 4-15-15,-1 5 0 0,-12-1-5 16,13 0-4-16,-4-8-11 15,13-12-63-15,9-12-113 16,22-16-292-16</inkml:trace>
  <inkml:trace contextRef="#ctx0" brushRef="#br0" timeOffset="-157478.84">17820 17377 36 0,'0'0'786'0,"0"0"-733"0,0 0-4 0,0 0-33 16,0 0 13-16,0 0 4 16,167-16-10-16,-120 8-23 15,-23 4 0-15,-8 0-8 0,-4 0-8 16,-6 0 1 0,1 0-22-16,-7-9 20 0,6 6-88 15,-6-5-60-15,0-5-174 16</inkml:trace>
  <inkml:trace contextRef="#ctx0" brushRef="#br0" timeOffset="-157229.61">17832 17052 824 0,'0'0'100'16,"0"0"-97"0,0 0 56-16,0 0-9 0,0 0-31 15,0 0 15-15,273 13-29 16,-233-13 12-16,-12 0-16 16,0 0-2-16,-3-5-18 15,-3-3-82-15,-22 0-114 16,0 4-190-16</inkml:trace>
  <inkml:trace contextRef="#ctx0" brushRef="#br0" timeOffset="-155115.18">20561 16883 507 0,'0'0'80'0,"0"0"-60"0,0 0 21 0,0 0-40 0,0 0 11 16,0 0-3-16,24 5 15 15,-17-5 29-15,-7 0 18 16,6 0-13-16,-6 0-35 16,0 0 7-16,0 0-11 15,0 0 7-15,0 0-8 16,0 0 0-16,0 0-6 16,0 0-8-16,0 0 11 15,0 0-10-15,0 0 17 16,0 0-4-16,0 0 21 0,0 0-23 15,0 0-1-15,-13 0-15 16,-21 8-1-16,-6 8-20 16,-13 8 13-16,7 0-1 15,-1 9 9-15,1-6-4 16,5-3 9-16,20-8-5 16,2-3 4-16,19-2-8 15,0-3-2-15,0-4-3 16,0 9-3-16,19-5-12 15,21 4 23-15,10-4 2 16,2 0 0-16,-5 3 3 16,-1 1-7-16,-5 1 4 15,-13-5-2-15,3-1-8 0,-10-2 4 16,-8-5-2-16,-1 8 1 16,-3-5 3-16,-9 10-11 15,0 2 7-15,0 10 7 16,0-1 13-16,0 7-11 15,-9-6 14-15,-16-9-15 16,10-8 3-16,9-4-4 16,-7 9 2-16,-5-2-5 15,-4 1-26-15,-6 4-18 16,9-4-29-16,-2-12-10 16,8 0 23-16,13 0 15 15,0-36-65-15,0-20-181 0</inkml:trace>
  <inkml:trace contextRef="#ctx0" brushRef="#br0" timeOffset="-154781.6">20759 16799 377 0,'0'0'3'0,"0"0"-2"0,0 0 60 0,0 0 4 16,0 0 26-1,0 0 22-15,115-24 6 0,-90 24-20 16,-16 13-3-16,9-10-33 15,4 2-42-15,-9-2-21 16,5-3-2-16,-2 0-27 16,2 0-14-16,4 0-49 15,-16 0-84-15,-6 0-172 16</inkml:trace>
  <inkml:trace contextRef="#ctx0" brushRef="#br0" timeOffset="-153765.77">15941 16334 498 0,'0'0'51'0,"0"0"7"0,0 0-8 0,0 0-22 16,0 0 61-16,0 0-18 15,0-100-1-15,6 56-53 16,6 0 5-16,10-5-16 16,-10 10-6-16,1 6 0 15,2 18-22-15,-9 7-39 16,1 8-44-16,-7 0-112 16,0 23-175-16</inkml:trace>
  <inkml:trace contextRef="#ctx0" brushRef="#br0" timeOffset="-152600.64">19302 16993 54 0,'0'0'637'0,"0"0"-568"0,0 0 1 16,0 0-2-16,0 0-62 16,0 0-6-16,0-49 26 15,0 24-16-15,15 10 16 16,10-1-12-16,3 0 1 16,6 7-14-16,6 1-2 15,-9 0-2-15,10 8-13 16,-7 0 15-16,-16 0-15 15,-2 0 0-15,-16 5-17 0,0 26 33 16,0 10 8-16,-40 7-8 16,-7-4 5-16,7-4-3 15,18-8-1-15,10-16-1 16,12-11-4-16,0-5-55 16,0 0-39-16,52 0-5 15,17-17 80-15,-10-2 20 16,-7 11 3-16,-24 3 0 15,-15 5-10-15,-13 0 10 16,0 0 0-16,0 16 96 16,0 20 0-16,-31 12-52 15,-4 9-23-15,-11 7 2 16,-7 0-21-16,-15-4 0 0,-6-12-2 16,-7-12-4-1,10-15-7-15,9-9-27 0,15-12-62 16,35 0-105-16</inkml:trace>
  <inkml:trace contextRef="#ctx0" brushRef="#br0" timeOffset="-152017.85">20052 17469 400 0,'0'0'42'0,"0"0"-42"16,0 0-4-16,0 0 3 0,0 0 2 15,0 0 23-15,31 12 51 16,-31-12 33-16,0 0 20 15,0 0 9-15,0 0-67 16,0 0-11-16,0 0-19 16,0-4-36-16,0-28 5 15,0-21-6-15,9-19-4 16,-9-3 6-16,0-10 10 16,0 9-12-16,0 8 2 15,0 12-5-15,0 12 7 16,0 16-14-16,-9 8 7 15,9 12-3-15,0 8-19 0,0 0 13 16,-12 0-29-16,-1 8 25 16,-21 23 13-16,-12 14 0 15,-7 7-4-15,13-4-39 16,6 0 0-16,15-8-102 16,3-7-93-16</inkml:trace>
  <inkml:trace contextRef="#ctx0" brushRef="#br0" timeOffset="-151002.08">20371 16370 387 0,'0'0'111'0,"0"0"-50"0,0 0 40 0,0 0-38 0,0 0-32 16,0 0 26-16,28 0 10 16,-28 0-9-16,0-8-17 15,-15 8 17-15,-32-3-44 0,-12-2-5 16,-9-3 4-16,-3 8-10 16,-16 0-6-16,0 0 10 15,-15 0-9-15,3 16 4 16,0 9-4-16,-10 11 10 15,22 3-7-15,-12 10 1 16,-3 10-1-16,2 7-1 16,7 6 0-16,13 0 0 15,5 3 3-15,16 2-6 16,13 3 2-16,34-4 1 16,2-4 0-16,10 1 0 15,0-5-6-15,22-4-4 16,43-4 10-16,-3-12-18 15,-3-4 10-15,22 0-17 0,12-8 24 16,15 5-15-16,19-5 6 16,7 0-6-16,5-4-1 15,22 0-3-15,-15-12-11 16,3-8 7-16,-10-3 14 16,-5-6 6-16,-13 2 4 15,-16-2-70-15,-24-3 70 16,-13 0-3-16,-3 0-14 15,-9-32 17-15,15-24 19 16,10-13 6-16,21-6 46 16,-3-9-40-16,7-1-3 15,2-3-26-15,-15 4 33 0,-12-4-20 16,-28-1-10-16,-13 6 2 16,-28 2-7-1,-2 5 0-15,-10 7-4 0,0 13 3 16,-16 4 2-16,-49 8 0 15,-22-4 2-15,-21-8-3 16,-26-1-31-16,-21 1 4 16,-9 4 17-16,-19 29-32 15,31 18 33-15,3 5-7 16,16 28 9-16,12 36-29 16,9 5-90-16,26-5-159 15</inkml:trace>
  <inkml:trace contextRef="#ctx0" brushRef="#br0" timeOffset="-139427.84">11696 12773 428 0,'0'0'23'0,"0"0"-9"0,0 0 2 0,0 0-13 16,0 0-2-16,0 0 19 0,0 0 18 15,0-8 13 1,0 8-5-16,0 0 15 0,0 0 10 16,0 0-19-16,0 0-16 15,0 0-10-15,0 0 7 16,0 0-19-16,0 0 18 16,0 0-9-16,0 0 8 15,0 0-20-15,0 0 7 16,0 0-14-16,0 0-3 15,0 0 0-15,0 0 1 16,0 0 8-16,0 0-9 16,0 0 11-16,0 0-10 0,0 0 3 15,0 0-4 1,0 0 3-16,0 0 2 0,-6 0-6 16,-7 0 0-16,-2 0 5 15,-4 0-8-15,-3 0 8 16,10 0-10-16,0 0 10 15,-10 0-3-15,9 0-2 16,1 0 1-16,-10 0-5 16,10 4 3-16,6-4 1 15,-10 4 0-15,10-4 2 16,0 5 8-16,-7-5-11 16,-8 3 2-16,8-3-1 15,-8 0 2-15,21 3 8 16,-7-3 0-16,7 0-6 15,0 0 9-15,0 0-10 0,0 0 4 16,0 0-7-16,0 0 0 16,0 0-3-16,0 0-2 15,0 0 2-15,0 0 3 16,0 0-4-16,0 0 4 16,0 0-2-16,0 0-4 15,0 0 2-15,0 0-5 16,0 0 8-16,0 0-1 15,0 0 2-15,0 0-1 16,0 0 3-16,0 0-4 16,0 0 4-16,-18 0 15 0,-10 5-7 15,-12 7-2-15,-19-4-8 16,-10 4 2-16,4 0-5 16,-9-4 6-16,0 4-6 15,8 0 8-15,-8-4 1 16,0 5-3-16,8-5 5 15,-14 3 8-15,12-2-7 16,3 2-9-16,2-3 1 16,5-4-1-16,5 0 0 15,6 5-1-15,1-9-1 16,6 8 1-16,5-5 2 16,8-3 1-16,2 5-2 15,-22 3 0-15,-15-8-3 16,3 15 7-16,-15-7-8 15,-7 0-6-15,7 1 10 0,3-1 0 16,8 0-2-16,11 0 2 16,-1 4-2-16,13-8 2 15,-1 3 0-15,1-2-4 16,12-5-6-16,16 0 7 16,-16 0 6-16,3 0 0 15,-3 0-2-15,3 0 0 16,-9 0 0-16,0 0-2 15,0 0-1-15,3 0-8 16,-9-12 0-16,6 12 1 16,0-8 3-16,15 0 12 0,-3 8-12 15,10-8 5-15,-4 3-12 16,10 2-4-16,-6-5 17 16,12 8-3-16,0 0 3 15,0 0-1-15,0 0 0 16,0 0-4-16,0 0-4 15,0-4 3-15,0-4 3 16,0-5 3-16,12 10 0 16,10-2 0-16,-4-2 0 15,23 7-10-15,5 0 9 16,10 0 1-16,3 0-2 16,-6 0-2-16,9 0-4 15,-3 0 1-15,0 0 6 0,-4 0-1 16,10 0 4-1,-12 0-2-15,3 0 2 0,-9 0 5 16,5 0-4-16,-11 0 0 16,11 0-3-16,-11 0 2 15,5 0-4-15,1 0 4 16,-1 0 0-16,10 0 0 16,-10 0 11-16,7 0-12 15,15 0 10-15,-15 0-11 16,0 0 2-16,-13 0-1 15,7 0 8-15,-13 0-18 16,0 0 16-16,6 0-12 16,-9 0 10-16,9-5 0 15,-5-6-4-15,23 3 0 0,-2-9 0 16,-9 9 0-16,12 0-1 16,-7 5 3-16,4 3-8 15,-9 0 9-15,-7 0-8 16,0 0 8-16,7 0-4 15,-1-5 1-15,1 5-1 16,6 0 1-16,-13 0-1 16,13 0 0-16,-13 0 5 15,0 0-7-15,7 0 4 16,-1 0 5-16,-5 0-6 16,5 0 0-16,10 0-1 15,-16 0 0-15,7 0-1 16,-16 0 2-16,9 0 3 15,0 0-1-15,7 0 0 16,-1 0 3-16,23 0-6 0,-1 0 2 16,3-15-2-16,10-1 4 15,-7-4-1-15,7 7 2 16,-1 5 1-16,-2 0-10 16,-16 0 13-16,-3 8-11 15,-3 0 4-15,-10 0-4 16,-15 0 4-16,9 0-2 15,1-4 0-15,-1 4 1 0,0-3-3 16,1-2 10 0,-1-3-10-16,0 4 8 0,-12 4-10 15,9 0 4-15,-9 0 0 16,13 0-1-16,-13 0 1 16,12-4-1-16,6 4 6 15,-5 0-8-15,-1-4 7 16,0-1-2-16,-9 2 1 15,3 0-3-15,-6 3 0 16,13 0-2-16,-17 0-2 16,-8 0 6-16,15 0-6 15,-9 0 8-15,18 0-7 16,-6 0 9-16,-9 0-7 16,-3 0 4-16,-4 0-3 15,4 0 0-15,-10 0 0 0,29 0 4 16,-17 0-2-1,17 0 3-15,-13 0-2 0,6 0 2 16,-10 0-3-16,-2 0 1 16,-3 0 0-16,-13 0 1 15,9 0-2-15,-2 0-1 16,-1 0-2-16,4 0 4 16,-4 0-7-16,7 0 8 15,-4 0-2-15,-2 0-2 16,8 0 0-16,4 0 2 15,9 0-2-15,7 0 4 16,-13 0-3-16,3 0-1 16,-10 0 6-16,-8 0-9 0,8 0 6 15,-8 0-5-15,5 3 3 16,-2-3-1-16,-10 0 1 16,0 0 2-16,0 0-6 15,1 0 8-15,-1 0-8 16,16 3 10-16,-10-3-9 15,3 0 2-15,-2 5-2 16,-1-5-2-16,10 0 4 16,-3 0-1-16,9 4 2 15,-4-4 17-15,-8 4-17 16,2-4 7-16,-5 4-4 16,-4-4 4-16,4 0-7 15,-1 0 1-15,-6 0-2 16,0 0 0-16,-6 0-2 15,0 0-9-15,0 0-7 16,10 0-37-16,-10 0-18 0,0-8-89 16,0-12-278-16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16T22:40:06.4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21488 1363 631 0</inkml:trace>
  <inkml:trace contextRef="#ctx0" brushRef="#br0" timeOffset="115432.44">2239 3028 56 0,'0'0'36'0,"0"0"108"0,0 0-78 0,0 0 10 0,0 0-16 15,0 0-28-15,0 0-30 16,0 0-2-16,0 0 16 16,-41 0 18-16,41 0 35 15,0 0-19-15,0 0 12 16,0 0-11-16,0 0-4 16,0 0-37-16,0 0-10 0,0 0 0 15,0 0 0 1,0 0 10-16,0 0-9 0,0 0 18 15,0 0-9-15,0 0-4 16,0 0-4-16,7 0-2 16,27 0 0-16,12 0 1 15,1 0 7-15,18 0-7 16,15 3 16-16,-5 5-10 16,-1 1-3-16,-21-1 0 15,0-8 0-15,9 3-4 16,-16-3 0-16,1 0-1 15,5 5 4-15,-24-5-3 16,13 8 11-16,-17-8-11 16,4 0 6-16,6 0 8 15,-15 0-8-15,28 0-4 0,-1 0 12 16,1 0-6 0,15-8-2-16,-22-5 0 0,19 1 0 15,-6-4-6-15,9-4 28 16,-4 4-26-16,-11-8 6 15,0 17 3-15,-13-6-9 16,-13 13-2-16,-2 0-7 16,-7 0 7-16,4 0 0 15,-10 0-4-15,13 0 18 16,2 0-18-16,-8 0 6 16,15 0-4-16,-10 0 2 15,4 0 0-15,18-4 0 16,-21-4 2-16,9 4-9 15,-10 4 0-15,4 0 7 0,3 0-34 16,3-4 1-16,-3-4-66 16,-25 5-208-16</inkml:trace>
  <inkml:trace contextRef="#ctx0" brushRef="#br0" timeOffset="121860.39">19603 4528 58 0,'0'0'449'0,"0"0"-427"0,0 0 27 0,0 0-3 16,0 0-28-16,0 0 2 15,0 0-11-15,0 0 11 16,-25-17 22-16,15 17 58 15,-2 0-37-15,12 0-8 0,0 0-24 16,0 0-1-16,0 0-9 16,0 0-16-16,0 0-5 15,0 4 8-15,0 24-16 16,-6 13 18-16,-7 11-3 16,-2 7-6-16,9-2 7 15,6-1-8-15,0-4 2 16,0-4-1-16,0-7 3 15,0 3-8-15,0-13 11 16,0 2-13-16,0-2 16 16,0-10-18-16,0-13 11 15,0-8-3-15,0 0 5 16,0 0-5-16,-13-24-11 0,7-28 1 16,-16-9 10-1,16-11 0-15,-6-4 13 0,-1-17-10 16,13 6 0-16,0-17-3 15,0-9 0-15,0 16 0 16,0 14-10-16,0 14 4 16,0 25 2-16,0 16-6 15,25 13 10-15,-3 2-4 16,9 9-7-16,3 0 11 16,40 0-4-16,-21 0 2 15,15 4-9-15,-15 0-29 16,-19 0 24-16,-15 0-16 0,-7 16 25 15,-12 20 5 1,0 5 2-16,0 11 18 0,-59 7 15 16,-15 2-2-16,15-5-23 15,6-16-4-15,7-8-4 16,18-11-30-16,22-18-55 16,6-3-70-16,0 0-200 15</inkml:trace>
  <inkml:trace contextRef="#ctx0" brushRef="#br0" timeOffset="122592.78">20244 4215 322 0,'0'0'255'0,"0"0"-193"0,0 0 0 0,0 0 31 0,0 0-1 15,-353 167-42-15,294-110-15 0,-9 11 12 16,15 0-35-16,7 9 13 16,24 3-21-16,9-4 5 15,13 1-6-15,0-13-3 16,35 0 0-16,36-20 0 15,9-8-4-15,7-8 3 16,-12-17-8-16,5-2-3 16,-5-9 11-16,-23 0 2 0,-5 0 2 15,-22-37-3 1,-4 1 3-16,-14 0 3 0,-1 0 0 16,-6 8-6-1,0 4 4-15,0 9-8 0,0-1-9 16,-47 3-22-16,7 5-18 15,0-4 11-15,-1 9 27 16,17-2 11-16,2 5 4 16,16 0 3-16,6-4 1 15,0 0-4-15,0 0-4 16,0 0 1-16,0 4 3 16,0 0 11-16,12 0-4 15,16 0 25-15,19 0-7 16,-1 0 18-16,-12 0-22 0,19 4 19 15,-13 13-24 1,-6 2-4-16,-15 1-9 0,3 0-3 16,-16 1-4-16,-6 2-16 15,0 5-10-15,0 5-38 16,-6-6-3-16,-41-10-89 16,7-17-71-16</inkml:trace>
  <inkml:trace contextRef="#ctx0" brushRef="#br0" timeOffset="123525.41">21199 5109 685 0,'0'0'110'0,"0"0"14"0,0 0-49 0,0 0-43 15,-238-253 0-15,210 145-26 16,28-4 19-16,0-1-22 16,0 5 7-16,28 16-9 0,37 4-2 15,15 8-27 1,13 7-58-16,-6 13-49 0,-19 16-121 15,-27 24-267-15</inkml:trace>
  <inkml:trace contextRef="#ctx0" brushRef="#br0" timeOffset="126773.02">21534 5008 264 0,'0'0'42'0,"0"0"-35"0,0 0 26 0,0 0 78 15,0 0-9-15,0 0-23 16,0 0-21-16,0 0-29 0,0 0 20 16,0 0-5-1,0 0 23-15,0 0-25 0,0 0 3 16,0 0-15-16,0 0 4 15,0 0 2-15,0 0-29 16,0 0 11-16,0 0-16 16,0 0 0-16,0 0 14 15,0-15-6-15,0-26-5 16,0-3-1-16,0-12 0 16,6 0 5-16,16-20-6 15,-9-5 4-15,8-2-14 16,-2-6 11-16,9 13-8 15,-16 16-14-15,-6 24 11 0,-6 20 10 16,7 8-3-16,-7 8 0 16,0 0-8-16,0 0 4 15,0 0-25-15,0 0 23 16,0 0-15-16,-13 3 15 16,-27 10-19-16,6 2 12 15,9 1-17-15,-3 1 4 16,16 7-58-16,5-8-127 15,7-12-95-15</inkml:trace>
  <inkml:trace contextRef="#ctx0" brushRef="#br0" timeOffset="127405.32">22136 4266 383 0,'0'0'76'0,"0"0"35"0,0 0-27 15,0 0-38-15,0 0-2 16,0 0-14-16,-146 16 10 15,106 17-21-15,-1-2 41 16,-11 10-38-16,24 20 16 16,-6 6-34-16,9 5 3 15,-3 8-6-15,16-11-1 16,5 0 0-16,7-10-10 0,0-15 5 16,0-3-1-16,0-13 5 15,0 3-2-15,13-10 1 16,21-5-6-1,-3-9 1-15,9-7-28 0,7 0-8 16,-7-20 14-16,0-24 20 16,-18-3 1-16,-3 6 16 15,-19 9-15-15,0 8 7 16,0 12 0-16,0 4 0 16,-47 8 5-16,-6 0-12 15,1 0 15-15,-4 32-14 0,25 4 6 16,-3-4-3-1,6 1-87-15,9-13-106 0</inkml:trace>
  <inkml:trace contextRef="#ctx0" brushRef="#br0" timeOffset="127839.35">22130 4993 425 0,'0'0'44'0,"0"0"-44"0,0 0-2 15,0 0 2-15,0 0 36 16,0 0 57-16,21 31 23 0,-21-6 31 15,0 11-79 1,0-4-19-16,0 8-23 0,0 1-26 16,-34-18 1-16,28 5-1 15,-10-16-26-15,16-12-107 16,0 0-182-16</inkml:trace>
  <inkml:trace contextRef="#ctx0" brushRef="#br0" timeOffset="131320.26">22886 4932 97 0,'0'0'267'0,"0"0"-252"0,0 0 19 15,0 0 47-15,0 0-34 16,0 0-1-16,-15-3 33 15,15 3-47-15,-13 0 34 16,13 0-11-16,-6 0 14 16,6 0-45-16,0 0 18 15,0 0-19-15,0-8-20 0,0 3-3 16,0-15 2 0,0-12 11-16,34-12-13 0,13-8 18 15,5-8-11-15,1-9 6 16,-13 2-8-16,1-10-5 15,-7 0 0-15,-16 18-10 16,4 2 8-16,-22 10-16 16,0 2 17-16,0 9 2 15,-40 4 14-15,-13 8-15 16,-3 12 0-16,19 5 1 16,-13 7 4-16,4 0-5 15,6 0 2-15,9 11-15 0,21 29 18 16,4 9-12-1,6 7 11-15,0-1-8 0,0 6 8 16,16-1-8-16,30 4 3 16,1-8-10-16,12 1 6 15,-7 2-32-15,16-10 32 16,-9-9-12-16,-3-4 10 16,-15-20-16-16,-23 0 8 15,-18-8 9-15,0 4-5 16,-6-4 11-16,-62 0 23 15,-4 0 3-15,-2-4-15 16,0 1 7-16,21 6-18 16,-15 9-19-16,3 4-59 15,18 4-165-15,0 0-330 16</inkml:trace>
  <inkml:trace contextRef="#ctx0" brushRef="#br0" timeOffset="131786.67">23627 4929 550 0,'0'0'120'0,"0"0"-9"0,0 0 13 0,0 0-79 0,-46 244-19 16,24-188-21-16,10-4-5 15,-1-16-19-15,7-8-76 16,-10-15-117 0</inkml:trace>
  <inkml:trace contextRef="#ctx0" brushRef="#br0" timeOffset="134949.68">24275 4210 411 0,'0'0'97'0,"0"0"-80"0,0 0 17 16,0 0-32-16,0 0 10 15,0 0-12-15,0 0 23 16,-12 0 3-16,12 0 23 16,-6 0 34-16,6 0-15 15,0 0-21-15,0 0-31 16,0 0 21-16,0 0-34 0,-10 0 37 15,-2 5-39 1,6 18 0-16,-22 26 2 0,-19 10 20 16,-5 13-1-16,-1-3-19 15,6-5 5-15,13-7-1 16,0-17-12-16,9 0 15 16,4-8-11-16,-7-4 2 15,9-4-1-15,19-16 0 16,0-8-25-16,0 0-29 15,19 0-33-15,15 0 48 16,19 0 20-16,-26-5 6 16,8-2 17-16,-23-5-4 15,-6 12 4-15,16 0 0 0,-10 0 7 16,1 0-9-16,8 0 5 16,-14 0 0-16,14 0-11 15,-15 0 7-15,-6 0-6 16,7 0-8-16,-7 0-13 15,0-4 9-15,6 4 15 16,-6-4 9-16,0-5-3 16,0 6 9-16,0 3-14 15,0 0 36-15,0 0-26 16,0 0 12-16,0 0-17 16,0 12 1-16,0 8 8 15,-13 17-1-15,-14 2 23 16,8 9-21-16,-3 4 8 15,10-11-19-15,-10-5-1 0,22-5-3 16,-6-6-2-16,0 2-28 16,0 1-24-16,-16-3-50 15,-9-5-163-15</inkml:trace>
  <inkml:trace contextRef="#ctx0" brushRef="#br0" timeOffset="135449.19">24471 5032 731 0,'0'0'79'0,"0"0"17"0,0 0-1 0,0 0-43 16,-47 266-39-16,19-206-26 16,-6-1 11-16,0-10-25 15,-6-13-29-15,9-8-63 16,-16-12-258-16</inkml:trace>
  <inkml:trace contextRef="#ctx0" brushRef="#br0" timeOffset="138730.19">25057 4439 160 0,'0'0'89'0,"0"0"-24"0,0 0 4 0,0 0-2 0,0 0-7 15,0 0-9-15,0 0-25 16,-25 12 44-16,25-12-37 16,0 5-8-16,0-5 9 15,0 0 34-15,0 0-17 16,0 0-26-16,0 0 25 15,0 0-18-15,0 0 24 16,0 0-43-16,0 0 21 16,0 0-26-16,0 0 17 15,0 0-19-15,0 0-6 0,0 0-8 16,0-8 8-16,0-5 13 16,0-7-4-16,31-4-8 15,9 4 5-15,22 0-4 16,-9 7-1-16,0 6-2 15,2 7-5-15,-17 0-9 16,-4 0 8-16,-6 0-20 16,-16 28 21-16,-12 12-28 15,0 17 28-15,0 10 12 16,-53 13-12-16,-6 1 6 16,4-13 0-16,2-9-6 15,13-21 12-15,5-10-17 16,23-13 20-16,12-7-18 15,0 0 12-15,0 0-8 0,28-8-11 16,31 0 0 0,9 0 10-16,-15 0 6 0,-7-3 4 15,-18-5-4-15,-15-1-1 16,5 9-81-16,-18-8-36 16,0 0-112-16,0 8-277 15</inkml:trace>
  <inkml:trace contextRef="#ctx0" brushRef="#br0" timeOffset="139212.89">25773 4788 531 0,'0'0'115'0,"0"0"-28"0,0 0-30 0,0 0-17 16,0 0 20-16,0 0 6 15,12 89-20-15,-12-37-2 16,0 7-27-16,0 5 15 16,0-3-27-16,-40-6-10 15,9-6-13-15,-19-13-36 0,-2 4-33 16,11-16-114 0,1-12-161-16</inkml:trace>
  <inkml:trace contextRef="#ctx0" brushRef="#br0" timeOffset="151301.57">19556 7110 348 0,'0'0'20'0,"0"0"12"0,0 0 49 0,0 0-38 15,0 0-19-15,0 0 22 16,0 0-14-16,0 0 21 16,0 0 3-16,0 0 23 15,0 0-53-15,0 0-6 16,0 0 6-16,0 0 3 15,0 0-8-15,0 0-18 16,0 0 2-16,0 0 0 16,0 0 6-16,0 0-5 15,-6 0 7-15,0 0-13 0,-7 0 3 16,-2 0-1-16,2 0 0 16,7 8-4-16,6 1 10 15,0-6-20-15,0 9 21 16,0-12-18-16,0 8-9 15,0-8-1-15,25 0-16 16,9 0 35-16,13-20 2 16,5-24 6-16,10-17 9 15,-3-6-11-15,-3-2-12 16,-19 14 5-16,-15 18 1 16,-22 18 0-16,0 2 4 15,0 13-4-15,-22 4 8 16,-31 0-7-16,-12 0 6 15,-9 32-8-15,-7 16 15 0,22 1-24 16,13-1 17-16,18-4-9 16,9-8 2-16,19-8 0 15,0-4-1-15,0-12-1 16,0 0-1-16,0-8-13 16,25-4 3-16,3 0-8 15,-3 0 20-15,-10 0 1 16,-2 0 5-16,-7 0 1 15,-6 0-5-15,0 0 1 16,12 0 5-16,-2 0-3 16,15 12 4-16,2 12 2 0,8 9 8 15,5 6 3 1,-9 5-10-16,-3-8-6 0,-10 17 8 16,-8-1-11-16,-10 12 18 15,0 5-12-15,0 6-2 16,-10 5-6-16,-14-19-12 15,2-9-60-15,16-8-8 16,6-16-30-16,-7-16-28 16,-5-7-82-16</inkml:trace>
  <inkml:trace contextRef="#ctx0" brushRef="#br0" timeOffset="151736.38">19503 7531 246 0,'0'0'489'0,"0"0"-427"0,0 0-6 16,0 0-15-16,0 0 13 16,0 0-18-16,289 0 13 15,-224 0-36-15,-3 0 0 16,-16-3-5-16,-15-10-16 16,10 1-9-16,-7-8-55 15,-6 0-42-15,-16-4-183 16</inkml:trace>
  <inkml:trace contextRef="#ctx0" brushRef="#br0" timeOffset="152334.1">20406 7171 516 0,'0'0'81'0,"0"0"-36"0,0 0 71 0,0 0-57 0,0 0-30 15,0 0-18-15,173 0 25 16,-139 0-9-16,-9 0-1 15,3 0-7-15,-9 0-18 16,15 0-1-16,-6 0-17 16,6 0 1-16,-16 0-69 15,10-8-96-15,-28-5-48 0,0 1-177 16</inkml:trace>
  <inkml:trace contextRef="#ctx0" brushRef="#br0" timeOffset="152623.9">20406 7171 146 0</inkml:trace>
  <inkml:trace contextRef="#ctx0" brushRef="#br0" timeOffset="152733.7">20406 7171 146 0,'74'-237'345'0,"-55"237"-312"16,21 0 57-16,0 0 226 16,7 0-269-16,-7 0 16 15,7 0-43-15,-13 0 2 0,12 0-22 16,-12-9-5-16,7 1-13 16,-10-3-50-16,-10-6-22 15,-15 1-206-15</inkml:trace>
  <inkml:trace contextRef="#ctx0" brushRef="#br0" timeOffset="157999.74">21909 6894 365 0,'0'0'24'0,"0"0"28"0,0 0-14 0,0 0 34 16,0 0-29-16,0-24 20 16,0 24 15-16,0-5 0 15,0 1-7-15,0-4-42 16,0 0-8-16,0-3-15 15,0-6-8-15,19 1 19 16,3 0-17-16,-10-4 1 16,4-3 8-16,-10-10 32 15,0-8-28-15,-6-6-5 16,19 7 4-16,-13 4-12 16,-6 7 5-16,0 6-10 15,0 2 10-15,0 9 6 16,0-7-11-16,-37 2 0 0,3 1 4 15,-13 12 2-15,19 0 7 16,0 4-3-16,10 0 0 16,-4 0 0-16,16 36-12 15,-7 8 2-15,7 13-21 16,6-6 13-16,0 1-24 16,0-3 16-16,25-4-9 15,31-1 17-15,9-5-11 16,-9-6 10-16,-10-5-27 15,1-9-7-15,-23-2-3 16,-8-6 26-16,-10-2 10 16,-6-5 10-16,0 11 35 15,-22 2 12-15,-36-1-1 0,-17 0-43 16,-12-4 6-16,7-8-9 16,8 8-8-16,4-8-22 15,9 16-109-15,19 0-83 16,6-4-10-16</inkml:trace>
  <inkml:trace contextRef="#ctx0" brushRef="#br0" timeOffset="158778.63">21395 7302 322 0,'0'0'146'0,"0"0"-82"0,0 0 0 0,0 0-32 15,0 0 21-15,0 0 18 16,-28 0 28-16,15 0-57 15,7 0 20-15,6 0 7 16,-6 0-17-16,6 0-3 16,0 0-36-16,0 0-13 15,0 0 11-15,46 0-16 16,29 0 10-16,43 0 0 0,24 0 4 16,17 0-2-16,2 0-7 15,-6 0 3-15,-16 0-8 16,-24 0-9-16,-22-12-14 15,-6 4-65-15,-47-3-35 16,-21-9-181-16</inkml:trace>
  <inkml:trace contextRef="#ctx0" brushRef="#br0" timeOffset="162825.57">21714 8157 93 0,'0'0'170'0,"0"0"-100"0,0 0-16 0,0 0 23 16,0 0-26-16,0 0-2 16,0 0-8-16,-12 4 9 15,12 0-2-15,0-4 1 16,0 0-9-16,0 0-32 16,0 0 19-16,0 0-17 15,0 0 37-15,0 0-16 16,0 0 8-16,0 0 5 15,-7-8-20-15,1-12 9 0,0-8-30 16,-9-13 1 0,15-14 5-16,0-14-16 0,0-3 16 15,0 0-12-15,0 3 3 16,0 5-2-16,0 17-17 16,0 19-2-16,0 11-1 15,0 17-3-15,0 0 20 16,0 0-7-16,0 0-1 15,0 8 9-15,-13 20 4 16,-27 12 0-16,-13 12-21 0,7-8-28 16,5-3-150-1,1 3 48-15,28-16-150 0</inkml:trace>
  <inkml:trace contextRef="#ctx0" brushRef="#br0" timeOffset="163541.21">22009 7639 162 0,'0'0'103'0,"0"0"-10"0,0 0 16 0,0 0-35 0,0 0-43 0,0 0 19 16,-106 85-40-16,72-41 40 16,0 4 23-16,-6 0 15 15,15 4-30-15,-3-11-35 16,9-2 4-16,10-6-13 16,9-5 8-16,0 0-19 15,0-4 3-15,0-1-6 0,34-2 0 16,0-6-5-16,0-2-18 15,0-13 12-15,-2 0-13 16,8 0 19 0,-6-24 5-16,0-16-3 0,-9-4 3 15,-10 3-7-15,-15 5-13 16,0 16 17-16,0 12 3 16,0 8 0-16,-6 0 12 15,-40 0-2-15,-10 36-3 16,3 0-2-16,13 0-10 15,12-3 4-15,28-18-36 16,0-2-105-16,0-13-111 16</inkml:trace>
  <inkml:trace contextRef="#ctx0" brushRef="#br0" timeOffset="166856.49">22452 6231 381 0,'0'0'98'0,"0"0"-35"0,0 0-16 0,0 0-42 15,0 0 8-15,0 0-8 0,0 0 7 16,-22 0 2-16,22 0 27 16,0 0-5-16,0 0 6 15,0 0-16-15,0 0-6 16,0 0 14-16,0 0-23 15,0 0 20-15,0 0-17 16,0 0 23-16,0 0-17 16,0 0 0-16,0 0-20 15,0 0 11-15,0 0-11 16,0 0 1-16,0 0 4 16,0 0-4-16,0 0-2 15,0 0 2-15,0 0 7 16,22 0-6-16,-3-3 8 15,-7-1-2-15,-3 4-8 16,-9 0 0-16,19-4 4 0,-13 0-9 16,16-1-16-16,3 2 18 15,3-5-30-15,-10 3-6 16,-12 5-45-16,-6-3-92 16,0 3-68-16</inkml:trace>
  <inkml:trace contextRef="#ctx0" brushRef="#br0" timeOffset="167388.44">22517 5975 525 0,'0'0'109'0,"0"0"-23"0,0 0-17 0,0 0-51 16,0 0-4-16,0 0-11 15,0 0 10-15,0 0 1 0,0 0 49 16,0 0-19-16,0 0-19 16,0 0-25-16,0 0-19 15,0 0-41-15,0 0-166 16,0 0-256-16</inkml:trace>
  <inkml:trace contextRef="#ctx0" brushRef="#br0" timeOffset="167889.72">22585 6364 433 0,'0'0'128'0,"0"0"-100"0,0 0 39 0,0 0-48 16,0 0-19-16,0 0 0 16,0 0 28-16,0 0-6 15,0 0 13-15,0 0-35 0,0 0-24 16,0 0-40-1,0 0-92-15</inkml:trace>
  <inkml:trace contextRef="#ctx0" brushRef="#br0" timeOffset="168270.42">22585 6364 423 0</inkml:trace>
  <inkml:trace contextRef="#ctx0" brushRef="#br0" timeOffset="168686.47">22585 6364 423 0,'245'-117'68'0,"-251"117"-16"0,6 0-19 0,0 0 36 15,0 0-47-15,0 0 29 16,0-3 39-16,0-17-74 16,0-9-12-16,0 1-1 15,28 0 1-15,0 0 7 16,3-8-16-16,-3 4 5 15,-10 4-5-15,-8 0 4 16,-4 4-1-16,0 4-8 16,-6 8 10-16,0 12-8 0,0 0 17 15,0 0-19 1,0 0-6-16,0 0 8 0,0 0-1 16,0 0 8-16,0 8 1 15,0 7-7-15,0 2 3 16,0-1-4-16,0 4 0 15,0-7 0-15,13 10 1 16,33-7-2-16,10 0-6 16,-3 4 6-16,-7 0 4 15,-6 1-7-15,1-5-36 16,-29-1 27-16,1-7-18 16,-13-3 36-16,0-1 3 15,0 0 42-15,0 8 22 16,-41-1-8-16,1 2-34 15,-13-1 5-15,19-1-16 0,3-2-8 16,-3 3-6-16,0 4-50 16,-13-4-113-16,-5 3-346 15</inkml:trace>
  <inkml:trace contextRef="#ctx0" brushRef="#br0" timeOffset="169886.3">22269 8265 296 0,'0'0'165'0,"0"0"-60"0,0 0-10 0,0 0-41 0,22-8 23 16,-10 8-37-16,10 0 16 16,3-4-26-1,9 0 35-15,-6-3-46 0,12 2-1 16,-21-3-18-16,-7 4-13 16,-3 4-10-16,-9 0-35 15,0 0-7-15,0 0-122 16,0-8-48-16</inkml:trace>
  <inkml:trace contextRef="#ctx0" brushRef="#br0" timeOffset="170101.86">22430 7972 224 0,'0'0'667'0,"0"0"-621"16,0 0-8-16,0 0-23 15,0 0-15-15,0 0-20 16,0 0-15-16,0 0-134 16,0 8-110-16</inkml:trace>
  <inkml:trace contextRef="#ctx0" brushRef="#br0" timeOffset="170436.45">22250 8622 576 0,'0'0'87'15,"0"0"-15"-15,0 0-55 16,0 0-11-16,0 0 12 15,0 0-4-15,0-72-14 16,7 60-1-16,5-1-65 16,10-2-24-16,-10 2-124 15</inkml:trace>
  <inkml:trace contextRef="#ctx0" brushRef="#br0" timeOffset="171002.38">22672 8317 549 0,'0'0'23'0,"0"0"-22"16,0 0 5-16,0 0-2 15,0 0-3-15,0 0 0 0,239-152 11 16,-199 119 0-16,-12 5 27 16,-15-8 11-16,2 0 26 15,-15 0-36-15,0-3-23 16,0 6-16-16,0 5-2 15,0 17 6-15,0 11-13 16,-28 0 2-16,6 0 6 16,-2 0 23-16,2 11-2 15,-3 29-10-15,-3-8-8 16,22 1-6-16,6-5-2 16,0-5-10-16,0 6-19 15,0-1 28-15,6 0-4 16,28 0 3-16,7 4-4 15,-1 0 3-15,-21-4 4 0,15 0-8 16,-28-4 6-16,0-4 9 16,-6-12-3-16,0 0 4 15,0 0 40-15,0 0-29 16,-31 9-15-16,-37-1-27 16,-13-9-21-16,22-2 6 15,-9-5-34-15,34 0-32 16,-13 0-243-16</inkml:trace>
  <inkml:trace contextRef="#ctx0" brushRef="#br0" timeOffset="171618.17">23199 7418 603 0,'0'0'150'0,"0"0"-59"0,0 0-30 0,0 0-59 0,0 0 11 15,0 0-8-15,59-15 23 16,-31 7-25-16,12 8 19 16,-12-5-21-16,-3 5-1 15,3 0-7-15,-22 0-27 16,22 0 14-16,-15 0-38 16,-7 0-10-16,0 0-54 15,-6 0-7-15,0 0-192 16</inkml:trace>
  <inkml:trace contextRef="#ctx0" brushRef="#br0" timeOffset="171867.42">23199 7418 381 0,'115'-244'502'16,"-115"244"-450"-16,0 0 14 16,0 0-32-16,19 0-27 15,9 0-3-15,-4 0 5 0,10 0-18 16,1 0-18 0,-1-3-8-16,-16-5-21 0,10 8-83 15,-15 0-106-15</inkml:trace>
  <inkml:trace contextRef="#ctx0" brushRef="#br0" timeOffset="172600.41">24598 7002 207 0,'0'0'90'0,"0"0"-56"0,0 0 87 0,0 0-48 16,0 0 33-16,0 0-25 15,-16-21 33-15,16-2-49 16,0-10-17-16,0-14 12 16,0-2-35-16,0-7-4 15,0 0-18-15,0 12 6 16,0 11-1-16,16 14-13 15,-16 19 12-15,0 0-12 16,0 0 5-16,0 0-11 0,0 0 2 16,0 0 9-1,0 0-1-15,0 0-53 0,0 4-4 16,-28 24-113 0,-13 12-35-16,14 1-85 0</inkml:trace>
  <inkml:trace contextRef="#ctx0" brushRef="#br0" timeOffset="173200.26">24123 7323 352 0,'0'0'156'0,"0"0"-30"0,0 0-11 0,0 0-40 16,0 0-16-16,0 0-26 15,100 0 40-15,-20 0-22 16,7 0 6-16,0 0-20 15,-7 0-35-15,-8 0-2 0,2 0 0 16,-15 0-4-16,3 0-48 16,-15-5-3-16,-7 2-66 15,-12-5-107-15,-22 3-129 16</inkml:trace>
  <inkml:trace contextRef="#ctx0" brushRef="#br0" timeOffset="173866.59">24362 7724 532 0,'0'0'101'0,"0"0"-56"0,0 0-42 16,0 0 30-16,0 0 6 15,0 0 5-15,99 0-26 16,-99 0 23-16,0 0 28 16,0 12-1-16,0 8-15 0,0 12-42 15,-25 12 10-15,-15 9-19 16,-13-2-4-16,26-7 3 16,-8-3-2-16,17-10 0 15,18-2-5-15,0-9 3 16,0-4-24-16,0-9 12 15,25-7-29-15,21 0 42 16,16 0 4-16,-3 0 27 16,9-15-20-16,-9-1 2 15,-6 4-2-15,9-1-9 16,-16 5-5-16,-11 5-43 16,-11-2-4-16,-24 2-170 15,0 3-236-15</inkml:trace>
  <inkml:trace contextRef="#ctx0" brushRef="#br0" timeOffset="176663.44">22009 3909 149 0,'0'0'83'0,"0"0"13"0,0 0-32 0,0 0-18 15,0 0-2-15,0 0 16 16,-7 0-46-16,-5 0 7 15,12 0-4-15,0 0 37 16,-6 5-23-16,6-5 11 16,0 0 9-16,-6 0-8 15,6 0-7-15,0 0-19 16,0 0 3-16,0 0-13 16,0 0 2-16,0 0-1 15,0 0-5-15,0 0-2 16,0 0 5-16,0 0 2 15,0 0-5-15,0 0 3 16,0 0-2-16,0 0 29 0,0 0-28 16,0-16-10-16,0 4 3 15,0-1 0-15,12-7-9 16,13 1 5-16,3-6 2 16,0 2 0-16,-4-1-2 15,11 4 12-15,-14 7-16 16,-2 5 8-16,15 4 0 15,-15 0-8-15,2-8 4 16,-2-4-2-16,15-1-15 16,-6 6-4-16,-9 3-9 15,-7 8 31-15,-12 0 2 0,15 0-5 16,-2 0 1-16,-1 0 0 16,4 0 7-16,15 0-11 15,-10 0-4-15,7 0-30 16,-9 0 33-16,0 0-7 15,-4 0 16-15,-3 0 3 16,1 0-5-16,-13 0 8 16,15 0-4-16,-2 4 1 15,-13 8 0-15,18-4-1 16,-2 0 9-16,-4-4-12 16,-6 0 9-16,-6-4-10 15,16 4 10-15,-10-4-5 16,-6 5 1-16,0-2 10 0,19 2-2 15,-7 6-4 1,-3 1 3-16,4 1-2 0,-13-2-9 16,0 1 10-16,0 1 7 15,0-2-6-15,0 1 19 16,0 1-23-16,6-5-1 16,6 4-1-16,4-4 8 15,-4-5-20-15,-5 5-24 16,-1-3 0-16,-6-1-30 15,0-1-30-15,0-3-8 16,0 0 18-16,0 0-71 16</inkml:trace>
  <inkml:trace contextRef="#ctx0" brushRef="#br0" timeOffset="177480.42">22666 3865 296 0,'0'0'102'0,"0"0"-35"0,0 0-57 0,0 0-4 15,0 0-3-15,0 0 11 16,0 0-9-16,0 0 37 0,0 0-12 16,0 0 27-1,0 0-29-15,0 8 4 16,0 0-17-16,0-3 0 0,0 7 0 15,6-1-13-15,19 5 21 16,3 4-17-16,6-3 27 16,6 7-32-16,-9-12 12 15,-3 0-13-15,0-8-20 16,-22-4-14-16,1 0 34 16,-1 0 11-16,-6-20-1 15,0-12-3-15,0-5 3 16,0 10 18-16,0 10-9 15,0 1 25-15,0 13-20 16,0 3 9-16,0-4-23 16,0 4-10-16,0 0 0 15,0 0-12-15,0 0 7 0,0 0-25 16,0 0-12-16,0 0-32 16,0 0-73-16,0-5-319 15</inkml:trace>
  <inkml:trace contextRef="#ctx0" brushRef="#br0" timeOffset="178846.54">22015 2948 194 0,'0'0'159'0,"0"0"-96"0,0 0-18 0,0 0-28 0,0 0 8 16,0 0 3-16,22-9 17 15,-22 9 10-15,0 0-3 16,0 0-12-16,0 0-21 15,0 0-7-15,0 0-2 16,0 0-9-16,0 0 11 16,0 0 28-16,0 0 4 15,0 0-6-15,0 4-3 16,0 12-16-16,0 0 6 16,-7 1-19-16,-14 11-2 15,2-9 4-15,-3 1-12 16,-2-4 13-16,-11 4-3 0,1 0 12 15,0 1-16 1,9 2 3-16,-3-7 8 0,16-3-26 16,12-9 6-16,0-4-12 15,0 0-42-15,0 0 4 16,0 0-97-16,0 0 19 16,0-17-104-16</inkml:trace>
  <inkml:trace contextRef="#ctx0" brushRef="#br0" timeOffset="179279.33">21850 3023 363 0,'0'0'98'0,"0"0"-32"0,0 0 5 16,0 0-38-16,0 0 26 0,0 0-15 15,78 44 32-15,-44-24-33 16,-12-4 3-16,3 9-20 16,-4-5-26-16,-8 4 3 15,8-8 3-15,-14-1-12 16,5-6-14-16,-6-5-23 15,0-4-95-15,16 0-40 16,-22 0-251-16</inkml:trace>
  <inkml:trace contextRef="#ctx0" brushRef="#br0" timeOffset="180130.69">22356 2975 211 0,'0'0'61'0,"0"0"-20"0,0 0-32 0,0 0 26 0,0 0 37 16,0 0 4-16,0 0-18 15,0 0-14-15,0 0 43 0,0 0 8 16,0 0-18 0,0-12-54-16,0-3 0 0,0-6-23 15,0-11 7-15,0-8-3 16,0-8-4-16,0 0 0 16,22 8-3-16,-10 3-3 15,-6 18 12-15,0 2-17 16,4 1 9-16,-10 5-6 15,18 2 6-15,-18-2-4 16,13-2-19-16,-13 13 16 0,0 0 8 16,0 0-36-1,0 13 21-15,-13 18 16 0,-27 13-11 16,-6 4 11-16,-1-11-10 16,19-9-35-16,16-13-32 15,5-10-24-15,7-2-87 16</inkml:trace>
  <inkml:trace contextRef="#ctx0" brushRef="#br0" timeOffset="180876.31">22344 3188 242 0,'0'0'100'0,"0"0"-42"0,0 0-3 0,0 0-6 0,0 0-10 15,0 0 11-15,-7 20-9 16,7-20 1-16,0 0 19 16,0 0 10-16,0 0-23 15,0 0-41-15,0 0-2 16,0 0 5-16,7-20-3 15,27-16 9-15,12-8 11 16,7-5-12-16,0-7-4 16,2 9-5-16,-2 6 0 15,-19 8-12-15,6 14-10 16,-27 2 6-16,-7 6-55 0,16 7-4 16,-22 4-49-16,6 0-16 15,-6 0-34-15,0 0-114 16</inkml:trace>
  <inkml:trace contextRef="#ctx0" brushRef="#br0" timeOffset="181742.5">22585 3067 25 0,'0'0'163'0,"0"0"-120"0,0 0 20 0,0 0-25 16,0 0-31-16,0 0-2 15,0 5 22-15,0-5 33 16,0 0 3-16,0 0 2 16,0 0-14-16,13 0 11 15,5 0-31-15,10 0 0 16,-22 0-27-16,16 0-8 15,-16 0 9-15,-6 0-10 16,0 0-19-16,0 0 24 0,0 15 20 16,0 18 10-1,-6 3-4-15,-16 3-18 0,4 2-2 16,2-8 4-16,10-14-14 16,6 9 13-16,0-12 28 15,0-4-12-15,0-7 11 16,0-2-31-16,0-3-5 15,0 0-5-15,6 0 5 16,28 0 10-16,-6 0-5 16,13-8 5-16,-7-12-10 15,-9 4-1-15,-4 8-11 16,-2-4-68-16,-13-1-89 16,-6 10-163-16</inkml:trace>
  <inkml:trace contextRef="#ctx0" brushRef="#br0" timeOffset="-211613.85">26502 4856 20 0,'0'0'69'0,"0"0"21"0,0 0-52 0,0 0-15 15,0 0-4-15,0 0 37 16,0 0-5-16,0 0-19 15,0 0-1-15,6 0-9 16,-6 0 31-16,0 0-9 16,0 0 14-16,0 0-8 15,0 0 7-15,0 0-16 16,0 0-7-16,0 0-28 16,0 0-3-16,0 0-3 15,0 0 0-15,0 4 3 16,0 4 2-16,0 1 18 0,0-6-17 15,0 2 9-15,0-5-14 16,0 0 7 0,0 0-7-16,0 3 2 0,0 1-3 15,0 0 0-15,0 0-3 16,0 1 7-16,0-5-8 16,0 0 10-16,0 0-8 15,0 0 2-15,0 0-1 16,0 0-9-16,0 0 10 15,0 0 31-15,0 0-30 16,0-13 24-16,0-2-21 16,0-2 19-16,0-2-13 15,0-11-10-15,0-6-1 16,0-3 1-16,21-17-1 16,4-16-8-16,-9 7 9 0,-4-11-13 15,1 12 13-15,-13 20-15 16,0 8 8-16,0 8 10 15,0 15-6-15,0 5 2 16,0 8-17-16,0 0 13 16,0 0-25-16,0 0 29 15,0 13-36-15,-25 7 24 16,9 8-17-16,-2 0 11 16,-10 0 2-16,22 4-15 15,-7-4-13-15,-2 0-50 16,2-4-116-16</inkml:trace>
  <inkml:trace contextRef="#ctx0" brushRef="#br0" timeOffset="-210918.43">27016 4832 495 0,'0'0'66'0,"0"0"36"15,0 0-23-15,0 0-36 0,0 241-36 16,0-205-5-16,0-4 5 16,0-8-7-16,0-12 0 15,0 0-43-15,-6-12-69 16,-16 0-151-16</inkml:trace>
  <inkml:trace contextRef="#ctx0" brushRef="#br0" timeOffset="-207804.27">27732 4439 154 0,'0'0'195'0,"0"0"-144"0,0 0 12 0,0 0-52 15,0 0-6-15,0 0-2 16,0 0 46-16,0 12-36 16,0-12 21-16,0 0 9 15,0 5 6-15,0-5-33 16,0 3-10-16,0 1 0 16,0 0 3-16,-9 0 19 0,3 4-4 15,0-3 31-15,0 3-26 16,-1-5-6-16,1-3-15 15,6 0-1-15,0 0 20 16,0 0-1-16,0 0 8 16,0-8-23-16,0-31 16 15,0-10-22-15,0-19 8 16,6-4-10-16,28-5-6 16,-15 1 1-16,9 12-15 15,-22 16-7-15,-6 16-4 16,0 12 25-16,0 8 6 15,0 12 8-15,0 0-5 16,-6 0 5-16,-28 15-11 0,-13 38-3 16,1 7-11-16,-1 4-33 15,1-4-136-15,6-12-67 16</inkml:trace>
  <inkml:trace contextRef="#ctx0" brushRef="#br0" timeOffset="-207171.8">27677 4780 206 0,'0'0'104'0,"0"0"-47"0,0 0-5 0,0 0-21 16,0 0 17-16,0 0-18 15,-59 28 18-15,53-28 17 0,-1 0 20 16,7 0 16 0,0 0-65-16,0-28-9 0,41-32-24 15,18-8 8 1,9-12-6-16,3 3 13 0,-3 9-11 15,-3 12 2-15,4 0-9 16,-4 4-3-16,3-1-25 16,-15 14-47-16,-7 14-57 15,-36 17-23-15,-10 8-17 16,0 0-65-16</inkml:trace>
  <inkml:trace contextRef="#ctx0" brushRef="#br0" timeOffset="-206571.54">27860 4720 67 0,'0'0'312'0,"0"0"-252"0,0 0-16 0,0 0-32 16,0 0-9-16,0 0-3 15,117 0 6-15,-101 0-12 16,3 12 12-16,-19 24 18 15,0 7-4-15,0 14 34 0,-47-4-24 16,1-2 21-16,18-7-29 16,3-8-6-16,9 0 24 15,10-3-12-15,6-13 6 16,0-8-27-16,0-8-11 16,28-4 14-16,19 0 14 15,21 0-12-15,3-12-6 16,-9-16-6-16,-15 4-2 15,-23-1-3-15,4 9-56 16,-22 9 2-16,-6 3-45 16,0 4 13-16,0 0-65 15</inkml:trace>
  <inkml:trace contextRef="#ctx0" brushRef="#br0" timeOffset="-205157.04">28560 5029 20 0,'0'0'223'0,"0"0"-127"0,0 0 33 0,0 0-101 0,0 0 3 16,0 0-19-16,-12-25 47 15,12 22-17-15,0 3 3 16,0 0 6-16,0 0-27 16,0 0 7-16,0 0-21 15,0 0-14-15,0 0 8 16,0 0 20-16,0 0-1 16,0 0-8-16,0 0-15 15,0 0 9-15,0-5-14 16,0 5 21-16,0 0-10 15,12 0 3-15,-5 20 21 16,-7 9-11-16,0 7 21 16,0 0-32-16,0-4-4 0,0-4-4 15,0 1-30-15,-7-6-11 16,-14 1-99-16,-4-4-86 16</inkml:trace>
  <inkml:trace contextRef="#ctx0" brushRef="#br0" timeOffset="-195229.07">28198 3565 146 0,'0'0'92'0,"0"0"-9"0,0 0-14 0,0 0 17 16,0 0-53-16,0 0 12 16,0 0-43-16,0 0 5 15,0 0-5-15,0 0 13 16,0 0 16-16,0 0 15 16,0 0 4-16,0 0-13 0,0 0 16 15,0 0-39 1,0 0-9-16,0 0 3 0,0 0-5 15,0 0 20-15,0 0 7 16,-7 0 3-16,7 0-14 16,0 0 9-16,0 0-22 15,0 0 6-15,0 0-3 16,0 0-7-16,0 0 0 16,0 0-2-16,0 0 19 15,0-8-17-15,0 0 6 16,0-4 1-16,0-9-12 15,28-2 10-15,13-2-12 0,-1 1 8 16,6-4-3-16,7 0 5 16,0-4-5-16,15-4-3 15,6 0 3-15,-2-4-5 16,8 16 14-16,1 4-16 16,-13 12 12-16,-9 8-10 15,-19 0 5-15,-5 0-7 16,5 0 4-16,-6 11 6 15,-3 2-6-15,-3-5 0 16,12 0-7-16,-6-1 17 16,19 6-14-16,-6-5-6 15,-1 4 12-15,-6 4-2 0,-6 1 3 16,-15-2-2 0,-19 1-16-16,16-3 17 0,-16-10-17 15,0 1 10-15,0-4-41 16,0 4-32-16,0-4-70 15,-22 0-169-15</inkml:trace>
  <inkml:trace contextRef="#ctx0" brushRef="#br0" timeOffset="-194549.4">29308 3413 32 0,'0'0'229'0,"0"0"-213"0,0 0 0 0,0 0 52 0,0 0 23 16,0 0 18-16,46-21-24 16,-37 21 21-16,-2 0-27 15,-7 0-51-15,24 0 7 16,4 0-20-16,0 0 2 0,-3 0-6 15,15 0-10-15,-6 13-1 16,1-5-2-16,-17 0-10 16,4 0 7-1,-16-5 4-15,-6-3-4 0,6 0 1 16,-6 0 7-16,0 0-14 16,7 0 22-16,-1-19-22 15,15-9 9-15,-2-1 2 16,9 5-1-16,-9-3-3 15,8 6 0-15,-8 6 8 16,-3 2-8-16,-16 13-3 16,0 0-18-16,0 0-66 15,0 19-14-15,-28 14 7 0,-25 0-198 16</inkml:trace>
  <inkml:trace contextRef="#ctx0" brushRef="#br0" timeOffset="-193749.43">28334 2839 18 0,'0'0'476'0,"0"0"-394"0,0 0-10 0,0 0-49 0,0 0-2 15,0 0 32-15,0 0 25 16,158-76-32-16,-118 48 5 15,-5-5 8-15,5-6-33 16,-6 6-8-16,0 5-11 16,3 12-14-16,-9 4-4 15,-6 1-11-15,3-2 2 16,-4-3 4-16,-8 4-2 0,5 0-28 16,-18 4 10-16,0 4-87 15,0 4 1-15,0 0-147 16</inkml:trace>
  <inkml:trace contextRef="#ctx0" brushRef="#br0" timeOffset="-193433.47">28433 2498 142 0,'0'0'280'0,"0"0"-147"0,0 0-13 16,0 0-2-16,0 0-59 15,0 0 5-15,115 184-37 16,-90-156-23-16,9-8-4 15,-16-7-9-15,4-5 6 16,-9-8-32-16,2 0-22 16,-9 0-145-16,7 0-72 15</inkml:trace>
  <inkml:trace contextRef="#ctx0" brushRef="#br0" timeOffset="-191201.45">24489 6311 97 0,'0'0'191'0,"0"0"-146"0,0 0 47 16,0 0 2-16,0 0-33 15,0 0 4-15,-34 0-32 0,28 0 10 16,0 0 28 0,-13 0-19-16,4 0-17 15,2 0-35-15,-9 0 47 0,4 0-44 16,-4 0 9-16,-3 0-6 15,4 13-6-15,-4 4 0 16,-3 2 0-16,9 6-1 16,-9-2 6-16,10 1-3 15,-10 4 2-15,-6-3 3 16,9 6-7-16,-9 2 12 16,12 6-11-16,-3-6-2 15,-3 14 1-15,-6-2 0 16,-12 7-6-16,12 5 13 15,3-6-13-15,-10 1 16 0,26-11-20 16,3-5 14 0,5 4-8-16,1-4 4 0,-9-4-7 15,15 8 4-15,0 0 6 16,0-3-13-16,0 15 20 16,0-8-20-16,-7 4 16 15,-5 8-9-15,6 4 4 16,-7 4-1-16,-8 8 0 15,2-3 2-15,19-5-6 16,-9 0 12-16,9-12-18 16,0 4 17-16,0-8-15 15,0-3 5-15,0-9 3 16,0 0 0-16,0-12 0 0,0-4-3 16,0-8-3-1,0-4-1-15,21 0-36 0,-2 3 40 16,9 2 6-16,-9 11-3 15,15 0 0-15,-13 0-7 16,20 0 1-16,-10-3-2 16,3-5-6-16,-12-9-35 15,9 1 36-15,-4-3 9 16,14 3-5-16,-7-5 12 16,12 5-3-16,1-4 0 15,-1 1 2-15,1-2-7 16,-1-3 14-16,-11 0-19 0,5 0 20 15,0 0-20-15,0-8 12 16,13-20-6-16,0-3 7 16,9-5-3-16,-3-1 7 15,15-3-4-15,1 0 3 16,-16 4 4-16,-1 0 17 16,-11 7-24-16,9 1 4 15,-10 0-2-15,1-3-5 16,-7-10 0-16,13-6 2 15,0 2 1-15,-13-4 1 16,-6-10 31-16,12-9-29 16,-5 4 8-16,-1-5-13 15,-6 9 8-15,7 12-9 16,-17 4 13-16,-2 4-9 16,-10-1-1-16,23-3 11 0,-17 5-11 15,-12-5 2-15,16-1 2 16,-10 5-7-16,-5-8 2 15,2-4-4-15,3-4-1 16,-5-1 3-16,-7 1-2 16,0 8 4-16,0 0-7 15,0 3 10-15,0-2 1 16,-35 7-6-16,1-4-4 16,10 11 4-16,-11 1 0 15,8 1-1-15,2-2 3 0,-9 2-8 16,-1 14 17-1,-5-2-26-15,-6 2 14 0,-7 1-12 16,0-4 12-16,-21 4-3 16,6-4-1-16,3-1 2 15,-10 6 1-15,10-6 4 16,-9 14-5-16,5 3 12 16,-2 4-18-16,-10 0 4 15,7 0 3-15,0 27-19 16,-4 6-29-16,22 3 10 15,-3 4 23-15,7 0-26 16,-4-8-32-16,9-8 2 16,1-11-84-16</inkml:trace>
  <inkml:trace contextRef="#ctx0" brushRef="#br0" timeOffset="-189969.08">29075 2530 243 0,'0'0'155'0,"0"0"-95"0,0 0 11 0,0 0 31 16,0 0-10-16,0 0 26 16,0 0-68-16,-28 0-3 15,28-8-26-15,0-16-2 16,0-4 5-16,0-12-1 15,0-1-8-15,0 2-11 16,6-2-4-16,-6 13 13 16,0 0-25-16,0 4 13 15,0 8-2-15,0 4-12 16,0 9 1-16,0 3 2 16,0 0-9-16,0 0 15 0,0 19-22 15,0 13 23-15,-24 12-55 16,2-3-19-16,-3 6-108 15,-3-14-75-15</inkml:trace>
  <inkml:trace contextRef="#ctx0" brushRef="#br0" timeOffset="-189554.01">29081 2743 372 0,'0'0'119'0,"0"0"-7"0,0 0-31 0,0 0-26 0,0 0-16 16,0 0 5-16,127-80 4 15,-80 44-32-15,6-5 17 16,-13 13-33-16,-6 4 0 15,-12 12-5-15,-10 9-4 16,-12 3-50-16,0 0-51 16,0 0-4-16,0 0-98 15,0 3-188-15</inkml:trace>
  <inkml:trace contextRef="#ctx0" brushRef="#br0" timeOffset="-189169.85">29081 2743 317 0,'214'-85'98'15,"-214"85"-6"-15,0 0-13 16,0 0-72-16,0 0-7 15,0 0 0-15,0 0 25 16,0 0 32-16,13 0-18 16,-4 5-18-16,-9 11-15 15,0 7-6-15,0 10 1 16,-28 11 16-16,-12-4-11 16,-1 4-6-16,-5-8 12 15,40-8 2-15,6-12 40 0,0-3-47 16,0-10-7-16,6-3-2 15,47 0 1-15,-1 0 2 16,4-20 3-16,-9-4-4 16,-1 8-43-16,-21 8-50 15,3 8-9-15,-22 0-19 16,-6 0-180-16</inkml:trace>
  <inkml:trace contextRef="#ctx0" brushRef="#br0" timeOffset="-186772.09">29469 4608 345 0,'0'0'58'0,"0"0"1"0,0 0-45 16,0 0-7-16,0 0-6 16,0 0 38-16,0 0 56 0,0 0 26 15,0 0 6 1,-6 0-99-16,6-5 5 0,0-6-32 15,0-6 4-15,0-7-3 16,0-7-2-16,0-10 4 16,0-3 2-16,0-9 16 15,12 2-17-15,22-1 24 16,-6-9-23-16,-3 1-6 16,9 1-12-16,6 6-2 15,-12 9-16-15,-9 16-3 0,-7 12 0 16,-12 8-10-1,0 8 36-15,0 0 12 0,-31 32-11 16,-31 8 12-16,-12 12-2 16,2 1 3-16,4-9 0 15,16-5-7-15,17-6-16 16,17 3-36-16,2-5-98 16,16 2-16-16,0-9-196 15</inkml:trace>
  <inkml:trace contextRef="#ctx0" brushRef="#br0" timeOffset="-184208.28">29277 5049 193 0,'0'0'175'0,"0"0"-104"0,0 0-3 16,0 0-32-16,0 0-2 0,0 0 5 16,0 0-9-16,0 0 8 15,0 0-15-15,0 0 9 16,0 0 7-16,0 0 14 15,0 0-26-15,0 0 14 16,12-12-35-16,22-21 14 16,13-3-20-16,12-8 4 15,9-8 1-15,3-9-3 16,10 2 3-16,-1-5 4 16,-11-1-9-16,-4 1 6 15,9 0 0-15,-6 8-4 16,-3-1-2-16,10 10-11 15,-16 3-53-15,-7 12-33 16,-11 16-70-16,-26 11-62 0,-15 5-147 16</inkml:trace>
  <inkml:trace contextRef="#ctx0" brushRef="#br0" timeOffset="-183341.24">29956 4623 6 0,'0'0'342'15,"0"0"-241"-15,0 0-40 0,0 0 18 0,0 0-23 16,0 0 10-16,-65 113-27 15,43-97 32-15,3 0-24 16,-2 0-5-16,8 8-1 16,1 0-17-16,6 4-5 15,6-3-9-15,0-5-15 16,0-9 5-16,0-3-16 0,6 4-2 16,28-7 14-1,-3-2 1-15,3-3 3 0,-12 0-10 16,9 0 15-16,-10 0-10 15,-8 0-30-15,2 0 31 16,-2 0-35-16,-7 0 9 16,0-3-1-16,0-6-16 15,0 1 1-15,-6-3 5 16,10 3 28-16,-10-5-20 16,0 6 32-16,0 2 2 15,0 2 15-15,0-6 8 16,0 5 8-16,0-4-32 0,0 8 4 15,0 0-4 1,0 0 6-16,0 0 11 0,0 16 4 16,0 12 48-16,-16 1-31 15,-9 2 6-15,-9 2-9 16,0-2 8-16,9 2 9 16,-2-5-41-16,14 0-1 15,4-9-9-15,3-2-2 16,6 2-62-16,0-10 19 15,0 3-61-15,-7 0-106 16,7-12-133-16</inkml:trace>
  <inkml:trace contextRef="#ctx0" brushRef="#br0" timeOffset="-182792.09">30337 5057 529 0,'0'0'100'0,"0"0"-32"0,0 0 25 0,0 0-37 15,0 0-50-15,0 0 33 16,-6 172-14-16,-28-136-6 16,-7 5-19-16,10-10-1 15,10-10-53-15,2-21-163 16,-3 0-183-16</inkml:trace>
  <inkml:trace contextRef="#ctx0" brushRef="#br0" timeOffset="-180045.06">31106 4556 282 0,'0'0'108'0,"0"0"-68"0,0 0-40 0,0 0 0 15,0 0-27-15,0 0 27 16,6 0 12-16,-6 0 47 16,0 0 36-16,0 0-24 15,0 0-6-15,0 0-4 16,0 0 29-16,0 0-53 0,0 0-5 16,0 0-13-16,0 0-12 15,0 0 2 1,0 0-9-16,0 0 8 0,0 0-6 15,0 0 26-15,0 0-13 16,0 0 21-16,0 0-27 16,0 0 11-16,10 0-9 15,-4-25-7-15,6-11 16 16,1-11-13-16,2-10 9 16,10 1-15-16,-3-5 8 15,2-3-9-15,-2 12-4 16,-10 0-13-16,1 16 10 15,-13 16-2-15,0 8-6 0,0 12 15 16,0 0 0-16,0 0-10 16,-6 12-11-16,-35 24-7 15,1 0-109-15,-13-3-159 16</inkml:trace>
  <inkml:trace contextRef="#ctx0" brushRef="#br0" timeOffset="-179245.92">31153 4936 308 0,'0'0'13'0,"0"0"-13"0,0 0 0 16,0 0-5-16,0 0 5 0,0 0 6 15,-7 5-6-15,-5-2 4 16,0 5 14-16,2-3 17 16,4-2-11-16,-6 2 23 15,12-2 24-15,0 1-2 16,0-4-14-16,-7 5 6 16,7-5-39-16,0 0 36 15,0 0-9-15,0 0 9 0,0 0-34 16,0 0 4-1,0 0-16-15,7-12 2 0,45-21 18 16,1-3-16-16,15-11 11 16,13-14-25-16,-7-7 14 15,-2-4-10-15,-10-1-12 16,-16 13-8-16,-21 12-32 16,-10 24-18-16,-15 20-65 15,0 4-64-15,0 0-86 16</inkml:trace>
  <inkml:trace contextRef="#ctx0" brushRef="#br0" timeOffset="-178463.09">31428 5177 196 0,'0'0'11'0,"0"0"56"0,0 0-7 0,0 0-30 16,0 0 23-16,0 0 47 16,267-236-45-16,-239 208 34 15,-16-5 7-15,-5 9 8 16,-1 4-38-16,-6-8-45 15,0 8 10-15,0 0-29 16,0 4 3-16,0 12-5 16,0 4 18-16,0 0 8 15,0 0-8-15,-6 0-7 16,-13 4-7-16,-3 24-3 16,10-8 8-16,6 4-18 15,-4-4-3-15,10 16 8 16,0-3 0-16,0 3-2 15,0 0 3-15,0-5 1 0,0-2 0 16,0-9-28-16,0-12 25 16,0-4 1-16,0-4 3 15,0 0 2-15,0 8 44 16,0 0-26-16,0 20 4 16,-24 0-7-16,-10 0-9 15,15-16-5-15,-3 5 9 16,10-14-22-16,-10 5-8 15,10-4-15-15,-7-4-68 16,-9 0-127-16,0 0-230 16</inkml:trace>
  <inkml:trace contextRef="#ctx0" brushRef="#br0" timeOffset="-177329.76">32002 5217 83 0,'0'0'249'0,"0"0"-145"0,0 0-12 0,0 0-27 0,0 0-30 16,0 0 47-16,0 0 10 15,0 12 2-15,0 1-49 16,0-2-3 0,0 9-11-16,0 5 5 0,-18-6-13 15,-17 9-20-15,8-3-3 16,-8 7-12-16,4-12-23 15,10-4-75-15,8-12-131 16,13-4-219-16</inkml:trace>
  <inkml:trace contextRef="#ctx0" brushRef="#br0" timeOffset="-176413.33">32517 4639 224 0,'0'0'4'0,"0"0"10"0,0 0-12 0,0 0 37 16,0 0 69-16,0 0 42 15,6-16-41-15,0 1-47 0,4-1 32 16,-4-12-35 0,6-8 0-16,-6-8-45 0,16-9-3 15,-10-7-9-15,16 7-2 16,-9 6-1-16,3 14 0 15,-10 13-9-15,-6 12 20 16,-6 8-21-16,0 0 12 16,0 0-2-16,-46 17-112 15,-35 19-165-15,-6 8-203 16</inkml:trace>
  <inkml:trace contextRef="#ctx0" brushRef="#br0" timeOffset="-175830.27">32452 4944 355 0,'0'0'133'0,"0"0"-24"0,0 0-13 0,0 0-15 16,0 0 35-16,0 0-67 15,366-220 1-15,-280 152-36 16,1-16-1-16,0 4 8 16,-25 15-17-16,-9 20-4 15,-28 22-6-15,-4 10-1 16,-15 10-31-16,-6 3 14 15,0 0-58-15,0 0-36 16,0 8-66-16,-6 20-127 16</inkml:trace>
  <inkml:trace contextRef="#ctx0" brushRef="#br0" timeOffset="-175181.22">32517 5381 199 0,'0'0'110'0,"0"0"-20"0,0 0-7 0,0 0-28 15,0 0 1-15,0 0 5 0,0 8-10 16,0-8-4-16,0 0 59 16,0 0-46-16,0-11-2 15,0-30-53-15,12 2 4 16,29-6 6-16,-1 1-2 16,-6 0-12-16,-12 4 12 15,-4 8-25-15,-18 20 22 16,0-1-16-16,0 10 8 0,0-2-4 15,0 2-8 1,0-2-11-16,0 5-16 0,0 0-41 16,-34 0-57-16,0 8-91 15</inkml:trace>
  <inkml:trace contextRef="#ctx0" brushRef="#br0" timeOffset="-174666.08">32880 5113 463 0,'0'0'67'0,"0"0"13"0,0 0-29 16,0 0-45-16,0 0-6 16,0 0 0-16,-115 64-12 15,109-35 23-15,-1-14-13 16,7 6 4-16,0-10 22 15,0 9-14-15,0-20-10 0,0 0-7 16,0 0 7-16,31 0 10 16,10 0-10-16,-1 0 28 15,0-8-13-15,-5-4 20 16,-8 1-11-16,-8-2 8 16,-7 1-4-16,-12-4 0 15,0 4-9-15,0 12-1 16,0 0-9-16,-6 0-4 15,-46 12 6-15,-17 21-6 16,4 14-5-16,-3-11 4 16,21 5 1-16,23-10-5 15,24-11-10-15,0-12-74 16,0-8-187-16,37 0-295 0</inkml:trace>
  <inkml:trace contextRef="#ctx0" brushRef="#br0" timeOffset="-173583.48">32880 5113 335 0,'0'0'19'0,"0"0"-19"0,0 0-10 0,0 0 8 15,0 0 2-15,0 0 60 16,0 0 2-16,0 8 31 0,0-8-29 16,0 0 0-16,0 0-49 15,0 0-14-15,0 0-1 16,0 0-2-16,0 0-4 15,12-4 12-15,7-9 5 16,2-3-10-16,4 1-2 16,-9 7 5-16,-4 0-7 15,-12 3 5-15,0 5-2 16,0 0 7-16,0 0 0 16,0 0-1-16,0 0-2 15,0 0 26-15,0 0-5 16,0-3-7-16,6-5-10 0,0-4-12 15,1 4 4 1,2 0-25-16,-9 8 14 0,0 0 11 16,0 0-11-16,0 0 16 15,0 0-11-15,0 0 12 16,0 0 0-16,0 0-3 16,0 0-4-16,0 0 2 15,0 0 10-15,0 0 18 16,0 0-19-16,0 0-10 15,0 3-38-15,0 5-19 16,0-3-81-16,0-5-240 16</inkml:trace>
  <inkml:trace contextRef="#ctx0" brushRef="#br0" timeOffset="-172115.93">33140 5306 320 0,'0'0'174'0,"0"0"-110"0,0 0-9 0,0 0-2 0,0 0 1 16,0 0 24-16,6 0-11 16,-6 0-8-16,0 11-23 15,0 1 36-15,0 9-49 16,0 10 1-16,0 5-22 16,-46 0 2-16,12 9-4 15,-19 3-48-15,-3 0-36 16,3-12-138-16,7-20-197 15</inkml:trace>
  <inkml:trace contextRef="#ctx0" brushRef="#br0" timeOffset="-171451.26">31602 6734 648 0,'0'0'205'0,"0"0"-115"0,0 0 11 16,0 0-53-16,0 0-15 16,0 0-5-16,0 0-27 15,0 0 5-15,0 0 2 16,0 0-12-16,0 0 4 0,0 0-8 15,0 0-48 1,0 0-79-16,0-9-226 0</inkml:trace>
  <inkml:trace contextRef="#ctx0" brushRef="#br0" timeOffset="-171230.1">31602 6734 505 0</inkml:trace>
  <inkml:trace contextRef="#ctx0" brushRef="#br0" timeOffset="-171102.41">31602 6734 505 0,'428'-5'215'0,"-428"5"-169"15,0 0 47-15,0 0 42 16,0 0-89-16,0 0-21 16,0 0-24-16,6 0-2 15,-6 0-20-15,0 0-51 16,6 0-98-16,-6 0-84 15</inkml:trace>
  <inkml:trace contextRef="#ctx0" brushRef="#br0" timeOffset="-170519.11">32576 6801 456 0,'0'0'287'0,"0"0"-135"0,0 0-97 0,0 0-55 15,0 0-16-15,0 0-57 16,0 0-81-16,0 0-39 16,0 5 63-16,0-5 117 0,0 3-60 15</inkml:trace>
  <inkml:trace contextRef="#ctx0" brushRef="#br0" timeOffset="-169986.31">33146 6870 429 0,'0'0'220'0,"0"0"-131"0,0 0 36 0,0 0-48 15,0 0-49-15,0 0 6 16,-21 0-16-16,21 0-15 16,0 0-3-16,0 0-1 15,0 0-5-15,-13 0-62 16,-21 0-119-16,-12 0-330 0</inkml:trace>
  <inkml:trace contextRef="#ctx0" brushRef="#br0" timeOffset="-169169.92">31887 6773 697 0,'0'0'114'0,"0"0"-77"0,0 0-18 0,0 0-19 0,0 0-16 16,0 0 16-16,0 8 1 16,0-8 13-16,0 0-4 15,0 0 42-15,0 0-45 16,0 0-7-16,0 0-7 0,0 0-17 15,0 0-17-15,0 0 22 16,0 4 0-16,0-4 19 16,0 4 6-16,0-4-6 15,0 0-5-15,0 0-146 16,0 0-343-16</inkml:trace>
  <inkml:trace contextRef="#ctx0" brushRef="#br0" timeOffset="-168205.23">33425 6332 45 0,'0'0'163'0,"0"0"-112"0,0 0-34 0,0 0-11 16,0 0 39-16,0 0-8 0,0-8 38 15,0 4 22-15,0 4-24 16,0 0-1-16,0 0-53 16,0 0 3-16,0 0-11 15,0 0 13-15,0 0-9 16,0 0 37-16,0 0-14 16,0 0 0-16,0 0-4 15,0 0-6-15,0 0 28 16,0 0-20-16,0 0-7 15,0 0-29-15,0 0 26 16,16 0-24-16,15 16 13 16,9 16-4-16,7 8-4 15,-1 4-7-15,-6 8 2 0,-12 1-5 16,-15-1 6-16,-13 4-4 16,0 8 6-1,0 4 15-15,0 5-17 0,-31-9 4 16,-3 4-7-16,-19-4-27 15,-3 0-37-15,10 0-53 16,-7 0-75-16,19-4-125 16</inkml:trace>
  <inkml:trace contextRef="#ctx0" brushRef="#br0" timeOffset="-122563.6">32489 7025 68 0,'0'0'0'0,"0"0"-64"0</inkml:trace>
  <inkml:trace contextRef="#ctx0" brushRef="#br0" timeOffset="-96798.08">6443 7251 215 0,'0'0'234'0,"0"0"-191"0,0 0 16 0,0 0-28 15,0 0-17-15,0 0 12 16,0 0-19-16,-9-13 25 16,9 13 11-16,0 0 67 15,0 0-47-15,0 0-18 16,-12 0-24-16,12 0 10 16,-13 0-7-16,13 0-11 15,0 0-10-15,0 0-2 16,0 0-2-16,0 0 2 0,0 0 2 15,0 0 3-15,0 0-5 16,0 0-1-16,-12 0-11 16,2 41 11-16,-14 15 4 15,8 4 7-15,4-8-2 16,-1-4-12-16,13 0 13 16,-6-4-16-16,6 5 12 15,-6 3-5-15,-10 4 1 16,-2 0 1-16,2-4-3 15,4-8 0-15,6-12 3 16,6 5 3-16,0-1-9 16,0 0 12-16,0 3-12 0,0 9 5 15,0 4-2-15,-7 9 2 16,-8-1 0-16,9-4-1 16,-7-3 9-16,7 7-19 15,-6-4 23-15,2 8-17 16,4-4 8-16,0-7-8 15,6-9 3-15,0-8 0 16,0-13 1-16,0-7 0 16,0-3-2-16,0 2 2 15,0 6-4-15,0 2 12 16,0 10-13-16,0-2 4 16,0 7 0-16,0 1 0 15,0 9-2-15,0-8 0 0,0-3 4 16,0-10-2-16,0-7 8 15,6-7-16-15,-6 2 13 16,16-2-12-16,-10 3 5 16,6 4 2-16,7 4 0 15,9 0 10-15,0-5-18 16,-3 10 15-16,2-9-14 16,1 5 11-16,-3-6-9 15,9 1 5-15,-6-4 0 16,-3 1 3-16,-3-2-3 15,3 6 0-15,2-1 3 16,1-4-3-16,3 0 12 0,-3-1-24 16,25 1 18-16,-7 1-13 15,1-1-2-15,9 0 9 16,3-1 6-16,-7-2 1 16,10 2-3-16,-3-2 4 15,10-1-5-15,2-4-3 16,-3 0 0-16,13 0 2 15,-1 0 4-15,7 0-6 16,12 4 1-16,-18-4 10 16,6 0-11-16,-7 1 16 15,-14 2-14-15,2-3-4 16,-9 0 13-16,3-8-12 16,-10 17 2-16,7-9 7 15,10 7-3-15,11 1-2 16,-9-8 15-16,10 9-17 0,0-6 4 15,-7-3-4-15,13-3 2 16,-6 7-1-16,-1-12 1 16,-9 8-3-16,-9-8 0 15,-9 3-2-15,15-3 9 16,4 8-7-16,2-3 6 16,7-5-4-16,-16 4 1 15,15-4-6-15,1 8 6 16,-6 0-3-16,18 0 0 15,-13 0 4-15,1-1-11 16,-7 1 18-16,-2-8-16 16,2 8 13-16,-21-3-15 0,21-5 9 15,-9 0-4-15,3 0 2 16,7 0 0-16,-4 0-9 16,4 0 19-16,18 0-23 15,-13 0 24-15,-5 0-19 16,-1 0 13-16,-15 0-9 15,15 0 4-15,-15 0-5 16,-6 0-1-16,15 0 12 16,7 0-11-16,-4 0 13 15,10 0-16-15,-7 0 10 16,13-16-7-16,-13-4 6 16,7 12-4-16,-22-8 3 15,-13 7 0-15,7 1-5 0,3 0 10 16,9 5-9-16,-3-9 11 15,3 7-7-15,3-6 1 16,-3-2 2-16,4 1-3 16,2 1 0-16,3-2-2 15,-6-2 4-15,13 2-9 16,-16 1 18-16,3 0-18 16,-9 0 14-16,-6 4-12 15,15-4 5-15,-9-8-1 16,9-4-1-16,-2 0 1 15,-4-8-5-15,-16 4 6 16,-6 7-10-16,-6-2 27 0,-3 10-31 16,10-3 22-16,-13 1-10 15,12 2 2-15,-28 2 0 16,22-1 0-16,-15-9 5 16,3 9-8-16,12-16 9 15,-22 4-11-15,16 4 15 16,-15-4-13-16,-1-4 5 15,-12-5-2-15,16 10 1 16,-10-1 2-16,0-4-6 16,0 3 12-16,7-6-4 15,-4-10 3-15,3 2-15 16,-12-5 10-16,19-9-4 16,-13 9 2-16,-6-4-1 0,0 8 0 15,0 0 4 1,0 4-5-16,0 0 5 0,0-1-8 15,0-3 10-15,0 0-11 16,0-3 5-16,0-2 0 16,0 1-1-16,0 4 0 15,0 8 0-15,0 0 2 16,0 4 0-16,0-5 7 16,0-3-16-16,0 0 16 15,0-3-11-15,0-6 3 16,0 1-3-16,0 0 0 15,0 3 3-15,0 5-2 16,0 0 6-16,0 0-15 16,0-3 20-16,0-6-18 0,0-7 7 15,0 0-4-15,0 8-1 16,0 4-2-16,0 7 5 16,-6 6 8-16,-13-1-8 15,13 8 14-15,-9-9-20 16,-10 6 15-16,-3-2-10 15,-6-3 4-15,3 4-6 16,-19-1 3-16,31 2 0 16,-15 3 0-16,0-1 8 15,3 2-4-15,-3-1 4 16,0 4-8-16,-6 4-9 16,-7 4 12-16,-5-5-9 15,-1 1 18-15,-3-7-16 16,3 6 16-16,-12-7-16 15,-3 4 5-15,9-12 3 0,-3 8 2 16,9 9 14 0,1-10-14-16,-4 9 1 0,-16-8 6 15,20 9-2-15,-16-10-7 16,-1-3 0-16,29 0-9 16,-13 4 13-16,19-1-6 15,9 2 4-15,-9 10-1 16,6-2 1-16,10-1-1 15,-10 4-2-15,3-5 8 16,-9 2-16-16,-13-1 20 16,7-1-25-16,-13 2 21 0,7-1-7 15,-16-1 1-15,9 2-1 16,-15-1 0-16,15 4 1 16,-12 0-1-1,-3-1 2-15,9 5 4 0,-3-4 4 16,3 4-5-16,-9 4-5 15,15-3 2-15,-21 3-2 16,9 0 2-16,-10 0-7 16,7 0 8-16,3 0-11 15,18 0 16-15,-5 0 7 16,-4 0-8-16,-9 0-11 16,-3 0 10-16,-7 0-3 0,4 0-3 15,3 0 2 1,2 0-2-16,4 0 9 15,4 3-18-15,-11 1 18 0,4-4-11 16,-9 4 6-16,-7 0-4 16,16-4 0-16,-16 0 2 15,26 0-4-15,-10 0 8 16,12 0-14-16,-9 0 16 16,-10 0-6-16,-2 0-2 15,-7 0-3-15,7 0 3 16,3 0 4-16,-4 0-4 15,1 0 1-15,9 4-3 0,-3 0 11 16,9 1-17 0,-16-5 17-16,1 3-12 0,-7-3 6 15,16 5-3-15,-3-5 3 16,3 3-2-16,-10 5-2 16,1 1 5-16,-7-1-14 15,10 3 25-15,-3 6-26 16,-7-6 20-16,13 2-16 15,-25-5 7-15,6-1 0 16,0 1 2-16,-6 0-1 16,12 5-2-16,-5-6 4 15,-1 1-11-15,6-3 16 16,1 3-15-16,21-4 12 16,0 4-5-16,-3 0 0 15,3 0-1-15,6 0-6 0,3 0 14 16,19-4-24-1,4 4 26-15,14-8-15 0,7 3 6 16,-10-3 0 0,4 5-8-16,-16-1 6 0,-3 8-7 15,-3-8 9-15,0 0-5 16,15 3 15-16,-9-7-13 16,22 5 13-16,0-5-16 15,-9 0 7-15,8 0-1 16,-17 0 0-16,-4 0 0 15,15 0-5-15,-15 0 12 16,0 0-6-16,28 0 7 0,-6 0-14 16,6 0 6-16,0 0-18 15,0-24-84-15,6-48-208 16</inkml:trace>
  <inkml:trace contextRef="#ctx0" brushRef="#br0" timeOffset="-93634.93">10868 7142 344 0,'0'0'165'0,"0"0"-105"0,0 0 32 16,0 0-75-16,0 0-9 15,0 0-3-15,0 0 2 16,-109 40-5-16,91-40 34 16,2 12 55-16,16-12-17 0,-12 13-37 15,-7 7-27-15,-2-1 11 16,-4 6-18-16,-3 3-1 15,15 0 7-15,-14-1-13 16,20 6 6-16,-14-2-2 16,8 5 0-16,1-7 3 15,12 3-7-15,-6 0 8 16,6 0-13-16,0 0 22 16,0 4-26-16,0-3 14 15,6 7-2-15,40-4 1 16,1 4 0-16,-19-16-1 15,18-4 5-15,-27 0-8 0,9-8-6 16,-3 8 8 0,9-8 4-16,0 0-6 0,-6 0 10 15,9 0-12-15,3-3 0 16,16-6-8-16,3 2 12 16,-6-2 2-16,9-3 0 15,-3 8 8-15,-19 0 7 16,13 1-10-16,-13 2-3 15,6 1-2-15,1-7 4 16,-13-2-4-16,6-3-2 16,1 0-4-16,-1 0-5 15,6-15 5-15,-11-10 12 16,-1 6 3-16,-10-2-5 16,-2 9-3-16,3-4-1 0,3 12 0 15,6-8-2 1,-9-8 9-16,3 0-8 0,0 0 6 15,-10 8-5-15,10-8 4 16,-9 3-4-16,2-2 1 16,-8-1-1-16,15 0 0 15,-16 7 2-15,1 2-7 16,8-9 16-16,-8-1-19 16,5 6 15-16,-2-6-14 15,-4 9 9-15,1-4-2 16,-4 4 0-16,-3-4 0 15,0-4-3-15,-6 1 10 16,0-10-5-16,0 5-1 16,0 0 3-16,0-4 5 15,0 4-7-15,0 0-2 0,-21 0 5 16,8 4 14-16,-15-1-5 16,-9-7 17-16,-19 4-23 15,4 4-8-15,-7-11 0 16,-3 6 2-16,-19 1 0 15,0-4-2-15,-5 8 0 16,8 9 0-16,-9-10 1 16,0-3 6-16,1 4-4 15,-4 4 7-15,31 8-20 16,-6 0-7-16,-4 8-4 16,-5 12-49-16,-7 32-11 0,-5 8-112 15,20-4-46-15</inkml:trace>
  <inkml:trace contextRef="#ctx0" brushRef="#br0" timeOffset="-92253.01">12558 8771 471 0,'0'0'111'0,"0"0"-25"16,0 0-21-16,0 0-1 0,0 0-36 15,0 0 7-15,-28 0-9 16,3 0-8-16,-3 0 0 16,-6 0-8-16,3 0 15 15,-3 16-18-15,0-1 31 16,-13 9-30-16,1 9 0 15,5 3-4-15,1 12-4 16,6 1 15-16,9 6-13 16,4 9 15-16,2-3-16 15,-3 3 5-15,10-8 3 16,12-1-14-16,0 2 6 16,0-9-2-16,28 16-4 15,18 5 5-15,19-1 0 0,10 0-10 16,12 0 4-16,-7-12-68 15,-15-12 58-15,10-8 24 16,-7-23-16-16,-9 2-5 16,15-15 13-16,-2 0 5 15,18 0 11-15,15-31 3 16,10-22-16-16,-10-19 10 16,-6-8-7-16,-24-8-6 15,-23-4-30-15,-11-1 29 16,-26 5 1-16,-15 4-9 15,0 0 9-15,-15-1 1 16,-32 5-1-16,-12 0 15 0,-3 16-30 16,-24 3 10-1,-26 9-3-15,-9 12 0 0,0 8 8 16,0 9 0-16,9 15-15 16,19 8 12-16,13 0-47 15,-1 23-136-15,29 17-351 16</inkml:trace>
  <inkml:trace contextRef="#ctx0" brushRef="#br0" timeOffset="-65174.78">3408 14101 55 0,'0'0'388'0,"0"0"-361"0,0 0-10 0,0 0 10 0,0 0 65 15,0 0-63-15,0 0-16 16,-47 0-11-16,35 0 16 15,12 0 7-15,0 0-12 16,0 16-13-16,0 4-50 16,0 19 14-16,12-3-83 15,22-8-157-15</inkml:trace>
  <inkml:trace contextRef="#ctx0" brushRef="#br0" timeOffset="-64175.24">3721 14489 344 0,'0'0'9'0,"0"0"2"0,0 0-12 0,0 0 2 15,0 0 68 1,0 0 21-16,0 0-19 0,0 0 1 16,0 0-1-16,0 0 7 15,0 0-52-15,0 0 16 16,0 0-22-16,0 0 15 15,0 0-3-15,0 0 10 16,0 0-12-16,0 0-16 16,-19 0 6-16,-49 8-13 15,-13 12 3-15,1 4-7 16,8 4 14-16,4 5-15 16,16 3 24-16,11 0-26 0,7 16 1 15,15 4-2 1,19 0 6-16,0 9-18 0,0-9 18 15,35-8-13-15,42 0-13 16,25-8 20-16,10-4-10 16,9 0 6-16,-6-8-4 15,-10 13 9-15,-24-10-5 16,-29 2 12-16,-30-1-20 16,-22 4 32-16,0 4-3 15,-59 15 12-15,-55-2 9 16,-35 11-21-16,-3-12-2 15,12-8-13-15,13-23 3 16,53-17-8-16,27-4-46 16,35-56-63-16,12-32-146 15,6-17 51-15</inkml:trace>
  <inkml:trace contextRef="#ctx0" brushRef="#br0" timeOffset="-63509.66">4437 15436 296 0,'0'0'222'0,"0"0"-107"0,0 0-11 16,0 0 4-16,0 0-81 16,0 0-24-16,0-4-3 0,0 4-8 15,0 0 8 1,47 0 11-16,11 0 34 0,17 0-32 15,-13 0 6-15,-3 0-18 16,6 4 2 0,-25 0-2-16,-12 0-1 0,-15 0 0 15,-7-4-21-15,-6 0 1 16,0 0-29-16,0 0 28 16,0 0-35-16,-19 0-74 15,-34-4-182-15</inkml:trace>
  <inkml:trace contextRef="#ctx0" brushRef="#br0" timeOffset="-63310.94">4437 15436 547 0,'-40'-269'237'0,"34"269"-141"16,6 0-20-16,0 0-67 15,0 0-5-15,0 0 8 16,24 0-24-16,32 0 17 15,-3 0-8-15,12 0 3 16,-3-8-6-16,-3-7-34 16,22-18-109-16,-35-8-77 15</inkml:trace>
  <inkml:trace contextRef="#ctx0" brushRef="#br0" timeOffset="-56733.44">7004 15095 120 0,'0'0'136'0,"0"0"-129"0,0 0 23 0,0 0 23 0,0 0-3 15,0 0 23 1,0 0-33-16,-6 0 16 0,6 0-17 16,0 0 2-16,0 0-3 15,0 0 4-15,0 0 9 16,0 0-30-16,0 0 23 15,-9 0-27-15,9 0 25 16,0 0-32-16,-6 0 18 16,6 0-10-16,0 0 2 15,0 0 20-15,0 0-25 16,0 0-15-16,0-40 9 16,0-17-19-16,0-23 17 15,0-15-17-15,0-18 10 16,21 21-7-16,-2 4-11 15,-7 8-25-15,4 24 35 16,-16 7-26-16,6 21 33 0,-6 16-3 16,0 12-9-16,0 0 13 15,0 15-20-15,-22 26 18 16,-30 7-14-16,-1 1 13 16,7-10-4-16,18 2 0 15,3-10 7-15,25 2-34 16,0-2-102-16,0-6-106 15</inkml:trace>
  <inkml:trace contextRef="#ctx0" brushRef="#br0" timeOffset="-56049.62">7659 14389 409 0,'0'0'4'0,"0"0"-7"0,0 0 3 0,0 0 0 0,0 0 12 16,0 0 51-16,-168 56 18 0,128-35-37 15,0-6 24 1,6 18-35-16,3-6 5 0,3 14-35 16,-7 3 9-16,23 4 13 15,-10 8-23-15,10 4 23 16,0-12-20-16,12 9 7 15,0-9-8-15,0-4 10 16,0-5-7-16,52-10-2 16,1-1-5-16,9-8 0 15,-9-12 0-15,6-8-9 16,-13 0 7-16,-12 0 4 16,-6 0 6-16,-22-16-3 15,1 0 36-15,-1-8-29 16,-6 12 4-16,0 8 4 0,0-4-9 15,-59 8-11-15,-16 0-20 16,10 0 16-16,3 0-44 16,10 32 19-16,5 0-63 15,19 9-7-15,10-18-91 16</inkml:trace>
  <inkml:trace contextRef="#ctx0" brushRef="#br0" timeOffset="-55116.91">5907 15601 264 0,'0'0'62'0,"0"0"14"0,0 0 7 0,0 0-61 0,0 0 51 16,0 0-17-16,0 3-4 16,-13-3-10-16,13 0-13 15,0 0 4-15,0 0-12 16,0 0 37-16,0 0-30 16,0 0 20-16,0 0-31 15,0 0-2-15,0 0-13 16,0 0 5-16,0 0-2 15,0 0 0-15,0 0-10 16,0 0-4-16,13 0 2 0,33 0 14 16,23 0 8-16,36 0-3 15,10 0 1-15,24 0 1 16,16 0-3-16,13 0-7 16,12 0 0-16,6 0-2 15,3 0 12-15,15 0-9 16,-8 0 1-16,-23 0-6 15,-5 0 4-15,-29 0-4 16,10 0 0-16,-16-3-2 0,-5-2 1 16,-1 2 1-16,-22 3 1 15,4 0-1-15,-23 0-15 16,-5 0 6-16,-44 0-2 16,-9 0-22-16,-28 3-48 15,0 5-148-15,-34 8-399 16</inkml:trace>
  <inkml:trace contextRef="#ctx0" brushRef="#br0" timeOffset="-51869.22">6335 16999 240 0,'0'0'55'0,"0"0"-54"0,0 0 0 0,0 0 30 0,0 0 5 16,0 0 38-16,0 0 6 16,-7 0-35-16,7 0 42 15,-6 0-48-15,6 0 1 16,0 0-35-16,0 0 8 16,0 0-6-16,0 0 11 15,-6 0 31-15,6 0-7 16,-6 0 9-16,-3 0-42 15,2 0 14-15,1 5-14 16,0 3-6-16,-6 4-2 16,2-4-1-16,4 4 0 15,0-8 3-15,6 0 4 16,0-4-7-16,0 0 45 16,0 0-31-16,0 0 23 15,0 0-32-15,0 0 13 0,0-15-18 16,0-38 0-1,0-19-4-15,0-16 8 0,12 3-1 16,4 9 2-16,-4 16 0 16,-12 12 2-16,0 19-7 15,0 14 10-15,0 10-9 16,0 5-1-16,0 0-16 16,0 45-7-16,-34 19-17 15,-19 4 2-15,7 1-50 16,6-25-61-16,5-16-177 15</inkml:trace>
  <inkml:trace contextRef="#ctx0" brushRef="#br0" timeOffset="-51086.75">6688 16760 198 0,'0'0'283'0,"0"0"-234"0,0 0 34 0,0 0-26 16,0 0-49-16,0 0 14 16,0 0-21-16,0 0 13 15,40 0-11-15,16 0 62 16,22 0 20-16,9 0-58 16,15 3 16-16,3 14-31 15,-12-6 4-15,4-3-15 16,-26-4-2-16,-9-4-8 15,-9 0-13-15,-35 0-100 16,-18 0-81-16,-59 0-263 16</inkml:trace>
  <inkml:trace contextRef="#ctx0" brushRef="#br0" timeOffset="-46189.76">8180 16716 70 0,'0'0'53'0,"0"0"9"0,0 0-4 15,0 0 3-15,0 0 53 16,0 0-44-16,0 0-10 15,0 3-18-15,0-3 10 16,0 0-39-16,0 0 0 16,0 0-13-16,0 0 16 15,0 0-2-15,0 0 1 16,0 0 32-16,0 0 2 16,0 0 11-16,0 0-21 0,0 0 14 15,0 0-21 1,0 0 6-16,0 0-24 0,0 0-8 15,0 0 5-15,0 0-5 16,0 0 14-16,0-16-19 16,0-32 11-16,0-24-7 15,0-8-10-15,0 3 4 16,0 10-7-16,0 10 0 16,0 13 8-16,0 20 9 15,0 8-5-15,0 8 7 16,0 4-10-16,0 4-2 15,0 0-5-15,0 0-13 0,-7 12-5 16,-33 44 23 0,0 8-160-16,-13 1-244 0</inkml:trace>
  <inkml:trace contextRef="#ctx0" brushRef="#br0" timeOffset="-45558.67">7845 17068 334 0,'0'0'181'0,"0"0"-155"0,0 0-10 16,0 0 54-16,0 0-26 15,0 0 88-15,229-75-92 16,-151 62-12-16,12 5-25 0,-4-1-3 15,-8 2 0-15,-4 3-13 16,-5 4-45-16,-23 0-81 16,-27 0-22-16,-19 0-163 15</inkml:trace>
  <inkml:trace contextRef="#ctx0" brushRef="#br0" timeOffset="-44726.25">8186 17353 263 0,'0'0'174'0,"0"0"-165"0,0 0 61 0,0 0-25 16,0 0 0-16,0 0-6 15,-19-12-2-15,19 12 0 16,0 0-6-16,0-4 17 15,0-4-47-15,0-4 14 16,0 0-6-16,6 4 10 16,13 3-9-16,15 5-9 15,-12 0-1-15,3 0 0 16,-4 9 10-16,-14 35-4 16,-7 12 30-16,0 12-34 0,0 1 9 15,-13 3-9 1,-9-8 3-16,-2-4-5 0,8-7 2 15,4-17 1-15,12-13 2 16,0-10-10-16,6-10 14 16,47-3-18-16,2 0-1 15,-8-3 10-15,-1-18 3 16,-5-2 7-16,-10 10 0 16,-3 1-9-16,-22 4-2 15,0 8 1-15,16 0-15 16,-16 0-79-16,6 0-26 15,-12 0-151-15</inkml:trace>
  <inkml:trace contextRef="#ctx0" brushRef="#br0" timeOffset="-33983.24">9578 15886 494 0,'0'0'54'0,"0"0"-52"0,0 0 6 0,0 0 12 0,0 0-19 16,0 0 31-16,0 0-26 16,-16 0 34-16,16 0 47 0,0 0 46 15,0 0-65 1,0 0-10-16,0 0-30 0,0 0-22 15,0 0-2-15,0 0-1 16,0 0-6-16,0 0 3 16,7 0 0-16,33 0 8 15,0 0-4-15,7-9-4 16,-13 5 2-16,6-8-4 16,-6 12-39-16,-15 0 13 15,-4 0-93-15,-15 0-75 16,0 0-175-16</inkml:trace>
  <inkml:trace contextRef="#ctx0" brushRef="#br0" timeOffset="-33736.04">9776 15588 366 0,'0'0'117'0,"0"0"-104"16,0 0 36-16,0 0 48 15,0 0-24-15,0 0 42 16,22 0-85-16,-9 0-12 16,8 0-11-16,4 0-13 15,3 0 6-15,6 0-34 0,6 0-47 16,-15 0-48-16,-12-8-247 15</inkml:trace>
  <inkml:trace contextRef="#ctx0" brushRef="#br0" timeOffset="-30202.81">20158 10703 287 0,'0'0'107'0,"0"0"-65"0,0 0-14 0,0 0-8 0,0 0 10 16,0 0 8-16,0 0 21 15,0 0-9-15,0 16-8 16,0-7-15-16,0 2 9 16,-7-6 21-16,7-5-24 15,0 0 11-15,0 0-26 16,0 0 18-16,0 0-26 16,0 0 31-16,0 0-1 0,0 0-7 15,0 0-7-15,0-16-24 16,-6-12-4-16,0-21 14 15,0-19-12-15,6-4 2 16,0-8 5-16,0 3-4 16,0 10 0-16,0 6 1 15,0 13 12-15,0 16-16 16,0 16 2-16,0 16-13 16,0 0-1-16,-22 0 7 15,3 0-22-15,-2 24 16 16,-4 8-13-16,3 4-15 15,-6 8 2-15,-3 16-97 16,-31 13-26-16,-25-5-150 16</inkml:trace>
  <inkml:trace contextRef="#ctx0" brushRef="#br0" timeOffset="-29538.91">20666 10608 422 0,'0'0'132'0,"0"0"-57"0,0 0 23 0,0 0 1 0,0 0-9 0,0 0-30 15,12 0-3-15,-5 0-20 16,14 0-9-16,13 0 16 0,13 0-15 15,18 0 11-15,16-8-36 16,6 0 1-16,6-9-5 16,-13 6-20-16,-5-10-37 15,-7 1-35-15,-37 4-127 16,-22 8-242-16</inkml:trace>
  <inkml:trace contextRef="#ctx0" brushRef="#br0" timeOffset="-28788.98">22316 10367 448 0,'0'0'187'0,"0"0"-107"0,0 0 30 0,0 0-45 0,0 0-41 16,0 0 21-16,0-65-1 15,0 25 13-15,0-4-30 16,9-3 20-16,-9-10-31 16,6 9 5-16,0 4-14 15,7 0-6-15,-7 4-2 0,9-1 6 16,-15 13-21-16,0 9 3 15,0 2 5-15,0 17-25 16,0 0-13-16,0 12-25 16,-15 29 52-16,-25 6-29 15,2 6-24-15,-11 3-77 16,12-12-122-16</inkml:trace>
  <inkml:trace contextRef="#ctx0" brushRef="#br0" timeOffset="-28274.25">21835 10783 315 0,'0'0'305'0,"0"0"-228"0,0 0 24 0,0 0-45 15,0 0-44-15,0 0-9 16,115-31 37-16,-41 18 6 15,13 13-20-15,12 0 39 16,-6 0-48-16,6 0 15 16,4 0-31-16,-10 0 3 15,12 0-4-15,-9 0-7 16,-24 0-57-16,-17-11-64 0,-24-6-156 16</inkml:trace>
  <inkml:trace contextRef="#ctx0" brushRef="#br0" timeOffset="-27655.87">22142 11237 403 0,'0'0'265'0,"0"0"-215"0,0 0 5 0,0 0 22 0,0 0-21 15,0 0 3-15,202-113-17 16,-134 106 5-16,-22 2-45 15,-12 5 7-15,-3 0-3 16,-15 9-1-16,-16 31-3 16,0 8 1-16,0-4-3 15,-22 12-3-15,-18-7 1 16,6-2 4-16,3-10-6 16,31-1 11-16,0-9-7 15,0-7 2-15,0-3 1 0,18-9-3 16,44-8-1-1,-9 0-12-15,0 0 25 0,15 0-24 16,-15 0 24-16,-7-12-16 16,-5 4 8-16,-7 3-8 15,6 2-16-15,-21-2-66 16,-19 5-83-16,0 0-179 16</inkml:trace>
  <inkml:trace contextRef="#ctx0" brushRef="#br0" timeOffset="-26873.94">23640 10832 587 0,'0'0'89'0,"0"0"-42"0,0 0 28 16,0 0 7-16,0 0-48 15,0 0 20-15,161 0-44 16,-121 0 32-16,13 0-21 0,-13 0-8 16,-6-4-11-16,0 4-2 15,-9 0-3-15,-3-9-23 16,-4 6-6-16,10-5-22 16,-21 0-17-16,-1 0-89 15,-6-1-35-15,0 9-253 16</inkml:trace>
  <inkml:trace contextRef="#ctx0" brushRef="#br0" timeOffset="-26700.51">23640 10832 377 0</inkml:trace>
  <inkml:trace contextRef="#ctx0" brushRef="#br0" timeOffset="-26607.51">23640 10832 377 0,'93'-261'167'0,"-25"261"-25"0,6 0 0 0,7 0-35 15,-16 0-107-15,-19 0-2 16,-18-4-50-16,-21 1-62 0,-7-2-165 15</inkml:trace>
  <inkml:trace contextRef="#ctx0" brushRef="#br0" timeOffset="-25426.4">19711 11157 196 0,'0'0'3'0,"0"0"-3"0,0 0 0 15,0 0 2-15,-15 0 35 0,15 0 40 16,0 0 41-16,0 0-6 16,0 0-16-16,0 0-56 15,0 0-3-15,0 0-22 16,0 0 12-16,0 0-6 15,0 0 32-15,-13 0 6 16,13 0-17-16,0 0 7 16,0 0-16-16,0 0 7 15,0 0-40-15,0 0 13 16,0 0-9-16,0 0-8 16,28 0 10-16,31 0-4 15,28 0 11-15,21 0-10 0,4 0-6 16,-4 0 16-1,4 0-26-15,-16 0 13 0,-25 0-5 16,-15 0-51 0,-25 0 7-16,-9 0-71 0,-10 0-65 15,-12 0-169-15</inkml:trace>
  <inkml:trace contextRef="#ctx0" brushRef="#br0" timeOffset="-24492.5">20071 11879 363 0,'0'0'106'15,"0"0"-84"-15,0 0 49 0,0 0-46 0,0 0 6 16,0 0 22-16,0 11 20 16,0-11 36-16,0 0-39 15,0 0-7-15,0 0-47 16,0 0-16-16,0-3-4 16,0-25 4-16,0-8 18 15,0-8-10-15,0 0-2 16,12-9 4-16,10 13-10 15,-16 3 8-15,6 18-17 16,-2 11 21-16,-10 8-24 16,0 0 10-16,0 0-23 0,0 0 23 15,0 16 2 1,-28 0-28-16,6 0 1 0,16-7-10 16,0-2-87-16,-7 1 1 15,1 0-46-15,-10 8-298 16</inkml:trace>
  <inkml:trace contextRef="#ctx0" brushRef="#br0" timeOffset="-23609.88">20164 11931 271 0,'0'0'37'0,"0"0"-14"0,0 0 69 0,0 0-44 0,0 0 23 0,0 0 9 15,0-64 10 1,0 48 9-16,0-17-35 0,0 2-30 16,0-18-28-16,0 9 22 15,0-4-28-15,0 4 10 16,0 4-5-16,0 4 2 15,0 16-6-15,0 3-1 16,0 10 3-16,0 3-1 16,0 0-2-16,0 0-4 15,0 0-4-15,-6 0 0 16,-7 0-4-16,1 0 5 16,-10 0 3-16,16 8-2 0,-16 8-16 15,10 4-2 1,-7 8-54-16,-3 4-51 0,4 0-101 15</inkml:trace>
  <inkml:trace contextRef="#ctx0" brushRef="#br0" timeOffset="-15979.97">20700 12388 139 0,'0'0'67'0,"0"0"8"0,0 0-49 0,0 0 5 0,0 0 33 16,0 0-5-16,0 0-22 15,93 0 4-15,-87 0 9 16,22 0-12-16,-9 0 2 16,3 0-29-16,-4 0 15 15,4 0 1-15,-4 0-6 16,17 0 10-16,-1 0-23 16,-9 0 1-16,2 0-2 15,-2 0-5-15,-3 0 4 0,-3 0-8 16,2 0 5-1,-2 0-3-15,9 0 5 0,-10 0 8 16,4 0 13-16,18 0-15 16,-15 0-4-16,9 0 1 15,0-5-8-15,-6-2 4 16,-3 7 0-16,-3 0-4 16,-16 0 0-16,6 0-1 15,-12-4 4-15,7 0-6 16,-7 0 13-16,0 4-15 15,9-4 10-15,3 4 4 16,1-13-7-16,27 2 2 16,-6-1-4-16,6-1 2 15,-15 6-2-15,-3-1 3 0,-3 0-6 16,-19 8-3-16,15-5-2 16,-15 5 16-16,6-3-6 15,7-5-2-15,-1 3 16 16,16-7-11-16,0 4-3 15,-3-3-4-15,9-1 4 16,-6-4-5-16,3 8-18 16,-10-9 12-16,14 1-1 15,-17 4 10-15,-2 8 1 16,-16 4 0-16,6 0 0 16,-6 0 6-16,6-4-14 15,6 4 1-15,1-3 6 0,-4 3 0 16,-3-5-2-16,7 2 2 15,-13-5-2 1,12-9 2-16,10 1-10 0,-10-8 10 16,-6 8 4-16,16-4 9 15,-9 16-8-15,-1-8-2 16,10 4 0-16,-16 4-3 16,16-8 0-16,-22 12-8 15,6 0-2-15,-6 0-48 16,0 0-66-16,-28 0-200 15</inkml:trace>
  <inkml:trace contextRef="#ctx0" brushRef="#br0" timeOffset="-14649.77">20384 12208 317 0,'0'0'119'0,"0"0"-68"0,0 0-1 0,0 0-26 16,0 0-8-16,0 0-2 16,-13 0-14-16,13 0-5 15,0 0 5-15,0 0 20 0,0 0 17 16,0 0-17-16,0 0 15 15,0 0 0-15,0 0-21 16,0 0 1-16,0 0-10 16,0 0 3-16,0 0-2 15,0 0-12-15,0 0 5 16,0 0 1-16,0 0 1 16,35 0 7-16,-1 0-8 15,6 11 2-15,-21-6-4 16,21 2 9-16,-18 1-13 15,2-3 17-15,-2-2-11 16,-3-3 0-16,-7 8 2 16,4-3-1-16,-4 2 2 15,0-2-6-15,-5 6 7 16,21-6-1-16,-22-2-2 0,15 2 16 16,-2-5-15-16,-7 0 1 15,-2 4 0-15,-4 0 2 16,6 0-5-16,-12-1 1 15,13 5 16-15,2 1-1 16,-2-5 9-16,-1-4-24 16,4 4 13-16,-10-4-14 15,6 0-2-15,-6 0-43 16,-6 0-46-16,0 0-18 16,0 0-157-16</inkml:trace>
  <inkml:trace contextRef="#ctx0" brushRef="#br0" timeOffset="-13535.28">24929 10876 404 0,'0'0'95'0,"0"0"-11"0,0 0 16 0,0 0-47 0,0 0-3 16,0 0-15-16,0 0-11 16,115 0 2-16,-62 0 0 15,15 0 9-15,7 0-18 16,2 0 12-16,4 0-9 15,27 0 17-15,-9 9-29 16,22-6 7-16,-6-3-5 0,-3 4 1 16,9-4-11-1,-7 4 0-15,-2-4 4 0,9 0-1 16,-6 0 6-16,18 0-6 16,0 0 0-16,13-11-1 15,-3-6-2-15,-10 9 4 16,-28 0-3-16,-2 3-1 15,-26 5 0-15,-15 0-5 16,-9 0 8-16,-7 0-6 16,1 0-1-16,-13 0-1 15,13 0-91-15,-19 0 96 16,-16 0-119-16,-12 0-174 16</inkml:trace>
  <inkml:trace contextRef="#ctx0" brushRef="#br0" timeOffset="-12636.94">26080 11365 207 0,'0'0'268'0,"0"0"-164"0,0 0-34 0,0 0-8 0,0 0-8 0,0 0-17 15,0 0 6-15,0 0-37 16,0 0 5-16,0 0 6 16,34 0 30-16,12 0-34 15,7 0 12-15,0-7-23 16,-19 2 7-16,-6 5-9 15,-16 0-41-15,-12 0 3 16,0 0-14-16,0 12 52 16,0 28 6-16,-25 13 10 15,-30-6-6-15,-10 9-6 16,24-7 5-16,1-5-3 16,12-4 15-16,16-4-20 15,12-4 17-15,0 0-16 0,0-3 11 16,0-9-10-16,12-4 6 15,35-8-4-15,-1 4-1 16,16-12 2-16,-9 0-2 16,9 0-6-16,-3 0 5 15,-13-17 2-15,-5 1-5 16,-7-4-10-16,-10 12-32 16,-2 5-94-16,-22 3-69 15,0 0-347-15</inkml:trace>
  <inkml:trace contextRef="#ctx0" brushRef="#br0" timeOffset="-10921.19">20511 10628 12 0,'0'0'98'0,"0"0"1"0,0 0-5 15,0 0-29-15,0 0-24 16,0 0-9-16,22 3-21 0,-22-3 26 16,0 0-2-1,6 0 39-15,-6 5-8 0,0-5-19 16,0 3 7-16,0-3-13 15,0 0-14-15,6 0-23 16,10 0-8-16,-4 8 5 16,-6-8-12-16,7 4-5 15,8-4-49-15,-8 0-83 16,-7 0-212-16</inkml:trace>
  <inkml:trace contextRef="#ctx0" brushRef="#br0" timeOffset="-10588.22">20926 10968 238 0,'0'0'166'16,"0"0"-131"-16,0 0 45 15,0 0-26-15,0 0-28 0,0 0-11 16,53 53 3-16,-37-42-18 16,-10-6 0-16,0 2-13 15,7 1 6-15,2 0-19 16,-3 0-29-16,1 5-22 15,15-9-69-15,-16 12-161 16</inkml:trace>
  <inkml:trace contextRef="#ctx0" brushRef="#br0" timeOffset="-10384.84">20926 10968 194 0,'342'197'67'0,"-336"-197"72"0,0 0-40 16,0 0-61-16,10 0-36 16,-16 0 25-16,24 0 5 15,-8 0-20-15,-4 8-5 16,16-5-14-16,-3 2 1 16,-3-5-71-16,12 0-77 15,-15 0 9-15</inkml:trace>
  <inkml:trace contextRef="#ctx0" brushRef="#br0" timeOffset="-10188.89">21736 11317 454 0,'0'0'235'15,"0"0"-216"-15,0 0 15 16,0 0-2-16,0 0-18 15,0 0 0-15,152 64-9 16,-118-51-10-16,-6-13 1 16,-10 0-51-16,-2 0-94 15,-16 0-415-15</inkml:trace>
  <inkml:trace contextRef="#ctx0" brushRef="#br0" timeOffset="-8756.89">25286 9930 397 0,'0'0'52'0,"0"0"-19"0,0 0 47 0,0 0-45 0,0 0-13 16,0 0 25-16,0 0-25 16,0 3 10-16,0 2-6 15,0-5 46-15,0 0-21 16,0 0-6-16,0 0-5 15,0 0-17-15,0 0 26 16,0 0-42-16,0 0 0 16,0 0-2-16,0 0-4 15,6 0 15-15,19-8-15 16,3 8 2-16,-9 0-1 0,15 0-4 16,-13 0-28-1,4 0 17-15,-3 0-26 16,-16 0 29-16,-6 15-24 15,0 18 7-15,0 14-1 0,-12 6 1 16,-35-1 27-16,-21 8 0 16,28-7-7-16,-7-9 15 15,7-13-1-15,21 5-7 16,4-16 11-16,9 1-11 16,6-5 2-16,0-4 3 15,0-4-5-15,27 0 14 16,20-8-4-16,6 0 17 15,6 0-23-15,9 0 28 16,-16-4-8-16,-5-13-3 16,-13 10-12-16,-21-1-6 15,-13 8-3-15,0 0-16 0,0 0-26 16,0 0-18-16,0 0 33 16,0 0-33-16,0 8-125 15</inkml:trace>
  <inkml:trace contextRef="#ctx0" brushRef="#br0" timeOffset="-7507.92">20638 11738 359 0,'0'0'48'0,"0"0"30"0,0 0 23 0,0 0-24 0,0 0-5 15,0 0 4-15,9 0-50 16,-9 0-12-16,0 0 24 16,7 0-36-16,5 0 6 15,0-3 1-15,-5-10-8 16,14 1-1-16,-8-4-6 16,15-4 4-16,-4-8-93 15,-2 4-114-15,-3-1-349 0</inkml:trace>
  <inkml:trace contextRef="#ctx0" brushRef="#br0" timeOffset="-7253.19">21072 11422 196 0,'0'0'431'16,"0"0"-431"-16,0 0-3 15,0 0 1-15,0 0-27 16,0 0-57-16,189-113-68 16,-170 97 39-16,3 1 96 15,-22-10-96-15</inkml:trace>
  <inkml:trace contextRef="#ctx0" brushRef="#br0" timeOffset="-7042.35">21488 11096 488 0,'0'0'230'0,"0"0"-230"0,0 0 0 15,0 0-6-15,0 0-5 16,0 0 11-16,127-100-18 16,-105 76-71-16,-4 4-21 15,-5-4 29-15,8 0-34 16</inkml:trace>
  <inkml:trace contextRef="#ctx0" brushRef="#br0" timeOffset="-6875.73">21776 10804 647 0,'0'0'41'15,"0"0"-41"-15,0 0 0 0,0 0-38 16,0 0 14-16,0 0-20 16,106-101-24-16,-100 98-65 15,3-9-1-15,-3-4-87 16</inkml:trace>
  <inkml:trace contextRef="#ctx0" brushRef="#br0" timeOffset="-6740.78">21776 10804 609 0,'279'-261'68'15,"-263"253"-68"-15,8-4-22 0,11-8 21 16,-14-4-178-1</inkml:trace>
  <inkml:trace contextRef="#ctx0" brushRef="#br0" timeOffset="-5509.21">27143 10379 443 0,'0'0'136'0,"0"0"-1"0,0 0-21 0,0 0-49 0,0 0-42 16,0 0 38-16,-21-20-13 15,8 4-14-15,-5-12-16 16,8 3 16-16,-8-11-3 16,18 8-24-16,0-12 3 0,0-8-5 15,0 0-10 1,0 0 9-16,0 8-15 0,0 16 14 15,0 15-3-15,0 9 0 16,0 0-11-16,0 0 5 16,0 0 12-16,0 0-12 15,0 0 5-15,-13 0-1 16,-21 9-10-16,-25 30 12 16,-3 10-47-16,-31 11-68 15,0-8-192-15</inkml:trace>
  <inkml:trace contextRef="#ctx0" brushRef="#br0" timeOffset="-4727.23">26027 10418 325 0,'0'0'55'0,"0"0"59"0,0 0-9 16,0 0-36-16,0 0 57 15,0 0-21-15,133-3-32 16,-105-1-39-16,3 4-2 16,3-4-30-16,1 0 1 15,-8 4-3-15,-14-4-7 16,15 4-2-16,-16-4-52 15,1 4-47-15,-13-5-200 16</inkml:trace>
  <inkml:trace contextRef="#ctx0" brushRef="#br0" timeOffset="-3827.9">28225 10968 174 0,'0'0'262'0,"0"0"-146"0,0 0-4 16,0 0-17-16,0 0 2 15,0 0-39-15,7 8-6 16,55-8-26-16,-3 0 24 0,-7 0-35 16,10 0 21-16,-21 0-33 15,-10 0 3-15,-3-4-6 16,-7-4-6-16,-8 1-21 15,-1-1-36-15,-12-1-19 16,0-3-124-16,0 0-41 16</inkml:trace>
  <inkml:trace contextRef="#ctx0" brushRef="#br0" timeOffset="-3624.82">28225 10968 488 0</inkml:trace>
  <inkml:trace contextRef="#ctx0" brushRef="#br0" timeOffset="-3528.09">28225 10968 488 0,'53'-288'258'0,"-12"288"-152"0,5 0-24 16,22 0-3-1,7 0-115-15,-35-5-44 0,-15-6-60 16,-10-2-44-16</inkml:trace>
  <inkml:trace contextRef="#ctx0" brushRef="#br0" timeOffset="651.36">29689 10543 310 0,'0'0'206'0,"0"0"-156"0,0 0 11 0,0 0-9 16,-19 8-38-16,19 0 50 15,0-8 2-15,0 0 2 16,-6 0-20-16,6 0-7 16,0 0-1-16,0 0-8 15,0 0 1-15,0 0-21 16,0-24 6-16,0-12-14 15,0-16 12-15,0-13 3 16,0-7 9-16,-9 0-21 16,3 8-5-16,6 12-2 15,0 16 2-15,0 11-6 0,0 14 8 16,0 11-12-16,-6 0 13 16,-1 0-5-16,-21 8 0 15,-18 24-10-15,-13 8-28 16,-15 12-42-16,8-8-86 15,-2-16-288-15</inkml:trace>
  <inkml:trace contextRef="#ctx0" brushRef="#br0" timeOffset="1169.39">29208 10880 627 0,'0'0'100'0,"0"0"-22"0,0 0-7 0,0 0-68 15,0 0 7-15,0 0 25 16,28 36 24-16,37-31 21 16,16-5-32-16,34 0-1 0,18 0-23 15,7-25 10 1,-13-3-34-16,-13 7 0 0,-14 2-36 15,-20 2-14-15,-21 2-56 16,-25 2-78-16,-21 10-137 16</inkml:trace>
  <inkml:trace contextRef="#ctx0" brushRef="#br0" timeOffset="1869.82">29630 11285 70 0,'0'0'422'0,"0"0"-330"0,0 0 21 16,0 0-20-16,0 0-29 15,0 0-51-15,19 0 43 16,27 0-17-16,1 0-2 16,9 0-16-16,-25 0-2 0,-10 0-18 15,-15 0-1-15,-6 0 0 16,0 29 24-16,-6 22 8 16,-62 17-24-16,-3 13-3 15,-10-5-5-15,13 0-1 16,15-4 1-16,19-12 27 15,15-12 2-15,19-20-25 16,0-12-4-16,0-16 7 16,66 0-15-16,20 0-17 15,17-23 25-15,-4-6 3 16,-6 9-3-16,-25 4-2 16,-15 16-33-16,-19 0 22 0,-9 0-47 15,-10 0-42 1,-8 0-156-16</inkml:trace>
  <inkml:trace contextRef="#ctx0" brushRef="#br0" timeOffset="11858.78">11255 15151 263 0,'0'0'143'0,"0"0"-101"0,0 0 2 15,0 0-17-15,0 0-24 16,0 0 31-16,0 0-11 16,0 0 15-16,0 0 16 15,0 0 29-15,0 0 4 16,0 0-34-16,0 0-19 16,0 0-16-16,0 0 8 15,0 0-24-15,0 0 11 16,0 0-11-16,0 0 1 0,0 0 0 15,0 0 12-15,0 0 15 16,0 0-17-16,0 0 25 16,0 0-30-16,0-20-7 15,0-28 11-15,0-20-9 16,0-13 2-16,0-15 6 16,13 9-4-16,9-2-7 15,-4 9 11-15,-5 15-8 16,-13 14-3-16,0 18 9 15,0 30-18-15,0 3 2 16,0 0-39-16,0 28 16 16,0 28 28-16,-31-1 2 0,-19 6-28 15,10-14-6-15,15-14-10 16,-3 8 18-16,-6-18-131 16,3 13-50-16,3-8-218 15</inkml:trace>
  <inkml:trace contextRef="#ctx0" brushRef="#br0" timeOffset="12442.42">11795 14541 25 0,'0'0'348'0,"0"0"-310"0,0 0 30 16,0 0-4-16,0 0-15 16,0 0-15-16,-152 61 0 0,130-33-12 15,4 8-20-15,-4 8 57 16,3 8 19-16,-2 12-29 16,15 8-21-16,-1-3 15 15,7-5-27-15,0-12-6 16,0-16-6-16,7 0-3 15,39-16-2-15,28 0 1 16,-5-15-6-16,2-5 9 16,-9 0-6-16,-3-9 4 15,-6-27-1-15,-38-8 3 16,-2 3-3-16,-13 10-4 16,0 7 4-16,-28 7-3 15,-25 9-1-15,-6 8-4 16,-9 0 8-16,-7 41 0 0,10 11-6 15,19 1 0-15,12 2-3 16,27-15-54-16,7-11-46 16,0-9-35-16,0-12-458 15</inkml:trace>
  <inkml:trace contextRef="#ctx0" brushRef="#br0" timeOffset="13107.34">10694 15709 268 0,'0'0'204'0,"0"0"-168"0,0 0 10 0,0 0-35 0,0 0 1 0,0 0 7 15,47 0 27-15,12 0-2 16,15 0 30-16,25-5 9 15,35 5-22-15,21 0-17 16,12 0 27-16,7 0-51 16,-7 0 11-16,-9 0-31 15,-15 0 0-15,-22 0-40 16,-34-3-20-16,-28-14-35 16,-41 1-106-16,-18 1 6 0</inkml:trace>
  <inkml:trace contextRef="#ctx0" brushRef="#br0" timeOffset="15488.99">11321 16736 402 0,'0'0'55'0,"0"0"-38"0,0 0 5 0,0 0 0 0,0 0 31 16,0 0 48-16,0 0-32 15,0 0 12-15,0 0 15 16,0-20-59-16,0-29 0 16,0-19 3-16,0-16 11 0,27-8-39 15,-14 3 8 1,2-2-15-16,-8 10 6 0,-1 9-11 15,-6 15 2-15,12 18-5 16,-6 22-12-16,-6 13 12 16,0 4-54-16,0 16-16 15,0 36 65-15,-6 12 3 16,-34 8-16-16,0 5-24 16,-13-8-101-16,6-5-108 15</inkml:trace>
  <inkml:trace contextRef="#ctx0" brushRef="#br0" timeOffset="15988.9">10766 17124 270 0,'0'0'282'0,"0"0"-254"0,0 0 73 0,0 0-45 0,0 0-20 15,0 0 0-15,27 0 31 16,26 0 4-16,22 0-37 0,-1 0 31 16,7 0-43-16,-10 0-20 15,16 0-2-15,-25 0-14 16,3 0-61-16,-12 0-28 16,-25-7-113-16,-16 2-114 15</inkml:trace>
  <inkml:trace contextRef="#ctx0" brushRef="#br0" timeOffset="16572.42">11082 17397 288 0,'0'0'199'0,"0"0"-176"16,0 0 44-16,0 0 2 0,0 0-39 16,0 0 5-16,118 12-12 15,-118-8-12-15,0 8 11 16,0 12-5-16,0 21 29 15,0 10-31-15,0 9 17 16,-7 0-28-16,-17-7 4 16,2-12-2-16,22-14-6 15,0-11 4-15,0-4-3 16,0-11 5-16,46-5-6 0,29 0 0 16,12 0 3-1,6-5 16-15,-6-7-11 0,-19 4 15 16,-28 8-16-1,-6 0-1-15,-9 0-4 0,-13 0-2 16,4 0 0-16,-10 0-16 16,-6 4-9-16,0 8-85 15,0 0-128-15</inkml:trace>
  <inkml:trace contextRef="#ctx0" brushRef="#br0" timeOffset="18103.77">12933 16025 257 0,'0'0'247'0,"0"0"-242"0,0 0 43 0,0 0 22 15,0 0-33-15,0 0 42 16,-62-28-11-16,62 28-2 16,-6 0-15-16,6 0 0 15,0 0-1-15,0 0-6 16,0 0-11-16,0 0-15 16,0 0 21-16,0 0-38 15,0 0 4-15,0 0-5 0,0 0 0 16,40 0 0-16,7 5 1 15,-1 6-1-15,-6-11 0 16,16 0-1-16,-19 0-21 16,-9 0 21-16,6 0-39 15,-15-3 12-15,-3-13-49 16,-16 8-64-16,0 3-113 16,0 5-248-16</inkml:trace>
  <inkml:trace contextRef="#ctx0" brushRef="#br0" timeOffset="18453.94">12759 15697 524 0,'0'0'136'0,"0"0"-135"0,0 0 34 0,0 0 75 16,0 0-32-16,0 0 5 0,335 0-22 15,-242 0-59-15,-21 7 21 16,-4-2-21-16,-9-5-4 16,-10 0-1-16,-18 0-29 15,-3 0-85-15,-28 0-177 16</inkml:trace>
  <inkml:trace contextRef="#ctx0" brushRef="#br0" timeOffset="22266.08">21113 13687 458 0,'0'0'107'0,"0"0"-80"0,0 0 50 15,0 0 21-15,0 0-82 16,0 0 23-16,0 0-3 16,0 0-11-16,0 0 16 15,0 0 1-15,0 0 17 16,0 0-42-16,-7 0 12 15,1 0-20-15,6 4 6 16,0-4-13-16,0 9 3 16,0-6-5-16,0 5 0 15,0-8-7-15,13 0 16 16,27 0-10-16,6 0 2 0,4-28 21 16,3-28-16-16,-1-7 12 15,-5-6-7-15,-19-3-11 16,-22 3-1-16,-6 9-14 15,0 20 13-15,0 12-5 16,-34 16 0-16,-19 12-40 16,-15 24 27-16,-13 45-1 15,16 14 19-15,3 6-9 16,31-9 15-16,25-12-9 16,6-15 6-16,0-22-5 15,0-6-12-15,47-22 7 16,5-3-10-16,1 0 3 15,9 0 10-15,-9-8 6 16,-13-7 6-16,-28 10-5 16,-12 5-2-16,0 0-8 0,0 0-11 15,0 28 20-15,0 13 9 16,0-2-7-16,22-6 2 16,9-9 5-16,9-9-9 15,1-6 0-15,5-9-13 16,-5 0-76-16,-7 4-136 15,-28-4-212-15</inkml:trace>
  <inkml:trace contextRef="#ctx0" brushRef="#br0" timeOffset="22783.54">20706 14405 410 0,'0'0'391'0,"0"0"-327"0,0 0-22 0,0 0-9 16,0 0 51-16,394-28-29 0,-245 12-3 16,9 5-41-16,-3 2-2 15,-28-3-9-15,-15 8-18 16,-10-16-15-16,-21-1-63 15,-28-2-59-15,-26-1-157 16</inkml:trace>
  <inkml:trace contextRef="#ctx0" brushRef="#br0" timeOffset="23516.76">21314 15211 180 0,'0'0'278'0,"0"0"-237"0,0 0 45 0,0 0 8 0,0 0-73 0,0 0 22 16,-40 25-24-16,40-37 55 15,0-29 20-15,0-6 0 16,0-19-44-16,0-1-24 16,0-5-4-16,0 0-15 15,12 3-4-15,4 5 5 16,2 8-16-16,-2 12-20 0,-4 12 10 16,-12 7-8-16,0 25-14 15,0 0 3-15,0 0 1 16,0 25-71-16,0 11-23 15,-22 0-88-15</inkml:trace>
  <inkml:trace contextRef="#ctx0" brushRef="#br0" timeOffset="23981.97">21367 15127 233 0,'0'0'126'0,"0"0"-98"0,0 0 74 0,0 0-20 15,0 0-66-15,0 0 29 16,214-72-44-16,-180 72 0 0,-6 0 3 16,-10 0-8-16,-11 0 1 15,-7 0 3-15,0 0 10 16,0 15 45-16,0 22 35 15,-31 3-41-15,-25 8-3 16,3 1-12-16,7-5-12 16,-1-16-6-16,19-8-4 15,9-12-9-15,-2-5-3 16,2 2-8-16,13-5-45 16,0 0-38-16,6 0-70 15,0 0-217-15</inkml:trace>
  <inkml:trace contextRef="#ctx0" brushRef="#br0" timeOffset="24615.95">20071 15748 394 0,'0'0'130'0,"0"0"99"0,0 0-199 16,0 0 48-16,0 0-53 16,0 0-1-16,-75 0-20 15,75 0 14-15,0 0 0 16,56 0 34-16,37-3 11 15,40-9-4-15,53 4-32 16,35-8 18-16,48 0 5 16,10-9-25-16,4 10-15 15,-17 2-2-15,-18 5-16 0,-28 8-48 16,-27 0 16 0,-38 0-58-16,-56 0-19 0,-53 0-112 15,-46 5-227-15</inkml:trace>
  <inkml:trace contextRef="#ctx0" brushRef="#br0" timeOffset="25398">21528 16130 521 0,'0'0'35'0,"0"0"-33"0,0 0 58 16,0 0-21-16,0 0 27 0,0 0 36 16,-140 0-26-1,100 20-50-15,6 12-2 0,-6-1-17 16,15 10 25-16,-3-13-10 15,6-4 12-15,16 8-22 16,6-8 4-16,0 1-3 16,0-6-12-16,0-2 6 15,28-1-3-15,25-4-8 16,9-1 8-16,9-11-12 0,10 0 3 16,-7 0-36-1,-9 0-25-15,-9 0-7 0,-16-16-82 16,-15-4 10-16,-9 0-11 15,-10 1-38-15</inkml:trace>
  <inkml:trace contextRef="#ctx0" brushRef="#br0" timeOffset="26001.44">20868 16932 430 0,'0'0'202'0,"0"0"-155"0,0 0-4 0,0 0-32 0,0 0-10 16,0 0 30-1,58 0 72-15,-5 4-42 0,15 0 12 16,-2 0-30 0,30 0 18-16,-3-4-48 0,12 0 9 15,-3 0-14-15,-9 0-8 16,-12 0-7-16,-16 0-27 16,-25 0-18-16,-5-4-53 15,-29-13-78-15,-6 2-110 16</inkml:trace>
  <inkml:trace contextRef="#ctx0" brushRef="#br0" timeOffset="26696.27">21162 17879 328 0,'0'0'135'0,"0"0"-119"0,0 0 99 0,0 0-45 16,0 0-21-16,0 0-31 16,0 119 17-16,37-119 31 0,13 0-19 15,-13-3 1 1,13-30-34-16,-10-6 16 0,-15-10-6 15,3-15 23-15,-22-4-44 16,-6-5 3-16,0 6-4 16,0 11-4-16,-6 12-9 15,-35 19-17-15,-11 21-5 16,-4 4-19-16,-3 24 49 16,0 48-8-16,3 8 8 15,10 1 6-15,12-13 3 16,28-20-6-16,6-20-48 15,0-15-71-15,21-13 37 0,26 0 19 16,-1 0 12 0,-12-17 33-16,7 1-24 0,-17 4-107 15,-8 4-5 1</inkml:trace>
  <inkml:trace contextRef="#ctx0" brushRef="#br0" timeOffset="26848.92">21162 17879 238 0</inkml:trace>
  <inkml:trace contextRef="#ctx0" brushRef="#br0" timeOffset="26996.42">21162 17879 238 0,'378'27'108'0,"-378"-27"-8"0,0 0 30 0,0-40 190 15,0-39-306-15,0-18 15 16,0-16-6-16,16-3 17 16,-16-4-30-16,0 19-6 15,0 21-4-15,0 29-42 16,0 30 4-16,0 21-19 16,0 0-56-16,0 0-54 15,6 16 93-15,-6 17-154 16</inkml:trace>
  <inkml:trace contextRef="#ctx0" brushRef="#br0" timeOffset="27879.86">23032 15773 439 0,'0'0'44'0,"0"0"-40"0,0 0 11 0,0 0 18 0,-99 0 10 16,77-17 3-16,16 17 15 15,0-8 45-15,-1 8 20 16,7 0-38-16,0 0-25 0,0 0-48 15,0 0-15-15,7 0 8 16,51 0 24-16,17 0-29 16,-7 0 1-16,3 0-2 15,-9 0-4-15,-15-3-8 16,-13-2-16-16,-9-2-20 16,-10 7-42-16,-8 0-24 15,-7 0-98-15,0 0-70 16</inkml:trace>
  <inkml:trace contextRef="#ctx0" brushRef="#br0" timeOffset="27998.74">23032 15773 719 0</inkml:trace>
  <inkml:trace contextRef="#ctx0" brushRef="#br0" timeOffset="28094.92">23032 15773 719 0,'-121'-216'133'0,"149"232"-124"0,25-9 9 16,-1-7 9-16,23 0-39 15,-23 0 12-15,-5 0-29 16,-7 0-137-16,-12 0-188 16</inkml:trace>
  <inkml:trace contextRef="#ctx0" brushRef="#br0" timeOffset="30392.88">24871 15191 341 0,'0'0'124'0,"0"0"-108"0,0 0 115 0,0 0-39 16,-109 20-15-16,109-20-52 15,0 5 18-15,0-2-11 16,0 2-9-16,0 2 8 15,0 1-17-15,0 0 12 16,0-3-21-16,28-5 18 0,25 0-11 16,15 0 9-16,-9 0-20 15,3-16 12-15,-16-12-7 16,-5-8-6-16,-23-9 2 16,-12-12-2-16,-6 6 0 15,0-6 9-15,-12 13-19 16,-34 13-11-16,-23 18-39 15,10 13 28-15,-15 0-2 16,3 44 21-16,2 21-18 16,17 7 31-16,11 4 12 15,20-12 25-15,21-4-26 16,0-15 22-16,0-21-23 0,46-8-4 16,22-16-6-16,1 0-18 15,8 0 12-15,4-21 12 16,-7-18-12-16,-15-5 22 15,-3 3-32-15,-25 5 16 16,-9 13-8-16,-16 18 8 16,-6 5 6-16,0 0-6 15,0 0-19-15,0 24 14 16,0 12-2-16,0-3 7 16,12-2 2-16,4-14 3 15,2-9-5-15,4-8-10 16,3 0-34-16,-10 0-97 15,4 0-107-15</inkml:trace>
  <inkml:trace contextRef="#ctx0" brushRef="#br0" timeOffset="30859.02">24263 15793 416 0,'0'0'270'0,"0"0"-242"0,0 0-15 0,0 0 95 16,0 0-27-16,0 0-15 0,422 12-35 16,-295-12-6-16,-10 0-24 15,-14 0-1-15,-16 0-12 16,-16 0-60-16,-21 0-115 16,-26 0-120-16</inkml:trace>
  <inkml:trace contextRef="#ctx0" brushRef="#br0" timeOffset="31425.41">24511 17084 541 0,'0'0'80'0,"0"0"-1"0,0 0 14 0,0 0-10 16,0 0-24-16,0 0-18 15,0-108-5-15,18 31 30 16,1-3-24-16,3-8 0 0,-10 4-23 16,10 4-12-16,-22-4-7 15,6 11 0-15,7 25-15 16,-1 20-40-16,-12 17 28 15,0 11-44-15,0 0-14 16,0 23-75-16,0 18 23 16,0-2-125-16</inkml:trace>
  <inkml:trace contextRef="#ctx0" brushRef="#br0" timeOffset="31809.08">24517 16836 514 0,'0'0'0'15,"0"0"0"-15,0 0 8 16,0 0-8-16,0 0 0 15,0 0 2-15,313-17-1 16,-279 17 4-16,-9 0 33 16,-9 0 53-16,2 0-57 15,-12 13-14-15,-6-1-2 16,0 4 61-16,0 7-27 0,0 6 20 16,-46-1-25-16,-25 8-12 15,-25 0-11-15,15-4-6 16,-6 0 0-16,16-4-13 15,18-8-10-15,38 1-1 16,15-10-36-16,0-11-81 16,0 0-164-16,40-3-240 15</inkml:trace>
  <inkml:trace contextRef="#ctx0" brushRef="#br0" timeOffset="34458.74">25785 15961 392 0,'0'0'25'0,"0"0"-18"0,0 0-7 0,0 0 28 15,0 0 32-15,0 0 7 16,0 20 15-16,0-20 1 15,0 0 43-15,0 0-59 16,0 0-50-16,0 0 4 16,0 0-16-16,0 0-2 15,0 0 10-15,0 0-15 0,22 0 4 16,18-12 42-16,13-12-11 16,0-8-6-16,-1 0-8 15,-2 1-19-15,-3-6 6 16,-16 8-4-16,-4-7-4 15,-14 21-6-15,2-1 5 16,-15 8-9-16,0 8 12 16,0 0-16-16,0 0-35 15,0 0-14-15,0 0-68 16,0 0-194-16</inkml:trace>
  <inkml:trace contextRef="#ctx0" brushRef="#br0" timeOffset="34672.13">25785 15961 243 0</inkml:trace>
  <inkml:trace contextRef="#ctx0" brushRef="#br0" timeOffset="34756.26">25785 15961 243 0,'-12'-141'120'0,"12"182"28"0,0 3-23 0,28-8 109 0,12-4-165 0,-3-11-37 0,4-5-24 16,-7-4 19-16,-6-9-27 0,6 13-10 16,-22-7-15-1,16-6-41-15,-22 2-119 0,-6-5-171 16</inkml:trace>
  <inkml:trace contextRef="#ctx0" brushRef="#br0" timeOffset="39819.03">27305 15396 117 0,'0'0'308'0,"0"0"-235"0,0 0 31 16,0 0-17-16,0 0-14 15,0 0-27-15,-10 0-21 16,10 0-13-16,0 0-4 16,0 0 33-16,0 4-2 15,0-4 17-15,0 0-19 16,0 0 11-16,-12 4-20 15,-1 0 16-15,-8 4-29 16,-4 0-9-16,19 0-5 16,-16 4 0-16,22-4 0 15,-12 8 7-15,5-8 0 0,-8 16-5 16,15-8 9-16,0 8-10 16,0-7 1-16,0 2 0 15,0-2-3-15,0-6-1 16,46 2-1-16,-5-10-6 15,-7-3 15-15,0 0-15 16,-6 0 4-16,18-16 0 16,1-31-11-16,-7-22 15 15,1-11 2-15,-23-4 2 16,-12 7-4-16,-6 13-12 16,0 25 10-16,0 6 2 15,-34 17-4-15,-25 16-35 16,0 0 28-16,-15 36 0 0,0 28-1 15,15 8 8-15,-3-3-25 16,43-17-28-16,7-16-26 16,12-16-67-16,0-12-114 15</inkml:trace>
  <inkml:trace contextRef="#ctx0" brushRef="#br0" timeOffset="40167.38">27525 15568 114 0,'0'0'117'0,"0"0"9"0,0 0 11 0,0 0-26 0,0 0-23 15,0 0-12-15,0 5-23 16,0-5-35-16,0-33 20 16,0-11 27-16,6-25-19 15,6-18 7-15,10-14-23 16,3-7-23-16,3 3 28 16,0 13-29-16,-4 12 19 15,-17 0-23-15,14 24-2 16,-8 12-15-16,-7 16 2 15,0 23-19-15,-6 5-44 0,0 0-50 16,0 21-74-16,0 11 65 16</inkml:trace>
  <inkml:trace contextRef="#ctx0" brushRef="#br0" timeOffset="40784.27">26843 16074 600 0,'0'0'16'0,"0"0"-3"0,0 0-13 0,0 0 47 0,0 0 27 0,0 0 48 15,173-61-28 1,-98 58 17-16,18 3-68 0,-7 0 1 16,8 0-32-16,-1 0-3 15,-7 0-9-15,1 0-6 16,-19 0-29-16,-15 0-43 15,-19-8-80-15,-21 3-249 16</inkml:trace>
  <inkml:trace contextRef="#ctx0" brushRef="#br0" timeOffset="41367.51">27317 16583 475 0,'0'0'102'0,"0"0"-77"0,0 0 37 0,0 0-6 15,0 0 13-15,0 0 23 16,-260 180-51-16,232-135-6 16,15-1-8-16,13 8 19 15,0-8-25-15,0-4-12 16,13-12-9-16,49-7-11 16,-3-14 3-16,-1-3-17 15,4-4 15-15,-9 0-4 16,-12 0 12-16,-1 0-7 0,-6-28-2 15,-15-8-12-15,2-4 14 16,-21 0 9-16,0 8-21 16,0 7-35-16,0 22-64 15,-40 3 79-15,-7 11 41 16,1 38-2-16,6 7-8 16,18 4-7-16,9-15-71 15</inkml:trace>
  <inkml:trace contextRef="#ctx0" brushRef="#br0" timeOffset="42300.14">27345 16711 657 0,'0'0'43'0,"0"0"-39"0,0 0 0 0,0 0 1 16,0 0-5-16,0 0 21 15,0 25 60-15,0-25-12 16,0 0 1-16,0 0-14 15,0 0-3-15,0 0-19 16,0 0-23-16,0 0-5 0,0 0-2 16,0 0 34-16,0 0-28 15,0 0 11-15,0 0-19 16,0 0 12-16,0 0-13 16,0 0-1-16,0 0 5 15,0 0-3-15,-16 8 10 16,-8 3-11-16,2 6 15 15,-18-6-16-15,-7 9 5 16,13-4-2-16,9 5-3 16,-9-6 0-16,12 10 1 0,4 3-5 15,12 0 4 1,6 12-10-16,0 0 14 0,0-8-14 16,46-4 9-16,13-16-15 15,3-4 4-15,-3-8-4 16,-13 0-1-16,7 0-22 15,-13 0 2-15,-5-28-60 16,-8-8-102-16,-14 0-71 16</inkml:trace>
  <inkml:trace contextRef="#ctx0" brushRef="#br0" timeOffset="43282.96">25553 14369 746 0,'0'0'70'0,"0"0"-46"0,0 0-12 15,0 0-12-15,0 0-20 16,0 0-60-16,133-8-46 15,-105 0-84-15,-16 8 55 16</inkml:trace>
  <inkml:trace contextRef="#ctx0" brushRef="#br0" timeOffset="43449.02">26074 14257 713 0,'0'0'63'0,"0"0"-63"16,0 0-3-16,0 0-11 16,0 0-85-16,0 0-49 15,145 8-269-15</inkml:trace>
  <inkml:trace contextRef="#ctx0" brushRef="#br0" timeOffset="43598.92">26675 14394 747 0,'0'0'46'0,"0"0"-7"15,0 0-39-15,0 0-27 16,0 0-58-16,0 0-3 16,75 31-187-16</inkml:trace>
  <inkml:trace contextRef="#ctx0" brushRef="#br0" timeOffset="44397.69">25413 17513 230 0,'0'0'409'0,"0"0"-398"0,0 0 3 0,0 0-11 0,0 0-3 15,347 36-18-15,-288-27-13 16,-6-9-84-16,-19 0-30 15,0 0 64-15,-28-5-115 16</inkml:trace>
  <inkml:trace contextRef="#ctx0" brushRef="#br0" timeOffset="44563.84">26281 17569 544 0,'0'0'192'0,"0"0"-192"16,0 0-24-16,0 0-7 16,0 0-65-16,0 0-113 15</inkml:trace>
  <inkml:trace contextRef="#ctx0" brushRef="#br0" timeOffset="44697.93">26281 17569 465 0,'493'-44'64'16,"-431"44"-18"-16,-3 0-34 16,3 0-8-16,-9 0-8 15,-19-15-122-15</inkml:trace>
  <inkml:trace contextRef="#ctx0" brushRef="#br0" timeOffset="49743.24">14415 16013 196 0,'0'0'167'0,"0"0"-157"0,0 0 32 0,0 0 8 15,0 0-48-15,0 0 32 16,-25 4-20-16,25 1 27 16,0-2 9-16,0-3 27 15,0 0-24-15,0 0-15 16,0 0 2-16,0 0-13 15,0 0 7-15,0 0-31 16,0 0 23-16,0 0-8 0,0 0 17 16,0 0 7-16,0 0 12 15,0-3-21-15,-6-25-32 16,-3-21 13-16,3-10-7 16,-1-18 19-16,7-3-19 15,0-4 5-15,0 19-10 16,0 1 1-16,0 24-3 15,0 12-4-15,0 12 1 16,0 8-35-16,0 8 37 16,0 0-17-16,0 0 8 0,0 0 4 15,0 0-23 1,-12 20-10-16,-22 24 19 0,0 0-10 16,3 0-131-16,9-8-14 15,10-8-121-15</inkml:trace>
  <inkml:trace contextRef="#ctx0" brushRef="#br0" timeOffset="50442.45">14824 15557 354 0,'0'0'218'0,"0"0"-177"0,0 0-32 15,0 0 19-15,0 0-12 16,0 0 9-16,-46 0 0 15,24 0 13-15,10 0 23 16,-1 0 19-16,-8 0-39 16,8 0-38-16,-8 0 7 15,2 11-9-15,0 17 10 16,-9 16-5-16,-6 9 3 16,16 2-7-16,2 2 8 15,-2-1-10-15,18-8 2 16,0 4-6-16,0-3 8 15,0-9-11-15,34-4 10 16,6-12-6-16,7-8-8 0,-7-12 8 16,6-4-8-16,-5 0-23 15,-1-33 27-15,0-14 7 16,-15-6 11-16,-3 9 2 16,-10 8 1-16,-12 16-12 15,0 9-4-15,0 11 4 16,0 0-5-16,-34 0 4 15,-12 39-1-15,-13 17 0 16,12 4 2-16,13-4-9 16,6-12-43-16,16-8-101 0,6-11-91 15</inkml:trace>
  <inkml:trace contextRef="#ctx0" brushRef="#br0" timeOffset="53390.28">15265 15986 155 0,'0'0'306'0,"0"0"-257"0,0 0-37 0,0 0 16 0,0 0-28 15,0 0 0-15,0 0 2 16,0 16 44-16,0-16 35 16,0 0-2-16,0 0 40 15,0 0-53-15,0 0-22 16,0 0-17-16,0 0 23 16,0 0-41-16,0 0 6 15,0 0-15-15,0 8-5 16,0-1-7-16,0 1 12 15,0-8-1-15,0 0 5 0,0 0-7 16,0 0 5 0,0 0-4-16,0 0-1 15,0 0 3-15,0-3 1 0,0 3 9 16,0 0-10-16,0 0-43 16,0 0 34-16,-7 19-23 15,1-10 12-15,0-9-104 16,6 0-246-16</inkml:trace>
  <inkml:trace contextRef="#ctx0" brushRef="#br0" timeOffset="57471.07">16034 15476 368 0,'0'0'55'0,"0"0"-14"0,0 0-6 0,0 0-12 16,0 0 10 0,0 0 2-16,0 0 3 0,0 0-14 15,0 0 24-15,0 0-11 16,0 0 37-16,0 0-40 15,0 0-10-15,0 0-4 16,-7 0 35-16,1 0 2 16,6 0-18-16,-6 0 7 0,6 0-24 15,0 0-2-15,0 0-17 16,0 0 7-16,0 0-7 16,0 0-3-16,0 0 0 15,0 0-13-15,0 0 0 16,0-8 13-16,6 0 4 15,28 0-1-15,4 8-6 16,2 0-6-16,9 0 3 16,-30 0-16-16,15 0 9 15,-21 24-33-15,-13 16 1 16,0 20 40-16,-35 9-5 16,-30 6 3-16,-3 2-33 15,22-18 0-15,18-2 22 16,15-9 18-16,13-7 6 15,0-10 5-15,0-3-4 0,34-12-4 16,19-7 8-16,0-9-4 16,9 0-6-16,-3-25-1 15,-7-19-1-15,-2-4-17 16,-19 12-30-16,-9 12-166 16,-22 12-298-16</inkml:trace>
  <inkml:trace contextRef="#ctx0" brushRef="#br0" timeOffset="58640.1">15820 16395 69 0,'0'0'279'0,"0"0"-185"0,0 0 57 0,0 0-34 15,0 0-29-15,0 0 9 16,-59-8-47-16,59 8-15 0,-6 0-7 15,6 0 2 1,0 0 5-16,0 0-31 0,0 0 6 16,0 0-10-16,0 0-4 15,52 0 4 1,20 0 28-16,24 0-13 0,9 0-13 16,4 0 6-16,-16 0-4 15,0 0-4-15,-25 0-38 16,-9 0-53-16,-19 0-107 15,-40 0-140-15</inkml:trace>
  <inkml:trace contextRef="#ctx0" brushRef="#br0" timeOffset="59253.77">16027 17313 275 0,'0'0'224'0,"0"0"-182"0,0 0 1 0,0 0-21 15,0 0 40-15,0 0 8 16,0 4 46-16,0-40-82 0,0-12 35 16,0-17-1-1,28-7-25-15,-3 0-31 0,9 8-7 16,-15 12 1-16,-4 16-4 15,-8 19 4-15,-1 14-6 16,-6 3 5-16,0 0 2 16,0 0-4-16,0 0-3 15,0 0-13-15,-28 20 0 16,-25 7-27-16,28 6 14 16,-24-5-37-16,24-4-17 15,-3-12-86-15,9-4 31 16,13-8-198-16</inkml:trace>
  <inkml:trace contextRef="#ctx0" brushRef="#br0" timeOffset="59852.14">16843 16563 336 0,'0'0'266'0,"0"0"-190"0,0 0 52 0,0 0-57 16,0 0-62-16,0 0 20 15,-22-4 2-15,22 4 13 16,16-4 10-16,24 4-7 15,0 0-40-15,7-4 8 16,-1 4-12-16,7-8-3 16,-13 4-15-16,-12-4-32 15,3 8-4-15,-9 0-59 16,-22 0-57-16,0 0-44 0,0 0-166 16</inkml:trace>
  <inkml:trace contextRef="#ctx0" brushRef="#br0" timeOffset="59984.36">16843 16563 767 0</inkml:trace>
  <inkml:trace contextRef="#ctx0" brushRef="#br0" timeOffset="60086.17">16843 16563 767 0,'6'-245'38'0,"-6"250"-18"0,34-5 11 0,25 0 23 16,9 0-44-16,-15 0-10 16,15 0-2-16,-21 0-81 15,-22-17-124-15,-25 17-418 16</inkml:trace>
  <inkml:trace contextRef="#ctx0" brushRef="#br0" timeOffset="61084.01">15559 17466 136 0,'0'0'427'0,"0"0"-419"15,0 0-8-15,0 0-2 0,0 0-32 16,0 0 26-16,-12 28 8 16,12-28 1-16,0 0 29 0,0 0 30 15,0 0 22-15,0 0-33 16,0 0 16-16,0 0-40 16,0 0-5-16,0-21 6 15,46-19 22-15,7-16-2 16,40-12-24-16,22-21 5 15,6 1-23-15,-3 4 9 16,-10 20-7-16,-27 7-12 16,-7 6-44-16,-21 7-45 15,-19 11-64-15,-22 14 32 16,-12 19-68-16,0 0-66 16</inkml:trace>
  <inkml:trace contextRef="#ctx0" brushRef="#br0" timeOffset="63414.95">17630 15837 287 0,'0'0'112'0,"0"0"-106"0,0 0-4 0,0 0 0 16,0 0 27-1,0 0 9-15,0 24 30 16,0-24-18-16,0 0 24 0,0 0-1 15,0 0 27-15,16 0-33 16,-16 0-35-16,0 0-8 16,0 0-8-1,0 0 40-15,0 0-42 0,6 0 7 16,7 0-21-16,-1 0-4 16,10 0 4-16,2 0 17 15,4 0-17-15,7 0 9 16,-1 0-16-16,-10 0 15 15,-2 0-13-15,-3 0 8 16,-13 0-6-16,-6 0-4 16,0 8-12-16,0 28 19 15,0 12 2-15,0 1-1 16,-6 7 10-16,-7-17-22 0,1-10 3 16,3-9 0-16,9-12-12 15,0 0-7-15,0-8 3 16,34 0 10-16,6 0 10 15,7 0 8-15,-7 0-10 16,-12 0 13-16,-10 0-6 16,-18 4 1-16,0 4 15 15,0 8 4-15,0 12-12 16,-6 12-9-16,-47 8-11 16,-21 25 5-16,-13 2 2 0,-6-3-3 15,6-3 14 1,28-13-12-16,10-16 5 0,36-15-24 15,13-25-185-15,0 0-206 16</inkml:trace>
  <inkml:trace contextRef="#ctx0" brushRef="#br0" timeOffset="64097.81">18161 15958 206 0,'0'0'90'0,"0"0"-19"0,0 0 43 0,0 0-5 15,0 0-42-15,0 0 26 16,0 0-35-16,0 0-13 16,18-5-18-16,10 2-8 15,13-6 6-15,11 5 7 16,-5 4-8-16,-7 0-20 15,0 0-2-15,-6 0 7 16,-15 0-3-16,-13 0-4 16,0 13-1-16,-6 14-1 15,0 13 6-15,0 9 0 16,-6 11 1-16,-28 4-8 0,9-4 5 16,4-4-7-16,14-3 6 15,7-14-4-15,0-11 1 16,0-3-1-16,41-17 1 15,11-8-9-15,23 0 4 16,5-25 0-16,-5-11 5 16,6 0 10-16,-16-3-1 15,-13 14-8-15,-5 6-1 16,-19-2-27-16,-28 21-161 16,0 0-73-16,0 0-36 0</inkml:trace>
  <inkml:trace contextRef="#ctx0" brushRef="#br0" timeOffset="64982.78">18139 15324 484 0,'0'0'166'0,"0"0"-130"0,0 0 138 16,0 0-109-16,0 0-22 15,0 0-19-15,-394 12 2 0,314 40-17 16,-20 12-7-16,-8 0 29 16,9 8-9-16,-16-4 10 15,3 9-30-15,32 19 19 16,5 5-21-16,23 7 25 16,17 4-21-16,35-8-1 15,0-12-3-15,47-12 0 16,40-16-3-16,21 1-4 15,4-14 6-15,9 2-7 16,6-1 2-16,-19-3-1 16,-21-6 6-16,0-14 1 0,-9-9-6 15,8-12 4 1,1-8-10-16,9 0 11 0,-3 0-6 16,-6 0 0-16,0 0 8 15,-6-16-2-15,-16-4-20 16,9-8-8-16,-6-8-4 15,4-13 7-15,8-7 24 16,-5-12-2-16,12-4 0 16,-13 0-1-16,-15-1 0 15,-13 9-2-15,-11 1 1 16,-23-3-54-16,-6-1 15 16,-6-2 15-16,0-3-20 0,0 8 10 15,0 9 6-15,0 2 31 16,0 12-20-1,0 10-6-15,-40-10 27 0,-32 2-1 16,-14-5-31-16,-17-5-89 16,-2 13 116-16,12 8 7 15,-9 16 74-15,-4 12 28 16,-9 0-23-16,-12 20-79 16,0 16-42-16,0-3-142 15</inkml:trace>
  <inkml:trace contextRef="#ctx0" brushRef="#br0" timeOffset="71295.22">18279 15324 352 0,'0'0'96'0,"0"0"-69"0,0 0 29 0,0 0-35 15,0 0 12-15,0 0 31 16,0 0-14-16,0 8-7 15,0-8 42-15,0 0 0 16,0 0-71-16,0 0 14 16,0 0-24-16,0 4 18 15,0 7 2-15,-25 2-23 16,3 3-1-16,16-9 10 0,-7-2 0 16,7 3 5-16,0-4 5 15,-3 0-12-15,9-4 6 16,0 0-7-16,0 0-2 15,0 0 3-15,0 0-3 16,0 0 19-16,0-16-24 16,0-32 5-16,0-37 2 15,9-26 1-15,44-18 1 16,34-7-7-16,-7 8-2 16,-9 27-4-16,4 20-7 15,-22 29-9-15,-13 29 16 16,-6 10-38-16,0 13-1 15,6 0-11-15,7 0 46 0,-1 0-102 16,-11 0-377-16</inkml:trace>
  <inkml:trace contextRef="#ctx0" brushRef="#br0" timeOffset="72394.89">18347 15127 198 0,'0'0'121'0,"0"0"58"0,0 0-75 0,0 0-37 0,0 0-10 15,0 0 50-15,-34 0-46 16,34 0-17 0,0 0-11-16,0 0-23 0,0 0 13 15,0 0-22-15,0 0 20 16,0 0-20-16,0 0 29 16,0 0-16-16,0 0 11 15,0 0-9-15,0 0-16 16,0 0 0-16,0 0 0 15,0 0 8-15,0 0-8 16,0 0 0-16,0 0 0 16,0 0-6-16,0 0 5 15,0-8-4-15,0 0-2 0,-7 4 7 16,1 0 10-16,-6 4-1 16,12 0 11-1,0 0-14-15,0 0-2 0,0 0 1 16,0 0-10-16,0 0-7 15,0 0 1-15,0 0 10 16,46 8 1-16,13 0 7 16,16 4-6-16,5-7 2 15,1 6 7-15,18-11-12 16,-12 0 2-16,0 0-4 16,-13 0-2-16,-3-11-3 0,-2-6-1 15,-10-7-32 1,-19-8-9-16,0-5-67 0,-18-2-137 15,-22 6-320-15</inkml:trace>
  <inkml:trace contextRef="#ctx0" brushRef="#br0" timeOffset="73340.28">18365 14838 243 0,'0'0'153'0,"0"0"-106"0,0 0-2 0,0 0-28 15,0 0-13-15,0 0-8 16,0-8 14-16,0 1-10 15,0-1 54-15,0 8 25 16,16 0-30-16,-10 0-19 16,6 0 11-16,16 0 28 15,6 0-2-15,-3 0-39 16,25 0 18-16,-9 0-41 16,-1 0 22-16,13 0-21 15,-6 0 8-15,28-5-13 16,-1 2 0-16,-5 3 0 15,-10 0 4-15,3 0-10 16,-15 0 12-16,-7 8-17 0,-12 7 20 16,-6 6-12-1,-9-5 2-15,-4-4-3 0,-15 7-15 16,0-7-52-16,0-4-188 16</inkml:trace>
  <inkml:trace contextRef="#ctx0" brushRef="#br0" timeOffset="74156.31">18440 14954 190 0,'0'0'95'0,"0"0"-85"0,0 0-10 0,0 0 81 16,0 0-7-16,0 0-1 15,0 0 21-15,0 0-7 16,46 0-49-16,7 0 35 16,15 8-11-16,7 5-9 15,-4-5-25-15,25-1-9 0,-3-7-9 16,-6 0 1-16,-13 0 11 16,-9 0-19-16,-18 0 11 15,-7-11-12-15,1-1-4 16,-7-1-15-16,-10-2-45 15,-8 7-150-15,-16 3-140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16T22:51:10.6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5067 4708 622 0,'0'0'39'0,"0"0"23"0,0 0 31 0,0 0-51 0,0 0-4 16,0 0-9-16,0 0 5 16,-16-24 11-16,16 24 15 15,0 0-31-15,0 0-5 16,0 0-4-16,0 0-12 15,0 0 2-15,0 0-9 16,0 0-2-16,0 0 11 16,0 4-21-16,0 28 15 0,-6 16-4 15,6 0 5-15,0 4-5 16,0 1 0-16,0 6-1 16,0 10-1-16,0-5 1 15,0-9-4-15,0-2-8 16,0-1 9-16,0-19 1 15,0-2 3-15,0-18-3 16,0-5 3-16,0 4 0 16,0-12 0-16,0 8 9 15,0-8-8-15,0 0 1 16,-19 0-2-16,-9-33-20 0,0-14 5 16,10-9 8-1,5-9 1-15,4 5-10 0,9-8 0 16,0 4-24-16,0-5 28 15,0 17-17-15,0 4 8 16,0 0-7-16,9 12 25 16,4 4 3-16,-1 4-3 15,4 12 1-15,2 12-6 16,1 4 6-16,15 0-36 16,6 0 33-16,1 20-25 15,-13 28-11-15,-22 7 20 16,-6 11 16-16,0-2 5 15,0-9 39-15,-62 1-5 16,-3-7-26-16,12-21-8 0,6-8-14 16,19-12-55-16,28-8-119 15,0 0-366-15</inkml:trace>
  <inkml:trace contextRef="#ctx0" brushRef="#br0" timeOffset="817.48">5786 4824 359 0,'0'0'169'0,"0"0"-135"0,0 0 35 0,0 0-21 0,0 0-8 16,0 0 5-16,-65-32-6 15,31 28 14-15,0 4-33 16,-13 0 16-16,-6 0-18 16,-6 40 18-16,4 9-33 15,14 3 7-15,-5 4 14 16,27-4-13-16,4 4-2 15,15-4-4-15,0-8 5 16,0 9-5-16,28-10-10 16,24-11 3-16,10 9-12 0,-3-21-2 15,9-9 1-15,-9 2 6 16,-6-13-14-16,-6 0 10 16,-7-4-35-16,-12-24-4 15,-10-13-50-15,-18 10-3 16,0 14-2-16,0-11-78 15,0 24-107-15</inkml:trace>
  <inkml:trace contextRef="#ctx0" brushRef="#br0" timeOffset="1116.08">5618 5168 564 0,'0'0'81'0,"0"0"-76"0,0 0 65 0,0 0-39 0,0 0 34 16,0 0 4-16,128 9-13 15,-88 12-25-15,-12-2-13 16,-10 6 14-16,-2 6-18 15,-16-6-2-15,0 22-5 16,0-3-14-16,0 5 2 16,0-6-20-16,-22-18-68 0,4-13-116 15,-4-12-87-15</inkml:trace>
  <inkml:trace contextRef="#ctx0" brushRef="#br0" timeOffset="1698.92">6570 5610 265 0,'0'0'67'0,"0"0"45"0,0 0 24 0,0 0-18 0,0 0 6 15,0 0-62-15,0-4-24 16,-28-11 2-16,1-18-7 16,2-7 27-16,-16-12-37 15,14-12 24-15,14-9-27 16,-9-7-11-16,22-12-9 16,0-5-4-16,35-6 0 0,33-10-15 15,3 1-22 1,-3 16-52-16,0 32-37 15,-21 43-101-15,-28 21-240 0</inkml:trace>
  <inkml:trace contextRef="#ctx0" brushRef="#br0" timeOffset="2630.43">7249 5085 161 0,'0'0'2'0,"0"0"-1"0,0 0 73 15,0 0 32-15,0 0 18 16,0 0-42-16,0 0-19 15,0 0-19-15,0 0 14 16,0 0 16-16,0 0-27 0,0 0-3 16,0 0-6-16,0-17-1 15,0-6-15-15,0-18 13 16,0-6-34-16,0-5 34 16,0-9-33-16,0-3 5 15,10 4-6-15,2 12-1 16,-6 7 0-16,0 18-1 15,-6 18-8-15,0 5 2 16,0 0-12-16,0 12-13 16,-46 45 19-16,-28 23-31 0,15 0 7 15,6-16 4-15,13-16-93 16,27-15-104-16</inkml:trace>
  <inkml:trace contextRef="#ctx0" brushRef="#br0" timeOffset="3247.91">7051 5514 366 0,'0'0'50'0,"0"0"21"0,0 0 1 15,0 0-24-15,0 0-3 16,0 0 2-16,-6 8 15 16,18-41 35-16,35-14-17 15,12-14-8-15,27-3-15 16,11 8-24-16,8-7-18 0,-6 2-15 15,-3 9-1-15,-3-4-14 16,-18 7-29-16,-16 13-7 16,-7 5-44-16,-24 10-87 15,-22 9-53-15,-6 0-190 16</inkml:trace>
  <inkml:trace contextRef="#ctx0" brushRef="#br0" timeOffset="4029.21">7445 5646 169 0,'0'0'96'0,"0"0"-23"0,0 0-9 0,0 0 16 0,0 0 2 15,0 0-48-15,93 145 14 16,-72-121 4-16,-8 4 3 15,-1-4 16-15,4-4-43 16,-4-8-9-16,1-12-13 16,-7 0 8-16,0 0-9 15,3 0-4-15,-3 0-1 16,7-40 0-16,-1-12 48 16,-2-12-42-16,-10-5 4 15,0 1-1-15,0 4-18 16,0 11 13-16,0 14-9 15,0 14 7-15,0 6-2 16,0 2 0-16,0 9-3 0,6 5-10 16,19 3-13-16,15-8 7 15,-12 8-20-15,31-9 36 16,-3 6-37-16,9-5-52 16,-3 3-60-16,-10-3-219 15</inkml:trace>
  <inkml:trace contextRef="#ctx0" brushRef="#br0" timeOffset="4662.85">7764 5534 300 0,'0'0'44'0,"0"0"11"0,0 0 5 0,0 0-16 15,0 0 37-15,0 0 4 16,102-24-46-16,-61 16 26 16,-1 4-21-16,-21 4-26 15,21 0-18-15,0 0-8 0,-27 16 8 16,-13 20 5-16,0 8 15 16,-41 0-19-16,-5 0 25 15,21-8-17-15,10-11 4 16,2-10-2-16,1-7-11 15,12-8 0-15,0 8-2 16,0-8 2-16,40 0-16 16,25 0 15-16,-3 0 2 15,3 0 11-15,-24-3-9 16,-7-2-6-16,0-3-13 16,-9 1-85-16,9-1-31 15,-13-5-61-15</inkml:trace>
  <inkml:trace contextRef="#ctx0" brushRef="#br0" timeOffset="5078.85">8555 5389 442 0,'0'0'119'0,"0"0"-52"0,0 0 11 0,0 0-10 15,0 0-16-15,0 0 54 16,40 113-50-16,-28-69-11 0,-12-4-6 16,0 4-28-1,0-3 6-15,0-2-17 16,0-3-5-16,-27-3-46 0,2-17-18 15,-3-16-121-15,22 0-240 16</inkml:trace>
  <inkml:trace contextRef="#ctx0" brushRef="#br0" timeOffset="5813.05">9277 5221 389 0,'0'0'103'0,"0"0"27"0,0 0-41 16,0 0 3-16,0 0-65 15,0 0 11-15,0-156 2 16,6 95-7-16,7 1 4 15,-1-7-2-15,-12 6-25 16,0 13-3-16,0 12-11 16,0 12 8-16,0 19-8 15,0 5-4-15,0 0-2 16,0 5 7-16,0 26-3 16,-31 14 1-16,10-9-27 15,-4 0-26-15,-3 0-68 16,6 1 3-16,10-1-109 15</inkml:trace>
  <inkml:trace contextRef="#ctx0" brushRef="#br0" timeOffset="6327.87">9256 5409 251 0,'0'0'192'0,"0"0"-113"0,0 0-17 0,0 0 20 0,0 0-7 16,0 0 8 0,-13 0-30-16,13-28-6 0,0-3 18 15,47-21-28-15,27-4-1 16,13-18-20-16,12-6-7 16,0 0-7-16,-12 8 3 15,0 8-10-15,-13 12-32 16,-12 12-3-16,-15 16-45 15,-7 16-24-15,-15-8-73 0,3 4-100 16</inkml:trace>
  <inkml:trace contextRef="#ctx0" brushRef="#br0" timeOffset="6928.01">9730 5234 300 0,'0'0'321'0,"0"0"-258"0,0 0-19 0,0 0-44 16,0 0 0-16,0 0 13 0,15 0-13 16,-2 0 0-1,-13 0-4-15,0 0 8 0,0 31 17 16,0 10 31-16,-22 3-4 16,-31 12-31-16,7-12 13 15,12 0-6-15,15-13 12 16,13-14-2-16,6-13-34 15,0-4 3-15,0 0 3 16,25 0-6-16,31 0 5 16,3-4 26-16,-1-16-19 15,-23 4-5-15,11 8-7 16,-18 8-26-16,-16 0 8 16,-5 0-56-16,-7 0 2 0,15 8-52 15,-15 8 21 1,0-4-137-16</inkml:trace>
  <inkml:trace contextRef="#ctx0" brushRef="#br0" timeOffset="7393.49">10024 5474 494 0,'0'0'57'0,"0"0"-11"0,0 0-1 0,0 0-32 16,0 0-12-16,0 0-2 15,-12 156 12-15,12-151-11 16,6-5 3-16,-6 0 41 16,6 0 12-16,-6-5-8 15,22-31-17-15,-16-12-19 16,7-4 2-16,-7-4-13 16,0-1 20-16,-6 1-21 15,0 4 17-15,0 13-16 16,0 3 12-16,0 6 18 15,0 11-7-15,0 7-23 0,0 7-1 16,28-2-4-16,12-5-29 16,19-13 27-16,10-3-27 15,-4-8-41-15,3 8-55 16,-28 9 5-16,-12 7-67 16,-28 12-98-16</inkml:trace>
  <inkml:trace contextRef="#ctx0" brushRef="#br0" timeOffset="9941.11">11255 5314 706 0,'0'0'85'0,"0"0"12"0,0 0 2 16,0 0-55-16,0 0-11 15,106 224-33-15,-106-176 0 0,0-4-58 16,0 0-41-16,-53-8-140 15</inkml:trace>
  <inkml:trace contextRef="#ctx0" brushRef="#br0" timeOffset="10808.87">12217 5109 472 0,'0'0'125'0,"0"0"-91"0,0 0 36 15,0 0-44-15,0 0-23 0,0 0 3 16,0-132 34-16,0 79 15 15,0 1-14-15,0 4 14 16,0 4-37-16,0 0 8 16,0 8-25-16,6 8-2 15,-6 23-11-15,0 5-7 16,0 17-13-16,0 35 32 16,-25 32 7-16,-43 4-7 15,3-28 0-15,9-7-9 16,31-25-31-16,10-12-105 15,15-13-48-15</inkml:trace>
  <inkml:trace contextRef="#ctx0" brushRef="#br0" timeOffset="11424.07">12310 5306 341 0,'0'0'148'0,"0"0"-45"0,0 0-9 0,0 0-30 15,0 0 3-15,0 0-12 16,-13 0 18-16,13-13-37 15,0-27 14-15,41-15-42 16,33-18 12-16,19-7-6 16,6-5 1-16,4-3-10 15,-26 12-5-15,10 0 0 16,-25 20-54-16,-22 15-7 16,-15 21-7-16,-9 20-58 15,-16 0-16-15,0 5-42 16,0 35-40-16</inkml:trace>
  <inkml:trace contextRef="#ctx0" brushRef="#br0" timeOffset="12073.52">12713 5088 346 0,'0'0'53'15,"0"0"42"-15,0 0 31 16,0 0-46-16,0 0 15 15,0 0-64-15,-93 165-12 16,37-133-12-16,3 12 12 16,13-15 20-16,6 2-12 15,15-11 1-15,19-7-18 16,0-10-10-16,0-3-5 16,0 0-18-16,34 0-19 15,-3 0 28-15,25-11 14 16,-16-5 12-16,1-1-3 15,-16 6-6-15,2 11 1 0,-14 0 2 16,-7 0-12-16,16 0 5 16,-10 0-1-16,-6 0-14 15,16 0-1-15,-9 0 0 16,-1-9-13-16,-6 6-22 16,10-10 14-16,-4-3 34 15,-6 1 8-15,0 7-8 16,-6 0-2-16,0-5 6 15,0 13 1-15,0 0 3 16,0 0-8-16,0 0-14 0,0 0 18 16,0 13 1-1,0 6 88-15,0 14-35 0,0-13-11 16,0 19-23-16,0-6-3 16,-6 3-5-16,-12 0-9 15,2 0-6-15,4 0-1 16,-1-8-23-16,-2-7-139 15,15-14-29-15,0-7-134 16</inkml:trace>
  <inkml:trace contextRef="#ctx0" brushRef="#br0" timeOffset="13021.33">13072 5389 548 0,'0'0'90'0,"0"0"48"0,0 0-39 16,0 0-49-16,0 0-28 0,0 0 12 16,-12 117-13-16,12-62-21 15,0-6 21-15,0-5-21 16,19-12 7-16,-4-11 5 15,-2-10-21-15,5-2 9 16,-12-9-3-16,10 0-12 16,2 0-5-16,17-17 15 15,-7-35 5-15,3-24 3 16,-10-12-3-16,-21 0-3 16,0-1-37-16,0 21 19 15,0 8-11-15,0 16 9 0,0 12 23 16,0 12 7-16,0 8 8 15,13 4-13-15,21 0 9 16,6 0-3-16,0 0-8 16,25-9 0-16,4-2-1 15,17-6-36-15,-5-3-32 16,-6 0-116-16,-23 20-387 16</inkml:trace>
  <inkml:trace contextRef="#ctx0" brushRef="#br0" timeOffset="13572.59">13609 5177 429 0,'0'0'130'0,"0"0"-105"0,0 0 60 0,0 0-50 0,0 0-4 16,0 0-23-16,220 0 15 15,-201 0-16-15,-13 32 12 16,-6 8-6-16,0 4 32 15,0-8-5-15,-25 5-14 16,-3-2 9-16,-6-6-17 16,28-5 23-16,0-9-33 0,6-10 1 15,0-9-9-15,0 0-8 16,12 0-16-16,28 0 24 16,13 0-2-16,3-17 4 15,-16-3-4-15,19 1-43 16,-12 2 0-16,-7 6-72 15,-12 3-58-15,-16 4-218 16</inkml:trace>
  <inkml:trace contextRef="#ctx0" brushRef="#br0" timeOffset="13870.95">14415 5273 183 0,'0'0'579'0,"0"0"-541"16,0 0 57-16,0 0-33 15,0 0-15-15,0 0-44 16,-12 245 25-16,-7-205-27 15,-15 1-2-15,12-2-3 16,-3-6-7-16,19-5-8 16,6-12-44-16,0-13-14 0,0-3-157 15,0 0-146-15</inkml:trace>
  <inkml:trace contextRef="#ctx0" brushRef="#br0" timeOffset="14221.71">14899 5445 475 0,'0'0'493'0,"0"0"-387"16,0 0-22-16,0 0-49 15,0 0-31-15,0 0-8 16,0 0-22-16,0 0-9 15,0 0-28-15,0 0-23 16,0 0-37-16,6 0-123 16,13 0-17-16</inkml:trace>
  <inkml:trace contextRef="#ctx0" brushRef="#br0" timeOffset="14524.59">15404 5430 363 0,'0'0'307'0,"0"0"-163"0,0 0-23 15,0 0-58-15,0 0-28 16,0 0-20-16,9 0-25 16,-2 0 12-16,-7 0-4 15,0 0 1-15,0 0-32 16,6 0-7-16,6 0-72 16,10 0-70-16,3 0-97 15</inkml:trace>
  <inkml:trace contextRef="#ctx0" brushRef="#br0" timeOffset="14770.7">15888 5425 445 0,'0'0'300'0,"0"0"-161"15,0 0-56-15,0 0-19 16,0 0-41-16,0 0-13 16,0 0-10-16,0 0-47 15,0 0 9-15,0 0-6 16,0 0-28-16,0 0-156 16,0 0-141-16</inkml:trace>
  <inkml:trace contextRef="#ctx0" brushRef="#br0" timeOffset="15603.52">16347 4382 550 0,'0'0'140'0,"0"0"2"0,0 0-105 0,0 0-25 15,0 0 4-15,0 0 6 16,282 17 7-16,-195 15-15 16,-7 16 4-16,-14 4 14 15,-20 9-12-15,-12 3-12 16,-6-4 43-16,-16 12-49 16,-12-4 30-16,0 5-27 15,0 6 0-15,0 6-5 0,-12-1-2 16,-28 4-9-1,-1-3-4-15,14-10 4 0,2-6-27 16,3-25-8-16,10-21-36 16,5-23-99-16</inkml:trace>
  <inkml:trace contextRef="#ctx0" brushRef="#br0" timeOffset="21882.43">10400 5306 206 0,'0'0'268'0,"0"0"-246"0,0 0 40 16,0 0-27-16,0 0 13 15,0 0 32-15,0 0-6 16,-7 0-42-16,7 0 26 16,0 0-25-16,0 0 7 15,0 0-26-15,-9 0 0 16,9 0-11-16,0 0-2 15,0 0 3-15,0 0 1 16,0 0 15-16,0 0-4 0,0 0 5 16,0 0-5-16,0 0 8 15,0 0-19-15,0 0 17 16,0 0-14-16,-6 0-5 16,6 0 8-16,0 0-9 15,0 0 3-15,0 0 1 16,0 0 5-16,0 0-6 15,0 0-10-15,0 0 3 16,0 0-9-16,0 0 8 16,0 0 3-16,28 0 5 15,0-8-1-15,-3 8-7 0,-4 0 9 16,-2 0-12 0,-7 0 0-16,4 0 5 0,-16 16-5 15,0-1 4-15,0 14-5 16,0 2 2-16,0 10-7 15,0-5 23-15,-6 0-11 16,-16-8 3-16,3 0 21 16,13-8-22-16,-9 1 8 15,15-10-10-15,0 1-6 16,0-4 0-16,0 0 6 16,0 0-2-16,21-4-2 15,-2-4 4-15,3 0 0 16,2 0 7-16,-2 0 0 0,3 0-3 15,3 0-4 1,-16-8-5-16,4-7-12 0,2 2-36 16,-11 1-10-16,8 9-56 15,-15 3-60-15,0 0-56 16</inkml:trace>
  <inkml:trace contextRef="#ctx0" brushRef="#br0" timeOffset="24963.77">7271 6172 261 0,'0'0'150'0,"0"0"-107"0,0 0 48 0,0 0-43 16,0 0-21-16,0 0-6 15,0 0 21-15,0 0 5 16,0 0 21-16,-12 0 5 16,12 0-24-16,0 0-4 15,0 0-23-15,0 0 14 16,0 0-21-16,0 0 3 15,0 0-16-15,0 0 4 16,0 0-6-16,0 0 0 0,0 3-1 16,0 6 2-16,0-1-9 15,0 0 14-15,0 3-12 16,12 2 9-16,0 2-4 16,16 6 1-16,-3-6 0 15,9 2-1-15,0-5-1 16,1-5-4-16,-11 6 11 15,4-1-14-15,-6-4 12 16,-3-8-8-16,8 16 6 16,-2-4-1-16,3-7 0 15,6 18 2-15,-3-15 1 0,10 8-1 16,5-4-4 0,4-7 2-16,-19 3-5 0,3-5 4 15,6 2-4-15,-12-2 6 16,-3 2-1-16,21-5 0 15,1 0 1-15,9 0 2 16,-4 0-2-16,-11 0 4 16,-7 0-1-16,12 0-8 15,1 0 3-15,-1 0 1 16,7-5 0-16,-6 2 0 16,-13-2-2-16,0 2 7 15,-9-5 0-15,2 8-5 16,-5 0 0-16,9-5 2 15,-9-2-5-15,12-1 3 16,-3-5 0-16,3 9-2 16,-12-4 6-16,9 0-8 0,-9-3 11 15,2-2-12-15,10 1 7 16,1-12-4-16,5 0-13 16,0-8-10-16,0-1 5 15,-5 10-8-15,-17 7 0 16,4 8-3-16,-16 8 2 15,0 0-89-15,-6 0 26 16,0 0-153-16</inkml:trace>
  <inkml:trace contextRef="#ctx0" brushRef="#br0" timeOffset="25628.91">8942 6172 341 0,'0'0'12'0,"0"0"59"0,0 0-1 0,0 0 7 16,0 0-13-16,0 0-20 15,121-5-22-15,-90 5 22 16,-3 0-14-16,6 0-21 16,0-3-9-16,-15 3 4 15,3 0-4-15,-10 0 1 16,-12 0-4-16,0 0 2 15,0 0-1-15,0 0 4 16,0 20 28-16,0 7 34 0,0 1-42 16,0-3-22-16,0-1-13 15,0-1-66-15,0-6-95 16,0-9-136-16</inkml:trace>
  <inkml:trace contextRef="#ctx0" brushRef="#br0" timeOffset="26461.5">7299 7227 137 0,'0'0'48'0,"0"0"39"0,0 0 17 0,0 0-18 15,0 0 1-15,0 0-23 16,0 0 5-16,0 0-30 0,0 0 6 15,0-12 7-15,31-13-1 16,9-2-32 0,7 2-7-16,-7-7 5 0,7 4-15 15,-13 4 15-15,0 4-9 16,-6 4-8-16,-10-5 3 16,1-6-6-16,3 7 2 15,-4 0-13-15,-2 4-15 16,-4 8-27-16,-6 8-31 15,-6 0 14-15,0 0-20 16,0 0-95-16</inkml:trace>
  <inkml:trace contextRef="#ctx0" brushRef="#br0" timeOffset="26744.02">7336 7014 470 0,'0'0'144'16,"0"0"-138"-16,0 0 38 15,0 0-22-15,0 0-1 16,0 0 13-16,161 128 8 0,-139-107-28 15,-3-13 11-15,-7 3-12 16,-3-3-13-16,4-4-1 16,-7 9-41-16,6-5-22 15,4-1-14 1,-4-7-101-16</inkml:trace>
  <inkml:trace contextRef="#ctx0" brushRef="#br0" timeOffset="27392.84">8288 7130 23 0,'0'0'175'0,"0"0"-123"0,0 0 64 16,0 0-43-16,0 0-45 15,0 0 41-15,-15-100-3 16,15 80 8-16,0-4-19 0,0 4-20 16,0-8-24-1,0-1-22-15,0 1 11 0,0-11 0 16,15 3 0-16,10 0-38 15,-19 11-28-15,3 17 54 16,-9 8 12-16,0 0 0 16,0 16-9-16,-27 20 2 15,-8 9 4-15,-5-1-66 16,6-5-115-16,-31 2-171 16</inkml:trace>
  <inkml:trace contextRef="#ctx0" brushRef="#br0" timeOffset="28027.24">8254 7371 285 0,'0'0'114'0,"0"0"-48"0,0 0-53 0,0 0 7 0,0 0-13 0,0 0 40 15,19-36 29-15,15 3-7 16,6-3-23-16,7-3 5 15,-1 6-14-15,7 2 6 16,-19-14-42-16,19 17 9 16,-13-4-7-16,-6 8-6 15,-12 8-20-15,-4 8-34 16,-18 8-35-16,7 0 1 16,-1 0-42-16,-6 0-66 0,0 0-68 15</inkml:trace>
  <inkml:trace contextRef="#ctx0" brushRef="#br0" timeOffset="28592.11">8533 7227 487 0,'0'0'104'0,"0"0"-76"16,0 0-6-16,0 0-17 0,0 0-2 16,0 0 20-16,74 0-5 15,-46-5 35-15,-9 5 1 0,3 0-24 16,-4 0-5-16,-11 5-24 16,-7 19 16-16,0 15-15 15,0 2 23-15,0 3-24 16,0-8 16-16,0-4-13 15,0-12 0-15,0-4-8 16,0-3 8-16,0-10-8 16,0-3-8-16,0 0-15 15,15 0 27-15,10 0-3 16,3 0 11-16,6-20 0 16,-3 4 7-16,3 0-3 15,-12 4-7-15,-4 4-3 16,-5 3-2-16,-4 5 0 0,-9-3-19 15,0 3-33 1,6 0-38-16,-6 0-30 0,0 0-344 16</inkml:trace>
  <inkml:trace contextRef="#ctx0" brushRef="#br0" timeOffset="30007.63">10220 6364 320 0,'0'0'169'0,"0"0"-155"0,0 0 22 16,0 0-20-16,0 0-3 15,0 0 28-15,0 0-12 16,0 4 1-16,0 5 17 16,6-9 59-16,6 8-51 15,-5-1-16-15,27 1-19 16,-6 0-7-16,3 5-6 16,-3-2-11-16,24-2 4 15,-11 7 0-15,5-8 10 0,1-1-2 16,-7 6-1-1,0-5-5-15,1 3 10 0,-1-2-11 16,13-6 0 0,-7-3 0-16,10 0 1 0,3 0-4 15,3 0 8 1,3 0 5-16,-6 0-11 0,-3 0 19 16,-10 0-17-16,-6 0 7 15,1-12-6-15,-1 12-3 16,0-11 3-16,-2 11 4 15,2 0-9-15,0-8 6 16,-6-5-4-16,19 6 1 16,3-9-1-16,-3-4 1 15,-1-1 6-15,-5 9-7 0,-13 1 0 16,0 3-1-16,0-1 2 16,-9 1 3-16,15-8 5 15,7 4-6-15,-13-9-2 16,19 2-1-16,-13-5-8 15,0 3-3-15,-12 5-2 16,-9 5-25-16,-7 2 2 16,-3 9 2-16,-2 0 0 15,-7-3-106-15,0-10-16 16,0-7-355-16</inkml:trace>
  <inkml:trace contextRef="#ctx0" brushRef="#br0" timeOffset="30740.9">11916 6175 312 0,'0'0'143'0,"0"0"-35"0,0 0-37 0,0 0-27 16,0 0-1-16,0 0 5 0,0 0-20 15,0 0-15-15,0 0 20 16,0 0 0-16,22 0 4 16,-4 0-32-16,23 0 9 15,-14 0-10-15,-2 0-7 16,3 0 7-16,-9 0-3 15,-10 0 16-15,-3 0-6 16,0 0 11-16,-6 0-22 16,0 0 0-16,0 0-1 15,0 0-2-15,0 0-7 0,0 0-6 16,0 0 16-16,0 0 0 16,0 20 17-16,0 13-10 15,-21 3-1-15,-10 4-6 16,-10 0-20-16,1-7-40 15,12-10-32-15,16-7 5 16,6-8 6-16,6-8-49 16,0 0-52-16,0 0 47 15</inkml:trace>
  <inkml:trace contextRef="#ctx0" brushRef="#br0" timeOffset="31923.22">10908 7194 309 0,'0'0'6'0,"0"0"-6"0,0 0-6 0,0 0 6 16,0 0 0-16,0 0 114 0,-22 13 46 16,22-13-49-16,0 0 16 15,0 0-53-15,0 0-62 16,0 0-6-16,0-17-6 15,28-15 0-15,19 1 22 16,-1-2-13-16,-5 0 3 16,-13 14-4-16,-4-1-4 15,-11 8-8-15,2 4-3 16,-2 0-6-16,-13 8-54 16,0-5-67-16,0 5 8 0,0 0-37 15,0 0-147 1</inkml:trace>
  <inkml:trace contextRef="#ctx0" brushRef="#br0" timeOffset="32124.44">10908 7194 537 0</inkml:trace>
  <inkml:trace contextRef="#ctx0" brushRef="#br0" timeOffset="32255.76">10908 7194 537 0,'-102'-128'115'0,"158"152"-32"16,-4-4-4-16,-5 0-2 0,-7 0-71 15,-27-12-6-15,-7 5 0 16,0-10-4-16,3 5-4 16,4 4-62-16,-7 1-24 15,-6-5-25-15,0 4-105 16</inkml:trace>
  <inkml:trace contextRef="#ctx0" brushRef="#br0" timeOffset="32889.37">11361 7106 236 0,'0'0'80'0,"0"0"-80"0,0 0 0 0,0 0 0 0,0 0 18 16,0-7 100-16,0-6-27 16,15-7-13-16,-15 0 7 15,7-4 4-15,-1-4-36 16,-6 0-50-16,12-4 11 16,-12 7-10-16,6 5-5 15,1 1 4-15,-7-1-6 16,15-1 4-16,-9 6-3 15,7 2 0-15,-13 9 2 16,0 4 5-16,0 0-1 16,0 0-4-16,0 0-30 15,0 0-45-15,0 25 2 0,0-2-64 16,-6 5-184 0</inkml:trace>
  <inkml:trace contextRef="#ctx0" brushRef="#br0" timeOffset="33555.87">11321 7271 82 0,'0'0'243'0,"0"0"-182"0,0 0-17 15,0 0-15-15,0 0-6 0,0 0 25 16,62 0 7-16,-56-13 0 15,19-7 9-15,9-3 13 16,12-2-1-16,10-7-44 16,9-8-6-16,22-12-8 15,0 0-11-15,6-1-6 16,-19 6-1-16,7 3-16 16,-13 3-58-16,-15 13-47 15,-19 8 30-15,-28 20-54 16,-6 0-147-16</inkml:trace>
  <inkml:trace contextRef="#ctx0" brushRef="#br0" timeOffset="34238.36">11770 7150 226 0,'0'0'312'0,"0"0"-229"0,0 0-32 15,0 0-27-15,0 0-8 16,0 0-10-16,0 0-4 16,0 0 5-16,0 0 24 0,0 0 24 15,25 0-7 1,15 0-23-16,-12 13-11 0,0-2-14 16,-15 5 0-16,-13 1 0 15,0 11 6-15,0 3 17 16,0 10-19-16,0-5 13 15,-28 3-13-15,15-6-1 16,1-9 4-16,12-12-5 16,0-4-2-16,0-8-11 15,0 0 9-15,0 0-44 16,0 0 28-16,6 0 18 16,19 0 8-16,3 0 2 15,6-8 5-15,0 0 4 16,-3-4-13-16,9-1 7 0,1 6-11 15,-7 3-4-15,-16 4-21 16,-2-4-21-16,-10 4-83 16,-6 0-23-16,0 0-290 15</inkml:trace>
  <inkml:trace contextRef="#ctx0" brushRef="#br0" timeOffset="62680.72">5206 10097 471 0,'0'0'60'0,"0"0"-48"0,0 0-7 0,0 0-2 16,0 0 1-16,0 0-4 15,0 0 2-15,0 0 10 16,0 0 41-16,0 5 11 15,0-5-7-15,0 0-6 16,0 4-34-16,0-4 2 16,0 0-18-16,0 8 11 15,-6-8-7-15,6 8 15 0,-9-8-8 16,9 8 11 0,0-8-6-16,-13 12-3 0,13-4-10 15,0 4-3-15,0 0 6 16,0 0-5-16,0 4-2 15,0-3 0-15,0-2 3 16,28-2 2-16,-9-6-4 16,15-3-2-16,-6 0 4 15,3 0-8-15,-3 0 8 16,-7-28-4-16,16-8 2 16,-9-8 9-16,0-8-10 15,-9-1 0-15,3 6 5 16,-10 2-5-16,-12 9-16 15,0 20 16-15,0 4-8 0,0 4 8 16,-34 8-10-16,-13 0-15 16,-5 0 20-16,-10 4 3 15,15 28 2-15,16 16 0 16,3 1 2-16,16-1-6 16,12 0 8-16,0-8-9 15,0-16 11-15,0 0-12 16,25-16-3-16,9-8-13 15,6 0-26-15,-6 0 23 16,13-8 20-16,-1-20-1 16,-12-8 3-16,0 8-6 15,-9-8 9-15,-12 11 1 16,2 17 6-16,-9 5-6 0,-6 3 11 16,0 0 0-16,7 0-12 15,-7 0-8-15,0 0-26 16,6 11 34-16,0 25 1 15,9 9 46-15,-2 20-38 16,5-1 3-16,4 16 1 16,-3 4-2-16,2 4 9 15,-8 0-10-15,-1-4 0 16,-2-4-10-16,-10-8-3 16,0-15-16-16,0 7-44 15,0-20-54-15,0-8-42 16,-28-11-142-16</inkml:trace>
  <inkml:trace contextRef="#ctx0" brushRef="#br0" timeOffset="63280.9">5392 10571 344 0,'0'0'342'0,"0"0"-269"0,0 0-14 0,0 0 4 16,0 0-47-16,0 0-3 15,115-7 28-15,-56 2 9 16,3-3 2-16,-3 8-28 16,-7 0 13-16,-5 0-34 15,-1 0 4-15,-5 0-4 16,-20-4-6-16,14-8-33 0,-23 5-61 16,0-10-66-16,-12 5-151 15</inkml:trace>
  <inkml:trace contextRef="#ctx0" brushRef="#br0" timeOffset="63846.68">6189 10222 399 0,'0'0'207'0,"0"0"-204"0,0 0 28 0,0 0 11 16,0 0 3-16,0 0-6 15,245-7-15-15,-195 2-19 16,-26 5-2-16,10-3-3 0,-27-2-9 15,14 2-15-15,-21-6-40 16,7 1-32-16,-7-3-45 16,0-6-70-16</inkml:trace>
  <inkml:trace contextRef="#ctx0" brushRef="#br0" timeOffset="64132.08">6173 9909 266 0,'0'0'396'16,"0"0"-380"-16,0 0 26 15,0 0 96-15,0 0-76 16,0 0-27-16,329-3-25 16,-261-6-6-16,-9 9-4 15,-12-3-29-15,-26 3-41 16,-21-8-109-16,0 3-193 16</inkml:trace>
  <inkml:trace contextRef="#ctx0" brushRef="#br0" timeOffset="69723.55">8400 8710 132 0,'0'0'133'0,"0"0"-44"0,0 0-32 16,0 0-20-16,0 0 25 16,0 0-33-16,0 0-4 15,0-3 2-15,0 3 23 16,0 0-21-16,0 0-17 0,0 0-10 15,0 0 6-15,0 0 13 16,0 0 10-16,0 0 36 16,0 0-35-16,0 0 2 15,0 0-28-15,0 0-4 16,0 0 2-16,0 0 8 16,0 0 2-16,0 0 6 15,0 0 15-15,0 0-22 16,0 0 39-16,0 0-29 15,0 0 7-15,6-5-30 16,9-23-3-16,-2-11 3 16,15-10 31-16,-10-12-7 15,4 2-17-15,9-1-14 0,-3 7 13 16,-9 17-14-16,-10 16 3 16,-9 12 4-16,0 4-2 15,0 4-7-15,0 0-29 16,0 0-45-16,-16 16 34 15,-30 28-44-15,-13 8-48 16,12 9-81-16,1-13-189 16</inkml:trace>
  <inkml:trace contextRef="#ctx0" brushRef="#br0" timeOffset="70340.48">7618 8863 604 0,'0'0'74'0,"0"0"-11"0,0 0 70 0,0 0-84 16,0 0-38-16,0 0-6 16,-6-9-1-16,53 9 33 15,39 0 21-15,29 0-5 16,43 0-25-16,16 0-7 16,9 0-11-16,-9 0-6 15,-29 0-2-15,4 0-2 16,-25 0-2-16,-15-16-48 15,-22 4-14-15,-19 1-78 16,-43-2-145-16</inkml:trace>
  <inkml:trace contextRef="#ctx0" brushRef="#br0" timeOffset="71339">7972 9188 344 0,'0'0'231'0,"0"0"-146"0,0 0-10 0,0 0-8 16,0 0-30-16,0 0-36 15,22-5 33-15,24-3-4 16,7 0 17-16,-13 5 3 16,-21-2-5-16,2 5-13 0,-2 0-29 15,3 0-3-15,-22 0-7 16,0 0 5-16,0 29 2 16,0 11-3-16,-6 7 6 15,-50 6-3-15,-9-1 0 16,-4-4 1-16,10-8 2 15,32-12-3-15,20-8 13 16,7 1-8-16,0-9-10 16,0-1 4-16,0-3 0 15,28-3-17-15,19-2 14 16,-7 2 1-16,13-1 6 16,-1-4-2-16,-11 0 0 15,5 0-2-15,-5 0-7 16,5 0-4-16,-6 0-31 15,1 0-4-15,-1 0-63 0,-18 0-130 16,-4 0-366-16</inkml:trace>
  <inkml:trace contextRef="#ctx0" brushRef="#br0" timeOffset="71856.11">8527 9629 98 0,'0'0'450'0,"0"0"-440"0,0 0 5 0,0 0-10 16,0 0 15-16,0 0-5 16,-6 64 24-16,6-64-21 15,0 0 18-15,0 0 41 16,0-4-6-16,0-20-12 16,6-12 4-16,16-8 2 15,-16-9-49-15,0-7-2 16,-6 1-14-16,0-7 8 0,0 15-8 15,0 2-6-15,0 13 6 16,0 13 0-16,-12 10 11 16,12 10-10-16,0 3 28 15,0 0-29-15,0-5-5 16,0 2-2-16,0-2 6 16,12 2-14-16,22 3-7 15,19 0 16-15,15 0 12 16,-9 0-2-16,15 0-4 15,-9-5-31-15,-3-10-39 16,-9 2 28-16,-19 5-83 16,-28 8-88-16,-6 0-142 0</inkml:trace>
  <inkml:trace contextRef="#ctx0" brushRef="#br0" timeOffset="72471.28">8856 9311 563 0,'0'0'68'0,"0"0"-14"0,0 0-46 0,0 0-5 16,0 0 14-16,0 0 21 16,80 0-8-16,-67 0-11 15,-7 5-19-15,0 15 2 16,-6 0 6-16,0 12 15 15,0 1 5-15,0 14-20 16,-6-7 8-16,-7 4-15 16,-8 0 14-16,21-16-12 15,0-7 0-15,0-5 0 16,0-4-3-16,40-12 7 16,0 0-5-16,1 0-4 15,-1 0 5-15,-6 0-6 16,0-16 10-16,-9-1-2 0,9 6-5 15,0-1-21-15,0 7-66 16,-15 5-66-16,-19 0-211 16</inkml:trace>
  <inkml:trace contextRef="#ctx0" brushRef="#br0" timeOffset="73137.16">7203 10010 272 0,'0'0'325'0,"0"0"-248"0,0 0 29 16,0 0-40-16,0 0-60 0,0 0 13 16,102 4 40-16,19 4 12 15,31-5-6-15,28-3-11 16,34 0-4-16,15 0-10 15,-2 0-7-15,-7 0-32 16,-34 0 9-16,-13-3-7 16,-5 3-6-16,-35 0-29 15,-12 0-42-15,-28 0-19 16,-46 0-46-16,-38 3-179 16</inkml:trace>
  <inkml:trace contextRef="#ctx0" brushRef="#br0" timeOffset="77783.95">8288 11109 125 0,'0'0'255'0,"0"0"-186"0,0 0 33 0,0 0-35 16,0 0-37-16,0 0 16 16,0 0-7-16,0 0 21 0,0 0-13 15,0 0-24-15,0 0 8 16,0 0-9-16,0 0 17 16,0 0-18-16,0 0 6 15,0 0-13-15,0 0 23 16,0 0-24-16,0 0 5 15,0 0-2-15,0 0-9 16,0 0 0-16,0 0 4 16,0-24-7-16,0-17 8 15,0-10 0-15,0-2-10 16,0-7 13-16,0-1-14 16,0 6 0-16,0-6-1 15,0 9-13-15,6 12 5 16,1 21 4-16,-7 10 0 0,0 9 2 15,0 0-20-15,0 17 21 16,0 22-4-16,-28 10-10 16,-19-1-29-16,13-17-24 15,3-2-1-15,15-6 11 16,4 2-19-16,12 7-13 16,0 4-88-16,0-4-163 15</inkml:trace>
  <inkml:trace contextRef="#ctx0" brushRef="#br0" timeOffset="78433.37">7612 11229 275 0,'0'0'140'0,"0"0"-48"0,0 0-5 0,0 0-20 15,0 0-53-15,0 0 11 16,47 8-4-16,-7-8 48 15,25 11 4-15,16-6-19 16,46 3 0-16,6 0-19 16,4-4 4-16,-4-4-38 15,-21 5 11-15,2-5-10 16,-21 0 0-16,-6 0-2 16,-6 0-2-16,-29 0-17 15,1 0-42-15,-3 0 3 16,-19 0-102-16,-22-9-50 0</inkml:trace>
  <inkml:trace contextRef="#ctx0" brushRef="#br0" timeOffset="79565.14">7705 12164 462 0,'0'0'97'0,"0"0"-95"0,0 0 8 0,0 0 18 0,0 0-8 16,0 0 4-16,68 127 8 15,-55-114 21-15,-1-6 17 16,-6 14 7-16,4-9-20 16,-4-1-22-16,6-6-27 15,1-5-8-15,-13 0-1 0,0 0-8 16,21-8-16-16,-14-33 25 16,-1-6 36-16,16-26-11 15,-4-10-4-15,-5-6-21 16,14 1-14-16,-14 8-3 15,2 16 17-15,-8 7 0 16,11 21 1-16,-18 13-1 16,22 2 20-16,3 1-20 15,-10 0 5-15,32-4-8 16,-23 7 3-16,4 6-21 16,7 3-18-16,-1 0 22 15,12 4 10-15,13-9 1 0,-12 10-27 16,-1-5-135-1,-18-1-169-15</inkml:trace>
  <inkml:trace contextRef="#ctx0" brushRef="#br0" timeOffset="80218.63">8307 11802 289 0,'0'0'19'0,"0"0"31"0,0 0 18 0,0 0-46 0,0 0 4 16,0 0 15-16,-6-15-1 16,40 7-25-16,-10 0 33 15,11 8-35-15,-8 0-13 16,-8 0 2-16,3 0-2 16,-16 16 8-16,-6 23 14 15,0 14-6-15,0 7 3 16,-47 4-6-16,13 4-12 15,-6 0 16-15,12-16 9 16,16-7 76-16,-1-14-53 0,13-10-1 16,0-9-34-16,0-8-6 15,0 0-8-15,7-4 0 16,20 0 3-16,26 0-1 16,0 0 18-16,0 0-9 15,15 0-7-15,-16-4-1 16,17 4 2-16,-4 0-4 15,-19 0-2-15,-5 0-6 16,-7 0-34-16,-22 0-45 16,-12 0-175-16</inkml:trace>
  <inkml:trace contextRef="#ctx0" brushRef="#br0" timeOffset="82047.33">10006 10390 20 0,'0'0'379'0,"0"0"-332"0,0 0-4 16,0 0-34-16,0 0-9 15,0 0-29-15,-9 5 11 0,9-5 18 16,0 0 3-16,0 0 62 15,0 0 38-15,0 0-4 16,0 0-30-16,0 0-8 16,0 0-27-16,0 0-28 15,0 0-6-15,0 0 8 16,0 0 21-16,0 0-10 16,0 0 10-16,0 0-28 15,0 0 6-15,0 0-7 16,0 0 0-16,27 0 27 15,14 0-1-15,-1 0 6 16,13 0-15-16,0 0 4 16,9 0-19-16,-10 0 7 15,7 0-8-15,-19 0-2 0,-12-13-13 16,-21 13-5-16,-7-3-4 16,0-5-46-16,0 4 34 15,0-4-6-15,0 0-199 16</inkml:trace>
  <inkml:trace contextRef="#ctx0" brushRef="#br0" timeOffset="82564.03">10077 10122 42 0,'0'0'584'0,"0"0"-570"0,0 0 66 0,0 0 44 0,0 0-45 16,0 0-25-16,382 0 14 16,-314 0-35-16,-3-8-30 15,-19 0 2-15,-11 4-5 16,-8-8-8-16,-27 0-100 0,0 0-152 15</inkml:trace>
  <inkml:trace contextRef="#ctx0" brushRef="#br0" timeOffset="96684.29">11984 10218 420 0,'0'0'118'0,"0"0"-98"0,0 0 12 0,0 0-31 16,0 0-1-16,0 0-7 15,0 0 7-15,0 0 43 16,0 0 41-16,0 0 22 15,0 0-42-15,0 0-18 16,0 0-27-16,0 0-19 16,0 0-3-16,0 0 3 0,0-3 8 15,0-22-2 1,0 9 20-16,0-12-11 0,0-12 17 16,0 0-18-16,0-1 6 15,0-6-8-15,0-9-10 16,13-8-2-16,-1-16 2 15,16-5-8-15,6 4 5 16,-15 18 0-16,-4 22 2 16,-9 26-4-16,-6 15 3 15,0 0-21-15,0 0-18 16,0 36 13-16,0 0 10 16,-15-5 6-16,2-3 5 15,1 1-18-15,-10-1 15 16,-3 28-53-16,-21-4-69 15,-16 1-71-15</inkml:trace>
  <inkml:trace contextRef="#ctx0" brushRef="#br0" timeOffset="97300.31">11296 10511 389 0,'0'0'140'0,"0"0"-62"0,0 0-13 0,0 0-34 15,0 0-14-15,0 0 96 16,118 0-23-16,-22 0-36 16,3 0 15-16,6 0-35 15,-2 0-26-15,-10 0 3 16,-6 0-22-16,-7 0 1 0,-5 0 5 16,-17 0-32-16,-11 0-27 15,-19 0-86-15,-28 0-183 16</inkml:trace>
  <inkml:trace contextRef="#ctx0" brushRef="#br0" timeOffset="98182.76">11361 11101 236 0,'0'0'261'0,"0"0"-183"0,0 0 10 0,0 0-48 0,0 0-25 16,0 0-7-16,0 0-5 15,0 0 9-15,22 0 36 16,2 0 2-16,4 0-27 16,-9 0-16-16,3 0-5 15,-4 20-4-15,-2 7-4 16,-16 22 2-16,0 2 8 0,0 10-7 16,0 3 3-16,-16 5-18 15,-15-6 18-15,3-2 0 16,0-13 14-16,10-8-7 15,18-20 35-15,0-4-39 16,0-8 7-16,0-8-10 16,46 0 0-16,23 0 12 15,-4-4 18-15,3-8 9 16,-15 4-25-16,-7 0-9 16,-12 4-5-16,-15 4-4 15,-13 0-38-15,9 0-5 16,-8 0-86-16,-7 0-88 15,0 0-257-15</inkml:trace>
  <inkml:trace contextRef="#ctx0" brushRef="#br0" timeOffset="98683.68">11770 11642 317 0,'0'0'201'0,"0"0"-168"0,0 0-8 0,0 0 5 16,0 0-18-16,0 0 22 0,40 168-3 15,-27-163-18-15,-13-2 4 16,12 2-2-16,4-5 11 15,-10 0-5-15,13 0 49 16,-4-41 12-16,4-6-19 16,-1-17-50-16,-2-5-8 15,-16-8-5-15,12 2 2 16,-12 3-2-16,0 3-19 16,0 13 11-16,0 15 16 15,0 2-8-15,0 6 7 16,-18 5-2-16,-4 1-5 15,22 15-10-15,0-1 9 16,0 5 0-16,0-7-3 0,0-1-7 16,28 3 7-16,6 9-14 15,-3 4 3-15,-3 0-4 16,12 0 12-16,0 0-3 16,-5 0-15-16,-4 0-65 15,-4 0-43-15,-14 0-65 16</inkml:trace>
  <inkml:trace contextRef="#ctx0" brushRef="#br0" timeOffset="99331.76">12257 11285 284 0,'0'0'141'0,"0"0"9"0,0 0-40 0,0 0-42 15,0 0 14-15,0 0-43 16,0 0-24-16,0 0 13 16,0 0-4-16,6 0-21 15,16 0 0-15,9 0-6 0,19 0 6 16,-4-7-9 0,-15 7 4-16,-3 0-11 0,-16 0-18 15,-12 23-31-15,0 26 62 16,0 2 6-16,-40 6-5 15,-13-1 1-15,19-9 9 16,9-6 4-16,10-17 27 16,15-15-24-16,0-2-5 15,0-7-13-15,28 0 2 16,40 0-2-16,19-28 3 16,-7 0 23-16,13 0-26 15,1 12 11-15,-29 7-11 16,-10 9-21-16,-20 0-7 0,-17 0-50 15,-18 0-56 1,0 17-47-16</inkml:trace>
  <inkml:trace contextRef="#ctx0" brushRef="#br0" timeOffset="102412.88">13259 10423 341 0,'0'0'69'0,"0"0"8"0,0 0-1 0,0 0-27 15,0 0-9-15,0 0-7 16,0 0 5-16,0 0 27 16,0 0-12-16,0 0-15 15,0 0-37-15,0-5 14 0,0-2-10 16,0-1 14 0,0 0-12-16,0-5 4 0,0 10-7 15,0-5 0-15,0-4 2 16,0 7 0-16,0 5-12 15,0 0 4-15,-13 0 2 16,1 0 4-16,6 0-1 16,-10 20 1-16,16 1-2 15,0-9-4-15,0-4 2 16,0-5-2-16,16-3-6 0,8 0 5 16,4 0 6-1,13-36 11-15,-17 0-1 16,-2-3-8-16,-16 3-5 15,-6 11-21-15,0 17 15 16,0 8-13-16,0 0-13 0,-18 16-2 16,-10 24 33-16,9 1-2 15,-9-17 3-15,28-4 0 16,0-17-3-16,0-3-63 16,0 0-142-16,0 0-147 15</inkml:trace>
  <inkml:trace contextRef="#ctx0" brushRef="#br0" timeOffset="106826.03">14716 10315 295 0,'0'0'40'0,"0"0"-7"0,0 0 54 0,0 0-11 15,0 0-29-15,0 0-18 16,0 0-1-16,155 44 34 16,-137-60 67-16,4-9-28 15,-9-6-68-15,2-18 3 0,-3-11-10 16,7-28-4 0,3-8-1-16,-4-25-16 0,-11-7 3 15,-7 0-5-15,0 19 1 16,0 14 2-16,0 26-6 15,0 8 0-15,-19 30 20 16,-3-2-8-16,4 14-3 16,5 7 1-16,7 4 24 15,6 8-34-15,0 0-12 16,0 0 7-16,37 0-29 16,44 0 34-16,21-5 6 15,4-3-1-15,-13 0-5 16,-13 8-35-16,-27 0-52 0,-37 0-160 15,-16 21-176-15</inkml:trace>
  <inkml:trace contextRef="#ctx0" brushRef="#br0" timeOffset="107724.69">15472 9632 70 0,'0'0'162'0,"0"0"-48"0,0 0 17 0,0 0-36 0,0 0 1 16,0 0 14-16,-46 0 6 15,46 0-56-15,0 0-35 16,0 0-5-16,0 0-16 16,0 0-4-16,0 0 1 15,6 0 13-15,22 0-14 16,19 0 10-16,-13-3-6 16,-10 3-8-16,-11 0-6 15,2 0-32-15,-15 36 17 16,0 11 25-16,0 10 3 15,-21 3-2-15,-4-8 12 16,-3-11-13-16,16-5 25 0,12-16-23 16,0-4 7-16,0-8-6 15,0-8-4-15,24 0 1 16,17 0-15-16,5 0 15 16,10 0 1-16,-3-16 32 15,-13 4-9-15,13-4-18 16,-7 8-6-16,-6 8-26 15,-5 0-32-15,-17 0-28 16,-2 0-74-16,-16 8-107 16</inkml:trace>
  <inkml:trace contextRef="#ctx0" brushRef="#br0" timeOffset="108341.64">14201 10888 535 0,'0'0'76'0,"0"0"-21"0,0 0-1 0,0 0 15 0,0 0 31 0,0 0-43 16,254-41 17-16,-120 38-25 16,33-9-4-16,16 4-11 15,-3-5-17-15,0-2-9 16,-19 2-7-16,-15-3-1 15,-19 13-18-15,-28 3-21 16,-18 0-41-16,-35 0-42 16,-36 0-176-16</inkml:trace>
  <inkml:trace contextRef="#ctx0" brushRef="#br0" timeOffset="109057.79">15200 11915 195 0,'0'0'186'0,"0"0"-151"0,0 0 71 0,0 0-11 16,0 0-23-16,0 0 41 15,0-72-24-15,0 16-5 16,31-13-11-16,-4-7-26 15,14-12-43-15,-1-5 11 16,-6 5-15-16,-15 8-14 16,-7 24 0-16,-12 20-4 15,0 20 13-15,0 16-3 16,-37 0-11-16,-25 27-3 16,-3 34 20-16,-10 8-23 15,1-6 20-15,21-7-29 16,7-12-82-16,12-3-120 15,27-21-282-15</inkml:trace>
  <inkml:trace contextRef="#ctx0" brushRef="#br0" timeOffset="109757.87">16235 10896 378 0,'0'0'91'0,"0"0"15"0,0 0 3 0,0 0-10 16,0 0-30-16,341 0-27 15,-282 0-19-15,-6 4-12 16,-13-4-7-16,-6 0-2 16,-12 0-2-16,-3 0-41 15,-7 0 0-15,-12-12-51 16,0-8-11-16,0 16-92 16</inkml:trace>
  <inkml:trace contextRef="#ctx0" brushRef="#br0" timeOffset="110173.63">16220 10703 274 0,'0'0'488'0,"0"0"-437"0,0 0-31 0,0 0 54 16,0 0-19-16,0 0 22 15,322 0-22-15,-235-3-5 16,-13-5-50-16,-2-4 0 16,-10-4-6-16,-16 3-55 15,-21-2-69-15,-16 7-155 16</inkml:trace>
  <inkml:trace contextRef="#ctx0" brushRef="#br0" timeOffset="114652.47">18520 10215 26 0,'0'0'225'0,"0"0"-188"0,0 0 28 0,0 0 52 0,0 0-38 16,0 0 11-16,0 0-15 16,109 192 2-16,-97-168-25 15,1-8-9-15,-13-9 3 16,6-2-35-16,-6-5 28 16,0 0-28-16,0 0 25 15,6 0-27-15,-6 0 6 16,9 0 8-16,-9 0-14 15,7-24 6-15,5-29 2 16,10-3 17-16,-4-27-26 16,-5-6-3-16,-7-7-3 15,-6-17-4-15,0 1-4 16,0 8 4-16,-19 15-12 0,1 17 14 16,2 33 16-16,-2 14-15 15,11 17 29-15,7 8-18 16,-9 0 11-16,9 0-23 15,0 0-16-15,16 0 12 16,55 5 4-16,25-5 0 16,9 0-3-16,4 0-3 15,-10-8-28-15,-24-9-13 16,-10 9-71-16,-37 5-110 16,-28 3-217-16</inkml:trace>
  <inkml:trace contextRef="#ctx0" brushRef="#br0" timeOffset="115436.35">19209 9769 578 0,'0'0'64'0,"0"0"-28"0,0 0 5 0,0 0 47 16,0 0 1-16,0 0-55 16,288-27 15-16,-241 27-41 0,-23 0-8 15,-2 3 0 1,-22 30 7-16,0 10-6 0,0 9 2 16,-6 13 5-1,-41-1-8-15,-15 8 6 0,10-16-1 16,11-8 6-16,7-16-3 15,28-12 25-15,6-12-25 16,0 5-8-16,0-10-5 16,28 5-9-16,18-4 9 15,13 1 1-15,3-5-5 16,-9 0 18-16,0 0-9 16,0 0 6-16,9 0 5 15,-4 0-8-15,-5 0-3 16,3 0-24-16,-16-17-86 0,-27 6-156 15</inkml:trace>
  <inkml:trace contextRef="#ctx0" brushRef="#br0" timeOffset="116102.89">18139 10775 629 0,'0'0'21'0,"0"0"74"0,0 0 19 0,0 0-59 0,0 0-36 15,0 0 20-15,-12 0-9 16,36 0 13-16,51-8 18 0,46-15 9 16,40-2-11-16,31-6-19 15,28-6 25-15,0 1-49 16,-6 13-16-16,-18 6-19 15,-23 13-6-15,-27 4-29 16,-25 0 1-16,-19 21-15 16,-43 18-77-16,-46 5-422 15</inkml:trace>
  <inkml:trace contextRef="#ctx0" brushRef="#br0" timeOffset="121196.35">17860 11522 161 0,'0'0'192'0,"0"0"-104"0,0 0-20 16,0 0-32-16,0 0-10 15,0 0 0-15,0 0-6 16,-9 0 19-16,9 0 3 15,0 0 45-15,0 0-20 16,0 0-28-16,0 0-12 16,0 0-19-16,0-5 6 15,0 5-8-15,-7 0 27 16,7 0-11-16,0 0 16 0,0 0-21 16,0 0-6-16,0-12-2 15,0 1 3-15,0-9 13 16,35-4-7-1,11 4-5-15,7-5-6 0,9 1-4 16,-10 8 4-16,7 1-4 16,-9 2-2-16,3 5-2 15,-19 4-4-15,-22 4-14 16,-6 0-22-16,-6 12 13 16,0 29 23-16,-18 18 10 15,-22 1 2-15,-7 1-7 0,-9-1 0 16,16-12-9-16,9-4 9 15,15-16 2-15,10-4 0 16,6 1-2-16,0-10-5 16,0-2 0-16,22-5-4 15,24-5 0-15,-5-3 15 16,-1 0-7-16,13 0 2 16,6 0 2-16,-7-8 3 15,17-12-1-15,-17 4-10 16,1-4-10-16,-13 4-75 15,-12 0-177-15,-15 4-256 16</inkml:trace>
  <inkml:trace contextRef="#ctx0" brushRef="#br0" timeOffset="121779.53">18629 11738 322 0,'0'0'327'0,"0"0"-294"0,0 0 42 0,0 0 0 0,0 0-59 16,0 0-16-16,139 165 0 15,-114-153 5-15,-3-1-2 16,3-6 17-16,-4-5 3 15,-2 0 21-15,-3 0-23 16,2 0 14-16,10-16-28 16,-9-32 19-16,9-4-8 15,-16-25-18-15,16-3 2 0,-16-17 11 16,-12-11-26 0,0-3 18-16,0 6-5 0,0 16 0 15,0 14 9-15,0 23-9 16,0 24 1-16,0 15-2 15,6 13 8-15,10 0-9 16,9 0 9-16,9 0-2 16,6 0 1-16,13 0-3 15,0 0-3-15,-4 0-14 16,23 0-45-16,-17-31-2 16,17-6-17-16,-20 13-132 15,-11 12-122-15</inkml:trace>
  <inkml:trace contextRef="#ctx0" brushRef="#br0" timeOffset="122414.4">19330 11394 83 0,'0'0'256'0,"0"0"-145"0,0 0 33 0,0 0-38 16,0 0-22-16,0 0 11 15,133-41-56-15,-80 25 7 0,-1 12-15 16,4 4-14-16,-15 0 17 16,-10 0-17-16,-10 9-10 15,-21 30-5-15,0 2-4 16,0 11-3 0,-21 4-15-16,-26-8 1 0,1 0 6 15,-1-12 8-15,28-12 5 16,13-12-3-16,6 0 11 15,0-8-16-15,0-4-8 16,0 0-17-16,25 0-3 16,28 0 36-16,3-16 23 15,2-8-23-15,11 12 0 0,-4-4 13 16,-3 5-26 0,-10 6 5-16,-27 5-53 0,9 0-143 15,-34 0-207-15</inkml:trace>
  <inkml:trace contextRef="#ctx0" brushRef="#br0" timeOffset="123944.23">18641 12195 92 0,'0'0'220'0,"0"0"-194"0,0 0-13 16,0 0 0-16,0 0-12 0,0 0 20 16,-12 8-17-16,3-3 17 15,9-5-4-15,0 0 30 16,-7 0 22-16,1 0-30 15,6 0-24-15,-6 0 0 16,6 0 15-16,0 8-9 16,0-5 0-16,0 2-9 15,0-1 5-15,-6-1-5 16,6 5 0-16,0-8 10 16,0 0 4-16,0 0 20 15,0 0-16-15,0 0 4 16,0 0-31-16,0 0 11 0,0 0-14 15,0 0 0 1,0 0 0-16,25-20 24 0,15-16 28 16,6 0-24-16,1-16 15 15,15-8-36-15,19 4 20 16,-1-8-24-16,-2-5 19 16,-4 5-11-16,7 4-6 15,-7 12 5-15,-21 16-5 16,-7 8 4-16,-5 0-5 15,-7-1 6-15,6-2-5 16,13-18-10-16,21-10 3 16,-2-9 1-16,14-13-9 15,1 5-3-15,0 8 3 0,-19 3-14 16,-9 17 12-16,-31 16-21 16,-6 17 16-16,-16 6-32 15,-6 5 18-15,0 0-6 16,0 0-38-16,-16 0-163 15</inkml:trace>
  <inkml:trace contextRef="#ctx0" brushRef="#br0" timeOffset="125243.95">18620 10238 217 0,'0'0'179'0,"0"0"-176"0,0 0 36 15,0 0 4-15,0 0-28 16,0 0 1-16,-53 41-3 16,47-38 16-16,-1 2 7 15,7-2 44-15,-15-3-3 16,9 4 25-16,-7 4-55 16,7 0-9-16,0 0-29 15,-10 9 2-15,16-9 3 16,-6 0-8-16,6-5 15 15,0-3-17-15,0 0 45 16,0 0-24-16,0 0 13 16,0 0-36-16,0 0 4 15,0 0-6-15,0 0-11 16,0 0 3-16,0 0 7 0,41-8 0 16,5-20 2-16,10-3 22 15,15-18-22-15,10 1 16 16,6-4-14-16,21-4 13 15,-15-1-16-15,6 6 0 16,-12-9-4-16,12 4 12 16,-9-13-15-16,3 5 21 15,-21 4-17-15,15 4 5 16,-19-1-4-16,0 9-20 16,-3-4-8-16,-6 8-4 15,-3 8-12-15,-16 8 5 16,-15 8 12-16,-10 12 21 0,-15 3-4 15,0 2 12 1,0 3 2-16,0 0-1 0,0 0-1 16,0 0-11-1,0 0-1-15,0 0-74 0,0 0-204 16</inkml:trace>
  <inkml:trace contextRef="#ctx0" brushRef="#br0" timeOffset="128008.16">18914 9075 403 0,'0'0'100'0,"0"0"-41"0,0 0-19 0,0 0-31 15,0 0 15-15,0 0 15 16,0 4 7-16,0 0-35 16,0 0 39-16,0-4-21 15,0 0 5-15,0 5 0 0,0-5-3 16,0 3 6-16,0-3-5 16,0 0 8-16,0 0-29 15,0 0 13-15,0 0-24 16,0 0 21-16,0 0-14 15,0 0 6-15,0 0-7 16,0 0-3-16,0-16 3 16,0-7 1-16,-12-5 18 15,6-8-24-15,-10-9 5 16,16-3-6-16,0 0 0 16,0-1-7-16,0 13-6 15,0 0 13-15,0 13-6 16,0 10 1-16,0 5 10 15,0 4 9-15,0 4-5 0,0 0 17 16,0 0-17-16,0-4-9 16,0 0-11-16,0 1-4 15,0 3 13-15,0 0-23 16,0 0 20-16,-12 7-33 16,12 17 33-16,0 4 5 15,-7-4 5-15,1-4-5 16,-9 1-1-16,2-6 1 15,-5 13 0-15,-4 1-9 16,-12 3 7-16,9 4 1 16,-3 0-19-16,3-8-16 15,4-12-26-15,-4-8-17 16,25-8-65-16,-16 0-62 0</inkml:trace>
  <inkml:trace contextRef="#ctx0" brushRef="#br0" timeOffset="129340.26">20666 10695 416 0,'0'0'134'0,"0"0"-24"0,0 0-15 0,0 0 15 0,0 0-36 16,0 0-31-16,19 0 16 16,30 0-21-16,-2 0 0 15,12 0-14-15,0-15 10 16,9-1-26-16,0-1-2 16,-15 1-6-16,-13 0-4 15,-6 12-7-15,-9-7-19 16,3-2 9-16,-22 1-30 0,13 8 21 15,-10 0-51-15,-9 1-8 16,0-10-115-16,0 13-225 16</inkml:trace>
  <inkml:trace contextRef="#ctx0" brushRef="#br0" timeOffset="129673.13">20678 10471 394 0,'0'0'235'16,"0"0"-165"-16,0 0 91 16,0 0-65-16,0 0-48 15,0 0 13-15,295 0-53 16,-255 0 11-16,1 0-19 16,-13 0-7-16,-4-9-43 15,-2-6-95-15,-16 7-237 0</inkml:trace>
  <inkml:trace contextRef="#ctx0" brushRef="#br0" timeOffset="130439.91">22412 10271 437 0,'0'0'153'0,"0"0"-46"0,0 0-26 0,0 0-10 0,0 0-25 15,0 0-15 1,-16-61-21-16,10 17 35 0,0-8 43 16,6-1-42-16,0-11 0 15,0-11-45-15,0-5 4 16,0-1-5-16,6 9-7 15,0 12-16-15,0 16-3 16,4 19 16-16,-10 17 10 16,0 8 0-16,0 0 6 15,0 8-1-15,0 33 9 16,-34 19-27-16,-7 4 13 16,1-4-26-16,-7-3-85 15,13-13 20-15,10-5-27 16,2-11 20-16,3-7 6 0,19-9-159 15</inkml:trace>
  <inkml:trace contextRef="#ctx0" brushRef="#br0" timeOffset="131038.33">21695 10800 82 0,'0'0'503'0,"0"0"-407"0,0 0 0 15,0 0-11-15,0 0-47 16,0 0 8-16,19 0 19 15,37 4 2-15,15-4-9 16,10 0-29-16,6 0 7 16,-1 0-35-16,17 0 16 15,-4-21-17-15,6 5-7 16,4 4-1-16,-10-4-20 0,-12 5-18 16,-13-1-52-1,-15 7-63-15,-31 5-151 0</inkml:trace>
  <inkml:trace contextRef="#ctx0" brushRef="#br0" timeOffset="131955.22">22216 11265 141 0,'0'0'329'16,"0"0"-213"-16,0 0-32 0,0 0-9 0,0 0-26 16,0 0-6-16,-12 0-29 15,12 0 16-15,0 0 11 16,0 0 12-16,0 0 4 15,0 0-13-15,12 0-5 16,16 0-32-16,-3 0 1 16,-3 0 4-16,-10 0-24 0,-12 20-12 15,0 20 19 1,0 13 5-16,-25 11 3 0,-30 11 9 16,-17-14-11-16,16-9 24 15,25-11-15-15,4-18 3 16,20-3-4-16,7-12-18 15,0 5 6-15,0-10 1 16,0-3-12-16,47 0 13 16,-7 0 1-16,13 0 7 15,6 0 25-15,-3 0-29 16,-10 0-1-16,-6 0 2 16,1 0-4-16,-1 0 5 15,0 0-1-15,-9 0-4 0,3 0-14 16,-6 0-65-16,-15 0 71 15,-13 0-117-15,0 0-202 16</inkml:trace>
  <inkml:trace contextRef="#ctx0" brushRef="#br0" timeOffset="150788.28">6409 13860 497 0,'0'0'163'0,"0"0"-148"0,0 0 15 0,0 0 1 16,0 0 14-16,0 0 22 15,0 0 4-15,0 0-29 16,0 0 40-16,0 0-49 15,0 0 18-15,0 0-40 16,0 0 2-16,0 0 9 16,-22 0 2-16,-2 0-9 15,-4 0-5-15,-13-5 8 0,1 5-16 16,-13 0 8-16,-6 0-8 16,-9 21-4-16,9 19 10 15,-15 4-8-15,15 4 4 16,3 1-1-16,16-10-6 15,21 13 12-15,13 1-19 16,6-1 20-16,0-4-21 16,59-12 6-16,28-4 1 15,6-7-14-15,9-5 13 16,-9-4-3-16,-6-1 8 16,-6 6 2-16,5-10 1 15,-27 1-6-15,-6-4-9 16,-25 9 8-16,-16-9-13 0,-12 16 5 15,0 7 12-15,0 14 2 16,-52 7 23-16,-41 4-24 16,12-12 24-16,-6-3-25 15,13-2 0-15,-7-6-22 16,10-5 1-16,-4 0-43 16,29-9-47-16,34-14-112 15,12-5-324-15</inkml:trace>
  <inkml:trace contextRef="#ctx0" brushRef="#br0" timeOffset="151554.67">7125 14790 270 0,'0'0'153'0,"0"0"-61"0,0 0 15 0,0 0-18 16,0 0 23-16,0 0-32 15,-15 0-3-15,15 0-20 16,34 0-2-16,40 0-11 0,13 0-12 15,6 0-19-15,-12 0-8 16,6 0-5-16,-1 0 4 16,-11 0-8-16,-16 0-15 15,-13 4 8-15,-18 0-30 16,-9-4-6-16,3 0-68 16,-22 0-54-16,0 0 26 15,0-4 52-15,-10 0-56 16,-36 4-7-16</inkml:trace>
  <inkml:trace contextRef="#ctx0" brushRef="#br0" timeOffset="151953.45">7283 14577 300 0,'0'0'255'0,"0"0"-89"0,0 0 21 0,0 0-51 16,0 0-54-16,0 0-23 16,348 25-33-16,-302-22-13 15,4 2-7-15,-4-5-6 16,1 0-2-16,-7 0-43 15,-9 0-20-15,-15 0-83 16,-16-5-124-16</inkml:trace>
  <inkml:trace contextRef="#ctx0" brushRef="#br0" timeOffset="163361.31">10077 13827 171 0,'0'0'141'0,"0"0"-137"0,0 0 11 0,0 0 7 16,0 0 17-16,0 0 28 15,0 0 26-15,0 0-38 16,0 5 32-16,0-5 9 15,0 0-26-15,0 0-37 16,0 0-28-16,0 0 2 16,0 0-4-16,0 0-3 15,0 0 4-15,0 0 18 16,0 0-18-16,0 0 3 16,0 4-2-16,0-4 0 15,0 0-3-15,0 0 7 0,0 0 11 16,0 0-8-16,0 0 53 15,0-17-51-15,0-27 11 16,0-20-23-16,28-20 21 16,-15 0-12-16,14-5-11 15,-8 6 0-15,-3 6 2 16,2 13-10-16,-12 16 7 16,1 20 0-16,-7 24-4 15,0 4-1-15,0 0 0 16,0 16-16-16,-13 40 20 15,-40 12-30-15,-15-4-14 16,9-3-7-16,0-22-7 16,25-10-62-16,6-14 101 0,16 2-260 15,12-9-149-15</inkml:trace>
  <inkml:trace contextRef="#ctx0" brushRef="#br0" timeOffset="163977.01">10012 14417 157 0,'0'0'220'0,"0"0"-214"0,0 0 14 0,0 0 71 16,0 0-15-16,0 0 18 16,-28 41 7-16,28-41-9 15,0 0-66-15,0-33 14 16,40-31-27-16,41-40 59 0,40-24-17 16,12-17-24-1,-5 16-13-15,-17 21-17 0,-15 28-1 16,-24 16-6-16,-17 16 5 15,-24 8-60-15,-9 20-7 16,-16 15-39-16,-6 5-60 16,0 5 5-16,-18 34-379 15</inkml:trace>
  <inkml:trace contextRef="#ctx0" brushRef="#br0" timeOffset="164777.29">10592 14353 117 0,'0'0'411'0,"0"0"-333"0,0 0 23 0,0 0-11 0,68 233-45 0,-34-197-21 16,-15 0 7-16,9-12-29 15,-3-8 7-15,2-4-8 16,-14-12-2-16,-13 0-2 16,0 0 3-16,0-24 8 15,6-24 6-15,-6-21 30 16,0-3-26-16,9-16-3 0,4-4-9 16,15 0 0-1,-4 4-6-15,4 19 1 0,-3 17-3 16,-3 20 7-16,6 8-9 15,-3-4 15-15,15 4-8 16,6-8 3-16,1 0-5 16,6-1-1-16,9 2-7 15,-10 6-6-15,-5 1-25 16,-1 4-16-16,-5 0-145 16,-13 12 1-16,-22 5-228 15</inkml:trace>
  <inkml:trace contextRef="#ctx0" brushRef="#br0" timeOffset="165375.97">11128 14212 208 0,'0'0'221'0,"0"0"-196"0,0 0 25 0,0 0-9 0,0 0-10 0,0 0 39 16,13 5-13-16,33-21 42 15,7-4-33-15,-3 7-12 16,-4 2-39-16,-21 11-9 15,3 0-6-15,-28 16 2 16,0 36 7-16,0 7-7 0,0 2 16 16,0-1-14-1,-28-12-7-15,22-7 6 16,-1-13-5-16,7-9 2 16,0-7-7-16,0-7-6 0,35-5 13 15,24 0 2-15,9 0 5 16,-3 0-2-16,-12 0-5 15,-4 0 0-15,-24 0-8 16,-3 0 5-16,-10 0-31 16,-12 0-17-16,0 0-14 15,0-5-99-15,-34 5-481 16</inkml:trace>
  <inkml:trace contextRef="#ctx0" brushRef="#br0" timeOffset="166292.18">9069 15031 386 0,'0'0'198'0,"0"0"-162"0,0 0 35 16,0 0 36-16,0 0-64 15,0 0 13-15,-27 12-29 16,27-12-18-16,0 0-6 16,15 12 1-16,38 3 50 15,18 10-22-15,10-1 21 16,21 1-46-16,16-10 34 0,25 1-12 16,30-16-4-1,13 8-15-15,34-8 12 0,10 0-1 16,24 0-18-16,-21 0-1 15,-13 8 7-15,-25 1-16 16,-27 7 14-16,-23-8-13 16,-24 4 9-16,-9-9-3 15,-38 2 0-15,-6-5-11 16,-21 0 0-16,-13 0-42 16,-28 0 28-16,-6 0-115 15,-28-5-105-15</inkml:trace>
  <inkml:trace contextRef="#ctx0" brushRef="#br0" timeOffset="167640.72">9404 16876 195 0,'0'0'47'0,"0"0"40"0,0 0 40 0,0 0-74 0,0 0-21 16,0 0 11-16,0 0 27 15,0 0-4-15,0 0 7 16,0 0 0-16,0-24-34 0,0-17-8 16,0-18-22-1,0-18 33-15,0-3 7 0,0-4-22 16,0-1-7-16,0 13-14 16,0 0-6-16,25 3 4 15,-3 10-8-15,-4 15-9 16,-11 20 5-16,-7 12-14 15,0 12 19-15,0 0-4 16,0 3-21-16,-7 42 24 16,-39 10-14-16,-1 11 16 15,-5-11-38-15,11-7 39 16,20 4-158-16,15-16 38 16,6-11-235-16</inkml:trace>
  <inkml:trace contextRef="#ctx0" brushRef="#br0" timeOffset="168590.4">9897 16559 146 0,'0'0'132'0,"0"0"6"0,0 0-2 16,0 0-31-16,0 0 27 16,0 0-32-16,34 24-33 15,19-16-25-15,15 0 12 16,19-1 14-16,6 6-29 16,-6-1 10-16,0-4-38 15,-13 0 2-15,-15-4-6 16,-18-4-14-16,-1 0-5 15,-12 0-29-15,-28 0-34 16,0 0-96-16,0 0-165 16</inkml:trace>
  <inkml:trace contextRef="#ctx0" brushRef="#br0" timeOffset="170887.24">11336 16575 83 0,'0'0'306'0,"0"0"-272"0,0 0 22 0,0 0 31 16,0 0-37-16,0 0 59 16,0 0 15-16,0 0-43 15,0 0-8-15,0 0-6 16,0-12-40-16,0-36-25 16,19-16 23-16,9-17-22 15,-10 9 13-15,-5 4-11 16,8 0 0-16,-8 11-5 15,2 2-3-15,-9 15 2 16,7 16-23-16,-13 7 17 16,6 17-22-16,-6 0 17 15,0 33-51-15,0 26 10 0,-12 10-90 16,-50 11-321-16</inkml:trace>
  <inkml:trace contextRef="#ctx0" brushRef="#br0" timeOffset="171421.68">11321 17096 515 0,'0'0'109'0,"0"0"-61"0,0 0 77 0,0 0-37 16,0 0-11-16,195-236-11 16,-114 164-25-16,12-8-8 15,-13 3-16-15,13 9-16 16,-12 16-1-16,-16 11-3 16,-25 22-47-16,1 7-40 0,-20 12-69 15,-21 0-96-15,0 0-302 16</inkml:trace>
  <inkml:trace contextRef="#ctx0" brushRef="#br0" timeOffset="171936.39">11916 16899 282 0,'0'0'94'0,"0"0"-3"16,0 0-36-16,0 0-15 15,0 0-13-15,0 0-24 16,121 64 15-16,-121-7-10 16,0 7 15-16,-6 12-14 0,-28 4 29 15,6 0 38 1,3-11-12-16,25-21 5 0,0-24-32 15,0-12-6-15,40-12-27 16,41 0 46-16,12 0-19 16,12-15 7-16,4-10-24 15,-4 1 1-15,-24 7-14 16,-7 6 3-16,-21 7-8 16,-13 4 12-16,-12 0-20 15,-15 0-26-15,-13 0-39 16,0 0-206-16,0 0-383 15</inkml:trace>
  <inkml:trace contextRef="#ctx0" brushRef="#br0" timeOffset="172904.56">12998 15444 555 0,'0'0'59'0,"0"0"-4"0,0 0 20 0,0 0 6 16,0 0 3-16,0 0-23 15,0-36 25-15,16 36-49 16,15-4 38-16,31 4-38 15,-10-4 7-15,17 0-39 16,11-4-5-16,-9 3 0 16,4-6-26-16,-16-1-4 15,-13-1-22-15,-12-2 0 16,-34 2-75-16,0-3-5 16,0 1-100-16</inkml:trace>
  <inkml:trace contextRef="#ctx0" brushRef="#br0" timeOffset="173171.26">13107 14998 557 0,'0'0'193'16,"0"0"-183"-16,0 0 138 16,0 0-62-16,0 0 9 0,0 0-76 15,365-36 4 1,-309 36-20-16,-3 0-6 0,-25 0-5 16,-3 0-52-16,-19 0-74 15,-6 0-250-15</inkml:trace>
  <inkml:trace contextRef="#ctx0" brushRef="#br0" timeOffset="175601.02">15444 14284 487 0,'0'0'175'0,"0"0"-129"0,0 0 59 0,0 0-68 0,0 0-8 15,0 0-11-15,-12-51 31 16,12 7-11-16,0-16 26 16,0-17-19-16,0-11-23 15,0-16 4-15,6-1-24 0,16 14 0 16,3 14 6 0,-10 24-16-16,-2 26 0 0,-7 18 1 15,-6 9 3-15,0 0-3 16,0 17 4-1,0 27-10-15,-19 12-4 0,-37 12-44 16,-2 4-14-16,5 0-85 16,-9 1-72-16</inkml:trace>
  <inkml:trace contextRef="#ctx0" brushRef="#br0" timeOffset="176217.15">15351 14730 148 0,'0'0'57'0,"0"0"-54"0,0 0 15 15,0 0 90-15,0 0-3 16,0 0 33-16,0 16-18 15,0-16-16-15,0 0-10 16,0 0-31-16,22-24 9 16,25-12-34-16,12-17 12 0,15-19-33 15,13-8 26-15,6-12-14 16,6-16 6 0,3 0-2-16,-2-5-23 15,-20 13-10-15,-5 16-5 0,-16 4 5 16,-13 31-36-16,-18 13 15 15,-9 16-37-15,2 12 5 16,-15 5-70-16,1 3-116 16,-7 0-169-16</inkml:trace>
  <inkml:trace contextRef="#ctx0" brushRef="#br0" timeOffset="176800.24">16074 14582 603 0,'0'0'112'0,"0"0"-62"0,0 0 59 0,0 0-85 0,0 0-21 15,0 0 22-15,127 208-24 16,-99-183 31-16,-3-2-8 15,-10-7 38-15,4-11-54 16,-7-5-6-16,-6 0-2 16,10 0-2-16,9-21 2 15,3-35 0-15,0-19 15 16,3-14-5-16,-10-15-3 16,7-9 0-16,-3 1-14 0,-3 4 3 15,-10 20-7-15,1 19 1 16,-13 33 0-16,6 16 8 15,-6 16 4-15,0 4 32 16,9 0-34-16,-3-4 0 16,13-8-6-16,15 4-2 15,6-8 7-15,7-4-6 16,12-1-6-16,9 6-34 16,-3 7 12-16,-3-8-82 15,-28 16-108-15,-28 0-400 16</inkml:trace>
  <inkml:trace contextRef="#ctx0" brushRef="#br0" timeOffset="177382">16756 14314 319 0,'0'0'213'0,"0"0"-162"0,0 0 13 0,0 0 7 0,0 0 16 16,0 0-57-16,233-61 5 15,-178 56-21-15,-24 5-7 16,-3 0 0-16,-21 0 0 16,-7 41 4-16,0 20 1 0,-35 14-5 15,-17 5 3 1,-7 1-10-16,3-1 2 0,25-20 4 16,9-16-6-16,22-20 5 15,0-11-9-15,7-13 12 16,61 0-16-16,25-17 16 15,15-22-3-15,4-2-2 16,-19 5-6-16,-19 16 3 16,-27 7-20-16,-19 13-3 15,-16 0-69-15,-12 0-39 16,0 17 21-16,-12 15-135 16</inkml:trace>
  <inkml:trace contextRef="#ctx0" brushRef="#br0" timeOffset="178065.21">14778 15252 423 0,'0'0'148'0,"0"0"-93"0,0 0-29 0,0 0 6 16,0 0 12-16,0 0 43 15,59-21-25-15,3 14 4 16,31 7-3-16,18-5-7 0,44-3 8 16,19 5-35-1,21-10 9-15,-2 9-16 0,8-4-3 16,-9 0-18-16,-18 8-2 16,-6 0-2-16,-29 0-36 15,-18-3 18-15,-19-2-36 16,-15-3 8-16,-28 4-71 15,-31 4-143-15</inkml:trace>
  <inkml:trace contextRef="#ctx0" brushRef="#br0" timeOffset="182961">15392 16270 335 0,'0'0'19'0,"0"0"-15"0,0 0-8 15,0 0 8-15,0 0 42 16,0 0 44-16,0 0 19 0,6 0-28 16,-6 0 15-1,0 9-42-15,0-6-26 0,0 9-23 16,0-8 3-16,6 0 0 15,-6-4-7-15,0 0 25 16,0 0-10-16,0 4 24 16,0 13-20-16,0 3 11 15,0-1-11-15,0 6-15 16,0-2-2-16,0-10 7 16,0-10-11-16,0-3 7 15,0 0 8-15,0 0-6 16,0 0 12-16,0 0 0 15,0 0-14-15,0 0-6 16,0-8 6-16,16-48 2 16,2-16 1-16,4-24 23 0,25-16-32 15,-7-9 15-15,6 16-11 16,-12 18-8-16,-15 27 0 16,9 32-9-16,-28 15 13 15,0 13 0-15,0 0-13 16,0 57 13-16,-16 11-4 15,-15 12-48-15,-18-3-69 16,18-14-227-16</inkml:trace>
  <inkml:trace contextRef="#ctx0" brushRef="#br0" timeOffset="183496.74">15559 16819 236 0,'0'0'249'0,"0"0"-211"0,0 0 25 0,0 0-24 0,0 0 27 16,0 0 4-16,34-31 40 0,19-49-40 16,28-17 16-1,12-16 6-15,0 2-25 0,0 18-15 16,-19 17-29-16,-12 28-15 15,-15 4-8-15,-7 8-4 16,-9 4-45-16,-3 12 2 16,-10 7-30-16,-8 13-51 15,-10 0-105-15,0 0-78 16</inkml:trace>
  <inkml:trace contextRef="#ctx0" brushRef="#br0" timeOffset="184010">16142 16511 17 0,'0'0'425'16,"0"0"-411"-16,0 0 58 15,0 0 11-15,0 0 11 0,0 0-5 16,192-21-35-16,-139 21-23 15,-19 0 10-15,-12 0-38 16,-10 8 20-16,-12 45 13 16,0 23 11-16,-46 16-46 15,-16 13 0-15,-3-5 0 16,12-8 6-16,19-20-2 16,12-12 6-16,22-24 6 15,0-16-13-15,22-12 16 16,52-8-20-16,38 0 6 15,3-28 0-15,-16 0 2 0,-12 9-8 16,-19 11-9 0,-28 3-9-16,-15 5-87 0,-19 0 98 15,-6 0-66 1,0 5-36-16,0 11-61 0</inkml:trace>
  <inkml:trace contextRef="#ctx0" brushRef="#br0" timeOffset="186558.4">17844 15532 596 0,'0'0'240'0,"0"0"-205"0,0 0 6 16,0 0-5-16,0 0 23 15,0 0-14-15,283-39 2 16,-190 30-21-16,-13 1 11 16,-21 0-13-16,-3 0-6 15,-10 0-16-15,-21 0 6 16,-3 0-16-16,-10 4-13 16,-12-1-6-16,0-2-44 15,0 3-28-15,0-4-33 16,-52 0-188-16</inkml:trace>
  <inkml:trace contextRef="#ctx0" brushRef="#br0" timeOffset="186841.9">17872 15236 378 0,'0'0'304'16,"0"0"-112"-16,0 0-61 16,0 0-23-16,360 55-55 15,-279-43-32-15,-13-7 0 16,-9-5-16-16,-13 0-10 0,-5 0-34 15,-7-25 6-15,-22 2-120 16,-12 18-259-16</inkml:trace>
  <inkml:trace contextRef="#ctx0" brushRef="#br0" timeOffset="188189.74">20452 14726 211 0,'0'0'233'0,"0"0"-196"0,0 0-19 16,0 0-3-16,0 0 14 0,0 0 4 15,0 8-27-15,0-8-5 16,0 0 2-16,0 0 65 15,0 4-1-15,0 4 22 16,0-3-34-16,0 6-8 16,0-3-15-16,0-4-21 15,0 4 5-15,0-8-12 16,0 5 49-16,0-5-10 16,0 0 2-16,0 0-37 15,0 0 16-15,0 0-11 16,0-13 1-16,0-23-14 15,0-28 3-15,-6-13-6 16,6-6 6-16,-22-6 16 0,22 9-16 16,0 8 0-16,-6 16-3 15,6 15-3-15,0 18-7 16,0 7-13-16,0 16 5 16,0 0-12-16,0 23 24 15,-47 42-15-15,-5 24-35 16,-23-2-72-16,16-11-99 15,-15-15-454-15</inkml:trace>
  <inkml:trace contextRef="#ctx0" brushRef="#br0" timeOffset="188889.96">19475 15400 527 0,'0'0'144'0,"0"0"-101"0,0 0 101 0,0 0-30 15,0 0-6-15,363-24-33 16,-205 3-26-16,31-2-8 15,-9-6-21-15,-12 6 9 16,-16 3-29-16,-16 4-3 0,-31 3-39 16,-24 6 10-1,-28 7-20-15,-7 0-10 0,-18 0-49 16,-15 0-22-16,-13 0-142 16</inkml:trace>
  <inkml:trace contextRef="#ctx0" brushRef="#br0" timeOffset="189708.23">19832 16423 482 0,'0'0'105'0,"0"0"-17"0,0 0 55 15,0 0-48-15,0 0-19 16,0 0-5-16,59 144-38 16,-47-112-23-16,10 0-5 15,-3-4-7-15,2-7 11 16,-8-6-10-16,5-7 1 16,-18-3-2-16,22-5-16 15,-16 0 18-15,7 0-17 16,2-49 17-16,-9-11 1 15,19-24 1-15,-9-13 13 16,-10-6-12-16,0-6 2 0,-6 8 1 16,0 6-12-1,0 10 11-15,0 10-5 0,0 14 0 16,0 20 0-16,0 18-7 16,12 7 18-16,29 8-22 15,5 4 21-15,16 0-21 16,-3-5 10-16,9 9-25 15,4-8-65-15,-10 0-107 16,-22 5-125-16</inkml:trace>
  <inkml:trace contextRef="#ctx0" brushRef="#br0" timeOffset="190372.15">20458 16025 496 0,'0'0'51'0,"0"0"1"0,0 0 60 0,0 0 8 0,0 0-26 0,0 0-64 0,255-36 22 15,-197 36-8-15,-2 0 0 16,-15 0-23-16,-17 33 10 15,-24 11-31-15,0 3-3 16,0 10 1 0,-24 3-13-16,-32 4 14 0,-16 1-16 15,17-14 16-15,24 6 2 16,3-18-6-16,15-14 12 16,13-9-9-16,0-12 2 15,0-4-23-15,41 0-34 16,18-20 47-16,-1-8 9 15,4 4 2-15,-21 7 4 16,11 9 7-16,-11 8-24 0,-1 0 4 16,-12 0-17-1,-3 0-109-15,-13 0-200 0</inkml:trace>
  <inkml:trace contextRef="#ctx0" brushRef="#br0" timeOffset="192786.92">21348 15255 55 0,'0'0'203'0,"0"0"-202"0,0 0 1 0,0 0 2 16,0 0 12-16,0 0 1 15,6 12 5-15,-6-7 0 16,13-2 51-16,-13-3 19 15,0 0-22-15,0 0-13 16,0 0 0-16,0 0-25 0,0 0 0 16,0 0-5-16,0 0-9 15,0 0 10-15,0 0 23 16,0 0 8-16,0 0 6 16,0 0-20-16,0 0 2 15,9 0-26-15,10 0-2 16,15-8 12-16,12-15-5 15,1-5-11-15,6-5-5 16,-13 5-8-16,6 9 3 16,-18-6-10-16,-15 17-11 15,-1 0-3-15,-3-4-32 16,-9-4-16-16,7 4-40 16,-7 4-60-16,0 8-6 15,0 0-95-15</inkml:trace>
  <inkml:trace contextRef="#ctx0" brushRef="#br0" timeOffset="192957.52">21348 15255 439 0</inkml:trace>
  <inkml:trace contextRef="#ctx0" brushRef="#br0" timeOffset="193052.88">21348 15255 439 0,'174'-188'113'0,"-174"216"-56"0,6 24 75 15,34 9 254-15,7-9-360 16,-13-12-17-16,-15-21-2 16,15-14-14-16,-22-5-13 15,4 0-39-15,-4 0-50 16,-6 0-56-16,-6-16-173 15</inkml:trace>
  <inkml:trace contextRef="#ctx0" brushRef="#br0" timeOffset="196432.74">22731 14386 173 0,'0'0'171'0,"0"0"-92"0,0 0-33 0,0 0 40 0,0 0 8 16,-6 0-10-16,6 0 11 16,-6 0-3-16,6 0-53 15,0 0 4-15,0 0-26 0,0 0 3 16,0 0-10-16,0 0 14 15,0 0 9-15,0 0-16 16,0 0 23-16,34-5-30 16,12-7 28-16,-5 4-36 15,11-3 1-15,-5 6-3 16,-13 1-3-16,-15 4-4 16,-19 0-18-16,0 40-4 15,-7 24 7-15,-67 13 1 16,15 3-10-16,-9 0 17 0,15-11 24 15,13-5-15 1,15-12 10-16,9-16-3 0,16-8-2 16,0-16-2-16,0-1 0 15,53-11 4-15,15 0-6 16,19-11 13-16,-6-22 10 16,-1 2-10-16,-5-2-3 15,-16 10-6-15,-7 10-40 16,-11 13-69-16,-29 0-227 15</inkml:trace>
  <inkml:trace contextRef="#ctx0" brushRef="#br0" timeOffset="197050.02">22291 15376 78 0,'0'0'721'0,"0"0"-662"0,0 0 33 15,0 0 25-15,0 0-67 16,359-52 17-16,-231 36-39 16,-1 4 9-16,0 4-34 15,-12 3-6-15,-16 5-3 16,-12 0-13-16,-25 0-21 16,-3 0-17-16,-25 0-7 15,-10 0-61-15,-17 5-99 16,-7 10-298-16</inkml:trace>
  <inkml:trace contextRef="#ctx0" brushRef="#br0" timeOffset="197682.14">22806 16639 672 0,'0'0'111'0,"0"0"6"0,0 0-56 0,0 0-44 0,0 0-1 0,0-277 67 15,24 197-64-15,-14 8 9 16,8 8-23-16,-5 4 8 16,2-1-13-16,-2 17-19 15,-7 8-13-15,0 21-31 16,-6 15 18-16,0 0 0 16,0 15 34-16,-31 37-80 15,-19 9 22-15,-9-6 29 16,7-2-39-16,5-13-111 15,19-16-66-15</inkml:trace>
  <inkml:trace contextRef="#ctx0" brushRef="#br0" timeOffset="198431.1">23782 15524 720 0,'0'0'149'0,"0"0"-57"0,0 0-22 0,0 0-7 16,0 0-35-16,0 0 13 16,78 0-32-16,-44 0-2 15,12 0-7-15,-12 0-3 16,-6 0-2-16,-15 0-42 0,-1-8 6 16,4 4-76-1,-10-8-49-15,12 0-48 0,-11 0-164 16</inkml:trace>
  <inkml:trace contextRef="#ctx0" brushRef="#br0" timeOffset="198714.59">23922 15195 620 0,'0'0'94'16,"0"0"18"-16,0 0 30 16,0 0-71-16,0 0-26 15,0 0-36-15,207-28-4 16,-188 28-10-16,3 0-30 15,-10 0-39-15,-6 0-137 16,1 0-173-16</inkml:trace>
  <inkml:trace contextRef="#ctx0" brushRef="#br0" timeOffset="200946.15">25240 14237 667 0,'0'0'92'0,"0"0"-53"0,0 0 26 0,0 0-23 15,0 0 9-15,0 0-17 16,226-80 33-16,-161 52-30 16,3 8 23-16,-9 12-27 15,-3 3-22-15,-25 5-11 16,-9 0-8-16,-16 24 4 16,-6 29-14-16,0 7 15 15,0 8-48-15,-47 8 32 16,-15-3-9-16,25-1 28 15,-12-8 7-15,2-12-5 16,35-16 7-16,12-16-5 0,0-7-5 16,0-10 7-16,28-3-12 15,30 0-4-15,23 0 3 16,-7 0 10-16,-15-16-3 16,0-1 9-16,-9 2-8 15,-4 3 2-15,-5 3-3 16,-10 6-6-16,-16 3-136 15,-15 0-282-15</inkml:trace>
  <inkml:trace contextRef="#ctx0" brushRef="#br0" timeOffset="201562.73">24790 15303 643 0,'0'0'256'0,"0"0"-207"0,0 0 17 0,0 0 3 0,0 0-50 15,0 0 51-15,115-20-15 16,-29 17 17-16,20 3-21 16,15 0 2-16,25 0-2 15,9 0-35-15,-10 0-12 16,4 0 1-16,-9-8-10 16,-13 3-17-16,-12-2-11 15,-29 7-71-15,-5-5-41 16,-41 5 63-16,-15 0-263 0</inkml:trace>
  <inkml:trace contextRef="#ctx0" brushRef="#br0" timeOffset="204060.31">25103 16346 125 0,'0'0'188'0,"0"0"-60"0,0 0 20 0,0 0-63 16,0 0-28-16,0 0 54 0,0 0-19 15,0 0-21-15,0 0-22 16,0 0 5-16,0 0-39 15,0 0 24-15,0 0-21 16,0 0 2-16,0 0-4 16,0 0 2-16,0 13 0 15,0-2-3-15,0 14 32 16,0-2-40-16,0 10 19 16,0 3-24-16,0 0-4 15,0 4 1-15,0-4-3 16,0-4-2-16,0-8-1 0,22-7 5 15,-10-9-14 1,-6-8 7-16,-6 0 5 0,7 0 0 16,8 0-12-16,10-8 8 15,3-41-9-15,18-19 13 16,-18-17 0-16,6-15-21 16,-15-4 15-16,-13-16 15 15,16-1-13-15,-10 13 5 16,16 11-5-16,-3 25 7 15,-3 21 1-15,-10 19 0 16,7 12-1-16,-10 15-2 16,-9 5 1-16,6 0-8 15,-6 0 20-15,19 0-18 16,3 0 14-16,2 0-12 16,10 0 5-16,25 0-28 15,-9-11-4-15,9-1-60 16,-13-1-81-16,-12 5-200 0</inkml:trace>
  <inkml:trace contextRef="#ctx0" brushRef="#br0" timeOffset="204742.56">25599 16013 54 0,'0'0'503'0,"0"0"-389"0,0 0-28 0,0 0 7 0,0 0-78 15,0 0-12-15,-6 0 15 16,6 0 15-16,6 0 24 16,22 0-14-16,9 0 4 15,-3 0-17-15,1 0-24 16,-8 9-6-16,-20 7-1 0,-7 7-3 15,0 6-14 1,0 11-12-16,-28 7-28 0,-19 6 51 16,-5-1 7-16,11 0 7 15,1-4 6-15,12-7 13 16,28-10 10-16,0-6-16 16,0-6 2-16,0-6-18 15,62-5-4-15,-3-8 6 16,3 0-1-16,-3 0 6 15,0 0 6-15,-13 0-8 16,4 0-5-16,-25 0-4 16,9 0-41-16,-6 0-10 15,-16 0-113-15,-12 0-377 16</inkml:trace>
  <inkml:trace contextRef="#ctx0" brushRef="#br0" timeOffset="-205986.67">26815 15183 339 0,'0'0'89'0,"0"0"7"0,0 0-44 0,0 0-44 16,0 0-6-16,0 0 14 15,0 0-16-15,0 0 19 16,0 0 8-16,0 0 26 16,0 0-4-16,0 0 17 15,0 0-23-15,0 0-12 16,0 0-21-16,0 0-9 0,0 0 3 16,0 0-1-1,0 0 26-15,0 0-8 0,0 0 4 16,0 0-9-16,0 0 5 15,0 0-14-15,0 0 17 16,0 0-13-16,0 0-7 16,0 0-4-16,0 0 2 15,0 0-5-15,0 0-22 16,0 0-55-16,-7-8-180 16</inkml:trace>
  <inkml:trace contextRef="#ctx0" brushRef="#br0" timeOffset="-204887.23">27295 15200 6 0,'0'0'322'0,"0"0"-246"0,0 0-37 0,0 0-12 16,0 0-5-16,0 0-19 15,0-17 40-15,0 17-3 16,0 0 36-16,0 0 3 16,0 0 36-16,10 0-41 15,-10 0-38-15,24 0-14 16,11 0 8-16,17 0 11 16,16 0-14-16,19 0 2 15,19-8-20-15,2-8 13 0,19 1-22 16,-15-2 11-16,-10 1-1 15,4 8-18-15,-19 0 8 16,-13 8-22-16,-15 0-7 16,-10 0-56-16,-18 0-56 15,-3 0-155-15</inkml:trace>
  <inkml:trace contextRef="#ctx0" brushRef="#br0" timeOffset="-203971.98">27484 14682 600 0,'0'0'77'0,"0"0"36"0,0 0-26 0,0 0-63 0,0 0-22 15,0 0 2-15,-6 28 1 16,6-12 11-16,0-4 17 16,0 1 0-16,0 2 16 15,0-7-35-15,13 5-14 16,5-10-5-16,-2-3 2 0,2 0 6 15,-2 0 1-15,2-8-3 16,1-36 6-16,3-17 13 16,-16-11-17-16,6-11 3 15,-12 2-1-15,0-10-10 16,0-6 0-16,10 1-15 16,-4 4-8-16,6 11 21 15,1 13 4-15,15 7-10 16,-10 22 11-16,4 14 2 15,-16 9-4-15,28 5 4 0,-9-1 0 16,15-9-5 0,7-7 5-16,15 0 0 0,3 0-13 15,-3 4-13-15,-9 12-62 16,-1 12-76-16,-18 0 5 16,-12 0-201-16</inkml:trace>
  <inkml:trace contextRef="#ctx0" brushRef="#br0" timeOffset="-203271.89">27897 14137 502 0,'0'0'136'0,"0"0"-93"0,0 0-26 16,0 0 8-16,0 0 77 16,0 0-44-16,301-53-34 0,-239 53-19 15,-22 0 10 1,-34 40-10-16,-6 9 27 0,0 11-18 15,-18-4-9-15,-23 8-5 16,1-16 0-16,6-4-1 16,12-12 6-16,16-12-10 15,6-12 5-15,0 1-1 16,0-6-29-16,28-3 25 16,31 0 5-16,3 0 5 15,3 0 8-15,-3-12-12 16,-9-16 2-16,-1 9-2 15,-11-6-2-15,-1 9-40 0,0 4-34 16,-6 8-40 0,7 4-19-16,-23 0-230 0</inkml:trace>
  <inkml:trace contextRef="#ctx0" brushRef="#br0" timeOffset="-202306.43">27270 16258 78 0,'0'0'398'0,"0"0"-290"0,0 0-4 0,0 0-20 0,0 0-16 16,0 0-15-16,0 60-27 15,0-40 3-15,0 4-18 16,0 9 12-16,13-2-6 15,9 5 23-15,2-8-27 0,-8 8 8 16,9-11-13-16,-13-1 9 16,4-12-17-16,-10-4 1 15,-6-8-2-15,6 0 3 16,-6 0-7-16,0-16 2 16,0-32-6-16,0-21 9 15,0-6 13-15,0 3-10 16,6-9 5-16,0 1-8 15,4 3 0-15,-4-11-4 16,6 0-2-16,10 0-6 16,3 15-27-16,9 17 8 15,-6 28 21-15,-3 17-2 16,-4 11-7-16,4 0 19 16,22 0 4-16,8 11 4 0,11-11-1 15,2 0-7-15,12 0-5 16,-8-11-44-16,-10-14-93 15,-22 6-92-15</inkml:trace>
  <inkml:trace contextRef="#ctx0" brushRef="#br0" timeOffset="-201374.19">27804 15933 201 0,'0'0'191'0,"0"0"-133"0,0 0 6 0,0 0-29 15,0 0-30-15,0 0 27 16,0 0 17-16,0 0 10 16,0 0-11-16,0 0 37 15,0 0-46-15,0 0-17 16,0 0-2-16,0 0 9 16,0-3-5-16,0-2-20 0,22 2 15 15,2 3-13-15,4 0-6 16,-15 0 5-16,2 0 2 15,-9 19 7-15,-6 17-2 16,0 9-1-16,0 7-11 16,-6 0-4-16,-22-8-23 15,16-8 25-15,12-8-3 16,0-8 0-16,0-8 1 16,0 1 3-16,6-10-8 15,28-3 6-15,19 0-1 16,6 0 4-16,21-16 2 15,7-7-2-15,0-2 24 16,-13 9-21-16,-21 4-1 0,-13-1-2 16,-5 10-28-16,-17-1-57 15,-2 0-136-15,-16 0-174 16</inkml:trace>
  <inkml:trace contextRef="#ctx0" brushRef="#br0" timeOffset="-200740.77">28808 15440 268 0,'0'0'360'0,"0"0"-257"0,0 0 32 0,0 0-62 0,0 0-7 0,0 0 22 15,205-40-53-15,-131 28-13 16,1 12-22-16,-1-5 9 15,-9 5-9-15,-24 0-7 16,-13-3-13-16,-16-1-23 16,-12 0-10-16,0-8-28 15,0 4-11-15,0-4-101 16,0 4-36-16</inkml:trace>
  <inkml:trace contextRef="#ctx0" brushRef="#br0" timeOffset="-200491.72">29022 15136 620 0,'0'0'55'0,"0"0"91"16,0 0-32-16,0 0-51 15,0 0 10-15,0 0-49 16,279 0-1-16,-226 0-19 16,-3-17-8-16,-13 9-33 15,-9-8-70-15,-6 8-164 0,-22 0-410 16</inkml:trace>
  <inkml:trace contextRef="#ctx0" brushRef="#br0" timeOffset="-198641.89">25981 13587 240 0,'0'0'42'0,"0"0"-23"0,0 0 13 0,0 0-25 0,0 0 2 16,0 0 79-16,46-23-43 15,-46 23 3-15,0 0 11 16,0 0 11-16,13 0-17 16,-13-5 18-16,0 5-31 15,6 0-12-15,3-4-11 16,-3 0-16-16,7-4 8 15,-7 4-6-15,0-4 5 16,10 0-4-16,-4 4 7 16,0-4-7-16,4-5 0 15,-4 13-4-15,-6-8 6 0,13-3-8 16,-3 3 9-16,8-4-7 16,10 4 6-16,-6 0-6 15,-9-1 0-15,9 1 0 16,0 5 9-16,3-5-7 15,3-4 7-15,0 4-8 16,6-8 2-16,-6 4 3 16,-3 4-6-16,-9 0 3 15,12 0-4-15,-21 3 2 16,-1 5 1-16,10-4-2 16,-10 4-2-16,1 0 2 15,8 0-12-15,-2 0 11 0,3 0 2 16,2 0 5-16,10 0-6 15,-21 0 6-15,9 0-4 16,-16 0-2-16,6 0 0 16,4 9-10-16,-10-1 7 15,13 0 1-15,-13 0 0 16,22-4 4-16,-16-1 0 16,-3 2-2-16,10-2 0 15,-13 2 0-15,0 3-10 16,-6 0 8-16,0-1 1 15,0 6-1-15,0-2 4 16,16 6 1-16,-10-1 1 0,0-4 2 16,-6-4-2-16,13 0-2 15,-13-8-2-15,15 0 0 16,-9 0-11-16,1 0 2 16,-1 0 5-16,-6 0-19 15,12 3 1-15,4 6-8 16,-4-1 29-16,-6-4 2 15,0 8 4-15,1-4 9 16,-7-4-14-16,15 8-16 16,-15-8-129-16,0-4-81 15</inkml:trace>
  <inkml:trace contextRef="#ctx0" brushRef="#br0" timeOffset="-196494.32">30105 14261 118 0,'0'0'285'0,"0"0"-232"0,0 0-21 0,0 0 50 15,0 0 7-15,0 0-36 16,192-64 29-16,-152 64-6 0,-6 0-31 16,0 0-6-1,-15 0-21-15,3 0 5 0,-4 0-17 16,-2 0 8-16,-4 12 0 15,-12 19 1-15,0 18-7 16,0 15 4-16,0 0-12 16,-46 8-10-16,5-15 4 15,13-6 6-15,10-7-4 16,-4-3 9-16,10-5-10 16,5-3 10-16,7-14-12 15,0-7 7-15,0-4-16 16,0-8-17-16,59 0 33 15,22 0 46-15,12-24-29 16,16-4 1-16,-10 0-16 0,-12 16 5 16,-25-4-7-16,-22 8-26 15,-15-4-40-15,-13 0-76 16,-12 3-205-16</inkml:trace>
  <inkml:trace contextRef="#ctx0" brushRef="#br0" timeOffset="-195895.37">31159 14774 452 0,'0'0'154'0,"0"0"-101"0,0 0-30 0,0 0-1 0,0 0-20 16,0 0 25-1,9 49 25-15,3-46-3 0,-5-3 2 16,-1 0-9-16,0 0 5 16,-6 0-37-16,9 0 12 15,-2 0-2-15,-1-32 0 16,6-16 13-16,-12-16-14 15,6-24-19-15,-6-9-4 16,0-6 3-16,0-10-46 16,0 13 46-16,0 15-32 0,0 13 33 15,0 20 0 1,0 4-4-16,10 24-11 0,8 4 12 16,10 8-7-1,-3 12-4-15,9 0 14 0,13 0 8 16,21 0 20-16,19 0-23 15,6-13-5 1,18-10 0-16,-2-5-17 0,-22 4-28 16,-13 8-140-16,-27 7-136 15</inkml:trace>
  <inkml:trace contextRef="#ctx0" brushRef="#br0" timeOffset="-195111.85">31522 14289 144 0,'0'0'259'0,"0"0"-143"0,0 0-3 16,0 0-38-16,0 0 26 15,0 0-29-15,58-41-28 16,-30 41-35-16,-9 0-8 15,3 0 11-15,2 17 12 16,-2 15-1-16,-16 8-14 16,-6 4 5-16,0 5-13 0,0-5 5 15,-6 4-5 1,-16-9 2-16,10 5 2 0,0-8 8 16,12-15 10-16,0-6-23 15,0-6-4-15,46-5-11 16,7 0 15-16,21-4 2 15,1 0 5-15,-10 0 0 16,15-20-4-16,-33 4-3 16,-1-1 0-16,-11 9-16 15,-8 1-59-15,-8 3-59 16,-19 4-186-16</inkml:trace>
  <inkml:trace contextRef="#ctx0" brushRef="#br0" timeOffset="-194329.73">29956 15280 547 0,'0'0'57'0,"0"0"-11"0,0 0 71 0,0 0 22 0,0 0-62 0,0 0-29 16,341 28-1-16,-192-25-9 15,3-3-12-15,9 0-8 16,6 0 1-16,19 0-6 16,3-11-3-16,-9-9-9 15,12-8 2-15,-15 0 2 16,-19 4-5-16,-15-1-16 16,-44 17-20-16,-40 0-24 15,-43 8-191-15,-16 0 69 16</inkml:trace>
  <inkml:trace contextRef="#ctx0" brushRef="#br0" timeOffset="-190966.33">22858 4431 47 0,'0'0'518'0,"0"0"-454"0,0 0 14 0,0 0-7 0,0 0-7 16,0 0-5-16,0 0-5 16,-18-13-29-16,18 13 14 15,0-3 2-15,0 3 10 16,0-4-20-16,-10 4-1 15,10 0 10-15,-6 0-8 16,6 0 7-16,0 0-27 16,-6 0 2-16,6 0-6 0,0 0-16 15,0 0-4-15,0 32-13 16,6 9 25-16,28 10 1 16,19 1-1-16,3 0 0 15,-4-11 0-15,-11-5 6 16,-7-16-12-16,-9-8 6 15,-19-12-14-15,9 0 1 16,-15-12-2-16,0-60 15 16,0-28 15-16,0-29-9 15,-9-4 1-15,-28 17-14 16,-13 12 18-16,25 20-22 16,-2 16 12-16,14 19-1 0,1 21 3 15,2 4 1-15,10 12-4 16,0 1 0-16,0-2-1 15,28-7-7-15,53-11 6 16,24-13 2-16,44-5-5 16,-3 1 3-16,-13 12-6 15,-6 8-21-15,-34 7-29 16,-18 14-5-16,-29 7-67 16,-12 0-130-16,-12 0-169 15</inkml:trace>
  <inkml:trace contextRef="#ctx0" brushRef="#br0" timeOffset="-190333.96">23466 4010 398 0,'0'0'273'16,"0"0"-238"-16,0 0 75 0,0 0-38 0,0 0-50 15,0 0-19-15,-12 0 0 16,12 0 3-16,6 0 8 16,22 0 36-16,-4 4-19 0,11 24 6 15,-1 16-23-15,-16 20 7 16,-18 8-21-16,0-3 8 16,0-1-5-16,0-9-2 15,0-6-2-15,0-1 2 16,0-8-6-16,0-3 12 15,0-10-14-15,28-14 6 16,12-17-18-16,19 0 5 16,16-4 14-16,12-45 1 15,-1-3-1-15,-17 12-5 0,-10 13-41 16,-19 14-41-16,-6 9-138 16,-9 4 33-16,-3 0-53 15</inkml:trace>
  <inkml:trace contextRef="#ctx0" brushRef="#br0" timeOffset="-189967.33">24424 4448 675 0,'0'0'64'0,"0"0"-23"0,0 0 39 0,0 0-2 15,0 0-23-15,0 0-20 16,0-13-21-16,0 9-6 16,0 4 7-16,0-4-13 15,0 4-4-15,0 0 1 16,0 0-3-16,0-9-41 0,0-2-127 16,0-14-503-16</inkml:trace>
  <inkml:trace contextRef="#ctx0" brushRef="#br0" timeOffset="-189750.32">24424 4448 599 0</inkml:trace>
  <inkml:trace contextRef="#ctx0" brushRef="#br0" timeOffset="-189483.44">24424 4448 599 0,'447'-61'18'0,"-441"105"-16"0,22-12-2 0,-4-8-1 16,4-16 3-16,-21-8 16 15,5 0 23-15,-12 0 13 16,22-44 50-16,-10-12-55 16,-12-12-38-16,0-8 0 15,0-4 13-15,0 3-6 0,0 5-17 16,0 8 7 0,-12 4 2-16,-10 12 14 0,22 15 1 15,0 2-4-15,0-2-11 16,0 5-10-16,50-8 0 15,9 9 3-15,15 2-11 16,-3 1 16-16,10-1-5 16,6 5-1-16,-13 1-2 15,1 7 0-15,-17-1-43 16,-5 10-37-16,-6 3-148 16,-19 0-183-16</inkml:trace>
  <inkml:trace contextRef="#ctx0" brushRef="#br0" timeOffset="-188848.82">25240 3894 634 0,'0'0'109'0,"0"0"-8"0,0 0-64 0,0 0-32 0,0 0 12 16,65 8 23 0,-31-1 7-16,0-7-34 0,-16 5 13 15,-11-2-18 1,8 10-7-16,-15 15-1 0,0 8-11 16,0 8 0-16,0 9 0 15,0-2 4-15,0-7 7 16,0-12-6-16,0-7 9 15,6-13-6-15,19-4-8 16,15-8 6-16,7 0 5 16,21 0 6-16,-3-20 3 15,4-8-9-15,-17 4-9 0,4 12-79 16,-25 7-121 0,-25 5-25-16,-6 0-11 0</inkml:trace>
  <inkml:trace contextRef="#ctx0" brushRef="#br0" timeOffset="-188448.77">26381 4235 715 0,'0'0'169'0,"0"0"-156"0,0 0 2 0,0 0 17 15,0 0-25-15,0 0-7 16,387-17-18-16,-365 17-47 16,-4 0-5-16,-18 0-6 0,0 0-47 15,0 0-98-15,-6-3-157 16</inkml:trace>
  <inkml:trace contextRef="#ctx0" brushRef="#br0" timeOffset="-188251.43">26381 4235 580 0,'-41'-169'374'16,"41"169"-357"-16,0 0 19 15,41 0 20-15,11 0-23 16,4-4-12-16,-9-12-21 16,-1-5-38-16,1 10-92 0,-19 3-183 15</inkml:trace>
  <inkml:trace contextRef="#ctx0" brushRef="#br0" timeOffset="-187684.82">27329 4199 646 0,'0'0'29'15,"0"0"-10"-15,0 0-9 16,0 0-8-16,0 0-3 0,0 0 3 16,121 196 9-16,-114-192 0 15,8-4 61-15,-9 0 28 16,0-40-7-16,-6-24-43 16,0-24-24-16,0-1-17 15,0-15-9-15,0 4-11 16,0 0-14-16,0 7 1 15,0 17 24-15,-6 19 4 16,6 26 13-16,0 15 16 16,0 7-10-16,0 6-19 15,53-5-4-15,21 0 3 16,19-9-7-16,7-7 6 16,8 1-6-16,-9-5-7 0,-6 3-3 15,-6 1-21-15,-12-4-54 16,-29 4-216-16</inkml:trace>
  <inkml:trace contextRef="#ctx0" brushRef="#br0" timeOffset="-185353.47">28064 3757 100 0,'0'0'255'0,"0"0"-175"0,0 0-31 0,0 0 44 16,0 0 7-16,0 0 15 15,56-40-9-15,-56 40-67 16,0 0-32-16,0 0 4 16,0 0-8-16,0 0-6 15,0 0 8-15,0 0-5 16,0 4 19-16,0 4-8 16,0 5-11-16,0-2 3 15,0 9 6-15,0 0-5 16,-15 1 20-16,2-1-19 15,7-12 20-15,6 0-16 0,0-5-1 16,0-3-8-16,0 0-9 16,0 0-7-16,0 0-44 15,0 0 52-15,25 0 8 16,3-3 12-16,0-13-9 16,-10 4-3-16,4 4-11 15,-16 3 2-15,6-3 9 16,-5 5-24-16,8-6 15 15,-9 1-44-15,7 5 11 16,-13-2-35-16,6 2 64 16,-6 3 13-16,0 0 8 15,0 0 28-15,0 0-17 16,0 0-1-16,0 0-14 16,0 3 7-16,0 13-8 15,0 9 6-15,0-2-7 0,0 5 2 16,0 1-1-16,0 2 4 15,0 6 18-15,0-1 5 16,0-9-6-16,-19-6-17 16,13-5-3-16,-9-8-3 15,15-4-2-15,0 0-44 16,0 0-111-16,0 0-53 16,0 1-200-16</inkml:trace>
  <inkml:trace contextRef="#ctx0" brushRef="#br0" timeOffset="-184388.07">28012 3713 626 0,'0'0'66'0,"0"0"-40"0,0 0 25 0,0 0-51 0,0 0-1 16,0 0 1-16,-7 32 60 15,-5-20 10-15,6-7-21 16,-16 11-1-16,-12 4-23 16,-6 4-4-16,-7 7-18 15,-12-3 8-15,25 5 15 16,6-2-18-16,16-6 0 15,12-6-4-15,0-6-8 16,0-5-10-16,0-8 1 16,40 0 8-16,19 0 2 15,15 0 3-15,-12-21 4 16,-3 2-1-16,0-6 7 16,-3 10-20-16,-9-1 1 15,-7 0 4-15,-15 4-40 0,3 7 12 16,-22 2-4-16,-6 3 16 15,0 0 20-15,0 0-17 16,0 0 17-16,0 0-12 16,0 0 12-16,0 0-50 15,0-5 11-15,0-6 30 16,6 2 9-16,-6 6 1 16,0-2 0-16,0 5 9 15,0 0-6-15,0 0 16 16,0 0-5-16,0 0-1 15,0 0-6-15,0 0 10 0,0 0 16 16,0 0-12 0,0 0 9-16,0 0-14 0,-6 0 8 15,-7 0-12-15,-8 20 18 16,14 17-5-16,-11 23 23 16,9 3-24-16,-4 3-11 15,1-2-7-15,6-4-1 16,-1-9 2-16,-2-7-6 15,9-3 4-15,-6-5-3 16,-13-8-4-16,19-8-36 0,-6-12-74 16,-9-8-206-1</inkml:trace>
  <inkml:trace contextRef="#ctx0" brushRef="#br0" timeOffset="-183871.42">28781 4186 605 0,'0'0'338'0,"0"0"-328"0,0 0-3 0,0 0 20 0,0 0-25 16,0 0-2-16,322-28-21 15,-269 16-53-15,-28 4-149 16,-16-3-145-16</inkml:trace>
  <inkml:trace contextRef="#ctx0" brushRef="#br0" timeOffset="-183655.76">28781 4186 907 0,'-13'-148'21'15,"53"148"57"-15,26 0-2 16,8 0-26-16,0-4-35 15,-2-20-15-15,-10 3-53 16,-10 2-58-16,-33 7-208 16</inkml:trace>
  <inkml:trace contextRef="#ctx0" brushRef="#br0" timeOffset="-182740.65">29856 3801 64 0,'0'0'411'0,"0"0"-361"0,0 0 22 16,0 0-24-16,0 0-21 0,0 0 11 15,0 8 2-15,0-8 21 16,0 0-18-16,0 0 26 16,0 0-12-16,22 0 8 15,18-8-32-15,13-12-4 16,6 4-11-16,9 0-13 15,-15 9 1-15,-13 7 0 16,-6 0-12-16,-21 0-10 16,-13 11-5-16,0 29 3 15,0 9 13-15,-28 7-21 0,-25 4-22 16,-6 4 7 0,3-4 8-16,25-7 29 0,10-14 8 15,21-11-9-15,0-15 5 16,0-10-17-16,52-3 2 15,29 0 15-15,15 0 2 16,3-8 1-16,1-8-3 16,-7 8 5-16,-13 1-9 15,-27-1 4-15,-13 3-138 16,-40 2-232-16</inkml:trace>
  <inkml:trace contextRef="#ctx0" brushRef="#br0" timeOffset="-179291.9">30846 15961 625 0,'0'0'175'0,"0"0"-104"0,0 0-43 0,0 0-28 16,0 0 0-16,0 0 28 16,0 0-21-16,260-56 24 15,-213 45 11-15,-7 3 5 16,-6-1-22-16,6 1-13 0,-6 0-2 16,-9 8-7-16,-3 0-3 15,-10 0 0-15,-12 0-11 16,0 0-42-16,0 40 52 15,0 9 0-15,-34 3-4 16,9-4-1-16,4-8 5 16,14 0 1-16,7-16 0 15,0-8-3-15,0-12-6 16,28-4 9-16,31 0 2 16,-12 0-1-16,21 0 21 15,-9-12 3-15,-6-12-1 16,9-1-18-16,-10-6-6 15,-5 2-14-15,-13 1-68 0,-15 13-195 16</inkml:trace>
  <inkml:trace contextRef="#ctx0" brushRef="#br0" timeOffset="-175929.12">28694 18006 515 0,'0'0'279'0,"0"0"-214"0,0 0-15 0,0 0-16 0,0 0-34 15,0 0 11-15,0 0 2 16,0 0 26-16,0 0 7 15,18 0 5-15,4 0-16 16,18-3 0-16,1-5-4 16,11 0-22-16,17-9 1 15,2-2-4-15,-3 2-12 16,-15-2 6-16,-7 7-29 16,-18 4-6-16,-3 0 0 15,-16-5-5-15,4 1-29 16,-13-4-29-16,0 4-120 0,0 4-224 15</inkml:trace>
  <inkml:trace contextRef="#ctx0" brushRef="#br0" timeOffset="-175512.87">28802 17622 697 0,'0'0'36'0,"0"0"-19"0,0 0 83 0,0 0-51 16,0 0-21-16,0 0-9 15,400-45-9-15,-341 17 6 0,-3-4-14 16,-19 4-2-16,-9 5-37 16,-6-2-94-16,-22 9-90 15</inkml:trace>
  <inkml:trace contextRef="#ctx0" brushRef="#br0" timeOffset="-174546.92">30284 14895 62 0,'0'0'155'0,"0"0"-145"0,0 0 57 15,0 0-60-15,0 0 58 16,0 0 59-16,-145 48-39 16,129-37-25-16,4-3 5 15,-1 5-24-15,-2-5 18 16,9-4-3-16,-1-4-32 15,1 0 26-15,6 0-12 16,0 0 10-16,0 0-22 16,0-25-18-16,0-19-3 15,47-23 29-15,5-18-20 16,35-15-8-16,0-13 1 16,15-7-7-16,-15 7 0 15,-6 18-24-15,-28 18-3 0,-13 38-58 16,-28 10-80-16,-12 29-84 15,0 0-317-15</inkml:trace>
  <inkml:trace contextRef="#ctx0" brushRef="#br0" timeOffset="-173544.49">30771 16395 335 0,'0'0'94'0,"0"0"-20"0,0 0 25 15,0 0-53-15,0 0-12 16,0 0-31-16,0 0 10 16,16 48-5-16,-4-45 5 15,-6-3 26-15,0 0 18 16,4 0-2-16,-10 0-12 0,6 0 5 15,6 0-16-15,16 0 15 16,3-3-6-16,25-34-18 16,3-10-5-16,22-14 0 15,5-19-16-15,14 8 0 16,2-8 8-16,-15 3-5 16,-16 13-6-16,-9 16 6 15,-22 16-10-15,-15 7-6 16,-9 18-7-16,-16 7-26 15,0-4-96-15,0-8-249 16</inkml:trace>
  <inkml:trace contextRef="#ctx0" brushRef="#br0" timeOffset="-172698.71">30083 17787 503 0,'0'0'111'0,"0"0"-70"0,0 0 40 16,0 0-59-16,0 0-14 15,108 203 36-15,-80-174-8 16,-9-9-14-16,9-12-22 15,-16-4 33-15,1-4-11 16,-7 0 0-16,22-12-11 16,0-32 4-16,-4-12 7 0,4-17 0 15,-28-6-12-15,0-18-7 16,0-7 5 0,0-9-8-16,0 9 9 0,0 8-2 15,0 15 3-15,0 18-8 16,0 10 18-16,0 25-8 15,19 4-1-15,3 8-11 16,12 4-18-16,6 9 18 16,19 3 0-16,15 0 10 15,19 0 13-15,0-5-14 16,7-7-9-16,-14-8 0 0,1-9-38 16,-19 1-51-16,-9 5-21 15,-25 10-143-15,-34 13-352 16</inkml:trace>
  <inkml:trace contextRef="#ctx0" brushRef="#br0" timeOffset="-172015.23">30771 17341 518 0,'0'0'99'0,"0"0"-34"0,0 0-5 0,0 0 32 16,0 0-21-16,0 0-19 16,121 0-19-16,-93 0-9 15,-9 0-18-15,-4 24 2 16,-15 8 22-16,0 20 0 15,0 9-12-15,-28 3-17 16,-12-5 9-16,0-2-10 0,21-17 2 16,19-16 8-1,0-4 15-15,0-15-15 0,19-2-9 16,43-3-1-16,9 0 7 16,16-3 5-16,0-18-10 15,-7 5 1-15,-18 4-3 16,-15 4 0-16,-16 4-13 15,-3 4-11-15,-1 0-11 16,-8 0-69-16,-6 0-40 16,-4 8-120-16</inkml:trace>
  <inkml:trace contextRef="#ctx0" brushRef="#br0" timeOffset="-169418.03">828 10010 173 0,'0'0'175'0,"0"0"-84"0,0 0-2 0,0 0-14 16,0 0 3-16,0 0-24 15,6-8 19-15,-6 8-19 16,0 0-3-16,0 0-38 15,0-5-7-15,0 2 8 16,0-5 7-16,0 0 6 16,6-9-1-16,0-6 3 15,-6 7-19-15,7-9 3 16,8 1-11-16,-2 12 4 0,-7-7-6 16,9 2 0-16,-15 1 0 15,0 16 4-15,0 0-7 16,0 0 15-16,0 0-12 15,0 0 3-15,0 0-3 16,0 0-12-16,0 41 12 16,0 15 3-16,6 16-2 15,13 11 15-15,-6 6-8 16,8 4-8-16,-8-10 6 16,8 2-6-16,-14 3 5 0,-1-12-4 15,-6 8 2 1,0 1 0-16,0-10-6 15,0-2 8-15,0-16-11 16,0-26 5-16,12-15-1 16,-6-16-20-16,10 0 7 0,-16 0-1 15,0 0-11-15,6 0 27 16,22 0 0-16,3 0 26 16,25 0-19-16,9 0 2 15,62 0-8-15,22 0 21 16,24 0-14-16,14 0 10 15,-20 0-8-15,0 0-7 16,-15 0 2-16,3 0 3 16,-21 0-12-16,11 12 11 15,-17 1-1-15,20-2-6 16,-2-3 5-16,-13-8-5 0,-5 0-5 16,-20 0 3-16,-15-11-5 15,-12-22 1-15,-22 9 12 16,-4-4-12-1,-8 8 5-15,-7 4-3 0,-3-4 4 16,13 8 0-16,-13 0-1 16,4 3 4-16,-1-2-6 15,0-1 6-15,-6-1-8 16,-6-2 5-16,-9 3-5 16,9-13-3-16,-16 13 1 15,1-15 7-15,2 2 0 16,-3-14 0-16,-5-2 1 0,-7-11-2 15,0-8 2-15,0-4-5 16,0-12 3-16,0-16-3 16,0-5-12-16,0-11 8 15,0 3 8-15,0 9-7 16,-7 24 7-16,-27 16 2 16,10 15-2-16,-17 18 6 15,13 15 11-15,0-4-15 16,-3 4 0-16,10 4-2 15,-4 4-1-15,-3-4-1 16,-6 4-2-16,0 0 2 16,9 0-5-16,-9 0 4 15,0 0 3-15,9 0 4 16,-3 0-4-16,0 0-4 0,3 0-6 16,-9 0 6-16,-12 0 2 15,-16-16-11-15,-3-1 11 16,-10 6 1-16,-18-2 0 15,-6 6 2-15,-22 7 23 16,-12 0-14-16,-10 0-5 16,-3 0-2-16,-9 20 1 15,10-9-4-15,-1-6 4 16,19-5-4-16,12 0 3 16,22 7 12-16,6-2-14 0,25-2 19 15,22 10-12 1,3-5-5-16,9-4-6 15,28-4 2-15,0 0-2 0,0 0-15 16,0 0 6-16,0 0-40 16,0 0 52-16,0 0 2 15,-7 0 11-15,7 0-8 16,0 0 2-16,0 0-1 16,0 0-1-16,0 0-4 15,0 0-1-15,0 0-36 16,0 0-39-16,7-8 9 15,33-12-31-15,-21-16-256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16T23:00:35.4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7277 5995 162 0,'0'0'44'0,"0"0"-7"0,0 0 24 0,0 0-24 16,0 0-11-16,0 0 50 16,0 0-18-16,0 0-24 15,0 0 30-15,0 0-7 16,0 0-16-16,0 0-26 15,0 0 15-15,0 0-19 16,0 0-4-16,0 0 5 16,0 0 6-16,0 0 15 15,0 0 0-15,0 0 20 16,0 0-29-16,0 0 8 16,0 0-30-16,0-8 12 15,0-8 18-15,0-16-20 0,0-8-7 16,0-5-5-16,0-14 6 15,0-9 0-15,0-9 4 16,0 9-10-16,0 4 6 16,0 12-5-16,0 20-1 15,0 12 10-15,0 12-9 16,0 8 8-16,0-4-4 16,0 4-7-16,0 0 9 15,0 0-14-15,0 0-5 16,0 0-10-16,-28 4 10 0,-9 24-66 15,-12 4-12 1,18-4-111-16,15-8-108 0</inkml:trace>
  <inkml:trace contextRef="#ctx0" brushRef="#br0" timeOffset="882.59">7659 5370 209 0,'0'0'101'0,"0"0"-70"0,0 0 30 0,0 0-8 0,0 0-25 15,0 0 24-15,-202 19-7 16,190-2-12-16,-1-6 4 16,-8 10-24-16,14 2 0 15,-5 2-7-15,12-1-2 16,0-9-8-16,0-2 4 16,0-5-3-16,12 4-7 15,16-9 7-15,-3 10-6 16,15-1 9-16,-5-7 0 15,-1 3 6-15,12-1 1 16,-21 1 0-16,15 0 8 0,-18 0-6 16,-10 0 23-1,-5 8 2-15,-7 4-3 0,0 8 4 16,0 8 1-16,-31 5-12 16,-19-5-5-16,-3-5-9 15,19 2-5-15,9-21-3 16,4-4 7-16,14 4-17 15,7-12 8-15,0 0-23 16,0 0-62-16,0 0-52 16,0-12-49-16</inkml:trace>
  <inkml:trace contextRef="#ctx0" brushRef="#br0" timeOffset="1833.11">8145 5682 139 0,'0'0'297'0,"0"0"-250"0,0 0 29 0,0 0-33 16,0 0-4-16,0 0-10 0,-58 89 7 15,51-69 4-15,7 4 36 16,0 7-10-16,0 2-45 15,0 6 10-15,-6-3-27 16,-3-3 12-16,9 0-10 16,0-6-8-16,0-10 2 15,0-9-5-15,0-1 3 16,0-7-26-16,0 0-5 16,0 0-69-16,0 0-16 15,0-15 38-15,0-6-84 16,0-2-104-16</inkml:trace>
  <inkml:trace contextRef="#ctx0" brushRef="#br0" timeOffset="2081.96">7966 5867 335 0,'0'0'156'15,"0"0"-84"-15,0 0 17 16,0 0-45-16,0 0-14 16,0 0 29-16,-7-13 9 15,20 13-45-15,9 0-3 16,-4 0-18-16,4 0-4 16,-4 0-26-16,4 0-63 15,3-8-34-15,-3 8-60 0,-4-11-159 16</inkml:trace>
  <inkml:trace contextRef="#ctx0" brushRef="#br0" timeOffset="2747.93">8707 5782 55 0,'0'0'462'0,"0"0"-387"0,0 0 10 0,0 0-33 0,0 0-1 16,0 0-6-16,0 0 1 16,0-31-7-16,0-10-14 15,0-3-2-15,9-12 24 16,3 7-33-16,7 2 0 15,-3 7-12-15,-10 8 1 0,0 7 1 16,0 6-2-16,-6 10 10 16,0 9-11-16,0 0 20 15,0 0-8-15,0 0-12 16,0 0-1-16,0 0-41 16,0 0 19-16,0 25-15 15,-6 6-28-15,-28-2-23 16,15-1-7-16,-2 4-32 15,-4-5-40-15,9-2-49 16</inkml:trace>
  <inkml:trace contextRef="#ctx0" brushRef="#br0" timeOffset="3646.92">9042 5530 148 0,'0'0'82'0,"0"0"-51"0,0 0-30 15,0 0-2-15,0 0-7 16,0 0 8-16,0-28 9 16,0 28 57-16,0 0 25 0,0 0-34 15,0 0-30-15,0 0-22 16,0 0 4-16,0 0-9 15,0 0-1-15,0 0 1 16,0 0 2-16,0 0 23 16,0 0 35-16,0 0-1 15,0 0-21-15,0 0-4 16,0 0-14-16,0 0 12 16,0 0-19-16,0 0 20 15,0 0 1-15,0 0 9 16,0 0-15-16,0 0 17 15,0 0 2-15,-25 0-26 0,3 0-7 16,-6 0-2 0,10 0-6-16,5 8-3 0,-2 12-6 15,-4-4 2-15,7 4 0 16,-4 0 0-16,16-4-4 16,0 0 2-16,0-4-11 15,0-4 3-15,6-4-22 16,28 0 21-16,7 4-3 15,-1-8 5-15,-6 0 10 16,-6 4-8-16,-3-4 4 16,-3 5-6-16,-10 3 4 15,-6-5-6-15,-6 5 9 16,0-4-3-16,0 1 6 16,0 3 0-16,0 3 0 15,0 6 17-15,0 2 0 0,-28-2-4 16,3-1-10-16,13 0-5 15,-10-9 2-15,4 6-6 16,2-13-34-16,-2 0 8 16,2 0-58-16,4 0-45 15,12 0-146-15</inkml:trace>
  <inkml:trace contextRef="#ctx0" brushRef="#br0" timeOffset="4197.87">8406 6059 415 0,'0'0'140'0,"0"0"-109"0,0 0-5 0,0 0 24 0,0 0 22 16,0 0-28 0,270 36-22-16,-193-28-15 0,-2-3 7 15,-1-5-14-15,-9 0-45 16,-15 0-45-16,-4 0-58 16,-27 0-195-16</inkml:trace>
  <inkml:trace contextRef="#ctx0" brushRef="#br0" timeOffset="5212.85">8868 6275 73 0,'0'0'450'0,"0"0"-363"0,0 0-12 0,0 0-8 16,0 0-55-16,0 0 8 15,-99 133-2-15,71-100-1 16,3-14 12-16,10 1 0 15,2-7 7-15,7-5-12 0,6-5-8 16,0 9-13 0,0-12-3-16,0 8 1 0,0 0-4 15,0-3 3-15,0 3-9 16,12-4-19-16,16-4 25 16,3 8-1-16,3-8 8 15,0 8 4-15,1-8-6 16,-17 3-4-16,-2-3-4 15,-10 0-13-15,-6 0 10 16,0 0 1-16,6 0 6 16,0 0-17-16,-6 0 19 15,6 0-6-15,10 0-5 16,-10 0 6-16,7 0-4 0,-13 0 9 16,0 0 2-16,0 0 8 15,0-3 2-15,0-5 2 16,0 8-12-1,0 0 6-15,0 0-8 0,0 0-20 16,0 11 20-16,0 22 7 16,0-2 14-16,0 14-14 15,0-13 7-15,-7 1-13 16,1-14 8-16,0-7-7 16,6-4-4-16,0-4-30 15,0-4-27-15,0 0-82 16,0 0-122-16</inkml:trace>
  <inkml:trace contextRef="#ctx0" brushRef="#br0" timeOffset="5928.21">9671 5907 95 0,'0'0'309'0,"0"0"-199"0,0 0-24 15,0 0-36-15,0 0-16 16,0 0 27-16,0-8 39 16,0 8-57-16,0 0 7 15,0 0-24-15,0 0-1 16,0 24-25-16,0 7 0 16,0-1 0-16,0 1 9 15,0-3-18-15,0-4 18 0,0-4-9 16,0-4 0-1,0-4 5-15,0 4-5 0,0-3-13 16,0-5-13-16,-6-1-15 16,0 1-52-16,-4-8-36 15,10 0 21-15,-6 0 13 16,6 0-17-16,-6 0-128 16</inkml:trace>
  <inkml:trace contextRef="#ctx0" brushRef="#br0" timeOffset="6080.81">9671 5907 218 0</inkml:trace>
  <inkml:trace contextRef="#ctx0" brushRef="#br0" timeOffset="6194.58">9671 5907 218 0,'-149'100'185'0,"149"-100"-30"0,0 0-27 16,0 0 146-16,0 0-273 16,0 0 26-16,0 0-12 15,40 0-10-15,-5 0-5 16,-7 0-19-16,24 0-29 16,-24 0-57-16,-3-12-60 15,-10 1-170-15</inkml:trace>
  <inkml:trace contextRef="#ctx0" brushRef="#br0" timeOffset="6910.94">10273 5802 89 0,'0'0'455'15,"0"0"-375"-15,0 0 2 0,0 0-41 0,0 5-12 16,0-13-20-16,0-17 6 0,0-3-12 16,0-8 40-16,0 5 24 15,6-10-31-15,6 9-29 16,4 4 3-16,-4 11-9 16,-12 10 7-16,6-1-16 15,-6 8 16-15,0 0-4 16,0 0-4-16,0 0 25 15,0 0-25-15,0 4-6 16,0 16-15-16,-12 9-68 16,-16-6-45-16,9-3 19 15,-2-4-33-15,8-8-20 16</inkml:trace>
  <inkml:trace contextRef="#ctx0" brushRef="#br0" timeOffset="7610.77">10620 5498 228 0,'0'0'106'0,"0"0"-53"0,0 0-4 0,0 0-8 16,0 0 5-16,0 0 24 0,-13 4-6 16,-14 4-16-1,-1 4 19-15,3-4-4 0,9 8-8 16,-8-8-30-1,11 4 4-15,-9 0-16 0,4 1 5 16,18-2-2-16,-10-7-1 16,10 4-6-16,0-4-9 15,0 8-2-15,0-4-15 16,0 0 16-16,28 9-19 16,7-9 20-16,5 7 3 15,0-2-3-15,0-2 0 16,1-3 2-16,-1 4-7 0,-28-4-2 15,1-3 0 1,-13-2-34-16,12 2 10 0,-12-5 31 16,0 12 4-1,0 4 17-15,0 7-10 0,-25 10-11 16,-27-1 3-16,11-8-11 16,7-8 12-16,6-12-8 15,10-4-13-15,-4 0-19 16,4 0-100-16,18-20-51 15,-7-12-119-15</inkml:trace>
  <inkml:trace contextRef="#ctx0" brushRef="#br0" timeOffset="8276.62">9931 6108 185 0,'0'0'134'0,"0"0"-127"0,0 0 28 0,0 0 65 16,0 0 5-16,0 0-17 16,0 0-8-16,249 0 14 15,-184 0-51-15,-3 0 0 16,-10 0-37-16,-11 0 2 0,-7 3-1 15,-9 1-3 1,21-4-4-16,-6 0-17 0,7 0-75 16,-7 0-106-1,-12 0-150-15</inkml:trace>
  <inkml:trace contextRef="#ctx0" brushRef="#br0" timeOffset="8975.83">10331 6568 13 0,'0'0'379'0,"0"0"-330"0,0 0-5 16,0 0 20-16,0 0-17 16,0 0-9-16,-18 28 9 15,18-28 29-15,0 0 21 0,0 0-43 16,0-19-38-16,0-9 10 15,0-5-20-15,12-11 10 16,1 4-12 0,15-7 4-16,-28 6-3 0,12 17-1 15,-12 8-6-15,0 12 7 16,0 4-9-16,0 0 4 16,0 0-26-16,-12 24-11 15,-29 4-90-15,1-3-1 16,0-6-57-16,6-7-91 0</inkml:trace>
  <inkml:trace contextRef="#ctx0" brushRef="#br0" timeOffset="9256.11">10331 6568 185 0</inkml:trace>
  <inkml:trace contextRef="#ctx0" brushRef="#br0" timeOffset="9592.14">10331 6568 185 0,'276'-227'13'0,"-276"227"61"0,0 0-5 16,0 0 189-16,0 3-182 16,0 17-35-16,-15 12-2 15,-10 4 23-15,-3 4-51 16,10 1 12-16,-4-5-22 15,10-8 1-15,12 4-2 0,0-9-1 16,0-2 1 0,0 7 1-16,0-8 2 0,34 0-4 15,-10-4 1-15,4-8-41 16,-3-8 39-16,-3 0-5 16,6 0 7-16,-3 0 5 15,2-11 27-15,-2-22-6 16,16 0-14-16,-14-3-12 15,-20 13-6-15,-1-5-21 16,-6 15 23-16,0-6 4 16,-6 7 1-16,-53 12-1 15,18 0 1-15,-11 0-1 16,11 0 0-16,14 12-13 16,-1 7-21-16,28-6-52 15,0-6 7-15,0-7-119 0,0 0-229 16</inkml:trace>
  <inkml:trace contextRef="#ctx0" brushRef="#br0" timeOffset="10426.82">11141 5899 509 0,'0'0'95'0,"0"0"-50"0,0 0-17 0,0 0-20 16,0 8 8-16,6-4 16 15,9 16 48-15,-2-8-28 0,-13 8 16 16,0 4-23-16,12 4-1 15,-12 4-38-15,6-7-2 16,-6-2-4-16,0 2-5 16,0 2-6-16,0-7-54 15,0 1-26-15,0-6-84 16,-18-10-49-16</inkml:trace>
  <inkml:trace contextRef="#ctx0" brushRef="#br0" timeOffset="10757.56">11066 6043 141 0,'0'0'413'16,"0"0"-322"-16,0 0-13 15,0 0-23-15,0 0-43 16,0 0 5-16,10 8 42 16,21 5-11-16,9-2-8 0,-12-2-36 15,18-1 20-15,-12-5-24 16,-21-3-4-16,9 0-5 15,-16 0-14-15,-6 0-18 16,18 0-98-16,-11 0-22 16,-7 0-84-16</inkml:trace>
  <inkml:trace contextRef="#ctx0" brushRef="#br0" timeOffset="11157.18">11649 6072 359 0,'0'0'501'0,"0"0"-439"0,0 0-39 0,0 0-23 0,0 0-99 0,0 0-87 0,0 0-103 15</inkml:trace>
  <inkml:trace contextRef="#ctx0" brushRef="#br0" timeOffset="11458.95">11649 6072 613 0</inkml:trace>
  <inkml:trace contextRef="#ctx0" brushRef="#br0" timeOffset="11556.61">11649 6072 613 0,'400'28'255'0,"-400"-25"-196"0,0-3-14 0,0 0-47 16,0 0-36-16,0 0-11 15,0 0 19-15,0 0-9 16,0 0-72-16,0 0 7 16,0 0-129-16</inkml:trace>
  <inkml:trace contextRef="#ctx0" brushRef="#br0" timeOffset="11840.82">12592 6051 478 0,'0'0'134'15,"0"0"-30"-15,0 0 28 16,0 0-67-16,40 16-49 16,-27-16-7-16,-13 0-9 15,12 0-3-15,-12 0-93 0,0 0-68 16,0 0-112-16</inkml:trace>
  <inkml:trace contextRef="#ctx0" brushRef="#br0" timeOffset="12407.6">13355 6015 700 0,'0'0'203'0,"0"0"-190"0,0 0-13 0,0 0-12 16,0 0-173-16,0 0 2 0,-16 0-314 15</inkml:trace>
  <inkml:trace contextRef="#ctx0" brushRef="#br0" timeOffset="19683.75">7097 8165 444 0,'0'0'201'0,"0"0"-167"0,0 0 41 0,0 0 21 16,0 0-62-16,0 0-6 15,0 0-2-15,-120-20-18 16,101 20 33-16,-3 0-8 16,10-5 13-16,-10 5-25 15,-3 0 11-15,-3 0-4 16,-6 0-22-16,-12 0-6 16,5 13 3-16,-5 7 3 15,6 8-2-15,9-4 6 16,9 12-8-16,3 4-4 15,19 4 2-15,0 0-3 16,0-3 0-16,0-5-15 16,31-5 14-16,10-3-9 15,21 5 9-15,-3-5-9 0,-7-4 12 16,10 1-7-16,-9-10 7 16,-6 6 1-16,-13-2 0 15,-16-2-5-15,-18-2 1 16,0 1 2-16,0 4 4 15,0 1 19-15,-12 10-10 16,-56 2 10-16,-4 3-19 16,-15-4-2-16,19-8-17 15,16-5-9-15,11-6-6 16,35-9-72-16,6-4-95 16,0 0-85-16,0-24-51 0</inkml:trace>
  <inkml:trace contextRef="#ctx0" brushRef="#br0" timeOffset="20366.96">7426 8635 383 0,'0'0'214'0,"0"0"-213"0,0 0-1 16,0 0-35-16,0 0 19 15,0 0 16-15,0 0 51 16,-9 0 47-16,9 0 32 16,0 0-51-16,9 0-57 15,22 0 10-15,25 0-15 0,15 0 13 16,10 0-20-16,-19 0-4 16,9 3-6-16,-30-3-5 15,-7 0-9-15,0 0-18 16,-16 0 5-16,4 0-47 15,-10 0-38-15,-5 0 0 16,-7 0-121-16</inkml:trace>
  <inkml:trace contextRef="#ctx0" brushRef="#br0" timeOffset="20833.21">7463 8470 231 0,'0'0'208'0,"0"0"-171"0,0 0 86 0,0 0 3 16,0 0 0-16,0 0-55 15,295 8-26-15,-233-8-18 16,-16 3-4-16,-5 2-21 16,-16-2-4-16,2-3-38 15,-14 0-25-15,2 0-171 0,-15 0-60 16</inkml:trace>
  <inkml:trace contextRef="#ctx0" brushRef="#br0" timeOffset="23447.21">9718 8425 231 0,'0'0'243'0,"0"0"-189"0,0 0 10 0,0 0-17 0,0 0-10 16,0 0 9-16,-13 0 24 0,13 0-2 16,0 0-5-1,0 0 15-15,0 0-33 0,0-28-33 16,0-11 4 0,0-22-8-16,0-11-1 0,13-4-3 15,5 8-3-15,-9 8 3 16,4 15 4-16,-13 21 1 15,0 16-6-15,0 8 4 16,0 0-7-16,0 0-2 16,0 0-15-16,0 0 4 0,0 21-30 15,-13 10 11 1,-21 10-49-16,-18-2-16 0,11-6-18 16,13-2 31-16,16-6-108 15,12-9-182-15</inkml:trace>
  <inkml:trace contextRef="#ctx0" brushRef="#br0" timeOffset="24362.64">10192 8065 4 0,'0'0'303'0,"0"0"-279"0,0 0 38 0,0 0 17 16,0 0-53-16,0 0 48 15,-28 0-15-15,28 3 6 16,0-3-15-16,-6 0-12 16,6 5 27-16,-13-5-17 0,13 3 5 15,-6-3-21-15,0 5-4 16,-9-5-20-16,-4 4 12 16,-3-1-5-16,10 5-1 15,-1 5 6-15,-2 2-13 16,2-2 7-16,1-1-11 15,12-4-3-15,-6-4 6 16,6 0-11-16,0-1 5 16,0 5-4-16,0 5 2 15,0-1-9-15,40 0 10 16,7 4-17-16,5-3 18 16,1-2 2-16,-6 6 4 0,-1-9-6 15,-6 3-3-15,-5 1 3 16,-1-4 2-16,-10 5-2 15,-2-6-2-15,-9 1-5 16,-13 5 14-16,0-5-10 16,0-1 8-16,0 6 9 15,0-2 2-15,0 1-10 16,0-4-6-16,-25-8-2 16,-9 5-1-16,-13-5-32 15,1 0-3-15,-16 0-13 16,21 0-86-16,10-13-123 15,3-10-64-15</inkml:trace>
  <inkml:trace contextRef="#ctx0" brushRef="#br0" timeOffset="24630.58">10338 7944 631 0,'0'0'122'0,"0"0"-81"0,0 0 5 0,0 0-46 0,0 0-64 16,0 0-105-16,254 60-246 16</inkml:trace>
  <inkml:trace contextRef="#ctx0" brushRef="#br0" timeOffset="25464.73">9237 8566 135 0,'0'0'0'0,"0"0"0"0,0 0 141 0,0 0 5 16,0 0-50-16,0 0 4 15,-40 8-39-15,24 0-5 16,4 0-2-16,-13-4 1 16,3 4-3-16,22-4-25 15,0-4 5-15,0 0-20 16,-6 0 19-16,6 0-16 16,0 0 13-16,0 8-23 0,0 0 2 15,0 0-2-15,34 4 0 16,25 4 0-16,15 0-3 15,26 4 20-15,27 1-14 16,22-10 14-16,24-2-17 16,13-9 1-16,-6 3-4 15,0-3 3-15,-13 13-5 16,-12 2 0-16,-9 1-9 16,-31 1-79-16,0-6 61 15,-29 2 27-15,-20-10-65 16,-26 2-17-16,-18-5-204 15</inkml:trace>
  <inkml:trace contextRef="#ctx0" brushRef="#br0" timeOffset="26828.51">9364 9789 425 0,'0'0'59'0,"0"0"-20"0,0 0 13 0,0 0-40 16,0 0-1-16,0 0 40 16,0 0-7-16,0 0 45 0,0 0 12 15,0 0-15-15,0 0-28 16,0 0-23-16,0-11-35 16,0-30 1-16,0-15 19 15,12-8-6-15,1-4-2 16,2 12-9-16,-2 7 4 15,-13 18 1-15,0 10-7 16,0 9 5-16,0 12-7 16,0 0 3-16,0 0-4 15,0 0-11-15,0 24-8 0,-41 16 9 16,1 17-71 0,6-6-22-16,0-2-101 0,9-13-135 15</inkml:trace>
  <inkml:trace contextRef="#ctx0" brushRef="#br0" timeOffset="27859.86">9879 9704 502 0,'0'0'203'0,"0"0"-140"0,0 0 27 16,0 0-47-16,0 0-40 0,0 0 30 15,65 0-1-15,-12 0 14 16,-4 0-17-16,4 0 12 16,-13 0-23-16,7 0-8 15,-7-7-10-15,0-9 6 16,-15 11-14-16,3-6-31 15,-28 7-84-15,0 0-248 16</inkml:trace>
  <inkml:trace contextRef="#ctx0" brushRef="#br0" timeOffset="35754.98">7411 5113 206 0,'0'0'106'0,"0"0"-102"0,0 0 96 0,0 0-45 15,0 0-14-15,0 0 8 16,0 0-24-16,6 0-1 0,3 0-8 16,-9 0 43-16,0 0-5 15,6 0 20-15,-6 0-48 16,0 0-24-16,7 0 3 15,-1 0 2-15,6 0 18 16,-6-4-17-16,10-4 32 16,2-8-30-16,10 4 14 15,6-9-19-15,19 1 12 16,6 1-5-16,15-9 4 16,1 3-12-16,-22 1-3 15,-1 4 1-15,-5 9 3 16,9-6-9-16,-10 6 9 15,1 2-10-15,-1 5 4 16,1 4-20-16,-1 0 15 16,13 0 6-16,3 4 6 15,-3 8-6-15,3 0 0 0,-9 1-2 16,-13-2-9-16,-6 2-12 16,-15-6 0-16,-13 1-7 15,6-3 16-15,4-2 11 16,-10 2-62-16,7-2-44 15,-7-3 19-15,-6 0-45 16,0 0-218-16</inkml:trace>
  <inkml:trace contextRef="#ctx0" brushRef="#br0" timeOffset="36619.04">8707 4993 230 0,'0'0'160'0,"0"0"-153"0,0 0 32 0,0 0-6 0,0 0-7 0,0 0-25 15,-53 36 11-15,53-36-5 16,0 0 8-1,0 0 19-15,0 0-13 0,0 0 13 16,0 0-17-16,0 0-8 16,0 0-7-16,0 0 0 15,0 0-2-15,0 0-1 16,0 0-16-16,0 0 15 16,0 0 2-16,0 0 7 15,0 0 20-15,0 0-11 16,0 0-11-16,0-5-5 15,0-3-2-15,0 5-2 0,0 3 4 16,0 0-1-16,0 0-6 16,0 0-1-16,0 0 2 15,0 0 0-15,22 0 12 16,-4 0 0-16,10 0-6 16,-15 0 1-16,-1 0-2 15,-6 0 2-15,-6 0-2 16,0 0-6-16,10 0 4 15,-10 0 6-15,6-12 2 16,0-9-5-16,6 1-5 16,-12 1-24-16,7 7 17 15,-7-9 3-15,0 9 9 16,0 1 1-16,0-2 22 0,0 13 32 16,0 0-31-16,-13 0 36 15,1 0-25-15,12 0-14 16,0 0-21-16,0 0-23 15,0 0-32-15,0 0-97 16,0 0-187-16</inkml:trace>
  <inkml:trace contextRef="#ctx0" brushRef="#br0" timeOffset="37586.05">7891 4363 288 0,'0'0'26'0,"0"0"27"0,0 0 16 16,0 0-8-16,0 0 3 15,0 0 11-15,-12 4-29 16,12-4-6-16,-6 8 6 16,-7 4-11-16,-2 4-4 15,9 12-19-15,-13 0 22 16,3 8-16-16,10-8 18 15,-19 0-26-15,-21-4 17 16,30-4-10-16,-18 0-9 16,28-12-8-16,6 5-1 0,0-13-17 15,6 0-41-15,35 0-33 16,-32 0-53-16,3 0 86 16,-6 0 40-16,-6-5-23 15,0-3-69-15,0 5-111 16</inkml:trace>
  <inkml:trace contextRef="#ctx0" brushRef="#br0" timeOffset="37856.19">7891 4363 78 0</inkml:trace>
  <inkml:trace contextRef="#ctx0" brushRef="#br0" timeOffset="38034.83">7891 4363 78 0,'-180'28'86'0,"180"-28"1"0,0 0-12 16,16 0 165-16,-16 0-170 15,0 0-22-15,18 0 5 16,-5 0-9-16,2 12-8 0,-2 0-20 16,21 8 3-16,-9 1-6 15,-4-2-8-15,-8 1 5 16,9-4-7-16,-4 4 2 15,1 0 0-15,2-4-10 16,7 1 0-16,-9-9-4 16,-7 0-46-16,4-8-52 15,2 0-46-15,-11 0-135 0</inkml:trace>
  <inkml:trace contextRef="#ctx0" brushRef="#br0" timeOffset="38836.16">8381 4427 239 0,'0'0'63'0,"0"0"-18"0,0 0 31 16,0 0-20-16,0 0 22 15,0 4 7-15,-6-4-24 16,6 0 16-16,0 0-31 15,0 0 7-15,0 0-23 0,0-8-30 16,-9-12 0 0,9-8 0-16,0-4 4 0,-19-4-2 15,19 0 2-15,0 3-1 16,0 2 3-16,0 3-6 16,0 12 7-16,0 3-6 15,0 9 3-15,0 4 4 16,0 0-8-16,0 0-3 15,0 0-17-15,0 0 13 16,0 0-4-16,0 0 0 16,-6 9-23-16,0 10 23 15,-1 6 2-15,-20 3-8 0,5 4-27 16,3 4-12 0,1-4 17-16,2-4-25 0,16-16-46 15,0-4-120-15</inkml:trace>
  <inkml:trace contextRef="#ctx0" brushRef="#br0" timeOffset="39566.71">8428 4720 83 0,'0'0'175'0,"0"0"-136"0,0 0-2 16,0 0 8-16,0 0-5 0,0 0 25 16,-7 0-8-16,7 0-36 15,0 0 23-15,0 0-9 16,0 0 0-16,0-17-18 16,0-2 36-16,13-13-15 15,15-5 0-15,-3 6-16 16,15-10-14-16,6-7 6 15,10-4-13-15,-3 0 3 16,-7 4 0-16,-5 4-8 16,-7 11 4-16,-16 10-21 15,-5 10-35-15,-13 10-24 16,15 3 21-16,-15 0-17 0,7 0-127 16,-1 0-173-16</inkml:trace>
  <inkml:trace contextRef="#ctx0" brushRef="#br0" timeOffset="40566.92">8834 4411 116 0,'0'0'66'0,"0"0"-18"0,0 0 2 0,0 0-4 0,0 0 21 15,0 0 11-15,-6 32-47 16,-7-19 9-16,1 10-25 15,-4 5 20-15,-8 8-20 0,2 0-2 16,16-12-2 0,-1-7-11-16,7-14 7 0,0-3-4 15,0 0 2-15,0 0-5 16,0 0-1-16,0 0-15 16,0 0 15-16,35 0-1 15,-4 0-3-15,9 0 4 16,0 0-8-1,-6 0 8-15,0 0-13 0,-15 0 0 16,9 0-17-16,-16 0-15 16,-12 0-4-16,0 0 34 15,6 0 7-15,-6-3-3 16,0-17-12-16,0 7 7 16,0 1 3-16,0 1-1 0,0 6 11 15,0 2 8-15,0-2-8 16,0-3 5-16,0 4-2 15,0-4-20-15,0 0-33 16,0 8 24-16,0 0 19 16,0 0 11-16,0 0 33 15,0 0-9-15,0 0 4 16,0 5 63-16,0 2-12 16,0 6-34-16,-6 3-30 15,0 4 6-15,-13 4 0 16,10 4-1-16,3 8 10 0,0 8 3 15,0 4 24 1,-1 4-16-16,7-16-1 0,0-8-25 16,0-3-14-1,-12-6 7-15,12-2-8 0,-9-6-6 16,9-3-57-16,0-8-67 16,0 0-240-16</inkml:trace>
  <inkml:trace contextRef="#ctx0" brushRef="#br0" timeOffset="56485.93">10787 9653 232 0,'0'0'139'0,"0"0"-54"0,0 0-16 0,0 0-40 15,0 0-4-15,0 0-15 16,0 0 5-16,0 0-9 16,0 4 36-16,0-4 24 15,0 0-18-15,0 0 0 16,0 0-13-16,0 0 11 15,0 0-15-15,0 0 2 16,0 0-27-16,0 0-2 0,0 0 1 16,0 0 3-16,0 0 23 15,0 0-7-15,0 0 7 16,0 0-19-16,0 0-11 16,6-25 5-16,1-14-6 15,-1-14 31-15,0-11-18 16,10 1-2-16,-4 14-8 15,-6 1-3-15,0 7 1 16,4 10 3-16,-4 6-4 16,0 9-8-16,0 13 0 15,-6 3-7-15,0 0-15 16,0 16 26-16,0 32-4 0,-12 4-24 16,-35 0-14-1,-8-16-14-15,30-12-20 0,-3-16-51 16,15-8 71-16,13 0-56 15,0 0-246-15</inkml:trace>
  <inkml:trace contextRef="#ctx0" brushRef="#br0" timeOffset="57252.35">10552 9745 276 0,'0'0'208'0,"0"0"-100"0,0 0-25 0,0 0-52 0,0 0-29 0,0 0 0 16,15 0 17-16,-9 0 9 16,1 0 33-16,5 0-1 15,16 0-11-15,0 0-14 16,-3 0-7-16,15 0 14 16,13 0-34-16,2 0 4 15,-2 0-8-15,6-3-5 0,-12 3 1 16,-1 0-15-16,-6 0-21 15,-6 0-10-15,-6 0-22 16,-15 0-117-16,-13 0-71 16</inkml:trace>
  <inkml:trace contextRef="#ctx0" brushRef="#br0" timeOffset="58201.77">10800 9938 301 0,'0'0'93'0,"0"0"-44"16,0 0 26-16,0 0-54 16,0 0 17-16,0 0 21 0,0 64 1 15,0-33-10-15,-7 2 47 16,-20 7-49-16,-14-4-26 16,29 0-6-16,-7-12-16 15,-2-4 4-15,14-4-1 16,7-3-1-16,0-10 4 15,0 9-10-15,0-7 9 16,7-2-10-16,20-3-1 16,14 0 4-16,5 0-5 15,-5 0 5-15,-7 0-7 16,-10 0-14-16,-2 0 22 0,-9 0-11 16,-7 0 10-16,0-8-26 15,0-4-43-15,4 1 2 16,-10-6 53-16,0 1 8 15,0-4 0-15,0 8 4 16,0-12-23-16,0 12 11 16,0 0-7-16,0 8 16 15,0 4 7-15,0 0 11 16,0 0 24-16,0 0 5 16,0 0 2-16,0 0-12 15,0 0 5-15,0 4-12 16,-10 20 8-16,-8 12-11 15,11 17 39-15,-14-2-28 0,8 6 0 16,7-5 0 0,-6-8-16-16,-4-4-5 0,4-4-8 15,6-12 2-15,-1-7-4 16,7-10-29-16,0 5-69 16,-9 0-108-16,-3-12-187 15</inkml:trace>
  <inkml:trace contextRef="#ctx0" brushRef="#br0" timeOffset="66194.03">3253 15347 272 0,'0'0'45'0,"0"0"-43"0,0 0 53 0,0 0-12 16,0 0-2-16,0 0 3 15,0 0 8-15,0 0-34 16,-13 13 13-16,13-13 11 16,0 0-4-16,0 0-5 15,0 0-16-15,0 0 10 16,0 0-12-16,0 0 28 15,-6 0-15-15,6 0 29 16,0 0-16-16,0 0 6 16,0 0-10-16,-12 0-22 15,-4-28 5-15,16-13-14 16,-12-14 5-16,12-14-7 16,0-3 4-16,0 8-7 0,0 0 5 15,0 0-3 1,0 15-3-16,0 5-2 0,0 16-11 15,0 16 11-15,0 12 2 16,0 0-6-16,0 0-10 16,0 4 12-16,0 24-18 15,-22-4 10-15,-9 1-32 16,3-6 4-16,16 1 4 16,-10 5-59-16,3 3-30 15,7 8-214-15</inkml:trace>
  <inkml:trace contextRef="#ctx0" brushRef="#br0" timeOffset="67009.8">3687 15219 439 0,'0'0'50'0,"0"0"11"0,0 0 7 0,0 0-37 15,0 0-1-15,0 0 35 16,0-3 15-16,9-2 6 16,31 2-19-16,7-5 7 15,-7 8-41-15,0 0-6 16,-2 0-22-16,-4 0 2 15,6 0-7-15,0 0-24 16,-12 0-9-16,-9-5-59 0,-13 5-59 16,-6 0-148-16</inkml:trace>
  <inkml:trace contextRef="#ctx0" brushRef="#br0" timeOffset="67876.8">5212 14943 411 0,'0'0'24'0,"0"0"-21"16,0 0 37-16,0 0-9 16,0 0 23-16,0 0 22 15,0 0-5-15,0 0 33 16,0 0-25-16,-6 0-39 15,-9-17-19-15,2-11-17 0,13-11 15 16,-12-5-4 0,12-5 25-16,0 1-32 0,-6 4 10 15,-1 3-12 1,7 2-5-16,-9-2 0 0,9 10 1 16,0 3-2-16,0 8-14 15,0 12 9-15,0 8-2 16,0 0-6-16,-6 0-54 15,-19 23 23-15,-3 21-30 16,-12 9-132-16,-7 11-135 16</inkml:trace>
  <inkml:trace contextRef="#ctx0" brushRef="#br0" timeOffset="68541.92">4691 15303 424 0,'0'0'170'0,"0"0"-135"0,0 0-24 0,0 0 27 15,0 0 44-15,0 0 8 16,239 0-24-16,-158 0-35 15,-7 0-17-15,-6 0 14 0,-9 0-6 16,0 0-22-16,3 0 3 16,-15-3-3-16,-1-6-22 15,-12-2-48-15,-9-2-118 16,-9 6-79-16</inkml:trace>
  <inkml:trace contextRef="#ctx0" brushRef="#br0" timeOffset="69394.89">5113 15620 368 0,'0'0'22'0,"0"0"-14"0,0 0 79 0,0 0-25 0,0 0-31 0,0 0-10 16,-62 153 19-16,56-121-16 16,0-17-8-16,6 10 8 0,0-14-1 15,0 2-11 1,0-1-7-16,0-4 1 0,0-3-1 15,18 2-10-15,10-3 11 16,0 0-4-16,-9 0-1 16,-7-4 14-16,4 0-15 15,-10 0-9-15,6 0 7 16,1 0 2-16,-4 0-8 16,-3 0 8-16,0 0-11 15,7-4-19-15,-13-8 9 16,15-4 4-16,-15-4-11 15,13 12 21-15,-13-8 7 0,6 12 3 16,-6 0 3 0,0 4 6-16,0 0-10 0,0 0 24 15,0 0-18 1,0 0 3-16,0 8 3 0,0 16-1 16,0 20 10-16,0 9 21 15,-34 6 7-15,15 1-5 16,-21 4-6-16,27-11-26 15,-2-9-3-15,9-24-11 16,6 1-5-16,0-18-25 16,0-3-78-16,0 0-42 15,0-16-111-15</inkml:trace>
  <inkml:trace contextRef="#ctx0" brushRef="#br0" timeOffset="70358">2586 15612 309 0,'0'0'194'0,"0"0"-156"0,0 0 37 0,0 0-13 15,0 0-46-15,0 0 10 16,0 0-4-16,-6 0 27 16,6 0-8-16,6 0 6 15,34 5 4-15,7-2-14 16,33 9-20-16,-8-7-11 16,8-2-9-16,-18-3 3 15,10 0-29-15,-10 0-28 16,-16 0-59-16,-6-8 9 0,-5-7-13 15,-17 2-170 1</inkml:trace>
  <inkml:trace contextRef="#ctx0" brushRef="#br0" timeOffset="71107.62">3067 16290 194 0,'0'0'90'0,"0"0"12"0,0 0 4 0,0 0-22 0,0 0 12 16,0 0-40-16,0 33 2 16,0-33-7-16,0 0-7 15,-7 0-5-15,7 0-32 0,-12-17-7 16,3-7 6-16,9-15 14 15,-7-10-7-15,7 1-7 16,0-1 4-16,0 2-13 16,0-1 3-16,0 7-18 15,0 5-24-15,7 16 8 16,-7 16-14-16,0 4 48 16,0 0-7-16,0 12 7 15,-7 20-14-15,-27 12-18 16,-6 5-31-16,15 3-44 0,-15-4-108 15</inkml:trace>
  <inkml:trace contextRef="#ctx0" brushRef="#br0" timeOffset="72105.75">5780 15476 570 0,'0'0'72'0,"0"0"-33"0,0 0-6 0,0 0-12 15,0 0-6-15,0 0 20 16,21 0-6-16,-14 0-17 16,11-4 15-16,4 4 15 15,12-9-4-15,3 9-26 16,13-3 8-16,-4-5-19 16,1 8-1-16,-7 0-4 15,-15 0-24-15,3-4-39 0,-16-4-57 16,-6 0-14-16,-6 0-142 15</inkml:trace>
  <inkml:trace contextRef="#ctx0" brushRef="#br0" timeOffset="72456.57">5820 15183 252 0,'6'0'279'0,"0"0"-240"0,22 0 54 0,6 0 20 15,1-8-24-15,5 8-29 16,6-3-51-16,1-10 12 16,-1 9-20-16,1-4-1 15,-13-3-26-15,-3-6-106 0,-22 9-102 16</inkml:trace>
  <inkml:trace contextRef="#ctx0" brushRef="#br0" timeOffset="73504.78">3315 16639 301 0,'0'0'26'0,"0"0"-25"0,0 0 35 15,0 0-34-15,0 0 6 16,0 0 31-16,0 0 19 15,0 0-15-15,0 0 8 16,-16 0-11-16,16 0 2 16,0 0-15-16,0 0-3 15,0 0-16-15,0 0 7 16,0 5 14-16,40 6-26 16,-5 1 16-16,5 1-9 15,0 2 24-15,13-2-31 16,3-5 13-16,3-1-11 15,0-3 0-15,-4-4 0 16,-2 4-5-16,0-4 0 0,-7 5 7 16,16-5-8-16,-3 0 5 15,0 0-8-15,3 0 4 16,-22 0-40-16,7 0 34 16,-7-9-2-16,-21-10-8 15,9 2-47-15,-16 9 33 16,1 5 11-16,-4 3-1 15,-3 0-54-15,-6 0-18 16,0 0 3-16,0-5-60 16</inkml:trace>
  <inkml:trace contextRef="#ctx0" brushRef="#br0" timeOffset="74752.97">7097 15355 70 0,'0'0'238'0,"0"0"-191"0,0 0 22 0,0 0-17 16,0 0-1-16,0 0 8 16,0 0 0-16,0 0-11 15,0 0 42-15,0 0-11 16,0 0-22-16,0 0-46 15,13 0 4-15,55 0-6 16,13 0 31-16,52-3 5 16,25-5-16-16,19 0-5 15,3-4-10-15,-22-4 6 16,-9 8-19-16,-28-1 6 0,-16 9-1 16,4 0-10-16,-16 0 4 15,0 0-12-15,-7 5-5 16,7 7-77-1,10-4 92-15,-10 0-65 0,-22 8-119 16,-15-4-20-16</inkml:trace>
  <inkml:trace contextRef="#ctx0" brushRef="#br0" timeOffset="75835.14">8018 15709 313 0,'0'0'196'0,"0"0"-157"0,0 0 35 0,0 0-19 16,0 0-16-16,0 0-3 16,0 0 15-16,-59 228-27 15,47-192-21-15,3 1 25 16,3-6-12-16,6-6 22 0,0-5-30 16,0-4 6-1,0-8-14-15,27-5-4 0,20-3-6 16,-1 0 0-1,1 0 5-15,6 0 10 0,3-3-2 16,-4-10 4-16,-11-2-2 16,-14 7-5-16,-14 0 0 15,-7 3 1-15,-6 2 3 16,0-2-4-16,0-2-13 16,0-6-23-16,0-3 13 15,0 1 21-15,0 2 2 16,0 1-16-16,0-4 2 15,0 16 14-15,-6-8 0 16,-7 5-1-16,13-2-2 0,-9 1-4 16,3 0-7-16,6 4 14 15,-6 0-1-15,6 0 6 16,0 0-5-16,0 0 11 16,0 0 0-16,0 0 22 15,-6 0-9-15,-7 21 2 16,4 2-14-16,9 18 5 15,-13 3-2-15,13 12 13 16,-6-1 8-16,0 2-3 16,6-1-12-16,0-8-13 15,0-7 6-15,0-10-14 16,0-2 0-16,0-6-3 16,0-2-7-16,0-6-64 0,0 6-4 15,6-6-89-15,-6-10-191 16</inkml:trace>
  <inkml:trace contextRef="#ctx0" brushRef="#br0" timeOffset="77433.85">3408 15300 33 0,'0'0'8'0,"0"0"9"0,0 0 74 16,0 0-19-16,0 0-21 15,0 0-4-15,6 16-18 16,0-13-22-16,0 2 9 0,4 3-15 16,-4-8 5-1,0 4-4-15,0 0 17 0,-6 0 20 16,6 7-2-16,1-3 13 15,14 5-28-15,-8-1 8 16,8 4-15-16,4-4 11 16,-9 4-17-16,2 0 3 15,-5-4-9-15,2-4-3 16,10 0 0-16,-9 0 6 16,-4 4-9-16,7 0 6 15,2-4-6-15,-2 13 5 16,9-6-6-16,-3-2 4 0,9 2-1 15,-13 1-2-15,4-8-5 16,-3 5 8-16,-10-10-13 16,22 14 13-16,-21-9-2 15,2-8-7-15,10 15 8 16,-3-7 0-16,-4 0 1 16,4 0 0-16,3 1-1 15,3-1-31-15,-3-5 28 16,9 10 2-16,0 3-2 15,0-1 8-15,6 6-4 16,1-1 2-16,-1-4 1 16,-15-8-3-16,9-1 0 15,-6 6-3-15,-10-9 0 16,10 4-3-16,-9 0 11 16,15 0-8-16,0 0 4 0,-3 4-2 15,-3 1-2-15,0-2-12 16,-10-7 0-16,-2 4 4 15,3-3 8-15,-7 3 1 16,16-5-1-16,-10 5-3 16,4 1-14-16,3-1-8 15,-3 3 17-15,-10 1 5 16,4-4-19-16,-16-8-34 16,0 0-143-16</inkml:trace>
  <inkml:trace contextRef="#ctx0" brushRef="#br0" timeOffset="79183.5">7370 14329 307 0,'0'0'50'0,"0"0"8"0,0 0-14 0,0 0-44 15,0 0 9-15,0 0-8 16,7-9 84-16,-7 9-40 16,0 0 4-1,0 0-20-15,0 30-3 0,0-3-10 16,-19 5 19-16,-3 0 3 16,-3 1-2-16,-3-2-13 15,4 5-18-15,8 0 13 16,-2-3-9-16,11-5 11 15,7 0-16-15,0-8 12 16,0-4-16-16,0-11-7 16,0-2-1-16,7-3-10 15,17 0-1-15,4 0-4 16,0 0 21-16,3 0 2 16,-9-3 11-16,6-2-8 0,-10 1-3 15,4 0-2-15,-3 0-3 16,-7 0-14-16,4 0-5 15,-4 4 12-15,-6-5-6 16,7 5 14-16,-13-7-14 16,9 3-17-16,-9-4-27 15,0-4 40-15,0-1 22 16,0 6 2-16,0-1-2 16,0 4 1-16,0 0-2 15,0-1 5-15,6 5 0 0,-6 0-3 16,6 0 1-1,-6 0-2-15,0 0 4 0,0 0-1 16,0 0 0-16,0 0 21 16,0 0-5-16,0 0 7 15,0 0 1-15,0 0-19 16,0 0-8-16,0 17-2 16,0 2 2-16,0 10 0 15,-12 3 27-15,3 0-16 16,-4 0 10-16,13 4-11 15,0 0 15-15,-6 0-22 16,0 0 14-16,0-3 5 16,-4-1-21-16,4-9 4 15,6-2-2-15,0-1-6 16,-6-4-47-16,6-1-67 0,-12-2-63 16,5-13-348-1</inkml:trace>
  <inkml:trace contextRef="#ctx0" brushRef="#br0" timeOffset="80981.53">3482 16174 12 0,'0'0'49'0,"0"0"27"0,0 0-2 0,0 0-13 15,0 0-1-15,0 0 11 16,19 0-17-16,-13 0-34 16,9-4-8-16,4-12 30 15,3 3-23-15,-4-2 23 0,1-1-17 16,-10 3-11-1,4 2 3-15,5-9 18 0,4 7 7 16,3-7-14 0,9-3 3-16,0-6-17 15,6-2 15-15,-6-6-26 0,13 1 0 16,-13 4 7-16,6 0-10 16,-21 16 10-16,-7 3-4 15,4 2 4-15,-4 7-5 16,1-9 5-16,14 5-3 15,-2 0-14-15,9-3 14 16,1-9-7-16,-8 8 2 16,14-17-4-16,-10 6 1 15,-10-2 1-15,20 1-7 16,-23 1 18-16,4-2-17 0,-3 9 6 16,2 0 0-16,4 0-16 15,-3 4 4-15,3-8-6 16,-4 4 0-16,-2 0 15 15,3 0-2-15,-10 0 0 16,0-5 9-16,4 6-8 16,3 2 7-16,-7 2-7 15,4 7-18-15,-4 4-23 16,-12-4-2-16,22 4 1 16,-16-4 45-16,-6-9-6 15,6 2 4-15,6-6 3 16,4-2-4-16,3 2 7 15,-7 6-3-15,3-2 0 0,-2 6 5 16,-7-1-8-16,6 3 8 16,-12 5-9-16,0 0 5 15,0 0-2-15,0 0-1 16,0 0-19-16,0 0-11 16,10 0-33-16,-4-3-54 15,-6-10 50-15,6 13 55 16,0-4 4-16,-6 4 7 15,0 0-14-15,0 0-96 16</inkml:trace>
  <inkml:trace contextRef="#ctx0" brushRef="#br0" timeOffset="82296.91">7773 14782 364 0,'0'0'221'0,"0"0"-208"0,0 0 41 16,0 0-13-16,0 0-1 0,0 0 26 16,13 0 25-16,33 0-44 15,1 5-10-15,-1-5 8 16,-12 0-10-16,13 0-13 15,-1 0-20-15,-11 0 7 16,-1 0-9-16,-16 0-3 16,10 0-32-16,-9 0-40 15,-4-5-31-15,4-3-78 16,-19 4-65-16</inkml:trace>
  <inkml:trace contextRef="#ctx0" brushRef="#br0" timeOffset="82946.16">8614 14879 177 0,'0'0'36'0,"0"0"25"0,0 0 4 0,0 0 31 0,0 0 6 15,0 0-20-15,-7 8-9 16,7-8-14-16,0-8-32 16,0-17-2-16,0-6 26 15,0-5-43-15,0-8 15 16,0-13-3-16,22-3-9 16,-3-5 1-16,-7 9-6 15,4-4-5-15,-10 9 0 16,-6 18-2-16,0 9 3 15,6 16 2-15,-6 8-2 16,0 0 9-16,0 0 4 16,0 0-5-16,0 24-10 15,-28 12-50-15,-12 5-10 16,-7 6 4-16,1-2 17 0,21 2-52 16,16 2-9-16,3-13-98 15</inkml:trace>
  <inkml:trace contextRef="#ctx0" brushRef="#br0" timeOffset="83779.71">9556 15468 589 0,'0'0'114'0,"0"0"-39"0,0 0-5 16,0 0-61-16,0 0 18 0,0 0-8 16,0-5 21-16,13 2-7 15,8-5 16-15,14 8-24 16,-11-4-22-16,17 0-3 15,-1 0-2-15,-6 0-20 16,6 4-39-16,-21 0-21 16,-4 0-90-16,-2-4 36 15,-13 4-97-15</inkml:trace>
  <inkml:trace contextRef="#ctx0" brushRef="#br0" timeOffset="84062.08">9469 15175 244 0,'13'0'185'0,"15"0"-93"16,6 0 42-16,12 0-50 16,1 0 11-16,-1 0-54 15,-11 0-33-15,5 0-8 0,-6 0-34 16,-15 0-86 0,2-3-29-16,-21-14-225 0</inkml:trace>
  <inkml:trace contextRef="#ctx0" brushRef="#br0" timeOffset="84861.34">10474 14730 562 0,'0'0'126'0,"0"0"-68"0,0 0 24 0,0 0-65 0,0 0-16 15,0 0-2-15,0 4 2 16,6-4 6-16,13 0 24 0,9 0-2 15,-3 9-13-15,15 6-10 16,-12 1-6-16,0 0-8 16,-28 4 1-16,12 0-5 15,-12 9 12-15,0-1 1 16,0 3 8-16,0 5-4 16,-28 0-5-16,3-7 0 15,25-9-1-15,0-4-6 16,0-16-30-16,0 8-30 15,0-4 6-15,41-4 55 16,-1 3 11-16,-3-3-8 16,-21 9 4-16,2-5-1 15,-11 0 2-15,-7 4 1 0,0 0 45 16,0 0-48 0,0 17 0-16,-25-2-17 0,-16 18 11 15,-21 3-5 1,4 3-3-16,-1-14-35 0,18-2-104 15,7-10-397-15</inkml:trace>
  <inkml:trace contextRef="#ctx0" brushRef="#br0" timeOffset="85377.72">10164 15725 398 0,'0'0'139'0,"0"0"-76"0,0 0 13 16,0 0-3-16,0 0-6 15,0 0-3-15,282-41-43 16,-189 25 12-16,-12 8-24 15,12 8-6-15,-19 0-3 16,1 0-39-16,-16 0-103 0,-19 0-86 16</inkml:trace>
  <inkml:trace contextRef="#ctx0" brushRef="#br0" timeOffset="86243.57">10552 15977 505 0,'0'0'72'0,"0"0"-16"0,0 0 12 0,0 0-25 15,0 0-11-15,0 0 14 16,0 113 9-16,-13-85-20 15,1 4 18-15,-4 0-8 16,16-1-12-16,0-1-30 16,0 1-1-16,0-11-2 15,0-12-18-15,0-8 6 16,28 0-25-16,13 0 26 0,-1-12-1 16,13-12 12-16,-13 12 2 15,-12 1 3-15,-10 6-5 16,-11 5 1-16,-7 0-2 15,0 0 2-15,0 0-6 16,0-4 10-16,0 4-10 16,0 0 4-16,0 0-10 15,0-4-11-15,0 0-1 16,0-4-6-16,0 8 19 16,0 0 6-16,0 0 8 15,0 0 0-15,0 0-2 16,0 0 6-16,0 0-7 15,0 0 3-15,0 0 6 16,0 0-7-16,0 0 15 0,0 0 16 16,0 8 9-16,0 16-30 15,0 8 6-15,-13 20-5 16,1 1 8-16,-16 6-2 16,15 6-2-16,7-13-8 15,-15-4-7-15,14-8-5 16,7-16 2-16,-6-8-1 15,6-12-71-15,0-4-19 16,0 0-154-16</inkml:trace>
  <inkml:trace contextRef="#ctx0" brushRef="#br0" timeOffset="87611.19">11916 9028 306 0,'0'0'117'0,"0"0"-58"0,0 0-17 0,0 0-5 16,0 0-22-16,0 0 59 0,0 0-13 16,0 0 42-16,0 0 1 15,0 0-31-15,0 0-21 16,0 0-31-16,0 0-21 15,0 0 0-15,0 0-4 16,0 0 8-16,12 0-1 16,4 0 1-16,18 0 17 15,-3 0-14-15,9 0 3 16,16 0-4-16,-3 0-1 16,-7 0-5-16,1 0-1 15,-7 0-6-15,-21 0-36 16,2 0-12-16,-14 0-18 0,-7 0-127 15,0 0-215 1</inkml:trace>
  <inkml:trace contextRef="#ctx0" brushRef="#br0" timeOffset="88061.19">11956 8851 598 0,'0'0'128'0,"0"0"-9"0,0 0-23 0,0 0-15 15,0 0-12-15,0 0-24 0,115 0-16 16,-90 0-25-16,3 0 1 16,0 0-1-16,-4 0-8 15,10 0-7-15,1 0-29 16,-11 0-76-16,4 0-96 16,-15 0-238-16</inkml:trace>
  <inkml:trace contextRef="#ctx0" brushRef="#br0" timeOffset="88857.68">13373 8489 568 0,'0'0'89'0,"0"0"-57"0,0 0-2 0,0 0-26 15,0 0 9-15,0 0 8 16,0 0 31-16,0 0 16 16,0 0-7-16,0-8 14 15,6-28-47-15,10-12 15 16,-4-12-27-16,1-7-4 15,15-2-8-15,-10-3-5 0,-12 0 1 16,16 8-9-16,-9 7 6 16,-7 17-15-16,-6 16 11 15,0 24-5-15,0 0 11 16,0 0-47-16,-6 32 45 16,-47 32-9-16,-15 8-16 15,3-3 14-15,3-5-9 16,15-20-42-16,28-12-87 15,7-8-37-15,12-8-342 16</inkml:trace>
  <inkml:trace contextRef="#ctx0" brushRef="#br0" timeOffset="89541.02">13928 8073 223 0,'0'0'254'0,"0"0"-224"0,0 0 68 0,0 0-33 0,0 0-8 0,0 0-1 16,-93 0 0-16,93 0-21 16,-6 0 14-16,6 0-19 0,0 8 11 15,0-4-4-15,0 4-22 16,0 0-12-16,0 4 2 15,19-4-10-15,21 0-2 16,28-5 7-16,-3 5 1 16,3-3 12-16,-9 7-10 15,10-1-3-15,-23 6-10 16,-6-5 3-16,-15 4-2 16,-15 4-9-16,-10 8 16 15,0 8 2-15,-28 9 30 0,-25-6-25 16,-9 2 6-1,9-5-4-15,0-5-3 0,7-2 6 16,12-9-9-16,12-16-1 16,10-4-16-16,-7 0-21 15,10-45-120-15,3-10-129 16,-7-9-107-16</inkml:trace>
  <inkml:trace contextRef="#ctx0" brushRef="#br0" timeOffset="89693.15">13928 8073 714 0</inkml:trace>
  <inkml:trace contextRef="#ctx0" brushRef="#br0" timeOffset="89723.74">13928 8073 714 0,'13'-52'0'0,"55"52"-14"0,12 0-2 0,7 0 4 16,-6-17-73-16,-50 6-208 15</inkml:trace>
  <inkml:trace contextRef="#ctx0" brushRef="#br0" timeOffset="90473.17">12905 9056 9 0,'0'0'411'0,"0"0"-287"0,0 0-44 0,0 0-23 0,0 0-9 15,0-9 44-15,0 9-18 16,0 0-14-16,0 0-36 15,0 0 8-15,62 0-29 16,37 0 40-16,35 0 0 16,21 0-1-16,31 0 7 15,-13 0-28-15,13 0 5 16,-18-4-24-16,-19-4-4 16,-16 1-6-16,-12 2-21 15,-28 5-20-15,-12 0-7 0,-35 0-61 16,-40 0-143-16,-6 5-229 15</inkml:trace>
  <inkml:trace contextRef="#ctx0" brushRef="#br0" timeOffset="91858.39">13593 9444 367 0,'0'0'181'0,"0"0"-80"0,0 0-8 0,0 0-8 16,0 0-55 0,0 0 1-16,-6 0-22 0,6 0-2 15,22 0 16-15,15 0-12 16,-3 0 1-16,0 0-8 15,13 0-5-15,-19 0 9 16,-16 0-15-16,-12 0 7 16,0 0-11-16,0 0 11 15,0 0 16-15,0 28-4 16,-12 1-9-16,-16-1-3 16,9-13-16-16,19 1 9 15,0-8-22-15,0 5-10 16,0-6-58-16,25 6 57 0,22-2 35 15,-1-6 1 1,-6 10 0-16,-6-7 8 0,-21-3-2 16,-13-1 0-16,0-4 8 15,0 8 24-15,0 8 41 16,0 12-38-16,-47 13-21 16,-5 2-5-16,-29-3-10 15,16-4-2-15,-10-11-25 16,29-14-19-16,6 6-65 15,21-17 1-15,10 0-223 16</inkml:trace>
  <inkml:trace contextRef="#ctx0" brushRef="#br0" timeOffset="92354.96">12933 10162 449 0,'0'0'87'0,"0"0"52"0,0 0 23 0,353-8-69 0,-191 0-4 16,-1-8-46-16,-3 0-8 16,-9 8-24-16,-28-1-1 15,-28 2-10-15,-34 3-23 16,-19 4-42-16,-18-4-70 15,-22 4-138-15</inkml:trace>
  <inkml:trace contextRef="#ctx0" brushRef="#br0" timeOffset="93120.6">13634 10287 280 0,'0'0'235'0,"0"0"-181"0,0 0 45 0,0 0-45 0,0 0-21 16,0 0-27-16,-41 144 9 15,35-113-7-15,-12-6-4 16,8-1 23-16,4-4 3 16,6-8-3-16,0 4-23 0,0-8-8 15,16-4 2 1,8-4-10-16,23 0-22 0,-7 0 23 15,-6 0 8 1,-6-12 6-16,-15 4-1 0,-1 8 6 16,-12 0-4-1,16 0 2-15,-10-4-12 0,6 0-21 16,1-4-26-16,-4 1-4 16,3 2-17-16,-12-7 1 15,13 0-2-15,-13-4 71 16,0 4-30-16,0 0 34 15,0 7 24-15,0 5 23 16,0 0 1-16,0 0-15 16,0 5-15-16,0 31-8 0,0 16 50 15,0 12 4 1,-25 5 62-16,-3 15-62 0,0-12-1 16,9-8-5-1,-2-15-35-15,8-18-15 16,13-7-8-16,0-12-8 0,0 1-48 15,0-10 5-15,0-3-77 16,0 0-130-16</inkml:trace>
  <inkml:trace contextRef="#ctx0" brushRef="#br0" timeOffset="94071.12">14939 9216 552 0,'0'0'164'0,"0"0"-129"0,0 0 42 16,0 0-26-16,0 0-1 15,0 0-10-15,0 0-8 16,180 0 4-16,-134 0-16 0,1 0 1 16,-13 0-20-16,-3 0-2 15,-3 0-17-15,-6-5-55 16,-16-3-51-16,0 5-134 16,-6-5-189-16</inkml:trace>
  <inkml:trace contextRef="#ctx0" brushRef="#br0" timeOffset="94321.64">14939 9216 610 0</inkml:trace>
  <inkml:trace contextRef="#ctx0" brushRef="#br0" timeOffset="94421.68">14939 9216 610 0,'-74'-224'68'0,"114"224"-12"0,6 0 77 0,7 0-45 16,9 0-63 0,-9 0-23-16,-7 0-4 0,7 0-12 15,-6 0-62-15,-19-5-145 16,-16 5-243-16</inkml:trace>
  <inkml:trace contextRef="#ctx0" brushRef="#br0" timeOffset="95085.95">16496 8586 433 0,'0'0'194'0,"0"0"-101"0,0 0 19 0,0 0-30 15,0 0-46-15,0-20-9 16,0-13-17-16,0-11 19 0,0-7 7 16,0-1 10-16,0 3-28 15,0 9-9 1,12 13-7-16,-12 14 1 0,0 13-1 15,0 0 9-15,0 0-22 16,0 0 10-16,0 0-3 16,0 21-12-16,0 10 8 15,-34 13-1-15,-13 4-36 16,7-7-33-16,15-9-26 16,4-4-38-16,14-8 46 15,7 0-35-15,0-8-193 16</inkml:trace>
  <inkml:trace contextRef="#ctx0" brushRef="#br0" timeOffset="95736.3">16877 8337 301 0,'0'0'92'0,"0"0"-7"0,0 0-38 0,0 0 14 15,0 0-19-15,0 0 15 16,0 0 7-16,0 0 26 15,-22 0-32-15,4 0-15 16,-16 0 20-16,6 0-18 0,-3 5 1 16,3 11-31-16,6 4 12 15,16-1-19-15,6-2-8 16,0 2 0-16,0 1-13 16,0-3 10-16,40 2-9 15,16-2 8-15,-3-5-11 16,-1 0 14-16,17-4-7 15,-17-4 3-15,-18 4-10 16,-21-4 9-16,-7 0 6 16,-6 4-20-16,0 0 19 15,0 8 1-15,0 8 31 16,0 8-23-16,-19 0-5 0,-21 0-3 16,0-7-6-1,-16-9-14-15,3-13-13 0,1-3-14 16,11 0-59-16,13 0-115 15,10-8-39-15,5-16 27 16</inkml:trace>
  <inkml:trace contextRef="#ctx0" brushRef="#br0" timeOffset="96001.98">16970 8257 738 0,'0'0'112'0,"0"0"-25"0,0 0-45 0,0 0 18 16,0 0-50-16,0 0-10 15,267 4-73-15,-239-4-175 16,-22 0-433-16</inkml:trace>
  <inkml:trace contextRef="#ctx0" brushRef="#br0" timeOffset="96636.15">17606 8807 439 0,'0'0'125'16,"0"0"-60"-16,0 0-4 15,0 0 1-15,0 0 10 16,0 0-38-16,0 0-18 16,-22 16-14-16,22-16 6 15,0 0-2-15,0 0 8 0,0 0-8 16,0 0 17-16,-6 0 37 16,6 0-14-16,-13 0-35 15,7 0 18-15,-3 8-13 16,-4-4-14-16,13 4-4 15,0-8-9-15,0 0 0 16,0 0-52-16,0 0 27 16,0 0 36-16,-12 0 37 15,-3 0 15-15,15 0-27 16,-7 0 30-16,1 0-45 16,6 0-7-16,-6 0-3 15,6 0-1-15,0 0-35 16,0 0-26-16,0 0-11 0,0 0 32 15,0 0 6 1,-6 0-66-16,-7 0-80 0</inkml:trace>
  <inkml:trace contextRef="#ctx0" brushRef="#br0" timeOffset="99165.8">18508 8193 230 0,'0'0'111'0,"0"0"38"0,0 0-53 0,0 0-13 0,0 0-11 0,0 0 2 16,0 0-49-16,0 0-3 16,0 0-16-16,0 0-2 0,0 0 13 15,0 0-5-15,0 0 35 16,0 0 4-16,0 0 9 15,0 0-54-15,0 0 7 16,-16 0-9-16,-2 4 13 16,-22 36-17-16,-29 12 0 15,17 9-1-15,-7-5 5 16,25-9-6-16,21-11 8 16,7-3-12-16,6-9 3 0,0-9 1 15,0 2-6 1,0-1-7-16,31-4-8 0,25-4-3 15,-3-4 2-15,5-4 4 16,-17 0 18 0,11 0-16-16,-11 0 13 0,-13-4-32 15,-10-4 13-15,-8-1-6 16,-4 2 19-16,-6-1 8 16,6 0 6-16,6 0-6 15,-5-4 12-15,2 0-19 16,3 3 10-16,-6 9-3 15,1 0 6-15,-7 0 1 16,0 0 22-16,0 0-3 16,0 0 1-16,0 0-22 15,0 0-4-15,0 0-7 16,0 0-7-16,0 0-15 16,0 9 31-16,-7 23 11 0,-20 4-1 15,-14 8 23-15,10 4-3 16,-3 4 6-16,0 4-18 15,6-7 19-15,16-5-31 16,-7-8-6-16,13-8-7 16,6-3-48-16,0-14-47 15,0-3-132-15,0-4-97 16</inkml:trace>
  <inkml:trace contextRef="#ctx0" brushRef="#br0" timeOffset="99615.71">17786 9268 598 0,'0'0'103'0,"0"0"-40"0,0 0 19 0,0 0-11 15,0 0-1-15,0 0-17 16,341 36-8-16,-236-36-30 16,10 0 11-16,-28 0-23 15,-29 0-3-15,-2 0-5 16,-25 0-55-16,-15 0-55 15,-16 0-148-15,0 0-255 16</inkml:trace>
  <inkml:trace contextRef="#ctx0" brushRef="#br0" timeOffset="100264.61">18034 9676 528 0,'0'0'92'0,"0"0"-55"0,0 0 31 0,0 0-7 0,0 0 14 16,0 0-45-16,226 0-1 15,-207 0 6-15,-19 13 4 16,0-1 6-16,0 4-43 16,0 4 23-16,0 0-19 15,0 1 3-15,0-2-3 16,0-7-12-16,0 0-7 15,0-8-26-15,0 0 3 16,0-4 20-16,27 4 9 16,-20-4 7-16,5 0-4 15,-3 17 12-15,-9-2-5 16,0 9 23-16,0 12 8 0,0 0-6 16,0 5-16-16,0 7-11 15,-9-12 7-15,-3-8 8 16,5 0-15-16,-11-16 5 15,2-4 1 1,-8 1-14-16,-23-9 5 0,-9 0-85 16,3 3-115-16,13 5-300 15</inkml:trace>
  <inkml:trace contextRef="#ctx0" brushRef="#br0" timeOffset="101314.39">14489 12424 459 0,'0'0'85'0,"0"0"18"0,0 0-4 0,0 0 16 15,0 0-52-15,0 0-6 16,249 12-10-16,-184-12-8 15,-3 0-25-15,-10 0-7 16,-11 0-4-16,-23 0-1 16,-8 0-4-16,-10 0-16 15,0 0-27-15,0-4-37 16,0 0 31-16,0-3-33 16,0 2-101-16,0 1-196 15</inkml:trace>
  <inkml:trace contextRef="#ctx0" brushRef="#br0" timeOffset="101780.02">14524 12283 514 0,'0'0'30'0,"0"0"86"0,0 0 23 0,0 0-33 0,0 0-20 16,0 0-12-16,313-3-27 15,-251 3-37-15,-10 0 8 16,-5 0-14-16,-7-8-4 16,-6-9-26-16,-15 1-66 15,-19-7-109-15,0-2-318 16</inkml:trace>
  <inkml:trace contextRef="#ctx0" brushRef="#br0" timeOffset="104377.84">16120 11622 173 0,'0'0'487'0,"0"0"-449"0,0 0 25 0,0 0 13 15,0 0-36-15,0 0 0 16,0 13 25-16,-6-13-25 16,0 0 17-16,0 7-14 15,-16 1-9-15,-3 13-11 16,-9 6-18-16,-6 13 0 0,0 9-3 15,5 2 12 1,1 1-12-16,10 12 1 0,-4 10-3 16,21 1-1-16,1 2 1 15,6-2-5-15,0-6-3 16,0-17 3-16,0-7 1 16,13-14-20-16,21-11 14 15,-9-12 0-15,2-8 8 16,1 0-5-16,7 0-4 15,-11-16-8-15,10-20 16 16,-6-1-10-16,-9 10 25 16,-13-1-14-16,-6 11 4 0,0-2 2 15,0 7-2-15,0 4 15 16,-6 8-17-16,-22 0 1 16,-3 0-7-16,-3 28 6 15,-6 11-3-15,5 2-30 16,8-1 29-16,14-16-68 15,13-12-56-15,0-12-137 16,0 0-247-16</inkml:trace>
  <inkml:trace contextRef="#ctx0" brushRef="#br0" timeOffset="104861.8">16387 12228 91 0,'0'0'440'0,"0"0"-406"0,0 0 26 0,0 0-14 16,0 0-42-16,0 0 7 15,0 0-1-15,-6 83 6 16,6-75 1-16,0 1 20 0,22-5 10 16,2-4-4-16,17 0-6 15,-1 0-25-15,7-24 9 16,15-29-9-16,-10-11 17 15,-5-8-26-15,-7-4 13 16,-21-5-15-16,-10 9 5 16,-9 25-9-16,0 14 12 15,0 21-6-15,-50 12-3 16,-15 0 39-16,-15 20-28 16,-13 24-11-16,12 9-48 15,13 3-8-15,15-8-20 16,28 0-71-16,16-7-61 15,3-10-309-15</inkml:trace>
  <inkml:trace contextRef="#ctx0" brushRef="#br0" timeOffset="105728.12">15438 12833 194 0,'0'0'171'0,"0"0"-39"0,0 0-53 0,0 0-37 0,0 0-22 15,0 0-2-15,34-4 24 16,19 4 27-16,15 0 42 15,13 0-54-15,12 4 21 16,12 0-21-16,4-4-12 0,-10 0-15 16,10 0-9-16,-29 0-13 15,-8 0 5-15,-26 0-4 16,1 0-7-16,-7-8-4 16,-6 0-11-16,-6 1-16 15,12-2-55-15,-15 5-54 16,-9 4-108-16,-16 0-213 15</inkml:trace>
  <inkml:trace contextRef="#ctx0" brushRef="#br0" timeOffset="106426.17">16034 13222 642 0,'0'0'87'0,"0"0"-74"0,0 0 67 0,0 0-42 0,0 0-12 16,0 0-23-16,121-81-3 15,-103 81-6-15,-2 0 6 0,-10 0 17 16,0 0 31-16,-6 17 10 16,0 7-24-16,0 1-16 15,0-2-16-15,-6 1 0 16,-16 4 8-16,4-16-14 15,11 4 4-15,7-16 0 16,0 8-14-16,0-8-33 16,0 8 26-16,25 0 9 15,15 1 6-15,1-1 12 16,-7 0-12-16,-16 0 9 16,-2 7-3-16,9-2 8 0,-4 7 20 15,-14-1-22 1,-1 6 26-16,-6 11 3 0,0 3-15 15,0 6 9 1,-47-1-15-16,-18-16-14 0,9 4-7 16,-9-12-7-16,-3-12-32 15,28-8-36-15,6 0 24 16,15 0-156-16,1 0-205 16</inkml:trace>
  <inkml:trace contextRef="#ctx0" brushRef="#br0" timeOffset="107110.25">16982 13022 278 0,'0'0'63'0,"0"0"9"0,0 0-2 0,0 0 13 16,0 0 13-16,0 0 37 15,0-17-10-15,0 17-55 16,7 0-14-16,2 0-32 16,3 0-13-16,29 0 8 15,-1 0 17-15,0-16-33 16,13 13 5-16,-7-9-2 16,1 7-8-16,-7 2-6 15,1-2-21-15,-7-6-11 16,-16 6-59-16,-11-3-82 15,-7-4-104-15</inkml:trace>
  <inkml:trace contextRef="#ctx0" brushRef="#br0" timeOffset="107411.08">17144 12673 612 0,'0'0'278'15,"0"0"-231"-15,0 0-4 16,0 0 8-16,0 0-49 15,0 0-2-15,201 48-17 16,-176-48-11-16,3 0 4 16,6-12-28-16,-3-4-53 15,-3 12-77-15,-9 4-370 16</inkml:trace>
  <inkml:trace contextRef="#ctx0" brushRef="#br0" timeOffset="108012.03">17999 12524 45 0,'0'0'560'0,"0"0"-480"0,0 0-16 0,0 0-11 0,0 0-42 15,0 0 28-15,146-76-30 16,-99 68 23-16,-7 8-24 16,-18 0 13-16,-16 0-9 15,-6 0-2-15,0 40-3 16,-12 17-7-16,-57 7-15 15,-18 8-58-15,-6 3 20 0,0-2 33 16,7-8 20-16,17-6 25 16,35-23 17-16,16-20-18 15,18-8-9-15,0-8-15 16,0 0-57-16,52 0 28 16,23-31 5-16,5-2 24 15,-8 6 5-15,2 10 18 16,-21 6 3-16,3 6-3 15,-16 5-3-15,-15 0-14 16,3 24-12-16,-10 21-14 16,-2-6-159-16,-16-6 27 0</inkml:trace>
  <inkml:trace contextRef="#ctx0" brushRef="#br0" timeOffset="108412.23">18325 13074 192 0,'0'0'290'0,"0"0"-197"0,0 0-42 15,0 0-8-15,0 0-14 0,0 0 27 16,167 0 32-16,-92 0-17 16,5-24-25-16,-5-12 3 15,-4-4-16-15,-24-12 42 16,-19-25-33-16,6-11-37 16,-28 4-5-16,-6 15-2 15,0 17-1-15,-12 24 0 16,-50 20 6-16,-4 8-5 15,-20 5 4-15,5 42-4 16,0 17 1-16,1 21-2 16,27-1-17-16,7-7-21 15,-7-22-240-15</inkml:trace>
  <inkml:trace contextRef="#ctx0" brushRef="#br0" timeOffset="111556.22">1222 6084 160 0,'0'0'277'0,"0"0"-266"0,0 0 64 0,0 0 23 0,0 0-40 0,0 0 15 16,-13-12 8-16,7 12-13 16,6 0-29-16,0 0 15 15,-9 0 2-15,9 0-29 0,-6 7-27 16,-7 22 8 0,13 19-7-16,-6 7 7 0,0 14 14 15,-10 7-20-15,-2 9 20 16,5-2 1-16,-2 14-4 15,9 7-9-15,6 5-9 16,0 2 12-16,0-10-11 16,12-17 1-16,22-20 2 15,0-12-10-15,-6-8 2 16,-9 1 3-16,-19-5-8 16,0-8-1-16,0-4 3 15,0 0 1-15,0-8 0 16,0-4 10-16,0-8-14 15,0-8 16-15,0 0-14 0,0 0-2 16,0 0-9-16,0 0 7 16,0 0 11-16,0 0 2 15,0 0 4-15,46 0-12 16,35 0 13-16,40 0-11 16,24 8 13-16,17 12-7 15,58-4-1-15,-12-8 5 16,6-3-6-16,-28-5 0 15,-59 0-3-15,-19 0-1 16,-27 0-1-16,-4 0 9 16,-2 0-14-16,-13 0 9 15,-16 0 0-15,-5 0 1 16,5 0-4-16,-15 0 3 0,3 0-18 16,-6-5 15-1,-3-11-1-15,3-4 2 0,6-4-19 16,0-4 6-16,-15 0 12 15,9 0 4-15,-4-5 2 16,-2-3 5-16,-3-3-14 16,-4-2 14-16,-2 2-11 15,-13 2 9-15,0-3 0 16,12 0-4-16,-12-9 5 16,0-10-5-16,0-18-1 15,0-11 0-15,0-12-14 16,-34 3 10-16,-13 14-22 15,-5 19 25-15,-1 20-7 0,6 3 7 16,1 10 1 0,6 6 2-16,6-16-2 0,6 14-21 15,15-1 17-15,-5 3 4 16,18 2-2-16,-16 10-10 16,4 6 11-16,5 7-7 15,7 0-13-15,0 0-5 16,0 0 2-16,0 0 19 15,0 0-6-15,0 0 8 16,0 0 6-16,-6-4-6 16,-3-5-10-16,-3 6-25 15,-7-2 38-15,-15 5 20 0,-19 0-18 16,-27-3 2-16,11 3 18 16,-17 0-2-16,-8 0 11 15,-11 0-1-15,-22 3-9 16,-28 22-19-16,-59 7 31 15,-28 0-18-15,-3 0 0 16,31-9 75-16,72-10-66 16,55-9-17-16,34-4-2 15,28 0-10-15,25 0-31 16,0-8-99-16,13-20-215 16</inkml:trace>
  <inkml:trace contextRef="#ctx0" brushRef="#br0" timeOffset="165309.97">16496 10222 225 0,'0'0'128'0,"0"0"-62"0,0 0-33 0,0 0-8 0,0 0 60 16,0 0-22-16,0 0 0 16,0 0-10-16,0 0 31 15,0 0-11-15,-22 0-42 16,22 0-3-16,0 0-9 15,0 0 31-15,0 0-33 16,0 0 7-16,0 0-23 16,0-12 13-16,0-32-11 15,0-8 10-15,0-12-3 16,0 8-9-16,0-5-1 16,0 1-3-16,9-4-2 15,4 16-8-15,-1 4-11 16,-6 8-16-16,-6 20 32 15,0 12 7-15,0 4 1 0,0 0 0 16,0 0-19-16,0 0 2 16,0 0-12-16,0 0-9 15,-12 15-44-15,-7 10 77 16,-21 7-17-16,12 0-93 16,-12 0-44-16</inkml:trace>
  <inkml:trace contextRef="#ctx0" brushRef="#br0" timeOffset="166628.19">16114 9388 196 0,'0'0'279'0,"0"0"-190"0,0 0-33 0,0 0-31 0,0 0-23 16,0 0 1-16,-6 0 16 16,6 0-17-16,0 0 25 15,0 0 12-15,0 0 32 16,0 0-16-16,0 0-8 15,0 0-22-15,0 0 9 16,0 0-8-16,12 0 14 16,29 0-13-16,18 0-24 15,3 0 12-15,12 0-14 16,-3-12 9-16,-2 0-9 0,-10 4 4 16,-7-1-5-16,-11 9-3 15,-7 0 1-15,0 0-13 16,-16 0-3-16,10 0-30 15,-15-7-7-15,-4-9-77 16,-9-4-210-16</inkml:trace>
  <inkml:trace contextRef="#ctx0" brushRef="#br0" timeOffset="-80825.31">17196 7896 79 0,'0'0'94'0,"0"0"-94"0,0 0 34 0,0 0 76 16,0 0-102-16,0 0 280 15,0 0-288-15,-133-19 0 0,133 19 4 16,0 0 0-16,0 0-1 16,0 0 21-16,0 0 22 15,-6 0-1-15,6 0 22 16,-6 0-50-16,6 0-9 16,0 0-3-16,0 0-10 15,0 0-2-15,0 0 5 16,-7 0 2-16,7 0 0 15,0 0 0-15,0 0-3 16,0 0 3-16,0 0-5 16,0 0-2-16,0 0 14 15,0 0-2-15,0 0 15 16,0 0-1-16,0 0-9 16,0 0-8-16,0 0-2 15,0 0 15-15,0 0-17 0,0 0 15 16,0 0 4-16,0-5-13 15,0 5 12-15,0 0-4 16,0 0-11-16,0 0-1 16,0 0 5-16,0 0-13 15,0 0 19-15,0 0-16 16,0 0 15-16,0 0-11 16,0 0 3-16,0 0-1 15,0 0-1-15,0 0 0 16,0 0-1-16,0 0 13 15,0 0-24-15,0 0 27 16,0 0-22-16,0-8 11 16,0 4-4-16,0-7 0 0,13-6 3 15,21 5-7-15,6-8 10 16,1 8-13-16,-10-1 19 16,-4 2-22-16,-8 3 15 15,9 8-10-15,0-4 2 16,3-1 3-16,3-6-4 15,6 6 11-15,-12-2-15 16,-3 7 20-16,3 0-22 16,-16 0 14-16,10 0-8 15,3 0-6-15,3 0 10 16,12 0 1-16,-6 0 1 16,0 0-2-16,13 0 8 0,-16 0-9 15,3 0 9-15,-6 0-16 16,-3 7-2-16,3 9 10 15,6-7 1-15,0 3 1 16,-9-5 0-16,-4 1-1 16,-2-3-2-16,-7 3 14 15,-2-4-22-15,-4 16 20 16,6-8-8-16,10 16-1 16,3-11 15-16,-4 2-12 15,-2 1-3-15,3-8-4 16,-16-4 12-16,6-4-18 15,-12 0 21-15,0-4-9 0,0 0 2 16,13 5-2-16,-13-5 0 16,15 3-4-16,-9 2 0 15,1 3 4-15,-1-5-8 16,-6 5 9-16,0-8-2 16,0 4 8-16,0-4-16 15,0 0 14-15,6 5-9 16,-6-5 0-16,0 3 8 15,16 2-18-15,-10 3 21 16,-6-1-19-16,6-2 20 16,6-2-18-16,-12 2 6 15,7-5-3-15,2 3-50 16,-9-3-71-16,0 5-182 0</inkml:trace>
  <inkml:trace contextRef="#ctx0" brushRef="#br0" timeOffset="-77162.64">16682 10462 44 0,'0'0'163'0,"0"0"-107"0,0 0 30 0,0 0 2 16,0 0 2-16,0 0-34 15,0-15 20-15,0 15-41 16,0 0 18-16,0-4-11 16,0 4-20-16,0-4-12 15,-7 4 2-15,7-4 0 16,0 4 0-16,0 0 22 15,0 0-10-15,0 0 17 16,0 0-39-16,0 0 7 16,0 0-9-16,0 0-6 15,0 0 0-15,0 0 2 16,0 4 2-16,7 11 4 0,33 2-6 16,0 11 12-16,19-8-10 15,3 4 10 1,-3-8-8-16,9 0 0 0,-3-4 4 15,10 1-8-15,-7-13 8 16,-3 0-10-16,-3 0 19 16,-3 0-25-16,-19 0 28 15,-5 0-25-15,-11 0 9 16,-2 0 0-16,-3-13 2 16,2 1 1-16,13 1-3 15,-9-10 5-15,9 6-7 0,-6-14 10 16,3 1-12-1,3 4 11-15,-6 0-14 0,-3 12 9 16,-3-4-4 0,-4 0 1-16,4-4 1 0,-9 12-10 15,-1 3 18-15,3 2-20 16,-15 3-7-16,0 0-4 16,0 0-28-16,0 0-7 15,0 0-61-15,0 0-170 16</inkml:trace>
  <inkml:trace contextRef="#ctx0" brushRef="#br0" timeOffset="-24395.61">26790 13395 544 0</inkml:trace>
  <inkml:trace contextRef="#ctx0" brushRef="#br0" timeOffset="-10352.08">28501 11967 525 0,'0'0'115'0,"0"0"-67"0,0 0-35 0,0 0-8 16,0 0 2-16,0 0 23 16,0 0-20-16,-9 0 2 15,9 0-11-15,0 0 31 16,0 0-23-16,0 0 1 0,0 0-10 15,0 0-3-15,0 0-37 16,0 0-37-16,0 8-124 16,0-4-251-16</inkml:trace>
  <inkml:trace contextRef="#ctx0" brushRef="#br0" timeOffset="82553.39">25103 8221 17 0,'0'0'68'0,"0"0"34"16,0 0-40-16,0 0-41 0,0 0-21 16,0 0-23-16,0 0-28 15,0 0-66-15,0 0 38 16</inkml:trace>
  <inkml:trace contextRef="#ctx0" brushRef="#br0" timeOffset="147080.5">23252 4980 272 0,'0'0'8'0,"0"0"-5"0,0 0 40 0,0 0 18 0,0 0 1 16,0 0-22-16,0 0-10 15,0-3-19-15,0 3 42 16,0 0 12-16,0 0-1 16,0 0 8-16,0 0 12 15,0 0-40-15,0 0 3 16,0 0-27-16,0 0 24 15,0 0-4-15,0 0-17 16,0 0-11-16,0 0-3 16,-19-5 1-16,-9 1-3 15,-12 4-1-15,6 0-1 16,-12 0 4-16,-1 0-4 16,-12 0 0-16,-15 4-5 15,9 20 7-15,-10 1-7 16,22 3 3-16,-9-4 11 0,28 4-7 15,10-4 1 1,2-4-4-16,9 3-8 0,13-6-1 16,0 4-13-16,22 2 8 15,49 1 3-15,10 8 3 16,28 0 2-16,-10 1-2 16,0-2-14-16,-12-3 8 15,-7 1-4-15,-5-9-3 16,-16-4-8-16,-25-1 3 15,-12-2 21-15,-22 3-4 0,0 0 5 16,0 11 4-16,-41 11 63 16,-39 1-44-16,-7 9-12 15,-6-4 0-15,6-3-10 16,6-10-2-16,13-6-6 16,16-9-10-16,17-13-71 15,17-3-129-15,-16 0-351 16</inkml:trace>
  <inkml:trace contextRef="#ctx0" brushRef="#br0" timeOffset="148096.21">19268 6501 471 0,'0'0'125'0,"0"0"-109"0,0 0 49 0,0 0-24 0,0 0-39 15,0 0 8-15,-31 64 3 0,31-61 16 16,18-3 22-16,23 0 19 16,11-11-33-16,16-33 19 15,-9-9 0-15,16-7-18 16,-29-8-33-16,-12 0-3 16,-21-4-1-16,-13 8-1 15,0 8-1-15,0 12-24 16,-34 19 19-16,-19 9 8 15,-6 16-2-15,-15 8 11 16,15 48-8-16,-3 8-6 16,15 1 6-16,29-6-6 15,11-10-12-15,7-9 2 16,0-12-5-16,0-7 15 16,38-10-12-16,11-7-7 0,4-4 11 15,21 0 6-15,-2 0-3 16,-4-24 15-16,-9 0-14 15,-19 8 1-15,0-1 3 16,-27 14-4-16,-13 3 7 16,0 0 4-16,0 0 10 15,0 0 16-15,0 0-28 16,0 3 16-16,15 30-10 16,4-13-8-16,9 1-20 15,18-18-34-15,13-3-156 16,9 0-180-16</inkml:trace>
  <inkml:trace contextRef="#ctx0" brushRef="#br0" timeOffset="148679.69">20046 5963 354 0,'0'0'96'0,"0"0"-22"0,0 0-21 0,0 0 2 0,0 0 35 16,0 0-4-16,0 173-19 16,0-129-46-16,12 0-1 15,7-8-1-15,9-4-16 16,-10-13 9-16,10-2-11 16,6-9 2-16,1-8 0 15,2 0 6-15,3 0-4 16,10-12 7-16,-13-24-11 15,3-5 17-15,-12-6-18 16,-9-1 3-16,-10 4-6 16,3 3 3-16,-12 13-3 15,0 4-14-15,0 16-5 16,0 8-78-16,0 0-61 0,0 0-194 16</inkml:trace>
  <inkml:trace contextRef="#ctx0" brushRef="#br0" timeOffset="149795.62">20024 7271 281 0,'0'0'57'0,"0"0"54"0,0 0-25 0,0 204-53 16,0-140 9-16,-6 8 32 15,-16 5-3-15,4 3 23 16,11 12-28-16,-14 0-1 16,8 1-58-16,1-1 8 15,6 0-13-15,-10 1 2 16,-2 2-1-16,-4 6-2 15,3 7 5-15,-9 4-1 0,4 9 21 16,2-1-10-16,10 4 12 16,5-8-27-16,7 12 12 15,0-7-11-15,0-1 5 16,0-4 0-16,0 13-4 16,0-1 9-16,0 8-5 15,0 2 28-15,0-2-22 16,0-4 10-16,0-4-23 15,0 5-1-15,19 3 0 16,21 4 0-16,-6-7-3 16,-15-5 4-16,-13 4-11 15,-6 1 22-15,0-1-20 16,0 13 15-16,0 2-8 0,0-1 2 16,0 1 0-1,0-6 0-15,0-5 1 0,16-3-4 16,2 3 11-16,4-4-13 15,-10 4 12-15,-12-3-13 16,0-1 6-16,0-4 0 16,0-3 1-16,0-1 1 15,-34 17-4-15,0 16 4 16,3-5 3-16,3 4 0 16,0-12-1-16,16-19-3 15,0-1-2-15,-10-3 1 16,16 7-9-16,-28 4 7 0,-7 9-9 15,-11 11 6 1,-7-7 10-16,-10 2-6 0,17-6 4 16,18-25 3-1,15-3-3-15,3-13-6 0,10-4 3 16,6-7-6-16,0-2-9 16,0-7 15-16,0 9-9 15,0-5 19-15,0 0-16 16,0 9 12-16,0 3-6 15,0 8 3-15,0-4 0 16,0-3-3-16,0-9 1 16,0-12-5-16,0-16-12 15,0-16 11-15,0-27-52 16,0-17-91-16,0-28-356 16</inkml:trace>
  <inkml:trace contextRef="#ctx0" brushRef="#br0" timeOffset="151726.46">23773 5738 237 0,'0'0'59'0,"0"0"-22"0,0 0 92 0,0 0-25 0,0 0-52 0,0 0 8 0,-12-8-2 16,12 8 43-16,0 0-41 0,0 0-14 15,-7 0-31-15,7 0-7 16,0 0 0-16,0 0-7 16,0 0 17-16,0 0-9 15,0 0 27-15,0 0-11 16,0 0 15-16,0 0-29 15,0 0-2-15,0 0-9 16,0 0-6-16,13 0 6 16,39 0 5-16,23 0 19 15,-1 0-23-15,1 0 18 16,-16 0-17-16,-7 0-3 16,-5 0 1-16,-13 0-19 15,0 0-7-15,-15-3-45 0,15-6-58 16,-28 6-191-16</inkml:trace>
  <inkml:trace contextRef="#ctx0" brushRef="#br0" timeOffset="152209.54">23819 5498 642 0,'0'0'73'0,"0"0"56"0,0 0-58 0,0 0-67 0,0 0 1 0,0 0 17 0,190-24 7 15,-116 16-13-15,-9-5-2 16,3-2-8-16,-15 2-12 16,0-3 5-16,-13-4-20 15,-6-8-97-15,-6 4-126 16</inkml:trace>
  <inkml:trace contextRef="#ctx0" brushRef="#br0" timeOffset="160285.84">8226 3139 73 0,'0'0'116'0,"0"0"-71"0,0 0 17 0,0 0-14 15,0 0-25-15,0 0 33 16,0 0-18-16,-18 0 0 16,18 0-13-16,-7 0 9 15,7 0 0-15,0 0-7 0,-9 0 6 16,3 0-31-16,0 0 25 15,6 0-24-15,0 0 20 16,0 0-22 0,0 0 20-16,0 0-3 0,0 0-5 15,0 0 13-15,0 0-5 16,-7 0 30-16,1 0-51 16,6 0 5-16,-6 0 3 15,6 0-3-15,-9 0-2 16,9 0 17-16,0 0-5 15,0 0-11-15,0 0-8 16,-7 0 13-16,7 0-6 0,0 5 0 16,0-5 22-1,0 0-14-15,0 0 17 16,0 0-9-16,0 0-7 0,0-49 1 16,16-23-13-16,49-24 3 15,10-8-3-15,5 3-5 16,-21 9-40-16,15 17 31 15,-27 14-54-15,-13 17-15 16,-22 20 4-16,-12 12 17 16,0 12-19-16,0 0 34 15,-12 0-150-15</inkml:trace>
  <inkml:trace contextRef="#ctx0" brushRef="#br0" timeOffset="160935.52">7972 3043 181 0,'0'0'38'0,"0"0"6"0,0 0-19 15,0 0 0-15,0 0 34 16,0 0 15-16,0 0-28 16,0 0-15-16,0 0 55 15,0 0-56-15,0-4-7 16,0 1-23-16,0 3 14 16,0 0-13-16,0-5 7 0,0 2 1 15,0-2-6-15,15 2 18 16,-8 3-17-16,5 0 8 15,-6 0-3-15,0 19-6 16,-6 14 20-16,0 7 1 16,0 7-22-16,0-3 3 15,0 5 8-15,-6-9-2 16,-19-8 30-16,-3-4-9 16,22-16 1-16,6-7-16 15,0-5-17-15,0 0-24 16,13 0-4-16,33-49 27 15,22 1 2-15,4-8 1 16,-16 7 8-16,-10 13-11 0,-21 17 10 16,-3 7-18-16,-22 12 2 15,6 0-12-15,-6 0-17 16,0 0-22-16,0 3-28 16,0 9-228-16</inkml:trace>
  <inkml:trace contextRef="#ctx0" brushRef="#br0" timeOffset="163949.43">26160 4896 317 0,'0'0'41'0,"0"0"11"0,0 0 10 0,0 0-18 0,0 0-8 16,0 0 8-16,0 0-2 15,0 0-20-15,0 0 23 16,0 0-5-16,0 0 23 15,0 0-29-15,0 0 1 16,0 0-16-16,0 0 21 16,-6 0-12-16,6 0 6 15,-6 0-1-15,-9 0-8 16,2 0-7-16,-5 0-12 16,18 4 0-16,-16-4 3 15,10 0-11-15,-13 5 2 16,-15 3 0-16,6 11-1 0,-18 6 2 15,12 3-6 1,-7 0 13-16,16-4-8 0,13 4 3 16,-10-5-5-16,22 6 4 15,0-1-4-15,0-5-2 16,0-2 3-16,0 7-4 16,28-11-4-16,3 2 4 15,25-11-5-15,-9-8 9 16,12 0 1-16,3 0 3 15,9-40 3-15,3-4 20 16,1-1-6-16,-4 6-8 16,-15 3 0-16,-10 8-10 15,-5 3-1-15,-7 1 7 16,-9 1-16-16,-4-5 7 16,-15-5-2-16,1 5-11 15,-7 1 3-15,0 6-2 16,0 9 4-16,-22 12-16 0,-15 0-27 15,-13 0 38-15,4 0 14 16,5 0-9-16,1 12-24 16,-13 17 23-16,7 7 9 15,5 8 2-15,1-5-2 16,6 1 11-16,9-3-11 16,4-1 11-16,14-8-14 15,7 4 7-15,0-8-3 0,0-4 10 16,34-4 0-1,13-8 8-15,6-8-16 16,9 0 40-16,-3 0-23 0,9-8 0 16,-9-16-17-16,3 0 9 15,3 8-11-15,-19 0-1 16,-12 8 0-16,-6 8-12 16,-21 0 2-16,11 0-37 15,-12 4 30-15,22 20 17 16,-15 0-1-16,8-4 4 15,-8-4 8-15,21-8-5 16,-9 4-5-16,24-12-2 16,-18 8 2-16,31-8-3 15,-21 0-11-15,18 0 1 16,-13-8-12-16,-18-4-10 0,-3-8-97 16,-16 4-12-1,-9 0-108-15</inkml:trace>
  <inkml:trace contextRef="#ctx0" brushRef="#br0" timeOffset="164865.73">25240 5610 469 0,'0'0'83'0,"0"0"-76"0,0 0 34 0,0 0-39 16,0 0 23-1,0 0 44-15,198-8 8 0,-83 8 22 16,18-3-35-16,22-2 7 15,9-3-11-15,19 4-9 16,16 4-23-16,21 0 24 16,22 0-19-16,12 0 12 15,7 0-23-15,-13 12-15 16,-22 4-2-16,-25-4 1 16,-33 1-12-16,-50-6-4 15,-22 1-20-15,-31-4-3 16,-12 0-10-16,-19-4-18 15,-34 0-74-15,0 0-253 16</inkml:trace>
  <inkml:trace contextRef="#ctx0" brushRef="#br0" timeOffset="166964.29">25767 6994 0 0,'0'0'132'0,"0"0"-69"0,0 0-2 0,0 0 16 15,0 0-19-15,0 0 28 16,0 0-33-16,0 8 4 16,0-8-38-16,0 0 29 15,0 0-10-15,0 0 20 16,0 0 5-16,0 0-14 15,0 0-2-15,0 0-26 0,0 0 17 16,0 0-23-16,0 0 20 16,0 0-7-16,0 0 15 15,0 0-17-15,-7 0 4 16,-8-8-24-16,3-25-1 16,5-11-1-16,-5-12-1 15,12-12 3-15,0 0 4 16,0-4-18-16,19 0 10 15,8 15-4-15,-14 5-1 16,-1 9-12-16,-12 22 15 16,0 9 0-16,0 12 0 15,0 0-17-15,0 0-1 16,-12 28-2-16,-22 13 4 0,-19-2-60 16,7-6 25-1,5-13-165-15,13 4-42 0,16-4-161 16</inkml:trace>
  <inkml:trace contextRef="#ctx0" brushRef="#br0" timeOffset="167746.57">26294 6770 575 0,'0'0'36'0,"0"0"-5"0,0 0 13 0,0 0-40 16,0 0-4-16,0 0 0 16,0 0 9-16,0 0 93 15,21 0 17-15,20 0-43 16,24 0 2-16,22 0-25 0,0 0-17 16,-1 0-21-1,-5 0-14-15,-7 0 2 16,-8 0-4-16,-11 0 1 15,-24 0-14-15,-3-13-55 0,-28-10-72 16,0 2-244-16</inkml:trace>
  <inkml:trace contextRef="#ctx0" brushRef="#br0" timeOffset="183682.8">27630 6829 351 0,'0'0'131'15,"0"0"-24"-15,0 0-69 0,0 0-25 0,0 0 7 16,0 0 34-16,0 0 8 15,0 0 23-15,0-4-24 16,0 4 4-16,0 0-1 16,0 0-19-16,0 0-21 15,0 0-22-15,0 0 18 16,0-3-15-16,0 3 11 16,0 0-11-16,0-5 3 0,0 2-8 15,0-5 9-15,0-9-3 16,-6-2-3-16,0-9-3 15,6-10 0-15,0-13 1 16,0 7 2-16,0-8 4 16,0 8-7-16,0-1 6 15,0 6-6-15,0-2-2 16,6-3-2-16,16 11-17 16,-4 6 12-16,-5 7-18 15,-13 3 11-15,0 17 1 16,0 0 13-16,0 0 2 15,0 0 0-15,-13 25 0 16,-39 14 0-16,-1 6 4 16,-3-5 2-16,10-4-12 15,21-11-61-15,3-10-44 0,16-2-108 16,0-5-2-16,-1-8-280 16</inkml:trace>
  <inkml:trace contextRef="#ctx0" brushRef="#br0" timeOffset="189677.91">27382 7099 13 0,'0'0'258'0,"0"0"-162"0,0 0 48 16,0 0-30-16,0 0-54 15,0 0-16-15,0 0 41 16,0 0-24-16,0 0-4 0,0 0-18 16,0 0 12-16,0 0-40 15,0 0 2-15,0 0-6 16,0 0 9-16,0-5 12 15,0 1-10-15,0 0 7 16,0 4-18-16,0 0 14 16,0 0-18-16,0 0 8 15,22 0-2-15,31 0 28 16,21 0-2-16,7 0-14 16,18 0-5-16,0 0-7 0,22 0 5 15,6 0-1 1,6 0 5-16,1-20-12 0,-20 8 7 15,-27-8-10-15,-12 16-1 16,-35-1-2-16,-15 2-1 16,-10 3-6-16,-15 0-21 15,0 0-14-15,0 0-49 16,-6 0-21-16,-56 0-324 16</inkml:trace>
  <inkml:trace contextRef="#ctx0" brushRef="#br0" timeOffset="190610.26">27946 7323 139 0,'0'0'159'0,"0"0"-131"0,0 0 53 0,0 0 16 16,0 0 38-16,0 0-6 15,13 56 11-15,-13-32-92 16,0 0-14-16,0 0-14 15,0 8 8-15,-13-4-10 16,-14 8-15-16,14 0 9 16,4 1-9-16,3-1 3 15,6-9-6-15,0-7-2 16,0 1 2-16,0-9-2 16,0-1-14-16,15-11-4 15,25 0 16-15,1 0-13 0,18 0 16 16,-7 0-4-16,10-11 4 15,3-1-1-15,-2-1-14 16,-17 2-13-16,-15 11 0 16,3-8 6-16,-21 8-14 15,-4-17 15-15,-9-2-95 16,0-9 80-16,0-5-13 16,0 10-58-16,-28 2-81 15,-6 9-6-15,0 8 188 16,9 4 4-16,3 0 6 15,4 0 126-15,5 4 26 16,-2 13-83-16,8 2 27 16,1 9-35-16,0 13-6 15,6 7-2-15,-6 16 3 0,6-4-9 16,0-4-38-16,0-4-10 16,0-8-2-16,0-8-13 15,0-3-50-15,0-10-24 16,0-2-25-16,0-9-56 15,0-4-266-15</inkml:trace>
  <inkml:trace contextRef="#ctx0" brushRef="#br0" timeOffset="192426.93">22678 8654 552 0,'0'0'82'0,"0"0"-16"0,0 0 59 16,0 0-75-16,0 0-22 15,0 0 18-15,-226 20-5 16,204-12 2-16,4 4-6 16,2-4 13-16,-2 0-16 15,-4 4-1-15,10 4-26 16,-1 0-6-16,7 1 1 16,-3 11-4-16,9-1-1 15,0 1 2-15,0 0 0 0,28-7 0 16,18-1-2-16,7-4 3 15,15-4-1-15,0-4 1 16,3 0-3-16,10 4 2 16,-6 1-6-16,-1 2-4 15,-15 1-4-15,-6 4 11 16,-19 1-6-16,-16 2 5 16,10 1-2-16,-28 4 7 15,0 13 6-15,0 7 12 16,-65 4 1-16,-16 4-13 15,-5-12 7-15,-1-3-10 16,6-10-2-16,25-7-1 16,25-15 0-16,16-1-28 15,15-8-10-15,0 0-60 0,0 0-127 16,0-8-243-16</inkml:trace>
  <inkml:trace contextRef="#ctx0" brushRef="#br0" timeOffset="193009.24">23726 9376 236 0,'0'0'463'0,"0"0"-411"0,0 0 65 0,0 0-32 0,0 0-40 15,0 0 37-15,81-12-42 16,-34 8-15-16,8 0-9 16,-2-5-5-16,-6 2-8 15,-7-1-2-15,6 0-1 0,-5 0-30 16,-1 3-5-1,-6-2-54-15,-9-1-11 0,-3 4-86 16,-22-5 8-16,0 6-174 16</inkml:trace>
  <inkml:trace contextRef="#ctx0" brushRef="#br0" timeOffset="193260.76">23835 9123 168 0,'0'0'494'0,"0"0"-485"15,0 0 126-15,0 0-24 16,0 0-75-16,0 0-30 15,319-56-6-15,-272 40-30 16,-13-4-149-16,0 4-67 16</inkml:trace>
  <inkml:trace contextRef="#ctx0" brushRef="#br0" timeOffset="194213.84">26055 8890 340 0,'0'0'199'0,"0"0"-194"0,0 0 50 0,0 0-20 16,0 0 10-16,0 0 4 16,-28 57 20-16,28-53 9 15,0-4-20-15,0 0-11 16,0 0-25-16,0 0-7 16,0 0-13-16,0 0 19 15,47 0 11-15,-1 0-7 16,-6 0-8-16,13 0-12 15,0-8 3-15,-4-28-6 16,-8-8 12-16,-10-9-10 16,-16-3 13-16,-2-4-16 0,-13 4-2 15,0 8-5 1,0 8 3-16,-28 20-1 0,-19 12-9 16,-5 8 12-1,-1 0 2-15,-22 39 2 0,17 26-1 16,-17 11 5-16,29-12-5 15,18-7 6-15,15-21-8 16,13-13 1-16,0-6-3 16,0-9 2-16,13-4 0 15,49-4-12-15,-3 0 8 0,9 0-5 16,3 0-2 0,4-21-15-16,-23-2 5 0,1 7 19 15,-13 8-2-15,-18 8 0 16,-3 0 4-16,-4 0 25 15,-2 24-1-15,-7 8-1 16,6 0-19-16,4 0 1 16,8-3-5-16,-2-10-4 15,18-7-3-15,-5-7-9 16,2-5 11-16,3 0-33 16,-6 0 7-16,6-13-66 15,-27-19-217-15</inkml:trace>
  <inkml:trace contextRef="#ctx0" brushRef="#br0" timeOffset="194857.55">25252 9485 474 0,'0'0'147'0,"0"0"-87"0,0 0 12 0,0 0-27 16,0 0-12-16,0 0 3 15,-6-17 29-15,6 17-27 16,0 0 17-16,46 0 23 15,35 0-14-15,12 0-34 16,19 0 4-16,24 0-10 16,22 0-16-16,10 0 13 15,5 0-17-15,-18 0 18 16,-15 0-21-16,-19 0-1 16,-35-3 0-16,1-2-16 0,-28-3-13 15,-12 8 1-15,2 0-13 16,-36 0-28-16,-13 0-78 15,0 0-276-15</inkml:trace>
  <inkml:trace contextRef="#ctx0" brushRef="#br0" timeOffset="200037.38">26582 9873 152 0,'0'0'76'0,"0"0"53"0,0 0 2 0,0 0-27 16,0 0-10-16,0 0 33 16,0 0-17-16,0 65-64 15,0-65-12-15,0 0-14 16,0 0-18-16,0 0 11 15,0 0-14-15,0 0 2 16,0 0 19-16,0 0-10 16,0 0-2-16,0 0-2 15,0 0-1-15,0 0-3 0,0 0-2 16,0 0 0-16,0 0 0 16,0 0-1-16,0 0-1 15,0 0 1-15,0 0-1 16,-12 0-9-16,-22 15 4 15,6-10-14-15,-6-2 18 16,21 5 2-16,-15-8-3 16,16 0 4-16,-7 5-3 15,10-5 0-15,3 0 3 16,6 0 7-16,0 0 1 16,0 0 18-16,0 0-16 15,0 0-7-15,0 0-1 0,0 0-2 16,0 0 0-16,0 0-4 15,0 0 1-15,0 0 1 16,0 0-4-16,6 0 3 16,34 0 0-16,1-13 6 15,5 13-6-15,-12-3 0 16,-18 3-13-16,-4 0-7 16,1 0 3-16,-13 0-4 15,0 0 0-15,0 16 24 16,0 12 4-16,0 3 9 15,0-3-7-15,-25-7 0 0,25-13-6 16,-10-8-2 0,10 7 0-16,0-7 0 0,0 0-12 15,0 9-2-15,22-9 14 16,18 16 4-16,1-8 0 16,-1 4-2-16,-9-4 4 15,-15-4-4-15,-4 8-1 16,-12-4-2-16,0 8 6 15,0 1 20-15,-34 6-13 16,-31-2 5-16,-16 2-15 16,-6 5-2-16,7 1-23 15,5 7-23-15,1-4-144 16,15-8-261-16</inkml:trace>
  <inkml:trace contextRef="#ctx0" brushRef="#br0" timeOffset="200601.84">25953 10592 399 0,'0'0'302'0,"0"0"-236"0,0 0 58 0,0 0-60 0,0 0-35 16,0 0-11-16,0 0 13 15,0 3-13-15,21 2 19 16,20-5 18-16,18 0-24 16,15 0 18-16,-3 0-27 15,25 0-2-15,-9 0-19 16,6-5-1-16,7 2 0 16,-1 3-13-16,9-9-7 15,-8 1-26-15,-14 8-33 16,-24 0-75-16,-37 0-215 15</inkml:trace>
  <inkml:trace contextRef="#ctx0" brushRef="#br0" timeOffset="201403.51">26328 10985 559 0,'0'0'100'0,"0"0"-43"0,0 0 8 16,0 0-20-16,0 0-10 0,0 0-5 16,0 52-23-1,0-29-6-15,0 18 24 0,0-5 9 16,0 8 4 0,-28 0-11-16,9-8 1 0,-2-8-23 15,21-3-4-15,0-10-2 16,0-2-2-16,0-2 0 15,34-6-7-15,28 2 8 16,3-7-10-16,3 0 5 16,-21 0 6-16,-1 0 1 15,-33 0-7-15,8-15 0 16,-8-6-6-16,-13 6-3 0,0-6 13 16,0 6 6-1,0 6-8-15,0-7-8 0,0 8-5 16,0-8-9-1,0 16 19-15,0-4 8 0,-13 4 9 16,4 0 8-16,-3 0 17 16,12 0-15-16,0 0-16 15,0 0-6-15,-13 0-3 16,13 20 6-16,-12 13 2 16,2 14 9-16,4-7 3 15,-6 12 5-15,12-8 10 16,0-3-9-16,0 3-1 15,0-8-15-15,0-4 2 0,0-11-6 16,0 2-4 0,0-15-53-16,0-8-56 0,0 0-167 15,0 0-255-15</inkml:trace>
  <inkml:trace contextRef="#ctx0" brushRef="#br0" timeOffset="202234.55">27283 9681 468 0,'0'0'181'0,"0"0"-91"0,0 0 30 16,0 0-59-16,0 0-22 15,0 0-16-15,-13-8 13 0,13 8-9 16,35-5 22 0,17-2-13-16,-11 3-14 0,-1-4-5 15,0-1-17-15,-15 6 5 16,3-5 1-16,-16 8-12 16,-12-5 3-16,16 5-15 15,-16 0-18-15,0 0-33 16,0-7-28-16,0 2-136 15,0-6-83-15</inkml:trace>
  <inkml:trace contextRef="#ctx0" brushRef="#br0" timeOffset="202454.65">27283 9681 508 0</inkml:trace>
  <inkml:trace contextRef="#ctx0" brushRef="#br0" timeOffset="202566.83">27283 9681 508 0,'-121'-249'328'0,"167"257"-301"0,4-8 40 16,21 0 8-16,10 0-65 16,-28 0-6-16,-7 0-1 15,-12 0-3-15,-12-8-16 0,-10-3-33 16,-5 3-143 0,-7 3-99-16</inkml:trace>
  <inkml:trace contextRef="#ctx0" brushRef="#br0" timeOffset="206096.98">28306 9360 249 0,'0'0'123'0,"0"0"-34"0,0 0-26 15,0 0-21-15,0 0-37 16,-28 4 17-16,22-4 5 0,-6 4 5 16,5-4 24-1,1 0 33-15,6 4-9 0,-15 0-53 16,15-4-8-16,0 4-18 16,0-4 9-16,0 0-9 15,0 0 1-15,0 0 1 16,0 12 11-16,0-4 12 15,0 5-5-15,0-5-8 16,0 7-10-16,0-7 4 16,0 0-3-16,40 5-5 15,-12-6 3-15,-3-3-2 16,9-4 2-16,6 0 6 0,13 0 18 16,3-24 1-1,3-15 9-15,-1-18-30 0,-2-3 1 16,3 3-6-16,-18 6-2 15,-20 7-9-15,-15 15 7 16,-6 6-1-16,0 6 4 16,-21 1 0-16,-26 0-12 15,-12 8 11-15,3 8 1 16,-9 0-7-16,6 0-2 16,-15 0 7-16,0 32-5 15,21 9 7-15,13-2 21 16,12 9-21-16,15-4-1 15,7-3 1-15,6-10 10 16,0-6-6-16,0-5-8 16,19-4-6-16,21-8 5 0,13 0-1 15,3-8-8-15,2 0 14 16,11 0-9-16,-4 0 9 16,-13-12 1-16,4-8 0 15,-25 8-1-15,-9 8 0 16,-16 4 0-16,-6 0-8 15,6 0-14-15,16 4 22 16,12 20-1-16,-3 4 9 16,3-3-6-16,7-2 7 15,-1-2-2-15,-6-10-7 16,-3-2 0-16,-3-9-2 16,6 0 2-16,-6 0-52 0,3 0-55 15,-3-33-131 1,-9-6-268-16</inkml:trace>
  <inkml:trace contextRef="#ctx0" brushRef="#br0" timeOffset="208478.3">29429 9593 67 0,'0'0'492'0,"0"0"-409"0,0 0-18 0,0 0 4 16,0 0-60-16,0 0 20 15,0 0 3-15,0 0-4 16,0 0 17-16,0 3 2 16,-7-3 3-16,1 5-9 15,0 3-1-15,0 0-25 16,-4-1 7-16,4-7-14 16,6 0-7-16,0 0 2 0,0 0-1 15,0 0-4 1,0 0 7-16,0 0-4 0,0 0 6 15,0 0-6-15,0 0-1 16,0 0-2-16,0 0-7 16,0 0-9-16,-6-7 15 15,-6 7 6-15,12 0 3 16,0 0-3-16,0 0 13 16,0 0-14-16,0-5-2 15,0-3-28-15,0-3-62 16,0-1-212-16,0-1-166 15</inkml:trace>
  <inkml:trace contextRef="#ctx0" brushRef="#br0" timeOffset="212975.76">30291 8831 83 0,'0'0'191'0,"0"0"-134"0,0 0 38 0,0 0 27 16,0 0-30-16,0 0-21 15,0 0 32-15,0-13-10 0,0 13-19 16,0 0-31-16,0 0-3 15,0 0-27-15,0 0 18 16,0 0-8-16,0 0 8 16,0 0-6-16,-7 0-14 15,1 0 3-15,0 0-10 16,-16 0 2-16,-3 28-6 16,-9 8 0-16,0 5-3 15,-6-1 0-15,15-8-7 16,3 1 4-16,4-5-1 0,2-1-3 15,4-2 9 1,6-5-21-16,6-4 6 16,0-4-31-16,0-4 2 0,0 0-9 15,12-5-5 1,35 5 39-16,15 1 16 16,-3-9 1-16,-1 0 0 0,-2 0 1 15,-9 0-17-15,-13 0-2 16,-9 0-21-16,-4 0-32 15,-14 0 30-15,-1-12 27 16,-6-9 17-16,0 1-5 16,0-4-11-16,0 4-42 15,0 4 24-15,0 1-5 16,0 7 28-16,-6 8 11 16,-16 0 34-16,3 0 30 0,7 0-26 15,-4 0-30-15,10 0-4 16,0 0-8-16,-6 8 8 15,2 7-2 1,-2 14 6-16,-7 7 42 0,-2 8 54 16,2 4-39-16,3-1-33 15,-2-2-17-15,18-5-4 16,0-8-3-16,0-4-16 16,0-12 6-16,0 0-26 15,0-4-85-15,0-8-79 16,0-4-198-16</inkml:trace>
  <inkml:trace contextRef="#ctx0" brushRef="#br0" timeOffset="213474.91">29829 9697 296 0,'0'0'223'0,"0"0"-130"0,0 0 21 0,0 0 38 0,0 0-66 15,421 0-18 1,-312 0-38-16,-4 0-16 0,-12 4-14 16,-18-4-6-16,-23 0-18 15,-18 0-23-15,-6 0-29 16,-21 0-144-16,-7 0-166 15</inkml:trace>
  <inkml:trace contextRef="#ctx0" brushRef="#br0" timeOffset="214306.67">30163 9922 64 0,'0'0'410'0,"0"0"-297"0,0 0-6 0,0 0-47 0,0 0-37 16,0 0-10-16,93 0 22 15,-58 0 11-15,-1 0-17 16,-6 0 17-16,-10 3-32 16,-5 10 1-16,2 2-15 15,-9 1 19-15,-6 9 9 16,0 3-9-16,0-8-15 0,0 4 5 15,-28 0-17 1,10-8 11-16,12 4-6 16,6-4-17-16,0-4-1 0,0-4-15 15,0 1 21-15,31-6-16 16,3-3 3-16,-6 0 28 16,-10 4 1-16,10 0 0 15,-16-4 2-15,4 8-2 16,-4 4 8-16,-12 8 0 15,0 4 15-15,0 4 3 16,0 0-6-16,-52 1-17 16,-23-1-4-16,13-8-9 15,-3 0 5-15,-3-4-48 16,9-8-94-16,6 4-101 16</inkml:trace>
  <inkml:trace contextRef="#ctx0" brushRef="#br0" timeOffset="-213090.9">22598 13141 426 0,'0'0'68'0,"0"0"7"0,0 0 11 0,0 0-36 16,0 0 6-16,0 0-6 0,0-39-2 15,-6 34-6-15,-1 2 1 16,-8-1 11-16,-10 4-9 16,10 0 1-16,-10 0-29 15,-9 0-4-15,-7 0-6 16,7 0-1-16,-6 0-3 15,15 0-1-15,-3 7 7 16,-6 10-8-16,9 2 3 16,-3 6 0-16,4-1 7 15,2 1-8-15,3-6-2 16,10 1 0-16,9 5-2 0,0-6 0 16,0 1-9-1,28 1 5-15,31 2 3 16,3-6-2-16,3 2 7 0,3 1-8 15,-15-4 0-15,0 1 4 16,2-1-19-16,-24-4 3 16,3 0-9-16,-6-5-6 15,-9 1 3-15,-4 5 0 16,-15-5 14-16,0 7-12 16,0 15 27-16,0 6 4 15,-40 8 7-15,-16 3-6 16,4 9 4-16,-7-7 10 0,6-1-10 15,3-12-6 1,4 5 0-16,21-18-6 0,-15-3-10 16,6-16-22-16,0-4-131 15,15 0-155-15</inkml:trace>
  <inkml:trace contextRef="#ctx0" brushRef="#br0" timeOffset="-212372.89">23361 13623 502 0,'0'0'159'0,"0"0"-43"0,0 0 15 16,0 0-65-16,0 0-28 0,0 0 2 15,0-8-25-15,24 8 24 16,10 0 1-16,19 0-4 16,9 0-12-16,3 0-11 15,10 0-6-15,-16 0-5 16,-4-4-4-16,-2-7-5 16,-13-2-14-16,-12 5-23 15,-21 0-9-15,-7 1-40 16,0 7 25-16,0 0-9 15,0-5-248-15,-41-3-191 16</inkml:trace>
  <inkml:trace contextRef="#ctx0" brushRef="#br0" timeOffset="-212173.07">23361 13623 596 0</inkml:trace>
  <inkml:trace contextRef="#ctx0" brushRef="#br0" timeOffset="-212075.79">23361 13623 596 0,'207'-236'110'0,"-182"236"28"0,9 0-17 15,13 0 1-15,5 0-109 16,4 0-13-16,-3 0-3 16,0 0-34-16,-7-16-33 15,-12-4-86-15,-28 3-124 16</inkml:trace>
  <inkml:trace contextRef="#ctx0" brushRef="#br0" timeOffset="-210375.46">28855 8690 476 0,'0'0'67'0,"0"0"-27"0,0 0-12 16,0 0-28-16,0 0-22 0,12-16 8 15,-12 16 14 1,0 0 12-16,0 0 39 0,0 0 16 16,0 0 19-16,0 0-50 15,0 0-29-15,7-3-7 16,8-5-2-16,-9-1 2 16,7 1 5-16,-1-3 18 15,10-2-4-15,3 5 22 16,-4 4-36-16,-2-4 10 15,3 0-10-15,2-8-2 16,32-1 5-16,-16-6-5 16,1 7 3-16,-4 0-2 15,-9 7-8-15,-6 6 0 16,-4 3-3-16,-5 0-2 16,15-5 9-16,-1 2 0 0,-2-5-2 15,9-4-2-15,0 4-2 16,1 0 6-16,-4 0 0 15,-10 8-1-15,4-4-11 16,-9 4 10-16,8 0-8 16,-2 0 1-16,3 0-4 15,3 0 8-15,0 0-1 16,3 0 10-16,3 0-7 16,-6 0 6-16,6 4-5 15,-9-4 4-15,3 0-2 0,-1 3 0 16,-8 2-2-1,15-2 2-15,-9 5 0 0,9 1-1 16,-6 2-9-16,-9-3-8 16,2 5-28-16,-8-5 18 15,-1 4 15-15,4-1 13 16,-10 2 5-16,0-1-4 16,6 0-1-16,4-4 10 15,-4 4 2-15,-5-8-8 16,-1 4-4-16,-6-8-52 15,0 0-85-15,0 0-305 16</inkml:trace>
  <inkml:trace contextRef="#ctx0" brushRef="#br0" timeOffset="-208778.75">25184 12388 346 0,'0'0'314'0,"0"0"-308"0,0 0 27 15,0 0 29-15,0 0-30 16,0 0-14-16,0 0 23 16,-6 177-24-16,-7-133 30 15,-2 0 4-15,-4-4 10 16,-9 0-29-16,10 0-1 15,-4-4-14-15,3-4-3 16,7 0-6-16,-4-11-6 16,16-6-4-16,0-7 4 15,0-3-5-15,0 3-10 16,0-1 9-16,10 1-5 16,14-3 9-16,11 6 0 0,11-6-1 15,1-5 0-15,-7 0-8 16,13 0 2-16,-7 0 11 15,-12 0-13-15,6 0-1 16,-18 0-8-16,-3-8 3 16,-1 0 8-16,-2 8 1 15,-10-5 6-15,13 1-5 16,-10-4 4-16,-3-8-19 16,19-4-6-16,-9-8 26 15,2 0-18-15,-5 8-6 16,2 4 9-16,-9 4 8 15,0 12 7-15,-6 0 1 16,0 0 8-16,0 0-8 0,0 0 20 16,0 0-3-1,0 0-7-15,0 0 0 16,0 0 4-16,0 12 9 0,-6 16-12 16,-15 12 36-16,8 4-13 15,7 0-11-15,-6 5-13 16,12-5 15-16,0 4-20 15,0 0 2-15,-16-16 12 16,16 4-13-16,0-11 0 16,-6-6-6-16,6 1-2 15,-6 0-12-15,6-4 4 16,0-8-20-16,0-8-17 0,0 0-57 16,0 0 7-1,0 0-90-15,0 0-17 0,0 0-173 16</inkml:trace>
  <inkml:trace contextRef="#ctx0" brushRef="#br0" timeOffset="-207945.69">25953 13158 294 0,'0'0'168'0,"0"0"-59"0,0 0-31 15,0 0-38-15,0 0-6 16,0 0 4-16,28 32 4 16,-4-28-18-16,-2 0-9 15,12-4 18-15,7 0-7 16,5 0 13-16,1 0-8 16,-7-16-7-16,-9-12 9 15,3 0-4-15,-6-8-17 0,0-8-4 16,-16 0 7-16,-6-8-14 15,-6 11-2-15,0 1-8 16,0 12 0-16,-12 8 6 16,-28 16-12-16,-16 4 13 15,3 0 2-15,0 0 13 16,-5 24-3-16,11 8-18 16,7 4 18-16,-1-4-10 15,13 1 2-15,10-10-4 16,9 2-3-16,9-1 2 15,0-1 3-15,0 5 0 0,0-7 15 16,0 2-12 0,0-10 5-16,34-1-8 0,-6-4 0 15,6-8 0-15,6 4-6 16,-9-4 6-16,9 0-4 16,-6 0 1-16,1 0 3 15,-11-4-6-15,17-16 6 16,-7-1-1-16,-6 2 1 15,-10 7-7-15,4 0 7 16,-16 8 3-16,0 4-3 16,1 0-23-16,-7 0-2 15,6 0 25-15,0 16 3 16,3 0 18-16,-9 7 0 0,13 2-14 16,-13-9-3-1,6 9-3-15,6-2 4 0,-12 1 15 16,16 1-13-16,-10-2 5 15,0-7-8-15,22-3-8 16,-9-13-3-16,9 0-12 16,6 0-4-16,-9 0-12 15,15-29 7-15,-12-7-33 16,-16 0-154-16,-6 8-255 16</inkml:trace>
  <inkml:trace contextRef="#ctx0" brushRef="#br0" timeOffset="-206227.77">28306 9897 110 0,'0'0'167'0,"0"0"-151"0,0 0-13 0,0 0 129 15,0 0-45-15,0 0-5 16,-6 0 3-16,6 0-17 16,0 0 57-16,0 0-76 15,0 0-12-15,0 0-21 16,0 0 14-16,0 0 4 15,0 0-13-15,0 0 0 16,0 0-16-16,0 0 13 0,0 0-16 16,6 17 7-16,53-6-2 15,-3-3 4-15,9-3 0 16,-3 2-8-16,-3-7-4 16,-6 0 5-16,-13 0-5 15,-6 0 9-15,-15 0-9 16,-10 0 1-16,-3 0-5 15,0 0-31-15,1 0-65 16,-1 5-132-16,-6 6-151 16</inkml:trace>
  <inkml:trace contextRef="#ctx0" brushRef="#br0" timeOffset="-205463.95">28619 10664 177 0,'0'0'107'0,"0"0"-83"0,0 0 73 0,0 0-11 16,0 0-9-16,0 0-28 15,-6 0 25-15,6 0-26 16,-6 0-3-16,0-5 14 15,-7-15-22-15,-2 4-12 16,-10-7-2-16,16-6 11 0,-4 1-5 16,7-4-6-16,0 0-21 15,0-4-4-15,6 4 2 16,-7 3-6-16,-2 18 4 16,9 7 4-16,-6 4-5 15,-6 0 16-15,12 0 13 16,0 0-5-16,-13 15-9 15,4 18-9-15,-4-1-3 16,1 4-1-16,-10-12-13 16,10 4-11-16,-22 4-53 15,0 1-65-15,3-2-87 16</inkml:trace>
  <inkml:trace contextRef="#ctx0" brushRef="#br0" timeOffset="-204515.32">28619 10944 190 0,'0'0'167'0,"0"0"-81"0,0 0-8 0,0 0 0 0,0 0-29 16,0 0-15-16,115 68-5 16,-75-48-13-16,-6 5 18 15,7-1 35-15,-1-4-10 16,-9 0-33-16,3-9 3 15,6 2-18-15,-5-10 9 16,11 6-14-16,1-5-5 16,-7 0 4-16,13 4 4 15,-7 0-11-15,-6-4 6 16,13-4-8-16,3 0 1 16,-10 0 3-16,7 0 0 15,-6-20 8-15,-1-5 7 0,-5 9-13 16,-7-4 12-16,-6 1-11 15,3 10 7-15,-4-7-9 16,8 4 1-16,-11-4-2 16,4 0 0-16,0-4-1 15,-9 0-11-15,9 1 10 16,-4-6-18-16,-2 9 10 16,-3 0-31-16,-4 8-48 15,-2 8-78-15,5 0-1 16,-2 0-17-16,-10 0 114 15,0 0-105-15</inkml:trace>
  <inkml:trace contextRef="#ctx0" brushRef="#br0" timeOffset="-203333.32">25044 13583 605 0,'0'0'49'16,"0"0"-28"-16,0 0 59 0,0 0-9 0,0 0-26 16,0 0-19-16,0 0 17 15,0 0-18-15,0 0 38 16,0 0-15-16,0 0-39 0,6 0-5 16,22 0 3-1,-3 0 14-15,22 0-7 0,8 0 7 16,4 0 2-16,3 0 0 15,25 0-10-15,0 0 9 16,6-4-17-16,0-4-3 16,6 8-2-16,-6 0 1 15,3 0-3-15,-9 0 4 16,0 0-6-16,-16 8 7 16,4 0-6-16,-13 0-6 15,-16-8 3-15,13 0-7 16,0 0 13-16,-9 0 0 15,2 0 0-15,-11 0 0 16,-10-8-5-16,9-8-16 0,-6 9-43 16,0-6-39-16,-21 1-98 15,-13 7-247-15</inkml:trace>
  <inkml:trace contextRef="#ctx0" brushRef="#br0" timeOffset="-202533.95">25906 14037 154 0,'0'0'479'0,"0"0"-450"0,0 0 25 15,0 0 23-15,0 0-25 16,0 0-22-16,289-116-11 16,-243 116-17-16,-21 0-1 15,-25 0 11-15,15 0-2 0,-15 0 21 16,0 11 3-16,0 25 18 15,-21-3-19-15,-20-5-23 16,17-9-10-16,2-7-11 16,9-4 1-16,13-3 6 15,0 2 1-15,0 9-32 16,0-3 27-16,0 2-10 16,28-7 18-1,3 5-12-15,16-1 10 0,-13-1 0 16,-12 2 0-16,-16-10 2 15,6 2 4-15,-12-5 11 16,0 0-8-16,0 4 37 16,0 12-9-16,-12 12 12 15,-22 12-29-15,-41 0-14 0,10-4-1 16,-9-3-6-16,9-2-3 16,3-3-23-16,15 1-27 15,-6-6-61-15,19-3-186 16</inkml:trace>
  <inkml:trace contextRef="#ctx0" brushRef="#br0" timeOffset="-197338.18">21509 12288 428 0,'0'0'218'0,"0"0"-202"0,0 0-8 0,0 0 13 0,0 0-15 16,0 0 20-16,0 0 36 15,0 216 3-15,0-180-35 16,0 8 22-16,0 1-2 16,0 7-17-16,0 7 7 15,0 6-22-15,0 3 13 16,0-4-26-16,-9 1 15 15,-3-13-14-15,6 12-8 16,6 0 2-16,0 0 0 16,0 8-1-16,0-3 5 15,0-2-4-15,0-2 6 16,18-5-11-16,-9-12 11 16,4 8-7-16,-13 0 1 0,0 1-2 15,0 2-1 1,0-6 6-16,0 11-8 0,0 1 8 15,0 7-9-15,0 3 2 16,0 6 1-16,0-1-9 16,0-8-3-16,0-12 9 15,-6-15 5-15,6-9-2 16,0-12-6-16,0-1 3 16,0 2-3-16,0-5-9 15,0 7-14-15,0 3 32 0,0 6-2 16,0-5 2-1,0 5 0-15,0-8 0 0,0-4-5 16,0-7 9 0,18-6-16-16,4-6 12 0,3-2-7 15,9 2 1-15,12 2 3 16,1 6 3-16,9-5 0 16,3 4 0-16,-7 4 6 15,1-8-13-15,3 12 16 16,3-9-13-16,-7-2 9 15,4-9-7-15,9 0 3 16,4 0-1-16,-4 0 2 16,9 0 0-16,-6 0-4 15,19 0 10-15,0 0-13 16,0 8 11-16,0 0-4 16,18 0-2-16,-6-8 0 15,10 0-1-15,12 0-3 0,-22 0-1 16,0 0 5-1,-3 0 2-15,-9 0 8 0,19 8-18 16,-26 0 16-16,19 0-11 16,-12 4 3-16,-6-12-4 15,21 0 1-15,-24 0 3 16,18 0 5-16,-19 0-4 16,4 0 17-16,0 0-11 15,-7 0 7-15,13 0-13 16,6 0 1-16,0 0-2 15,0 0 2-15,9 0 0 16,4 0-2-16,-4 0 0 16,-3 0 3-16,0 0-9 15,-12 3 13-15,-6 6-13 0,-7-5 11 16,-15 4-8-16,9-4 3 16,-9-4 0-16,3 0-2 15,10 0 12-15,2 0-7 16,0 12 0-16,-15-8-6 15,16 12 10-15,-16-12-11 16,-4 1 8-16,-2-5-4 16,-6 0 0-16,5 0-11 15,-5 0 9-15,-1-25 2 16,1 9-2-16,2-9 7 16,-11 10 3-16,-4 3-8 15,-6 0 9-15,6 4 1 0,-9-8-8 16,9-4-2-16,6-5 8 15,-21-3-19-15,21-3 20 16,-12-5-16-16,0 3 12 16,-16 6-5-16,7 2 6 15,-10-6 12-15,3 6-7 16,13-7-11-16,-3-12 10 16,6-1-6-16,3-7-4 15,-3-4 0-15,0 4 0 16,-22 1 0-16,13-2 0 15,-4 1 3-15,-3 20 0 0,-5-13 7 16,5 1-2-16,4-7 12 16,2-14-16-16,4-3-8 15,3-8 4-15,-4 0 0 16,-2-1 1-16,9 2 4 16,-10 6-5-16,4 9 3 15,-3 7-3-15,-13 14 1 16,0 3 1-16,-6 0 7 15,0-8-16-15,0-9 12 16,0-7-9-16,0 4 4 16,-12-16-13-16,6 8 10 15,6 7 3-15,0 9-9 16,0 9 20-16,0 10-18 16,0 5 14-16,0 0-7 15,0 0 3-15,0-4-3 0,0 0 0 16,0 0 4-16,-7 0-8 15,-14-5 9-15,14 2-15 16,1 7 8-16,-6-1-6 16,6 1 4-16,-4 9-1 15,4-10 3-15,-6 9 2 16,-1-8-1-16,-8 8-3 16,2 4-5-16,-9 0 18 15,0 0-12-15,3 0 9 16,-9 8-12-16,6-9 5 15,4 2-4-15,-10-1 4 16,-1-4 2-16,1 4-6 0,-3 4 11 16,-3-5-5-16,-16 13 1 15,3 0-4-15,-6 0 2 16,-9 0-3 0,9 0 3-16,-3 0 0 0,9-3-3 15,-5 3 11-15,11 0-7 16,-15 0 4-16,-9 0-9 15,9 0 4-15,-19 0-5 16,10 0-5-16,-19 0-3 16,19-8 2-16,-4 4 11 15,1 4-6-15,9 0 14 16,18 0 1-16,7 0-2 16,-1 0-7-16,20 0 0 0,2 0 0 15,-9 0-1-15,-12-5-3 16,9 5-6-16,-25 0 7 15,-9 0 2-15,-22 0 2 16,0 0 1-16,-15 0-2 16,15 0 0-16,0 0-8 15,16 0 7-15,15-8-2 16,10-3 6-16,5 6-5 16,1 5 7-16,-6 0 6 15,-13 0-9-15,-9 0 1 16,9 0-1-16,-16 0-4 15,22 0 2-15,-5 0-7 16,-4 0 2-16,-4 0-6 0,4 0 8 16,-9 0 5-16,3 13-10 15,-13 7 16-15,7 4-6 16,3-12-2-16,15 7 0 16,-3-10 0-16,-9-9-2 15,-10 0-2-15,10 0-14 16,-19 0 9-16,0-17 12 15,-6 6-7-15,6 7 7 16,-15 0-3-16,9 4 2 16,0 0 0-16,0 0-2 15,6 0-16-15,0 0 1 16,19 0-3-16,-3 0 7 16,9 0-9-16,-3 4 19 15,9 0 2-15,3 4 5 0,19-5-6 16,9-3 1-16,-3 0-3 15,10 0-8-15,-10 0 1 16,-6-3-22-16,-13-13 23 16,1-1 8-16,-7 14-5 15,13-1 15-15,-1 0-10 16,14-8 0-16,2 4-5 16,3-8 1-16,3-1-6 15,-2-2 0-15,-4-1-69 16,3 7 54-16,10 1 25 0,-1 12 62 15,13 0-36 1,0 0-26-16,0 0-13 16,0-3-82-16,0-10 31 0,0 1-193 15</inkml:trace>
  <inkml:trace contextRef="#ctx0" brushRef="#br0" timeOffset="-187929.97">22390 15604 604 0,'0'0'194'0,"0"0"-162"0,0 0 41 0,0 0-39 15,0 0-4-15,0 0-15 0,0 0 28 16,0-24-12 0,0 24 20-16,0 0-12 0,0 0-9 15,0 0-3-15,0 0-15 16,0 0 8-16,0 0-17 16,0 0 14-16,0 0-10 15,-19 0 1-15,-2 0 2 16,-4 0 1-16,-9 0-2 15,0 0-5-15,-7 0 8 16,-5 0-11-16,-7 16-2 16,0 0 7-16,-9 4-17 15,16 1 19-15,-1-6-8 16,13 18 0-16,9-14 0 16,-2 6-1-16,5-5-6 15,22-1 1-15,0 2-4 16,0-6 2-16,0 10-17 0,15-9 15 15,26 12-4-15,5-8 8 16,7 4 6-16,0-4-3 16,9 4 0-16,-3 1 6 15,-13-2-8-15,16 10 7 16,-15-5-4-16,-1-1-3 16,-21 1 0-16,15-7 2 15,-12 3 3-15,-9-4 0 16,-4 0 1-16,-9 8-2 15,-6 0 5-15,0 13 5 16,-21-2-9-16,-32 9 3 16,-6-12-3-16,-9-3 0 15,9-6 0-15,6 1-13 0,-15-3 0 16,15-1-34 0,1-1-5-16,2-6-120 0,19-13-180 15</inkml:trace>
  <inkml:trace contextRef="#ctx0" brushRef="#br0" timeOffset="-187344.15">22840 16379 62 0,'0'0'332'0,"0"0"-239"0,0 0 44 16,0 0-15-16,0 0 30 16,0 0-72-16,186 3-4 15,-118-3-30-15,-9 0-2 16,6 0-20-16,-3 0-18 16,-3 0-1-16,-13 0-3 15,-12 0-4-15,7 0-5 16,-29 0 4-16,16-12-25 15,-22 4-7-15,0-8-48 0,-6 8-24 16,0-7-58-16,0-2 16 16,0 5-155-16</inkml:trace>
  <inkml:trace contextRef="#ctx0" brushRef="#br0" timeOffset="-187063.29">23218 16077 691 0,'0'0'69'0,"0"0"50"15,0 0-12-15,0 0-40 16,0 0-13-16,0 0-25 16,236 0-3-16,-190 0-26 15,-6-3 0-15,-6-13-22 16,-9-1-68-16,-25-2-174 16,0-1-349-16</inkml:trace>
  <inkml:trace contextRef="#ctx0" brushRef="#br0" timeOffset="-184998.64">24635 15620 220 0,'0'0'309'0,"0"0"-284"0,0 0-6 0,0 0-7 16,0 0-1-16,0 0 34 0,0 0 28 16,-12 0-3-16,12 0 13 15,-13 0-3-15,13 0-25 16,0 0-22-16,0 0-24 16,0 0-9-16,0 0 2 15,0 0 3-15,0 0 4 16,0 0-6-16,0 0 13 15,0 0-11-15,0 0 23 16,0 0-25-16,0 0-1 16,0 0-2-16,-6 20-1 15,0 8 1-15,-16 21 1 16,-6 7 5-16,-9 8-5 16,3-7 5-16,6-6-4 0,3-10-2 15,16-10 2 1,-10-7-1-16,19-15-1 0,0-6-1 15,0-3-7-15,0 0-26 16,0 0-12-16,47 0 45 16,-1 0-7-16,7 0 16 15,3 0-3-15,-19-3 3 16,13-6-10-16,-19 6 5 16,3-2-3-16,-6-3 0 15,-4 5-2-15,-2-6 1 16,-3 6-3-16,-19-5-3 15,15 3-8-15,-9 2 12 0,1-5-5 16,-1-1 0 0,6-7 7-16,-3 8-7 0,-2-4 1 15,-1 1 5-15,-6-2-1 16,0 1 1-16,0 4 2 16,0 5 2-16,0 3-1 15,0 0-1-15,0 0 0 16,0 0 0-16,0 0-25 15,0 3 12-15,0 25 13 16,0 5 22-16,-13 6-4 16,-2-3 8-16,3 5-5 15,5-5 4-15,-14 4-11 16,21-4-13-16,-13-4 2 0,7 0 2 16,0-8-4-1,6-8 3-15,0-4-8 0,0-8-21 16,0-4-51-16,0 9-9 15,12-6-77-15,1-3-22 16,15 0-343-16</inkml:trace>
  <inkml:trace contextRef="#ctx0" brushRef="#br0" timeOffset="-184565.18">25472 16154 495 0,'0'0'181'0,"0"0"-169"0,0 0 73 0,0 0-16 16,0 0-41-16,0 0 22 16,0 0-11-16,0 0-22 0,0 0 18 15,0 0 3 1,0 0-28-16,0 0-10 0,0 0 0 15,0 0 0-15,0 0 5 16,0 0-14-16,0 0 20 16,0 0-22-16,0 0 8 15,0 0-102-15,-12 0-171 16,-4-16-321-16</inkml:trace>
  <inkml:trace contextRef="#ctx0" brushRef="#br0" timeOffset="-184032.46">26055 16206 202 0,'0'0'203'0,"0"0"-67"0,0 0-25 0,0 0-42 0,0 0-38 15,0 0 5-15,0 24 48 16,0-24-32-16,0 0 1 16,0 0-10-16,0 0 18 15,0 0-39-15,0-12 8 16,0-16-13-16,0-16-11 16,0-12 8-16,0-9 6 15,0-2-8-15,0-2-6 16,6 0-12-16,19 5 0 15,-9 28-8-15,-4 9-12 16,-6 18 17-16,-6 9-4 0,0 0-8 16,0 0 8-16,0 17 5 15,-18 7 5-15,-10-1-82 16,0 13 59-16,9 0-8 16,-9 17-17-16,10-1-31 15,-10-4-4-15,9-8-57 16,13-20-214-16</inkml:trace>
  <inkml:trace contextRef="#ctx0" brushRef="#br0" timeOffset="-183382.87">26734 15733 449 0,'0'0'135'0,"0"0"-69"0,0 0-32 0,0 0-10 16,0 0-1-16,0 0 12 0,0-24 22 16,0 24 20-16,0 0 11 15,0 0-25-15,-19 0-17 16,-8 0-26-16,8 0 3 16,-9 0-15-16,9 0 4 15,-8 0-11-15,2 20 0 16,9 7 1-16,-2-10 0 15,18 7 20-15,-7-12-20 16,7-1 2-16,0-2-4 16,0-1-2-16,0 0-3 15,7 0-4-15,27 0 7 16,12 8 4-16,-5-4-5 0,5 4 8 16,-6-4-9-1,-9 4 6-15,3-4-4 0,-6 1 0 16,-15-2-1-16,-1-3-8 15,-3 4-6-15,-9 1 5 16,0 10 12-16,0 5 4 16,0 5-2-16,-27 3 3 15,-8-8 3-15,17-8-12 16,-4-8 4-16,4-8-20 16,2-4-14-16,-3 0-51 15,-8-16-16-15,2-13-4 16,3 1-24-16,-3 1-48 15,4-6-24-15</inkml:trace>
  <inkml:trace contextRef="#ctx0" brushRef="#br0" timeOffset="-183099.39">26843 15557 605 0,'0'0'91'0,"0"0"-91"0,0 0 0 0,0 0 32 0,0 0 4 0,0 0-22 15,214-17-12 1,-190 17-2-16,4 0 0 0,-15 0-42 16,8 0-57-16,-14 0-287 15</inkml:trace>
  <inkml:trace contextRef="#ctx0" brushRef="#br0" timeOffset="-182301.24">24629 16644 379 0,'0'0'105'0,"0"0"-57"0,0 0 22 0,0 0-30 0,0 0 14 16,0 0 4-16,0 0 34 15,0 0-19-15,0 0-27 16,0 0-3-16,0 0-33 16,21 0 41-16,32 0-17 0,22 7 4 15,18-3-24-15,27-4 3 16,8 0 3-16,5 0-1 15,0 0-8-15,-12 0-10 16,13 0 3-16,-29 0-4 16,3 0 0-16,4 0-22 15,-16 0-2-15,3-4-22 16,-18-3-19-16,-22 2-24 16,-3 5-83-16,-38 0-27 15,-18 0-154-15</inkml:trace>
  <inkml:trace contextRef="#ctx0" brushRef="#br0" timeOffset="-181518.56">25379 17068 93 0,'0'0'463'0,"0"0"-405"0,0 0-22 0,0 0 0 16,0 0-19-16,0 0 32 15,12 0 41-15,10-3-20 0,3-10-27 16,9 5 0-16,0-4-23 16,19 0-7-16,-7 4-13 15,1 4 0-15,-7 4-4 16,-18 0-5-16,3 0 1 15,-19 4 8-15,-6 24 4 16,0 8 0-16,0 8 10 16,0 4-14-16,0-4-4 15,-12-8-9-15,-7-3 3 16,19-17-4-16,0 4 1 0,0-8 7 16,0 0-50-16,19-4-9 15,33-8-12-15,10 0 60 16,-9 0 17-16,-19 0 2 15,-22 0 8-15,-5 0 7 16,-7 0 22-16,0 0-3 16,0 12 18-16,0 16-8 15,-7 16-30-15,-61 9-7 16,3-9-5-16,-15-5-2 16,-1-11 0-16,7-12-2 15,27-7-6-15,22-9 6 16,10 0-45-16,15 0-105 15,0-28-230-15</inkml:trace>
  <inkml:trace contextRef="#ctx0" brushRef="#br0" timeOffset="-180901.76">26902 16716 194 0,'0'0'388'0,"0"0"-318"0,0 0 12 0,0 0 58 15,0 0-56-15,0 0-30 16,179-21 4-16,-117 9-31 16,-9-4-8-16,0 0-3 15,-7 4-14-15,-12 0 0 16,7 8-3-16,-13-4 2 16,-16 4-2-16,0-4-46 0,-2 0-45 15,-10 4-25-15,0-4-62 16,0 8 51-16</inkml:trace>
  <inkml:trace contextRef="#ctx0" brushRef="#br0" timeOffset="-180653.14">26902 16716 596 0,'74'-226'96'0,"-62"226"-7"16,10 0 54-16,18 0-79 15,1-3-28-15,5-5 7 16,1-9-39-16,-13 1-4 16,-3-4-21-16,3 0-41 15,0 1-66-15,-6 2-70 16,3 9-111-16</inkml:trace>
  <inkml:trace contextRef="#ctx0" brushRef="#br0" timeOffset="-179984.54">28247 15809 325 0,'0'0'245'0,"0"0"-137"0,0 0 48 16,0 0-57-16,0 0-58 16,0 0-8-16,-254 96 22 15,207-43-11-15,-2-1-2 16,18-1-31-16,3 1 21 15,16 1-32-15,12-6 14 16,0-2-10-16,0-5-8 16,0 5 1-16,0-6-6 0,40-3 6 15,0-3-6 1,7-5 7-16,5-4-10 0,1-12 9 16,15-4-8-16,-3-8 4 15,4 0 2-15,-23 0 5 16,13-17-3-16,-25-10 6 15,0-6-8-15,-21-3 6 16,-13 5-6-16,0-2-8 16,0 2 6-16,0 6-6 15,-41 9 12-15,-11 8-8 16,5 0-6-16,-6 8 15 16,13 0-8-16,-13 8-3 15,13 20 10-15,0 1-15 16,12 2-6-16,15 2 18 15,7 3-40-15,6-8-75 16,0 0-27-16,0-17-55 0,0-3-64 16</inkml:trace>
  <inkml:trace contextRef="#ctx0" brushRef="#br0" timeOffset="-179586.19">28607 16346 264 0,'0'0'141'0,"0"0"-137"0,0 0-8 15,0 0 8-15,0 0 39 16,0 0 44-16,28 0 20 16,-28 8-10-16,0 0 30 0,12 9-71 15,1-9-37-15,8 0-19 16,-2-5 0-16,9 5 1 15,-3-8-1-15,9 0 20 16,0 0-11-16,0 0 31 16,6 0-22-16,1-24 21 15,-1-12-9-15,-3-12-25 16,-9-7 12-16,-16 2-16 16,-12 1 4-16,0 4-3 15,0 4 3-15,-6 0-2 16,-47 23-6-16,1 1 0 0,5 20-2 15,-9 0 5 1,-2 0 5-16,5 36-5 0,6 5-12 16,7 3-34-1,18-8-61-15,16 0-55 0,6 0-150 16</inkml:trace>
  <inkml:trace contextRef="#ctx0" brushRef="#br0" timeOffset="-179086.09">27987 16860 656 0,'0'0'49'0,"0"0"43"0,0 0 0 0,0 0-92 0,0 0-31 15,0 0 31-15,18 0 2 16,41-5 52-16,3 2 4 16,10-2-1-16,-4-2 0 15,12-1-18-15,7 0-23 16,0 0 3-16,6-9-15 15,-12 1-8-15,-7 5-6 16,-9-1-7-16,-9-1-46 16,-9 5-60-16,-23 0-149 15,-24 4-348-15</inkml:trace>
  <inkml:trace contextRef="#ctx0" brushRef="#br0" timeOffset="-178537.36">28467 17132 320 0,'0'0'307'0,"0"0"-244"16,0 0-12-16,0 0-26 16,0 0 19-16,0 0-14 15,100 0-28-15,-73 0-2 16,4 0 8-16,-9 0-8 15,-3 0 15-15,-4 0 11 16,-15 5-10-16,0 11-10 16,0 7-2-16,0 5 1 15,0 1 0-15,19 3 1 16,-19-13 8-16,12-2-11 16,4-13-3-16,2-4-1 0,17 0-18 15,-1 0 6 1,0 0 13-16,-9 0-2 0,2 8-14 15,-14 12 10-15,-7 0 12 16,-6 0-2-16,0 12 12 16,0-4 9-16,0 5-21 15,-25 6 1-15,-21 2 1 16,-16-5-3-16,21-5-6 16,7-3 1-16,3-7-56 15,-3-6-175-15,0-2-423 16</inkml:trace>
  <inkml:trace contextRef="#ctx0" brushRef="#br0" timeOffset="-178054.78">29370 16916 791 0,'0'0'124'0,"0"0"-91"0,0 0-1 0,0 0-29 15,0 0 15-15,0 0 60 0,145-20-46 16,-83 12 0-16,-3 3-25 16,0 2 10-1,-12-5-17-15,9-4-9 0,-25-1-46 16,-16 6-62-16,-15-1-146 16,0 8-233-16</inkml:trace>
  <inkml:trace contextRef="#ctx0" brushRef="#br0" timeOffset="-177869.63">29370 16916 474 0</inkml:trace>
  <inkml:trace contextRef="#ctx0" brushRef="#br0" timeOffset="-177804">29370 16916 474 0,'52'-265'201'0,"1"265"-110"0,21-7 70 16,1-1-148-16,-4-5-104 16,-37 1-119-16,-6 4-155 15</inkml:trace>
  <inkml:trace contextRef="#ctx0" brushRef="#br0" timeOffset="-177172.73">30365 16218 182 0,'0'0'595'0,"0"0"-563"16,0 0 53-16,-12 0-53 16,12 0-32-16,6 0 0 15,34 0 27-15,0 0 1 16,1 0-4-16,-1 0 14 15,-15 0 6-15,-13 0-38 16,4 8-1-16,-16 24-2 0,0 16-3 16,0 8-1-16,-6 8-51 15,-41 0-10-15,-3 1 12 16,13-17 18-16,-3-7 29 16,18-10 6-16,16-7 19 15,6-4-7-15,0-8-13 16,0-4 8-16,12-8-20 15,44 0 12-15,9 0-2 16,10 0 9-16,5-23-3 16,1 2-5-16,-10 9 7 15,-24 4-10-15,-1 8 2 0,-18 0-18 16,-28 0-17 0,13 0-3-16,-13 0-95 0,0 0-159 15</inkml:trace>
  <inkml:trace contextRef="#ctx0" brushRef="#br0" timeOffset="-176805.17">31013 16663 272 0,'0'0'213'0,"0"0"-35"15,0 0-40-15,0 0-63 16,0 0-31-16,0 0-15 0,121 64 10 16,-87-64-13-16,19 0 23 15,-1-11-23 1,10-22 9-16,-9-6-26 0,0-14 14 16,-13-4-3-16,13-10-16 15,-25-2 14-15,-16 1-15 16,-12 8-3-16,0 8-14 15,-40 24-2-15,-25 15 1 16,-10 13 9-16,-5 0 3 16,5 17-1-16,4 27 1 15,15 8 3-15,10 4-7 16,27 1-73-16,7-17-92 0,2-8-609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16T23:14:07.5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5079 9681 80 0,'0'0'159'0,"0"0"-120"0,0 0 69 16,0 0-36-16,0 0-25 16,0 0-5-16,0 0 4 15,0 0 8-15,0 0-5 0,0 0-9 16,0 0-10-1,0 0-11-15,0 0-12 0,0 0 23 16,0 0-8-16,0 0 18 16,0 0-17-16,0 0-6 15,0 0-17 1,0 0 10-16,0 0-5 0,0-5 1 16,0-18 10-16,0-13-6 15,0 0-12-15,0-13 4 16,0-7-4-16,0 8 8 15,0-12-6-15,0 3 1 16,0 6 1-16,0 2-4 16,0 10 7-16,0 3-3 15,0-8 5-15,0 8-9 16,0 8 8-16,0-1-6 16,0 9 0-16,0 8-1 15,0 8-5-15,0 4 11 0,0 0-5 16,0 0 0-16,0 0-23 15,0 20 18-15,-22 12 5 16,-3 4 0-16,-9 0 5 16,16-8-10-16,-10 1 3 15,6-6 1-15,3 2 0 16,7-1-8-16,-3-4-90 16,8-4-89-16,1 0-122 15</inkml:trace>
  <inkml:trace contextRef="#ctx0" brushRef="#br0" timeOffset="1765.26">7972 11818 4 0,'0'0'109'0,"0"0"-61"0,0 0-14 0,0 0 32 0,0 0-12 15,0 0 5-15,6 5 9 16,-6-2-12-16,0-3 10 16,0 9-26-16,0-9 3 15,0 0-23-15,0 0 12 16,0 0-1-16,9 0 7 16,-9 0 9-16,0 0-16 15,0 0 3-15,0 0-10 0,7 0-12 16,-7 0-3-16,0 0 4 15,0 0-3-15,0 0 6 16,0-9-14-16,6-7 4 16,6-12 10-16,4-8-12 15,-4 0 0-15,-6 0 8 16,0 4-14-16,1 0 7 16,-7-9-5-16,0 14 1 15,6-10 1-15,-6 21-2 16,0 1 1-16,0 10-2 15,0 2 2-15,0 3-1 16,0 0 8-16,0 0-15 0,0 0 7 16,0 0-3-1,0 0-8-15,0 0 5 0,0 0 6 16,0 0 2-16,0 3-1 16,0 14 5-16,-25 2-12 15,-3 6 1-15,-12 3 5 16,15 0 0-16,-15 0 1 15,12-7-1-15,9 2 1 16,-2-7-1-16,2 4 0 16,19-4 0-16,-6-12-2 15,-4 0-5-15,10-4-26 16,0 0-14-16,-6 4-15 16,6 12-29-16,-12 0 11 0,6-8-46 15,6-8-173-15</inkml:trace>
  <inkml:trace contextRef="#ctx0" brushRef="#br0" timeOffset="14270.14">8781 10090 185 0,'0'0'74'0,"0"0"-51"0,0 0 47 0,0 0-46 15,0 0 23-15,0 0 19 16,0 0-7-16,0 0-20 15,0 0-14-15,0 0 10 16,0-4-15-16,0 0-3 16,0 0-13-16,0 0 20 0,0 4 10 15,0 0-5 1,0 0 5-16,0 0-17 0,0 0 2 16,0 0-13-16,0-8 20 15,0 8-17-15,0-8 5 16,0-8-13-16,0-1 6 15,0-6-7-15,0-1 2 16,0-4-7-16,0-8 10 16,6-5-1-16,10 1-3 15,2 4-1-15,-5 0 3 16,2 0 1-16,-2 0-4 16,-7 8-3-16,0 4 3 15,0 4 1-15,4 15 2 0,-10 5-1 16,0 0 11-16,0 0-3 15,0 0-10-15,0 0-3 16,0 0 1-16,0 12 2 16,0 17-3-16,-28-1 3 15,-6 3 0-15,-7 2 1 16,23-9-1-16,-4 0 0 16,16-11-2-16,0-2-47 15,6-3-121-15,0-4-47 16,0 0-150-16</inkml:trace>
  <inkml:trace contextRef="#ctx0" brushRef="#br0" timeOffset="14936.69">8769 10287 131 0,'0'0'229'0,"0"0"-187"0,0 0 21 0,0 0-58 0,0 0 1 16,0 0-6-16,-6 0 65 15,6 0 8-15,0 0-1 16,0-5-1-16,0-23-6 16,18 4-22-16,22-7-24 15,1-6-7-15,-1-3-9 16,7 0-2-16,-13 0-1 16,6 8-15-16,-6 8 6 0,-9 7-26 15,3 1-30-15,-16 1 18 16,10 2 21-1,-10 2-23-15,1 3-18 0,-7-1-139 16,-6 9-175-16</inkml:trace>
  <inkml:trace contextRef="#ctx0" brushRef="#br0" timeOffset="15551.18">9082 10150 57 0,'0'0'74'0,"0"0"-66"0,0 0 54 0,0 0-48 16,0 0-9-16,0 0 17 15,53 28 34-15,-53-4 5 16,0 0-28-16,0-4 32 16,0 5 23-16,0-2-27 15,0-2-8-15,0-1-9 16,0-4-14-16,0 0-3 15,0-12-27-15,0-1 7 0,0-3 2 16,0 0-18-16,9 0 18 16,16 0-9-1,3 0 48-15,12 0-14 0,-15 0-11 16,3 0-20-16,-10 0 6 16,-2 0-7-16,-4 0-2 15,-12 0-19-15,13 0-35 16,2 0-7-16,-15 0 20 15,19 0 7-15,-13-3-154 16</inkml:trace>
  <inkml:trace contextRef="#ctx0" brushRef="#br0" timeOffset="16901.06">10291 11381 58 0,'0'0'130'0,"0"0"-101"0,0 0 37 0,0 0-24 16,0 0-35-16,0 0 15 15,0 16 37-15,0-12 3 16,0 0 11-16,0-4-16 15,0 12-3-15,0-7-22 16,0-5-24-16,0 8-7 0,0-5 0 16,0 6 4-16,0-1-4 15,0 3 17-15,0 2-4 16,0-1 20-16,0-4 3 16,0 0-16-16,0-5-12 15,0-3 0-15,0 0 4 16,0 0 5-16,0 0 8 15,0 0-17-15,0 0 6 16,0 0-15-16,0 0 25 16,0 0-14-16,0 0-11 15,0-8 14-15,0-11-11 16,0-6 21-16,0-6-19 16,0 10-1-16,0 1 5 15,0-3-12-15,0 7 7 16,0-12-8-16,0 3-6 0,0 9 8 15,0 4-9-15,0 12 4 16,0 0-4-16,0 0-27 16,0 0 8-16,0 8-5 15,-12 1-32-15,-1 2-7 16,-8-7 55-16,14 4-2 16,-5 0-30-16,12 0-45 15,-6 8-60-15,-3-7-205 16</inkml:trace>
  <inkml:trace contextRef="#ctx0" brushRef="#br0" timeOffset="17682.9">10325 11674 24 0,'0'0'147'0,"0"0"-78"16,0 0 24-16,0 0-26 0,0 0-30 16,0 0-26-16,-18 33 18 15,18-33-4-15,0 0 35 16,0 0-15-16,0 0 10 16,0 0 2-16,0 0-14 15,0 0 23-15,0 0-38 16,0 0 10-16,0 0-12 0,0 0-26 15,0-21 8-15,0-3-3 16,24-3 34-16,11-6-27 16,-1 0 12-16,0 10-16 15,-9-6-1-15,3-2-2 16,6-2-5-16,-16 2 1 16,-5 6-2-16,15 9-20 15,-10 8-3-15,-9 8-13 16,4 0-49-16,-13 0-47 15,0 0-11-15,12-8 23 0,4 1-120 16</inkml:trace>
  <inkml:trace contextRef="#ctx0" brushRef="#br0" timeOffset="18200.98">10552 11561 341 0,'0'0'63'0,"0"0"-2"0,0 0-61 0,0 0 0 15,0 0 0-15,0 0 38 16,0 0 14-16,0 0-13 16,0 5-4-16,21-2 6 15,-14 14-6-15,-7-6-26 16,12 6-9-16,-12 4 8 15,0-2-7-15,0 1 3 16,0 4 3-16,0 8-5 0,0-8 3 16,0-4 0-16,0 0 16 15,0-12 9-15,0-8-30 16,28 0-6-16,12 0 6 16,0 0 24-16,26 0-7 15,-11 0 11-15,-8-4-10 16,-1-7-17-16,-5 6-1 15,-23 2-5-15,4-2-10 16,-10 5-41-16,1 0 7 16,-7-3-38-16,-6 3-142 15</inkml:trace>
  <inkml:trace contextRef="#ctx0" brushRef="#br0" timeOffset="23712.76">11956 11522 313 0,'0'0'113'0,"0"0"-61"0,0 0-41 0,0 0-3 15,0 0-2-15,0 0 43 16,0 0-7-16,0-17 9 16,0 14-12-16,0-10 0 15,13 2-16-15,-4-1-5 16,-3-1 1-16,7-3-14 16,-13 1 21-16,0-2-12 0,6 9 14 15,-6-8-17-15,0 0 11 16,0 1-21-16,0 2 2 15,0 5 3-15,0 4-5 16,6 4-2-16,-6 0 8 16,0 0-14-16,0 0-2 15,0 0 9-15,0 0 14 16,0 0-9-16,0 8-5 16,-6 1 0-16,-13 2 0 15,4 1 3-15,2-4-7 16,1 0 3-16,6 5-1 15,6-2-52-15,0 6-36 0,0-2-25 16,0-2-14 0,0-2-23-16,0-6-33 0</inkml:trace>
  <inkml:trace contextRef="#ctx0" brushRef="#br0" timeOffset="24395.62">11997 11690 364 0,'0'0'154'0,"0"0"-85"0,0 0-35 0,0 0-17 16,0 0-17-16,0 0-14 16,12-16 11-16,10-4-6 0,-4 1 9 15,10 2 13-15,-15 4 19 16,-7 5-23-16,3 8 7 15,-3-3-5-15,7-9-1 16,5-4 0-16,10-4-8 16,6-4-4-16,-9 7-7 15,3 1-6-15,-16 5-25 16,4 7-4-16,-16-1 3 16,0 5-33-16,0 0-14 15,0-3-75-15</inkml:trace>
  <inkml:trace contextRef="#ctx0" brushRef="#br0" timeOffset="24633.8">11997 11690 272 0</inkml:trace>
  <inkml:trace contextRef="#ctx0" brushRef="#br0" timeOffset="25193.77">11997 11690 272 0,'266'-132'35'0,"-272"143"-34"0,0 14 16 15,0-5 10-15,-1 1 0 16,-8-2 16-16,2-2 42 16,7-6-20-16,-6 1-10 15,3-8-28-15,2 5-2 16,7-6-18-16,0 5-4 16,0-4-3-16,0 4-4 15,0-3 4-15,0-2-3 16,0-3-4-16,22 0-4 0,3 0 10 15,3 0-2 1,-10 0 3-16,-2 0 0 0,-16 0 1 16,6 0-2-1,-6 0-3-15,6 0 3 0,-6 0-2 16,0 0-2-16,19 0 5 16,-10 0-7-16,-3 0-13 15,1 0-7-15,-1 0-2 16,0-8-20-16,0 0 15 15,4 4-3-15,-10 0 9 16,6 0-1-16,0 1 26 16,-6-6 3-16,6 9 6 15,-6 0-3-15,0-4 0 16,0 4-5-16,0 0 2 16,0 0-1-16,0 0 1 0,0 0 18 15,0 0 9-15,0 0-10 16,0 0 29-16,0 0 8 15,0 0-4-15,0 0-24 16,0 0 9-16,0 4-19 16,0 8 5-16,0 0-19 15,0 4 14-15,-6 8-16 16,0-4 7-16,-10 0-1 16,4 4 4-16,-1 1 14 15,-2-9-6-15,9 4 14 16,6-9-28-16,0-2-4 15,0-6-15-15,0-3-42 0,0 0-76 16,0 0-92 0,0 0-34-16</inkml:trace>
  <inkml:trace contextRef="#ctx0" brushRef="#br0" timeOffset="30189.15">20734 5402 255 0,'0'0'79'0,"0"0"-43"0,0 0 40 16,0 0-21-16,0 0-14 0,0 0-25 16,0 0-1-16,-28 7-5 15,22-7 25-15,-9 0 31 16,15 0-31-16,-19 0 43 16,19 5-8-16,0-5-14 15,-6 0-35-15,6 0-1 16,0 0-7-16,-6 3-13 15,6 2 10-15,0-5-4 16,-7 0 29-16,-2 0-4 16,-3 0 22-16,-16 0-22 0,-9-24-12 15,-4-24-19-15,-8-9-8 16,2-27 8-16,16-8-1 16,9-12-6-1,10-4 7-15,12-1 5 0,0-3-4 16,0-5-2-16,25 13-21 15,31 4-37-15,-16 28-46 16,7 24-171-16,-23 20-97 16</inkml:trace>
  <inkml:trace contextRef="#ctx0" brushRef="#br0" timeOffset="34235.23">21147 5253 129 0,'0'0'111'0,"0"0"-41"0,0 0-35 16,0 0 11-16,0 0-5 0,0 0 21 16,-7 8-18-1,7-8 1-15,0 0-21 0,0 0 8 16,0 0 12-16,0 0-24 15,0 0 0-15,0 0 0 16,0 0 38-16,0 0-36 16,0 0 14-16,0 0-11 15,0 0 3-15,0 0-4 16,0 0-7-16,0 0-10 16,0 0 3-16,0 0 12 15,0 0-21-15,0 0 26 16,0 0-19-16,0 0 6 15,0 0-8-15,0 0 1 0,0 0-5 16,0-8-1 0,0-3 1-16,0-2 5 0,0-7-9 15,0 0 6 1,0-4-6-16,0-9 7 0,0-6-8 16,0-2 3-16,0-3-4 15,0 4 4-15,0-4-5 16,0 16-1-16,7 0-6 15,-1-4 11-15,3 16 1 16,-9-12-4-16,0 4 4 16,0-8-2-16,0-9-27 15,0 13 6-15,0-16 11 16,0 13-25-16,0 3 23 16,0-1 14-16,0 25-7 0,0 4 12 15,0 0-5-15,0 0 1 16,0 0-1-16,0 0-11 15,0 0-3-15,0 0 10 16,0 0-11-16,0 0 15 16,0 0 0-16,0 0 4 15,0 0-4-15,0 0 0 16,0 0-2-16,0 0-17 16,0 0-2-16,0 0 2 15,0 4 17-15,0 12-9 16,0 12 6-16,0 1-12 15,-9 2 12-15,-10 14-4 16,-2-9 8-16,2 8 1 16,-3-3 1-16,4-5 23 15,5-9-24-15,-2 5-13 0,2-8-45 16,1 1-61 0,-10-9-191-16</inkml:trace>
  <inkml:trace contextRef="#ctx0" brushRef="#br0" timeOffset="34918.87">21730 5085 329 0,'0'0'65'0,"0"0"30"0,0 0 5 0,0 0-30 16,0 0-39-16,0 0 10 16,0 157-15-16,-7-134 8 15,-2 5-4-15,3-4 14 16,0 4-30-16,-1 5-14 16,1-2 5-16,0 2-3 15,-9-9-4-15,15-9-65 16,-7-7-30-16,7-3-109 15</inkml:trace>
  <inkml:trace contextRef="#ctx0" brushRef="#br0" timeOffset="36335.12">22356 4860 3 0,'0'0'78'0,"0"0"34"0,0 0-9 0,0 0 11 0,0 0-53 0,0 0-35 0,0 0-20 16,0 0 35-16,0 0-3 15,0 0 7-15,0 0-9 16,0 0 11-16,0 0 8 16,0 0 10-16,0 0-18 15,0 0-34-15,0 4 6 16,0-4-13-16,0 0 19 15,0 0-11-15,0 0 18 16,0 0-11-16,0 0 13 16,0 0-8-16,0 0-23 0,0 0-3 15,0 0 9-15,0 0-18 16,0-12 12-16,0-12-6 16,0-12 6-16,0-4 0 15,0-9-2-15,0-2-1 16,0-9 0-16,0 3-3 15,0-3 1-15,0 16-2 16,0 12 0-16,0 8 4 16,0 16 1-16,0 4-1 15,0 0 6-15,0 4-6 16,0-8-13-16,0 3-16 16,0 5-1-16,0 0 27 15,0 0-16-15,0 0 7 16,0 0-20-16,0 0 6 0,0 0 3 15,0 0 6-15,0 0-29 16,0 5-68-16,0 23 42 16,0 11-9-16,0 14-107 15,0-9-137-15</inkml:trace>
  <inkml:trace contextRef="#ctx0" brushRef="#br0" timeOffset="37101.51">22344 5165 277 0,'0'0'112'0,"0"0"-20"0,0 0-21 0,0 0-40 16,0 0-14-16,0 0 9 16,0 0 45-16,0 0-3 15,0 0 13-15,0-8-26 16,0-12-22-16,0-8-11 16,27-4-18-16,26-4 8 15,0-12-8-15,15-1-2 16,-3 1 7-16,-3-4-15 0,9 4 6 15,-8 0-3-15,-11 3-15 16,1 14-10-16,-25 7-15 16,-16 7-70-16,-12 9 21 15,0 8 8-15,0 0-29 16,0 0-78-16</inkml:trace>
  <inkml:trace contextRef="#ctx0" brushRef="#br0" timeOffset="37782.51">22610 5101 287 0,'0'0'109'0,"0"0"-57"0,0 0 7 0,0 0 10 15,0 0-25-15,0 0-14 16,230-16-28-16,-190 16 18 16,-15 0-9-16,-19 0-6 0,9 0 7 15,-15 8 11-15,0 16 22 16,0 4-24-16,0 4-2 16,-15 0-13-16,-10 1-7 15,-3-2 5-15,10-6-2 16,18-9-2-16,0-1 0 15,0-7-1-15,0-8-2 16,0 0-2-16,0 0-5 16,40 0 10-16,-9 0 1 15,-3 0 15-15,0 0-15 16,-3 0 11-16,15-8-2 16,0-4-10-16,-12 1 0 0,3-2-37 15,-9 5-59 1,-10-4-87-16,-6 4-277 0</inkml:trace>
  <inkml:trace contextRef="#ctx0" brushRef="#br0" timeOffset="38366.76">23568 5234 238 0,'0'0'128'0,"0"0"3"0,0 0-32 0,0 0-5 0,0 0-6 16,0 0-6-16,0 0-41 15,0 39-10-15,0-14 1 16,0 6-6-16,0 10 3 15,0 11-23-15,0 7 10 16,-21-10-11-16,-7-9-6 16,9-11 1-16,-9-14-14 0,28-7-21 15,0-3-29-15,0-5-118 16,0 0-13-16,22 0-294 16</inkml:trace>
  <inkml:trace contextRef="#ctx0" brushRef="#br0" timeOffset="39282.35">24316 4936 211 0,'0'0'98'0,"0"0"-15"0,0 0 48 0,0 0-47 15,0 0-29-15,0 0-23 16,0 13-8-16,0-13 16 15,0 0 7-15,0 0 17 16,0 0-28-16,0 0 8 16,0 0-24-16,0-5 15 15,0-18 0-15,0-13-18 0,0-13-11 16,18 1-4-16,-9-4 7 16,16 4-6-16,-19-4 6 15,10-5-3-15,-10 1 0 16,-6 0 0-16,0 7-10 15,0 13 4-15,0 5-4 16,0 11 3-16,0 16-7 16,0 0 4-16,0 4-29 15,0 0 33-15,0 0-14 16,0 0 7-16,-22 12-7 16,-9 24 1-16,10 8-7 15,2 0-33-15,4-4-136 16,2 4-34-16,1 0-227 15</inkml:trace>
  <inkml:trace contextRef="#ctx0" brushRef="#br0" timeOffset="39980.96">24275 5198 44 0,'0'0'34'0,"0"0"26"0,0 0-47 0,0 0-2 0,0 0 78 16,0 0-7-16,0 0 37 16,34-33-43-16,-15 21 2 0,9-9-10 15,6-7-22 1,19-8 11-16,6-8 6 0,21-12 0 16,29-7-33-16,-16-6-2 15,6 13-24-15,-25 0 0 16,-5 20-4-16,-23 12-7 15,-15-9 4-15,-3 10 0 16,-9 7-3-16,-4-1 7 16,-2 14-8-16,-7-2-2 15,15-3-50-15,-8 5-128 16,-1-5-175-16</inkml:trace>
  <inkml:trace contextRef="#ctx0" brushRef="#br0" timeOffset="40764.05">24905 4944 101 0,'0'0'295'0,"0"0"-234"0,0 0 17 0,0 0-16 16,0 0-45-16,0 0 26 15,-149 116-26-15,136-99 10 16,-14-6 9-16,20 2 48 16,1-10-38-16,6 10-35 15,0-5-8-15,0-8 9 0,0 7-24 16,0-7 9-16,0 0-15 15,40 0 2 1,1 0 16-16,5 0 2 0,-12 0 10 16,-9 0-12-16,-3 0 1 15,-10 0-1-15,-6 0 4 16,4 0-6-16,-4 0 6 16,13 0-8-16,-7 0-12 15,10 0-4-15,-4 0-23 16,-2 0 12-16,-16 0 22 15,0 0-12-15,0 0 10 16,0 0-10-16,0 0 18 16,0 0-12-16,0-7-25 0,0 7-19 15,0 0 57 1,12 0-3-16,-12 0 10 0,0 0 8 16,0 0 11-16,0 0 7 15,0 7-31-15,-12 14 39 16,-4 3 3-16,4 5 23 15,-1-1-8-15,-2 11-20 16,9 5-6-16,6-3-16 16,0-1-3-16,0-8-11 15,0-9-2-15,0 2-12 0,0-5-7 16,0-4-52 0,0-5-28-16,0-6-33 15,0-5-237-15</inkml:trace>
  <inkml:trace contextRef="#ctx0" brushRef="#br0" timeOffset="41246.16">25565 5177 252 0,'0'0'411'0,"0"0"-399"0,0 0 21 16,0 0-15-16,0 0-9 15,0 0-3-15,0 204-9 16,-6-155 6-16,-22-13-3 16,3-8 6-16,19-12 0 15,-3-8-6-15,9-8-74 16,0 0-34-16,0 0-169 16</inkml:trace>
  <inkml:trace contextRef="#ctx0" brushRef="#br0" timeOffset="41880.44">26328 4965 106 0,'0'0'340'0,"0"0"-257"0,0 0-6 0,0 0-15 0,0 0-29 15,0 0 35-15,12-29 30 16,-12 17-29-16,0-7-48 0,0-9 5 16,0-5 9-1,0-6-5-15,0-10-22 0,0-4-4 16,16 2-4 0,2 2-9-16,-5 13 0 0,-7 12 18 15,-6 20-20-15,0 4 11 16,0 0-4-16,0 0 4 15,0 0 12-15,-19 17-12 16,-15 19-15-16,22-5 1 16,-16-2-23-16,16-1 35 15,-10-8-29-15,9 4 2 16,1 4-30-16,-10 8 0 0,-2-8-49 16,8-8-50-1,-3 0-159-15</inkml:trace>
  <inkml:trace contextRef="#ctx0" brushRef="#br0" timeOffset="42395.58">26433 5198 69 0,'0'0'415'0,"0"0"-329"0,0 0-37 0,0 0-29 15,0 0 24-15,0 0-24 16,174-146 19-16,-106 90-6 16,-9 4 22-16,-3-4 8 15,-3 4-36-15,-13 12-20 16,-15-4-1-16,-4 24-12 16,-8 8-22-16,-7 8-9 15,-6 4-84-15,0 0-33 16,0 0-159-16</inkml:trace>
  <inkml:trace contextRef="#ctx0" brushRef="#br0" timeOffset="43061.56">26843 5209 171 0,'0'0'280'0,"0"0"-193"0,0 0-48 16,0 0-14-16,0 0-24 16,0 0 5-16,167-172-6 15,-148 136 0-15,2 0-2 16,-14 7 4-16,-1 6 9 15,-6 2-11-15,0 6 1 16,0 6 5-16,0 9 23 16,-19 0 12-16,-15 0-8 15,6 17-25-15,-6 14-8 16,9 2 14-16,4 3 32 0,14-5-26 16,7 2-19-16,0-1-1 15,0-4 3-15,0-5-8 16,13 2 10-16,27 7-8 15,16 0 3-15,-3 0-12 16,-1 0-131-16,-11 0 131 16,-1-4 9-16,-22-3-6 15,-8 3 8-15,-10-4-10 16,0-1 11-16,0 2 8 0,-22-1 32 16,-12-4-27-1,-13 4-5-15,-5-12-1 0,-7-4-7 16,-9 0-27-16,2-8-34 15,11 0 6-15,30 0-187 16</inkml:trace>
  <inkml:trace contextRef="#ctx0" brushRef="#br0" timeOffset="43612.1">27739 5201 387 0,'0'0'323'0,"0"0"-242"0,0 0 3 16,0 0-59-16,0 221-18 15,0-165-2-15,-34-4-4 16,-1 0 5-16,-5-16-12 16,15-12 5-16,4-8-12 15,14-16-101-15,7 0-67 16,0 0-348-16</inkml:trace>
  <inkml:trace contextRef="#ctx0" brushRef="#br0" timeOffset="44360.44">28461 4900 70 0,'0'0'493'0,"0"0"-428"0,0 0 11 0,0 0-27 16,0 0-38-16,0 0 32 15,0 0 1-15,0-8 12 16,0-16-31-16,0-3 26 16,0 2-5-16,0-7-10 15,0-16-10-15,0 0-14 16,0-9-2-16,0-2-10 16,0 15 0-16,0 8 0 15,0 19-2-15,0 13 2 16,0 4-3-16,0 0 3 15,-15 0 8-15,-4 13-8 16,-9 14-13-16,-6 1-14 16,15 12-51-16,-8 4-23 0,2-3-104 15,9-2 12 1,4-10-167-16</inkml:trace>
  <inkml:trace contextRef="#ctx0" brushRef="#br0" timeOffset="44810.99">28508 5221 307 0,'0'0'272'0,"0"0"-170"0,0 0-5 0,0 0-36 16,0 0-22-16,226-220-21 15,-158 168 34-15,-15 8-19 0,-7-1 27 16,7 9-10-16,-13 0-32 16,-5 12-7-16,5-4-4 15,-28 16-12-15,1-4 6 16,2 8-2-16,-9-4-35 15,7 8-14-15,-1-8-52 16,-3 12-106-16,-2-5-28 16</inkml:trace>
  <inkml:trace contextRef="#ctx0" brushRef="#br0" timeOffset="45775.55">28880 5470 118 0,'0'0'194'0,"0"0"-166"0,0 0 4 0,0 0-2 0,0 0 3 16,0 0-7-16,9 4-20 15,-9-4 22-15,6 4 2 16,-6-4 52-16,0 0-14 15,0 3 30-15,0-3 6 16,0 0-22-16,0 0-17 16,0 0-13-16,0 0-39 15,0-15-5-15,0-9-13 16,0-12 10-16,0 0-3 16,0-17-1-16,0 9 8 15,0 0-9-15,19 0-10 0,-13 8 9 16,10 12-12-16,-16 16 9 15,0 8 8-15,0 0-12 16,0 0 9-16,0 4-2 16,0 24-5-16,-41 0-5 15,1 4-14-15,0 1-27 16,12-14 5-16,15 5-28 16,-15-3-11-16,10 2-8 15,-4 6-21-15,10-17-148 16</inkml:trace>
  <inkml:trace contextRef="#ctx0" brushRef="#br0" timeOffset="46408.69">29283 5185 58 0,'0'0'281'0,"0"0"-181"0,0 0-3 0,0 0-1 0,0 0-24 15,0 0-33-15,-196 204-18 16,184-163-12-16,6-10-6 0,-10-3-6 16,16-3 6-1,0-5-6-15,0 4 7 0,0 0-8 16,28 0-31-16,13-3 30 16,-7-13 2-16,12-1-4 15,1-7-39-15,-7 0-28 16,0 0 51-16,-6-20 7 15,-27-16 6-15,11 8-17 16,-12 4 23-16,-6 8 4 16,0 8 41-16,0 4 13 15,0 4-34-15,-12 0-4 16,-28 0-16-16,-13 19-18 0,0 17-7 16,7-3 13-1,5 0 9-15,20-18-29 0,15-3-190 16</inkml:trace>
  <inkml:trace contextRef="#ctx0" brushRef="#br0" timeOffset="47091.65">29717 5242 339 0,'0'0'156'0,"0"0"-110"0,0 0-2 0,0 0 35 0,0 0-16 0,0 0 62 15,0 56-59-15,12-29-10 16,-12-2-31-16,0 3 14 16,0 3-20-16,0-2-14 15,0 3 1-15,0-4 0 16,0-1-2-16,0 6 1 15,0-5-4-15,-18-4-1 16,18-7-7-16,0-9-48 16,0-8-55-16,0 0-164 15,0 0-98-15</inkml:trace>
  <inkml:trace contextRef="#ctx0" brushRef="#br0" timeOffset="47643.54">30036 5370 306 0,'0'0'417'0,"0"0"-327"0,0 0-17 0,0 0-73 16,0 0-20-16,0 0-35 16,0-12 50-16,0 12 5 15,0 0 37-15,0 0 53 16,0 0-47-16,0 0-8 16,0 0-35-16,0 0-12 15,0 0-107-15,0 0-116 16</inkml:trace>
  <inkml:trace contextRef="#ctx0" brushRef="#br0" timeOffset="48045.14">30036 5370 667 0</inkml:trace>
  <inkml:trace contextRef="#ctx0" brushRef="#br0" timeOffset="48092.35">30036 5370 667 0,'428'47'114'0,"-428"-47"10"0,0 0-91 0,6 0-20 0,-6 0-17 0,10 0-11 16,-10 0-66-16,0 0-29 15,0 0-29-15,0 0-143 16</inkml:trace>
  <inkml:trace contextRef="#ctx0" brushRef="#br0" timeOffset="48523.32">31066 5381 527 0,'0'0'80'0,"0"0"-52"0,0 0 30 16,0 0-58-1,0 0 0-15,21 0 12 0,-21 8 68 16,0-8-19-16,0 0-31 16,0 0-26-16,0 0-4 15,0 0-105-15,0 0-99 16</inkml:trace>
  <inkml:trace contextRef="#ctx0" brushRef="#br0" timeOffset="49039.74">31608 5381 586 0,'0'0'199'0,"0"0"-66"0,0 0-57 0,0 0-21 0,0 0-52 16,0 0 2-16,28 0-5 0,-28 0-13 15,0 0-8 1,0 0-18-16,0 8-54 0,0 5-185 15</inkml:trace>
  <inkml:trace contextRef="#ctx0" brushRef="#br0" timeOffset="49972.41">32256 4218 425 0,'0'0'241'0,"0"0"-187"0,0 0 59 0,0 0-57 0,0 0-39 0,0 0-1 0,28 69 18 0,-9-41-11 16,9 3 49-16,12 5-44 16,0 5 11-16,1 11-29 15,-10-4 5-15,3 13-13 16,-6-6 2-16,-3 9-4 16,-4 8 4-16,-2-6-10 15,-4-2-3-15,-8 3 4 16,-7-7 5-16,0 1-2 15,0 14 2-15,-41-1-3 16,-11 1-17-16,-4 6-15 16,-3-13 6-16,12-16-33 15,1-16-41-15,5-24-147 0,7-12-332 16</inkml:trace>
  <inkml:trace contextRef="#ctx0" brushRef="#br0" timeOffset="79414.84">5975 11874 142 0,'0'0'120'0,"0"0"-74"0,0 0 9 0,0 0-25 16,0 0 10-16,0 0 14 16,0 0 9-16,0 0-6 15,0 0 2-15,0 0 8 16,0 0-2-16,0 0-4 15,0 0-44-15,0 0 20 16,0 0-18-16,0 0 3 16,0 0-9-16,0 0-10 15,0 0-3-15,0 0 5 16,0 0-9-16,12 0 10 0,-12 0-12 16,13 0 11-1,9 5-5-15,2 6 0 0,4-3-1 16,0 4 1-16,3-7 0 15,3 6-5-15,-6-6 10 16,-3 7-10-16,9-1 11 16,-6-11-12-16,6 13 6 15,-15-13-1-15,9 0-8 16,-4 0-8-16,-2 0 7 16,-9 0 7-16,14 0-7 15,-8 0 20-15,-3 0-7 16,8 0-3-16,-2 0 2 0,-3 0 0 15,2 0-2 1,10 0-2-16,-9 0-5 0,-10 0 5 16,16 0 4-16,-9 0-7 15,-4 0 12-15,4 0-12 16,-7 0 5-16,10 0-7 16,-3 0 7-16,9 0 0 15,-10 0 0-15,-2 0 6 16,15 0-12-16,-3 0 14 15,0 0-15-15,-4 0 11 16,11 0-4-16,-1 0 1 16,-10 0 0-16,4 0-2 15,0 0 3-15,-9 0-9 16,3 0 14-16,9 0-14 0,9 0 18 16,-18 4-16-16,2-4 9 15,4 4-7-15,-6 0 3 16,-3-4 0-16,9 0-1 15,-4 8 2-15,-2-8 9 16,-3 0-8-16,-4 3 1 16,-2-3 2-16,5 0 4 15,4 0-6-15,-4 0 1 16,4 0 3-16,18 0-7 16,1 0 2-16,5 5 6 15,-5-5-9-15,-17 0 9 16,-8 0-11-16,15 0 11 0,9 0-6 15,-6 0-1-15,7 0 0 16,-7 0 0-16,6 0 5 16,-15 0-4-16,3 0 5 15,-10 0-4-15,-2 0-1 16,9 0 6-16,-4 0-2 16,4 0 2-16,3 0 3 15,0 0-8-15,3 0 3 16,-3 0 0-16,6 0-6 15,-15 0 9-15,9 0-16 16,-22 0 15-16,15 0-8 16,-8 0 8-16,5 0-8 15,4 0 3-15,-3 8 1 16,2-8-2-16,-2 0 4 0,9 0-5 16,-9 4 3-1,-4 0-7-15,4 0 3 0,-7 0 0 16,10-4 3-16,-16 0-1 15,6 9-2-15,4-9 9 16,2 0-11-16,-5 3 10 16,9 1-15-16,-4-4 11 15,-12 0-4-15,16 0 0 16,-3 8 0-16,-4-8-2 16,4 0 6-16,3 0-8 15,-4 0 10-15,-5 0-10 16,8 0 8-16,-8 8-8 15,8 0 4-15,4-8 0 16,-3 8-1-16,3-8 4 0,3 0-8 16,-10 0 12-16,16 4-10 15,-12 0 11 1,3 0-15-16,-4 0 13 0,-2 0-6 16,9-4 0-16,-9 4 0 15,15-4-5-15,-13 4 11 16,-2-4-11-16,3 5 13 15,-10-5-12-15,1 3 8 16,-1-3-8-16,3 5 7 16,-8-2-3-16,-1 1 0 15,0-4 0-15,0 4-3 16,16-4 6-16,-3 0-10 0,-4 9 19 16,4-6-19-16,-7-3 10 15,-3 5-5-15,4-2 2 16,-7-3 0-16,0 5-2 15,-6-2 5-15,16 1-11 16,-10 0 16-16,-6 0-15 16,6 1 15-16,-6-2-8 15,0-3 2-15,12 0-2 16,1 5 0-16,-13-2 2 16,15 2-5-16,-15-2 9 15,13-3-6-15,-13 8 6 16,6-8-12-16,-6 0 9 15,0 0-5-15,6 0 2 0,-6 0 0 16,0 0-2-16,0 0 8 16,0 0-14-16,0 0 17 15,0 0-13-15,9 0 9 16,-9 0-10-16,7 0-1 16,5 0 2-16,-6 0 2 15,16 0-11-15,-10 0 12 16,7 0 1-16,-3 0-8 15,-4-8 16-15,0 8-10 16,4-3 7-16,2-2-4 16,-5 5-1-16,2-3 2 15,-8 3-6-15,5-5 9 16,3 5-10-16,4 0 10 16,0 0 1-16,2-3-6 0,-2 3 6 15,-4-5-1-15,10 1-4 16,3 0 3-1,0 0-2-15,-16 4-4 0,16 0 8 16,-9 0-8-16,0 0 6 16,-4 0-7-16,-3 0 8 15,16 0-7-15,-3 0 3 16,3-3-1-16,12-2 0 16,-12 2 4-16,-3-2-6 15,-3 2 7-15,-10 3-6 16,-6 0 8-16,1 0-14 15,8 0 12-15,-9 0-5 16,13 0 0-16,-7 0 1 16,10 0-3-16,-3 0 5 0,2 0-1 15,-2 0 3-15,3-9-10 16,-10 9 9-16,10 0-6 16,-10 0 2-16,1 0 0 15,8 0 0-15,-2-4 3 16,9 0-8-16,-3 4 11 15,3 0-12-15,12 0 15 16,0 0-17-16,-12 0 9 16,-3 0-2-16,3 0 1 15,-3 0 0-15,9 0-3 16,0 0 7-16,0 0-8 0,6 0 10 16,-9 0-11-16,-9 0 6 15,18 0-2-15,-15 0 2 16,-3 0-1-16,6 0 0 15,3 0 2-15,-3 0-7 16,6 0 10-16,-3 0-9 16,9 0 12-16,10 0-14 15,-19 0 8-15,9 0-3 16,0 0 1-16,-6 0-2 16,7 0-1-16,-7 0 6 15,-3 0-8-15,9 4 11 0,-6-4-10 16,6 4 11-1,1-4-10-15,-7 0 5 0,-9 0-2 16,9 0 0 0,-6 0 3-16,-4 0-6 0,-2 9 10 15,6-9-14-15,-3 0 14 16,-3 3-12-16,-4-3 7 16,10 5-2-16,-9-5 0 15,9 3 1-15,-10 2-7 16,16-2 14-16,-6 1-12 15,3 0 11-15,3-4-11 16,0 0 11-16,1 0-11 16,-11 0 4-16,4 0 0 15,0 0-2-15,-3 4 7 16,3-4-11-16,0 0 12 16,-3 5-11-16,9-5 13 0,0 0-13 15,-3 0 7-15,3 0-2 16,6 0 0-16,-12 0 1 15,-3 0-6-15,3 0 7 16,0 0-5-16,-10 0 6 16,4 0-5-16,-3 0 7 15,-7 0-6-15,16 0 1 16,-16 0-2-16,16 0 1 16,13 0 1-16,-13 0-8 15,9 0 22-15,-9 0-23 16,12 0 22-16,-28 0-19 15,22 0 6-15,-12 0 0 0,25-5 1 16,-7-3-1 0,-9-4 0-16,16 1 4 0,-26 2-7 15,13 1 9 1,-15 5-8-16,-13 3 7 0,-6-5-8 16,6 5 5-16,4-8-2 15,2 0 0-15,16-4 2 16,-16 4-9-16,22-4 16 15,-9 0-11-15,-19 4 11 16,22 8-11-16,-21-7 7 16,-1 7-3-16,-6 0-2 15,0 0 0-15,0-9-3 16,0 9 9-16,0 0-11 16,0 0 12-16,0 0-14 0,0 0 7 15,0 0 0-15,0 0 0 16,0-8-14-16,0 0-34 15,-25-8-178-15</inkml:trace>
  <inkml:trace contextRef="#ctx0" brushRef="#br0" timeOffset="82861.21">20464 8004 345 0,'0'0'106'0,"0"0"4"0,0 0-72 0,0 0-13 0,0 0-20 15,0 0-8-15,0 0 3 16,0 0-9-16,0 0 8 16,0 0 1-16,0-3 4 15,0-10 9-15,0 1 0 16,0 4-4-16,0-3 42 0,0-2-2 15,0-3-18-15,-6-8-23 16,0-3-7-16,0-10-2 16,6 5-4-16,-6-12 5 15,6 0 0-15,-16-4 24 16,10 4-7-16,-6 8-3 16,-1 11-13-16,4 9 7 15,-4 4 17-15,7 1-2 16,0-6 17-16,0 1-28 15,0 0-12-15,6 8 3 16,0 4-9-16,-10 4 11 16,10 0-5-16,-6 0 9 15,0 36-9-15,-6 12-10 16,-4 16 10-16,10-4 5 16,-7 1-5-16,7-1 0 0,0-4 0 15,-3-12 0-15,9 4 0 16,0-12 0-16,0-8-1 15,0-12 5-15,0-8-8 16,0-3 7-16,0-5-6 16,0 0-7-16,0 0 7 15,0 0-1-15,0 0-1 16,0-36-3-16,9-13 8 16,3 1 2-16,-5-7-2 15,-1 2 7-15,0 1-5 16,-6 0-2-16,16 7 0 0,-10 1-2 15,0 0-11-15,0-4 12 16,-6 0-3-16,0 0-1 16,0 4 3-16,0 4 2 15,0-1 1-15,0 22 20 16,6 6-21-16,10-7 0 16,2 9-5-16,10-1 3 15,19-13-9-15,-1-2 3 16,13 6-9-16,3-3 2 15,3 12 2-15,-9 5 10 16,-19 2-31-16,-9 5-17 16,0 0 12-16,-9 0 26 15,-13 0 13-15,16 0 0 0,-22 5-4 16,12 6 0-16,-6 9 4 16,-6 8 3-1,0 8 23-15,0 8 18 0,-40 0 10 16,-13 1-16-1,1-13-9-15,18-4-6 0,-13-12-22 16,19-4 6-16,3-4-3 16,19-4-8-16,6-4-11 15,0 0-42-15,0 0-137 16,25-16-280-16</inkml:trace>
  <inkml:trace contextRef="#ctx0" brushRef="#br0" timeOffset="83443.77">21020 8104 271 0,'0'0'0'0,"0"0"-35"0,0 0-120 0</inkml:trace>
  <inkml:trace contextRef="#ctx0" brushRef="#br0" timeOffset="83893.53">21020 8104 116 0,'0'41'178'16,"0"-41"-18"-16,0 0-56 15,0 0-36-15,0 4-28 0,0 4-20 16,0 0-20-16,0 3 3 15,0 2-6-15,0-1 6 16,0-4 6-16,0 0 30 16,0-4 69-16,0-4-49 15,0 4-24-15,0-4-26 16,-7 4-1-16,7-4-2 16,0 0-4-16,0 0 4 15,0 0-4-15,0 0 39 16,-6 0-6-16,0-16 3 15,0-12-30-15,-10-8-8 16,10-4-21-16,6-4 16 0,0 0 5 16,0-1 0-16,0-3 0 15,0 12-9-15,0-4 0 16,0 20-38-16,0 8 40 16,0 12-3-16,0 0 6 15,0 0 4-15,0 0 0 16,0 0-14-16,0 0 11 15,0 0 0-15,0 0 6 16,0 0-2-16,-12 0 0 16,-23 20 4-16,1 17-1 15,-6 2-4-15,9 5 0 0,-3-8 0 16,12-3 0 0,16-10-61-16,6-2-70 0,0-18-17 15,0-3-168-15</inkml:trace>
  <inkml:trace contextRef="#ctx0" brushRef="#br0" timeOffset="89155.62">21348 7238 353 0,'0'0'54'0,"0"0"-35"0,0 0 51 0,0 0-9 15,0 0-27-15,0 0 14 16,0 0-25-16,0 33 3 0,0-25-9 15,0-5 13 1,0 14-21-16,0-1 5 0,0 4 18 16,0-1 18-16,0 6 5 15,0-1-18-15,0 4-5 16,0 0-18-16,0 0 0 16,0 0-8-16,0 4 10 15,0 4 1-15,0 4-6 16,0-4 5-16,0-3 3 15,0-5-10-15,0-12-2 16,0-5-4-16,0-2 2 16,0 3-10-16,0-5 4 15,0 18-5-15,0-5-16 16,0 0-10-16,0 4 12 0,0-16-12 16,0-8-18-16,0 0-67 15,0-20-72-15,0-32-214 16</inkml:trace>
  <inkml:trace contextRef="#ctx0" brushRef="#br0" timeOffset="89823.62">21249 7310 474 0,'0'0'118'0,"0"0"-27"0,0 0-25 16,0 0-37-16,0 0-23 0,0 0 11 16,87-39 3-16,-41 26 31 15,1-7-25-15,12 9-1 16,-19-1-18-16,0 12 3 15,-12 0-10-15,-9 0-6 16,-7 7-11-16,4 17 17 16,-16 1 8-16,0 3 4 15,0-4 5-15,0-1-15 16,0 6 2-16,0-1-4 16,-16 0 2-16,4-8 1 15,12-4 0-15,0-4-6 16,0 1-22-16,0-6-19 0,22-3-9 15,9 4 20 1,3-4 0-16,-6 1 23 0,-10-2 10 16,-18 5 0-16,0-4 0 15,0 17-6-15,0 6 6 16,-6 10 49-16,-41 10-1 16,1 2-41-16,-16 3 8 15,9 0 14-15,7-8 0 16,5-4 5-16,23-20-14 15,-4-16 2-15,22 4-20 16,0-8-4-16,0 0-26 16,0 0-53-16,0-28-195 15</inkml:trace>
  <inkml:trace contextRef="#ctx0" brushRef="#br0" timeOffset="90570.65">20099 6785 346 0,'0'0'153'0,"0"0"-41"16,0 0-34-16,0 0-61 0,0 0 29 16,0 0 70-16,325 12-61 15,-222-3-34-15,2-1 13 16,3-8 3-16,4 0-15 16,15 0-22-16,7 0 0 15,2-21-2-15,16-15-13 16,-13 4-6-16,-18 11-1 15,-28 18 2-15,-24 3-69 16,-35 0-78-16,-34 16-9 16,0 12-326-16</inkml:trace>
  <inkml:trace contextRef="#ctx0" brushRef="#br0" timeOffset="91189.82">22784 7667 496 0,'0'0'60'0,"0"0"-57"0,0 0-3 0,0 0 0 16,409-23-64-16,-350 2 2 15,-25 6 36-15,-6 2 26 16,-22 13 45-16,-6 0 17 0,0 0-22 15,0 0-40-15,0 0-60 16,-12 0-187 0</inkml:trace>
  <inkml:trace contextRef="#ctx0" brushRef="#br0" timeOffset="91470.61">22784 7667 333 0,'-186'-244'465'15,"204"244"-387"-15,4 0 25 16,12 0 9-16,-3 0-60 15,-3 0-6-15,25 0-34 16,-19 0-12-16,-12 0-3 16,-4 0-41-16,-5 0-14 15,-13 8-131-15,9-4-213 16</inkml:trace>
  <inkml:trace contextRef="#ctx0" brushRef="#br0" timeOffset="91887.02">24095 8052 1038 0,'0'0'41'0,"0"0"-14"0,0 0-27 0,0 0-32 16,0 0-92-16,0 0-62 15,-34-12-68-15,16 9-99 0</inkml:trace>
  <inkml:trace contextRef="#ctx0" brushRef="#br0" timeOffset="92236.21">24061 7587 494 0,'0'0'116'15,"0"0"-49"-15,0 0-2 16,0 0 14-16,0 0-42 16,301-244 15-16,-248 191-34 15,9 9-1-15,-22 0 3 16,-15 0-9-16,-3 4 0 0,-22 8-6 16,0-4 34-16,-16 8-16 15,-43 8 15-15,-6 12-36 16,-3 8-2-16,0 0 4 15,-4 3-8-15,-2 34 4 16,6 7-1-16,15 5-1 16,6-2-31-16,41-6-80 15,6-18-215-15</inkml:trace>
  <inkml:trace contextRef="#ctx0" brushRef="#br0" timeOffset="127523.16">15246 7647 105 0,'0'0'205'0,"0"0"-202"0,0 0-3 15,0 0 4-15,0 0-4 16,0 0 23-16,0 0 91 16,0 0-2-16,0-52-18 0,0 52-44 15,0 0-7-15,0 0-38 16,0 0-4-16,0 0-2 16,0 0 3-16,0 0 5 15,0 0 11-15,0 0 31 16,0 0-12-1,0 0 5-15,0-3-23 0,0 3-17 16,0 0 11-16,0 0-12 16,0 0-2-16,0 0 8 15,0 0-12-15,-6 0 10 16,6 0 0-16,0 0 3 16,0 0 1-16,0 0-2 0,0 11-3 15,-9 6-4-15,9-1 4 16,0 7-8-16,-7-2 12 15,7 7-7-15,0-5-1 16,0 2 0-16,0-6-1 16,0 6 7-16,0 3-13 15,0-4 12-15,0-4-8 16,0 4 6-16,0 4-6 16,0-3 6-16,0 6-6 15,0-3 3-15,0 1 0 16,0 2-1-16,0 2 5 15,0-5-1-15,0 4 0 16,0-8 2-16,0 0-3 0,0 0-2 16,0 0 2-1,0 0-2-15,0 4 0 0,0-4 3 16,0 1-8-16,0 3 10 16,0 0-11-16,-6 0 13 15,6 0-11-15,0-1 6 16,0-6-4-16,0-1 2 15,0 0 0-15,0 4-1 16,0 0 5-16,0 5-6 16,0-6 10-16,0 5-9 15,0 1 6-15,0-6-8 16,0 5 7-16,0 1-4 0,6-6 3 16,-6 2-1-1,7 3-4-15,-7 0 10 16,0-1-7-16,0 6 3 15,0-5-8-15,9 4 7 0,-9 0-5 16,0 0 3-16,0 4-1 16,0 1 0-16,0-5 4 15,0-1-4-15,0-6 3 16,0-1-3-16,0 0 3 16,0 0-6-16,0 4 2 15,0-4 1-15,0 8 0 16,0 0 2-16,-9 4-2 15,2-8 4-15,7 0-8 16,0-3 8-16,0-1-9 16,0-1 7-16,0-2-4 15,0 2 4-15,0-2-2 0,0-1 0 16,0 3 0-16,0 6-2 16,0-9 6-16,0 5-5 15,0-6 3-15,0 5-4 16,0-3 0-16,0 6 2 15,0-7 0-15,0 5 3 16,0-1-8-16,7-1 10 16,8 2-10-16,-9 3 9 15,0-4-6-15,1 4 4 16,-7-4-2-16,0 0 0 16,0 0 0-16,0 0 1 0,0 0 1 15,0-3-4-15,0 2 6 16,0-2-7-16,0-1 8 15,0 3-5-15,0-7 0 16,0 5 1-16,0-6-1 16,0 6 0-16,0-6-3 15,0 10 6-15,0-1-8 16,0-8 17-16,0 8-13 16,0-8 2-16,0 4 2 15,0-4-3-15,0-4 1 16,0 0-2-16,0 5 2 15,0-6-3-15,0 6 12 16,0-1-8-16,0-9 2 0,0 14-2 16,0-18-2-1,0 13 0-15,0-7 0 0,0 2 2 16,0 2 2-16,0-1-2 16,0 7 11-16,0 6-8 15,0-5 13-15,0-1-13 16,0-6 7-16,0-9-12 15,0 0 0-15,0 0-2 16,0-4 7-16,0 0-8 16,0 3 8-16,0 2-9 15,0 3 10-15,0 8-5 16,0-4 1-16,0 0 7 16,0-8-1-16,0-4-4 15,0 0 3-15,0 0-2 0,0 0 1 16,0 0-1-1,0 0 5-15,0 0-9 0,0 0 14 16,0 0-9-16,0 0 9 16,0 0-9-16,0 0-3 15,0 0-5-15,0 0 7 16,0 0-10-16,0 0-9 16,0 0-3-16,0 0-17 15,0 0-26-15,0 0-87 16,0 0-327-16</inkml:trace>
  <inkml:trace contextRef="#ctx0" brushRef="#br0" timeOffset="128622.04">14437 7415 290 0,'0'0'147'0,"0"0"-81"0,0 0 44 0,0 0-54 0,0 0 8 16,0 0 28-16,0 0-18 16,0 0-41-16,0 0 12 0,0 0 17 15,0 0-22-15,0 0-27 16,0 0-2-16,6-20-10 16,6-16 1-16,10-13 23 15,-3-15-19-15,9 12 12 16,-1-12-13-16,-2 8-5 15,3-4 0-15,-3 4 7 16,-3 7-15-16,3 18 9 16,-4 3-8-16,-2 15-4 15,-10 13 4-15,-3 0-11 16,-6 0-1-16,7 0-20 16,5 16 39-16,10 20 1 0,-4 9 1 15,4 2 5 1,-3 2 0-16,-13 3-7 0,9-7 5 15,-15-1-7-15,0-8 2 16,0 3 0-16,0-6-6 16,0-5-1-1,6-20-13-15,-6-5-58 0,0 2 3 16,0-5-60-16,0 0 33 16,0 0-53-16</inkml:trace>
  <inkml:trace contextRef="#ctx0" brushRef="#br0" timeOffset="128855.74">14483 7138 474 0,'0'0'105'0,"0"0"-44"0,0 0 43 0,0 0-34 16,0 0-32-16,0 0 3 16,186 0-40-16,-152 0-1 15,1-8-20-15,-11 5-71 16,-2 3-31-16,-10 0-124 16</inkml:trace>
  <inkml:trace contextRef="#ctx0" brushRef="#br0" timeOffset="130271.74">14257 10495 179 0,'0'0'140'0,"0"0"-55"0,0 0-57 0,0 0-14 16,0 0 39-16,0 0-3 15,0 0 5-15,0 0-23 16,0 0 22-16,0 0-2 16,0 0 33-16,0 0-27 15,0 0-23-15,0 0-8 16,0 0-24-16,0 0 18 15,0 0-12-15,0 4 24 16,0 8-18-16,0 12 3 16,0 5-8-16,0-1-2 0,0 3-7 15,0 1 3 1,0 8-8-16,0 1 10 0,0 6-4 16,0 6 1-16,0-1 5 15,0 0-8-15,-6-7 7 16,6-14-7-16,0-7 4 15,0-4-8-15,0-7 10 16,0-10-15-16,0 2 19 16,0-5-14-16,0 0 8 15,0 0-1-15,0-8-3 16,0-25-21-16,-28-11 21 16,6-8 0-16,10-12-3 0,-7 0 10 15,-3-8-12-15,22 3 11 16,0 9-11-16,0 12 8 15,0 9-5-15,0 10 2 16,0 1-3-16,0 4-1 16,28 8-17-16,-3 0 16 15,3 4-27-15,6 8 23 16,0-5-19-16,-3 1 23 16,10 8-7-16,-7 0-1 15,0 0 12-15,-16 0-19 16,10 0 2-16,-15 0-11 15,2 0 20-15,-15 0-5 16,0 0 14-16,0 13 19 16,0 23 26-16,-28 4-20 15,-18 8-14-15,-1-8-8 0,13-7 2 16,6-17-10-16,10-9-9 16,11 1-21-16,7-8-80 15,0 5-126-15,0-2-69 16</inkml:trace>
  <inkml:trace contextRef="#ctx0" brushRef="#br0" timeOffset="130921.15">14564 11081 250 0,'0'0'15'0,"0"0"-15"0,0 0 23 0,0 0-4 0,0 0 47 15,0 0 31-15,0 31-20 16,0-26-18-16,0-5 5 15,6 4 4-15,-6-1-4 16,0-3-29-16,0 0-22 16,0 0 30-16,0 0-10 15,0 0-3-15,0 0-10 16,0 0-1-16,0 0 9 16,0 0-9-16,0 0-19 15,0-15-4-15,0-13-4 0,0-5 8 16,0-19 11-16,0 13-9 15,0-6-2-15,6 9 0 16,-6 15-8-16,0 13-9 16,0 8-9-16,0 0 22 15,0 0-8-15,0 17 12 16,0 11 11-16,-18 4-3 16,-16 1-8-16,-1-2-15 15,1-11-62-15,22-7-73 16,6-5 28-16,0-8-248 15</inkml:trace>
  <inkml:trace contextRef="#ctx0" brushRef="#br0" timeOffset="132152.48">14362 9396 252 0,'0'0'56'0,"0"0"7"0,0 0-4 0,0 0-48 16,0 0 7-16,0 0 27 15,0 0 23-15,-6 4-7 16,6-4 10-16,0 0 18 16,0 0-38-16,0 0 0 15,0 0-19-15,0 0-10 16,0 0 6-16,0 0-2 16,-18-4 7-16,18-16-19 15,-10-12 19-15,4-12-30 0,6-4-2 16,0-1 6-16,-6-3-6 15,6 1-1-15,0-2 1 16,-6 5-1-16,6 0 2 16,0 4-5-16,0 4 2 15,0 4-6 1,0-5-4-16,0-3 9 0,0-3-40 16,0 6-9-16,0 9 28 15,0 12 15-15,0 20 6 16,0 0 4-16,0 0 34 15,-22 8-17-15,-9 20 8 16,-3 8-26-16,0 1 7 16,-7 6-8-16,7 1 0 0,-6 8-1 15,3 1 7-15,3-1-7 16,12-4 7-16,10-8-12 16,-1 0 0-16,4-8-52 15,3-4-84-15,-1-8-85 16</inkml:trace>
  <inkml:trace contextRef="#ctx0" brushRef="#br0" timeOffset="135966.71">15358 10852 294 0,'0'0'180'0,"0"0"-152"0,0 0-12 0,0 0-16 0,0 0-44 16,0 0 16-16,9 0 28 16,-9 0 11-16,0 0 82 15,0 0 0-15,0 0-20 16,0 0-17-16,0 0-1 16,0 0-7-16,0 0-38 15,0 0 3-15,0 0-7 16,0 0 27-16,0 0-22 15,0 0 24-15,0 0-20 16,6 0 9-16,-6 0-19 16,0 0-4-16,0 0 10 15,0 0-10-15,0 0 19 0,0 0-16 16,0 0 18 0,0 0-21-16,0 0 23 0,0 0-18 15,0 0 3-15,0 0-5 16,6 0-1-16,-6 0-3 15,7 0-1-15,5 0-8 16,3 0 13-16,4 0-5 16,3 0 2-16,3 0 3 15,9 0-3-15,-6 0 0 16,3 0-1-16,3 0 1 0,0 3 0 16,0 2 11-16,-9-5-16 15,21 8 12-15,-5-8-10 16,-7 0 6-16,0 8-3 15,-9-8 3-15,9 4-3 16,-6 1 0-16,6-5 7 16,-3 3-10-16,3-3 9 15,0 4-10-15,0 0 6 16,0 4-3-16,-3 0 2 16,-3 1 5-16,12-2-2 15,-12-3-4-15,3 8 6 16,3-12-2-16,13 5-3 15,-7-5 1-15,-6 0-1 16,13 3 2-16,-13 2-1 16,0-5-3-16,-3 0 5 0,3 7 1 15,6-3-1 1,1 4-2-16,5-4 5 0,-5 4-6 16,5 0 5-16,-12 0-8 15,0-4 2-15,7 4-1 16,-17-3 0-16,17 3 3 15,-7-5-7-15,-16 2 10 16,29-2 4-16,-13-3-8 16,6 4 2-16,7 4-4 15,-1-3 0-15,1-2 0 16,9-3 0-16,-10 0-4 16,1 0 8-16,-1 0-5 15,1 0 9-15,5 0-9 16,-5 0 7-16,-1 0-3 0,4 0-3 15,-3 0 3-15,18 0-2 16,3 0 5-16,-15 0-12 16,-1 0 9-16,-18 0-12 15,1 0 16-15,-1 8-11 16,-16-3 7-16,23-5-3 16,-7 0 0-16,-16 0 0 15,10 3-4-15,-15 2 14 16,21-5-17-16,-16 0 19 15,38 4-19-15,-9-4 10 16,-1 8-5-16,1-8 2 16,-13 0 0-16,0 3-3 15,3-3 5-15,-3 0-5 0,-6 0 6 16,-3 0-6-16,9 0 9 16,-12 0-7-16,9 0 1 15,-3 0-2-15,6 0 1 16,0 0 2-16,6 0 0 15,7 0 5-15,-1 0-10 16,1 0 16-16,5 0-22 16,1 0 14-16,-19 0-6 15,19 0 2-15,-19 0-1 16,-6 0-3-16,6 0 8 16,-15 0-1-16,21 0 2 15,-12 0-8-15,12 0 14 0,-3-3-13 16,4 3 4-16,-7 0-2 15,6 0 0-15,-6 0 2 16,0 0-11-16,7-8 20 16,-17 8-17-16,29-4 17 15,-3-4-17-15,-4 3 12 16,-15-3-12-16,19 0 5 16,-19 4 1-16,3 4 2 15,-6-4 5-15,-3 4-14 16,-4 0 14-16,14 0-15 15,-17 0 20-15,1 0-22 16,-4 0 11-16,-2 0-1 16,-1 0 0-16,-12 0 5 15,22 0-10-15,-16 0 12 16,6 0-9-16,4 0 11 16,2 0-11-16,4 0 4 15,3 0-4-15,-3 0 2 0,-10 0 0 16,0 0-4-16,4 0-11 15,-16 0 5-15,19 0-15 16,-19 0 11-16,12 0-41 16,-3 0-15-16,-9 0-114 15,0-7-512-15</inkml:trace>
  <inkml:trace contextRef="#ctx0" brushRef="#br0" timeOffset="136838.88">20967 10824 138 0,'0'0'214'0,"0"0"-164"0,0 0-15 0,0 0-15 16,0 0-9-16,0 0 38 16,0-5 39-16,0 2-27 0,0 3 6 15,0 0-6 1,0 0 19-16,0 0-53 0,0 0-1 16,0 0-13-16,0 0 19 15,0 0-3-15,0 0 7 16,0 0 3-16,0 0-33 15,0 8 19-15,0 4-24 16,0 12 18-16,0 4-19 16,0 0 13-16,0 8-8 15,0 0-3-15,0-3-1 16,0-2 1-16,0 2-4 16,0-6 13-16,0 9-17 0,0 1 17 15,0-10-13 1,0 9 2-16,0-6 0 15,0-7-2-15,0-10 1 0,0-10-9 16,0-3-27-16,6 0 5 16,0 0-70-16,10-28-24 15,-16-8-127-15</inkml:trace>
  <inkml:trace contextRef="#ctx0" brushRef="#br0" timeOffset="137997.93">20827 10819 272 0,'0'0'37'0,"0"0"-20"0,0 0-15 0,0 0 4 15,0 0-5-15,0 0 34 16,13 5 41-16,-13-5 13 16,0 0-25-16,0 0-1 15,0 0-22-15,0 0-31 16,0 0 4-16,0 0-5 15,0 0 20-15,0 0-2 16,0 0 46-16,0 0-24 16,0 0-6-16,0 0-22 15,0 0-9-15,0 0-12 16,6 0-8-16,0 0 8 16,16-5 0-16,-4-6 7 15,-2 3-4-15,9-9 0 16,15 1 4-16,-6 9-7 15,6-9 0-15,1 0 1 0,5-1-5 16,-12 9 11-16,-15 8-17 16,9 0 5-16,-22 0 3 15,6 0 2-15,-5 0 1 16,-7 13 14-16,0 10-13 16,0 5 7-16,0 1-1 15,0 7 18-15,0-8-4 16,-19 8 4-16,7-4-18 15,-4-3 15-15,4-6-11 16,-1-10 5-16,13-2-16 16,0-11 6-16,0 0-14 15,0 0 9-15,0 0-13 16,0 0 22-16,0 0-19 0,0 0 9 16,0 0-2-16,0 0-1 15,0 0-7-15,0 0 8 16,13 0 1-16,15 0-7 15,-16 4 10-15,16 9-8 16,-16-5 4-16,-5 0-3 16,5-1 8-16,-6-3-3 15,3 5-1-15,-9 2 3 16,0 6 4-16,0 10-4 0,0 9 20 16,0 5-21-1,-27 7 21-15,-20 4-8 16,7-12 15-16,-7-11 3 15,7 2-3-15,6-15-6 16,28-7-20-16,6-6-8 0,0-3-2 16,0 0-6-16,-7 0-35 15,-5 0-6-15,-3 0-54 16,-10 0-202 0,-3 0-147-16</inkml:trace>
  <inkml:trace contextRef="#ctx0" brushRef="#br0" timeOffset="147890.13">15311 10447 104 0,'0'0'292'0,"0"0"-263"0,0 0-16 16,0 0-9-16,0 0 2 16,0 0-3-16,0-4 11 0,0 4-14 15,0-4 52-15,0 4 37 16,0 0-38-16,0 0-17 16,0 0-33-16,0 0 8 15,0 0-6-15,0-4-3 16,0 0 6-16,16-4 6 15,-4 8 13-15,7-8 26 16,2 4-8-16,4 0-9 16,15 0-4-16,-5 0-23 15,5 0 20-15,0 4-25 16,-6-5 13-16,-9-3-14 16,-3 8 9-16,-4-8-9 0,10 1 3 15,-15-1 1-15,21 3-5 16,-22 5 2-1,4 0 5-15,-10 0-14 0,-6 0-6 16,0 0 0-16,0 0-14 16,0 0 21-16,0 0 5 15,0 0 1-15,0 0 5 16,0 13-3-16,0 10 1 16,0 5 3-16,0-3-5 15,0 3 2-15,0-4-2 16,0 0-1-16,0-8 0 0,0-4-1 15,0-8 2 1,0-4-4-16,0 0 7 0,0 0-8 16,0 8-34-16,0 0 16 15,0 0-45-15,0 17 15 16,0 3-28-16,0-1-41 16,-6-7-7-16,-10-3-56 15</inkml:trace>
  <inkml:trace contextRef="#ctx0" brushRef="#br0" timeOffset="148671.72">15578 10600 206 0,'0'0'138'0,"0"0"-104"0,0 0 1 15,0 0-29-15,0 0 1 16,0 0 18-16,0 0 59 16,0 0-9-16,0 0-15 15,0 0 12-15,0 0 0 16,0 0-59-16,0 0-10 16,0 0 1-16,0 0-8 15,0 0 4-15,0 0-4 16,0 0 2-16,0 0 2 15,0 0 28-15,0 0 17 16,0 8-34-16,0-5-5 0,0 1-12 16,-6-4-8-1,6 0 6-15,0 0 1 0,0 0 7 16,0 0 2-16,0 0 1 16,0 0-3-16,0 0-1 15,0 0-77-15,0 0-68 16,0 0-39-16,0 0-225 15</inkml:trace>
  <inkml:trace contextRef="#ctx0" brushRef="#br0" timeOffset="153900.56">15258 7547 190 0,'0'0'73'0,"0"0"-7"0,0 0-17 0,0 0-49 0,0 0 0 0,0 0 0 16,0 0 2-16,0 0 48 16,0 0 52-16,0 0-31 15,0 0-29-15,0 0-8 0,0 0-29 16,0 0-5-16,-6 0 8 15,6 0-8-15,0 0 2 16,0 0 26-16,0 0 1 16,0 0 17-16,0 0-17 15,0 0-9-15,0 0-4 16,0 0-9-16,0 0 7 16,0 4-14-16,0 4 22 15,0 5-13-15,0-2 18 16,0-2-15-16,0 7 10 15,0-4-17-15,0-4-4 16,0 0 0-16,6 0 3 0,7-1-1 16,2 1-3-16,4 8 0 15,-7 1 1-15,10 7-5 16,-3-4 8-16,-4 0-3 16,4-1-1-16,2 2 1 15,-2-17-3-15,-7 12 8 16,4-4-14-16,3-8 18 15,-7 16-17-15,10 0 11 16,-10-7-4-16,16 10 1 16,-9-7 4-16,2 0-5 15,-2-4 3-15,3 1-9 16,12-2 13-16,-9 1-7 16,9 1 6-16,-6 2-10 15,-4 1 9-15,4 1-3 16,-3 2 2-16,3-6-4 0,-9-1 0 15,2-1 7-15,7-6-12 16,-3-1 12-16,-3 7-10 16,9-3 6-16,-3 5-6 15,0 7 2-15,3 0 0 16,-4-1 1-16,1 6 2 16,-3-5-1-16,-3 1 4 15,3-6-5-15,-4 1 5 16,7 0-7-16,-3 4 6 15,-3 1-3-15,-4-6-1 16,10 6 0-16,-9-6-2 0,3 6 9 16,2-6-9-16,4 1 6 15,0 1-7 1,-3 2 6-16,9 2-3 0,0-1 0 16,-3 3 1-16,3 2-2 15,7-1 5-15,-7-4-9 16,0 4 14-16,0-4-9 15,-3 0 3-15,3 1-1 16,0-6-2-16,0 1 0 16,-9 1 0-16,15-1 2 15,-12-5-6-15,6 6 12 16,-15-1-9-16,21-1 5 16,1 6 3-16,-1 2-5 15,0 2 9-15,7-6-5 0,-1 6-4 16,7 3-1-16,9-8 3 15,-3 4-2-15,0-4 3 16,-3 4 0-16,-16 1-1 16,-9-2-8-16,3 1 10 15,0-4-6-15,0 4 0 16,7 1 4-16,-10-5-4 16,9-1 3-16,-6 2-3 15,0-6 5-15,6 2-7 16,-5-1 6-16,-4 8-4 15,3-4 1-15,-6 0-1 16,6 0 0-16,6 1 5 0,-9 2-6 16,9 5 9-16,-6-7-11 15,7 2 10-15,-7 5-14 16,6-4 7-16,0-4 0 16,-9 4 1-16,16-4-1 15,-7-3-1-15,-6-1 1 16,-6-5 1-16,-3 6 6 15,-9-6-6-15,24 14 2 16,-9-1-1-16,9 4-2 16,7 0 0-16,2 5-2 15,-18-6 9-15,16-2-14 16,-19-5 16-16,12 4-16 16,0-4 16-16,-6 0-14 15,-3 4 8-15,10-1-3 0,-7 10 2 16,6-9-1-16,7 0 1 15,5 8 0-15,-2-4-4 16,3-4 12-16,-13-4-22 16,0 0 20-16,1-4-11 15,-10 0 6-15,3 1-2 16,0-2-1-16,6 1 4 16,1 0-9-16,-7 1 15 15,-10-1-18-15,11-1 16 16,-1-7-10-16,-10 9 5 15,4-5-4-15,0 0 1 0,-3 4 0 16,3-8-2-16,0 7 7 16,9-6-8-16,-9 7 6 15,19 4-2-15,-7 1 1 16,-18 2-4-16,15 1 4 16,-9-4-2-16,0 0 1 15,-10-4 0-15,4-8-2 16,-4 4 10-16,-18-4-19 15,13-3 20-15,-4 3-16 16,-3 0 10-16,1-8-4 16,-1 12 7-16,6-1-3 15,-12 2-1-15,22-1 7 16,-4 4-17-16,-2 4 16 16,-4-4-14-16,-5 0 10 0,14-1-4 15,-2-2-1-15,-13-5-2 16,10 0-7-1,-4-4 9-15,-6-1-4 0,-6 5 11 16,6-3-12-16,-6 3 10 16,0 4-10-16,7 4 13 15,-1 0-3-15,3-4-3 16,-3-4-2-16,-6-8 0 16,0 8 6-16,0-8-11 15,0 4 10-15,0-4-6 16,0 0 5-16,0 5-7 15,0-2 3-15,13 2 0 16,-13 6-2-16,0 1 2 0,6-4-3 16,-6 0-13-16,6 8 11 15,10-7-6-15,-10 10 6 16,0-7 0-16,13-4 3 16,-19-8-6-16,0 0-33 15,0-8-51-15,0-23-274 16</inkml:trace>
  <inkml:trace contextRef="#ctx0" brushRef="#br0" timeOffset="154950.06">18058 8550 164 0,'0'0'55'0,"0"0"-21"0,0 0 33 16,0 0 26-16,0 0-39 15,0 0-4-15,0 0 16 16,-40-8 13-16,34 8-16 16,6 0 4-16,-6 0 0 15,6 0-7-15,0 0-14 16,0 0-24-16,0 0 16 16,0 0-28-16,0 0 21 15,0 0-13-15,0 0 7 16,0 0-6-16,0 0-7 0,0 0 10 15,0 0-13-15,0-9-9 16,0 1-5-16,18-7 0 16,32-9 5-16,3-9 5 15,27-6 2-15,-27 3 2 16,12 0-4-16,-9 0-1 16,-10 8-8-16,-12-1 7 15,-9 5-8-15,3 8-8 16,-15 4-3-16,-7 4-23 15,0 8-20-15,-6 0-12 16,0 0 18-16,0 0-100 0,0 0-187 16</inkml:trace>
  <inkml:trace contextRef="#ctx0" brushRef="#br0" timeOffset="155400.54">17900 8129 469 0,'0'0'185'0,"0"0"-73"0,0 0 56 0,0 0-100 0,0 0 9 15,0 0-33-15,326 236-11 16,-252-195-8-16,-9-2-17 0,4-3 10 16,-11 1-17-16,-17-1 6 15,-7-4 5-15,-6-4-24 16,-10 0 6-16,-2-4-7 16,9-8-20-16,-13-8-37 15,4-8-124-15,-16 0-352 16</inkml:trace>
  <inkml:trace contextRef="#ctx0" brushRef="#br0" timeOffset="164178.87">17444 11682 0 0,'0'0'0'0</inkml:trace>
  <inkml:trace contextRef="#ctx0" brushRef="#br0" timeOffset="165008.79">17444 11682 145 0,'214'-56'0'15,"-201"56"-41"-15,2 0-19 16,-2 0 40-16,-1 0 20 15,-6 0 58-15,-6 0 58 16,0 0-16-16,0 0-6 0,0 0 18 16,0 0-77-16,0 0-32 15,6 0 4 1,-6 0-9-16,0 0 4 0,0 0 10 16,0 0 10-16,0 0 26 15,0 0 4-15,0 0-39 16,0 0 7-16,0 0-18 15,0 0 7-15,0 0-6 16,0 0 20-16,0 0-4 16,0 0 6-16,0 0 10 15,0 0-10-15,-6 0-10 16,-12 0-9-16,-10 0-9 16,-13 0 14-16,17 0-14 0,-17 0 8 15,1 0-5-15,0 0 3 16,-7 0-1-16,7 0-2 15,-7 4 5-15,13 12-14 16,-6 4 19-16,6 0-14 16,0 4 10-16,9-4-8 15,13-4 3-15,-10 0-2 16,3 9-3-16,19-10 3 16,-15 9-4-16,15-7-12 15,0-1 15-15,0-1-20 16,0-2 9-16,0-2 10 15,0 1-2-15,0-7 9 0,15 6-5 16,10-6 1 0,3 7 0-16,6-4-3 0,13-5-11 15,-1 5 10-15,1-3-16 16,5-5-3-16,1 4-7 16,-6-4 10-16,8 0 10 15,-8 4 7-15,-1-4 1 16,7 4-5-16,0 4 6 15,-4 0-35-15,-2 0-3 16,-16 0 11-16,-3 0 18 16,-10 4 1-16,-8-8 9 15,-4 12 12-15,-6-8 9 16,0 12 16-16,0-4-21 16,0 4 3-16,0 1-16 15,0-2 21-15,0 6-21 16,-28-2 11-16,-12 5 23 0,-13 1 25 15,-28 2-12-15,16 2-9 16,9-5 4-16,10-4-22 16,21-9-3-16,-3-6-19 15,0-1-1-15,4-8-7 16,-17 0-46-16,-11 0-98 16,-17-25-8-16,1 6 135 15,15 7-438-15</inkml:trace>
  <inkml:trace contextRef="#ctx0" brushRef="#br0" timeOffset="175034.55">25391 9380 552 0,'0'0'77'0,"0"0"-12"0,0 0 31 0,0 0-54 0,0 0-23 16,0 0 11-1,0 0-6-15,7-16 28 0,-7 16-28 16,0 0 47-16,0 0-27 15,0 0-25-15,0 0-17 16,0 0 1-16,0 0 9 16,0-4 4-16,0 0 15 15,0-5-16-15,0 6 20 16,0-5-19-16,0-12-3 16,0 8-12-16,-34-9 15 15,-13 10-9-15,-24-1 0 16,-16 12-5-16,-22 0 1 15,-2 0-4-15,-4 36 10 16,7 0-18-16,27 4 16 0,16-4-12 16,18-4 10-1,26 4-10-15,21-4 5 0,0-3-15 16,9 7 4-16,62-13-15 16,56-2 22-16,7-6-15 15,-1-10 5-15,-12-2 2 16,-28 2 9-16,-19-1 2 15,-12 0-14-15,-24 11 9 16,-4 6-7-16,-13 7 6 16,-21 12 7-16,0 12 0 15,-21 8 5-15,-72 4 17 16,-34 0-20-16,-19-11-1 16,-3-13-1-16,28 0-12 0,22-16-4 15,40 4-28 1,25-8-24-16,21-15-161 0,13-5-170 15</inkml:trace>
  <inkml:trace contextRef="#ctx0" brushRef="#br0" timeOffset="175599.71">26055 9817 380 0,'0'0'369'0,"0"0"-315"0,0 0 38 0,0 0-32 0,0 0-40 16,0 0-3-16,301 12-11 15,-255-12-2-15,13 0 2 16,-18 0-2-16,-14 0-2 16,-2 0-4-16,3-20-7 0,-3 4-55 15,-10-8-118-15,-8 0-108 16</inkml:trace>
  <inkml:trace contextRef="#ctx0" brushRef="#br0" timeOffset="175833.28">26154 9560 515 0,'0'0'374'15,"0"0"-306"-15,0 0 6 0,0 0 27 16,0 0-65-1,0 0-2-15,279 0-31 0,-217-8-3 16,-15 0-31-16,-7-4-46 16,-6-12-91-16,-28 9-364 15</inkml:trace>
  <inkml:trace contextRef="#ctx0" brushRef="#br0" timeOffset="177880.77">28514 8935 685 0,'0'0'113'0,"0"0"-16"0,0 0-24 0,0 0-45 16,0 0-10-16,0 0 3 16,0 0-20-16,0 0 30 15,0 0-5-15,0 0 13 16,0 0-25-16,0 0 18 16,0-4-22-16,0-32 17 15,-6-16 1-15,-16-17-14 16,3-6 6-16,-2-6-17 15,8 1 3-15,7 8-3 16,0 12-6-16,6 15-7 16,-9 29 4-16,2 16 2 15,1 0-19-15,-28 0 18 0,-6 44-32 16,-25 12 24-16,-16 9-90 16,0-5-126-16,22-8-281 15</inkml:trace>
  <inkml:trace contextRef="#ctx0" brushRef="#br0" timeOffset="178480.43">27472 9549 690 0,'0'0'110'0,"0"0"-4"0,0 0-8 16,0 0-53-16,0 0-26 0,0 0-16 15,65-5 44-15,44 5 0 16,30 0 18-16,47 0-25 15,34-4 3-15,35-20-4 16,21 1-21-16,-22 6-17 16,-28 9-1-16,-40 8-33 15,-37 0-59-15,-43 0-1 16,-44 0-111-16,-50 4-341 16</inkml:trace>
  <inkml:trace contextRef="#ctx0" brushRef="#br0" timeOffset="179296.82">27711 11032 499 0,'0'0'100'0,"0"0"9"0,0 0 32 0,0 0-61 15,0 0-19-15,0 0 17 0,21-36-33 16,-14-8 0-16,-1-28-30 15,0-4 17-15,22-9-6 16,-9-3-14-16,-7 16-5 16,4 0 2-16,-10 28-18 15,-6 12-5-15,0 16-5 16,0 16-5-16,0 0 21 16,0 16-9-16,-22 32 6 15,-37 12 4-15,6 4-20 16,1-16-47-16,11-15-176 15,13-2-160-15</inkml:trace>
  <inkml:trace contextRef="#ctx0" brushRef="#br0" timeOffset="179996.64">28207 10976 162 0,'0'0'492'0,"0"0"-330"0,0 0-8 0,0 0-56 16,0 0-49-16,0 0-13 15,152 0 16-15,-59 0-15 16,3-4-20-16,9-4-12 16,-24 1 3-16,-7 2-16 15,-21-7-6-15,-19-4-20 16,-15-4-35-16,-19 1-67 16,0 2-233-16</inkml:trace>
  <inkml:trace contextRef="#ctx0" brushRef="#br0" timeOffset="183658.5">29736 10695 442 0,'0'0'147'0,"0"0"-88"0,0 0 6 0,0 0-3 0,0 0-26 16,0 0 19 0,0 0-22-16,0 0-23 0,0 0 31 15,0 0-11-15,0 0 19 16,0 0-28-16,0 0 8 16,0-3-7-16,0-9 15 15,0 4-6-15,0-5-17 16,0-7-4-16,0-4 0 15,-7-16-10-15,-5-12 9 16,6-9-24-16,0-2 26 16,-4 2-23-16,4 13 12 15,0 12-8-15,0 20 8 16,-1 13-3-16,1 3-2 16,-9 0-39-16,-10 3 27 15,-22 41-45-15,-27 12-12 16,-7 9-115-16,-5-9-66 0,27-4-251 15</inkml:trace>
  <inkml:trace contextRef="#ctx0" brushRef="#br0" timeOffset="184092.13">29497 11052 711 0,'0'0'91'0,"0"0"-26"0,0 0 28 15,0 0-13-15,0 0-28 16,366-20-8-16,-264 4-37 0,-15-4-5 15,-16 9-2-15,-3-2-25 16,-21 5-31-16,-1 1-52 16,-33 7-84-16,-13 0-103 15</inkml:trace>
  <inkml:trace contextRef="#ctx0" brushRef="#br0" timeOffset="184624.12">29655 11514 263 0,'0'0'108'0,"0"0"-79"15,0 0 69-15,0 0-71 0,0 0-17 16,0 0-10-16,189 44-3 16,-189-8 1-16,0 12 2 15,-6 8 84-15,-34 8 7 16,-1 0 29-16,13 0-33 15,16-15-44-15,12-17-32 16,0-8-8-16,59-16-3 0,21-8-11 16,13 0 7-1,16-8-11-15,-10-33 15 0,-6 2-3 16,-18-2 2-16,-29 10-43 16,-18 3-140-16,-28 0-114 15</inkml:trace>
  <inkml:trace contextRef="#ctx0" brushRef="#br0" timeOffset="185390.49">30492 9585 243 0,'0'0'534'0,"0"0"-432"0,0 0-54 0,0 0-13 15,0 0-21 1,0 0 23-16,242 0-7 0,-183 0-20 16,-13 0-10-16,-12 0 1 15,-9 0-7-15,-9 0-10 16,-10 0-9-16,-6 0-35 16,0 0-68-16,0-9-27 15,0 1-254-15</inkml:trace>
  <inkml:trace contextRef="#ctx0" brushRef="#br0" timeOffset="185624.8">30492 9585 582 0,'-59'-157'363'15,"65"157"-340"-15,25 0-8 16,10 0 31-16,15 0-8 16,-10-7-4-16,13-1-26 15,-13 8-16-15,7-9 4 16,-13 5-61-16,-18-8-118 16,-16 4-382-16</inkml:trace>
  <inkml:trace contextRef="#ctx0" brushRef="#br0" timeOffset="186340.29">32585 9188 277 0,'0'0'409'0,"0"0"-319"0,0 0 20 0,0 0-53 0,0 0-34 0,0 0-13 0,0 0 30 16,0 0 0-16,0-16 17 16,0-25-26-16,0-15-28 15,0-12 10-15,0-4 10 16,0-4-11-16,0 7-9 16,0 5 2-16,0 9-5 0,0 10-10 15,0 21-29-15,0 19 27 16,0 5-2-16,0 0-35 15,-28 38 28-15,-6 13 11 16,0 6-13-16,3-10-47 16,3-2-76-16,9-13-134 15</inkml:trace>
  <inkml:trace contextRef="#ctx0" brushRef="#br0" timeOffset="186922.21">31996 9516 564 0,'0'0'170'0,"0"0"-61"0,0 0 3 0,0 0-60 16,0 0-27-16,0 0-13 0,19 0-8 16,61 0 68-16,41 0-11 15,34 0-8-15,31 0-21 16,16 0 10-16,-4 0-24 16,-9-12-13-16,-31 1-5 15,-15 3-29-15,-31 8-35 16,-38-9-19-16,-40 5-68 15,-34 0-352-15</inkml:trace>
  <inkml:trace contextRef="#ctx0" brushRef="#br0" timeOffset="190536.05">32390 10435 72 0,'0'0'7'0,"0"0"121"0,0 0-12 15,0 0 53-15,0 0-44 16,0 0-34-16,0 0-8 16,0-12-17-16,0 12-20 15,0 0-19-15,0 0-10 16,0 0-15-16,0 0 6 16,0 0-7-16,0 0 12 15,0 0-2-15,0 0 20 0,0 0 8 16,0-5 12-16,0-10-19 15,0-17-24-15,0-8 18 16,0-9-25-16,6-7 9 16,0 1-5-16,3-10-4 15,4 20-1-15,-7 1-12 16,0 13 4-16,0 6-20 16,-6 22 10-16,0 3-10 15,0 0-11-15,0 28-25 16,0 28 45-16,-31 16-145 15,-3-8-469-15</inkml:trace>
  <inkml:trace contextRef="#ctx0" brushRef="#br0" timeOffset="190986.84">31708 10860 604 0,'0'0'118'0,"0"0"-80"0,0 0 138 16,0 0-111-16,356-8-6 15,-223-4-50-15,7 0 10 16,-13 0-18-16,-21-4-1 16,-26-1-1-16,-5 9-51 0,-41-3-50 15,-28-9-173-15,-6 12-326 16</inkml:trace>
  <inkml:trace contextRef="#ctx0" brushRef="#br0" timeOffset="191535.4">32129 11132 430 0,'0'0'128'0,"0"0"-17"0,0 0 8 0,0 0-57 16,0 0-18-1,0 0-32-15,186 0 12 0,-164 25-8 16,-22 7 20-16,0 8-2 16,0 9 9-16,0-2-23 15,-40 1-17-15,6-7 3 16,-1-5 1-16,35-12 4 15,0-9-1-15,0-2-10 16,0-13-1-16,62 0-3 16,25 0-3-16,6 0 7 15,-6-21-3-15,-12 6 14 16,-17-1-14-16,-11 8 3 16,-13-1-8-16,-6 9-26 15,-9 0-1-15,-13 0-19 0,-6 0-98 16,0 0-126-16</inkml:trace>
  <inkml:trace contextRef="#ctx0" brushRef="#br0" timeOffset="193334.29">25063 12648 93 0,'0'0'191'0,"0"0"-127"0,0 0 4 0,0 0-1 0,0 0-35 0,0 0 42 16,40 0-27-16,-40 0-21 16,0 0 6-16,16 0 0 15,-16 0 6-15,0 0-5 16,0 0 3-16,6 0-7 16,-6 0 23-16,0 0-18 15,0 0 0-15,0 0 3 16,0 0 10-16,0 0-1 0,-28 0-35 15,-12 0-1 1,-7 0-3-16,-12 17-14 16,-3-1 7-16,-3 20-2 0,-3 0 2 15,3 4 0-15,3-4-2 16,15 0 6-16,7 0-8 16,21-7 6-16,7-1-7 15,12-5-5-15,0-7 9 16,12-3-15-16,63-9 15 15,12 7-3-15,12-3-2 16,0-3 5-16,-6 11-24 16,-6 4 23-16,0-4-13 0,-19-4 3 15,6 4-27 1,-21-4 23-16,-7-4-15 0,-18-5 8 16,-3 14-4-16,-19 3-8 15,-6 4 32-15,0 4 3 16,0 21 32-16,-52-10-5 15,-7 10-11-15,-16-6-15 16,1-2 3-16,-13-5-4 16,34-4-16-16,1-4-35 15,11-11-175-15</inkml:trace>
  <inkml:trace contextRef="#ctx0" brushRef="#br0" timeOffset="194017.77">25853 13434 700 0,'0'0'107'0,"0"0"-96"0,0 0 5 0,0 0 30 0,0 0-2 16,0 0-18 0,342 0 2-16,-284-8-23 15,-11 0 4-15,-19 0-9 0,-16 1-3 16,10 2-2-16,-22 2 3 16,0-5-8-16,0 3-49 15,0-6-110-15,0-6-77 16</inkml:trace>
  <inkml:trace contextRef="#ctx0" brushRef="#br0" timeOffset="194266.05">25853 13434 265 0,'53'-188'403'16,"-31"188"-381"-16,3 0 39 16,-4 0 85-16,4 0-82 15,3 0-18-15,6 0-38 16,-9 0 2-16,15 0-10 16,-6 0-21-16,1 0-118 15,-17-16-161-15</inkml:trace>
  <inkml:trace contextRef="#ctx0" brushRef="#br0" timeOffset="197747.85">27258 13379 148 0,'0'0'116'0,"0"0"-40"0,0 0 16 16,0 0-42-16,0 0-8 15,0 0 11-15,0 0-9 16,0 47-18-16,0-47-19 16,0 5 0-16,0-2 7 15,0 10 7-15,0-1 13 0,0-4 10 16,0-4 9-1,0-4-9-15,0 0-24 0,0 0-1 16,0 4-5-16,0 0 21 16,0 4-20-16,0 0-7 15,0-5 1-15,0-3 11 16,0 9 4-16,0-5-14 16,0-4 25-16,0 0-19 15,0 0 12-15,0 0-26 16,0 0 12-16,0 0-3 15,0 0 2-15,0 0-7 16,0 0-3-16,0 0-6 0,0-13 6 16,0 2-12-16,0-9 14 15,0-13-5-15,0 9 0 16,0-7 10-16,0-10-10 16,0-3-9-16,0 4 6 15,0 0 6-15,12-8-11 16,1 12-3-16,-13 0 7 15,12-4 2-15,-2 0-1 16,2 0 3-16,-6 7-26 16,0 6 16-16,10 7-11 15,3-1 10-15,-13 6 6 16,0-2 5-16,0 5-15 16,3 4 12-16,-9 8 1 15,0 0 1-15,0 0-5 0,0 0-11 16,0-4 17-1,0 4-14-15,0 0-11 0,0 0 5 16,0 0 20-16,0 0 0 16,0 0 9-16,0 0 6 15,0 0-6-15,0 0-3 16,0 0-6-16,-15 16 0 16,3 4-4-16,-7 0-1 15,-3 4 5-15,4 4-2 16,-17-3-1-16,23 11 3 15,-3-8 0-15,-10 8 7 0,3-8-16 16,3 4 18-16,4-4-20 16,-4-8 5-1,-2-4-3-15,21-8-33 0,-19 8-44 16,-3 4-43-16,-2 0-24 16,-17 4-115-16</inkml:trace>
  <inkml:trace contextRef="#ctx0" brushRef="#br0" timeOffset="199062.58">28092 13434 209 0,'0'0'145'0,"0"0"-53"0,0 0-36 16,0 0-7-16,0 0-9 15,0 0 53-15,-12 0-23 16,12 0 33-16,0 9-38 15,0-5-30-15,0 3-6 16,0 6-24-16,0-5 11 0,0 7-9 16,0-7 16-16,0 1-23 15,0-5 5-15,0-4-5 16,0 0 0-16,0 0 4 16,0 0 0-16,0 0 4 15,0-13-4-15,0 2 16 16,0-17-15-16,0 16-10 15,0-4-1-15,0 8-11 16,0 8 12-16,-6 0-18 16,-10 0 22-16,10 20 2 15,0-4-5-15,6 12 10 16,0-17-14-16,0-11 8 16,0 0-12-16,0 0 0 0,0 0-28 15,0 0 24-15,0-15 16 16,0 7 0-16,0 0-13 15,0-5-19 1,0 6-242-16</inkml:trace>
  <inkml:trace contextRef="#ctx0" brushRef="#br0" timeOffset="204313.99">28895 12865 363 0,'0'0'122'0,"0"0"-75"0,0 0 17 0,0 0-49 0,0 0 12 16,0 0 38-16,0 0 6 15,0-7 1-15,0 7-27 0,0 0 2 16,0 0-45-16,0 0 24 16,0 0-13-16,-6 0 13 15,-3 0 7-15,9 0 10 16,-6 0-13-16,6 0-9 16,-7 0 2-16,1 0-10 15,0 0 9-15,6 0-20 16,-6 0 9-16,6 0-4 15,0 0 6-15,0-5-4 16,0 2-3-16,0-10-12 0,0-3-12 16,25 0 13-16,21-5 10 15,16 2-10-15,3 2 2 16,10 2-8-16,-7 7-2 16,-3 4-10-16,-19 4-2 15,-18 0-13-15,-15 0 2 16,-13 16 22-16,0 20 6 15,0 12 14-15,-41 0-12 16,-5 5-2-16,-1-1-10 16,1-1 18-16,24-2 0 15,4-9-4-15,11-13 11 16,7-10-12-16,0-13 10 16,7-4-10-16,45 0-18 0,10 0 14 15,-3-21 2-15,-6 6 7 16,3 3 0-16,-10 0-4 15,-5 0 1-15,-4 0-70 16,-9-5-85-16,-7 2-97 16</inkml:trace>
  <inkml:trace contextRef="#ctx0" brushRef="#br0" timeOffset="204906.52">28520 13659 489 0,'0'0'14'15,"0"0"6"-15,0 0 9 0,0 0-23 0,0 0 67 16,0 0 62-16,0 0 6 15,0 0-58-15,0 0-4 16,28 0-30-16,43 0 3 0,10 0-29 16,21 0 6-16,-3 0-23 15,7-8 6-15,-4 8-12 16,-9-4 0-16,-12-4-24 16,-10-4-17-16,-9-4-23 15,-3 0-75-15,-12 0-97 16,-1 1-44-16</inkml:trace>
  <inkml:trace contextRef="#ctx0" brushRef="#br0" timeOffset="205608.11">29047 14586 374 0,'0'0'226'0,"0"0"-165"0,0 0 3 15,0 0-12-15,0 0 40 0,0 0-14 16,-18 8-20-1,18-33-5-15,0-3-25 0,0-16 8 16,0-12-25-16,0-8 3 16,0-8-9-16,0 0 3 15,0 7-8-15,0 14-7 16,0 22 5-16,0 14-4 16,0 15-4-16,0 0 20 15,0 0-19-15,0 0 14 16,-16 0-10-16,-3 0-3 15,1 0 4-15,-4 7 0 16,4 6 1-16,2 6-2 0,4 6-64 16,5 6 10-16,1-2-62 15,6-6-103-15,0-18-266 16</inkml:trace>
  <inkml:trace contextRef="#ctx0" brushRef="#br0" timeOffset="206205.86">30139 13659 842 0,'0'0'105'0,"0"0"-80"0,0 0-4 0,0 0-15 0,0 0 18 0,0 0 16 16,158 0-16-1,-96 0-15-15,-16 0 4 0,-5 0-2 16,-7 0-11-1,-3 0 0-15,3 0-14 0,-12 0 1 16,2 0-48-16,-8 0-18 16,-16 0-154-16,0 0-115 15</inkml:trace>
  <inkml:trace contextRef="#ctx0" brushRef="#br0" timeOffset="206457.78">30139 13659 583 0,'139'-152'336'16,"-139"152"-300"-16,0 0 10 15,0 4-9-15,19 0-8 16,27-4-20-16,-5 4 3 15,-7-4-9-15,0 0-6 16,6 0-31-16,-12 0-39 16,-9 0-143-16,-13 0-277 15</inkml:trace>
  <inkml:trace contextRef="#ctx0" brushRef="#br0" timeOffset="207472.64">26821 13921 186 0,'0'0'182'0,"0"0"-76"0,0 0-18 15,0 0-8-15,0 0-18 16,0 0-4-16,22 0 34 16,12 0-30-16,-3 0-6 15,37 0-26-15,-15 0 9 16,27 0-15-16,7 0 3 15,0 0-18-15,0 0 7 16,-19-13-11-16,3 1-5 16,-37-1-5-16,7 6-47 0,-20-1-6 15,-8 8-112-15,-13-8-97 16</inkml:trace>
  <inkml:trace contextRef="#ctx0" brushRef="#br0" timeOffset="208204.6">27190 14730 465 0,'0'0'50'0,"0"0"-46"0,0 0 48 0,0 0-36 16,0 0-14-16,0 0 38 0,0 0 41 15,0 0 9-15,0-12 11 16,0-16-23-16,0-8-42 16,0-16-6-16,6-4-29 15,16-9-1-15,-10 14-3 16,7 2-13-16,-10 18 2 16,-9 10-8-16,12 17 14 15,-12-1 8-15,0 5-2 16,0 0 4-16,0 0-4 15,0 17 0-15,0 15-8 16,-40 16 1-16,6-7-45 16,0-5-93-16,15-13-53 0</inkml:trace>
  <inkml:trace contextRef="#ctx0" brushRef="#br0" timeOffset="209436.63">27537 12645 409 0,'0'0'94'0,"0"0"-55"0,0 0 19 0,0 0-47 16,0 0 9-1,0 0 34-15,0 0-25 0,0 0-2 16,0-5 22 0,6-3 19-16,10 5-35 0,-4-9-7 15,13 4-23-15,-3-8-3 16,12-9 10-16,-9 9-7 16,9 1 5-16,-6 2-3 15,-4 10 10-15,-2 3-14 16,-3 0-1-16,9 0 2 0,12 0-2 15,7 0 13 1,21 0-10-16,-3 0-3 0,3 0-6 16,-3 0 2-1,-3 0-13-15,-9 0 17 0,-13 0-30 16,1 8 22-16,-10 15 8 16,-4 1 3-16,8 4 7 15,-8-3 3-15,-8 3-4 16,0-4-5-16,-10-12-8 15,10-1-52-15,-19-3-168 16,0-8-178-16</inkml:trace>
  <inkml:trace contextRef="#ctx0" brushRef="#br0" timeOffset="210652.33">31227 12733 459 0,'0'0'205'0,"0"0"-131"0,0 0-37 0,0 0-37 16,0 0 8-16,0 0-8 15,40 0 28-15,-12 0 17 16,-9 0 11-16,2 0-8 0,-8 0-6 16,-1 0-27-16,-6 0 8 15,1 4-17 1,2 7-6-16,-9 6-8 0,0 7-8 16,0 8 1-16,-16 16 9 15,-15-3 0-15,-9 2 6 16,18-6 15-16,10-5-11 15,6 4 5-15,6-4-1 16,0-12-6-16,0-4 1 16,0-12 2-16,0-8-5 15,40 0 0-15,7 0 12 16,-1 0 13-16,1-25 6 16,-7-2-29-16,7-9-4 15,-1 4-20-15,1 0-16 0,-20 15-91 16,-20 17-187-16</inkml:trace>
  <inkml:trace contextRef="#ctx0" brushRef="#br0" timeOffset="211252.85">30852 13651 160 0,'0'0'292'0,"0"0"-160"0,0 0-11 0,0 0 9 16,0 0-43-16,0 0-11 15,0-4-21-15,21 4 11 16,26 0-33-16,6 0 29 15,27 0-36-15,7 0 9 16,0 0-19-16,12 0 1 16,3 0-15-16,-8 0-2 0,-1 0 0 15,-19 0-1-15,-15 0-13 16,-13 0-37 0,-18 0-13-16,-28 0-66 0,0 4-258 15</inkml:trace>
  <inkml:trace contextRef="#ctx0" brushRef="#br0" timeOffset="212202.93">27537 14910 294 0,'0'0'53'0,"0"0"-9"0,0 0 52 0,0 0-40 15,0 0-26 1,0 0 23-16,34 0 9 0,-34 0 16 16,0 0 1-16,6 0-24 15,-6 0-29-15,13 0-22 16,2 0 14-16,10 0-11 15,3 13 32-15,6-5-10 16,6 4 18-16,1-4-32 16,12 0 11-16,-1 0-9 15,16-8-13-15,10 0 8 16,18 0-12-16,9 0 14 16,16 0-13-16,-6 0 9 15,-28 0-10-15,6 0-10 0,-40-24-15 16,-1 4-5-16,-11-13 17 15,-7-3-18-15,-6 8-10 16,-10 9-3-16,4 2-21 16,-16 9-153-16,-6 0-170 15</inkml:trace>
  <inkml:trace contextRef="#ctx0" brushRef="#br0" timeOffset="213184.05">31140 14497 10 0,'0'0'177'0,"0"0"-156"0,0 0 60 16,0 0-38-16,0 0 45 15,0 0 4-15,0 61 3 16,0-58-14-16,0-3 44 16,0 0 8-16,0 0-66 15,0 0-11-15,0 0-30 16,0 0 3-16,0-3-29 15,6-33 1-15,7-5-1 16,8-15 9-16,-14-4-8 0,5 0 0 16,-3 12 1-16,-9 8 6 15,7 7-8-15,-7 9 3 16,0 17-6-16,0 2-1 16,0 5 3-16,0 0 1 15,-7 0-13-15,-42 28-16 16,2-3-47-16,1 11 4 15,5-12-9-15,17-12-84 16,8-4-252-16</inkml:trace>
  <inkml:trace contextRef="#ctx0" brushRef="#br0" timeOffset="213833.98">31949 13819 477 0,'0'0'159'0,"0"0"-62"0,0 0 1 0,0 0-12 16,0 0-31-16,0 0 42 15,0 8-46-15,0-8-10 16,0 0-19-16,0 5-3 16,35-5-8-16,-4 0-9 15,3 0 0-15,0 0-2 16,-6 0 0-16,-10 0-29 15,4 0 0-15,-3 0-36 16,8 0-18-16,-8 0 8 0,-7-13-124 16,-12 10 4-16,0-2-347 15</inkml:trace>
  <inkml:trace contextRef="#ctx0" brushRef="#br0" timeOffset="214060.8">31949 13819 487 0</inkml:trace>
  <inkml:trace contextRef="#ctx0" brushRef="#br0" timeOffset="214151.51">31949 13819 487 0,'93'-204'61'0,"-58"204"74"16,-1 0-49-16,-10 0 115 16,-2 0-197-16,-9 0-4 15,14 0-18-15,-2-4-105 16,3-7-92-16</inkml:trace>
  <inkml:trace contextRef="#ctx0" brushRef="#br0" timeOffset="-214514.53">32759 13307 591 0,'0'0'106'0,"0"0"-57"0,0 0 36 0,0 0-85 15,-7 0-36-15,7 0 36 16,7 0 46-16,5 0-3 16,0 0 41-16,23 0-42 15,-23 0-3-15,10 0-20 0,-4 11-6 16,-8 2-13-1,-10 7-2-15,0 11-5 0,0 5-8 16,-10 5 3-16,-36 11-7 16,-1-4 12-16,1-4 7 15,5-8-1-15,1 0 3 16,28 0 9-16,6-8-5 16,-1 0-5-16,7-15-2 15,0 3-21-15,0-8 22 16,7 4 0-16,33-12-7 15,13 0 16-15,21 0-3 16,-3 0 1-16,16-12 9 0,0-1-8 16,-19 2-8-16,-9 11-61 15,-25-8 49-15,-12 0-88 16,-22-1-175-16</inkml:trace>
  <inkml:trace contextRef="#ctx0" brushRef="#br0" timeOffset="-205555.44">18381 12035 425 0,'0'0'103'0,"0"0"-37"0,0 0 22 0,0 0-57 0,0 0-9 0,0 0-20 16,0 0 14-16,0 0-10 16,0 0 44-16,0 0 6 15,0 0 1-15,0 0-28 16,0 0-27-16,0 0 9 15,0 0-8-15,0 0 13 16,0 0-16-16,0 0 10 16,0 0 23-16,0 0-2 15,0 0 1-15,0 0-20 0,0 0-1 16,0 0-5 0,0 0-12-16,0 0 12 0,0 0-12 15,0 0 0-15,0 0 4 16,0 0-3-16,6 0 2 15,6 0 2-15,10 0 2 16,9 0 4-16,3 0 3 16,13 0-3-16,-7 0-3 15,7 16 8-15,-13-12-10 16,-6 0-1-16,6-4-7 0,-16 0-14 16,16 0 20-1,-9 0 1-15,-3 0-11 16,-10 0 1-16,-5-4-33 15,-1 0-31-15,3-12-93 0,-3 0-20 16,-6 4-263-16</inkml:trace>
  <inkml:trace contextRef="#ctx0" brushRef="#br0" timeOffset="-204922.64">18539 11762 60 0,'0'0'501'0,"0"0"-402"0,0 0-25 0,0 0 13 0,0 0-62 16,0 0-18-16,0-8 52 15,0 8-6-15,0 0 26 16,0 0-17-16,0 0-13 0,0 0-35 16,0 0-4-1,0 0-10-15,22 0-4 0,12-3 1 16,0 3 6 0,12 0-6-16,-5-5-1 0,-4 5 2 15,-3 0-20-15,-6-8 1 16,6 5-14-16,-3-10-31 15,-3 1-36-15,0-8-149 16,-10 1-121-16</inkml:trace>
  <inkml:trace contextRef="#ctx0" brushRef="#br0" timeOffset="-204006.16">19336 11602 378 0,'0'0'145'0,"0"0"-58"0,0 0-37 0,0 0-38 0,0 0 23 15,0 0-13-15,0 0 13 16,0 0-14-16,0 0 38 16,0 0-18-16,0 8-33 15,0-4-6-15,0 4-2 0,34 0-1 16,0 4 1-16,-3 0 6 16,-3 5 3-16,0-2-11 15,-3 9 17-15,3-4-7 16,-16 4 2-16,0 4-7 15,-12 8-3-15,0 13 0 16,0 7 8-16,0 0 1 16,-24 0-5-16,2 0 2 15,3-3 2-15,13-6 15 16,6-10 13-16,0-1-6 0,0-9-21 16,0-7-9-1,0-3-5-15,6-9 4 0,41 0-9 16,12-8 10-16,15 0 2 15,35 0 7-15,-4-8-4 16,-12-9-5-16,-25 6 0 16,-15 7 4-16,-19 4-8 15,-15 0-15-15,-19 0-19 16,21 0-25-16,-21 0-146 16,0 0-253-16</inkml:trace>
  <inkml:trace contextRef="#ctx0" brushRef="#br0" timeOffset="-196313.69">8012 16230 271 0,'0'0'211'0,"0"0"-144"0,0 0 20 0,0 0-30 16,0 0-16-16,0 0-2 15,0 0 25-15,-12-12-1 16,12 12-27-16,0 0 5 16,0 0-15-16,0 0 11 15,0 0-34-15,0 0 12 16,0 0-5-16,0 0 15 16,0 0-11-16,0 0-5 15,0 0 7-15,0 0-14 16,0 0-2-16,0 0 11 15,0 0-20-15,0-8 13 0,0-8-8 16,6-1 5-16,40-14-1 16,16-18 26-16,-3-2-9 15,10-6-8-15,2 5 0 16,-3 4-15-16,-9-4 6 16,3 12-2-16,-15-1-28 15,-16 14 17-15,3 2-23 16,-13 5-33-16,-14 17-13 15,-7-10-71-15,0 13-2 16,0 0-54-16</inkml:trace>
  <inkml:trace contextRef="#ctx0" brushRef="#br0" timeOffset="-195897.15">8121 15693 416 0,'0'0'76'0,"0"0"-65"0,0 0 127 0,0 0-3 0,0 0-15 0,0 0-48 16,226 127-34-16,-167-74 15 16,3-1-13-16,-3-4 3 15,-13-4-33-15,1-11 3 16,-7-6-9-16,-12-7-3 15,0-4-2-15,-9 1-13 16,-1-6 11-16,-2 2-15 16,-4-1 1-16,-6-4-51 15,1 0-20-15,-7-8-155 16,0 0-283-16</inkml:trace>
  <inkml:trace contextRef="#ctx0" brushRef="#br0" timeOffset="-194863.82">9001 15291 310 0,'0'0'96'0,"0"0"41"0,0 0-31 16,0 0-14-16,0 0 10 0,0 0-31 15,0-8-46-15,0 0-13 16,0 0 5-16,16 1-5 16,15-6 11-16,-3 2-21 15,0-1 21-15,3 4-22 16,-3 0 10-16,-1 0-9 15,-20 8-4-15,-7 0-6 16,6 0-9-16,-6 0 17 16,0 11 5-16,0 9 12 15,0 9-12-15,0 7 15 16,0 4-18-16,-6 0 8 16,-1-4-7-16,-8-4-2 15,15-8 5-15,0-8-4 16,0-7-4-16,0-6 4 15,0 1-6-15,6-4 6 0,28 0-3 16,13 0 2 0,-1 0 6-16,10 0-5 0,-16-12 3 15,7-4-10-15,-22 4-23 16,-19 4-33-16,9 8-98 16,-15 0-60-16,0 0-72 15</inkml:trace>
  <inkml:trace contextRef="#ctx0" brushRef="#br0" timeOffset="-194213.61">9798 16113 36 0,'0'0'370'0,"0"0"-211"0,0 0-36 15,0 0-37-15,0 0 23 0,0 0-63 16,0 0 5-16,0 0-14 15,0 0-1-15,13 0-24 16,27 0-1-16,0 0 28 16,0 0-27-16,13 0-1 15,0 0-9-15,-13 0-4 16,-12 0-9-16,6-3-2 16,-28-2-16-16,7 2-32 15,-7 3 2-15,-6-12-146 16,0 12 2-16,0 0-354 15</inkml:trace>
  <inkml:trace contextRef="#ctx0" brushRef="#br0" timeOffset="-194013.74">9798 16113 576 0</inkml:trace>
  <inkml:trace contextRef="#ctx0" brushRef="#br0" timeOffset="-193913.53">9798 16113 576 0,'0'-232'128'0,"25"252"-6"0,9-4 13 16,6-8-53-16,-6-3-82 15,7-5-39-15,-16 0-6 16,2 0-37-16,-5 0-83 16,-16 0-36-16,7-5-279 15</inkml:trace>
  <inkml:trace contextRef="#ctx0" brushRef="#br0" timeOffset="-191967.45">11162 16126 377 0,'0'0'95'0,"0"0"-45"0,0 0-11 0,0 0-38 0,0 0 5 16,0 0 2-16,0 0 20 16,0 0 49-16,0 0 32 15,0 0-8-15,0 0-59 16,0 0-18-16,0 0-20 15,0 0 11-15,0 0 0 16,0 0 33-16,0 0-1 16,0 0-3-16,0 0-33 15,0 0 23-15,0 0-21 0,0 0 5 16,0 0 1-16,0 0-6 16,0 0 4-16,0-16-15 15,0-17 12-15,0-19-10 16,0-15 28-16,0-10-22 15,0 1 1-15,0 4-8 16,7 23-5-16,-7 18 2 16,6 18 0-16,-6 10-2 15,0 3-12-15,0 0 8 16,0 0-36-16,-6 19 41 16,-28 9-31-16,-1 17-28 15,1-9-34-15,3-4-157 0,3-16-340 16</inkml:trace>
  <inkml:trace contextRef="#ctx0" brushRef="#br0" timeOffset="-191316.43">11541 15087 392 0,'0'0'110'0,"0"0"4"0,0 0-7 0,0 0 24 15,0 0-46-15,0 0-40 16,21-4-25-16,-8 0 5 16,21-5-17-16,6 2 11 15,1-5-18-15,-17 12 11 16,-2 0-12-16,-22 0-14 15,0 19-22-15,0 30 36 16,-6 15 12-16,-47 13-10 16,19-13 4-16,6-8-3 15,16-12 6-15,6-20-9 16,6-9-2-16,0-10-5 0,24-5-5 16,32 0 11-16,22-8 1 15,-10-25 9-15,0-6 1 16,-3 6-20-16,-24 10-33 15,-14 7-135-15,-20 16-197 16</inkml:trace>
  <inkml:trace contextRef="#ctx0" brushRef="#br0" timeOffset="-190783.85">12372 15756 161 0,'0'0'518'0,"0"0"-445"0,0 0 3 16,0 0-37-16,0 0-29 16,0 0-4-16,-6 113 34 15,6-69-14-15,6 12-15 16,6-3 7-16,-6-9-8 0,10 8-4 15,-10-16-8 1,0-4 2-16,-6-12-6 0,13-13-77 16,-7-7-76-16,-6 0-49 15,0 0-295-15</inkml:trace>
  <inkml:trace contextRef="#ctx0" brushRef="#br0" timeOffset="-190518.49">11938 15989 627 0,'0'0'126'0,"0"0"-115"16,0 0 88-16,0 0-23 15,0 0-4-15,0 0-21 16,238 21-1-16,-176-18-34 15,-3 1 14-15,10 1-21 16,-17-2-2-16,1-3-7 16,-13 0-13-16,-12 0-20 15,3 0-88-15,-22 0-132 16,-9-3-277-16</inkml:trace>
  <inkml:trace contextRef="#ctx0" brushRef="#br0" timeOffset="-188119.94">13575 15881 381 0,'0'0'174'0,"0"0"-151"0,0 0 13 0,0 0-11 15,0 0-18-15,0 0 23 16,0 0 66-16,-6 5 33 16,6-5-53-16,0 0-25 15,0 0 4-15,0 0-42 16,0 0 21-16,0 0-8 0,0 0 7 16,-10 0-12-16,10 0 0 15,0-9 7-15,0-7-24 16,0 8-4-16,16-12-1 15,30 7-5-15,1 2 4 16,-1-1 2-16,7 8-1 16,-19 4-3-16,-28 0-13 15,-6 0-33-15,0 4 8 16,0 36 42-16,-18 24-6 16,-44 4 16-16,3 1-7 15,18-5-1-15,7-16 5 16,28-8-7-16,6-17-2 0,0-6 1 15,0-9-22-15,53-8 11 16,15 0 1 0,13 0 7-16,-10-28 8 0,-3-5 0 15,-15 10-4 1,-19 15-16-16,-12 0-73 0,-10 8-59 16,-6 0-104-16,1 0-57 15</inkml:trace>
  <inkml:trace contextRef="#ctx0" brushRef="#br0" timeOffset="-187319.52">14471 14890 416 0,'0'0'236'0,"0"0"-145"0,0 0 17 0,0 0-33 0,0 0-19 16,0 0-10-16,-16 0-4 15,16 0-24-15,0 0 3 16,0 0-19-16,41 0 34 16,-1 0-24-16,0 0-2 15,-12 0-10-15,-15 0-6 16,-1 20-9-16,-12 13 5 15,0 14 4-15,0 6 12 0,-19-9-7 16,-2 0 7-16,8-3 1 16,13-18-6-16,0 6-2 15,0-9 0 1,0-4 1-16,0-9-9 0,47-2-2 16,6-5 8-16,9 0 6 15,3 0-4-15,3-12 5 16,12-9-8-16,-5 6-17 15,-10 2-57-15,-25 10-200 16</inkml:trace>
  <inkml:trace contextRef="#ctx0" brushRef="#br0" timeOffset="-186270.9">8080 17931 344 0,'0'0'227'0,"0"0"-202"0,0 0 27 15,0 0 30-15,0 0 28 16,0 0 3-16,0 0-52 16,19-21 28-16,21-15-41 15,35-15-4-15,-1-14-42 16,13-3 6-16,6-4-8 15,0-8-1-15,-12 3-6 16,-16 13-28-16,-9 12-5 0,-32 12-55 16,-8 11-14-16,-16 14-173 15,0 10-42-15</inkml:trace>
  <inkml:trace contextRef="#ctx0" brushRef="#br0" timeOffset="-186054.06">8359 17486 227 0,'0'0'609'0,"0"0"-506"16,0 0-50-16,143 232-12 15,-84-188-19-15,15-8-14 16,-27-4-7-16,-1-8-1 15,-5-4-10-15,-7-4-36 16,-9 0-9-16,-19-12-202 16,-6 1-159-16</inkml:trace>
  <inkml:trace contextRef="#ctx0" brushRef="#br0" timeOffset="-185488.04">9063 16993 391 0,'0'0'207'0,"0"0"-181"0,0 0 46 0,0 0-50 0,0 0 2 16,0 0 28-16,0 0-24 15,118-5-8-15,-102 5-18 16,-10 8 5-16,-6 20-2 16,0 13 77-16,0 6-50 15,0-3-4-15,0-8-12 16,0-8-1-16,0-15-4 15,0-6-1-15,12-2-10 16,35-5 7-16,15 0 0 0,9 0-7 16,3-12 16-16,1-17-14 15,-16 1 7-15,-3 8-9 16,-19 9-51-16,-15 6-27 16,-10 2-93-16,-12 3-91 15</inkml:trace>
  <inkml:trace contextRef="#ctx0" brushRef="#br0" timeOffset="-184988.55">10099 17918 705 0,'0'0'184'0,"0"0"-164"0,0 0 22 0,0 0 38 0,0 0-20 16,0 0-34-16,267-12-19 0,-221 1-2 16,-6-2-10-1,-5-3-6-15,-17 4-20 0,-2-4-50 16,-10-4 3-16,-6 0-95 16,0-4-4-16</inkml:trace>
  <inkml:trace contextRef="#ctx0" brushRef="#br0" timeOffset="-184788.62">10099 17918 708 0,'40'-264'58'0,"-15"264"112"16,3 0-102-16,6-13-30 15,-15 5-22-15,15-3-16 16,-6-6-9-16,-4 6-68 0,4 3-188 16,-9 4-252-1</inkml:trace>
  <inkml:trace contextRef="#ctx0" brushRef="#br0" timeOffset="-184356.76">11448 17967 322 0,'0'0'359'15,"0"0"-354"-15,0 0 42 16,0 0-12-16,0 0-11 16,56-225 75-16,-32 137-4 15,-11 3-70-15,8 5-1 0,-14 16-3 16,-1 8-10-1,0 20-10-15,-6 12 2 0,0 16-3 16,0 8-11-16,0 0 8 16,0 0 3-16,0 0 0 15,-19 28 2-15,-27 16-5 16,-7 16 2-16,-9 9-71 16,9-10-116-16,1-10-106 15</inkml:trace>
  <inkml:trace contextRef="#ctx0" brushRef="#br0" timeOffset="-183887.26">12558 17906 789 0,'0'0'115'0,"0"0"-76"0,0 0 1 16,0 0 13-16,62-216-5 15,-50 144-23-15,7 7 20 16,-19 9-32-16,0 17 7 15,0 11-20-15,0 11 8 16,0 17-8-16,0 0-30 16,0 0-27-16,0 0-45 0,0 0-109 15,0 0 9 1,-31 9-157-16</inkml:trace>
  <inkml:trace contextRef="#ctx0" brushRef="#br0" timeOffset="-183653.64">12192 17633 878 0,'0'0'10'0,"0"0"46"15,0 0 4-15,0 0-13 16,0 0-17-16,0 0 2 0,245 0-25 15,-199 0-5-15,1 0 0 16,2 0 5-16,-2-3-14 16,-1 3-23-16,7 0-57 15,-19 0-184-15,-9 0-284 16</inkml:trace>
  <inkml:trace contextRef="#ctx0" brushRef="#br0" timeOffset="-182924.93">13494 17196 307 0,'0'0'57'0,"0"0"-5"0,0 0-49 0,0 0 53 0,0 0-53 16,-282 241 30-16,263-205 41 16,-9-12 24-16,28-4 30 15,0-7-56-15,0-2-36 16,0-6-30-16,0-2 2 15,28-3-4-15,13 0-2 16,5 0-1-16,7 0 13 16,-13 0-1-16,-6 0-10 15,7 0 18-15,-23 0-21 16,-12 0 0-16,16 0-3 0,-9 0-2 16,-7 0-17-16,3-3-13 15,-3-5-40-15,7 0-30 16,-13-5 66-16,12 6 28 15,-12 2 4-15,0 2 9 16,0-2-7-16,0 5 10 16,0 0 0-16,0 0 11 15,0 0-5-15,0 0 15 16,0 20-1-16,0 24 16 16,0 13-4-16,-25 2 35 15,-9 13-6-15,6-11 28 0,3-12-47 16,4-13-35-1,21-8-12-15,0-5-6 0,0-7-8 16,0 1-73-16,0-1-108 16,-13-13-233-16</inkml:trace>
  <inkml:trace contextRef="#ctx0" brushRef="#br0" timeOffset="-182354.2">14338 17602 469 0,'0'0'266'0,"0"0"-218"0,0 0 95 15,0 0-74-15,0 0-4 16,378 0-21-16,-229 8-20 16,-4-5-14-16,4 2 0 15,-22-1 3-15,-15-4-10 0,-19 0-5 16,-12 0 2-16,-19 4-2 16,-16 3-26-16,-27-2-16 15,9-2-62-15,-28-3-194 16</inkml:trace>
  <inkml:trace contextRef="#ctx0" brushRef="#br0" timeOffset="-181792.99">15600 17546 667 0,'0'0'47'0,"0"0"-8"0,0 0 70 0,0 0-63 0,0 0-25 15,0 0 25-15,-22 23 4 16,22-23-10-16,0 8-1 15,40-3-31-15,10-1 14 16,-4 4-22-16,-5-5 0 16,-4 2-7-16,-9 3-5 15,-7 0-8-15,-14 4 3 16,-7 7 5-16,0 1 12 16,0 5-1-16,-28-1 1 15,-13 0-2-15,1-4-7 16,0-8 5-16,34-4 6 0,-7-3-2 15,13-5 0-15,0 0-7 16,0 0-42-16,0 0-164 16,0 0 23-1,0 0-242-15</inkml:trace>
  <inkml:trace contextRef="#ctx0" brushRef="#br0" timeOffset="-181276.29">16607 17649 631 0,'0'0'89'0,"0"0"-11"0,0 0 7 0,0 0-28 15,0 0 17-15,0 0-44 16,208-191-9-16,-152 146-13 15,-19 5 2-15,-3 12-10 16,-12 12-5-16,-10 4-28 16,-6 12-24-16,-6 0-60 15,0 0-92-15,0 0-143 0</inkml:trace>
  <inkml:trace contextRef="#ctx0" brushRef="#br0" timeOffset="-181023.88">16648 17269 782 0,'0'0'75'16,"0"0"57"-16,0 0-59 15,0 0-17-15,201 277-27 16,-148-193-3-16,3-1-16 15,-10-2-10-15,-15-5-46 16,9-15 39-16,-12-17-9 16,0-13-78-16,-9-14 28 0,-13-17-181 15,-6 0-273-15</inkml:trace>
  <inkml:trace contextRef="#ctx0" brushRef="#br0" timeOffset="-180427.02">17299 16891 861 0,'0'0'75'0,"0"0"-40"0,0 0-35 0,0 0 0 15,0 0 1-15,0 0-4 16,133-31 3-16,-121 31 0 16,-12 0 5-16,0 20 35 15,0 16 9-15,-27 8-45 16,-20 12-4-16,-6 1 0 15,1 2 2-15,17-10 12 16,8-13 2-16,20-13 3 16,7-10-19-16,0-10-1 15,0-3-8-15,7 0 8 16,20 0 2-16,8 0 14 16,-1-16-10-16,3 1 14 0,13-9-13 15,2 4-6-15,-5 4-8 16,-1 7-20-16,-12 9-17 15,0 0-48-15,-3 0-29 16,-9 25-114-16,-16 3-143 16</inkml:trace>
  <inkml:trace contextRef="#ctx0" brushRef="#br0" timeOffset="-180010.66">17630 17826 508 0,'0'0'336'0,"0"0"-236"0,0 0-25 0,0 0 3 15,0 0-52-15,0 0-11 16,87-32 23-16,-40 25-9 15,2-1 2-15,-2-1-24 16,6 1 1-16,-13 0-8 16,-15 3-24-16,-4 5-49 15,-14-7-19-15,-7 3-119 16,0-4-281-16</inkml:trace>
  <inkml:trace contextRef="#ctx0" brushRef="#br0" timeOffset="-179827.5">17671 17517 155 0,'0'0'820'0,"0"0"-771"16,0 0 83-16,0 0-82 15,0 0-12-15,0 0-36 16,254-7-2-16,-226-6-51 15,-16 2-44-15,-12-9-238 16</inkml:trace>
  <inkml:trace contextRef="#ctx0" brushRef="#br0" timeOffset="-178977.74">18747 17317 344 0,'0'0'110'0,"0"0"-8"0,0 0-27 15,0 0-13-15,0 0 39 16,0 0 15-16,-81 24-55 16,81-24-15-16,0 0-40 0,0 0 12 15,0 0-15 1,0 0-3-16,0 0 4 0,0 4 2 16,0-4-5-16,0 4 8 15,0-4-8-15,16 0-1 16,-4 0 0-16,-6 0 4 15,0 0-9-15,-6 0 13 16,0 0-7-16,0 0 4 16,0 0-3-16,10 0 4 15,-10 0-5-15,0 0 7 16,0 0 4-16,0 0 25 16,0 0-18-16,0 0 14 15,0 7-27-15,-22 6 0 0,-18 7-4 16,-7 4 0-1,1 12 1-15,12 1 1 0,15-6 17 16,3 1-20-16,16-4 0 16,0-8 5-16,0 1-12 15,0-1-5-15,0-9 2 16,35 6-1-16,11-6 10 16,10 2-4-16,-3-1 13 15,-1 4-18-15,-5 4 14 16,-13-4-11-16,0 0 12 15,-15 4-12-15,2-4 6 16,-14 8-1-16,-1 8-3 16,-6 9-2-16,0 10-47 15,-13-2 53-15,-49-1 1 16,3-16-1-16,-3-12-21 16,-3-8-71-16,13-12 22 0,-4 0-96 15,15-16-25-15,17-24-168 16</inkml:trace>
  <inkml:trace contextRef="#ctx0" brushRef="#br0" timeOffset="-178727.81">18647 17466 416 0,'0'0'229'0,"0"0"-125"0,0 0 41 0,0 0-38 15,0 0-38-15,0 0-24 0,354-69-38 16,-280 45-6-16,-9-4-1 16,-24-4-70-16,8 3-162 15,-42 1-491-15</inkml:trace>
  <inkml:trace contextRef="#ctx0" brushRef="#br0" timeOffset="-177079.96">20185 17890 741 0,'0'0'84'0,"0"0"3"0,0 0-15 15,0 0-43-15,0 0 27 0,0 0 16 16,0 0-30-16,342-20 3 16,-237 20-22-16,3 0 6 15,-15 0-24-15,0 0-6 16,-18 0 1-16,-16 0-22 16,-6 0-12-16,-19 0-18 15,-13 0-6-15,-21-11-41 16,0-10 25-16,-28 6-186 15,-40 2-425-15</inkml:trace>
  <inkml:trace contextRef="#ctx0" brushRef="#br0" timeOffset="-176579.7">21001 17726 551 0,'0'0'65'0,"0"0"-63"0,0 0 27 0,0 0-12 0,0 0 41 0,0 0 30 16,146 16 0 0,-100-9-53-16,10 6 3 0,-3-5-4 15,-1 1-26-15,1-6-6 16,-6-3 5-16,-19 5-9 15,-10-5 6-15,-9 3-1 16,-9-3-2-16,0 0 9 16,0 4 8-16,0 8 0 15,-9 8-18-15,-37 13-4 16,-1 11 0-16,-6 4-29 0,19-1 28 16,16-3-5-16,11-7 8 15,7-13-4-15,0-12-30 16,0-8-60-16,19-4-71 15,15 0-95-15</inkml:trace>
  <inkml:trace contextRef="#ctx0" brushRef="#br0" timeOffset="-176062.2">22344 17931 562 0,'0'0'175'0,"0"0"-115"0,0 0 92 16,0 0-134-16,0 0-2 15,0 0-7-15,148-125 57 16,-83 77-23-16,-6 3-25 16,3 6 1-16,-15 3-14 15,-7 3-4-15,-21-6 0 16,3 3-2-16,-10 0-26 15,-12 8-36-15,0 11-59 16,0 17-193-16,-40 0-302 0</inkml:trace>
  <inkml:trace contextRef="#ctx0" brushRef="#br0" timeOffset="-175813.86">22464 17409 698 0,'0'0'75'15,"0"0"107"-15,0 0-66 16,202 277-58-16,-125-205-46 16,10 4 22-16,-6-12-29 0,0-8 0 15,-1-7-5-15,-5-10-2 16,-10-6-63-16,-19-5 41 15,-5-4-77-15,-20-20-200 16</inkml:trace>
  <inkml:trace contextRef="#ctx0" brushRef="#br0" timeOffset="-175362.64">23432 17923 519 0,'0'0'500'0,"0"0"-417"0,0 0-18 0,0 0-43 15,0 0-22-15,0 0 3 0,62-36 13 16,12 31-10-16,-9 2 6 16,-3-2-10-16,-24 1-4 15,11 0-9-15,-43 0-23 16,7-4-22-16,-13 0-68 16,0-4-6-16,-19 1-317 15</inkml:trace>
  <inkml:trace contextRef="#ctx0" brushRef="#br0" timeOffset="-175147.75">23432 17923 844 0,'-199'-181'40'0,"234"181"60"16,-4 16 4-16,9-8-50 15,16-4-50-15,-10-4-1 16,1 0-3-16,5 0-21 16,-11 0-28-16,-23 0-61 15,16 0-148-15,-21 0-274 16</inkml:trace>
  <inkml:trace contextRef="#ctx0" brushRef="#br0" timeOffset="-174678.43">24390 17942 647 0,'0'0'29'16,"0"0"-29"-1,0 0 66-15,0 0-55 0,0 0 1 16,0 0 9-16,112 113-5 16,-97-113-3-16,-9 0-1 15,0-29 61-15,-6-35 8 16,0-19 4-16,0-30-44 15,0-15-12-15,-12-16-27 16,-28-5 2-16,6 13-4 16,6 23 0-16,9 33 0 15,19 27 6-15,0 26-9 16,0 10 10-16,19 6-14 16,43 2 7-16,43-7 0 0,29 1 10 15,39-9-4-15,10-9-6 16,-3-3-7-16,0-3 1 15,-19 2-45-15,-21 5-56 16,-54 12-221-16</inkml:trace>
  <inkml:trace contextRef="#ctx0" brushRef="#br0" timeOffset="-174015.73">25150 17261 420 0,'0'0'229'0,"0"0"-209"0,0 0 53 0,0 0 7 16,0 0-35-16,0 0 1 16,0 0 15-16,0 0-32 15,0 0-2-15,0 0 63 16,0 0-56-16,-7 0-3 16,-11 0-7-16,-22 0-8 15,5 4-12-15,-5 20-3 16,6 4-1-16,22 11 0 0,12 2-4 15,0-5 4 1,0-3-2-16,62-10-14 0,15-7 15 16,10-4-17-16,9 1 14 15,-9-2-1-15,-16 1 3 16,-15 4-13-16,-25-3 5 16,3 7 6-16,-21-4-8 15,-13-4 11-15,0 7-15 16,0 9 15-16,-19 8 1 15,-40 17 13-15,-22-4-13 16,-12 2-2-16,19-2 0 16,0-18 1-16,15-10-12 15,3-21-62-15,19 0-120 16,-13-8-284-16</inkml:trace>
  <inkml:trace contextRef="#ctx0" brushRef="#br0" timeOffset="-173798.47">25137 17320 968 0,'0'0'6'0,"0"0"-6"0,0 0 0 0,0 0 12 16,0 0 16-16,422-75-13 15,-317 47-15-15,-24 3-22 16,-13 9-40-16,-34 5-118 0,-34-1-91 16</inkml:trace>
  <inkml:trace contextRef="#ctx0" brushRef="#br0" timeOffset="-171500.66">9469 13454 104 0,'0'0'499'0,"0"0"-450"0,0 0 7 0,0 0 4 0,0 0 22 15,0 0-3-15,-12 0-25 0,12 0-7 16,0 0-18-16,0 0 20 15,0 0-25-15,0 0 6 16,0 5-28-16,59 3 1 16,50 4 18-16,36-1 7 15,29-3-7-15,27 1 10 16,20-9-8-16,11 0-16 16,-9 0 11-16,-30-9-16 15,-32-6-4-15,-46-1-1 16,-50 8 1-16,-31 0-19 15,-16 8 9-15,-11 0 12 16,-7 0 0-16,0-4 10 0,0-9-10 16,0-3-3-16,0-15-14 15,0-13 17-15,0-12 8 16,0-9 0-16,0-3-8 16,0 0 1-16,0-4-1 15,0-1 7-15,0-7-14 16,0 0 15-16,0 3-11 15,0 2 6-15,15 11-6 16,-2-13 3-16,8 5-2 16,-2-8-1-16,3 11-3 15,-10 18-3-15,-12 15 18 0,6 20-10 16,-6 16 4-16,0 0-6 16,0 0 0-16,0 0-9 15,0 0 12-15,0 0 8 16,6 0-7-16,-6 0 9 15,0 0-20-15,0-5 19 16,0 5-11-16,0 0 4 16,0 0 11-16,0 0-13 15,0 0-1-15,0 0 1 16,0 0 0-16,0 0 0 16,0 0-6-16,0 0 6 15,-18 0 2-15,-10 0-2 16,-12 0 4-16,5 0-7 15,4-4 3-15,-9 0-6 16,0 0 3-16,-16 1 3 16,-9 3-1-16,-16 0 2 15,-24 0-6-15,-22-5 11 0,-22 2-11 16,-12 3 6-16,-7 0-1 16,4 0 0-16,15 0 6 15,37 0-5-15,10 3 3 16,43 2-8-16,25-5 15 15,15 0-22-15,19 0 7 16,0 3-13-16,0-3-6 16,0 4 5-16,0-4 6 15,0 0 4-15,0 0 5 16,0 0-6-16,0 0 5 16,0 0-28-16,0 0-4 0,0 0 23 15,0 0 13-15,0 0 16 16,0 0 3-16,-9 0 2 15,-9 0-19-15,11 0 0 16,-14 0 14-16,2 0-15 16,7 0 0-16,-4 0 15 15,10 0-8-15,6 0-5 16,0 0-6-16,0 0-13 16,-12 0 5-16,12 13-6 15,-16 18 9-15,10 21 13 16,0 25-5-16,6 27 8 15,0 12 6-15,0 8-6 0,0 1-7 16,12-13-2-16,4-7 8 16,8-13-14-16,-2-16 8 15,-10-11-4-15,-12-6-20 16,0 1-49-16,-6-4-176 16,-53-15-560-16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16T23:20:12.9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4263 7074 101 0,'0'0'158'0,"0"0"-110"0,0 0 10 0,0 0-23 16,0 0-33-16,0 0-4 15,0 0-20-15,0 0 12 16,0 0 10-16,0 0 9 15,0 0 66-15,0 0-11 16,0 0 7-16,0 0-25 16,0 0 6-16,0 0-36 15,0 0 2-15,0 0-6 16,0 0-2-16,0 0 11 16,0 0-1-16,0 0 20 15,0 0-21-15,0 0 16 16,0 0-21-16,0 0 21 15,-6 0-21-15,0 0 0 16,6 0 5-16,0 0-15 16,0 0 15-16,0 0-10 0,0 0 22 15,0 0-20-15,0 0 16 16,0 0-26-16,0 0 4 16,0 0-5-16,0 0-2 15,0 0-2-15,6 0 8 16,35 0-8-16,-1 0 14 15,6 0-12-15,-15 0 7 16,-3 0-10-16,0 0-3 16,-3 0-20-16,3 0-15 15,0 0-2-15,-3-8 3 16,-13 3-43-16,4 2-32 16,-16 3-38-16,0 0-127 0</inkml:trace>
  <inkml:trace contextRef="#ctx0" brushRef="#br0" timeOffset="818.12">4276 6950 193 0,'0'0'94'0,"0"0"-14"0,0 0-17 15,0 0-63-15,0 0 0 16,0 0-31-16,0 0 6 16,0-5 18-16,0 5 7 15,0 0 59-15,0 0 19 16,0 0 24-16,0 0-31 15,0-7-12-15,0 7-35 16,0-4-20-16,0 4-1 16,12-4-3-16,16-4 21 15,12 0 9-15,7 0 11 16,-7 4-41-16,7 4 2 16,-13-5-2-16,0 2-4 0,-9-5-43 15,-3 0 13 1,2 0-1-16,-2-4-14 0,-10 4 5 15,-12 0 1-15,0 3-39 16,0 5-140-16</inkml:trace>
  <inkml:trace contextRef="#ctx0" brushRef="#br0" timeOffset="2513.27">4397 8060 11 0,'0'0'119'0,"0"0"-19"0,0 0 19 0,0 0 15 15,0 0-52-15,0 0-33 16,0 8-11-16,0-8 2 15,0 0 3-15,0 0 53 16,0 0-36-16,0 0-26 16,0-3-13-16,0-25-6 15,0-5-10-15,0-3-1 16,0-4 19-16,0-11-3 16,0-6 0-16,12 5-18 15,10 4 1-15,-4 3 9 16,-2 9-20-16,-10 12 12 15,0 12-4-15,-6 12 3 0,0 0-2 16,0 0-2-16,0 0-22 16,0 0 22-16,0 25-17 15,-6 3 14-15,-16 4-18 16,-2 4-21-16,-4 8-87 16,0-4-36-16,-3 1-113 15</inkml:trace>
  <inkml:trace contextRef="#ctx0" brushRef="#br0" timeOffset="3147.95">3963 8293 472 0,'0'0'110'0,"0"0"-38"0,0 0 16 0,0 0 0 0,0 0-25 16,0 0 12-16,-13 0-27 16,13 0-2-16,0 0-23 15,0 0 5-15,0 0-26 16,31 0 2-16,31 0 7 15,10 0-8-15,2 0 1 16,0 0 4-16,1 0-11 16,-16 0 3-16,-13 0-6 15,1 0-29-15,-19 0-12 16,-4 0-25-16,-8 0-38 16,9 0-81-16,-3 0-46 15,-22 0-190-15</inkml:trace>
  <inkml:trace contextRef="#ctx0" brushRef="#br0" timeOffset="4094.54">4201 8546 230 0,'0'0'70'0,"0"0"24"0,0 0-9 0,0 0-34 0,0 0-19 16,0 0 4-16,0-4-34 16,0 4 17-16,0 0 9 15,0 0 10-15,0 0-10 16,0 0-23-16,0 0-5 15,10 0 0-15,-4 0-3 16,19 0 8-16,-4 0-7 16,-8 0 2-16,-13 0 0 15,12 0-26-15,-12 0 16 16,0 28 7-16,0 8 3 16,-12 8-2-16,-35 0 6 15,13 5 23-15,3-10-16 16,-3-3 48-16,6 0-7 15,16-3-12-15,-4-2-19 0,16-6-12 16,0-5 3-16,0-16-9 16,0-4-6-16,0 0 4 15,10 0-1-15,36 0 33 16,13 0 20-16,-19-13-15 16,7 2-18-16,-1 3-3 15,-18 4-10-15,-9-1-6 16,3 2 6-16,2-2-14 15,-8-2-20-15,-4-1-3 16,-6 4-25-16,10 0 18 16,-10 4-56-16,13 0-40 15,-7 0 19-15,4-5-111 16</inkml:trace>
  <inkml:trace contextRef="#ctx0" brushRef="#br0" timeOffset="6182.02">5160 8281 263 0,'0'0'111'0,"0"0"-6"0,0 0-19 0,0 0-41 0,0 0-30 16,0 0 9-16,-22 0-1 15,22 0 30-15,0 0-14 16,0 0 36-16,0 0-34 16,0 0-24-16,0 0-17 0,0 0 2 15,0 0-11 1,0 0 15-16,0 0-17 16,0 0 12-16,0 0-2 0,0 0-3 15,0 0 4-15,0 0 8 16,0-3 3-16,0-5-1 15,-6 8-3-15,6 0 11 16,-13 0-14-16,13 0 4 16,0 0-7-16,0 0 10 15,0 0-10-15,0 0 5 16,0 0-6-16,0 0 0 16,0 0 18-16,0 0-6 15,0 0 0-15,0 0-8 16,0 0-8-16,0-5-53 15,0-15-203-15,13-16-85 0</inkml:trace>
  <inkml:trace contextRef="#ctx0" brushRef="#br0" timeOffset="11290.44">26641 5242 79 0,'0'0'209'0,"0"0"-187"0,0 0 23 0,0 0-14 15,0 0 9-15,0 0-5 16,0 0-15-16,0 7 10 16,0-7 25-16,0 0 4 15,0 0-30-15,-6 0 14 16,6 4-14-16,0-4 3 15,-6 8-17-15,6-4 26 0,-7-4-9 16,7 0 12-16,0 0 11 16,0 0-32-16,0 0 32 15,0 0-26-15,0 0-7 16,0 0-12-16,0-16 12 16,0-27-12-16,0-14-2 15,0-7 9-15,0-13-16 16,13 1 9-16,-7-4-8 15,10 0-1-15,-4 3 13 16,0 5-24-16,-5 33 15 16,-1 11-10-16,-6 23 4 15,0 5-3-15,0 0-24 16,-31 13 15-16,-37 18-18 0,15-3-9 16,13 5 15-1,-1-9-26-15,35-16 13 0,6-1-137 16,0-7-29-16,0 0-83 15</inkml:trace>
  <inkml:trace contextRef="#ctx0" brushRef="#br0" timeOffset="12056">27258 5113 144 0,'0'0'107'0,"0"0"-26"0,0 0 15 0,0 0 1 0,0 0-19 15,0 0 3-15,0 0-18 16,0 0 50-16,0 0-44 16,0 0-6-16,0 0-19 15,0 4-35-15,25-4 30 16,21 4-25-16,7 0 5 0,3-4-10 16,9 0-8-16,-3 0-1 15,-3 0-21-15,-6 0-43 16,-13 0-24-16,-12 0-123 15,-22-24-218-15</inkml:trace>
  <inkml:trace contextRef="#ctx0" brushRef="#br0" timeOffset="12789.65">28774 4888 212 0,'0'0'282'0,"0"0"-158"0,0 0-3 16,0 0-19-16,0 0-29 15,0 0-54-15,-6-80-12 16,6 20 13-16,13-16-9 15,8 4 50-15,-2-8-45 16,-7 16-2-16,10 7-10 16,-10 17 0-16,-5 12-4 15,-1 12 0-15,-6 11-4 16,0 5 2-16,0 0-9 0,0 0-10 16,0 0-3-16,0 21-25 15,-19 15 8-15,-9 4-101 16,10 9-10-16,-10 2-160 15</inkml:trace>
  <inkml:trace contextRef="#ctx0" brushRef="#br0" timeOffset="13322.11">28225 5217 117 0,'0'0'440'0,"0"0"-336"0,0 0 12 15,0 0-13-15,0 0-93 16,0 0-5-16,81 0 37 16,18 0-11-16,16 12 8 15,0-7-28-15,-10 3 4 16,-12-1-15-16,-18-3-5 0,-16-4-55 15,-13 8-24-15,-6-4-104 16,-18-4-60-16</inkml:trace>
  <inkml:trace contextRef="#ctx0" brushRef="#br0" timeOffset="14005.07">28588 5502 333 0,'0'0'163'0,"0"0"-114"0,0 0-22 0,0 0-22 15,0 0 16-15,0 0 12 16,0 0-7-16,106-13-2 15,-100 13-22-15,6 9 27 16,-12 15 4-16,0 0 50 16,0 4-51-16,0 0-7 15,0-8-9-15,-6-4-10 0,6-4-6 16,0-8-31-16,0 5 4 16,0-9-40-16,16 0 63 15,24 3 4-15,-15-3 36 16,9 5 8-16,-16 6-27 15,-8 6-11-15,-10 2 9 16,0 14-4-16,0 11-10 16,0-4 40-16,-41 4-39 15,7-12 1-15,0 0-3 16,16-21-14-16,2-2-21 16,4-9-115-16,-16 0-70 15</inkml:trace>
  <inkml:trace contextRef="#ctx0" brushRef="#br0" timeOffset="14904.02">26207 5646 258 0,'0'0'232'0,"0"0"-165"0,0 0-7 0,0 0-29 0,0 0-7 0,0 0-15 16,59-4 62-16,15 4 40 16,13 0-69-16,-6 0-8 15,6 0-33-15,-1 0 6 16,-17 0-7-16,-4 0-19 16,-10 4-76-16,-17 0-33 15,-10-4-8-15,-16 0-195 16</inkml:trace>
  <inkml:trace contextRef="#ctx0" brushRef="#br0" timeOffset="15322.21">26560 6188 393 0,'0'0'111'0,"0"0"-26"15,0 0 39-15,0 0-18 0,0 0-31 16,0 0-28-16,-18-21 2 16,18-18-38-16,12-10-7 15,16-2-8-15,6 7 15 16,-15 3-24-16,-13 9 9 16,10 20-4-16,-16 4-1 15,0 8 8-15,0 0-4 16,0 0-24-16,-22 27 18 15,-18 9 22-15,-13 13-24 16,31-17-36-16,4-16-124 16,11-11-189-16</inkml:trace>
  <inkml:trace contextRef="#ctx0" brushRef="#br0" timeOffset="15987.15">29528 5554 712 0,'0'0'86'0,"0"0"-47"0,0 0-23 0,0 0 1 0,0 0-24 16,0 0 14-1,115 0-14-15,-88 0 12 0,-8 0-6 16,-13 0 1 0,-6 0 0-16,10 0-19 0,-10 0-63 15,0 0 14 1,0-8-38-16,0 0-112 0</inkml:trace>
  <inkml:trace contextRef="#ctx0" brushRef="#br0" timeOffset="16168.52">29528 5554 597 0,'-106'-196'180'0,"106"196"-160"0,0 0 6 16,34 0 51 0,19 0-12-16,15 0-28 0,-2 0-14 15,8 0-22-15,7 0-2 16,-16 0-56-16,-3 0-69 15,-16-8-204-15</inkml:trace>
  <inkml:trace contextRef="#ctx0" brushRef="#br0" timeOffset="16652.65">30672 5554 516 0,'0'0'61'0,"0"0"43"0,0 0 6 0,381 0-50 15,-235 7-26-15,15 6-4 16,7-1-25-16,-1 8 9 16,-6-4 1-16,-2 0-2 15,-11 0-11-15,-14-4 1 16,-1 4-3-16,-18-4 0 16,-10 4-20-16,4 1 1 15,-38-6-63-15,-31-3-128 0,-18-8-420 16</inkml:trace>
  <inkml:trace contextRef="#ctx0" brushRef="#br0" timeOffset="17351.03">31667 6035 461 0,'0'0'103'0,"0"0"-20"0,0 0-63 0,0 0 21 16,0 0 4-16,0 0 36 16,109 0-49-16,-91 0 1 15,-11 0-23-15,2 16-7 16,-9 8 13-16,0 9-15 15,0-2 28-15,0 2-19 16,-16-10 5-16,4-7-14 16,6-3-2-16,6-6 1 15,0-2-18-15,0 3-2 16,18 0-2-16,16 0 18 0,-12 0 8 16,-3-1 8-16,-13 2-7 15,-6 3 25 1,0 12-21-16,0 12 37 0,0 4 16 15,-40 13-29-15,-7-9-25 16,1-5-6-16,5-6-4 16,1-17-10-16,-6-9-11 15,-1-7-89-15,-6 0-125 16</inkml:trace>
  <inkml:trace contextRef="#ctx0" brushRef="#br0" timeOffset="18517.05">27115 6449 347 0,'0'0'169'0,"0"0"-83"0,0 0-29 0,0 0 3 0,0 0-14 15,0 0 7-15,-6 0-35 16,6 0 9-16,0 0-27 16,0 0 40-16,0 0-34 15,0 0 7-15,0 0-8 16,13 11 7-16,27 1 5 15,16 1-16-15,9-5 9 16,9 3-3-16,7 1 0 16,18 4-7-16,-6-11 0 15,16 7 2-15,-10-12-2 0,-6 0 0 16,0 0 4-16,-12 0-11 16,-7 0 18-16,0 0-26 15,-2-33 17-15,-4 2-11 16,-9-5 9-16,-10 3-3 15,-18 5 3-15,-15 12 0 16,-4 0-2-16,-12 4 7 16,0 4-4-16,0 0 5 15,0 0-11-15,0-1 12 16,0 9-14-16,0 0 5 16,0 0-70-16,-21 13 15 15,2 7-116-15,0 0-226 16</inkml:trace>
  <inkml:trace contextRef="#ctx0" brushRef="#br0" timeOffset="19749.32">26908 4872 220 0,'0'0'109'0,"0"0"-107"0,0 0 18 0,0 0 12 0,0 0-17 16,0 0 74-16,62 60-12 16,-44-43-6-16,23 2-30 0,-7 1 8 15,6 0 9 1,0 4-43-16,-6 4-2 0,13 0-9 16,-1 1 7-16,1-1-3 15,0-5-3 1,5 7-1-16,4-7-1 0,3 9 0 15,0 0 0-15,9 0-3 16,-3 9 1-16,10-10-2 16,-7 2 8-16,-3-2-15 15,-3-3 18-15,-3-3-19 16,0 3 9-16,3-4 0 16,12 0 1-16,-15 0 0 15,16-3-2-15,-23-6 4 16,-11 1-8-16,-7-8 15 0,-16 0-20 15,-5-8 8-15,-13 0-3 16,0 0-13-16,0 0 16 16,0 5 2-16,0-5-15 15,0 0-5-15,0 3-10 16,0-3-16-16,0 0-124 16,0 0-274-16</inkml:trace>
  <inkml:trace contextRef="#ctx0" brushRef="#br0" timeOffset="20714.52">30973 4648 432 0,'0'0'103'0,"0"0"-68"0,0 0-35 16,0 0-1-16,0 0 1 0,0 0 6 15,0 0 9-15,173-25 7 16,-151 25 18-16,3 0-26 16,-10 13 16-16,-2 7-25 15,-13 12-1-15,6 0-1 16,-6 0 16-16,0 4 6 15,0-4-24-15,0-3 3 16,0-10-1-16,0-10-5 16,0-1 2-16,0-5-4 15,12-3-27-15,16 4 22 0,0 4 8 16,-3 0 1-16,3-3-2 16,-16 6 9-16,-6 6-12 15,-6 7 17-15,0 4-8 16,0 11 28-16,-65 2 31 15,-3-1-44-15,-19-4-11 16,22-12 0-16,3-8-8 16,22-16-53-16,21 0-108 15,-2 0-320-15</inkml:trace>
  <inkml:trace contextRef="#ctx0" brushRef="#br0" timeOffset="22297.21">31723 4949 276 0,'0'0'275'0,"0"0"-185"0,0 0-26 0,0 0 3 15,0 0-14-15,0 0-12 16,0 0-4-16,0 0-30 16,12 3 23-16,23 10-3 15,5-10 20-15,0 6-38 16,7-6 8-16,5 5-8 16,1-3-15-16,9-5 6 15,-3 0-20-15,-12 0-31 16,-1 0-46-16,-34 0-115 15,-12-13-338-15</inkml:trace>
  <inkml:trace contextRef="#ctx0" brushRef="#br0" timeOffset="23196.07">27190 6095 320 0,'0'0'155'0,"0"0"-55"0,0 0-21 16,0 0-30-16,0 0-7 0,0 0-19 15,59-44 31 1,-25 21-19-16,28-10 4 0,15-8-23 16,26-6 17-16,18-14-10 15,18-6-4-15,-5-5 34 16,11 0-33-16,-18 7-1 16,-24 5-10-16,-10 8-18 15,-19 3-7-15,-9 10-15 16,-12 6-11-16,-19 13 8 15,-12 20-3-15,-16 0-34 16,-6 0-34-16,0 0-52 16,0 0-244-16</inkml:trace>
  <inkml:trace contextRef="#ctx0" brushRef="#br0" timeOffset="24362.48">32477 5221 504 0,'0'0'174'0,"0"0"-94"0,0 0-20 0,0 0-28 16,0 0 12-16,0-213-35 16,21 162 8-16,-8 7-15 15,-7 8 0-15,-6 15 3 16,6 14 11-16,-6 7 20 15,0 0 2-15,0 0-25 16,0 0-2-16,-12 0-18 16,-16 15 11-16,-3 1-8 15,-10 4-18-15,20 4-41 0,-20-4-226 16</inkml:trace>
  <inkml:trace contextRef="#ctx0" brushRef="#br0" timeOffset="27459.59">6062 7608 194 0,'0'0'13'0,"0"0"-13"0,0 0 68 0,0 0-10 16,0 0 78-16,0 0-37 16,0 0-48-16,0 0 8 15,0 0-12-15,-6 0 36 16,6 0-34-16,0 0 13 16,-10 0-37-16,10 0-7 15,-6 0 9-15,6 0-11 0,0 0 6 16,0 0-6-1,0 0 18-15,0 0-26 16,0 0 11-16,0-5-16 0,0-3 3 16,0-8-6-16,0-4-6 15,22 0 2-15,3 4-1 16,15 8 3-16,-6 8-23 16,-12 0 19-16,-4 0-44 15,-5 0 40-15,-13 13-27 16,0 18 30-16,0 5 7 15,0 16-3-15,-41 9 2 16,-5 6 2-16,-7-2-1 16,13-1 10-16,6-16-17 15,21-12 14-15,13-11-10 0,0-9 3 16,0 0-5-16,13-9-5 16,21-7-26-16,12 0 35 15,-5 0 1 1,-7 0 6-16,0 0 3 0,-15 0-15 15,2 0 6-15,4 0-27 16,-3-12-114-16,-10-7-23 16,-6 6-188-16</inkml:trace>
  <inkml:trace contextRef="#ctx0" brushRef="#br0" timeOffset="28058.44">5755 8389 231 0,'0'0'174'0,"0"0"-67"0,0 0-12 0,0 0-11 16,0 0 1-16,0 0-8 0,-9-28-7 15,9 20-66 1,0 0 29-16,0 5-3 0,0-2 19 16,0 5-10-16,0 0-17 15,0 0 2-15,40 0-4 16,22 0-10-16,31 0-8 16,0 0 13-16,15 0-7 15,-8 0-16-15,-7 0-3 16,-6 0-7-16,-25 0-41 15,-16 0-42-15,-34 0-75 16,-12 13-149-16</inkml:trace>
  <inkml:trace contextRef="#ctx0" brushRef="#br0" timeOffset="28858.19">5953 8638 204 0,'0'0'258'0,"0"0"-243"0,0 0 16 0,0 0 23 0,0 0 0 15,0 0 2-15,93-52 1 16,-83 52-27-16,-4 0 12 16,6 0-30-16,-6 24 24 15,1 4-11-15,2 5-3 16,-9 6-2-16,0-3-13 15,0-3 0-15,0-5 1 16,12-12-16-16,7-8 4 16,9-8-27-16,6 0-19 0,-3 0 50 15,3 0-3-15,-12 0 9 16,-10 4 5-16,-12 12-10 16,0 7 15-16,0 14 5 15,0 3 42-15,0 4-39 16,-40 0-13-16,-13-4 2 15,-15 0-7-15,-3-3 4 16,2-13-7-16,23-4-6 0,12-12-41 16,34-8-1-1,0 0-105-15,0 0-168 16,22-16-77-16</inkml:trace>
  <inkml:trace contextRef="#ctx0" brushRef="#br0" timeOffset="30841.23">7364 8414 594 0,'0'0'0'0,"0"0"4"0,0 0 0 0,0 0 8 15,0 0 0-15,0 0 32 16,-6 0 64-16,6 0-2 16,0 0-10-16,0 0-39 15,-6 0-11-15,6 0-42 16,0 0 0-16,0 0 2 0,0 0-6 16,0 0 0-16,0 0 3 15,0 0 10-15,-6 0-11 16,6 0 20-16,0 0-14 15,0 0-8-15,0 0-25 16,0 0 14-16,0 0-24 16,0 0-50-16,6 0-5 15,6 0-134-15</inkml:trace>
  <inkml:trace contextRef="#ctx0" brushRef="#br0" timeOffset="36534.51">8902 7644 217 0,'0'0'35'0,"0"0"9"0,0 0 17 0,0 0 19 16,0 0-30-16,0 0-33 16,0 0 18-16,28 28-35 15,-28-28-24-15,-9 0-22 16,-4 0-211-16</inkml:trace>
  <inkml:trace contextRef="#ctx0" brushRef="#br0" timeOffset="36804.26">8902 7644 371 0</inkml:trace>
  <inkml:trace contextRef="#ctx0" brushRef="#br0" timeOffset="37153.99">8902 7644 371 0,'-422'-105'313'0,"422"105"-232"0,0 0 17 0,0 0-15 15,0 0-83-15,7 0 0 16,20 0 1-16,8 0 19 16,-4 0-18-16,3 4 5 15,6 9-6-15,-6 3 3 16,-6-5-1-16,-9 9 2 15,-1 5-10-15,-18 3 8 0,0 16-3 16,0 0 1-16,0 8 16 16,0-8-9-16,0-20 1 15,-6-3-3-15,6-10-3 16,0-11-3-16,0 8-8 16,0-4-4-16,0-4-12 15,6 8 16-15,16-8 4 16,-3 8 4-16,-10-4 0 15,3 17 6-15,-12-10 2 16,0 9-7-16,0 4 28 16,0 4-20-16,0-3 13 15,0 3-18-15,-40 0 8 0,-7-4-11 16,-5 4 2-16,-10-4-3 16,3 0-54-16,6 0 10 15,3 4-281-15,32-8-50 16</inkml:trace>
  <inkml:trace contextRef="#ctx0" brushRef="#br0" timeOffset="37634.9">7814 8533 693 0,'0'0'108'0,"0"0"-50"0,0 0-19 0,0 0-38 0,186 0 64 15,-34 0 22-15,15 0-38 16,1 0-3-16,-20 0-11 16,-20 0-34-16,-11 0-1 15,-14 0-13-15,-29 0-4 16,-9 0-62-16,-6-3-37 16,-31-2-157-16,-28 5-301 15</inkml:trace>
  <inkml:trace contextRef="#ctx0" brushRef="#br0" timeOffset="38334.19">8328 8971 537 0,'0'0'148'0,"0"0"-132"0,0 0 80 0,0 0-21 16,0 0-54-16,0 0 6 15,-114 217-19-15,114-186 24 16,0-11-21-16,0-7 21 0,0-1-22 16,0-8-10-16,0-4-11 15,18 0-16-15,38 0 23 16,15 0-1-16,-2 0 3 16,5-4-15-16,-21-8 5 15,-19 12-6-15,-3 0-3 16,-16-5-10-16,-8 2 11 15,-1-5-15-15,-6-9 22 16,6 6 13-16,-6-2-16 16,0 10 12-16,6 3 4 0,-6 0-1 15,0 0 6 1,0 0 2-16,0 0-7 0,0 0-2 16,0 27 2-16,0 6 54 15,0 19 5-15,-18 4-22 16,-4-3 8-16,-3 6-30 15,10-15 14-15,15-8-29 16,0-20-17-16,0-16-57 16,0 0-161-16,27-31-138 15</inkml:trace>
  <inkml:trace contextRef="#ctx0" brushRef="#br0" timeOffset="38866.8">9783 8401 133 0,'0'0'398'0,"0"0"-320"0,0 0 5 16,0 0-37-16,0 0-45 15,0 0 22-15,-7 0 68 16,1 0-18-16,6 0-39 16,-6 0 21-16,0 0 9 15,-7 0-21-15,13 0-27 16,0 8-11-16,0 0-4 15,0-3-1-15,0-5-22 16,0 0-22-16,0 0 38 0,-9 3 5 16,3-3 0-16,-6 5 2 15,12-5-2-15,-7 0-71 16,1 0-256-16</inkml:trace>
  <inkml:trace contextRef="#ctx0" brushRef="#br0" timeOffset="55835.13">10989 7579 206 0,'0'0'116'0,"0"0"-21"0,0 0-7 0,0 0-7 0,0 0-38 0,0 0-9 16,0 0-9-1,0 0-7-15,0-12-1 16,0 12 11-16,0 0 34 15,0 0-19-15,0 0 0 0,0 0-25 16,0 0 9-16,-9 0-7 16,9 0-4-16,0 0 8 15,0 0-10-15,0 0 5 16,0 0-12-16,-7 0 20 16,7 0-20-16,-12 0 12 15,0 8-14-15,-4 20-1 16,-3 5-4-16,-9 3 2 15,16 0-6-15,-16 0 12 16,3-5-14-16,-9 10 13 16,0-5-14-16,6 4 4 15,3-8-4-15,-2 1 2 16,2-14-13-16,9-2 16 0,4-9 2 16,12-5-4-16,0-3 0 15,0 0 3-15,0 0-28 16,0 0 1-16,0 0-11 15,0 0 6-15,12 0 6 16,16 0 27-16,-15 0 0 16,14-8 6-16,-2-3-14 15,-9 2 16-15,2 1-16 16,-11 5 5-16,14 3-7 16,-8 0-18-16,-7 0-42 15,-6 0 7-15,6 0 26 0,3-13 36 16,-2 1-22-16,-1 0 21 15,-6 12-9-15,0 0 9 16,0 0-7-16,0 0-3 16,0 0-8-16,0 0 4 15,0 8 16-15,0 16 2 16,0 1 19-16,0-2-6 16,0 6 40-16,0 2-17 15,0 5 10-15,-6 0-11 16,-1-8-5-16,-8 1-15 15,9-5-13-15,-1-12-1 16,7 0-3-16,0 0-44 16,0-4-85-16,0 0 24 15,-12-3-161-15</inkml:trace>
  <inkml:trace contextRef="#ctx0" brushRef="#br0" timeOffset="56419.57">10297 8574 503 0,'0'0'72'0,"0"0"-12"0,0 0 4 0,0 0-44 0,0 0-4 15,0 0 2-15,-12-4 31 16,12 4 0-16,0 0-9 16,40 0 23-16,13 0 7 15,3 0-40-15,21 0-17 16,-8 0-9-16,-1 0-8 16,-3 0 4-16,3-4-9 0,-21-8-33 15,-13 8-18 1,-10-4-37-16,4 4-105 0,-28 4-113 15</inkml:trace>
  <inkml:trace contextRef="#ctx0" brushRef="#br0" timeOffset="57552.27">10666 8907 127 0,'0'0'347'0,"0"0"-249"0,0 0-24 16,0 0-42-16,0 0-14 16,0 0 5-16,0 0 2 15,0 0 23-15,0 0 17 16,0 0 5-16,0 0-37 0,0 0 15 15,0 0-25-15,-6 0-4 16,-6 4-11-16,-4 3-1 16,4-2-7-16,-1 3 4 15,-2-4-8-15,3 4 11 16,-1 3-2-16,-9-2-4 16,4 3 24-16,2 0-25 15,4 0 15-15,0 4-15 16,-1 4 4-16,13 1-8 15,-15-6-5-15,15-3 7 16,0-3-23-16,0-1 24 16,0 0-30-16,0-1 23 15,28 6-8-15,12-2 6 0,6 6 8 16,1-6-8-16,6 5 9 16,-13 1-35-16,0-6 35 15,-27-3-5-15,2 1 1 16,-15-1-2-16,0 0 7 15,0 0 2-15,0 0 6 16,0 0 2-16,0 7-7 16,0 2-4-16,-28 7 11 15,-25 8-16-15,1 0 9 16,11-7-6-16,1-2 6 16,0-7-3-16,18 0 0 15,-3-8-2-15,4 1-2 0,-4-9-30 16,25 0-27-1,0 0-121-15,0-20-73 0,0-9-9 16</inkml:trace>
  <inkml:trace contextRef="#ctx0" brushRef="#br0" timeOffset="58133.53">10648 8963 617 0,'0'0'161'0,"0"0"-36"0,0 0-67 0,0 0-40 16,0 0-15-16,0 0 1 15,12 0-2-15,-6 0 0 16,-6 0-2-16,7 0 16 16,14 0-11-16,-2 0-4 15,-7 0-1-15,22 0 0 0,0 0-14 16,-15-4-59-16,-3-8-144 16,-16 0-208-16</inkml:trace>
  <inkml:trace contextRef="#ctx0" brushRef="#br0" timeOffset="58633.21">11234 8610 211 0,'0'0'492'0,"0"0"-401"0,0 0 6 15,0 0-97-15,0 0-83 16,0 0 67-16,0 0 16 16,0 0 42-16,0 0 59 15,0 0-44-15,0 0-19 16,0 0-33-16,-6 0-5 16,-1 0-55-16,-14 0-127 0,14 0-88 15</inkml:trace>
  <inkml:trace contextRef="#ctx0" brushRef="#br0" timeOffset="60430.96">12412 7928 14 0,'0'0'66'0,"0"0"-66"0,0 0-2 0,0 0 2 15,0 0 49 1,0 0 85-16,47-12 48 0,-47 12-32 16,0 0-46-16,0 0-40 15,0-8-8-15,0 8-51 16,0 0-5-16,0 0-3 15,0 0 3-15,0 0 44 16,0 0 20-16,0 0 2 16,0 0-21-16,0 0-2 15,0 0-35-15,0 0-3 16,0 0-1-16,-16 0-4 16,4 0 0-16,-7 0-6 0,-9 0 2 15,-6 0 8 1,9 8 7-16,-9 12-6 0,0 1-7 15,15 2 5-15,-9 1-6 16,10-7 0-16,2 2 1 16,10-10 2-16,6-6 0 15,0 5-6-15,0 0-10 16,0 0 3-16,0 4-3 16,0-4 15-16,34 0-5 15,7-3 4-15,-7 3-11 16,-3-1-13-16,-10 1 19 15,-2-3-4-15,-13-2 6 16,10 2 4-16,-10-1-5 16,0 0 3-16,0 0-8 15,-6 7-34-15,0 6 9 16,0 2 30-16,0 10 6 16,0 3-4-16,-18 4-26 0,-16-4-27 15,-7-12 26-15,29 0 27 16,-10-7-14-16,16-5-38 15,0-5-21-15,6-3-97 16,-6 0-182-16</inkml:trace>
  <inkml:trace contextRef="#ctx0" brushRef="#br0" timeOffset="60748.54">12285 7928 509 0,'0'0'133'0,"0"0"-129"0,0 0 0 0,0 0 7 0,0 0-11 0,0 0-11 16,158 12-14-16,-136-12-121 16,-10 0-106-16</inkml:trace>
  <inkml:trace contextRef="#ctx0" brushRef="#br0" timeOffset="61414.59">11770 8754 76 0,'0'0'221'0,"0"0"-217"0,0 0 89 0,0 0-39 15,0 0-7-15,0 0 33 16,121 0-14-16,-84 0 7 16,19 0-18-16,9 0 50 15,3 0-74-15,-2 0-22 16,2 9 0-16,6 7-18 16,-15-5-49-16,0-6-13 15,-19-5 1-15,-12 0-23 16,-15 0-88-16</inkml:trace>
  <inkml:trace contextRef="#ctx0" brushRef="#br0" timeOffset="63380.04">12170 9075 429 0,'0'0'217'0,"0"0"-201"0,0 0-6 16,0 0 4-16,0 0-6 15,0 0 1-15,-40 40 19 16,27-16 3-16,-8-4 56 16,8 4-9-16,-5-4-27 15,-10-4-38-15,22 12 1 16,-1 0-5-16,-8 8-8 16,15 0 0-16,0-3 0 15,0 8-1-15,0-10 0 16,0-7-3-16,0 4 4 0,0-16-6 15,0 4 0-15,0-11-4 16,28-2-16-16,0-3 0 16,-10 0 7-16,4 0 9 15,-3 0 6-15,-1-11 3 16,4-14 16-16,-10-3-13 16,4-4 12-16,-16 20-14 15,0-7 4-15,0 14 3 16,0-3-5-16,0 4-3 15,0-4-29-15,-22 8-69 16,-12 0-4-16,-6 0 92 0,-7 0 10 16,-5 16 1-1,-1 12 1-15,25-8 20 0,16 4-11 16,-1 1-11 0,13-10-13-16,0 1-90 0,0-8-196 15</inkml:trace>
  <inkml:trace contextRef="#ctx0" brushRef="#br0" timeOffset="63946.32">12846 8859 370 0,'0'0'81'0,"0"0"-57"0,0 0-14 0,0 0 4 16,0 0 37-16,0 0 60 15,0 0-3-15,0-36 21 16,0 36-50-16,0 0-19 16,0 0-48-16,0 0-10 15,0 0-4-15,0 0 1 16,0 0-5-16,0 0-16 0,0 0 17 15,0 0-30-15,0 0 6 16,0 3-80-16,-6 2-206 16</inkml:trace>
  <inkml:trace contextRef="#ctx0" brushRef="#br0" timeOffset="64528.57">13488 8815 218 0,'0'0'332'0,"0"0"-250"0,0 0 51 0,0 0-13 15,0 0-80-15,0 0-11 16,-22 0-1-16,22 0-21 15,0 0 7-15,0 0-1 16,0 0 38-16,0 0-38 16,-6 0 23-16,6 0-15 0,0 0-7 15,0 0-14 1,0 0 0-16,0 0-14 0,0 0-31 16,0 0 26-16,0 0-39 15,0 3 7-15,0 2-86 16,0-2-149-16</inkml:trace>
  <inkml:trace contextRef="#ctx0" brushRef="#br0" timeOffset="64946.07">14027 8838 456 0,'0'0'325'0,"0"0"-217"0,0 0-40 0,0 0-49 0,0 0-9 0,0 0-9 16,10 0 2-16,-10 0 35 15,0 0-8-15,0 0 15 16,0 0-32-16,0 0-13 15,0 0-30-15,0 0-67 16,0 0-86-16,6 8-91 16,0-3-136-16</inkml:trace>
  <inkml:trace contextRef="#ctx0" brushRef="#br0" timeOffset="65150.96">14027 8838 474 0</inkml:trace>
  <inkml:trace contextRef="#ctx0" brushRef="#br0" timeOffset="65260.48">14027 8838 474 0,'382'41'69'0,"-376"-41"-10"0,-6 3-7 16,9-3-25-16,-9 0-16 15,0 5-10-15,0-5 11 16,0 0-11-16,7 0-1 0,5 0-52 16,0 0-93-16,4 8-39 15</inkml:trace>
  <inkml:trace contextRef="#ctx0" brushRef="#br0" timeOffset="66443.03">15045 8971 432 0,'0'0'93'0,"0"0"11"0,0 0-26 16,0 0-5-16,0 0 27 0,0 0 13 16,0 0-19-16,0 0-14 15,0 0-33-15,0 0-2 16,0 0-42-16,0 0-3 15,0 0-36-15,0 0-26 16,0 0-43-16,0 0-218 16</inkml:trace>
  <inkml:trace contextRef="#ctx0" brushRef="#br0" timeOffset="71987.78">25317 8722 706 0,'0'0'7'0,"0"0"-7"0,0 0 31 16,0 0-9-16,0 0 29 16,0 0 35-16,0 0-53 15,9-184-8-15,-9 184-24 16,0 36 12-16,0 16-11 15,0 4 12-15,-9 0-12 16,-16-12 23-16,4-19-24 16,8-9 26-16,7-13-3 0,6-3-24 15,0 0-20-15,0 0-66 16,0 0-59-16,0 0-36 16</inkml:trace>
  <inkml:trace contextRef="#ctx0" brushRef="#br0" timeOffset="72671.06">25398 9236 446 0,'0'0'46'0,"0"0"-13"0,0 0 35 0,0 0-36 16,0 0 10-16,0 0 65 16,21 3 44-16,-21-3-24 15,0 0-29-15,0-3-3 0,0-30-62 16,0-19-26-16,0-16-7 15,0-16-1-15,7-12-7 16,17 0 16-16,-2 11-14 16,6 13 6-16,-22 16 0 15,7 20-19-15,-13 8 13 16,0 16-7-16,0 8-3 16,0 4-11-16,-19 0-24 15,-21 36 18-15,-22 32-18 16,-19 13-41-16,4 7-90 15,-13-12-85-15</inkml:trace>
  <inkml:trace contextRef="#ctx0" brushRef="#br0" timeOffset="73038.28">26219 9039 725 0,'0'0'145'0,"0"0"-55"0,0 0 48 0,0 0-89 16,0 0-37-16,410 36-12 16,-345-36-3-16,-9 0-12 15,-16 0-46-15,-9 0-39 16,-31-16-154-16,0 0-321 15</inkml:trace>
  <inkml:trace contextRef="#ctx0" brushRef="#br0" timeOffset="73520.92">27804 9011 127 0,'0'0'744'16,"0"0"-700"-16,0 0-12 15,0 0 34-15,28-265-37 16,-16 185 17-16,-6 8-40 15,10 8 0-15,-16 20 5 16,0 24-11-16,0 15 4 0,0 5-3 16,0 0-2-16,-6 0-30 15,-28 20 30-15,-13 13-28 16,0 3-34 0,-8 0-127-16,36 4-24 15,-9 5 42-15,-6 2-150 0</inkml:trace>
  <inkml:trace contextRef="#ctx0" brushRef="#br0" timeOffset="73854.53">27270 9396 743 0,'0'0'80'15,"0"0"42"-15,0 0 2 16,407 56-57-16,-246-56-28 15,13 0-17-15,-19 0-5 16,-22 0-17-16,-28 0-21 16,-36-8-27-16,-17 8-57 0,-30 0-76 15,-22 0-167 1</inkml:trace>
  <inkml:trace contextRef="#ctx0" brushRef="#br0" timeOffset="74253.48">27509 10331 1052 0,'0'0'52'0,"0"0"-9"16,0 0-22-16,0 0-13 15,0 0-5-15,56-265 0 16,-25 196-5-16,-15 17 8 15,-10 13-12-15,-6 14 2 16,0 9-6-16,0 4-20 0,0 12 7 16,0 0 7-16,-22 0-54 15,-3 5-59 1,-3 26-43-16,10 13 63 0,-10 1-80 16</inkml:trace>
  <inkml:trace contextRef="#ctx0" brushRef="#br0" timeOffset="74553.02">27509 10331 524 0,'208'-93'74'0,"-174"109"-9"16,19 17 14-16,9-13 13 0,9-12-25 15,10-5-15-15,-13-3-12 16,6 0 17-16,-21-36-20 16,-6-16 18-16,-7-12-46 15,-21 0-7-15,-13 0-2 16,-6 12-10-16,0 19-5 16,-31 18-7-16,-38 15-1 15,-5 0-46-15,3 20 3 16,-4 32 6-16,23 4-44 15,11 4-70-15,13-12-33 0</inkml:trace>
  <inkml:trace contextRef="#ctx0" brushRef="#br0" timeOffset="74803.25">28278 10230 152 0,'0'0'179'15,"0"0"22"-15,0 0-104 16,0 0-21-16,0 0 20 16,0 0 6-16,347 36-37 15,-278-76 19-15,-17-8-33 16,-11-4-43-16,-13-8 30 16,-28 11-28-16,0 6-3 15,0 7 0-15,0 28-14 16,0 8-1-16,-28 0-10 15,-6 3-58-15,-13 33-72 0,7-3-203 16</inkml:trace>
  <inkml:trace contextRef="#ctx0" brushRef="#br0" timeOffset="75236.12">29370 9573 907 0,'0'0'60'0,"0"0"12"0,0 0 3 0,0 0-52 15,0 0-15-15,0 0-4 16,341 44-4-16,-282-44-15 16,-25 0-7-16,-9-13-49 15,-16-15-61-15,-9-4-149 16</inkml:trace>
  <inkml:trace contextRef="#ctx0" brushRef="#br0" timeOffset="75385.25">29429 9364 870 0,'0'0'179'15,"0"0"-151"1,0 0 22-16,0 0-44 0,0 0-12 16,0 0-45-16,241 80-98 15,-234-103-472-15</inkml:trace>
  <inkml:trace contextRef="#ctx0" brushRef="#br0" timeOffset="76086.37">24743 9704 659 0,'0'0'392'0,"0"0"-383"0,0 0 5 0,0 0 35 0,0 0-5 16,469 0-19-16,-317 0 19 15,-10 0-44-15,-8 0-6 16,-29 0-53-16,-18 0-43 16,-41 0-136-16,-24 0-391 0</inkml:trace>
  <inkml:trace contextRef="#ctx0" brushRef="#br0" timeOffset="76518.32">25326 10535 799 0,'0'0'108'16,"0"0"-23"-16,0 0-34 15,0 0-27-15,0 0-7 16,106-248 12-16,-88 183-24 15,4 14-3-15,-22 10 6 16,0 25-10-16,0 16 2 16,0 0-19-16,0 0 8 0,-46 0-52 15,-16 16 60-15,3 25-12 16,0-5 12-16,12 3-39 16,13-6-82-16,19-10-204 15</inkml:trace>
  <inkml:trace contextRef="#ctx0" brushRef="#br0" timeOffset="77450.57">30734 9757 752 0,'0'0'79'0,"0"0"-69"0,0 0 35 0,0 0 22 15,0 0 3-15,459 0-19 16,-310 0 11-16,-10 0-48 16,16 0 19-16,-9 0-22 15,9 4 0-15,3 0-10 16,10 0-2-16,-1 8-18 0,13 4-14 15,-7-4-5-15,-11 4-55 16,-23 4-204-16,-30-4 231 16,-44-4-404-1</inkml:trace>
  <inkml:trace contextRef="#ctx0" brushRef="#br0" timeOffset="78034.25">31627 10783 836 0,'0'0'146'0,"0"0"-77"0,0 0-13 0,0 0-50 16,-25-276 10-16,44 200-15 0,2 12 11 15,-14 15-11 1,-7 30 7-16,0 7 17 16,0 7 1-16,0 5 22 0,0 0-46 15,0 0 18-15,0 0-19 16,0 0-2-16,-22 8-51 16,-18 20 12-16,-7 21-10 15,16-5-50-15,3-8-135 16,7 0-15-16,21-12-295 15</inkml:trace>
  <inkml:trace contextRef="#ctx0" brushRef="#br0" timeOffset="78187.28">31627 10783 529 0</inkml:trace>
  <inkml:trace contextRef="#ctx0" brushRef="#br0" timeOffset="78350.09">31627 10783 529 0,'403'-3'80'0,"-322"3"-65"0,12-36 31 16,0-28 181-16,0-16-167 16,-72 15-10-16,4 13 13 15,-25 0-36-15,0 11-13 16,0 10-2-16,-25 18-24 15,-15 13 4-15,-16 0-29 16,-3 13-6-16,0 35-11 16,-3-1-20-16,22 2-66 0,15-17-11 15,19 0-246-15</inkml:trace>
  <inkml:trace contextRef="#ctx0" brushRef="#br0" timeOffset="78616.2">32483 10700 104 0,'0'0'248'0,"0"0"-57"15,0 0-144-15,0 0 30 16,195 19 54-16,-148-27-34 16,-1-28-27-16,1-3-3 15,-7-2-19-15,-12-7 7 0,-10-4-34 16,-11 4-18-16,-7 8-3 15,0 7-6-15,0 18-5 16,0 10-40 0,-31 5 20-16,-19 0-43 0,-3 36-109 15,1 5-4-15,5-1 173 16,19-4-116-16</inkml:trace>
  <inkml:trace contextRef="#ctx0" brushRef="#br0" timeOffset="79399.03">25745 11029 509 0,'0'0'118'0,"0"0"-79"0,0 0 28 0,0 0 42 15,0 0-27-15,0 0-32 16,381 144 0-1,-272-116 2-15,-16 0-33 0,12-9 9 16,32 2-10 0,-13-17 6-16,31-4-20 0,12 0 5 15,7-28-1-15,0-20 6 16,-35-9-13-16,-24-2-1 16,-41-1-17-16,-43-4-29 15,-31 7-24-15,0 4-199 16</inkml:trace>
  <inkml:trace contextRef="#ctx0" brushRef="#br0" timeOffset="80431.03">25627 9336 525 0,'0'0'137'15,"0"0"-102"-15,0 0-25 0,0 0-10 16,0 0-2-16,0 0 2 15,37-12 9-15,-15 12 11 16,-10 0 23-16,4 0 45 16,15 0-20-16,-3 8-24 15,18 7-39-15,1 14 8 0,6-1-5 16,9 0 6-16,-3 0-12 16,3-3-2-16,-4-2 6 15,1 1 0-15,16-4 14 16,5 9-15-16,7-1 25 15,6 3-21-15,-6 2-3 16,0-2-4-16,-13 2 2 16,7-9-4-16,-16 0-1 15,-3-8-1-15,-9 0-2 16,-1 0 1-16,-5 1 6 16,15 6-7-16,-3-2 10 15,-13-1-11-15,16-4 5 0,-21-8-12 16,-10-1-34-16,-16-7-44 15,-15 0-143-15,0 0-301 16</inkml:trace>
  <inkml:trace contextRef="#ctx0" brushRef="#br0" timeOffset="81446.5">30694 9164 505 0,'0'0'185'0,"0"0"-130"0,0 0 57 0,0 0-19 16,0 0-72-16,52-238 18 15,-39 191-22-15,8-1-1 16,-2 4-14-16,-7 8-2 16,-2 0 11-16,-10 7 2 0,6 14-2 15,-6 7-8-15,0 8 33 16,0 0-12-16,0 0-24 16,0 31-18-16,-34 26 10 15,-6 10-9-15,-7 5-11 16,7-8-6-16,12-15-48 15,3-13-56-15,25-16-3 16,0-12-20-16,0-4-161 16</inkml:trace>
  <inkml:trace contextRef="#ctx0" brushRef="#br0" timeOffset="81597.97">30694 9164 287 0</inkml:trace>
  <inkml:trace contextRef="#ctx0" brushRef="#br0" timeOffset="81763">30694 9164 287 0,'285'-53'52'0,"-223"53"64"0,-9 0-17 15,21-28 181-15,-3-24-206 16,-30-8-16-16,-7 0-48 15,-6 0-5-15,-22 11-5 16,-6 21-6-16,0 12 5 16,-6 16-6-16,-63 0-16 0,-5 29-3 15,-3 19-25-15,2 4 0 16,13-4-53-16,16-8-70 16,21-8-196-16</inkml:trace>
  <inkml:trace contextRef="#ctx0" brushRef="#br0" timeOffset="82030.39">31286 9108 259 0,'0'0'228'0,"0"0"-143"15,0 0-16-15,142 23-35 16,-89-23 16-16,0 0 39 0,9-8-18 15,-16-20-5 1,-5-8-25-16,-16-4 12 0,-10-4-33 16,-15-5 4-16,0 10-13 15,0 3-10-15,0 11-1 16,-15 14-30-16,-26 11 15 16,-5 0-31-16,-7 11-2 15,0 30-11-15,-2-1-128 16,17-8-123-16</inkml:trace>
  <inkml:trace contextRef="#ctx0" brushRef="#br0" timeOffset="83078.48">26046 10467 463 0,'0'0'40'0,"0"0"-39"0,0 0 45 0,0 0 1 15,0 0 25-15,0 0-25 16,127-108 31-16,-93 92-3 0,0-1-12 16,6-7-31-16,7-7 0 15,27-14 10-15,19-10-30 16,7-26 21-16,20-7-16 15,14-5 12-15,-1 5-27 16,-24 9 18-16,-10 13-13 16,-31 14-2-16,-9 13-1 15,-19 3-2-15,-15 3-4 16,3 2-2-16,-6 6-1 16,-4 5-12-16,4-7 16 0,3 10-11 15,3-3 12-15,-10 4-3 16,10 0-2-16,-9 8 1 15,-4 0-49-15,4 4-20 16,-13-4-33-16,-6 8-59 16,0 0-122-16</inkml:trace>
  <inkml:trace contextRef="#ctx0" brushRef="#br0" timeOffset="84212.84">32070 8992 589 0,'0'0'297'0,"0"0"-216"0,0 0 4 0,0 0-17 16,0 0 0-16,0 0-45 15,186 0-3-15,-152 0-15 0,7 0 4 16,-1 0-9-16,-15 0-4 15,9 0-9-15,0 0-29 16,-9 0-16-16,9 0-98 16,-12 0-211-16</inkml:trace>
  <inkml:trace contextRef="#ctx0" brushRef="#br0" timeOffset="84593.97">32917 9151 185 0,'0'0'470'0,"0"0"-365"16,0 0 11-16,0 0-58 15,0 0-54-15,0 0-4 16,22-132 2-16,-16 92 19 16,15 8-13-16,-14 3 10 0,-1 6-14 15,0 7-3-15,-6 8 0 16,6 4-2-16,-6 4-2 15,0 0-7-15,0 0 3 16,-59 20-15-16,-9 11 19 16,9 2-37-16,13-9-53 15,12-7-94-15,6-10-143 16</inkml:trace>
  <inkml:trace contextRef="#ctx0" brushRef="#br0" timeOffset="86825.15">16241 8281 416 0,'0'0'180'0,"0"0"-130"0,0 0 22 0,0 0-22 0,0 0-24 16,0 0 2-16,0 0-10 15,-6 0 18-15,6 0-14 16,0 0 14-16,0 0-12 16,0 0 2-16,0 0-8 15,0 0-17-15,0 0 4 16,0 0 0-16,0 0-10 15,0 0 10-15,0 0-1 16,13 0 10-16,-1 0 22 16,-3 0-27-16,10 0 9 15,-1 0-6-15,17-28-4 16,-1-12 5-16,0-16-12 16,-16 8-2-16,-11-4 9 15,-7 16-10-15,0 8 4 0,0 7-1 16,-19 17 3-16,-15 4-2 15,-6 0-4-15,-1 0-19 16,1 20 10-16,9 13-8 16,-3 3 19-16,21 0-10 15,13-5 5-15,0 2-3 16,0-9 6-16,0-12-17 16,0-1-10-16,7-6 12 15,17-1-15-15,17-4 19 16,-1 0-23-16,-12 0 27 15,6 0-11-15,-15 0-1 16,-7 0 19-16,-12 0 2 16,0-9 19-16,0-6-7 0,0 11-2 15,0 4 6-15,0 0-4 16,0 0-7-16,0 0-10 16,0 0 4-16,0 0-23 15,0 4 13-15,0 11 11 16,0 6-2-16,0-4 8 15,0-2-12-15,28 6 5 16,-9-2-14-16,2 6-27 16,13-2 0-16,-21 2 21 15,-7-6 5-15,-6-2 13 16,0-6 6-16,0 2 13 16,-6-1 2-16,-41 4 20 15,-5-4-35-15,-17 4 7 0,-5-5 4 16,15 2-3-16,0 2-4 15,10 10-7-15,2 7-9 16,7 8-86-16,-7 1-139 16</inkml:trace>
  <inkml:trace contextRef="#ctx0" brushRef="#br0" timeOffset="87874.37">16924 8096 12 0,'0'0'319'0,"0"0"-309"0,0 0 95 0,0 0-40 15,0 0 2-15,0 0 3 16,-22 0-6-16,9 0 64 15,13 0-41-15,-6 0-11 16,6 0-25-16,0 0-21 16,0 0-21-16,0 0-3 0,0 0-12 15,0 0-3-15,0 0 9 16,0 0-12-16,0 0 7 16,0 0 10-16,0 0-5 15,0 0 6-15,25 0-3 16,3 0 12-16,6-23-14 15,0-10 17-15,-3-3-18 16,-9 4-1-16,-16 9-6 16,6 2 7-16,-12 21 0 15,0 0 0-15,0 0 8 16,0 0-8-16,-12 0-14 16,-16 0 14-16,3 24 0 0,4-4-21 15,8 4 4-15,13 1-26 16,0-1 19-1,0 4 10-15,0-5 2 0,0-2 10 16,6-6-13-16,35-7-16 16,-7-8-39-16,0 0 34 15,-9 0 14-15,-10 0 4 16,4-11 18-16,-13-9 0 16,0-1 0-16,4 6 4 15,-10 7 0-15,0 3 2 16,0 5-4-16,0 0 21 0,0 0-23 15,0 0-2 1,0 5-8-16,0 6 4 16,0 6 4-16,0 7 0 15,0-1 4-15,0 10-4 0,6-2 7 16,6 2-10-16,16-5-3 16,-3 0-4-16,-10-12-19 15,-8-3 23-15,-7-6 2 16,0-3 12-16,0 0 41 15,-16 1 48-15,-37 6-48 16,-12 9-38-16,-3 4 15 16,3 9-3-16,9-5 9 15,3-8-10-15,26-4-20 16,14-4-4-16,1 4-54 16,12 0-155-16,-16 7-68 0</inkml:trace>
  <inkml:trace contextRef="#ctx0" brushRef="#br0" timeOffset="88473.99">15438 9087 542 0,'0'0'115'0,"0"0"-33"0,0 0 45 0,0 0-42 0,0 0-52 15,0 0-33-15,0 0 0 16,69 0 20-16,17 0 25 16,20 0 4-16,36 0-27 15,4 0 12-15,22 0-22 16,11 0 0-16,-5-4-3 15,0-8-18-15,-13 0 9 16,-6-8-32-16,-31 4-19 16,-22 0-37-16,-21 4-11 15,-41 9-56-15,-27 3 19 0,-13 0-152 16</inkml:trace>
  <inkml:trace contextRef="#ctx0" brushRef="#br0" timeOffset="89158.67">16148 9729 271 0,'0'0'193'0,"0"0"-71"0,0 0-3 0,0 0 13 16,0 0-63-16,0 0-10 16,0 8-25-16,0-8 19 15,0-20-16-15,0-21 4 0,0-18-34 16,0 7 25-16,0-5-10 15,0 1-21-15,0 17 1 16,0 2 0-16,0 8-4 16,0 18-17-16,0 7 18 15,0 4-6-15,0 0-1 16,0 0-14-16,-21 36 19 16,-32 17 2-16,-6 2-28 15,3 9-18-15,16-19-62 16,15-18-201-16</inkml:trace>
  <inkml:trace contextRef="#ctx0" brushRef="#br0" timeOffset="89773.22">17010 9697 219 0,'0'0'230'0,"0"0"-102"0,0 0-24 0,174-221-51 16,-174 181-22-16,0 4 65 15,-6 16-33-15,-50 8-23 16,-9 12 3-16,-10 0-36 16,-5 8-6-16,-1 37-1 15,28 6 0-15,7-7-35 16,18 5-46-16,22-13-79 16,0-8 34-16,6-8-46 15,0-16 16-15,0-4 110 16,6 0 40-16,28 0 6 15,6 0 9-15,1 0 26 0,-7 0-35 16,0 0 0 0,-16 0 0-16,-5 0 3 0,2 4 58 15,-2 7 82-15,-1-3-1 16,28-3-76-16,1 3-8 16,11-8-25-16,17 0-3 15,5 0 23-15,-3 0-28 16,-2-8-19-16,-23-16 13 15,-6-16 11-15,-5 4-17 16,-29-13 21-16,-6 2-20 16,0 14 1-16,0 17-10 15,0 12 16-15,0 4 28 16,-22 0-38-16,-9 0-11 16,-3 28-13-16,0 5-10 0,-6-10-62 15,21-7-118 1,3-16-284-16</inkml:trace>
  <inkml:trace contextRef="#ctx0" brushRef="#br0" timeOffset="92904.87">3125 8779 697 0,'0'0'81'0,"0"0"-70"0,0 0-10 0,0 0 43 0,0 0-20 15,0 0-6-15,-52 44-4 16,52-44 2-16,-6 12 31 15,6 7-17-15,-7 14 30 16,7 6-23-16,0 2-8 16,0-1-20-16,0-4-8 15,0-4 3-15,0-4-3 16,0-8-2-16,0-4 2 0,0-4-3 16,19 1 0-1,-4-5-1-15,10 0-10 0,-3 0 6 16,-3-8-2-16,2 0 8 15,-21 0-8-15,0 0-6 16,0 0 14-16,0 0 2 16,0 0 7-16,6-24-7 15,-6-17 20-15,0-7-20 16,0-12 11-16,0-4-7 16,0-8-4-16,0-8-1 15,0-4 0-15,0-1 0 16,0 1-20-16,0 4 19 15,19 3-9-15,-3 2-6 0,2 6 4 16,-5 5 12 0,2 15-1-16,-15 5 3 0,13 8-5 15,-13 5 9 1,12 6-9-16,-12 1 13 0,0-4-16 16,0 0 11-16,0 8-5 15,6-12 0-15,10-12 0 16,2-1 0-16,10-10-8 15,6-6-11-15,-3 13-7 16,3 4-7-16,-6 5-69 16,-3 14 24-16,-9 14 62 15,-16 2 16-15,0 5 8 16,0 0 43-16,0 0-51 16,6-4 12-16,0-1-12 0,0 2 4 15,-6-1 8-15,6 8 17 16,-6 0 15-16,0 0-19 15,10 0-11-15,-10 0 2 16,0 0-11-16,18 0-4 16,-5 0 4-16,2-4-6 15,26-4 2-15,-17-1 4 16,4 6-5-16,13 3 0 16,-23-4 4-16,16 4 7 15,0 0 7-15,0 0-3 16,4-4-1-16,-4-4-7 15,12-1-4-15,1-2 5 16,-1 3 6-16,10 4-12 16,-16 0-1-16,19 0 5 15,10 4-6-15,-11-5 4 16,17 2-3-16,-10-5 3 0,9 3-3 16,1 2 0-16,5 3-1 15,-8-4 1-15,8-4-2 16,1 0 2-16,-7-5-8 15,-2 1 13-15,2 1-9 16,1-2 6-16,-10 5-4 16,9 1 2-16,0 7-2 15,7 0-4-15,0 0 5 16,-4 0-2-16,4 0 4 16,15-13-6-16,-25 2 4 0,10-1-4 15,-7-1-2 1,-15 5 1-16,9-4 3 0,-15 12 0 15,6-8-4-15,3 8-3 16,-15 0 8-16,27 0-3 16,-15 0-5-16,9 0 17 15,19 0-18-15,-10 0 11 16,20 0-2-16,30 0 2 16,-9 0 4-16,2 0-5 15,1 0-1-15,-28 0-3 16,-6 0 6-16,-6 0-8 15,6 0-7-15,-19 0-10 16,3 0 6-16,-3 0 15 16,1 0-2-16,-10 0 3 0,15 0 0 15,-3 0 2 1,4 0 1-16,-7 0 4 0,-3 0-6 16,16 0 5-16,-1 0 1 15,7 0-2-15,0 0-4 16,6 0 2-16,-6 0 0 15,21 0 9-15,10 0-7 16,-3 0-8-16,6 0 13 16,-7 0-9-16,-20 0 0 15,-1 0 0-15,0 0 2 16,-13 0 2-16,1 0-5 16,-1 0 2-16,13 0-2 15,0 0 12-15,7 0-19 0,8 0 8 16,-2-11 0-16,8-2-3 15,-14 5 3-15,8-4 0 16,-21 12 2-16,-13 0 4 16,-9 0-5-16,4 0 33 15,-4 0-33-15,9 0 4 16,1 0-2-16,5 0-3 16,-2 0 0-16,2 12-1 15,1-4-3-15,12 5 1 16,3-2-8-16,-3 5 11 15,13-12 3-15,-4 4-3 16,16-3 0-16,3-5-3 0,-13 0 3 16,10 0-1-16,3 0 7 15,-13 0-12 1,-8 0 14-16,8 0 0 16,-9 0-4-16,-12 8 12 0,12-1-14 15,-12 9 11-15,0-8 2 16,0 4-9-16,15 9 1 15,4-10-3-15,21-2 6 16,-6-1-9-16,6-5 13 16,0-3-14-16,-6 5 19 15,-16-5-7-15,4 3-5 16,-16 2 0-16,0-5-6 0,-6 0 10 16,21 0-5-16,-9 0-12 15,1 0 16 1,-7 0-20-16,-7 0 13 0,-5 0-3 15,0 0 1-15,-13 0-1 16,-3 0 9-16,3 0-7 16,4 0 3-16,2 0-1 15,7 0 3-15,5 0-7 16,-5 0 4-16,12 0-3 16,-12 0-1-16,-13 0 2 15,3 0-1-15,-3 0 12 16,7 0-6-16,-10 0-5 15,3 4-2-15,-9 0 0 16,9-4-1-16,-3 0 1 16,4 0 0-16,-10 0 2 0,-7 0 6 15,-5 0-8-15,9 0 16 16,-16 0-14 0,6 0 10-16,7 0-11 0,-13 0-1 15,13 0 0-15,9 0 0 16,-3 0-1-16,0 0 4 15,-13 0-9-15,-18 0 18 16,19 0 0-16,-13 0-3 16,6 0 12-16,1 0-17 15,-1 0-5-15,-6-4 1 16,3 4-5-16,-9 0 4 16,6 0 1-16,0 0-6 0,-15 0 12 15,-7 0-11 1,16 0 9-16,0 0-5 0,-9 0 1 15,-13 0-17-15,10 0 11 16,-10 0 9-16,-6 0-6 16,0 0-3-16,0 0 6 15,0 11 0-15,0 5 27 16,0 5-26-16,0-1-1 16,0-4-1-16,0 0-29 15,0-4-39-15,0-4-55 16,-22-8-60-16,-18 0-306 15</inkml:trace>
  <inkml:trace contextRef="#ctx0" brushRef="#br0" timeOffset="94253.51">3107 8774 308 0,'0'0'114'0,"0"0"-90"0,0 0 61 0,0 0-20 0,0 0 3 15,0 0 20-15,-34 5-15 16,34-5-28-16,0 0-15 16,0 0 11-16,0 0-41 15,0 0 8-15,0 0-3 16,0 0-5-16,0 0 3 16,-13 0 0-16,1 0-3 15,-10 0 6-15,4 0-1 16,-10 0-2-16,22 0 9 15,-1 0-11-15,7 0 11 16,0 0-12-16,0 0-1 16,0 0-1-16,0 0 2 0,0 0-1 15,0 0 7-15,0 0 6 16,0 0 4-16,0 0 10 16,-9 0-24-16,9 23 4 15,0 10-4-15,0 14-2 16,0 10 9-16,40-1-9 15,16 5 23-15,3-6-22 16,15-7 13-16,-21-4-12 16,6-11-2-16,-25-5 2 15,-6-9-4-15,-15-2-4 16,-1-17-31-16,-3 0-72 16,-9-25-365-16</inkml:trace>
  <inkml:trace contextRef="#ctx0" brushRef="#br0" timeOffset="125526.43">3950 9340 230 0,'0'0'77'0,"0"0"-77"0,0 0 65 0,0 0 1 16,0 0-28-16,0 0 13 15,0 0-7-15,0 0 1 16,-15 0 3-16,15 0 38 0,0 0-20 16,0 0-28-16,0 0-23 15,0 0-3-15,0 0-2 16,0 0-6-16,0 0 13 16,0 0-5-16,0 0 24 15,0 0-16-15,0-24 7 16,0-9-12-16,62-19-2 15,9-15-10-15,25-10 10 16,3-3-13-16,7-1 1 16,-10 18 9-16,-25 10-10 15,-9 17-14-15,-21 8-11 0,-1 0-4 16,-21 4-15 0,8 4-26-16,-8 4-80 0,-19 12-29 15,0 4-229-15</inkml:trace>
  <inkml:trace contextRef="#ctx0" brushRef="#br0" timeOffset="126326.13">5786 8076 284 0,'0'0'244'0,"0"0"-215"0,0 0 43 0,0 0 28 16,0 0 30-16,0 0-36 15,201-160-18-15,-120 108-40 16,-7-12 14-16,4 0-27 0,12-5 1 16,-3-6-13-16,6 6-10 15,6 13-1-15,-18 12-7 16,-29 20 1-16,-11 15-54 15,-7-2-14-15,-10 3-77 16,-2-4-118-16,-16 12-64 16</inkml:trace>
  <inkml:trace contextRef="#ctx0" brushRef="#br0" timeOffset="128023.29">5628 9316 407 0,'0'0'30'0,"0"0"-8"0,0 0 4 0,0 0-26 0,0 0 18 16,0 0 26-16,-22 16 15 15,22-16-10-15,0 0 34 16,0 0-5-16,0 0-3 15,0 0-49-15,0 0-7 16,0 0-2-16,0 0-9 16,0 0 0-16,0 0-7 15,0 0 23-15,0-4-24 16,22-41 21-16,49-10-5 0,31-17 6 16,-9-5 1-16,13 1-10 15,9 8-5-15,-29 7 1 16,-5 13-18-16,-16 9 1 15,-25 15 7-15,-18 15-38 16,-16 9 13-16,-6 0-22 16,0 0 1-16,0 12 43 15,0 12 4-15,-28 4-6 16,4-8 18-16,8-7-16 16,10-5 12-16,0-4-1 15,6 0-5-15,0-4 9 0,0 0-4 16,0 0 10-1,0 0-9-15,0 0-4 0,0 0-2 16,-7 0 0 0,7 0 3-16,0 0-2 0,0 0 1 15,0 0-3-15,0 0 2 16,0 0-3-16,0 0-9 16,0 0-14-16,-6 0-65 15,-6 0-143-15</inkml:trace>
  <inkml:trace contextRef="#ctx0" brushRef="#br0" timeOffset="129256.33">8065 8209 25 0,'0'0'133'0,"0"0"-105"0,0 0-8 0,0 0-5 16,0 0 29-16,0 0 69 15,0 0 14-15,0 0-40 16,0 0-9-16,0 0-35 16,0 0-6-16,0 0-27 15,0 0 7-15,0 0 0 16,0 0 15-16,0 0 17 15,0 0-16-15,0 0 3 0,0 0-18 16,0 0 18-16,0 0-32 16,0 0 10-16,0 0-10 15,0 0 3-15,0 0-3 16,0 0 2-16,0-8-3 16,0-17-2-16,56-14 30 15,3-5-29-15,15-12 16 16,19-13-14-16,0-3-2 15,28 4-2-15,-16 4-10 16,-24 20-7-16,-13 12-21 16,-34 11 4-16,-21 13-9 15,-7 8-12-15,-6 0-57 16,0 0 21-16,0 0-17 0,0 33-116 16</inkml:trace>
  <inkml:trace contextRef="#ctx0" brushRef="#br0" timeOffset="134203.26">7919 9673 108 0,'0'0'187'0,"0"0"-186"0,0 0 51 0,0 0 78 0,0 0-42 16,0 0-15-16,0 0-11 15,-12 0 20-15,12 0-33 16,0 0-3-16,0 0-8 16,0 0-11-16,0 0 9 15,0 0-22-15,0 0 20 0,12-36-5 16,28-13 11-16,35-15-12 16,12-8-15-16,24-12-10 15,4-4 5-15,6 0-3 16,6 7-5-16,-28 9-1 15,-12 16-47-15,-25 20-14 16,-31 15-23-16,-15 21-83 16,-16 0-11-16,0 9-134 15</inkml:trace>
  <inkml:trace contextRef="#ctx0" brushRef="#br0" timeOffset="135268.63">10325 8350 163 0,'0'0'156'0,"0"0"-24"0,0 0-32 16,0 0-57-16,0 0-34 16,0 0 43-16,-12 3-25 15,6-3 18-15,-4 0 1 16,4 5 35-16,6-5 6 16,0 3-33-16,0-3 4 15,0 0-27-15,0 0 0 16,0 0-21-16,0-24-10 15,62-28 5-15,31-16 25 16,34-17-20-16,13-15-5 16,15-8 2-16,-9 4-6 15,-13 4-1-15,-12 24-10 16,-41 24 10-16,-27 24-57 0,-40 23-8 16,-13 5-71-16,0 13-112 15,-25 30 10-15</inkml:trace>
  <inkml:trace contextRef="#ctx0" brushRef="#br0" timeOffset="136449.94">10158 9629 232 0,'0'0'120'0,"0"0"-18"0,0 0-51 0,0 0-18 0,0 0-1 16,0 0-19-16,-81 52 28 16,81-52-15-16,-6 0 57 15,0 8 24-15,-7-4-24 16,7-4-52-16,6 4-10 16,-9 0-6-16,-4-4-4 15,13 0 7-15,0 0-7 16,0 0 24-16,0 0-21 15,0 0 21-15,0 0-26 16,0 0-1-16,13-20-7 16,43-12 13-16,9-16-4 15,22-13-5-15,21-7-4 0,13-12 6 16,3-1-7-16,3 1 10 16,-6 13-15-16,-28 18 5 15,-31 21-6-15,-37 12-10 16,-9 12-12-16,-10 4-1 15,-6 0-39-15,0 0 6 16,0 0-176-16,0 0-259 16</inkml:trace>
  <inkml:trace contextRef="#ctx0" brushRef="#br0" timeOffset="137118.32">12170 8261 404 0,'0'0'200'0,"0"0"-141"15,0 0 33-15,0 0-6 0,0 0-62 0,0 0 28 16,-12 4-30-16,12-4-7 16,0-4-7-16,12-20 8 15,47-9 26-15,9-10-23 16,1-9 8-16,8 0-17 15,-15-1 20-15,3 1-27 16,-3 4-6-16,-22 4-4 16,1 4-27-16,-10 8-66 15,-16 19-92-15,-15 13-19 0,0 0-306 16</inkml:trace>
  <inkml:trace contextRef="#ctx0" brushRef="#br0" timeOffset="137816.03">11628 9649 373 0,'0'0'0'0,"0"0"-8"0,0 0 1 0,0 0 7 0,0 0 6 15,0 0 23-15,49 4 50 0,-36-4 12 16,-1 0-19-16,0 0 28 16,16 0-5-16,0-4-22 15,12-21-35-15,13-6 9 16,28-18-20-16,12-10 8 16,12-13-20-16,-2 6-11 15,-17 2-4-15,-27 20-30 16,-31 13-13-16,-3 11-4 15,-16 12 33-15,-9 3-56 16,0 5-33-16,0 0-66 16</inkml:trace>
  <inkml:trace contextRef="#ctx0" brushRef="#br0" timeOffset="138465.32">13212 8345 269 0,'0'0'328'0,"0"0"-249"0,0 0 28 0,0 0-14 16,0 0-39-16,0 0 4 16,208-156-32-16,-115 91 16 15,-13 1-40-15,-5 12 6 16,-16 12-8-16,-19 0-7 0,-6 8-48 15,0 8 18-15,-15 4-44 16,9 0-62-16,-22 8-15 16,6 12-182-16</inkml:trace>
  <inkml:trace contextRef="#ctx0" brushRef="#br0" timeOffset="142298.75">14390 9508 183 0,'0'0'220'0,"0"0"-106"0,0 0-74 0,0 0-22 0,0 0-11 15,0 0 21-15,0 0 11 16,-21 0-4-16,21 0-8 16,0 0-11-16,0 0 19 15,0 0-11-15,0 0 0 16,0 0-19-16,0 0 13 16,0 0-7-16,0 0-1 15,0 0-10-15,0 0 4 16,0 0-11-16,0 0 1 15,0 0 3-15,0 0-13 16,0 0 15-16,15 0-2 0,10 0 3 16,-3 0 9-1,2-23 10-15,10-18 10 0,-12 5-23 16,3-8-2 0,-3 12 0-16,-16 4-8 0,-6 7 4 15,0 13 0-15,0 1 2 16,0 7-2-16,-13 0-13 15,-14 0 0-15,-1 0 2 16,3 12-20-16,-3 12 29 16,16 0-8-16,-4-5-8 15,16-6-15-15,0-1 26 16,0-4-16-16,0 4 11 16,0-4 4-16,0 0-3 15,9-3 6-15,10-5-20 0,-7 0 12 16,4 0-22-16,-10 0 33 15,-6 0-24-15,0 0 19 16,0 0 5-16,6 0 2 16,-6 0 1-1,0 0 0-15,0 0 12 0,0 0-13 16,0 8-13-16,0 3-11 16,0 1 24-16,0 16 4 15,6 1 6-15,-6-6 1 16,0 2-5-16,7-6-8 15,-1-2 5-15,3-6-6 16,-9-3 9-16,0 0-9 16,0-3 6-16,0 7-3 0,0-4 0 15,0 4 2 1,0 0 6-16,0 8-6 0,0-4 7 16,-22-9-7-16,16 6 2 15,0-9 1-15,-16-4-10 16,16 8-17-16,-12 0-31 15,2 0-168-15</inkml:trace>
  <inkml:trace contextRef="#ctx0" brushRef="#br0" timeOffset="143361.1">14905 9336 73 0,'0'0'197'0,"0"0"-127"0,0 0-23 0,0 0-18 16,0 0-26-16,0 0 1 16,-16 8 3-16,16-8 20 15,0 0-6-15,0 0 2 16,0 0-1-16,0 0 41 0,0 3-15 16,0-3-25-1,0 0-10-15,0 0-13 0,0 0 0 16,0 0-4-16,0 0 2 15,0 0 4-15,0 0 9 16,0 0 6-16,0 0-17 16,0 0 0-16,0 0-1 15,0 0-1-15,0-19 4 16,0-5 1-16,10 3 2 16,-4 10-8-16,-6 7 6 15,0 4 6-15,0 0 12 16,0 0-8-16,0 0-13 15,0 0-7-15,-22 0 5 16,4 0-11-16,-4 0 12 16,10 15-14-16,-1-2 2 0,7 7 2 15,6 0 1 1,0 4 7-16,0 4 3 0,0-8-1 16,0-7 3-16,6-2-4 15,19-7 0-15,9-4-5 16,-6 0-35-16,-9 0 38 15,2 0 1-15,-8 0 6 16,5-15-2-16,4-2 7 16,-10 1-3-16,-5 4 1 15,2-4-12-15,-9 3-4 16,0 2 2-16,0 3-15 16,0 8 20-16,0 0-4 0,0 0 14 15,0 0-4 1,0 0-2-16,0 0-1 0,0 0 6 15,0 8-6 1,0 3 0-16,0 6 0 0,0-5 0 16,0 0 0-16,-9 0-7 15,9 1 19-15,-7 14-14 16,1-2 10-16,-6-5-5 16,-4 11 7-16,-2-7 11 15,11-4 2-15,1-4-3 16,-15-4 18-16,8 4 11 15,1-3 1-15,-10 7-47 16,3 0 7-16,-2 4-4 16,8-1-12-16,1-6 6 15,12-1-20-15,0-16-63 16,0 0-82-16,0 0-292 0</inkml:trace>
  <inkml:trace contextRef="#ctx0" brushRef="#br0" timeOffset="144110.22">14328 9961 16 0,'0'0'221'0,"0"0"-199"0,0 0 19 0,0 0 13 0,0 0-16 0,0 0 35 0,-18 17-1 16,18-17-11-16,0 0-31 15,-7 0 12-15,7 0-29 16,0 0 0-16,0 0-12 16,0 0 3-16,-6 0 10 0,-3 8 9 15,3-8 28 1,-7 0-17-16,7 8-4 0,0-5-23 15,0 2 2-15,6-5-1 16,0 0-8-16,0 0 4 16,0 0 0-16,0 0 14 15,0 0-15-15,0 0 37 16,0 0-26-16,0 0 7 16,0-16-20-16,0-20 22 15,46-17-6-15,26-19-7 16,30-11 3-16,25-22 2 15,13 0 17-15,-13 9-31 16,-22 20-1-16,-18 20-2 16,-25 24-30-16,-37 20-36 15,-4 12 0-15,-21 0-114 0,0 23 115 16,-27 10-136-16</inkml:trace>
  <inkml:trace contextRef="#ctx0" brushRef="#br0" timeOffset="145375.49">15928 8682 37 0,'0'0'195'0,"0"0"-107"0,0 0-14 0,0 0-19 0,0 0 21 15,0 0-15-15,-15 0 10 16,15 0-21-16,0 0-16 16,0 0-13-16,0 0 7 15,0 0-5-15,0 0-14 0,0 0 6 16,0 0-15-16,0 0 5 15,28-28 3-15,31-8 28 16,15-8-16 0,25-8-10-16,16-9-8 0,18-11 0 15,7-8 2-15,15-12 5 16,6-8-13-16,6 4 4 16,-21 11-6-16,-19 21-61 15,-40 32-44-15,-47 24 26 16,-12 8 11-16,-21 0 39 15,-7 0 35-15,0 8 36 16,0 12-9-16,0-8-8 16,0 1-14-16,0-2 27 0,0 1-9 15,-16 8-4 1,-3-4 27-16,13 0 5 16,0-11-35-16,6 2-5 0,0-3-15 15,0-4 12-15,0 0-16 16,0 0 16-16,0 0 2 15,0 0 25-15,0 0-14 16,0 0 0-16,0 0-5 16,0 0 9-16,0 0-24 15,0 0-2-15,0 0-1 16,0 0-18-16,0 0-77 16,0 0-37-16,0 0-207 15</inkml:trace>
  <inkml:trace contextRef="#ctx0" brushRef="#br0" timeOffset="146609.51">18492 9056 182 0,'0'0'320'0,"0"0"-319"0,0 0 44 0,0 0-14 0,0 0-5 16,0 0-13-16,261-57 2 15,-227 50 24-15,-12-2-6 16,-16 9 13-16,-6-4-11 0,12 4-7 15,-12-4-28-15,7 4-13 16,-7-4-49-16,0 0 20 16,0 0-27-16,0 4-35 15,0 0-44-15,-7 0-211 16</inkml:trace>
  <inkml:trace contextRef="#ctx0" brushRef="#br0" timeOffset="146876.26">18272 8746 353 0,'0'0'507'0,"0"0"-488"16,0 0 5-16,0 0-9 15,0 0-11-15,0 0 36 16,75-52-4-16,-57 52 11 15,-18 0-26-15,34 0 7 16,-6 0-9-16,13 0-13 16,-17 0-6-16,32 0-6 15,-15-8 0-15,-1-7-61 16,13-10-5-16,-13 1-184 16,-28-1-169-16</inkml:trace>
  <inkml:trace contextRef="#ctx0" brushRef="#br0" timeOffset="149023.19">19609 9997 458 0,'0'0'216'0,"0"0"-193"0,0 0-13 0,0 0-4 16,0 0 1-16,0 0-6 16,127 141 5-16,-112-137 17 15,-8-4 37-15,-1 0 34 16,-6 0-32-16,0 0-20 15,6 0-6-15,6 0-16 16,10-28-4-16,-10-20 20 16,16-16 19-16,-15-5-52 15,-1-14 10-15,-12-22-6 0,0-11-9 16,0-28 2-16,0-13 0 16,0-15-2-16,0-1-3 15,0 21 0-15,0 15 8 16,0 25-6-16,-6 16 5 15,-6 4-4-15,12 4-2 16,0-5-3-16,0 4-14 16,0 14 9-16,0 22 12 15,0 22 0-15,0 15 1 16,0 7 0-16,0 9 22 16,0 0-12-16,0-4-11 15,0-4-4-15,0 4 3 0,0-4-6 16,0-4 7-16,0 12-8 15,0-8 16-15,0 8-8 16,0 0 3-16,0 0-2 16,0 0 3-16,18-11-6 15,10 3 3-15,0-5-1 16,12 1 0-16,-15 9 3 16,9 3-6-16,0 0 6 15,13 0-3-15,12 0 3 16,34 0 27-16,21 3-20 15,35 5 6-15,16-8 9 16,24 0-21-16,-3 0 13 16,15 0-15-16,-15 0 22 15,-18-8-23-15,-13-4 7 16,-37 4-7-16,-16-4-2 0,-9-8-26 16,-25-5-27-16,-3-14-11 15,-37 11-63-15,-28 0-265 16</inkml:trace>
  <inkml:trace contextRef="#ctx0" brushRef="#br0" timeOffset="153285.06">21007 8863 272 0,'0'0'68'0,"0"0"29"0,0 0-26 0,0 0-21 0,0 0-10 16,0 0 5-16,0 0 8 16,0 27-28-16,-6-18 32 15,0-5 24-15,-10 4-14 16,16-1-50-16,0-2 19 15,0-5-24-15,0 3 10 16,-6 2-22-16,6 3 4 16,-6 4 11-16,6 0-9 15,-6-4 37-15,6-8-20 0,0 0 2 16,0 0-22-16,0 0 1 16,0-20-4-16,0-36 0 15,0-13 16-15,6-6-9 16,0 2 6-16,0 1-5 15,-6 8-7-15,0 0 3 16,0 3-8-16,0 14-27 16,0 19 12-16,0 15 10 15,0 13 7-15,0 0 0 16,0 24 4-16,-25 32-11 16,-43 13 9-16,9-5-14 15,19-16-13-15,12-16-30 16,9-8-23-16,19-7-201 15,0-6-97-15</inkml:trace>
  <inkml:trace contextRef="#ctx0" brushRef="#br0" timeOffset="153835.45">20499 9100 455 0,'0'0'193'0,"0"0"-155"0,0 0 78 0,0 0 22 0,0 0-86 15,0 0 6-15,-41 0-42 16,41 0-1-16,0 0-7 16,41 0 11-16,52 0 55 15,21-5-42-15,26-19 14 16,21 0-30-16,0 0 0 15,7 4-14-15,-22 4-4 16,-19 0-33-16,-28-1-10 16,-31 10-31-16,-43 3-71 15,-25 4-190-15</inkml:trace>
  <inkml:trace contextRef="#ctx0" brushRef="#br0" timeOffset="156116.21">20740 10022 332 0,'0'0'53'0,"0"0"54"0,0 0-17 15,0 0-61-15,0 0-26 16,0 0 9-16,0 0 11 16,0 3 26-16,0-3-9 15,0 0 37-15,0 0-30 16,0 0-2-16,0 0-40 0,0 0 6 15,0 0 28-15,0 0 7 16,0 0 17-16,0 0-41 16,0-11-12-16,0-42 5 15,0-11 4-15,0-16-14 16,31-12 5-16,-9-4-6 16,-16 4-4-16,7 7-4 15,-13 25-16-15,0 15 2 16,0 34 17-16,0 11-14 15,0 0 15-15,0 8-12 16,-47 44-7-16,-5 17-11 16,-14 3 9-16,11-8-12 15,14-20 27-15,17-13-55 0,24-14-101 16,0-9-54 0,0 3-258-16</inkml:trace>
  <inkml:trace contextRef="#ctx0" brushRef="#br0" timeOffset="156500.37">21113 9974 306 0,'0'0'77'0,"0"0"-24"0,0 0 40 0,0 0-19 0,0 0 5 16,0 0 30-16,316-165-11 15,-298 101-37-15,-2 8-44 16,-16 12 7-16,0 11-10 15,0 9 11-15,-56 12-20 16,-9 9-5-16,-16 3-63 16,-12 0 19-16,19 12-34 15,0 27 6-15,21 5 48 16,19 5-1-16,27-13 16 0,7 0-128 16,0-8-184-16</inkml:trace>
  <inkml:trace contextRef="#ctx0" brushRef="#br0" timeOffset="156816.4">21113 9974 141 0,'421'-88'268'0,"-415"111"-190"16,29 1 18-16,17-4-69 0,16-4-18 15,7-11 14-15,-4-5 25 16,-3 0 7-16,-9 0 30 16,-3-16 10-16,-16-20-49 15,-9-21 26-15,4-7-45 16,-14-8 4-16,-21 0-31 16,0 19 5-16,0 17-10 15,-21 17 6-15,-45 19-4 16,-30 0-40-16,-15 24 24 15,2 35-47-15,4 10 29 16,2-5-115-16,26-8-99 16</inkml:trace>
  <inkml:trace contextRef="#ctx0" brushRef="#br0" timeOffset="158266.41">17786 12448 478 0,'0'0'434'0,"0"0"-432"0,0 0 13 0,0 0-15 0,0 0-12 15,0 0 12-15,99 0 32 16,-59 0-1-16,-12 0 30 15,-3 0-15-15,-4 0-2 16,-8 0-25-16,15 0-17 16,-3 0-2-16,2-8 9 15,1 0-22-15,-3 4-10 16,-9-3-7-16,-4 2-45 16,-12 5 12-16,0 0 23 15,0 0-42-15,-34 0-302 16</inkml:trace>
  <inkml:trace contextRef="#ctx0" brushRef="#br0" timeOffset="158531.75">17711 12131 713 0,'0'0'148'16,"0"0"-118"-16,0 0-23 16,0 0 7-16,0 0 6 15,0 0 50-15,161-16-17 16,-102 9-43-16,3 7-10 16,-3-8 0-16,-12-9-10 15,-1-7-58-15,-18 8-124 0,-28 1-192 16</inkml:trace>
  <inkml:trace contextRef="#ctx0" brushRef="#br0" timeOffset="161162.24">19736 12071 217 0,'0'0'174'0,"0"0"-90"0,0 0-11 0,0 0-24 15,0 0-30-15,0 0-17 16,0 0 2-16,0 0 3 15,0 0 4-15,0 0 24 16,0 0 23-16,0 0-27 16,0 0-14-16,0 0 10 0,0 0 8 15,0 0 12 1,0 0-36-16,0-4 21 16,0-32-21-16,0-16 33 0,15-17-17 15,-2-15 12-15,5-4-15 16,4-4-14-16,-10 0-3 15,23 7-7-15,-17 13 0 16,4 17-7-16,-10 22-4 16,-12 17 2-16,0 16 3 15,0 0-12-15,-6 0 0 16,-53 32 18-16,-9 24-1 16,-6 16-5-16,-13 5-6 15,34-2 12-15,0-9-58 16,19-19-141-16,9-11-267 0</inkml:trace>
  <inkml:trace contextRef="#ctx0" brushRef="#br0" timeOffset="161762.09">19029 12436 307 0,'0'0'249'0,"0"0"-241"0,0 0 95 0,0 0-43 0,0 0-7 16,0 0 1-16,0 0 12 15,-75 0-9-15,75 0-9 16,0 0 23-16,0 0-35 15,0 0 0-15,13 0-29 16,83 0 29-16,22 0-29 16,43-28 26-16,19-4-23 15,9-8-10-15,-9 12-5 16,-13-8-45-16,-21 19-2 0,-25 1-72 16,-40 8-106-16,-47 8-191 15</inkml:trace>
  <inkml:trace contextRef="#ctx0" brushRef="#br0" timeOffset="162977.37">19296 13447 415 0,'0'0'140'0,"0"0"-108"0,0 0 20 0,0 0 16 15,0 0-33-15,0 0 74 16,0 4-48-16,6-4-7 16,-6 0 4-16,0-28-3 15,6-24-26-15,3-25-7 0,4 5 4 16,-1-17-19 0,-12 10-2-16,0 11 11 0,0 4-25 15,0 7 9-15,0 13-3 16,0 16 1-16,0 16 2 15,0 9 1-15,-12 3-1 16,-16 0-9-16,3 0-28 16,-3 11 15-16,9 17-17 15,-2 8-38-15,-7-3-148 16,22 6-220-16</inkml:trace>
  <inkml:trace contextRef="#ctx0" brushRef="#br0" timeOffset="163315.21">19624 13182 217 0,'0'0'36'0,"0"0"15"16,0 0 71-16,0 0-44 15,0 0 25-15,347 48-14 16,-266-60 25-16,-22-24-46 16,15-13 7-16,-21-6-26 0,0-9-7 15,-19-5-9-15,-22 5-16 16,-12 0-5-16,0 16-10 16,0 12 1-16,-6 24-3 15,-47 12-3-15,-21 0-21 16,-19 57-3-16,-6 15 19 15,6 11-12-15,12-2-5 16,19-21-179-16,16-24-579 16</inkml:trace>
  <inkml:trace contextRef="#ctx0" brushRef="#br0" timeOffset="164912.26">2632 9961 684 0,'0'0'35'0,"0"0"68"0,0 0-6 16,0 0-68-16,0 0-7 15,0 0 21-15,-347-36-2 0,260 36-4 16,-6 0 22-16,-15 8-56 15,-13 20 22-15,-19 21-11 16,-15 2-13-16,-24 10 14 16,-8 3-15-16,20 4 20 15,27 16-18-15,44 9 21 16,37 19-20-16,32 17 2 16,20 7-5-16,7 0 0 15,16-7-5-15,55-13 3 16,38-27-2-16,24-2-3 15,75-19-4-15,18-7 7 16,35-13-12-16,15-12 13 16,-25-9-6-16,-9-14-3 15,-16-5-13-15,-31-8 23 0,-27 0-10 16,-29-16 5-16,-18-33 8 16,-9-18-18-16,-4-22 33 15,-15-23-20-15,-12-20 4 16,-28-13 0-16,-19-3-2 15,-28-9 2-15,-6 10-2 16,-12-2-30-16,-75 8 4 16,-22 21-5-16,-30 16 33 15,-29 40 3-15,-52 28 3 16,-22 24 23-16,3 12 26 16,13 0-49-16,37 59-6 15,49 22 9-15,26 27-8 0,73 16-2 16,41 5-51-1,0-17-189-15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6833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customXml" Target="../ink/ink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customXml" Target="../ink/ink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customXml" Target="../ink/ink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customXml" Target="../ink/ink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customXml" Target="../ink/ink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17E6AA6A-C626-6554-41B8-2AFC07D14681}"/>
                  </a:ext>
                </a:extLst>
              </p14:cNvPr>
              <p14:cNvContentPartPr/>
              <p14:nvPr/>
            </p14:nvContentPartPr>
            <p14:xfrm>
              <a:off x="1903320" y="3222360"/>
              <a:ext cx="9765000" cy="346428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17E6AA6A-C626-6554-41B8-2AFC07D1468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93960" y="3213000"/>
                <a:ext cx="9783720" cy="3483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4319D331-EFB6-5D24-260A-47D123D64321}"/>
                  </a:ext>
                </a:extLst>
              </p14:cNvPr>
              <p14:cNvContentPartPr/>
              <p14:nvPr/>
            </p14:nvContentPartPr>
            <p14:xfrm>
              <a:off x="610560" y="467640"/>
              <a:ext cx="11401560" cy="617256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4319D331-EFB6-5D24-260A-47D123D6432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01200" y="458280"/>
                <a:ext cx="11420280" cy="6191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F20500DA-C5C6-6B7D-4D91-FCA5F3C4D20C}"/>
                  </a:ext>
                </a:extLst>
              </p14:cNvPr>
              <p14:cNvContentPartPr/>
              <p14:nvPr/>
            </p14:nvContentPartPr>
            <p14:xfrm>
              <a:off x="464400" y="193320"/>
              <a:ext cx="11576880" cy="633420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F20500DA-C5C6-6B7D-4D91-FCA5F3C4D20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5040" y="183960"/>
                <a:ext cx="11595600" cy="6352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FE2E0E28-352A-4426-2491-3C144CAEAA6A}"/>
                  </a:ext>
                </a:extLst>
              </p14:cNvPr>
              <p14:cNvContentPartPr/>
              <p14:nvPr/>
            </p14:nvContentPartPr>
            <p14:xfrm>
              <a:off x="531360" y="987480"/>
              <a:ext cx="10802160" cy="575928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FE2E0E28-352A-4426-2491-3C144CAEAA6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2000" y="978120"/>
                <a:ext cx="10820880" cy="5778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049D99BB-E08E-87C7-BA03-D68D4DCFF77C}"/>
                  </a:ext>
                </a:extLst>
              </p14:cNvPr>
              <p14:cNvContentPartPr/>
              <p14:nvPr/>
            </p14:nvContentPartPr>
            <p14:xfrm>
              <a:off x="791280" y="490680"/>
              <a:ext cx="11336040" cy="598896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049D99BB-E08E-87C7-BA03-D68D4DCFF77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1920" y="481320"/>
                <a:ext cx="11354760" cy="6007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EFC90AF6-3703-9F9F-076F-07E6F164E970}"/>
                  </a:ext>
                </a:extLst>
              </p14:cNvPr>
              <p14:cNvContentPartPr/>
              <p14:nvPr/>
            </p14:nvContentPartPr>
            <p14:xfrm>
              <a:off x="298080" y="1195200"/>
              <a:ext cx="11339280" cy="530352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EFC90AF6-3703-9F9F-076F-07E6F164E97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8720" y="1185840"/>
                <a:ext cx="11358000" cy="53222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38045E33-00D1-B0FC-CCE5-80991B720962}"/>
                  </a:ext>
                </a:extLst>
              </p14:cNvPr>
              <p14:cNvContentPartPr/>
              <p14:nvPr/>
            </p14:nvContentPartPr>
            <p14:xfrm>
              <a:off x="394200" y="869040"/>
              <a:ext cx="10972800" cy="549972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38045E33-00D1-B0FC-CCE5-80991B72096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4840" y="859680"/>
                <a:ext cx="10991520" cy="5518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B4AFAE3D-E41E-EC56-30E7-41B8A425AEA3}"/>
                  </a:ext>
                </a:extLst>
              </p14:cNvPr>
              <p14:cNvContentPartPr/>
              <p14:nvPr/>
            </p14:nvContentPartPr>
            <p14:xfrm>
              <a:off x="1753560" y="1517400"/>
              <a:ext cx="10366920" cy="501012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B4AFAE3D-E41E-EC56-30E7-41B8A425AEA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44200" y="1508040"/>
                <a:ext cx="10385640" cy="5028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B82F93C9-82AE-3D0A-BDF9-C09AACDF9260}"/>
                  </a:ext>
                </a:extLst>
              </p14:cNvPr>
              <p14:cNvContentPartPr/>
              <p14:nvPr/>
            </p14:nvContentPartPr>
            <p14:xfrm>
              <a:off x="258840" y="1551600"/>
              <a:ext cx="11714400" cy="329112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B82F93C9-82AE-3D0A-BDF9-C09AACDF926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9480" y="1542240"/>
                <a:ext cx="11733120" cy="3309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12</Words>
  <Application>Microsoft Office PowerPoint</Application>
  <PresentationFormat>Widescreen</PresentationFormat>
  <Paragraphs>12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Matemática Pré-Vestibular</dc:title>
  <dc:subject>PptxGenJS Presentation</dc:subject>
  <dc:creator>Created by Marp</dc:creator>
  <cp:lastModifiedBy>Éderson Passos Silva</cp:lastModifiedBy>
  <cp:revision>2</cp:revision>
  <dcterms:created xsi:type="dcterms:W3CDTF">2026-06-16T18:31:21Z</dcterms:created>
  <dcterms:modified xsi:type="dcterms:W3CDTF">2026-06-16T23:26:38Z</dcterms:modified>
</cp:coreProperties>
</file>