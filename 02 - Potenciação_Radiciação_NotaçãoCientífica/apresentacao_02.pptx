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5.xml" ContentType="application/vnd.openxmlformats-officedocument.presentationml.notesSlide+xml"/>
  <Override PartName="/ppt/ink/ink13.xml" ContentType="application/inkml+xml"/>
  <Override PartName="/ppt/notesSlides/notesSlide6.xml" ContentType="application/vnd.openxmlformats-officedocument.presentationml.notesSlide+xml"/>
  <Override PartName="/ppt/ink/ink14.xml" ContentType="application/inkml+xml"/>
  <Override PartName="/ppt/notesSlides/notesSlide7.xml" ContentType="application/vnd.openxmlformats-officedocument.presentationml.notesSlide+xml"/>
  <Override PartName="/ppt/ink/ink15.xml" ContentType="application/inkml+xml"/>
  <Override PartName="/ppt/notesSlides/notesSlide8.xml" ContentType="application/vnd.openxmlformats-officedocument.presentationml.notesSlide+xml"/>
  <Override PartName="/ppt/ink/ink16.xml" ContentType="application/inkml+xml"/>
  <Override PartName="/ppt/notesSlides/notesSlide9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notesSlides/notesSlide10.xml" ContentType="application/vnd.openxmlformats-officedocument.presentationml.notesSlide+xml"/>
  <Override PartName="/ppt/ink/ink19.xml" ContentType="application/inkml+xml"/>
  <Override PartName="/ppt/notesSlides/notesSlide11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notesSlides/notesSlide12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notesSlides/notesSlide13.xml" ContentType="application/vnd.openxmlformats-officedocument.presentationml.notesSlide+xml"/>
  <Override PartName="/ppt/ink/ink24.xml" ContentType="application/inkml+xml"/>
  <Override PartName="/ppt/notesSlides/notesSlide14.xml" ContentType="application/vnd.openxmlformats-officedocument.presentationml.notesSlide+xml"/>
  <Override PartName="/ppt/ink/ink25.xml" ContentType="application/inkml+xml"/>
  <Override PartName="/ppt/notesSlides/notesSlide15.xml" ContentType="application/vnd.openxmlformats-officedocument.presentationml.notesSlide+xml"/>
  <Override PartName="/ppt/ink/ink26.xml" ContentType="application/inkml+xml"/>
  <Override PartName="/ppt/notesSlides/notesSlide16.xml" ContentType="application/vnd.openxmlformats-officedocument.presentationml.notesSlide+xml"/>
  <Override PartName="/ppt/ink/ink2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05T22:01:29.3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20738 8482 797 0,'0'0'129'0,"0"0"-125"0,0 0 36 0,0 0 16 0,0 0-5 15,0 0-13-15,-4 12-25 16,4-12 25-16,6 3-28 15,10 1 28-15,5 1-25 16,2-1 4-16,9 2-16 16,13 2 4-16,3-2-5 15,6 2 0-15,2-2 0 0,-5-1 11 16,-2-3-21 0,-6 1 15-16,-6-1-10 0,-1-2 4 15,4 0-54 1,0 0 53-16,9 0 2 0,9 4 0 15,13 0 1-15,9 0-7 16,14-2 12-16,0-2 20 16,-3 0-11-1,-2 0-12-15,-8 0-3 0,-8 0-8 16,-4-8 8-16,3-7-24 16,-1-4 11-16,8 1 13 15,4 5-9-15,0 0 10 16,-8 9-1-16,-13 2 25 0,-10 2-24 15,-10 0-1 1,-6 0 0-16,-5 0-4 16,-2 0 10-16,4 0-6 0,1-2 6 15,8-2-10-15,8 2 15 16,7 2-13-16,1 0 2 16,0 0-33-16,-4 14 33 15,-8 1 22-15,-1-4-22 16,-1 1 6-16,1-2-16 15,9-5 10-15,1-4-1 16,5-1-33-16,-2 0 34 16,2 0 21-16,-6-1-18 15,0-2-3-15,-4 3 4 16,0 0 17-16,-2 0-21 0,-5 10-11 16,-5-4 11-1,2 0-2-15,-7-6 4 0,4 0 0 16,-2 0 0-16,0 0-1 15,-1 0 5-15,1-5-3 16,3 4 11-16,5 1-6 16,-3 0-16-16,5 0-37 15,-3 8 45-15,-5 0 15 0,-1-4-15 16,5-2-16 0,-4-2 16-16,1 0 11 0,-5 0-10 15,-1 0 16 1,-8 0-14-16,-1 0 1 0,1 0 0 15,0 0-8 1,1 0-33-16,2 0 37 0,-2 0 43 16,-2 0-39-16,2 0 9 15,-7 0-9 1,-3-2 18-16,-5 2-18 0,-8 0-7 16,0 0 3-16,-2 0-5 15,0 0-9-15,0 0 1 16,0 0 6-16,0 0-9 15,0 0 7-15,0 0-21 16,0 0 2-16,0 0-47 16,0 0-42-16,-2 0-59 15,-16 0-454-15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05T22:02:00.0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13807 5243 306 0,'0'0'178'0,"0"0"-143"0,0 0-16 0,0 0 43 0,0 0 65 0,0 0-39 15,0 0-20-15,0 0-21 16,4-23 6-16,-4 23-21 16,0-3-23-16,0 2-4 15,0 1 2-15,0 0-10 16,3 0 10-16,-3 0-4 0,0 0 0 15,0 0 16-15,0 0 4 16,0 18 14-16,0 20-10 16,0 19-15-16,0 20-6 15,0 11 2-15,0 9-8 16,-5 1 2-16,-2-6-4 16,-1-6 9-16,-1-10-4 15,-3-16-3-15,10-17 4 16,0-22-13-16,2-21-12 0,0 0-98 15,2-28-46 1,12-16 46-16,-5-6-198 16</inkml:trace>
  <inkml:trace contextRef="#ctx0" brushRef="#br0" timeOffset="685.87">13588 5889 605 0,'0'0'130'0,"0"0"-93"0,0 0 56 0,0 0-7 15,0 0-5-15,125 20-46 0,-78-20-10 16,-7 0-25 0,-4 0-5-16,-10 0-10 0,-3 0-6 15,-10 0 0-15,-7 0-10 16,-2 0 14-16,-4 0-11 15,0 0 19-15,0 8-13 16,-4 0-10-16,-15-4-52 16,-8-2-105-1,-4-2-62-15,4 0-116 0,0 0 367 16,12 0 18-16,5 0 163 16,4 0-44-16,6 0-10 15,0 0 7-15,0 0-34 16,0 5-9-16,0 14-18 0,14 7 11 15,3 9-22 1,-1 5-10-16,-3-4-42 0,-1 2 14 16,-6-7-20-1,-3-6-3-15,-1-11 7 0,-2-8-14 16,2-6 6 0,-2 0-22-16,2 0-7 0,5-18 9 15,-1-14 17 1,1-8-3-16,-2-9 6 0,3-1-25 15,-1 11-13-15,0 4 1 16,-4 17 31-16,3 6-2 16,-6 12-35-16,2 0 24 15,-2 0-25-15,0 0 39 16,0 18-148-16,-8 4-446 16</inkml:trace>
  <inkml:trace contextRef="#ctx0" brushRef="#br0" timeOffset="1529.7">13293 7010 445 0,'0'0'126'0,"0"0"-19"0,0 0 65 0,0 0-26 0,0 0-51 15,0 0-42 1,0 149-24-16,2-104 7 15,2-5-32-15,-2-7 6 0,-2-7-7 16,0-8-6-16,0-8 2 16,0-9-5-16,0-1-12 15,0-1-20-15,0-31 6 16,0-20 11-16,0-18 13 16,0-10-27-16,7-3-3 15,15 7-9-15,7 7-3 16,2 22 12-16,-2 14 18 15,0 22-28-15,-7 11-31 16,1 15 53-16,-7 32 26 16,-6 3 36-16,-7 14 4 15,-3-2 34-15,0 0-44 16,-7-4-20-16,-9-9 5 16,1-9-11-16,1-18 23 0,5-12-19 15,3-10-8 1,6 0-40-16,0-10-15 0,4-22 29 15,17-8 25-15,2-3 1 0,6 10-6 16,0 11-5 0,5 13-7-16,-3 9 18 15,-2 14 18-15,0 21 37 16,-11 8-26-16,-11 6 4 16,-7 3 4-16,-13 6 10 15,-23-5-13-15,-15-6 3 16,-7-3 38-16,0-12-20 15,4-5 9-15,14-16-33 16,11-11-31-16,9 0-17 16,11-38-42-16,7-14-51 0,2-12-84 15,0 2-188-15</inkml:trace>
  <inkml:trace contextRef="#ctx0" brushRef="#br0" timeOffset="1849.66">13667 7475 263 0,'0'0'502'0,"0"0"-472"0,15-154-18 0,-3 74-11 0,-4-1 31 16,7 3-32-16,4 10-7 15,7 15-77-15,6 22 10 16,-1 18 34 0,2 13 16-16,-2 5 17 0,-2 27 14 15,-2 8 0-15,-10 6 29 16,0 11 11-16,-7 3-41 16,0 5-6-16,-4 4-28 15,-1-9-11-15,-1-10-66 16,-4-16 16-16,0-17-35 15</inkml:trace>
  <inkml:trace contextRef="#ctx0" brushRef="#br0" timeOffset="2033.11">13814 6953 875 0,'0'0'201'0,"0"0"-193"15,0 0-8-15,0 0 1 16,0 0-8-16,115 7-22 16,-82-25-41-16,1-8-93 15</inkml:trace>
  <inkml:trace contextRef="#ctx0" brushRef="#br0" timeOffset="2429.87">13889 6910 200 0,'0'0'0'16,"0"0"-21"-16,-29 112-48 15,29-80 69-15,7-4 126 0,13 0-60 16,3-2-59-16,-4-2-7 16,-1 1-16-16,0 3 16 15,-7-3 124-15,-4 2-5 16,-3-7 20-16,-4 2-54 16,0-1 17-16,0 2-17 15,-6 1 25-15,-13 0-47 16,-2-4-7-16,-2-8-45 15,3-7 0-15,-2-5-22 16,0 0-4-16,10-7-28 16,6-15-47-16,6-6-1 15,0-4 29-15,18-6 21 16,7-4-23-16,4-4-121 16,-4 0-88-16</inkml:trace>
  <inkml:trace contextRef="#ctx0" brushRef="#br0" timeOffset="3099.92">14353 6802 158 0,'0'0'298'0,"0"0"-298"0,0 0 8 0,0 0-8 0,0 0 58 16,0 0 55-16,-15 21 30 16,11-19-70-16,4-2-23 15,0 4-48-15,0-4-2 16,0 0-29-16,0 0-22 0,0 0 6 16,-6 0 45-1,6 0 45-15,-4 0-16 0,1 0 31 16,-1 0-29-16,0 0 10 15,0 0-37 1,-4 3 0-16,2 11-1 0,-1 6 12 16,3 8 5-16,0 8-17 15,4 0 8-15,0 2 2 16,23-2 8-16,27-4-21 16,16-12-22-16,11-3-69 15,-4-16-127-15,-9-1 134 16,-14 0-63-16,-15 0-196 15</inkml:trace>
  <inkml:trace contextRef="#ctx0" brushRef="#br0" timeOffset="3333.48">14344 6843 209 0,'0'0'465'16,"0"0"-314"-16,0 0-93 15,167-26 29-15,-118 20-7 16,-11 6-30-16,-7-1-50 16,-11 1-34-16,-13 0-105 15,-7-3-179-15</inkml:trace>
  <inkml:trace contextRef="#ctx0" brushRef="#br0" timeOffset="3500.13">14400 6623 817 0,'0'0'186'0,"0"0"-103"15,117-24-9-15,-80 9-45 16,-2 2-29-16,-4 1-39 15,-2 0-11-15,-7-4-95 16,-8 4-179-16</inkml:trace>
  <inkml:trace contextRef="#ctx0" brushRef="#br0" timeOffset="4480.03">14366 6832 196 0,'0'0'73'0,"0"0"-73"0,0 0 2 0,0 0-2 0,0 0 128 15,0 0-23-15,-45 0-30 16,37 0-41-16,-2-7-9 15,4-1-14-15,-3-3-11 0,5-2-2 16,0-1-13-16,-4 1-48 16,-1 3 21-16,7 3 27 15,-2 5 15-15,2 2 53 0,-5 0 32 16,7 0 20 0,-5 0-43-16,3 0-56 15,2 0 1-15,0 0-14 16,0 0 7-16,0 0-9 15,0 0-33-15,0 0 27 16,0 0 15-16,0 0 25 16,0 0 17-16,0 0-6 15,0 0 11-15,0 0-14 0,-2 0-9 16,2-2-20-16,-2 2 5 16,2 0-8-16,-3 0 4 15,1 0 5-15,0 0 10 16,-4 0 0-16,-6 0-18 15,-1 15 4-15,-2 3 9 16,3 1 8-16,-1 9-21 16,1 6 11-16,4-3-4 15,3 1 13-15,5-1-5 0,0-6-9 16,0-3-4 0,9 2 2-16,22-1-12 0,7-2-1 15,3 3 3 1,-2-3-12-16,-3-2 13 0,-5 9-2 15,-6-3-1-15,-7 7-1 16,-7 4-14-16,-9 3 16 16,-2 4 5-16,0-6 55 0,-23-8-38 15,-10-5 27 1,-5-6 14-16,-1-9-30 16,0-9 4-16,11 0-26 15,5-16-6-15,10-34-95 16,8-11-50-16,5-6-279 0</inkml:trace>
  <inkml:trace contextRef="#ctx0" brushRef="#br0" timeOffset="5929.92">15250 3323 283 0,'0'0'12'0,"71"-135"-12"0,-57 107-222 0</inkml:trace>
  <inkml:trace contextRef="#ctx0" brushRef="#br0" timeOffset="6880.04">14673 3953 328 0,'0'0'131'16,"0"0"-63"-16,0 0 21 0,0 0 17 15,0 0-34-15,0 0-30 0,0 0 21 16,0 0-19 0,0 0 3-16,0 0-10 0,0 0-9 15,0 0-28-15,0 0-15 16,0 1 13-16,0-1 2 15,0 5 17-15,0-5-16 16,0 0 25-16,0 0 4 16,0 0 18-16,0-6-20 15,0-27-26-15,34-27-2 16,21-29 0-16,26-23 2 16,21-18 4-16,10-12-7 15,8-9 7-15,-9 3 0 16,-14 13-2-16,-24 23-8 0,-24 28-4 15,-25 28-73-15,-24 30-95 16,0 24-165-16,-27 2-163 16</inkml:trace>
  <inkml:trace contextRef="#ctx0" brushRef="#br0" timeOffset="7629.92">14614 3739 509 0,'0'0'145'0,"0"0"-143"0,0 0 28 0,0 0 100 16,0 0-62-16,0 0-19 15,13-10-26-15,-13 20 4 16,0 15-7 0,0 9 7-16,0 10-19 0,-7 2-2 15,-2-2 3-15,2-6-9 16,1-7 6-16,1-9 0 15,5-7-6-15,0-5-2 16,0-4 2-16,9-6-17 16,14 0 17-16,8-8-7 15,4-20 7-15,5-6 0 0,-9 3 0 16,-8 4 4 0,-9 15-1-16,-10 8-6 0,-2 4 3 15,-2 0 0 1,0 0 6-16,0 0-6 0,0 0 0 15,0 0-7-15,0 0-110 16,0 0-212-16</inkml:trace>
  <inkml:trace contextRef="#ctx0" brushRef="#br0" timeOffset="8941.16">15507 2103 555 0,'0'0'61'0,"0"0"-31"0,0 0 169 0,0 0-61 15,0 0-51-15,0 0-45 16,-20 23-30-16,13 17 2 16,7 10-9-16,0 4-3 15,5 3 2-15,22-2-8 16,8-11 5-16,11-10-9 15,8-18 15-15,4-16-14 16,2 0-17-16,-4-13-1 16,-12-18-1-16,-8 1-9 0,-14-2 6 15,-11 6-32-15,-9 8 22 16,-2 2-12-16,0 4-75 16,-8 3-48-16,-21 8-187 15</inkml:trace>
  <inkml:trace contextRef="#ctx0" brushRef="#br0" timeOffset="9129.86">15531 2288 778 0,'0'0'179'0,"0"0"-128"0,0 0-11 15,0 0 14 1,0 0-8-16,0 0-46 0,89-79-1 15,-82 55-88 1,-7 1-124-16,-5-1-632 0</inkml:trace>
  <inkml:trace contextRef="#ctx0" brushRef="#br0" timeOffset="9275.23">15529 1994 186 0,'0'0'734'15,"0"0"-706"-15,0 0 13 0,0 0 35 16,147-69-76 0,-93 35-2-16,2-5-79 0,-8-3-225 15</inkml:trace>
  <inkml:trace contextRef="#ctx0" brushRef="#br0" timeOffset="9512.24">16148 1887 528 0,'0'0'437'0,"-69"108"-422"15,30-42-5-15,-1 3 33 0,3-1-32 16,10-10-11-1,10-10-34-15,3-10-48 0,8-17-99 16,-3-14-172-16</inkml:trace>
  <inkml:trace contextRef="#ctx0" brushRef="#br0" timeOffset="9689.83">15843 1988 1052 0,'0'0'97'0,"0"0"-81"15,0 0 34 1,0 0-2-16,0 0 21 0,118 106-39 16,-75-51-30-16,1 5-6 15,3 5-118-15,2-3 57 16,0-8-116-16,0-4-23 16,-6-8-253-16</inkml:trace>
  <inkml:trace contextRef="#ctx0" brushRef="#br0" timeOffset="10190.1">16322 2153 600 0,'0'0'129'0,"23"118"-129"15,-8-53-100 1,3-9 89-16,-1-14 2 0,-3-10 9 0,-5-16 7 16,-7-6 3-16,-2-10 5 15,0 0 60 1,-2-23-8-16,-18-20-52 16,-2-23 36-16,0-12-3 15,3-1 5-15,8-1-41 16,11 14 24-16,0 5-11 0,0 6-3 15,21 10-16-15,8 6 7 16,6 6 11-16,5 7-19 16,7 4-5-1,6 12 5-15,3 8-12 0,-2 2-11 16,-3 0-11-16,-15 14-14 16,-17 10 13-16,-17 8 30 15,-2 5 22-15,-31 0 44 16,-21-4-25-16,-11-3 8 15,-3-10-42-15,7-9 15 16,8-6-22-16,15-5-5 16,12 0-27-16,9-2-16 15,9-12-1-15,6 2-36 16,0-2-72-16,23 0-102 16,8 4 51-16,7 1-95 15</inkml:trace>
  <inkml:trace contextRef="#ctx0" brushRef="#br0" timeOffset="10509.9">16781 2071 181 0,'0'0'199'0,"0"0"-75"0,0 0-32 16,0 0 3-16,0 0-24 0,27 102-42 15,0-99 12 1,9-3-20-16,3 0 10 0,1-13-8 15,1-9-20 1,-8-6 34-16,-4-2 10 0,-4-7-31 16,-14 0 32-16,-11 1 18 15,0 4-45-15,-11 4-21 16,-18 6-1 0,-7 8-14-16,-9 10 10 0,1 4-15 15,-5 4-42-15,4 24 10 16,17-1 33-16,7 6-29 0,15-9-9 15,6 0-25 1,0-8-61-16,13-1-132 16,14-7-91-16</inkml:trace>
  <inkml:trace contextRef="#ctx0" brushRef="#br0" timeOffset="10742.12">17122 2045 437 0,'0'0'177'0,"0"0"-10"16,0 0-67-16,0 0-23 16,0 0-75-16,-18 121 9 15,28-96-11-15,21-3-37 16,11-6 33-16,9-7 4 16,5-8 0-16,3-1-12 15,5 0 7-15,-9-10-41 0,-4-3-12 16,-13 3-44-1,-9 3-70-15,-15 2-198 16</inkml:trace>
  <inkml:trace contextRef="#ctx0" brushRef="#br0" timeOffset="10939.83">17253 2001 920 0,'0'0'56'0,"0"0"-22"0,0 0 15 15,0 0-45 1,0 0-4-16,0 0-83 0,87-5-181 16</inkml:trace>
  <inkml:trace contextRef="#ctx0" brushRef="#br0" timeOffset="11093.14">17247 1791 1025 0,'0'0'66'0,"0"0"-65"16,0 0 8 0,0 0-9-16,0 0-28 0,0 0-169 15,135 28-591 1</inkml:trace>
  <inkml:trace contextRef="#ctx0" brushRef="#br0" timeOffset="11442.55">17573 2189 948 0,'0'0'175'15,"0"0"-129"-15,0 0-28 16,0 0-5-16,10-132-13 15,22 98-9-15,1 12-51 16,-2 12-35-16,3 10-27 16,-3 0 38-16,-2 26-16 15,-9 8 100-15,2 3 11 16,-4-12 46-16,7-8-25 16,-1-15-28-16,8-2 3 0,1-23 46 15,2-19-13 1,-1-8-6-16,-7-9 22 0,-3 6-2 15,-11-1-30-15,-8 4 2 0,-5 13-26 16,0 6-20 0,0 8-12-16,0 9-24 15,0 8-29-15,0 6-66 16,0 0-117-16,4 8 67 16,3 14 19-16</inkml:trace>
  <inkml:trace contextRef="#ctx0" brushRef="#br0" timeOffset="11589.92">18145 1827 195 0,'0'0'332'16,"0"0"-190"-16,0 0 17 16,0 0-37-16,35 110-34 0,-27-74-46 15,2-4-38 1,3-2-4-16,8-8-18 0,3-8-130 16,6-3 145-16,-4-11-47 15,3 0-57-15,-7 0-34 16,-10-15-371-16</inkml:trace>
  <inkml:trace contextRef="#ctx0" brushRef="#br0" timeOffset="11870.16">18101 1730 803 0,'0'0'293'0,"0"0"-257"0,0 0-24 16,0 0 17-1,0 0 6-15,0 0-5 0,110 33-15 16,-65-32-15-16,-7 5-7 0,-9 7-3 16,-6 6-35-1,-10 17 1-15,-11 11-5 16,-2 0 42-16,0 12-2 16,0-6-1-16,4-8 7 15,8-7-11-15,7-12-15 16,20-16-46-16,1-10-13 0,16 0-11 15,-4 0-40-15,0-8 36 16,-10-2-32 0</inkml:trace>
  <inkml:trace contextRef="#ctx0" brushRef="#br0" timeOffset="12110.11">18377 2017 916 0,'0'0'167'0,"0"0"-114"16,0 0 3 0,0 0-34-16,0 0-1 0,0 0-21 15,125-73-59 1,-112 50-77-16,-13 3-212 0</inkml:trace>
  <inkml:trace contextRef="#ctx0" brushRef="#br0" timeOffset="12239.67">18488 1814 410 0,'0'0'534'0,"0"0"-521"16,0 0-11-16,116-38-2 0,-89 14-29 15,-14 5-174-15,-13 0-438 16</inkml:trace>
  <inkml:trace contextRef="#ctx0" brushRef="#br0" timeOffset="15702.26">4164 13647 317 0,'0'0'174'0,"0"0"-164"0,0 0-10 0,0 0 91 16,0 0 86-16,0 0-71 16,0 0-23-16,0 0-28 15,-18-64-25-15,16 40-10 16,2-10-15-16,0-8-7 15,0-8 15-15,11-6-13 0,16-2 6 16,4-4 16 0,4-5-14-16,3-3-3 0,2-10-5 15,-1 2 6 1,-4-2-12-16,-12 4 1 16,-10 13 4-16,-9 11-28 15,-4 10 15-15,0 12 2 0,-17 10 6 16,-10 12 6-16,-4 8 24 15,2 0-14-15,-3 12-9 16,10 1 9-16,11-1-9 16,1 5-2-16,10 7-20 15,0 10 8-15,21 12 4 16,19 8-3-16,7 8-1 16,11 3-62-16,2-5 19 15,-7 6 0-15,1-4 30 16,-11 0 17-16,-10-2 6 0,-16-3 6 15,-17 1 31 1,0-2 23-16,-38-2 23 0,-13-8-10 16,-11-11-28-16,-7-20-1 15,2-15-28-15,9 0 5 16,11-24-14-16,13-16-4 16,26-10-56-16,8-10-51 15,14 4-182-15</inkml:trace>
  <inkml:trace contextRef="#ctx0" brushRef="#br0" timeOffset="25315.21">5316 14690 433 0,'0'0'58'0,"0"0"8"0,0 0 41 0,0 0-5 15,0 0-26 1,0 0-35-16,0 0-7 15,0 0-2-15,0-13 3 0,0-10-33 16,0-9 11 0,0-10-7-16,0-14 26 0,0-10-20 15,0-15 4 1,0-9-8-16,15-4-4 0,3 2-1 16,-3 2 4-1,4 13-13-15,-8 20 6 0,-3 19-7 16,-3 19 0-16,-5 17 5 15,0 2-15-15,-9 34 17 16,-20 24-7-16,-13 25 7 16,2 4-12-16,-1-6 3 15,10-15-29-15,12-14-91 16,7-16-38-16,1-10-198 16</inkml:trace>
  <inkml:trace contextRef="#ctx0" brushRef="#br0" timeOffset="25929.9">5969 13794 402 0,'0'0'80'0,"0"0"-74"0,0 0 41 0,0 0 30 0,0 0-13 0,0 0 32 15,-61 8-37-15,39 10-2 16,-5 12-20-16,-4 10-24 0,-2 14-7 16,4 13-6-1,-1 9 2-15,6 6-2 0,11 1 22 16,9-6-4-16,4-7 29 15,0-10-35-15,20-11-12 16,13-14-1 0,11-14-1-16,6-11-15 0,-4-10-16 15,-5-4 25-15,-10-23-20 16,-7-8 28-16,-10-7 2 16,-12-5 23-16,-2 5-6 15,-4 2-9-15,-23 8-10 16,-7 14 1-16,-11 18 6 15,-3 0 8-15,-2 36 22 0,6 10-22 16,20 4 17-16,7-5-32 16,17-6 0-1,0-2-40-15,27-7-82 0,11-7-113 16,-2-10-113 0</inkml:trace>
  <inkml:trace contextRef="#ctx0" brushRef="#br0" timeOffset="26414.05">5038 14905 438 0,'0'0'218'0,"0"0"-159"0,0 0 27 0,0 0-43 0,0 0-43 0,0 0 18 15,44 0-18 1,20-10 66-16,30-11 22 0,20-2-24 15,13 1-13-15,-1 4-22 16,-1 9-29-16,-11 9-20 16,-16 0-40-16,-23 19-50 15,-21 11-124-15,-31 7-209 16</inkml:trace>
  <inkml:trace contextRef="#ctx0" brushRef="#br0" timeOffset="27494.09">5394 15606 326 0,'0'0'202'0,"0"0"-173"0,0 0 47 0,0 0 29 15,0 0-35-15,0 0 15 0,-42-4-28 16,28-1 10 0,5-5-19-16,-2-3-30 0,9-9-17 15,2-3-2 1,0-12-1-16,0-5 2 0,17-6 3 16,8-9-2-1,-5 5-2-15,0 7 3 16,-8 3-10-16,-6 6-3 15,-6 4 4-15,0 1-27 0,0 9 10 16,-18 10-1 0,-4 6 10-16,-2 6 3 0,1 0-28 15,3 0 13-15,2 0 22 16,4 18 3-16,4 4 4 16,3 0-1-16,5 5 4 15,2-4-10-15,0 5 3 16,9-1-18-16,15 3 9 15,8 6 11-15,1 3-3 16,5 7 11-16,-1-2-13 16,-6 2 10-16,-10-3-4 15,-13-7 1-15,-8 0 2 16,0-1-1-16,-23-3 14 0,-14-4-12 16,-5-7 2-1,-5-9-4-15,-4-7-3 16,4-5-10-16,9 0-4 0,12 0-37 15,13-12-122-15,13-18-81 16</inkml:trace>
  <inkml:trace contextRef="#ctx0" brushRef="#br0" timeOffset="28047.69">5803 15623 284 0,'0'0'230'0,"0"0"-179"0,0 0-2 0,0 0 52 0,0 0 5 15,0 0-87 1,-48-66-13-16,48 7 6 16,0-10-3-16,0 0-5 15,0-4-3-15,0 12 5 16,0 7-9-16,0 18 8 0,0 19 1 15,-16 11-6-15,1 6 70 16,-8 28-38-16,0 8-30 16,4 13-2-16,-1-7-31 15,7-2-51 1,3-5-80-16,1 1-72 0</inkml:trace>
  <inkml:trace contextRef="#ctx0" brushRef="#br0" timeOffset="35062.08">5391 16772 303 0,'0'0'82'0,"0"0"-54"15,0 0 13-15,0 0 26 0,0 0-41 16,0 0-1-16,0 0 9 15,0 0 12-15,0 0 20 16,0 0 19-16,0 0-17 16,0 0-41-16,0 0 3 0,0 0-29 15,0 0 16-15,0 0-10 16,0 0 15-16,0 4-21 16,0-4-1-16,0 8 0 15,13 6 2-15,24 4 35 16,16 8-24-16,16-2 8 15,15-11-17-15,10-11-4 16,-7-2 2-16,-11 0-4 16,-11 0-3-16,-23 0-40 15,-11 6 21-15,-17 17-66 0,-14 9-106 16,0 2-308 0</inkml:trace>
  <inkml:trace contextRef="#ctx0" brushRef="#br0" timeOffset="37770.07">6632 16487 346 0,'0'0'222'0,"0"0"-211"0,0 0 13 0,0 0 74 15,0 0-30 1,0 0-16-16,-40 34-38 15,34-30 19-15,-1 0 3 0,-2 2-30 0,0 2 3 32,3 3-3-32,-8-4-5 0,5 3 3 15,-4-2 2-15,-5 0-3 16,5 3 24-16,-5-8 12 16,3-3-9-16,3 0 16 15,1 0-43-15,5-16 7 16,0-8-10-16,6-12-5 15,0-4 5-15,0-4 0 16,8 4-2-16,7 0-17 16,3 9 5-16,-3 7-14 15,1 11 20-15,2 4-12 16,-2 9 4-16,-1 0 1 16,9 14 14-16,-7 18 1 0,0 12 8 15,-11 5-2-15,-6 5-4 16,0-2-4-16,0 2-1 15,-8 0-5-15,-10-5-14 16,0-8 14-16,-2-10-18 16,9-17 14-16,2-10 10 15,9-4-4-15,0 0 1 16,0 0-22-16,7 4 27 0,15 6 29 16,7 8 5-1,-3 8-32-15,-5 0 17 0,3-2-2 16,-3-6-17-16,-2-6 0 15,2-2-6-15,-6-10-14 16,-1 0-84-16,-8-6-121 0,0-20-174 16</inkml:trace>
  <inkml:trace contextRef="#ctx0" brushRef="#br0" timeOffset="38249.83">6790 16102 479 0,'0'0'306'16,"0"0"-234"-16,0 0-15 0,0 0-26 0,0 0-28 0,0 0 10 15,64 4-6-15,-41-8 6 16,0-6-12-16,-5 10 10 0,-5 0-11 16,-7 10 0-16,1 25 1 15,-7 14-1-15,0 9-1 16,0 9 1-16,0-4-2 16,5 4 6-16,19-4 14 15,10-6-17-15,6-12-1 16,8-3-10-16,0-17-29 15,1-2-36-15,-7-14-161 16,-15-5 33-16,-14-4-74 16</inkml:trace>
  <inkml:trace contextRef="#ctx0" brushRef="#br0" timeOffset="38534.37">6833 16423 808 0,'0'0'240'15,"0"0"-234"-15,0 0 8 16,0 0-8-16,0 0 5 15,0 0 11-15,152-22-21 16,-99 4-1-16,0 0-26 0,-3 0-17 0,-8-5-66 16,-9 10-77-1,-13 0-161-15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1:52:41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3522,'0'0'1504,"46"162"-2624,16-53-2002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1:52:41.7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0 576,'0'0'689,"291"56"63,-134-56-752,-12 0-1009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1:52:43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59 8052,'-29'-1'1587,"-98"-1"-723,120 2-739,-1 0 0,1 1 0,-1 0-1,1 0 1,-1 1 0,1 0-1,0 0 1,0 1 0,0 0-1,-9 5 1,12-5-85,-1 0 0,1 0-1,0 1 1,0-1 0,1 1 0,-1 0 0,1 0-1,0 1 1,0-1 0,0 0 0,-3 10 0,1 1-32,0 0 0,2 0 0,0 1-1,1 0 1,0-1 0,1 1 0,2 26 0,-1-29-25,1 0 0,1 0 0,-1 1 0,2-1 0,0 0 0,1-1 0,0 1 0,1-1-1,0 1 1,1-1 0,0-1 0,1 1 0,0-1 0,1 0 0,0-1 0,1 0 0,0 0 0,1-1-1,-1 0 1,2-1 0,19 13 0,-10-9 13,2 0 0,0-1-1,0-1 1,1-2 0,0 0 0,0-1-1,40 6 1,-6-6 13,1-2 0,61-3-1,-101-3-34,0 0 1,0 0-1,0-2 0,0 0 1,0-1-1,-1-1 0,0-1 0,29-13 1,-36 13 13,-1 1 0,0-1 0,0 0 0,-1-1 0,1 0 0,-2-1 0,1 1 0,-1-1 0,0-1 0,0 1 0,-1-1 0,-1-1 0,1 1 0,-2-1 0,1 0 0,2-10 0,-1 2 27,-2 0-1,0 0 1,-1 0 0,-1 0-1,-1-1 1,0 1-1,-1 0 1,-4-23-1,3 29-13,-1 1 0,-1-1 0,0 1-1,0-1 1,-1 1 0,0 0 0,-1 1-1,-1-1 1,0 1 0,0 0-1,-1 0 1,0 1 0,-14-16 0,7 14 21,1 0 1,-2 1-1,1 0 0,-1 1 1,-1 1-1,0 1 1,0 0-1,0 1 0,-1 0 1,0 1-1,0 1 1,0 1-1,0 1 0,-27-1 1,31 2 31,0 1-1,0 1 1,0 0 0,0 1 0,-17 4 0,22-3-23,0 0 0,0 0-1,1 1 1,-1 0 0,1 0 0,0 1 0,0 0 0,1 0 0,-11 10 0,6-3-16,0 1-1,1 0 1,0 1 0,1 0-1,0 1 1,1-1 0,1 2-1,1-1 1,-8 26 0,6-9-1,1 0 1,2 1-1,1 0 0,1 34 1,2-50-23,0 1 1,2 0-1,0-1 1,1 1-1,1-1 1,1 1-1,0-1 1,1 0-1,1 0 1,0-1-1,2 0 1,0 0-1,0 0 1,2-1-1,11 14 1,1-3-75,1-1 1,1-1-1,1-1 1,1-1-1,1-1 1,0-2-1,2 0 1,0-2-1,2-2 1,-1 0-1,36 10 1,-10-7-508,1-3 1,0-2 0,0-3-1,1-2 1,94 1-1,-123-9 585,1 0 0,-1-2 0,0-1-1,30-8 1,-48 8 11,0 0 1,-1-1-1,1 0 1,-1-1-1,0 0 1,0-1-1,-1 0 0,0 0 1,0-1-1,0 0 1,-1-1-1,0 0 0,9-11 1,-9 7 72,0 0 0,0-1 0,-1 0 0,-1 0 0,0-1 0,-1 0 0,-1 0 0,0 0 0,-1-1 0,0 1 0,-1-1 0,0-22 0,-2 21 4,0 0 1,-1-1-1,-1 1 1,-1 0-1,0 0 1,-1 1-1,0-1 1,-1 1 0,-1 0-1,-1 0 1,-11-19-1,1 11 62,0 1-1,-2 0 1,0 1 0,-2 2 0,0 0-1,-1 1 1,-45-28 0,25 21 219,-2 2 1,-1 1-1,-77-25 1,82 36 239,-1 1 0,-1 1 0,-79-4 0,111 12-492,0 0 0,0 1 1,0 1-1,0-1 0,0 2 1,0-1-1,0 1 0,1 1 0,-1 0 1,0 0-1,-10 6 0,15-5-109,0-1 0,0 1 0,0 0 0,1 1-1,-1-1 1,1 1 0,0 0 0,1 0-1,-1 0 1,1 0 0,0 1 0,0-1 0,1 1-1,0 0 1,0 0 0,0 0 0,1 0 0,-1 0-1,1 9 1,-2 10-2,2 0 0,1 0 0,1-1-1,1 1 1,1 0 0,1-1 0,1 0 0,1 0 0,2 0-1,0-1 1,13 26 0,1-6-13,2 0-1,1-2 1,3-1 0,57 65-1,-57-74-159,1-1 0,2-1 0,1-2 0,1-1-1,2-1 1,0-3 0,1 0 0,2-3-1,0-1 1,0-1 0,2-2 0,0-3 0,0 0-1,1-3 1,1-1 0,51 2 0,-46-7-13,1-1 1,-1-3-1,1-2 0,90-17 1,-115 14 280,0 0 0,-1-2 0,0 0 0,0-2 0,0 0-1,-1-1 1,-1-1 0,0-1 0,-1-1 0,0-1 0,30-31 0,-37 31 0,0 0 0,-1 0-1,0-1 1,-1-1 0,-1 0 0,-1 0 0,-1 0-1,0-1 1,8-35 0,-12 40-43,-1-1 0,0 1 1,-1 0-1,0-1 0,-1 1 1,0 0-1,-2-1 0,1 1 1,-1 0-1,-1 0 0,-1 0 0,0 0 1,0 0-1,-13-23 0,9 24 16,0 1 0,-1 0 1,-1 0-1,1 1 0,-2 0 0,0 1 0,0 0 0,0 0 0,-1 2 0,0-1 0,-1 1 0,0 1 0,0 1 0,0-1 0,0 2 0,-1 0 0,0 1 0,0 0 0,0 1 1,0 0-1,0 1 0,-24 2 0,31 0-50,0 0-1,1 0 1,-1 1 0,1 0 0,0 0 0,-1 1-1,1 0 1,0 0 0,0 0 0,1 1 0,-1-1-1,1 1 1,0 1 0,0-1 0,0 1 0,0 0 0,1 0-1,0 0 1,-6 10 0,-3 7-40,2 1 1,0 0-1,-14 48 0,9-11-227,3 1-1,2 1 0,3-1 1,3 1-1,3 64 0,2-109 191,0-1 0,1 0-1,1 0 1,1 0 0,0 0 0,10 28-1,-9-34 50,1-1-1,0 0 0,0 0 0,1 0 0,0 0 0,1-1 1,0 0-1,0-1 0,1 0 0,-1 0 0,14 9 0,-9-9-10,0 0 1,0-1-1,0-1 0,1 0 0,0 0 0,0-1 1,1-1-1,-1 0 0,1-1 0,-1 0 0,22-1 1,-24-1-375,1-1 0,-1 0 0,0 0 0,0-1 0,0 0 0,0-1 0,0-1 0,16-7 1,-16 4-895,0 0 1,-1 0 0,17-17 0,-27 24 1268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1:52:45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394 957 14759,'0'0'867,"-40"-33"-336,-128-116-430,151 133-98,0-1-1,2-1 1,0 0 0,1-1-1,1 0 1,1-2 0,1 1-1,0-1 1,-14-45 0,15 33 54,2-1 0,2 0 0,0 0 0,3-1 0,1 1 0,1-1 0,7-58 0,-5 82 36,0 0-1,1 0 1,1 0 0,-1 0-1,2 0 1,0 0 0,0 1-1,0 0 1,1 0 0,13-18-1,-14 22-77,1 0 1,1 1-1,-1-1 0,1 1 0,0 0 0,0 0 0,0 1 0,1 0 0,0 0 0,0 0 1,0 1-1,0 0 0,0 1 0,1-1 0,-1 2 0,1-1 0,8 0 0,2 0-68,1 2 1,-1 0-1,0 1 0,0 1 0,0 1 1,0 1-1,0 0 0,0 1 0,-1 1 1,0 0-1,0 2 0,-1 0 0,0 1 0,19 13 1,0 3 13,-1 2 1,-2 2 0,-1 1-1,-1 1 1,28 37-1,-10-3 0,-3 1 0,-2 2-1,-4 2 1,-3 2-1,-3 1 1,-3 2-1,-3 1 1,-4 1-1,-3 0 1,-4 2 0,-3 0-1,-3 1 1,-2 87-1,-8-147 41,0 1 0,-2-1 0,-1 1 0,0-1 0,-12 39 0,11-49 20,-1 1 0,1-1 1,-2 0-1,0-1 0,0 1 1,0-1-1,-1 0 0,-1 0 1,1-1-1,-1 0 0,-1-1 1,-11 9-1,8-9-2,-1 1 0,0-2 0,-1 0 0,1 0 0,-1-1 0,0-1-1,-1 0 1,1-1 0,-18 1 0,14-2-26,-1-1 0,1 0 0,-1-2 0,1 0 0,0-1 0,-1-1 0,-17-5 0,17 1-1,0-1 0,0 0 0,1-2 0,0 0 0,1-1 0,0 0 0,1-2 0,-25-22 0,16 9 9,2 0 0,0-1 0,1-1 1,-21-38-1,26 35-2,2 0 1,2-1 0,0 0 0,2-1-1,2-1 1,1 0 0,2 0 0,1 0 0,1-1-1,2-58 1,2 71 15,1-1-1,1 1 1,1-1 0,1 1-1,1 0 1,13-36-1,-10 40-5,0 1 1,1 0-1,1 1 0,0 0 0,1 0 0,1 1 0,1 1 0,17-17 0,-10 14-6,2 0-1,-1 2 1,2 0 0,0 2-1,1 0 1,0 2-1,1 0 1,0 2 0,1 1-1,0 0 1,34-3-1,-7 3-29,1 3 0,0 2 0,-1 3 0,95 10 0,-26 12-175,188 58 1,-71-15-599,-155-44 688,0-5 0,2-3 0,116 3 0,-200-22 517,-4-5-275,0 0 0,-1 0 0,0 1 0,-1 0 0,-7-16 0,0 0-104,-11-28 41,2-1 0,3 0 1,2-2-1,-11-91 0,26 148-65,0 0 0,-1-1 1,1 1-1,0 0 0,0 0 0,0 0 0,0-1 0,0 1 0,0 0 1,0 0-1,0 0 0,0-1 0,0 1 0,0 0 0,0 0 1,0 0-1,0-1 0,0 1 0,0 0 0,0 0 0,0 0 1,0-1-1,0 1 0,1 0 0,-1 0 0,0 0 0,0 0 1,0-1-1,0 1 0,0 0 0,0 0 0,1 0 0,-1 0 1,0 0-1,0-1 0,0 1 0,0 0 0,1 0 0,-1 0 0,0 0 1,0 0-1,0 0 0,1 0 0,-1 0 0,0 0 0,0 0 1,0 0-1,1 0 0,-1 0 0,0 0 0,0 0 0,0 0 1,1 0-1,-1 0 0,0 0 0,0 0 0,1 0 0,8 2-16,-1 0 0,1 1 0,0 0-1,-1 1 1,0 0 0,0 0 0,14 10-1,-3-3 15,265 134-109,-231-123-1119,1-3 0,1-2 0,91 16 0,-17-18-6253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1:52:45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86 127 18376,'0'0'1281,"-85"24"-6323,104-62 768,7-15 496,1-6-2705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1:52:45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10005,'0'0'9204,"-26"85"-9204,26-73-785,6-3-1071,27-6-1202,-3-3-3777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1:52:45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0 10949,'0'0'7411,"-43"151"-8611,76-151-10373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1:52:46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0 15799,'0'0'1153,"-92"198"-929,76-151-112,6-27-112,10-14-672,3-6-2834,20-3-4226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1:52:46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1 12150,'0'0'3217,"-180"8"-8595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05T22:03:26.8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6759 5825 28 0,'0'0'196'0,"0"0"-196"0,0 0 0 0,0 0-6 16,0 0 3-16,0 0-6 15,0 0 8-15,0 0 1 16,0 0-5-16,0 0-126 15</inkml:trace>
  <inkml:trace contextRef="#ctx0" brushRef="#br0" timeOffset="553.11">6759 5825 17 0,'41'-22'24'15,"-41"24"-2"-15,0 0 41 16,0-2 28-16,0 2-37 15,0 0 19-15,0 0-31 0,0 2 4 16,0 2-24 0,0 2-2-16,0-3-3 15,0 1 14-15,0 1 9 16,0-3-3-16,0-4-7 0,0 0 19 16,0 0 41-1,0 0-12-15,0-4 4 0,0-16-42 16,0-20-34-1,0-15-2-15,2-11 0 16,0-11-4-16,0-8-5 0,-2 1-8 16,0 2-28-16,0 9 37 15,0 15-8-15,0 8-19 16,-2 19 5-16,-4 8 17 16,-6 13 7-16,-3 10-3 15,-6 0-1-15,-8 16 6 16,-6 20 32-16,4 8-32 15,-3 7 9-15,14-5 3 16,5-5-24-16,6-3-23 16,9-13-152-16,0-7-146 0</inkml:trace>
  <inkml:trace contextRef="#ctx0" brushRef="#br0" timeOffset="1119.98">7263 5364 293 0,'0'0'170'0,"0"0"-151"0,0 0 60 0,0 0 23 0,0 0-58 16,-89 124 30-1,71-88-49-15,3 1 11 16,3 0 1-16,5 1-6 0,7 1-17 16,0-3-4-16,0-5-10 15,12-4 3-15,8-7-8 16,6-4 14-16,10-6-7 16,5-8 2-16,3-2 11 15,-7-8-11 1,-5-23 34-16,-14-20-6 0,-9-13 17 15,-9-15-32-15,0-8-16 16,-16 0 13-16,-15 13-9 16,-7 20 6-16,-7 28-2 0,-8 23-18 15,-12 11 8 1,-6 48-3-16,2 23-6 16,18 3 3-16,24-1-18 15,25-13-63-15,2-16-71 0,29-16-294 16</inkml:trace>
  <inkml:trace contextRef="#ctx0" brushRef="#br0" timeOffset="4345.92">7818 4642 508 0,'0'0'228'0,"0"0"-183"0,0 0 28 0,0 0-26 16,0 0-16-16,0 0-15 16,0 0 3-16,44-78 27 15,-34 70-23-15,0 6-8 16,-1 2-6-16,5 0-18 16,1 0 18-16,3 18-18 15,4 10 8-15,0 10 1 16,1 14-11-16,-8 12 23 0,-7 16-24 15,-8 13 11-15,0 1-20 16,-6-4-35-16,-9-12 18 16,4-15-13-16,6-15 30 15,5-12 3-15,0-20-30 16,0-8-78-16,0-8-79 16,0-12-76-16</inkml:trace>
  <inkml:trace contextRef="#ctx0" brushRef="#br0" timeOffset="4595.89">7791 5039 923 0,'0'0'0'0,"0"0"0"16,0 0 31-16,0 0 13 16,154-58-3-16,-103 52-35 15,0 4-12-15,-4 2-45 16,-5 0-23-16,-2 2-109 16,-11 4-252-16</inkml:trace>
  <inkml:trace contextRef="#ctx0" brushRef="#br0" timeOffset="15586.2">9302 5707 703 0,'0'0'163'0,"0"0"-124"0,0 0 16 0,0 0 26 0,0 0-39 15,0 0-24 1,0 0-18-16,13-18 6 0,21 11 14 15,4 4-4 1,1 1-24-16,3 0 8 16,-1 2-2-16,-5 0-27 0,-3-4-19 15,-4 0-41-15,-6-13-62 16,-8-1-153-16</inkml:trace>
  <inkml:trace contextRef="#ctx0" brushRef="#br0" timeOffset="15806.1">9333 5414 6 0,'0'0'923'0,"0"0"-850"15,0 0-69 1,0 0 52-16,0 0-41 0,0 0 19 15,138 2-34 1,-71-2-26-16,-2-13-97 0,-9-8-116 16,-14 3-377-16</inkml:trace>
  <inkml:trace contextRef="#ctx0" brushRef="#br0" timeOffset="16385.82">10353 5905 798 0,'0'0'108'0,"0"0"-67"0,0 0-11 15,-4-130 6 1,8 41 9-16,25-15-32 0,2-12 49 15,3 10-60-15,-7 13 19 16,-7 21-12 0,-9 18-18-16,-5 20-16 15,-6 18 2-15,0 16 8 0,-17 4-22 16,-16 40-29 0,-8 20 43-16,-5 21 12 15,0 11 22-15,2-6-22 0,11-10-23 16,13-24-99-1,9-19-153-15</inkml:trace>
  <inkml:trace contextRef="#ctx0" brushRef="#br0" timeOffset="19752.14">21436 3298 359 0,'0'0'212'0,"0"0"-197"0,0 0-15 0,0 0 0 0,0 0 39 15,0 0-12 1,0 0 21-16,0 0-27 0,2 0 55 15,-2 0-42-15,0 0-3 16,0 0-25-16,0 0 11 16,0 0-5-16,0 0-5 15,2 0 38-15,-2 0-1 16,9-7 15-16,7-32-42 16,2-21 29-16,6-22-19 15,0-14-6-15,-5-2-3 0,-4 1-17 16,-1 7-2-16,-6 13-26 15,-1 26 21 1,-3 16-25-16,-4 15 30 16,0 16-14-16,0 4 12 15,-13 12-13-15,-32 35 11 0,-15 21-4 16,-13 18-19-16,2-6 16 16,13-12-24-16,22-22 0 15,22-13-98 1,14-13-130-16,2-19-266 0</inkml:trace>
  <inkml:trace contextRef="#ctx0" brushRef="#br0" timeOffset="20122.14">21764 3077 484 0,'0'0'136'0,"0"0"-132"0,0 0 14 16,46 107-4-16,-3-91 43 15,5-6 20-15,8-10-17 16,2-6-10-16,0-27-3 15,-5-18 10-15,-10-5-19 16,-18-6-20-16,-21-1-7 16,-4 7-22-16,-20 5 4 15,-22 8 7-15,-10 17 0 16,-15 22 0-16,-9 4 13 16,7 26-8-16,11 8 2 0,23 0-7 15,20-2-20-15,15-10-134 16,8-6-185-16</inkml:trace>
  <inkml:trace contextRef="#ctx0" brushRef="#br0" timeOffset="20585.3">22679 2501 454 0,'0'0'67'0,"0"0"-53"0,0 0-10 0,85-132 78 0,-77 96-61 15,-8 5-18-15,0 5-3 16,-8 12 30-16,-24 9 75 15,-5 5-31-15,-5 7 6 16,3 18-20-16,10 6-37 16,12-1-15-16,7-4-8 15,10-2-23-15,0-5-56 16,14-14-62-16,19-2-200 16</inkml:trace>
  <inkml:trace contextRef="#ctx0" brushRef="#br0" timeOffset="20934.96">23094 3036 990 0,'0'0'65'0,"0"0"-61"0,0 0 35 16,0 0 3-16,0 0-42 0,142-42-14 15,-110 30-38 1,-4 0-64-16,-8-2-103 0,-11-3-284 16</inkml:trace>
  <inkml:trace contextRef="#ctx0" brushRef="#br0" timeOffset="21097.01">23015 2752 941 0,'0'0'97'16,"0"0"-97"-1,0 0 0-15,0 0 8 0,139-27-8 16,-70 10-53-16,-5 8-220 0,-6 5-384 16</inkml:trace>
  <inkml:trace contextRef="#ctx0" brushRef="#br0" timeOffset="21466.17">24045 3119 669 0,'0'0'191'16,"0"0"-62"-16,0 0 4 16,0 0-84-16,17-149-47 15,2 62 3-15,1-8 0 16,-3-4 3-16,-1 9-14 0,-11 14 11 15,-1 19-10-15,-4 25 2 16,0 22 2-16,-31 10-19 16,-19 39-6-16,-12 18 24 15,-3 18 2-15,12 3-18 16,17-6-54-16,17-8-94 16,3-14-506-16</inkml:trace>
  <inkml:trace contextRef="#ctx0" brushRef="#br0" timeOffset="22350.04">21634 4847 712 0,'0'0'74'0,"0"0"-68"0,0 0 107 0,0 0-8 16,0 0-43-16,0 0 9 15,-22-2-30-15,22-32-15 16,0-18-5-16,4-17-18 16,19-11-1-16,-10-10 2 15,3-2-4-15,-12 5-4 16,-4 19-19-16,0 20-1 15,0 21 16-15,0 20-24 16,0 7 26-16,-22 4-20 0,-7 28 21 16,-3 14-16-16,-3 6 14 15,6-4-46-15,11-2-46 16,16-9-132-16,2-5-251 16</inkml:trace>
  <inkml:trace contextRef="#ctx0" brushRef="#br0" timeOffset="22770.37">21939 4614 577 0,'0'0'37'0,"0"0"-24"0,0 0 0 0,0 0 11 15,0 0 48-15,22 108-59 16,10-108 6-16,7 0 3 15,2-5-12-15,-1-26 48 16,-4-13-27-16,-5-12 51 16,-7-8-51-16,-7-5 10 0,-11 5-27 15,-6 9-3-15,0 13-5 16,-12 17-6-16,-25 15 19 16,-15 10-15-16,-13 10-8 15,3 26 8 1,4 0-20-16,27-2 7 0,16-8-48 15,15-9-133-15,0-10-232 16</inkml:trace>
  <inkml:trace contextRef="#ctx0" brushRef="#br0" timeOffset="23276.09">22690 4095 351 0,'0'0'330'0,"0"0"-243"0,0 0-2 0,0 0-37 0,0 0-23 15,18-121 32 1,2 67-16-16,3 1-23 16,-4 9-16-16,-5 13 6 15,-8 10-4-15,1 12-8 16,-7 9-9-16,0 0 5 16,-9 0-18-16,-22 20-5 0,-4 10-8 15,-1 8 39 1,5-4 4-16,4 6-4 15,9-5-17-15,3-10-251 16,3 0-364-16</inkml:trace>
  <inkml:trace contextRef="#ctx0" brushRef="#br0" timeOffset="23729.23">22875 4632 808 0,'0'0'205'15,"0"0"-182"-15,0 0-20 0,0 0 114 0,142-48-48 16,-92 31-54-16,-3 6-15 16,-7 1-24-16,-9 6-32 15,-8 1-50-15,-11 3-35 16,-12 0-152-16,0 0-119 16</inkml:trace>
  <inkml:trace contextRef="#ctx0" brushRef="#br0" timeOffset="23881.27">22971 4389 837 0,'0'0'149'0,"0"0"-137"16,0 0 9-1,0 0-3-15,125-13-18 16,-76 2-101-16,2 1-157 0</inkml:trace>
  <inkml:trace contextRef="#ctx0" brushRef="#br0" timeOffset="24321.7">23806 4742 775 0,'0'0'268'16,"0"0"-235"-16,0 0 24 16,0 0 49-16,-13-119-77 0,37 35-17 15,17-7-12-15,-3-2 0 16,-1 11-3-16,-12 16-13 16,-12 16-13-16,-9 20 23 15,-4 13-13 1,0 16 12-16,0 1 14 0,-15 1-6 15,-18 24 11-15,-5 8-10 16,-5 3-2-16,10 1 0 16,6 3-30-16,0 0-66 15,12 0-46-15,-1-3-239 16</inkml:trace>
  <inkml:trace contextRef="#ctx0" brushRef="#br0" timeOffset="24648.35">24007 4452 55 0,'0'0'573'0,"0"0"-523"15,0 0-47-15,0 0 10 0,98 115 51 16,-60-100-25-16,4-7-13 15,7-8-14-15,12 0 31 16,3-33-42 0,3-21 37-16,-1-14-20 15,-14-4 0-15,-17 0-18 16,-18 12-20-16,-17 10 15 0,-14 14 1 16,-40 15 4-1,-19 21 12-15,-14 3 30 0,-5 34-42 16,11 16 14-16,15 3-14 15,22 3-92-15,15-6-392 16</inkml:trace>
  <inkml:trace contextRef="#ctx0" brushRef="#br0" timeOffset="25565.21">21716 6555 62 0,'0'0'423'0,"0"0"-372"0,0 0 27 0,0 0 142 0,0 0-99 16,0 0-10-1,-29-61-103-15,29-1 26 16,0-11-7-16,0-6-6 16,5-3-13-16,4 7-14 0,0 12 6 15,-3 19-6 1,-1 13-6-16,-3 18 15 0,-2 11-12 15,0 2-12-15,0 11 21 16,0 18-24-16,-9 13 5 16,3 2-89-16,4-4-69 0,-5-3-314 15</inkml:trace>
  <inkml:trace contextRef="#ctx0" brushRef="#br0" timeOffset="25946.9">22007 6297 132 0,'0'0'182'15,"0"0"-116"-15,0 0 17 16,0 0 31-16,0 0-46 16,0 0-15-16,137 81-31 15,-95-123 51-15,1-22-57 16,-7-8 47-16,-7-11-39 16,-9 1-4-16,-11 10-20 15,-9 14-36-15,0 14 18 0,-36 25 18 16,-15 18 6-1,-14 2 0-15,-13 38 49 0,0 11-40 16,14 0 36-16,21-9-19 16,30-6-32-16,13-4-88 15,31-10-147-15,23-11-105 16</inkml:trace>
  <inkml:trace contextRef="#ctx0" brushRef="#br0" timeOffset="26527.74">22547 5422 591 0,'0'0'183'0,"0"0"-124"0,0 0-1 0,0 0 15 15,0 0-41-15,0 0-24 16,19-50 36-16,2 50-44 16,-5 0 0-16,-7 0-7 15,-9 12-23-15,0 21-7 0,-7 9 17 16,-19 8 11-1,3-3 9-15,-1 1-8 16,4-5 16-16,7-11 8 16,13-8-12-16,0-12 0 15,28-10 4-15,21-2 3 16,14 0-7-16,6-14-3 0,0-7-1 16,-6 3-1-16,-10 1-3 15,-18 9-23-15,-15 8-51 16,-8 0-229-16,-12 0-149 15</inkml:trace>
  <inkml:trace contextRef="#ctx0" brushRef="#br0" timeOffset="26929.28">22936 6204 854 0,'0'0'216'0,"0"0"-215"16,0 0 77-16,0 0-4 15,0 0-74-15,135-48-4 16,-108 38-13-16,-2-4-60 16,-8 1-73-16,-10 3-192 15</inkml:trace>
  <inkml:trace contextRef="#ctx0" brushRef="#br0" timeOffset="27112.23">22915 5881 880 0,'0'0'198'0,"0"0"-181"15,0 0 18 1,0 0 54-16,143-34-76 0,-90 18-13 16,7-2-78-1,-4 3-84-15,-9 8-430 0</inkml:trace>
  <inkml:trace contextRef="#ctx0" brushRef="#br0" timeOffset="28046.02">23702 6432 223 0,'0'0'454'0,"0"0"-339"0,0 0-26 0,0 0 17 16,0 0-19-16,0 0-65 0,-7-82-4 15,7 26 16 1,16-14-15-16,11-4 39 16,-1-7-53-16,0 1 2 15,-5 10 4-15,-7 10-22 16,-8 14 5-16,-4 18-24 0,-2 18 10 16,0 8-14-16,0 2 29 15,-22 12-11-15,-9 20 4 16,2 10 24-16,2 0-27 15,9 6-36-15,0-9-89 16,12-10-244-16</inkml:trace>
  <inkml:trace contextRef="#ctx0" brushRef="#br0" timeOffset="28861.28">24087 6146 377 0,'0'0'108'0,"0"0"-64"0,0 0 43 16,0 0-3-16,0 0-51 16,0 0 28-16,-31 0-46 15,22 2 27-15,-5 11-39 16,4 10 26-16,1 3-8 15,2 2-7-15,4-2 27 16,3 2-10-16,0-6 1 16,3 0-29-16,19 1 3 15,3-8 3-15,4-4-9 0,4-7 0 16,5-4 0 0,3-4 0-16,0-28 3 0,4-18-8 15,-2-13 13-15,-12-5 11 16,-12-4-12-16,-9 1-14 15,-10 12-6-15,-10 8 1 16,-18 18-9-16,-11 16 21 16,-9 17-9-16,-8 0 19 0,-2 30 27 15,6 5-25 1,15 1-12-16,14 1-5 0,17 2-27 16,6-3-83-1,0-4-150-15,14-10-189 0</inkml:trace>
  <inkml:trace contextRef="#ctx0" brushRef="#br0" timeOffset="29209.54">24399 6230 462 0,'0'0'118'0,"0"0"-80"0,0 0 51 0,129 73 25 0,-73-73-74 16,10 0-20-1,13-31-10-15,6-24-10 0,2-20 31 16,-10-13-24-16,-19-5 63 15,-22 10-70-15,-28 12-5 16,-8 17-17-16,-37 22 19 16,-26 22 3-16,-19 10 41 15,-12 36-40-15,-2 20 1 0,9 10-2 16,21 4-53 0,22-3-265-16</inkml:trace>
  <inkml:trace contextRef="#ctx0" brushRef="#br0" timeOffset="30576.24">21670 8193 636 0,'0'0'180'0,"0"0"-129"0,0 0-22 0,0 0 62 0,0 0-75 16,0 0 19-16,-7-88-22 15,7 28 20-15,0-4-9 16,0-13-7-16,7 0-6 16,0 3-6-16,-1 5-10 15,-6 15 2-15,0 20 1 16,0 12-7-16,0 15 4 15,-6 7-3-15,-13 25-4 0,-2 21 10 16,-2 8-1 0,3 7-18-16,7-4-35 0,1-4-89 15,12-9-202-15,0-15-176 16</inkml:trace>
  <inkml:trace contextRef="#ctx0" brushRef="#br0" timeOffset="30941.14">21964 8038 426 0,'0'0'264'0,"0"0"-207"0,45 136-42 15,5-105 15-15,8-5 1 16,3-18-24-16,1-8-14 16,0-21 14-16,-6-32-7 15,-6-19 20-15,-19-10 42 16,-14-2-14-16,-17 4-42 16,-11 11-12-16,-36 11-6 15,-11 18 5-15,-4 26 14 16,1 14-14-16,-1 22 14 0,7 26 2 15,14 6 0-15,20 5-8 16,19-9-2 0,2-2-100-16,8-9-172 0,15-12-112 15</inkml:trace>
  <inkml:trace contextRef="#ctx0" brushRef="#br0" timeOffset="36287.5">22806 7274 277 0,'0'0'372'0,"0"0"-294"0,0 0-63 0,0 0 113 16,0 0-10-1,0 0-44-15,0 0-34 16,0 0-20-16,3-13 16 16,5 1-32-16,3 1 3 15,1 2 0-15,7 2-7 16,2 2 0-16,3 3-1 0,-4 0-2 15,-2 2-7-15,-7 0 0 16,-4 12-11-16,-2 20 15 16,-5 8 1-16,0 1 2 15,-8-4-21-15,-5-9 24 16,5-12-4-16,5-7 4 16,3-9-11-16,0 0-16 15,0 0-2-15,11 0-32 16,10-3 58-16,2 2 5 0,-2 1-9 15,-3 0 5 1,-3 0 1-16,-6 5-2 0,-6 5 3 16,-3 3 2-16,0 1 19 15,0 3 51-15,-21 11-43 16,-5-4-8 0,-6 7-4-16,3-5 12 0,7-8-20 15,7-6-7-15,6-4-4 16,4-8-18-16,3 0-3 15,2 0-80-15,0 0-109 0,0 0-431 16</inkml:trace>
  <inkml:trace contextRef="#ctx0" brushRef="#br0" timeOffset="36690.25">23314 8161 165 0,'0'0'716'0,"0"0"-670"0,0 0 13 0,116 0 42 0,-70 0-60 15,4-10-41-15,-6 4-12 16,-9 2 3-16,-6 2-71 16,-10-1-70-16,-15 2-172 15,-4-5-220-15</inkml:trace>
  <inkml:trace contextRef="#ctx0" brushRef="#br0" timeOffset="36867.75">23330 7927 944 0,'0'0'86'15,"0"0"-79"-15,0 0 76 16,113-28-34-16,-66 14-49 16,-3-1-38-16,-4 5-132 15,-5 4-266-15</inkml:trace>
  <inkml:trace contextRef="#ctx0" brushRef="#br0" timeOffset="37320.56">24174 8193 212 0,'0'0'671'16,"0"0"-598"-16,0 0-62 15,18-148 38-15,4 71-3 0,3 0-26 16,-3-4 5 0,-2 18-16-16,-4 10 7 15,-6 15-6-15,-7 12-20 16,-3 15 9-16,0 11-4 15,-22 0-32-15,-21 33 22 16,1 9-28-16,-3 8 32 16,7-4 3-16,11-2 2 15,15-11-13-15,7-7-179 16,5-12-120-16</inkml:trace>
  <inkml:trace contextRef="#ctx0" brushRef="#br0" timeOffset="38136.18">24606 7903 371 0,'0'0'262'0,"0"0"-224"0,0 0-23 0,0 0 123 0,0 0-84 15,-42 108-24-15,42-90-4 16,11-2 12-16,12 2-3 16,4-5-17-16,6-3 2 15,9-3-13-15,2-7-14 16,3 0-104-16,-3-22 111 15,-7-23 2-15,-4-16-2 16,3-13-19-16,-5-7 1 16,-9 14-74-16,-15 10 3 0,-7 15 70 15,-16 14-19 1,-24 9 38-16,-9 19 31 0,-6 0 12 16,1 36-19-16,7 9 61 15,11 3-75-15,17 0-10 16,11-8-125-16,8-7-205 15</inkml:trace>
  <inkml:trace contextRef="#ctx0" brushRef="#br0" timeOffset="38485.85">25032 7874 336 0,'0'0'333'16,"0"0"-199"-16,0 0-8 15,0 0-13-15,15 105-57 16,8-83-48-16,10-2 16 16,7-10-16-16,7-10-5 15,5 0 9-15,3-18-4 16,0-16-16-16,1-14-23 15,-12-11 31-15,-1-3 33 0,-16-1-33 16,-16 6-1 0,-11 5-6-16,-13 6-14 15,-32 14-98-15,-9 19-57 0,-3 13-150 16,4 13 117-16,5 24 107 16,8 8 69-16,11-5-59 15</inkml:trace>
  <inkml:trace contextRef="#ctx0" brushRef="#br0" timeOffset="38836.08">25513 7927 659 0,'0'0'183'16,"0"0"-101"-16,0 0-10 15,120 72 9-15,-66-72-52 16,6-8-22-16,2-25-7 16,-1-15 0-16,-10-13-24 15,-13-6 24-15,-16-4 10 16,-17 10-10-16,-5 8-7 15,-14 16-30-15,-26 12 37 0,-9 23 2 16,-9 2 12 0,-16 30-4-16,-3 13 0 0,5 5-10 15,14-2-36 1,18-8-130-16,13-6-723 16</inkml:trace>
  <inkml:trace contextRef="#ctx0" brushRef="#br0" timeOffset="42132.87">21639 7138 365 0,'0'0'67'0,"0"0"-51"0,0 0 58 0,0 0 70 0,0 0-3 16,0 0-72-16,0 0-31 15,-25-21-37-15,25 21 41 16,0 0-5-16,0 0-7 0,0 0-11 15,2-4-11-15,23 0 25 16,13-5 1-16,20 1-1 16,15-2-16-16,25 0 13 15,5 2-26-15,-1 4 3 16,-13 4-7-16,-20 0-2 16,-15 6-26-16,-21 10-15 15,-6 2 6-15,-14 0-40 0,-11 2-59 16,-2 1-164-16</inkml:trace>
  <inkml:trace contextRef="#ctx0" brushRef="#br0" timeOffset="42649.45">22304 7213 194 0,'0'0'43'0,"0"0"-35"0,0 0 59 0,0 0 89 0,0 0-52 16,0 0 21-16,-46 4-108 15,59-8 7-15,14-2 11 16,2-4-1-16,2 4-22 16,0-4-7-16,-6 1 7 15,-2 0-5-15,-8-1-10 16,-4-5 11-16,-6 1-16 15,-5-4 20-15,0 0-11 0,0 4 0 16,-10-1 35-16,-5 3 23 16,-1-1 11-16,-3 1-32 15,5 4-30 1,1-2-15-16,5 3 7 0,8 2-20 16,0 1-58-1,0 4 19-15,16 0-26 0,7 0-159 16,-4 0-328-16</inkml:trace>
  <inkml:trace contextRef="#ctx0" brushRef="#br0" timeOffset="51756.65">10908 5400 270 0,'0'0'57'0,"0"0"8"0,0 0-29 0,0 0 8 0,0 0-9 16,0 0 13-16,0 0-20 16,0 0 59-16,-40-16-20 15,36 16-2-15,2-2-37 16,-1 2 8-16,1-2-12 16,2 2-20-16,-3-2 10 0,-3 2-10 15,4 0 32 1,-7 0-34-16,-5 0 14 0,5 0-14 15,-4 14 9 1,2 4-2-16,0 6 10 0,2 8 1 16,2 5-19-16,7-2 2 15,0 0 12-15,0-4-25 16,9-3 19-16,14-1-14 0,5-7 8 16,11-8-6-1,0-5-2-15,3-7-17 16,4-7-9-16,-5-34 7 0,-3-14 12 15,-5-18 10 1,-8-3-2-16,-7 2 8 0,-11 8-7 16,-7 16 3-16,-4 16-2 15,-25 11 1-15,-9 10 2 16,-5 13 40 0,-3 9-10-16,-2 27-31 0,4 12 1 15,13 5-9 1,17-5-21-16,14-8-85 0,8-12-231 15</inkml:trace>
  <inkml:trace contextRef="#ctx0" brushRef="#br0" timeOffset="52424.37">11532 5520 351 0,'0'0'186'0,"0"0"-103"0,0 0 22 0,0 0 1 15,0 0-93-15,0 0 41 16,-13 122-49-16,37-96 28 0,5-3-26 15,7-7 1-15,8-12-2 16,1-4-6-16,6 0 0 16,2-22 4-16,-5-25-1 15,-2-22 10-15,-8-14 5 16,-16-4-17-16,-15 4-1 16,-7 19-27-16,-11 15 5 15,-25 20 12-15,-9 18 6 16,-8 11 4-16,-2 22 21 0,-1 24-20 15,12 7-1-15,15 5-21 16,15-12-163 0,14-4-92-16</inkml:trace>
  <inkml:trace contextRef="#ctx0" brushRef="#br0" timeOffset="52776.5">11982 5682 303 0,'0'0'93'16,"0"0"-58"-16,0 0-20 15,116 57 23-15,-60-57-11 0,2-5-21 16,-3-31-6-16,-6-12 4 16,-13-11-3-16,-16-14 68 15,-20 1 33-15,0 6-97 16,-24 15 17-16,-28 22-5 16,-10 14 87-16,-5 15-12 15,-4 15-58-15,11 21-29 16,17 6 0-16,19 2-10 15,17-2-38-15,7-8-133 0,5 2-114 16</inkml:trace>
  <inkml:trace contextRef="#ctx0" brushRef="#br0" timeOffset="53158.82">12586 5795 58 0,'0'0'55'0,"127"2"-55"0,-65-26 0 0,-11-28 149 0,-12-19 28 0,-10-9-67 31,-19-4 45-31,-10 4-32 0,-8 14-34 0,-33 18-44 16,-14 20 44-1,-7 20 2-15,-4 8-41 0,2 32-24 16,11 20-26-1,20 6-15-15,19-3-113 0,14-11-261 16</inkml:trace>
  <inkml:trace contextRef="#ctx0" brushRef="#br0" timeOffset="53969.71">13368 5542 638 0,'0'0'146'0,"0"0"-96"0,0 0 20 16,0 0-25-16,62 115 26 15,-26-93-51-15,1-6 7 16,4-8-21-16,3-8 24 16,6-3-18-16,-6-29 6 15,-7-13 18-15,-8-17-18 0,-17 4-18 16,-12-5-20-16,0 5-2 15,-18 14-15 1,-22 10 26-16,-14 18 7 16,-6 16 4-16,-9 0 0 15,1 29 2-15,7 13-8 16,14-3-55-16,22 1-20 0,23-6-247 16,2-8-231-16</inkml:trace>
  <inkml:trace contextRef="#ctx0" brushRef="#br0" timeOffset="54308.02">13818 5707 30 0,'0'0'555'16,"0"0"-555"-16,0 0 7 16,134 78 1-1,-72-78 44-15,9-10 3 0,3-34 5 16,-3-16-25-16,-13-8-22 16,-20-11 46-16,-22-3 25 15,-16 4-47-15,-14 12-37 16,-26 11 10-16,-11 21-9 15,-14 23 8-15,-10 11 30 16,-6 30-39-16,6 18-4 16,13 8-56-16,23 0-90 15,22-10-283-15</inkml:trace>
  <inkml:trace contextRef="#ctx0" brushRef="#br0" timeOffset="54656.8">14313 5530 180 0,'0'0'625'0,"0"0"-594"15,0 0-13-15,0 0 0 16,0 0-1-16,118 84 19 0,-49-74-35 15,13-7 2-15,9-3 2 0,4-17-10 32,-2-19-8-32,-18-14 13 0,-19-10 27 0,-18-6-3 15,-22-3 78 1,-16 6-62-16,0 8-14 16,-41 22-26-16,-21 14-12 15,-25 19-7-15,-15 14 1 16,0 30-42-16,4 11-68 15,21 1 3-15,21-6-233 16</inkml:trace>
  <inkml:trace contextRef="#ctx0" brushRef="#br0" timeOffset="55235.84">13214 5595 885 0,'0'0'165'15,"0"0"-98"-15,0 0 39 0,0 0-2 0,0 0-11 0,0 0-74 0,0 0-19 16,0 0-31 0,0 0-68-16,0 0-60 0,0 0-126 15</inkml:trace>
  <inkml:trace contextRef="#ctx0" brushRef="#br0" timeOffset="56056.05">11319 5614 542 0,'0'0'333'0,"0"0"-265"0,0 0 17 0,0 0-30 15,0 0-14-15,0 0-41 16,-6 4 2-16,14-4-5 16,-2 0 6-16,-4 0-7 15,1 0 11-15,-3 0 4 16,0 0-6-16,0 0 15 15,0 0-6-15,0 9 14 0,0-1-28 16,0 2-4 0,0-5-34-16,12-5-125 0,5 0-283 15</inkml:trace>
  <inkml:trace contextRef="#ctx0" brushRef="#br0" timeOffset="72590.4">4629 9996 177 0,'0'0'360'0,"0"0"-336"0,0 0-20 15,0 0 2-15,0 0 6 16,0 0 2-16,0 0 30 16,0 0 28-1,8 24-26-15,-8-20 28 0,0-4-51 16,2 2 1-16,-2 0-20 0,0-2 12 15,0 4-8 1,0-4 19-16,0 0 22 16,0 0-10-16,0 0 12 15,0-4-46-15,0-28 20 16,0-20-21-16,0-20-8 16,0-15 0-16,10-5-7 15,-1 6-8-15,3 11-2 16,1 15 1-16,0 10-30 15,-4 10-14-15,0 18-27 0,-3 12 64 0,-6 10 13 16,0 8 14 0,0 30 26-16,-12 12-9 15,-13 15-12-15,2-1 3 16,4-7-3-16,3-8-5 16,1-9-225-16</inkml:trace>
  <inkml:trace contextRef="#ctx0" brushRef="#br0" timeOffset="73105.92">5055 9665 457 0,'0'0'310'0,"0"0"-294"0,0 0 51 0,0 0-36 0,0 0-6 0,0 0-22 16,-13 95-4-16,15-74 3 16,13-2-2-16,3-1 16 15,7-3-13-15,-1-5 5 16,3-6-8-16,0-4 19 16,-1 0 16-1,-1-11 18-15,0-25-30 0,-6-11-2 16,-5-13 28-16,-10-1-32 15,-4 4-17-15,-4 1-16 16,-27 13 5-16,-10 13-32 16,-3 19 41-16,-3 11 2 15,-2 28 7-15,-2 28-3 16,5 10 1-16,7-4-5 0,19-14-15 16,20-18-52-16,0-18-199 15,20-12-216-15</inkml:trace>
  <inkml:trace contextRef="#ctx0" brushRef="#br0" timeOffset="79501.23">5552 9039 663 0,'0'0'196'0,"0"0"-178"0,0 0 32 0,0 0 0 16,0 0-50-16,0 0 0 15,0 0 1-15,-11-68-1 16,22 54 1-16,0 0 6 16,2 6 8-16,-6 2-14 15,7 3-2-15,-4 3 7 0,9 0-14 16,-2 5 16-16,1 13-8 15,-3 8 7-15,-7 2-2 16,-6-2 0-16,-2-4-5 16,0-2-12-16,0-3 7 15,0-8 1-15,0-2 8 16,0-7-15-16,0 0 10 16,0 0-35-16,0 0 23 15,6 0 3-15,14 0 9 16,0 0-1-16,-4 3 1 15,-5 6 2-15,-9 8 13 16,-2 7 7-16,0 9 38 0,-6 7-28 16,-21 2 6-16,-2 0-33 15,-2-10 5 1,4-10 7-16,4-14-10 16,8-3-6-16,-1-5-4 0,5 0-9 15,3 0-34-15,1 0-82 16,2 0-246-16</inkml:trace>
  <inkml:trace contextRef="#ctx0" brushRef="#br0" timeOffset="79996.03">5996 9850 524 0,'0'0'108'0,"0"0"54"0,0 0-44 0,0 0-54 15,0 0-34 1,0 0-16-16,23 0 42 16,14-8-7-16,3-1-7 15,4 5-41-15,-1 0 5 16,3 4-6-16,-5 0-26 16,-8 0-57-16,-9 11 20 15,-15-1-97-15,-9-9-193 16</inkml:trace>
  <inkml:trace contextRef="#ctx0" brushRef="#br0" timeOffset="80166.37">6062 9551 1089 0,'0'0'104'0,"0"0"-87"16,0 0 8-16,0 0-23 15,0 0-2-15,121 14-3 16,-73-14-104-16,4 0-91 0,-5-12-389 16</inkml:trace>
  <inkml:trace contextRef="#ctx0" brushRef="#br0" timeOffset="80602.03">6966 9950 439 0,'0'0'522'0,"0"0"-480"15,0 0-25-15,0 0 56 16,0 0-40-16,0 0-19 16,23-135 2-16,-5 39-1 15,-1-5-15-15,-10 7-1 16,-7 14-3-16,0 29-8 0,0 22 4 15,-4 21 16-15,-9 8 17 16,-10 26-25-16,-10 18 12 16,-3 9-11-1,1 3-2-15,6-9-16 16,8-4-37-16,11-6-2 0,10-8-82 16,0-7-83-1,0-6-92-15</inkml:trace>
  <inkml:trace contextRef="#ctx0" brushRef="#br0" timeOffset="80931.56">7018 9801 307 0,'0'0'102'16,"0"0"-16"-16,0 0-49 0,52 123 49 15,-27-107-26-15,7-2-22 16,-1-5 18-16,3-9-31 16,2 0 4-16,3-13-4 15,6-30 23-15,-2-21-30 16,-1-17 19-16,-5-13 10 16,-6 1-20-16,-6 12-9 15,-21 19-6-15,-4 23-12 16,-2 16 0-16,-35 20 27 15,-15 3-20-15,-10 15-7 16,-3 29-24-16,12 6-20 0,17 0-21 16,21-2-122-16,15-13-336 15</inkml:trace>
  <inkml:trace contextRef="#ctx0" brushRef="#br0" timeOffset="81490.3">7700 9785 889 0,'0'0'27'0,"0"0"-23"0,0 0 83 0,0 0-32 15,0 0-31-15,0 0-22 16,-52 72 5-16,52-55 10 16,10-8-14-16,7-5 4 15,8-4-1-15,10 0-3 0,3-19 0 16,5-25 17-16,-3-18-9 15,-7-9 21-15,-13-2-32 16,-11-1 0-16,-9 9-2 16,-13 12 0-16,-14 15-2 15,-6 18-4-15,-3 20 8 0,-4 0 0 16,-5 32 0 0,-2 12-16-16,9 6-54 0,12-3-148 15,17-12-385 1</inkml:trace>
  <inkml:trace contextRef="#ctx0" brushRef="#br0" timeOffset="81922.82">8101 9847 501 0,'0'0'50'0,"0"0"40"0,0 0 18 0,0 0-59 16,0 0 6-16,151 85-43 16,-95-85 20-16,0-4-31 15,-1-32 4-15,-8-23 36 16,-3-14 7-16,-12-16-3 16,-19-3-15-16,-13 7-30 15,-4 19-77-15,-37 25 61 0,-5 22 9 16,-12 19 0-1,-6 35-2-15,3 27 9 16,12 17-3-16,16 9 0 0,15-5-61 16,16-15-382-16</inkml:trace>
  <inkml:trace contextRef="#ctx0" brushRef="#br0" timeOffset="89961.06">5543 14065 231 0,'0'0'150'0,"0"0"-148"0,0 0 37 0,0 0 50 15,0 0-64-15,0 0 16 0,0 0-2 16,0 36 33 0,0-30-14-16,0 1 19 0,0-2-26 15,0-2-39 1,0-1 5-16,0-2-1 0,0 0 43 15,0 0-23-15,0 0 13 16,0-2-43-16,0-31 24 16,0-19-28-16,0-23-2 15,0-19 0-15,0-6 0 16,0 9 1-16,0 1 10 16,0 8-22-16,0 14 4 15,-4 16 5-15,1 19-19 16,1 22 11-16,0 11 0 0,-7 0-3 15,0 25 6 1,-6 24 7-16,-10 11 1 16,-2 8 4-16,0-9-10 15,9-14-9-15,12-12-49 0,6-16-143 16,0-12-111 0,14-5-92-16</inkml:trace>
  <inkml:trace contextRef="#ctx0" brushRef="#br0" timeOffset="90389.65">5795 13766 457 0,'0'0'82'0,"0"0"-78"0,0 0 1 15,0 0 1-15,129 111 16 16,-98-98 4-16,2-7 49 16,-4-6-30-16,-2 0-2 0,-7-2-9 15,1-28 19 1,-8-24 2-16,-7-15-1 0,-6-4-14 15,0-9-39 1,0 7 7-16,-8 9-4 16,-17 14 2-16,-6 14 0 0,-5 16 5 15,-8 20 8-15,-5 8 19 16,-7 44-38-16,0 22-16 16,12 8-30-16,21-4-85 15,23-19-130-15,0-26-275 16</inkml:trace>
  <inkml:trace contextRef="#ctx0" brushRef="#br0" timeOffset="92121.23">6407 13091 516 0,'0'0'60'0,"0"0"6"0,0 0 77 0,0 0-87 0,0 0-13 16,0 0-37-16,5-58 31 0,-5 27 16 15,0-5-29 1,2-8-24-16,4-9 8 15,4 7-18-15,-6 10 12 0,-2 13-16 16,-2 12 23-16,0 5-12 16,0 4 6-16,0 2-1 15,-2 0 50-15,-16 14-45 16,-6 20-7-16,2 10-56 16,-1 2-29-16,8-6-126 15,10-11 13-15,3-9-166 0</inkml:trace>
  <inkml:trace contextRef="#ctx0" brushRef="#br0" timeOffset="92443.6">6605 12986 619 0,'0'0'57'16,"0"0"-41"0,0 0-10-16,0 0-3 15,0 0-6-15,150 84 3 16,-105-92 0-16,-5-26 0 16,-7-12 8-16,-4-14 62 15,-15-9-4-15,-14-3-19 16,0 6-31-16,-16 15-13 0,-24 15 6 15,-9 27 17-15,-3 9 19 16,-1 32-10-16,6 26-33 16,9 6-4-16,18 0-55 15,13-14-157-15,7-11-371 16</inkml:trace>
  <inkml:trace contextRef="#ctx0" brushRef="#br0" timeOffset="93187.81">7390 13840 536 0,'0'0'452'0,"0"0"-413"0,0 0-23 0,0 0 25 16,0 0-7-16,123-34-32 15,-68 25-4-15,4 8-96 16,-1 1 96 0,-19-2-120-16,-3-3-165 0,-21-1-6 15</inkml:trace>
  <inkml:trace contextRef="#ctx0" brushRef="#br0" timeOffset="93390.01">7370 13427 939 0,'0'0'169'16,"0"0"-163"-16,0 0 60 0,120 0 13 16,-60 0-79-16,7 0-11 15,1-11-33-15,-11 0-57 16,-14 5-79-16,-24 4-311 15</inkml:trace>
  <inkml:trace contextRef="#ctx0" brushRef="#br0" timeOffset="95685.99">8720 13726 232 0,'0'0'639'0,"-9"-123"-611"0,-7 75-19 0,8 14-3 15,1 12 9-15,3 12-3 16,4 8-9-16,0 2 4 16,0 0-7-16,0 0-24 15,0 0-8-15,0 4 31 16,-4 19 1-16,-2 2 23 15,-9 5 6-15,-5 3-27 16,5-6 9-16,-6-3-11 0,13 3-35 16,1-8-94-1,2-2-187-15,5-7-112 0</inkml:trace>
  <inkml:trace contextRef="#ctx0" brushRef="#br0" timeOffset="96386.45">8857 13910 537 0,'0'0'104'0,"0"0"-89"0,0 0 11 0,0 0 31 0,0 0-34 0,0 0 45 16,-37 56-19-16,37-56-19 15,0 0 18-15,0 0-2 16,0 0 15-16,0 0-47 16,-4-2 17-16,-3-22-11 15,-6-8-20-15,4-16-1 0,2-10 1 16,-1-10-5 0,5-8 12-16,1-3-3 0,0 8 7 15,2 0-22 1,0 12 6-16,0 3-8 0,4 11-3 15,3 8-12-15,-3 13 9 0,1 12 19 16,-5 12-5 0,0 0-6-1,0 3-7-15,0 20 17 0,0 9-3 16,0 11 4-16,0 7 0 16,0 6 0-16,-13 8-3 15,-4 0-13-15,7-1-160 16,-3-12-244-16</inkml:trace>
  <inkml:trace contextRef="#ctx0" brushRef="#br0" timeOffset="96968.71">9420 13668 317 0,'0'0'162'0,"0"0"-78"0,0 0-6 0,-40 108 22 0,40-78-30 16,24-6-49-16,14-8-21 15,7-2 13 1,2-10 1-16,6-4 18 0,0-12-18 16,3-24-9-16,-4-18-1 15,-10-21 0-15,-13-16 0 16,-18-6 8-16,-11 9-5 0,0 14-14 15,-34 20-1 1,-12 19 8-16,-6 20 10 16,-1 15 41-16,-1 10-12 15,3 27-2-15,14 11-37 16,14 5-19-16,19-7-71 16,4-7-277-16</inkml:trace>
  <inkml:trace contextRef="#ctx0" brushRef="#br0" timeOffset="97320.08">9968 13509 621 0,'0'0'194'15,"0"0"-194"-15,15 127-9 0,30-94 5 16,12-8 2 0,15-11-10-16,-1-8-2 0,-4-6-22 15,-2-2 11 1,-14-24 25-16,-11-16 16 0,-11-19-12 16,-6-14 27-1,-19-11-4-15,-4 9 19 16,-9 4-42-16,-31 19-4 0,-13 16-34 15,-5 16-12 1,-3 22 46-16,3 2 36 0,5 41-1 16,11 8-32-16,15 4-6 15,16-7-40-15,11-10-262 16</inkml:trace>
  <inkml:trace contextRef="#ctx0" brushRef="#br0" timeOffset="97669.55">10532 13555 576 0,'0'0'95'0,"0"0"-89"0,64 113-4 15,-12-95-4-15,4-10-1 16,3-8-2 0,1 0-10-16,2-32-10 0,-4-21 20 15,-8-21-10 1,-15-12 15-16,-16-6 22 0,-19 4 37 16,0 12-50-1,-25 19 12-15,-13 15 0 0,-5 18 95 16,-3 20-24-16,-3 4-31 0,0 25-34 15,2 20-27 1,11 3-38-16,12-7-225 16</inkml:trace>
  <inkml:trace contextRef="#ctx0" brushRef="#br0" timeOffset="98552.34">11839 13321 316 0,'0'0'141'0,"0"0"-42"0,0 0-27 0,0 0 28 0,0 0-52 0,0 0-24 16,-29 140 10-16,60-90-25 0,16-6-9 15,5-6 18 1,8-12-18-16,7-16 14 0,-3-10-12 16,-1 0 1-1,-12-33 16-15,-19-16-9 16,-17-9 17-16,-15-10-4 16,0-1-23-16,-36 6-21 15,-18 7-58-15,-8 17 79 16,-5 19 0-16,3 20 18 15,6 9 22-15,14 38-8 0,10 12-32 16,23-1-3 0,11-4-20-16,14-14-317 0</inkml:trace>
  <inkml:trace contextRef="#ctx0" brushRef="#br0" timeOffset="98896.02">12678 13659 201 0,'0'0'81'16,"115"23"-2"-16,-43-23-38 0,1-24-23 0,-11-32 38 16,-20-17-34-16,-24-7 44 15,-18-3-54-15,-29 8-12 16,-33 9-101-16,-21 15 42 0,-8 25 59 16,5 22 29-1,1 4 48-15,12 39-42 0,7 11-3 16,22 8 8-16,22-4-40 15,19-12-81-15,3-14-357 16</inkml:trace>
  <inkml:trace contextRef="#ctx0" brushRef="#br0" timeOffset="99234.17">13094 13577 410 0,'0'0'16'16,"0"0"-4"-16,147 42 31 0,-78-42 26 15,7-11-53-15,-7-33 29 16,-2-18 5-16,-18-13-7 15,-20 0 51-15,-22 3-66 16,-7 6-28-16,-38 10-2 16,-20 12 1-16,-14 19 1 15,-1 20 52-15,2 5-30 16,1 40-11-16,8 10-11 16,15 6-18-16,16-8-152 0,17-14-406 15</inkml:trace>
  <inkml:trace contextRef="#ctx0" brushRef="#br0" timeOffset="99929.14">14215 13458 552 0,'0'0'61'0,"0"0"23"0,0 0 36 0,0 0-77 0,0 0-26 16,0 0-5-16,71 94-11 15,-29-91 8-15,12-3 0 16,4 0-5-16,11-30 3 0,4-20-7 16,-1-14-18-16,-24-6-38 15,-25-2 56 1,-23 3 0-16,-15 5-37 0,-33 8 5 16,-16 16 32-1,-9 20 1-15,-6 20 32 0,2 2 43 16,11 38-38-16,11 12-3 15,12 6 14-15,22-2-40 16,21-1-9-16,0-10-55 16,31-7-30-16,13-7-149 15,8-9-23-15</inkml:trace>
  <inkml:trace contextRef="#ctx0" brushRef="#br0" timeOffset="100233.33">14727 13347 195 0,'0'0'690'0,"0"0"-614"15,0 0-72-15,0 0 34 16,0 0-25-16,41 118-13 16,11-102-34-16,9-10 21 15,-1-6 4-15,-2-12-7 16,-9-20 13-16,-9-14-54 15,-15-8 57-15,-17-9 10 16,-1-9-9-16,-7 5 1 16,0 6-4-16,-9 15-15 15,-28 9-92-15,-13 14 1 0,-8 11 83 16,-6 9 20-16,6 3 5 16,11 3-48-16,18 11-100 15</inkml:trace>
  <inkml:trace contextRef="#ctx0" brushRef="#br0" timeOffset="100576.53">15313 13411 659 0,'0'0'247'0,"0"0"-202"0,0 0-3 16,98 120-33-1,-42-114 12-15,24-6-21 16,0-8 0-16,5-30-37 16,-11-10 9-16,-21-17 24 0,-18-6 8 15,-19-6-3 1,-16 0 4-16,-6 4-5 15,-37 9 7-15,-12 18-19 0,-11 16 24 16,-5 20-6 0,2 10 8-16,9 6-1 0,11 24-13 15,16 6-17 1,22-4-13-16,11-10-286 16</inkml:trace>
  <inkml:trace contextRef="#ctx0" brushRef="#br0" timeOffset="101049.16">16044 13265 547 0,'0'0'18'0,"0"0"2"0,0 0-15 0,77 122 21 16,-29-94-24-16,3-6-1 15,4 6 48-15,11-2-13 0,13-8 46 16,19-6-41-1,10-12-41-15,-8-7-39 16,-11-36 39-16,-33-19 19 16,-21-16-17-16,-22-9 17 0,-13-4-19 15,-9 2-74 1,-30 11-35-16,-28 14 41 0,-22 11 33 16,-23 16 30-16,-15 13 10 15,-4 13 0-15,15 11 28 16,22 17-11-16,30 41 81 15,37 16 0-15,25 10-103 0,2-2-186 16,20-10-436 0</inkml:trace>
  <inkml:trace contextRef="#ctx0" brushRef="#br0" timeOffset="102698.34">14785 13778 199 0,'0'0'282'0,"0"0"-219"0,0 0-50 0,0 0 78 0,0 0 25 15,0 0-61-15,-2-6-28 0,2 2 12 16,0 4 25 0,0 0-32-16,0 0 27 15,0 0-29-15,0 0-2 16,0 0-24-16,0 0-8 16,0 0-9-16,0-6-9 15,2-4 18-15,2-1 8 16,-4 2-1-16,0 3 8 15,0 6 3-15,0 0 3 16,0 0 15-16,0 0-28 0,-2 0-4 16,2 0-9-16,0 0-150 15,14-8-215-15</inkml:trace>
  <inkml:trace contextRef="#ctx0" brushRef="#br0" timeOffset="103916.1">12577 13768 237 0,'0'0'44'0,"0"0"66"0,0 0 3 16,0 0-13-16,0 0 25 0,0 0-46 15,-20 0-1 1,18 6-56-16,-2 3 20 0,1-3-39 15,0-5 15-15,3-1-17 16,0 0 7-16,0 0-8 16,0 0-2-16,0 0-4 15,0 0 12-15,0 0 4 16,0 0-9-16,-2-1 30 16,-4 1-26-16,-1 0 20 15,1 0-25-15,-2 0 0 0,6 0-1 16,2 0-44-16,0 0-66 15,8 0-223-15,7 0-164 16</inkml:trace>
  <inkml:trace contextRef="#ctx0" brushRef="#br0" timeOffset="105262.03">10195 13854 0 0,'0'0'49'0,"0"0"-49"0,0 0 0 16,0 0-10-16,0 0 9 0,0 0-2 15,2 0-4 1,-2 0 9-16,0 0-7 15</inkml:trace>
  <inkml:trace contextRef="#ctx0" brushRef="#br0" timeOffset="105845.25">10195 13854 5 0,'4'0'103'16,"-4"0"-11"-16,0 0-45 0,5 0-22 15,-3 0-22-15,-2 0-2 16,0 0 4-16,0 0 22 16,0 0 93-16,0 0-19 15,0 0-39-15,0 0-6 16,0 0-27-16,0 0-24 15,0 0-5-15,0 0 11 16,0 0-12-16,0 0 11 16,0 0 22-16,0 0 2 0,-7 0 15 15,5 0-29 1,-4 0-10-16,1 0-10 16,1 0 5-16,-3 0-12 15,7 0 15-15,-2 2-2 0,-1 0-5 16,1 4 10-16,0 0-10 15,0 1 0-15,-2-1 4 16,1 1 1-16,3-6 6 16,0 2-11-16,0-3 29 0,0 0-26 15,0 0-4 1,0 0 7-16,0 2-8 0,0-2 2 16,-2 0 1-1,-4 8 7-15,-2-6 5 16,2 6-4-16,2 0-5 0,1-6 7 15,3 1 1-15,0-3-26 16,0 0 12-16,0 0-10 0,0 0-23 16,0 0 21-1,0 0 10-15,0 0 6 16,0 0 21-16,0 0-20 16,0 0 20-16,0 0-24 15,0 0 0-15,-2 0-5 16,2 0-1-16,0 0 6 15,0 0-12-15,0 0-4 16,0 0-27-16,0 0 13 16,0 0 13-16,0 0 12 15,0 0-42-15,0 0-104 0,13 3 103 16,3-3-115 0,-5 0-240-16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05T22:05:24.5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15712 10293 496 0,'0'0'76'0,"0"0"-76"0,-51 122 0 15,41-74-3-15,8 1 9 16,2-14 10-16,0 0 20 16,16-5 11-16,8 0 37 15,5-6-17-15,4-2-38 0,8-10-24 16,6-12 26-16,8 0-20 15,12-24 48-15,3-28-40 16,1-25 17-16,-4-35 16 16,-7-20-1-16,-14-15-20 15,-7 5-25-15,-20 14-1 16,-19 17 6-16,0 12-22 16,-48 20-4-16,-19 23-5 15,-18 26 20-15,-6 30 17 16,-5 27-17-16,2 44 7 15,14 27-4-15,13 16 9 0,20 14-24 16,21 7 24 0,16-2-21-16,10-18 10 0,12-22-2 15,28-29-21 1,16-18 7-16,21-19-1 0,17-20 16 16,16-7-7-16,8-26 15 15,-5-30-13-15,-10-18 20 16,-24-13-10-16,-18 4-3 15,-26 11 3-15,-21 19-5 16,-14 28-9-16,0 25 9 0,-18 3 17 16,-15 54-16-16,-5 30 15 15,5 20-11 1,14 3 1-16,19-14-6 16,8-16 1-16,40-13-2 15,25-16-43-15,22-12 28 0,11-17 13 16,8-14-8-16,-1-8 8 15,-3 0-94-15,-12-4-12 16,-22-28-290-16</inkml:trace>
  <inkml:trace contextRef="#ctx0" brushRef="#br0" timeOffset="780.25">16998 8983 446 0,'0'0'101'0,"0"0"-87"0,0 0-2 0,0 0 60 16,-38 110-2-16,38-84-60 0,6-1 41 15,19-6-2 1,8-6 31-16,14-13-58 0,9 0 15 15,8-30-20 1,3-24 37-16,-11-17-29 0,-7-5-5 16,-18 0-3-1,-22 8-5-15,-9 10-12 0,-29 11 7 16,-23 18-14 0,-7 19 6-16,-11 10 1 0,-1 25 5 15,-2 30 18 1,-1 7 3-16,18 0-24 0,21-4-1 15,26-3-1-15,9-10-79 16,46-1-88-16,14-6-168 16,8-7-248-16</inkml:trace>
  <inkml:trace contextRef="#ctx0" brushRef="#br0" timeOffset="1269.21">17880 9950 802 0,'0'0'133'0,"0"0"-129"0,0 0 79 0,165-24-26 15,-103 10-57-15,3 2-24 16,-7 6 5-16,-2-2-94 0,-12 4-226 16</inkml:trace>
  <inkml:trace contextRef="#ctx0" brushRef="#br0" timeOffset="1485.86">17795 9601 925 0,'0'0'225'16,"0"0"-225"-16,0 0 0 16,0 0 2-16,0 0 55 15,156 0-33-15,-69-4-16 0,7-6-8 16,10-2-61-16,10 6-36 15,-10 6-126-15,-12 0-432 16</inkml:trace>
  <inkml:trace contextRef="#ctx0" brushRef="#br0" timeOffset="2001.92">19192 10282 723 0,'0'0'129'0,"0"0"-84"0,0 0 89 16,0 0-29-16,0 0-81 15,0-139-19-15,4 24 9 16,19-31-8-16,1-17-6 16,10-12 0-16,-7 7-7 15,-8 14 7-15,-5 28 0 16,-14 25-9-16,0 35-13 0,0 26 22 16,-6 22 7-1,-11 18-5-15,-12 14 3 0,-13 40-5 16,-18 32-2-1,-9 25-6-15,-7 7-43 0,3-4-91 16,11-19-252-16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05T22:05:43.2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13214 8369 700 0,'0'0'165'0,"0"0"-95"0,0 0-12 0,0 0 17 0,0 0-42 16,0 0-18-16,0 0-15 16,-104-151 7-16,104 86-14 0,6-2 17 15,17-6-12 1,8-4 11-16,9-5-18 0,9 4 15 16,2 5-12-16,3 10 0 15,-5 20-11-15,-9 29-26 16,0 14-75-16,-1 21 55 15,-2 35 21-15,-8 27 35 16,-18 21-6-16,-11 17-17 16,-34 16 10-16,-26 7 17 15,-25 6-5-15,-13-6-8 0,-13-15 16 16,-5-19 24 0,7-24 85-16,17-33-104 15,24-23 24-15,18-18-8 16,23-9-6-16,17-3-15 0,10 0-2 15,2 0-32-15,33 0 28 0,19 0 6 32,13 0 2-32,13 15 30 15,-2 11-16-15,0 6 49 0,-7 3-39 16,-11-8-23-16,-8-2 11 16,-6-11 2-16,-13-3-4 15,-8-8-12-15,-7-3-15 16,-5-10-67-16,-4-28-18 0,-2-11-197 15,0-7 15 1,-1 2 175-16</inkml:trace>
  <inkml:trace contextRef="#ctx0" brushRef="#br0" timeOffset="918.1">13827 7144 383 0,'0'0'87'0,"0"0"-15"0,0 0 43 0,0 0 73 16,0 0-97-16,0 0-13 15,-7-8-32-15,7 8-27 16,9 0 5-16,20 0-23 15,17 0 43-15,8-4-43 16,8 3-2-16,-3-3-9 16,-4 4-89-16,-13-7-154 15,-17 7-356-15</inkml:trace>
  <inkml:trace contextRef="#ctx0" brushRef="#br0" timeOffset="1468.12">14542 6792 344 0,'0'0'455'15,"0"0"-455"-15,0 0 0 0,0 0 0 16,0 0 4-16,0 0 4 15,72-14-8-15,-57 39-6 16,-6 12 6-16,-2 9 16 16,-5 2-5-16,-2 4-11 15,0-6 0-15,0-10 3 0,0-7-4 16,0-13 9 0,0-5-10-16,0-3 6 0,0 1-8 15,15 0-13-15,10 1-8 16,8 5-15-1,-1 1 0-15,-8 2 4 0,-11 6 30 16,-13 0 2-16,0 4 8 16,-17 6 80-16,-16 2 13 15,-10 12-34 1,3-2-2-16,2-6-12 0,2-7-35 16,8-16-14-16,-9-13-16 15,0-4-63-15,-10-4-152 16</inkml:trace>
  <inkml:trace contextRef="#ctx0" brushRef="#br0" timeOffset="6208.09">12292 9549 10 0,'0'0'150'0,"0"0"-136"0,0 0 0 0,0 0 35 16,0 0 7-16,0 0 58 15,0 0-64-15,0 0-2 16,0 0-18-16,0 0 7 15,0 0-2-15,0 0-7 0,0 0 6 16,0 0-33-16,0 0 23 16,0 0-21-1,0 0 13-15,0 0-11 0,0 0-8 16,0 0 6-16,0 0-6 16,0 0-4-16,0 0 7 15,0 0-5-15,0 0 14 16,6 0-1-16,4 0-2 15,-2 2 14-15,1 0-16 16,3 0 20-16,-1 2-16 16,1-2 4-16,5 2 3 15,-2-2-11-15,1 0-1 16,-1-2 6-16,3 0-4 16,-3 0 0-16,6 0 3 15,-1 0-8-15,-1 0 7 0,0 0-7 16,-3 0 0-1,-1 0-1-15,-2 0 12 0,1 0-9 16,-1 5 10-16,3-5-20 16,-3 1 17-16,3-1-13 15,-1 0 4-15,1 0-1 16,-1 1 1-16,1-1 0 16,-1 0 0-16,-1 0 8 15,-1 0-14-15,3 0 17 16,-7 0-22-16,2 0 22 15,-7 0-11-15,8 0 0 16,-2 0 0-16,2 0-3 16,1 0 16-16,5 0-10 0,2 0 7 15,0 0-17-15,7 3 13 16,0-3-12-16,-1 0 6 16,-2 0 0-16,1 0-2 15,-4 0 9-15,-4 0-16 16,-5 2 18-16,1-1-3 15,-5 2-6-15,8-3 6 16,-1 2 2-16,1-2-13 16,2 0 5-16,4 0 0 15,-4 0-3-15,7 0 10 16,-1 0-11-16,-8 0 11 16,-1 0-13-16,3 0 12 0,-5 0-10 15,6 0 7 1,-4 0-3-16,3 0 0 0,0 0 0 15,-1 0-3 1,4 0 6-16,-4 0-8 0,3 0 17 16,3 0-14-16,-4 0 6 15,2 0-4-15,3 0 0 16,-1 0 2-16,1 0-6 16,-4 0 8-16,3 0-1 15,-6 0 6-15,3 0-11 16,1 0 15-16,2 0-4 15,0 0-9-15,2 0 0 16,-1 1-1-16,-1-1 4 0,-4 3-6 16,2-3 6-1,-2 2-5-15,-1 2 18 0,1 0-14 16,-6-2 2 0,-3 2-2-16,6-2-2 0,0-2 0 15,-2 0-3-15,1 0 8 16,-1 0-11-16,-4 0 21 15,2 0-28-15,-3 4 26 16,-3-2-20-16,-2 1 7 16,1-2 0-16,-1-1 0 15,1 0 0-15,4 6-2 16,-2-5 2-16,-1 2-4 16,1 0-43-16,-4-3-88 15,-3 5-243-15</inkml:trace>
  <inkml:trace contextRef="#ctx0" brushRef="#br0" timeOffset="7648.39">13131 10908 162 0,'0'0'77'0,"0"0"-51"0,0 0-23 0,0 0-3 0,0 0 0 16,0 0 0-16,-6 45 10 15,6-40-10-15,-2 5 100 16,-3 0-45-16,3 5-12 16,-4-1-32-16,1-2 52 15,0 0-28-15,3-6-10 0,0 4-13 16,0-4 7-16,0 2 6 15,-1 2-21 1,-1-5-2-16,4 1 11 0,0-1-13 16,0 3 15-16,-2-4 61 15,0-2-24-15,2 2-29 16,0-4-15-16,0 0-6 16,0 0 33-16,0 0-18 15,0 0 23-15,0 0-31 0,0-10 5 16,0-9-12-1,0-4-4-15,0-2 1 0,0-4 1 16,0-3-4 0,0-4 11-16,0-6-16 0,0-3 21 15,0-3-15 1,0-2 12-16,0 7-15 0,-2 2 6 16,2 7-6-16,0 6 1 15,-3-1 5-15,3 1-2 16,0-3 5-16,0-7-7 15,0 3 12-15,0 1-15 16,5 3 13-16,-1 0-12 16,3 5 5-16,-3 3-8 15,-2 5 8-15,0 3 2 16,6-2-16-16,-6 4 30 16,-2-1-28-16,4 4 14 0,0-4-2 15,3 2-1 1,-1 2-36-16,2-1-6 0,-4 7 19 15,-2 2 8-15,-2 2-2 16,0 0 16-16,0 0 6 16,0 0-2-16,0 0-1 15,0 0-2-15,0 0 2 16,0 0 16-16,0 2-10 16,0 9 3-16,0 3-8 15,0 1 4-15,0 1-6 16,-6 3 2-16,-4 3 3 15,2 0-4-15,-3 6 0 16,6 1 22-16,-4 4-21 16,-4 1 5-16,-1 6 6 15,-3-5-13-15,-2 4 9 0,4-2-11 16,-1-4 11 0,1-1-5-16,3-5 11 0,2-3-11 15,1 0-6-15,-1-1 11 16,0 0-16-16,-1-3-30 15,-1-8 1-15,6-6-14 16,3-6 21-16,3 0-106 16,-4 0-184-16</inkml:trace>
  <inkml:trace contextRef="#ctx0" brushRef="#br0" timeOffset="8568.01">14519 9815 61 0,'0'0'565'0,"0"0"-484"16,0 0-8-16,0 0 64 16,0 0-80-16,0 0-30 15,-6-14-21-15,6 10-1 16,14-4 2-16,10 0 16 0,12-2-16 15,4 1-1-15,11-2-1 16,2 3 2 0,1 2-14-16,-7 0-24 0,-3 1-20 15,-8 4-2-15,-7-3-75 16,-7 4-89-16,-9 0 33 16,-3 0-120-16</inkml:trace>
  <inkml:trace contextRef="#ctx0" brushRef="#br0" timeOffset="8948.24">14448 9529 576 0,'0'0'81'0,"0"0"-74"0,0 0 169 0,0 0-58 15,119-22-47-15,-70 16-3 0,2 2-45 16,-4 0 7 0,3 1-27-16,-7 0-6 0,-3 3-30 15,-6-8-22-15,-5 1-90 16,-9-2-190-16,-5-1-215 16</inkml:trace>
  <inkml:trace contextRef="#ctx0" brushRef="#br0" timeOffset="11595.4">12127 8199 332 0,'0'0'41'0,"0"0"-23"0,0 0 35 0,0 0 12 16,0 0-19-16,0 0-28 16,-20-14 3-16,18 14 6 15,-3 0 60-15,-3 0-11 16,2 0-33-16,0 0-27 15,-1 0 1-15,1 0-14 16,2 0 4-16,-8 0 4 16,3 0-6-16,1 0-2 15,-4 0 11-15,-1 8-18 0,-3 4 8 16,1-4-6-16,-1 8 2 16,5-3 0-1,0 1 2-15,-3-1 0 0,-1 6 3 16,-1 0 1-16,3 2-6 15,-3-2 7-15,3 2-14 16,-1-1 11-16,1 4-7 16,2 0 3-16,-3 2 0 15,1 2-4-15,-1-2 11 0,2 2-11 16,-2 0 11 0,1 0-11-16,0 3 8 0,-1 1-4 15,1 4 2 1,-1 2-2-16,3 0 0 0,3-2 3 15,-2-2-11-15,3-4 23 16,1 2-16 0,0 0 6-16,-2 0 5 0,2-2-6 15,-1 1-4-15,-1 0 0 16,1 6 0-16,-5-1-3 0,4 0 9 16,-3 4-11-1,-3-1 16-15,5 4-19 0,-2-3 15 16,0-2-7-1,0-2 1-15,-1-1 2 0,8-6-3 16,-3 0 1 0,3-1-11-16,2-2 21 15,0 7-23-15,2-2 18 0,0 5-13 16,0 0 7 0,0-1-3-16,0 1 0 0,0-1-1 15,0 4 0-15,0-1 8 16,0 4-16-16,-2-4 28 15,-1-2-30-15,3-2 15 16,0-4-2-16,0 4-6 16,0-5 4-16,0 7 1 15,11-2 3-15,2 0-12 16,1-2 22-16,-1-6-20 16,-1-2 17-16,-1-8-16 15,2-3 6-15,0 0-1 16,5-3-10-16,6 6 10 0,8 4-9 0,7 4 24 15,7 4-4 1,-9-2-8-16,-1 0-6 16,-9-3 1-16,-9-8 0 15,-7-2-5-15,-5-8-15 16,-6-3-10-16,0-2-12 16,0 4 39-16,-4 1-113 15,-19-5-268-15</inkml:trace>
  <inkml:trace contextRef="#ctx0" brushRef="#br0" timeOffset="12628.68">11668 10553 161 0,'0'0'167'0,"0"0"-116"15,0 0-7 1,0 0 40-16,0 0-39 0,0 0-8 16,0 4-33-16,0-4 13 15,0 0-15-15,0 0 49 16,0 0 6 0,0 0-16-16,0 0-16 0,2-10 7 15,11-16 7-15,8-12-5 16,5-10-8-16,1 6-18 15,-2 4-7-15,-6 9-1 16,-3 12 0-16,-5 2-16 16,-2 9-15-16,-5 2-7 15,4 2-29-15,-8 2 31 16,0 0 25-16,0 0 7 0,0 12 2 16,0 5-1-1,0 6 3-15,0 2-2 16,0-5-4-16,0 0 3 0,0 5-7 15,0-2 20 1,0 1-17-16,0 4 18 0,0-2-6 16,2-1-2-16,4-4 14 15,1-5-17-15,-1-6-3 16,0-6 0-16,-4 1 6 16,-2-5 1-16,0 0 6 15,0 0 42-15,0 0-2 16,0 0 10-16,2 0-56 15,0 0-4-15,2-9-7 0,3-1 7 16,-3-3 0-16,0 1 10 16,2 0-11-1,0-1 9-15,-2 0-11 0,1-2 6 16,1 3 0-16,-1 2-3 16,-2 2-3-16,-1 3-1 15,-2 2 1-15,0 1 1 16,0 2 4-16,0-1 17 0,0-8-18 15,0-1 1 1,0-7-2-16,0-3-1 16,0-10-8-16,0-3-19 15,0 1 4-15,0 2-35 16,0 5 39-16,0 10-19 16,-2 11 39-16,-6-1 4 15,2 5 20-15,6-1-24 16,0 1-57-16,0 0-223 15</inkml:trace>
  <inkml:trace contextRef="#ctx0" brushRef="#br0" timeOffset="13537.97">12067 8285 173 0,'0'0'20'0,"0"0"-13"0,0 0-6 0,0 0 62 15,0 0 71-15,0 0-48 0,-25 4-18 16,21-4-58 0,-7 0 19-16,4 0-28 15,-4 0 5-15,-3 0-2 16,3 0 36-16,0 0 38 0,0 0 18 15,6 0-17-15,-1 0-49 16,1 0 13-16,3 0-25 16,0 0 1-16,0 0-19 15,2 0 19-15,0 0 10 16,0 0-19-16,0 0-10 16,0 0-3-16,19 4 3 15,8 10 0-15,11 1 14 16,3-1-12-16,-4-4-2 0,-1-5-3 15,-7 0-17-15,-11-4-18 16,-9 4-30 0,-9-1-4-16,0-1-103 15,0 2 48-15,-18 1-226 0</inkml:trace>
  <inkml:trace contextRef="#ctx0" brushRef="#br0" timeOffset="13893.61">11907 8257 385 0,'0'0'169'0,"0"0"-30"0,0 0-7 0,0 0-42 0,0 0-55 16,0 0-35-16,29-88 9 0,-6 72-18 16,4 4 9-16,-2 7-17 15,-5 4-3-15,0 1 5 16,-4 0 8-16,-5 0-1 16,-3 0 3-16,-2 0 5 0,-6 16-9 15,0 9 9-15,0 8 39 16,0 9-32-1,0-1-7-15,0-5-31 16,0-7-50-16,0-10-83 0,4-19-319 16</inkml:trace>
  <inkml:trace contextRef="#ctx0" brushRef="#br0" timeOffset="15108.15">17347 8876 474 0,'0'0'74'0,"0"0"-29"0,0 0 76 0,0 0 19 15,0 0-65-15,0 0 21 16,0 33-58-16,0-30 11 0,0-3-30 16,0 0 10-16,0 0-8 15,0 0 1-15,0-5 4 16,-2-21-4-16,0-18-5 16,-3-17-14-16,1-15 14 15,-2-10-15-15,0-2 3 16,4 6-1-16,0 6-8 0,2 4-16 15,0 5-4 1,0 7-29-16,12 13-11 0,-2 18 62 16,-7 17-18-16,-3 12 17 15,-9 7-8-15,-26 34 8 16,-15 15 6-16,-1 8 0 16,0 0-3-16,8-1-6 15,1-5-60 1,0-6-148-16,3-10-149 0</inkml:trace>
  <inkml:trace contextRef="#ctx0" brushRef="#br0" timeOffset="15613.9">16643 9532 198 0,'0'0'294'0,"0"0"-184"0,0 0-35 0,0 0 51 16,0 0-46-16,0 0 2 0,56-61 22 16,12 36-12-1,22 1 6-15,17 2-28 0,11-4 20 16,1 8-89 0,-9 8-2-16,-14 8-20 15,-11 2-57-15,-16 5-3 16,-15 16-45-16,-12 3-84 0,-18-4-314 15</inkml:trace>
  <inkml:trace contextRef="#ctx0" brushRef="#br0" timeOffset="16208.35">16935 9909 168 0,'0'0'640'0,"0"0"-613"0,0 0 31 0,0 0 33 0,0 0-50 15,0 0-34-15,31-84 29 0,7 60-8 16,5 8-17-1,1 10-11-15,0 6 1 0,-5 0-3 16,-10 18-35-16,-18 25 13 16,-11 11 2-16,-11 14-23 15,-30 7-5-15,-7 5-4 0,-10 10 38 16,0-3 12 0,4-6 4-16,14-21 21 15,13-21 57-15,16-24-20 16,11-7-9-16,0-8-45 0,22 0 5 15,23-4 45 1,17-18-33-16,16-6 17 16,2 0-19-16,1 10 28 15,-10 10-31-15,-23 8-16 16,-9 0-42-16,-17 6 40 0,-13 14-84 16,-2 4-64-16,-7 0-137 15</inkml:trace>
  <inkml:trace contextRef="#ctx0" brushRef="#br0" timeOffset="16758.28">16441 10876 51 0,'0'0'678'0,"0"0"-605"0,0 0-54 0,-121-125 61 16,86 54 12-16,4-17-19 16,4-25-42-16,8-21-20 0,17-18-10 15,2-13 19 1,14 2-7-16,32-5 17 0,12 0-9 16,16-5 17-1,-2 1-13-15,-1 6-17 0,-11 11-8 16,-6 17-51-16,-4 19-9 15,0 27-190 1,-1 27-343-16</inkml:trace>
  <inkml:trace contextRef="#ctx0" brushRef="#br0" timeOffset="17508.02">18011 8325 148 0,'0'0'267'0,"0"0"-259"0,0 0 44 0,0 0 84 0,0 0 10 16,0 0-73 0,32 22-27-16,-6 13 15 0,6 9-21 15,-1 8 2-15,4 10-37 16,1 11 3-16,6 10 2 15,-1 6-20-15,3 8 19 16,-5 14-9-16,-14 8 24 16,-7 13-23-16,-13 6-1 15,-5 4-4-15,0-3-17 16,-15-1-50-16,-18-1 48 16,-9-1 2-16,-6 5 21 15,-1-5 0-15,1-4 14 0,11-15 18 16,8-27-1-16,9-27-31 15,6-22-23-15,1-28-176 16,-7-13-394-16</inkml:trace>
  <inkml:trace contextRef="#ctx0" brushRef="#br0" timeOffset="20954.52">14095 6484 136 0,'0'0'144'0,"0"0"-32"0,0 0-78 0,0 0-30 15,0 0 15-15,0 0 17 0,0 0-9 16,-25 0 12-1,25 0-32-15,0 0 1 0,0 0-5 16,0 0-2-16,0 0 5 16,0 0-4-16,0 0 58 15,0 0-30-15,0 0 8 16,0 0 14-16,0 0 13 16,0 0-61-16,-2 0 12 15,2 0-15-15,0 0 21 0,0 0-21 16,0 0 4-1,0 0 6-15,0 0-11 0,0 0 22 16,0 0-19-16,0 0 17 16,0 0-15-16,0 0 3 15,0 0-6-15,0 0 11 16,0 0 11-16,0 0-3 16,0-5 24-16,0-6-43 15,0-7-4-15,0-3 20 16,0-11-16-16,15-9 0 15,5-6 6-15,14-12-2 16,3-13-2-16,13-10 1 16,6-4 0-16,-2 1 6 15,0 9 1-15,-9 18-18 0,-5 8 6 16,-7 12-29 0,-4 10-69-16,-6 3-51 0,-6 14-177 15</inkml:trace>
  <inkml:trace contextRef="#ctx0" brushRef="#br0" timeOffset="21703.76">13970 6344 263 0,'0'0'100'0,"0"0"-76"0,0 0 24 0,0 0 20 15,0 0-8-15,0 0-52 16,0-3 20-16,0 3-23 15,0 0 8-15,6 0 6 16,3-5 33-16,2 5-29 16,1 0-21-16,-2 0-2 15,-1 0 5-15,1 0-10 16,-4 0 13-16,0 0-2 0,-1-4 1 16,-3-1-2-1,0-2 8-15,-2 3 10 16,0 2 0-16,0 2-18 15,0 0-5-15,0 0-2 0,0 0-2 16,0 18-43 0,0 10 39-16,-9 10 16 0,-3 5 0 15,-2-3 12-15,3-2 4 16,-2-9 2-16,8-2-19 16,0-11 14-16,5-4-12 15,0-6-6-15,0-6-3 16,0 0 0-16,14-18 0 15,13-14 1-15,1-4 1 16,1-2-2-16,-4 6-8 16,-7 11-38-16,-9 7-21 15,-5 10-28-15,-4 4 18 0,0 0-27 16,0 0 65-16,0 4 35 16,0 0 2-16,4-4-206 15</inkml:trace>
  <inkml:trace contextRef="#ctx0" brushRef="#br0" timeOffset="22428.99">14883 5695 79 0,'0'0'153'0,"0"0"-121"0,0 0 32 15,0 0 52-15,0 0-57 16,0 0 22-16,-47 20-33 16,47-20 39-16,0 0-29 0,0 0 7 15,0 0-28-15,0 0-15 16,0 0 11-16,0 0 10 16,0 0 23-16,0-12-38 15,0-14-4-15,29-19-10 16,16-14-1-16,13-16-6 15,4-7 4-15,3 4-11 0,-7 7-2 16,-9 20-10-16,-9 14-55 16,-9 17-17-1,-14 14-147-15,-9 6-41 0,-8 0-109 16</inkml:trace>
  <inkml:trace contextRef="#ctx0" brushRef="#br0" timeOffset="22783.68">14990 5276 539 0,'0'0'132'0,"0"0"-43"0,0 0 22 0,0 0-63 0,0 0-43 16,0 0 84-1,49 31-32-15,-20-6-26 16,0 7-25-16,4 2-4 15,-2 2-2-15,5 8-9 16,-7-2-48-16,2-1-85 16,-11 2-81-16,-15-8-329 0</inkml:trace>
  <inkml:trace contextRef="#ctx0" brushRef="#br0" timeOffset="24981.56">18425 7607 648 0,'0'0'168'0,"0"0"-125"0,0 0-11 0,0 0 6 0,0 0-21 15,0 0-33-15,67-100 32 16,-38 85-21 0,-6 6 8-16,-1 9-3 15,-5 0 0-15,4 6 4 0,1 16 24 16,-7 0-24-16,-1 1 12 15,-7-5-5-15,-5 0-8 16,-2 6 0-16,0 0-1 16,-4 4-2-16,-7-2-16 15,1-7 15-15,10 0-19 16,0-8 3-16,0-4-45 16,27-3-21-16,9-2 2 15,1-2 40-15,4 1 3 16,-10 6 20-16,-6 3-6 15,-14 4 14-15,-5 6 10 16,-6 0 9-16,0 6 78 0,-17 5-5 16,-16 1 17-1,-12 4-73-15,-7-8 28 0,-3-1-49 16,-1-4 1-16,5-9-3 16,11 0 6-16,17-10-18 15,23-4-18-15,7 0-152 16,28-14-206-16</inkml:trace>
  <inkml:trace contextRef="#ctx0" brushRef="#br0" timeOffset="28130.79">19154 9862 542 0,'0'0'100'0,"0"0"-19"0,0 0 54 0,0 0-93 0,0 0 2 16,0 0-33 0,0 0 62-16,92-3-34 15,-61 6-2-15,0 0-16 0,4 4 15 16,3-5-17-16,5-2-15 16,1 0 0-16,-1 0 0 15,-7 0-8-15,-7 0-29 16,-10 0-22-16,-9 0-126 15,-10 0-334-15</inkml:trace>
  <inkml:trace contextRef="#ctx0" brushRef="#br0" timeOffset="28580.1">19357 9526 599 0,'0'0'299'0,"0"0"-281"0,0 0 111 0,0 0-38 0,156 0-31 15,-107 0-58 1,9 0-4-16,-2 0-22 0,-3 3-49 16,-8-3-89-16,-16 0-263 15</inkml:trace>
  <inkml:trace contextRef="#ctx0" brushRef="#br0" timeOffset="30948.05">21423 9406 391 0,'0'0'78'0,"0"0"-49"0,0 0 82 0,0 0 52 15,0 0-35-15,0 0-38 16,0 0-26-16,0 0-34 16,0 0 24-16,-2 0-22 15,-4-10 8-15,0-19-31 0,2-22 12 16,-1-21-19 0,3-16 14-16,2-12-2 15,-4-15-13-15,-4-5-2 0,2-5 6 0,-3 7-15 16,7 22-28-1,0 32 19-15,2 29 10 16,0 26 5-16,-7 9-7 16,-22 36-16-16,-14 34 20 15,-25 26-2-15,-6 4-66 16,-2-9-38-16,22-26 72 16,15-22-124-16,16-23-223 15</inkml:trace>
  <inkml:trace contextRef="#ctx0" brushRef="#br0" timeOffset="31594.79">21803 7874 594 0,'0'0'207'0,"0"0"-117"0,0 0-27 0,0 0 64 0,0 0-107 16,0 0-4-16,16-71-10 15,20 46-10-15,4 11 4 16,0 4-1-16,-9 6-4 0,-4 4-28 15,-9 0 11-15,-9 0-24 16,-9 14 29-16,0 12 17 16,-5 14 1-16,-22 4 14 15,-2-1-6-15,9-10-9 16,16-8-6-16,4-12 5 16,0 0-22-16,18-6 7 15,17-2-3-15,7 1 13 16,-3-6 12-16,-10 2-5 15,-14 2-1-15,-6 3 0 16,-9 6 14-16,0 7 21 16,-5 10 16-16,-28 1-27 15,-15 4 4-15,-6 1-20 16,-2-4-7-16,12-4-1 16,10 0-5-16,8 0-31 15,7-3-110-15,1 0-221 0</inkml:trace>
  <inkml:trace contextRef="#ctx0" brushRef="#br0" timeOffset="32227.94">20621 10108 577 0,'0'0'55'0,"0"0"-53"0,0 0 63 0,0 0-12 0,0 0 18 16,0 0-16 0,142-64 38-16,-39 52 2 15,28-6-24-15,36 5 4 16,18 0-12-16,2 13-62 0,-9 0-1 16,-24 12-47-1,-13 14-84-15,-21-1-31 16,-22 2-323-16</inkml:trace>
  <inkml:trace contextRef="#ctx0" brushRef="#br0" timeOffset="38389.6">21394 10882 417 0,'0'0'237'0,"0"0"-186"0,0 0-29 0,0 0 108 16,0 0-70-16,0 0 3 16,-56 12-18-16,54-12-2 15,2 0 15-15,0 0-28 0,0 0 15 16,0 0-31 0,0 0 20-16,0-16-24 15,0-8-4-15,0-10-6 16,4 4-2-16,7 0 0 0,-2 0 0 15,9 1-5-15,-2 2-10 0,1 3 2 32,8 2-22-32,-3 12-2 0,3 1-1 15,-3 9 25-15,-2 6-4 16,-5 36 16-16,-7 17 1 16,-8 15 4-16,0 6 4 15,-27 4 6-15,-23-1-19 16,-12 5 9-16,-16-4-4 15,-9-10 0-15,2-7 2 16,14-23 1-16,20-19 6 16,20-12 23-16,22-13-30 0,9-4-1 15,17-21-43 1,26 0 1-16,13 4 31 0,6 11 10 16,1 10-4-16,-1 0 6 15,-7 9 23-15,-5 11 20 16,-9 4 0-16,-2-2-42 15,-10-4-2-15,-5-8-18 16,-12-7-182-16,-12-3-561 16</inkml:trace>
  <inkml:trace contextRef="#ctx0" brushRef="#br0" timeOffset="39138.25">21759 10361 766 0,'0'0'152'0,"0"0"-98"0,0 0 73 0,0 0-81 16,0 0-12-16,0 0-31 15,5-18-2-15,12 9 3 16,5 1-4-16,-3 8 0 15,-4 0-15-15,-2 0 15 0,-2 19-3 16,5 5-6 0,-5 4 10-16,-9-1-2 0,-2 2-3 15,0-3-2-15,0-6 6 16,0-6-7-16,0-2 5 16,0-6-26-16,5 0 21 15,15 4-30-15,4-4 33 16,7 3 1-16,6-3-1 15,-12 0 4-15,-4-2 0 16,-13 4-2-16,-2 2 2 16,-6 3 38-16,0 10 9 0,-12 8 6 15,-21 9-19 1,-5 3 6-16,-9-2-38 0,0-4 11 16,2-11-12-1,8-8 1-15,8-10-4 0,18-8-34 16,7 0-6-16,4-2-79 15,4-16-113-15,21 5-359 16</inkml:trace>
  <inkml:trace contextRef="#ctx0" brushRef="#br0" timeOffset="39501.25">22893 10507 895 0,'0'0'136'0,"0"0"-114"0,0 0 13 0,140-20 2 0,-100 14-37 16,-6-1-33-16,-10 1-102 15,-15-9-233-15</inkml:trace>
  <inkml:trace contextRef="#ctx0" brushRef="#br0" timeOffset="39668.07">22668 10143 1031 0,'0'0'139'0,"0"0"-118"0,0 0-5 16,0 0 70 0,145 24-57-16,-78-51-29 0,1-5-33 15,-5-2-105-15,-18 4-278 16</inkml:trace>
  <inkml:trace contextRef="#ctx0" brushRef="#br0" timeOffset="40288.43">24544 9479 899 0,'0'0'106'0,"0"-173"-84"0,4 68 60 0,12 1-38 15,4 10-29 1,4 16-7-16,1 18-16 0,-8 21 6 16,-5 20-5-1,-10 13 4-15,-2 6-7 0,-2 16 10 16,-41 28 2-16,-17 24 16 15,-24 16-10-15,4 0-16 16,9-9-2-16,12-13-1 16,33-16-101-16,11-16-208 15,9-14-377-15</inkml:trace>
  <inkml:trace contextRef="#ctx0" brushRef="#br0" timeOffset="40805.42">23871 10190 894 0,'0'0'168'0,"116"0"-72"0,-12-8 21 16,21-3 23-16,24-10-120 16,12 3 22-16,15 4-42 0,-4 8-12 15,-5 6-278-15,-22 0 206 16,-32 10-314-16</inkml:trace>
  <inkml:trace contextRef="#ctx0" brushRef="#br0" timeOffset="41537.94">24161 11323 599 0,'0'0'336'0,"0"0"-336"0,0 0 11 0,0 0 50 16,0 0 18-16,0 0-20 15,-16-54-53-15,54 11 15 0,22-12-6 16,16-15 12-1,8-3-25-15,-3-6 16 0,-15 0-18 16,-16-4-28 0,-23 2 1-16,-19 8-34 0,-8 18 51 15,0 19-2-15,-24 13 12 16,-12 17 28 0,-8 6 0-16,-5 11-8 0,-1 18-13 15,10 11 6-15,18-1-3 16,15 3-20-16,7 0-19 15,5 6 26-15,26 0-13 16,6 0 15-16,13 4-24 16,1-6-7-16,12 3-30 15,1-3-14-15,3-2 6 16,-13 2-11-16,-17 0 33 0,-26 0 48 16,-11 2 35-1,-50-2 137-15,-22-7-27 16,-14-13-84-16,-6-14-9 15,3-12-23-15,10 0-24 16,11-3-10-16,14-6-1 0,16-2 1 0,11 4-84 16,10-4-127-1</inkml:trace>
  <inkml:trace contextRef="#ctx0" brushRef="#br0" timeOffset="43585.57">9266 9928 19 0,'0'0'571'0,"0"0"-542"0,0 0-26 16,0 0 60-1,0 0 5-15,0 0 80 16,0-28-55-16,0 27-5 0,11-4-53 15,22 5-3 1,17 0 3-16,12 0-19 0,11-2-16 16,3-3 7-1,-5-2-16-15,-2-4-19 16,-6-1 18-16,-10 2-41 16,-13 3-31-16,-17 0-120 15,-23-1-199-15</inkml:trace>
  <inkml:trace contextRef="#ctx0" brushRef="#br0" timeOffset="43768.08">9460 9519 449 0,'0'0'636'15,"0"0"-627"-15,0 0-9 16,156-22 46-16,-82 12-8 0,5-1-38 15,6 2-20 1,-4-8-36-16,-12-1-194 0</inkml:trace>
  <inkml:trace contextRef="#ctx0" brushRef="#br0" timeOffset="44578.23">7301 9083 502 0,'0'0'143'0,"0"0"-49"0,0 0 37 15,0 0-61-15,0 0 29 16,0 0-60-16,-100-23-28 16,98-9 26-16,2-7-29 15,0-9 10-15,17-17-2 16,26-14-32-16,10-11-3 0,5 1 9 16,2 15-21-16,-4 24 9 15,-7 24-8-15,-5 26-62 16,-8 6 54-16,-12 54-22 15,-13 28 60-15,-11 27 0 16,-31 16 10-16,-24 13 1 16,-19 13 23-16,-11 8 21 0,1-6 2 15,10-27 2 1,16-38-33-16,25-42 7 16,20-27-22-16,11-24-22 15,2-1 5-15,0 0-4 0,17-8-9 16,19-10 19-16,8 9 7 15,1 7-1-15,2 2-11 16,-3 21 17-16,-3 17-3 0,7 6-4 16,-1-1-3-1,-2-3-2-15,0-8-16 16,-6-9-13-16,7-17-90 16,-13-6-183-16,-7-23-222 15</inkml:trace>
  <inkml:trace contextRef="#ctx0" brushRef="#br0" timeOffset="45168.17">7685 7700 990 0,'0'0'75'0,"0"0"-34"0,0 0-7 0,0 0-31 15,0 0-3-15,0 0 0 16,133-32-2-16,-69 25 9 15,3 2-14-15,-2 5 0 16,-5 0-35-16,-6 0-51 0,-6 0-66 16,-9 0-144-16</inkml:trace>
  <inkml:trace contextRef="#ctx0" brushRef="#br0" timeOffset="45718.24">8495 7332 861 0,'0'0'115'15,"0"0"-90"-15,0 0-10 16,0 0-15 0,0 0-8-16,0 0 5 15,100-83-3-15,-52 83-36 16,-11 0 19-16,-6 0 7 0,-6 20 16 15,-16 10-18-15,-9 13 18 16,0 18 38-16,-29 8 37 16,2-6-35-16,4-10-4 15,8-17-28-15,9-16 1 16,6-8-13-16,0-7 4 16,4 2-1-16,27-1-44 0,9 0 35 15,12 2-4 1,-4-2-17-16,-7 10 11 0,-10 0-1 15,-14 8 18-15,-17 4 3 16,0 12 34-16,-15 6 28 16,-28 8-19-16,-7 3-14 15,-11-3-9-15,1-12-5 16,11-16-5-16,13-16-10 16,16-10-27-16,11 0-35 15,9-25-78-15,0 0-364 0</inkml:trace>
  <inkml:trace contextRef="#ctx0" brushRef="#br0" timeOffset="47598.24">24488 8404 677 0,'0'0'206'0,"0"0"-151"0,-123 9-53 15,88 2 1-15,4 3 10 0,4 8 59 16,-4 19-27-16,-11 24-44 15,-14 19 37-15,-11 13-28 16,-13 5 18-16,-5 2-27 16,-5 9 3-16,7 5-3 15,8 8-1-15,11 2 0 16,8 3-2-16,10 7-5 16,10 5 14-16,7 7-13 15,11 6 16-15,14 7-20 16,4-6 2-16,18-5-1 0,17-12-11 15,3-4 5-15,-5-6 6 16,-4-2 18-16,-8-17-19 16,-6-16 10-16,1-19-2 15,7-23-17-15,10-11 18 16,13-19-14-16,17-2-5 16,13-14 15-16,17-7 5 15,10 0-7-15,8 0 10 16,-9-7-6-16,-4-4-65 15,-13 1 67-15,-16-1-3 16,-2-6 4-16,-3-5 32 16,4-4 33-16,9-4-13 0,6-3-44 15,9-8-8 1,-5-5-4-16,-8-3 0 0,-16 1-22 16,-10 0-10-16,-11-4 4 15,1-5 27-15,-1-1 0 16,2-8-10-16,6 8 10 15,-1 1 10-15,6-2 32 16,5 3-3 0,8-3-8-16,1-1-8 0,-3-2 4 15,-5-2-13-15,-10-4-4 16,-9-6-2-16,-6-5 9 16,-7-5-24-16,-5-4-2 15,-6 2 13-15,-4 4-1 16,-4 0-5-16,2-2 7 0,-1-3 0 15,-2-6-9-15,-7-7 3 16,-2-8 2-16,-2-6-37 16,-30 6-19-16,-12 4 52 15,-12 7 1-15,-4 9 7 16,2 6 25-16,0 11 19 16,2 8-14-16,6 10 28 15,2 8-18-15,0 1-10 16,-4-1-20-16,-8 3 21 15,-9-1-16-15,-13 6-13 16,-8 1 2-16,-10 6-4 16,2 6 0-16,5 1 5 15,-3 9-1-15,7 12-2 16,-11 2 10-16,-3 6-7 16,-4 28-10-16,4 20-26 15,12 15-32-15,11 3-24 0,22-9-336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05T22:06:48.8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1635 7331 332 0,'0'0'91'0,"0"0"-19"0,0 0-15 0,0 0 46 16,0 0-23-16,0 0 1 0,0 0-8 15,0 0-32 1,-23-16 28-16,23 16-37 0,0 0 9 16,0-2-29-16,0 0 8 15,12-4-15-15,19-7 19 16,18 0 12-16,13-8-11 16,14-2 14-16,9-3-34 15,1 2 9-15,1 16-14 16,-8 6-33-16,-8 2-59 15,-11 10-36-15,-18 12-145 16,-26-2-318-16</inkml:trace>
  <inkml:trace contextRef="#ctx0" brushRef="#br0" timeOffset="750.41">2141 8017 233 0,'0'0'11'0,"0"0"-10"0,0 0 44 0,0 0 57 0,0 0-100 15,0 0-4-15,-43 28 10 16,41-22 63-16,0-4 22 16,0 2 4-16,-5 2-39 15,0 6-36-15,5 8-9 16,-5 0-7-16,1 0 14 0,-1-2 8 16,3-6 42-1,-1-5 0-15,5-5 15 16,0-2-40-16,0 0-8 15,0-17-2-15,-3-27-31 0,3-18 7 16,0-17 2 0,0-2-26-16,0-2 13 15,0 11-12-15,3 14 2 0,2 13-4 16,-3 22 11-16,-2 10 1 16,0 13 0-16,-4 0 4 15,-23 13 14-15,-9 17-16 16,-2 10-10-16,4 0-32 15,10-3-80-15,9-10-153 16,10-17-347-16</inkml:trace>
  <inkml:trace contextRef="#ctx0" brushRef="#br0" timeOffset="1584.72">5246 6686 495 0,'0'0'166'0,"0"0"-166"0,0 0-1 16,0 0 1-16,0 0 65 15,0 0-44-15,0 5 54 16,0-5 1-16,0 0 4 16,0 0 7-16,0-24-71 15,8-15 37-15,0-14-49 16,5-9 29-16,1-4-27 15,-5-3 10-15,2 5-15 16,-2 6 1-16,-4 13-2 16,-1 18 2-16,0 10-16 0,-4 17 7 15,0 0 1 1,0 6-37-16,-27 32 33 0,-13 15-64 16,-7 11-43-1,7-3-153-15,5-9-8 0</inkml:trace>
  <inkml:trace contextRef="#ctx0" brushRef="#br0" timeOffset="1918.16">4977 7016 913 0,'0'0'131'0,"0"0"-113"0,0 0 20 0,134-7-14 15,-85 7-23 1,2 0-1-16,2 1-30 16,6 5-58-16,-6 0-91 15,-11 4-236-15</inkml:trace>
  <inkml:trace contextRef="#ctx0" brushRef="#br0" timeOffset="2449.14">5084 7475 577 0,'0'0'294'16,"0"0"-233"-16,0 0 53 16,0 0-28-16,0 0-42 15,0 0-9-15,-17-23-32 16,25 4 14-16,12-1-14 15,0 8-6-15,-2 6-11 0,0 6-3 16,-9 2-19 0,-5 30 9-16,-4 17-2 15,0 8 25-15,-20 8 1 16,-5 5 3-16,-2-4-2 16,2-12 5-16,9-3 15 15,7-20-12-15,9-10-1 0,2-11-10 16,31-10 10-16,16 0-2 0,18-12 9 15,0-12 16 1,-9 6-27-16,-9 7 3 0,-18 7-4 16,-9 4-5-1,-9 0 2-15,-3 13-30 0,-10 7-5 16,0-1-132 0,-2 2-302-16</inkml:trace>
  <inkml:trace contextRef="#ctx0" brushRef="#br0" timeOffset="2886.1">4583 8069 597 0,'0'0'396'16,"0"0"-306"-16,0 0-33 0,0 0-33 0,0 0 2 15,-137-162-8-15,118 71 16 16,7-18-32-16,12-19 37 16,0-16-35-16,29-20 7 15,12-8-8-15,5 3-6 16,10 12-22-16,-2 23 8 0,1 14-52 15,5 26-14-15,5 19-6 16,-4 25-124-16,-11 22-104 16</inkml:trace>
  <inkml:trace contextRef="#ctx0" brushRef="#br0" timeOffset="3346.09">5813 6320 610 0,'0'0'156'0,"0"0"-137"0,0 0 79 0,0 0 12 16,162 147-23-16,-112-55-41 16,-6 8-26-16,-15 19-2 0,-13 13-13 15,-16 14-10-15,-18 15 5 16,-38 8-5 0,-17 1 1-16,-2-19-19 0,13-24 19 15,14-30-92-15,14-31-121 16,3-27-375-16</inkml:trace>
  <inkml:trace contextRef="#ctx0" brushRef="#br0" timeOffset="4306.7">6374 5925 251 0,'0'0'274'0,"0"0"-274"0,0 0 16 16,0 0 5-16,0 0 77 15,0 0 56-15,-27 30-65 16,27-30-35-16,-2 0 11 16,2 0-27-16,0 0 14 15,0 0-46-15,0 0 3 16,0-10 1-16,2-6-20 15,14-4 10-15,6-4-1 16,7 6-2-16,4 0-2 0,6 11 5 16,-4 7-11-1,-4 0 10-15,-6 5-52 16,-12 27-1-16,-13 14 26 16,0 17 27-16,-20 9-15 0,-9 4 16 15,5-8 7 1,4-13-4-16,9-17 35 0,6-11-37 15,5-15-2 1,5-7-20-16,26-5 21 0,9 0 12 16,8 0 48-16,-1-9-17 0,-7 5-23 15,-6 4-11 1,-3 0-9-16,-4 0-46 16,-13 13-259-16</inkml:trace>
  <inkml:trace contextRef="#ctx0" brushRef="#br0" timeOffset="5196.45">6989 7274 193 0,'0'0'696'0,"0"0"-691"0,0 0 67 16,129-21-31 0,-75 4-10-16,-3 3-28 0,-4 7-6 15,0-1-34-15,-16 4-25 0,-7-2-91 32,-15 0-136-32</inkml:trace>
  <inkml:trace contextRef="#ctx0" brushRef="#br0" timeOffset="5361.29">7033 6966 293 0,'0'0'667'0,"0"0"-660"15,0 0 84-15,128 0-52 0,-73 0-27 16,7-7-12-16,-6-4-82 15,-16 3-424-15</inkml:trace>
  <inkml:trace contextRef="#ctx0" brushRef="#br0" timeOffset="6012.42">8647 6761 693 0,'0'0'263'0,"0"0"-176"0,0 0-14 0,0 0 4 15,19-122-9-15,0 61-10 16,1-10-35 0,-1 0 11-16,2-2-30 15,-11 1-8-15,4 1-25 0,-7 15-9 16,-3 14-18-16,3 20 28 16,-7 18 27-16,0 4-52 15,-22 34 8-15,-23 24 21 16,-3 18 11-16,-2 7 13 15,-1 2-44-15,6-10-227 16,2-7-503-16</inkml:trace>
  <inkml:trace contextRef="#ctx0" brushRef="#br0" timeOffset="6326.5">8205 7522 785 0,'0'0'202'0,"163"-6"-148"0,-71 6-54 0,-10 0-25 16,-8 6 20-16,-10 15-170 16,-4 3-336-16</inkml:trace>
  <inkml:trace contextRef="#ctx0" brushRef="#br0" timeOffset="6976.58">8359 7830 568 0,'0'0'273'15,"0"0"-246"-15,-94 131 14 16,61-81-25-16,2-4-16 16,4-6 57-16,7-8-21 0,7-8-15 15,4-3-18-15,7-10-5 16,2-3 2-16,0-8-24 16,11 0 19-16,18 0 5 15,6-12 9-15,2-8-6 16,2 0 16-16,-3 8-17 15,-5 5-2-15,-6 3-31 0,-1 4-11 16,-4 0 33 0,-4 0-29-16,-3 0-12 0,-4 0-42 15,0 0-81 1,-7-11-59-16,3-3 70 16,-1-3 36-16,-4 12 37 15,2 3 89-15,0 2 243 0,0 0-48 16,-2 0-141-1,0 19 3-15,0 18 30 0,0 10-11 16,-2 10-74-16,-13 3 4 0,-3-3-5 16,3-9-1-1,1-12 12-15,7-12 10 16,3-12 32-16,4-10-2 16,0-2-14-16,0-14-38 15,4-27-19-15,15-12 0 16,-4-10-117-16,-1 5-164 15</inkml:trace>
  <inkml:trace contextRef="#ctx0" brushRef="#br0" timeOffset="13686.37">6428 10146 220 0,'0'0'415'0,"0"0"-379"0,0 0-18 0,0 0 129 16,0 0-69-16,0 0-12 15,0 0-52-15,0 0 25 16,0-3-16-16,0 0 21 0,0-5-22 15,0 0-10-15,13-8-12 16,7-4 0-16,7-2-6 16,4 0 14-16,2 4-18 15,1 6-1-15,-7 8 4 16,0 4-23-16,-10 0 9 16,-1 12-13-16,-7 10 34 15,-7 8-4-15,-2 4 10 16,0 4 0-16,-11-2-6 0,-7 0 0 15,5-10-9-15,3-3 5 16,4-6-7-16,6 0-1 16,0-3-9-16,4-3-15 15,18 1 36 1,3 1 0-16,2-5-10 0,-5 7 25 16,-2-4-28-16,-7 3 26 15,-6 2-10-15,-7 4 16 16,0 13 64-16,-24 6-20 0,-14 4-31 15,-7-1-6 1,-1-10-16-16,1-7 41 16,-2-11-39-16,-2-3-12 15,0-3-8-15,2-4-56 16,14-2-29-16,6-2-171 16</inkml:trace>
  <inkml:trace contextRef="#ctx0" brushRef="#br0" timeOffset="14086.15">5971 11091 592 0,'0'0'362'0,"0"0"-352"0,0 0 20 0,154 0 83 15,-48-9-37-15,19-12-40 16,16-3-22-16,-8-1-14 16,-13 17-18-16,-16 8-50 15,-25 0-103-15,-27 20-300 16</inkml:trace>
  <inkml:trace contextRef="#ctx0" brushRef="#br0" timeOffset="14554.88">6432 11583 609 0,'0'0'355'0,"0"0"-343"16,0 0-8-16,0 0 29 15,0 0 23-15,123-103-21 16,-79 81-28-16,-11 15-14 0,-8 7-2 16,-17 2-34-1,-8 38-48-15,0 11 80 16,-25 15-72-16,-14 5-56 16,-1-1 139-16,9 0 67 15,11-15 27-15,9-15-53 16,11-9 8-16,2-16-42 15,31-12 5-15,15-3 22 16,16 0 2-16,7-22-3 0,-2 0-15 16,-1 6-15-16,-24 8-3 15,-15 8-38-15,-19 0-30 16,-10 11-113-16,-8 6-185 16</inkml:trace>
  <inkml:trace contextRef="#ctx0" brushRef="#br0" timeOffset="15087.99">5908 12014 536 0,'0'0'313'0,"0"0"-227"0,0 0 23 0,0 0-19 0,-126-98-51 15,83 31 15-15,-1-21-43 0,2-30 45 16,1-35-38 0,10-34 1-16,18-21 1 15,13 2-20-15,13 18-18 16,30 34 7-16,5 39 9 16,6 30-36-16,8 26-8 15,11 22-79-15,6 17-188 0</inkml:trace>
  <inkml:trace contextRef="#ctx0" brushRef="#br0" timeOffset="15569.43">7352 10190 582 0,'0'0'200'0,"0"0"-112"0,123 153-11 0,-70-53 40 0,-2 14-63 0,1 15-47 16,-23 5 41-16,-14 10-42 16,-15 10-12-16,-31 6 8 15,-29 2-8-15,-11-5-25 16,6-6-25-16,7-21-35 0,16-23-29 16,13-30-280-1</inkml:trace>
  <inkml:trace contextRef="#ctx0" brushRef="#br0" timeOffset="17454.66">7880 9886 263 0,'0'0'124'0,"0"0"-36"0,0 0 30 0,0 0-28 16,0 0-4-16,0 0-25 15,0 0-22-15,0 0-8 16,0 0 9-16,0 0 28 16,0 0-11-16,0 0-9 15,0 0-44-15,0-4-8 16,9-2-1-16,7-5-8 16,3 0 0-16,10 4 2 15,0 6-24-15,3 1-7 16,-5 0 28-16,-7 10-25 15,-7 8 22-15,-7 4 3 16,-6 1 4-16,0 2 20 16,-4-6-14-16,-7-4 4 0,0-7-1 15,2-6-3-15,5 0 2 16,-1-2-8-16,5 0-16 16,0 0-96-16,0 0-3 15,21 6 121-15,-2 5 4 16,-1 4 5-16,-3 3-4 0,-7-1 13 15,-4 4 62 1,-4 2 22-16,0 8-10 16,-18 5-64-16,-13 3 23 0,-7-6-43 15,0-6 42-15,-2-7-15 16,2-6-31-16,5-4-19 16,6-2-69-16,6-6-122 15,15-2-254-15</inkml:trace>
  <inkml:trace contextRef="#ctx0" brushRef="#br0" timeOffset="18027.21">8562 11215 698 0,'0'0'264'0,"0"0"-261"0,0 0 26 0,0 0-6 0,0 0 20 15,0 0-35-15,104-24 4 16,-79 14-12-16,0 1-13 16,-1 6-62-16,-13-1-91 15,-7 3-224-15</inkml:trace>
  <inkml:trace contextRef="#ctx0" brushRef="#br0" timeOffset="18219.23">8547 10906 988 0,'0'0'79'0,"0"0"-26"16,0 0-22-16,164-32-22 16,-108 28-9-16,-3 4-9 15,-4 0-107 1,-17 0-295-16</inkml:trace>
  <inkml:trace contextRef="#ctx0" brushRef="#br0" timeOffset="20050.91">9975 10307 563 0,'0'0'141'0,"0"0"-72"0,0 0 33 0,0 0-13 16,0 0-38-16,0 0-13 15,-11-16-7-15,11-8-29 16,4-6 0-16,13-7 11 16,6 1-16-16,0 4 8 15,0 8-10-15,2 9 5 16,-9 9-11-16,-1 6-31 15,1 0-28-15,-9 9 51 0,-7 38-2 16,-5 17 13 0,-32 20 8-16,-15 6-29 0,1-8-48 15,-2-12 16-15,10-10 38 16,5-13 23-16,14-11 18 16,8-9 0-16,14-4 40 15,2-3-30-15,5 0 21 16,24-2-28-16,8-6 16 15,5-2-11-15,6-6 18 16,-2-2 7-16,-3 0-44 0,-10 2 5 16,-8-2-12-1,-6-2-19-15,-9 0-158 0,-10 0-431 16</inkml:trace>
  <inkml:trace contextRef="#ctx0" brushRef="#br0" timeOffset="20516.09">10449 10043 814 0,'0'0'94'0,"0"0"-75"0,0 0 9 0,0 0 12 0,0 0-19 15,0 0-21 1,125 0-1-16,-105 0-1 0,-7 0-33 16,-6 6 13-1,-4 23-4-15,-3 19 26 0,0 13 3 16,0 9 19 0,-19 7-22-16,4-4-7 0,-1-1-18 15,5-5-62 1,2-4-11-16,2-6 93 0,5-3-7 15,-2-8 12-15,4-8-14 16,-2-10-66-16,-5-10-215 16</inkml:trace>
  <inkml:trace contextRef="#ctx0" brushRef="#br0" timeOffset="20732.03">10260 10597 682 0,'0'0'75'16,"0"0"-55"-16,126 3 75 15,-65-3-77-15,3 0-18 16,-1 0-118-16,-3-10-346 15</inkml:trace>
  <inkml:trace contextRef="#ctx0" brushRef="#br0" timeOffset="21227.43">9509 11187 686 0,'0'0'138'0,"0"0"-96"0,123-19 128 16,-25 0-79-16,33-4 1 15,22 8-8-15,13-3-84 0,-4 9-47 16,-12 9-80-16,-28 0-191 15</inkml:trace>
  <inkml:trace contextRef="#ctx0" brushRef="#br0" timeOffset="22881.62">10139 12159 130 0,'0'0'399'0,"0"0"-311"0,0 0 21 0,0 0 39 16,0 0-104-16,0 0-4 15,-6-33-38-15,6 3 4 16,13-7 7-16,9-7 18 16,5-6 7-16,0-7-27 15,0-6 11-15,-6 1-17 16,-5 0-5-16,-9 3 0 15,-7 7-3-15,0 4 0 16,-19 8 2-16,-10 7-2 16,-1 6-5-16,1 12-1 0,3 12 18 15,7 3 7-15,2 0-13 16,3 12-6 0,12 14 4-16,2 4-2 0,0 2-10 15,10 0-5 1,16-7-8-16,5 8-5 0,9 0 28 15,13 0-28-15,3 6 25 16,2 11-29-16,-2 8-6 16,-14 0 21-16,-15-1-229 15,-18-11 247-15,-9-8 73 16,-9-5 47-16,-27-6-29 16,-8-11-31-16,-5-6 8 15,-1-10 6-15,6 0-41 0,7-6-33 16,5-11-1-16,14-1-28 15,10-2-44 1,3 5-336-16</inkml:trace>
  <inkml:trace contextRef="#ctx0" brushRef="#br0" timeOffset="49172.99">7263 13962 72 0,'0'0'139'0,"0"0"-124"0,0 0 37 16,0 0 46-16,0 0-58 16,0 0 26-16,0 0-6 15,0 0-24-15,0 0 11 16,-22-21-5-16,19 20 27 15,1 1-14-15,0 0 4 0,0 0-13 16,0 0 9-16,-5 0-4 16,4 0-15-16,-5 0-4 15,-1 0-23-15,0 0 23 16,-2 0-20-16,0 0 5 16,-3 0-9-16,-3 4 4 15,-2 9-9-15,0 1 5 16,-1 4-8-16,1-3 0 15,4 2 3-15,4-10 1 16,2 4 16-16,2-3-14 0,3 0 0 16,2-2-4-1,2 2-4-15,0 1-8 0,0 2-2 16,15 9 3 0,10-2 9-16,6 2-14 0,2-1 27 15,5 4-18 1,-2-1 10-16,0-6-3 15,-3 9-2-15,3-2-5 16,-5-1 5-16,-2 2-33 16,-7 4 32-16,-6 2 1 0,-5 5 5 0,-9-6 1 15,-2 4 3 1,0-6-4-16,-22 4 11 0,-14-1-14 16,-9 2-1-1,-3-8 2-15,-10-10-3 0,0-7 0 16,-2-4 10-1,8-3-10-15,6 0 0 0,10 0 0 16,9-15-20-16,13-17-21 16,14-5-18-16,0-11-47 15,12-5-29-15,15 8-111 16,-1-4-44 0</inkml:trace>
  <inkml:trace contextRef="#ctx0" brushRef="#br0" timeOffset="49576.13">7220 13906 492 0,'0'0'57'0,"0"0"25"0,0 0 55 0,0 0-46 16,0 0-27-16,0 0 8 16,130-73-14-16,-67 50-10 15,5 3-45-15,1 2-3 16,0 8-16-16,-11 10-55 16,-17 0-122-1,-22 4-336-15</inkml:trace>
  <inkml:trace contextRef="#ctx0" brushRef="#br0" timeOffset="50206.11">6463 15009 400 0,'0'0'84'0,"0"0"-11"0,0 0 26 0,0 0 2 0,0 0-24 0,0 0-6 16,-56 0-19-16,56 0 7 15,0 0-18-15,5-1-26 16,34-16-5-16,29-8 20 16,26-2 30-16,19-7-26 15,23 8 3-15,6 2-34 16,3 7-3-16,-4 9-91 16,-8 7 60-16,-10 1-126 0,-13 12-96 15,-27 26-74 1</inkml:trace>
  <inkml:trace contextRef="#ctx0" brushRef="#br0" timeOffset="52406.05">3145 15896 384 0,'0'0'44'0,"0"0"-42"0,0 0 6 0,0 0-8 16,0 0 3-16,0 0 27 15,-8 97 17-15,6-86 33 16,-1-3 30-16,-1 2 32 16,-1 2-86-16,3-6-26 0,0 2-22 15,-3-4-5 1,5-4 16-16,0 0 14 16,-2-4 31-16,-2-36-34 15,-3-22 0-15,-2-23-26 16,-2-1 15-16,7-2-16 0,-3 7 4 0,-5 15-7 15,-1 9-15 1,-5 7-137-16,5 7 152 16,-3 5-8-16,10-2-148 15,1-2-215-15</inkml:trace>
  <inkml:trace contextRef="#ctx0" brushRef="#br0" timeOffset="52806.18">2945 15350 632 0,'0'0'32'0,"0"0"-22"0,0 0-8 0,0 0 27 0,0 0 84 15,0 0-59-15,96 0-42 16,-69-2-10-16,-8 2-4 16,-5 0-33-16,-1 0-96 15,-4 0-16-15,-4 0-11 16,-5 8-43-16</inkml:trace>
  <inkml:trace contextRef="#ctx0" brushRef="#br0" timeOffset="53122.77">2998 15454 639 0,'0'0'185'16,"0"0"-185"-16,0 0-39 0,0 0 39 15,0 0 24-15,43-113 10 16,-36 74-33-16,-7-1 11 16,0 8-12-16,0 7-2 15,0 7-11-15,0 17-7 16,0 1 18-16,0 0-6 0,0 0-5 16,0 13-39-1,0 18 52-15,6 9 32 0,0 0-32 16,2-4-13-16,-2-12-155 15,1-11-212-15</inkml:trace>
  <inkml:trace contextRef="#ctx0" brushRef="#br0" timeOffset="54136.18">6723 16120 628 0,'0'0'177'0,"0"0"-136"15,0 0 36-15,0-130-76 0,0 39 19 16,0-10 86-16,14-14-39 16,4 11-21-16,0 5-43 15,-5 9 6-15,1 24-9 16,-8 10-14-16,-1 20-33 0,-5 22-21 16,0 14 9-1,-7 8 19-15,-18 32-58 0,-4 14 88 16,-6 10 10-16,2 6 10 15,1-8 31-15,8-4-41 16,13-17-13-16,7-15-233 0,4-20-203 16</inkml:trace>
  <inkml:trace contextRef="#ctx0" brushRef="#br0" timeOffset="54587.4">7103 15468 474 0,'0'0'101'0,"0"0"-93"15,0 0 28-15,33 106 42 16,-18-78 7-16,4-1-34 16,3 3-19-16,2-6-13 15,3-2-13-15,0-6 11 0,8-6-5 16,1-6 13-16,7-4-3 16,-4 0 3-16,-1-14-22 15,1-16 15-15,-6-18 21 16,-7-16-31-16,-1-15 7 15,-16-3-10-15,-9 1-5 16,-7 12 0-16,-31 13-13 16,-6 16 1-16,-8 22 11 15,1 18-7-15,2 9 8 16,4 40 10-16,8 23-6 0,14 4-4 16,12 0 0-1,11-12-61-15,0-21-276 0</inkml:trace>
  <inkml:trace contextRef="#ctx0" brushRef="#br0" timeOffset="56320.05">6239 16026 85 0,'0'0'317'0,"0"0"-247"0,0 0-11 15,0 0 23-15,0 0-78 16,0 0 41-16,0 0-24 16,0 0 26-16,-41 0-11 15,32 0 8-15,0-13 5 0,-7-1-36 16,3-4 19 0,-9-9-32-16,-5-8 21 0,-4-11 0 15,-9-16 12 1,-3-18 2-16,3-13 5 0,0-7-14 15,11-14-15-15,13-20 4 16,16-19-15-16,0-18 21 16,34-12-13-16,9 4 7 15,10 15-12-15,-2 21-6 16,-2 23-21-16,3 17-78 16,1 23-120-16,-4 13-285 15</inkml:trace>
  <inkml:trace contextRef="#ctx0" brushRef="#br0" timeOffset="57058.55">8595 13826 629 0,'0'0'53'0,"0"0"14"0,69 148 21 16,-38-83-32-16,6 7-29 0,3 10-20 15,-5 10 30 1,-10 14-34-16,-17 15 21 0,-8 13 18 15,-6 9-6-15,-32 13-2 16,-7-8-19-16,-5-11 1 16,-2-19-4-16,-2-26-24 0,6-24 11 15,-2-5-61 1,1-11-93-16,-6-7-250 16</inkml:trace>
  <inkml:trace contextRef="#ctx0" brushRef="#br0" timeOffset="58051.36">8880 13636 628 0,'0'0'265'0,"0"0"-200"0,0 0-36 0,0 0 4 0,0 0 13 16,121-3-3-16,-70 7-11 15,9 3-29-15,-6 2 6 16,-5-3-2-16,-2 3-14 16,-7-4-14-16,-5-1-14 15,-8 1-56-15,-11-5-114 16,-14 0-282-16</inkml:trace>
  <inkml:trace contextRef="#ctx0" brushRef="#br0" timeOffset="58686.73">9609 13283 422 0,'0'0'140'0,"0"0"-88"0,0 0 79 0,0 0-15 0,0 0-64 16,0 0-26-1,0 0 21-15,0 0-4 0,0 0-13 16,0 0-4 0,0 0-22-16,0 0 1 0,0 0 10 15,4 0-11 1,8 0-4-16,1 0-5 0,0 22-7 15,-3 6 8-15,-2 11-4 16,-6 8-10 0,-2 5 16-16,0 2-31 0,-4 0 29 15,-12-6-9-15,1-6 13 16,4-17 0-16,6-16-1 16,5 0-4-16,0-9-23 15,0 0 13-15,22 0 12 16,7 0 3-16,13-18 10 15,6-3 9-15,5-2-12 0,2 2 17 16,-5 11 23 0,-8 9-40-16,-13 1 24 15,-11 0-26-15,-7 0 15 0,1 0-20 16,-6 11 0-16,-6 10-119 16,0 1-88-16</inkml:trace>
  <inkml:trace contextRef="#ctx0" brushRef="#br0" timeOffset="68226.34">10028 15077 82 0,'0'0'31'0,"0"0"-27"0,0 0 60 16,0 0 8-16,0 0 45 16,0 0-56-16,0 0-30 15,0 0-28-15,-2-4 0 16,2 4-1-16,0 0 17 16,0 0 16-16,0 0-7 15,0 0 6-15,0 0-10 16,0 0 13-16,0 0-15 15,0 0 39-15,0 0-3 16,0 0-7-16,0 0-37 0,2 0 3 16,22-7 16-16,15 2 3 15,11-4-1-15,13 0-19 16,9-7 35 0,-3 4-44-16,-5 5-14 0,-12 3-8 15,-13 4-45 1,-10 0-58-16,-16 4-172 0,-13 9-177 15</inkml:trace>
  <inkml:trace contextRef="#ctx0" brushRef="#br0" timeOffset="68676.2">10126 14700 559 0,'0'0'213'0,"0"0"-111"0,129 0-10 16,-64 0 14-16,8 0-102 16,1 0-4-16,-3 0-20 15,-6 0-78-15,-12 0-179 16,-19 0-171-16</inkml:trace>
  <inkml:trace contextRef="#ctx0" brushRef="#br0" timeOffset="78950.03">1026 9605 102 0,'0'0'142'0,"0"0"-80"0,0 0-41 0,0 0 48 0,0 0-36 16,0 0-23-16,0 0-10 15,-17 10-41-15,17-10 41 16,-2 3 12-16,-2-2 40 16,-2 6 1-16,-5-1 12 15,5 9-49-15,-3-5 23 16,0 7-20-16,2-9 1 0,1 5-18 16,2-5 40-1,-1-4 15-15,2 4-54 0,-1-2 27 16,-1-6 23-16,3 4 11 15,2-4-17 1,0 0 12-16,0-28-38 0,27-32-11 16,23-34 19-16,16-31-28 15,16-15 6-15,5-10-4 0,0 1-1 16,-6 8-2 0,-15 25-45-16,-19 29-115 0,-31 40-229 15</inkml:trace>
  <inkml:trace contextRef="#ctx0" brushRef="#br0" timeOffset="79683.14">1312 8838 70 0,'0'0'168'0,"0"0"-1"0,0 0-33 0,0 0-51 0,0 0-44 0,0 0 8 0,36 0 20 16,-19 0 3 0,8-7-46-16,2-15 21 0,-1-2-43 15,-1-3 18 1,2 6-19-16,-8 2 1 0,2 5-2 16,-6 6-11-1,-3 5 3-15,-4 3-24 0,-6 0 30 16,-2 20 2-16,0 14 26 15,0 12 0 1,-6 8 18-16,-8 0-8 16,5-8-26-16,5-8-10 0,4-11-5 15,0-4-25-15,0-7-69 16,13-5-143-16,1-11-209 16</inkml:trace>
  <inkml:trace contextRef="#ctx0" brushRef="#br0" timeOffset="89606.09">11984 14771 277 0,'0'0'222'0,"0"0"-160"0,0 0-48 0,0 0 27 16,0 0-10-16,0 0-21 16,0 0 8-16,0 0 22 15,-2 36 73-15,-2-32-37 16,2-4 0-16,2 0-23 16,-3 0 15-16,3 0-37 15,-2-14 4-15,2-25-35 16,0-19 7-16,0-15-10 15,2-13 6-15,11-2-5 0,10 8 9 16,-5 4-14 0,1 6 5-16,-2 15-1 0,-7 18-21 15,-5 13 16 1,-5 15-20-16,0 9 14 0,0 0 3 16,-11 33-45-1,-7 17 26-15,-7 17-30 0,-4 2-37 16,1-8-181-16,-1-13-253 0</inkml:trace>
  <inkml:trace contextRef="#ctx0" brushRef="#br0" timeOffset="89988.72">12314 14520 464 0,'0'0'31'0,"0"0"-3"0,0 0-9 0,58 104 26 16,-24-89-36-16,1-4 1 15,1-7 3-15,-3-4 36 16,0-2 75-16,3-21-54 0,-5-13-20 15,-4-10-8 1,-5-4 43-16,-11-4-21 16,-6-3-15-16,-5 3-42 15,0 7-1-15,-9 9-6 16,-20 13 0-16,-11 19 0 16,-12 6-2-16,-8 37-11 0,0 18-13 15,14 6 24 1,10 6-34-16,16-13-46 0,11-5-189 15,7-9-295-15</inkml:trace>
  <inkml:trace contextRef="#ctx0" brushRef="#br0" timeOffset="90387.12">11670 15304 691 0,'0'0'137'0,"0"0"-134"0,0 0 66 15,183 2 49-15,-85 2-52 16,2 2-38-16,5-6-22 0,-11 8-12 0,-5 5-53 15,-12 6-87 1,-16 4-243-16</inkml:trace>
  <inkml:trace contextRef="#ctx0" brushRef="#br0" timeOffset="90974.25">12227 15668 508 0,'0'0'77'16,"0"0"-37"-16,0 0 61 0,0 0 21 15,0 0-43-15,0 0-22 16,-87 44-16-16,78-21-10 16,7 1-23-16,2 10 10 15,0-2-11-15,0-2 0 16,18 2-3-16,11-6-1 16,2 3-3-16,-2 1 0 15,2-9-2-15,-6 12 9 0,-7-7-2 16,-12 6-2-16,-6 0 15 15,0 4-17-15,-2-2 12 16,-20 3-12-16,-10-12 5 16,-5-6-6-16,-8-10-5 15,-4-9-10-15,0 0-39 16,5-24-19-16,6-10-8 16,9-7 5-16,13-7-75 15,9-15 23-15,7-10-67 16</inkml:trace>
  <inkml:trace contextRef="#ctx0" brushRef="#br0" timeOffset="91089.28">12178 15548 192 0,'0'0'156'15,"0"0"-7"1,0 0-7-16,0 0-39 0,0 0-78 16,136 49-25-1,-90-49-96-15,0-4-175 0</inkml:trace>
  <inkml:trace contextRef="#ctx0" brushRef="#br0" timeOffset="91656.37">11342 16271 392 0,'0'0'103'0,"0"0"-30"0,0 0 104 0,0 0-48 0,0 0-44 16,0 0-68-16,-124-117 8 0,99 43 15 16,5-25-14-1,0-23-4-15,11-25-16 0,9-17 31 16,9-16-35-16,38-2 39 15,11 11-9-15,9 21 12 16,-2 24-44 0,-1 21-18-16,1 11-73 0,3 13-158 15</inkml:trace>
  <inkml:trace contextRef="#ctx0" brushRef="#br0" timeOffset="92220.43">13339 14396 571 0,'0'0'175'0,"112"122"-138"0,-62-36-28 0,-15 22 53 0,-23 17 34 0,-12 31-62 16,-31 28-32-1,-33 23 17-15,-19 2 14 16,-6-4 14-16,-3-10-10 16,3-15-26-16,20-29-10 0,23-46 0 15,26-35-2 1,20-44-137-16,20-26-337 0</inkml:trace>
  <inkml:trace contextRef="#ctx0" brushRef="#br0" timeOffset="93160.6">13831 14015 669 0,'0'0'103'0,"0"0"-31"0,0 0 32 0,0 0-10 0,0 0-48 16,0 0-19 0,-22-4-25-16,27-13 7 0,19-3-3 15,9-4 2 1,6 8-3-16,-4 9-10 0,1 7 3 15,-7 0-17-15,-7 14-12 0,-7 17-8 16,-8 12 10 0,-7 3-2-16,0 7 18 15,-11 5-17-15,-12 3 28 16,-3-3 2-16,6-3 21 16,4-19 19-16,14-9 4 15,2-10-27-15,2-11-13 16,36-6 13-16,9 0-10 15,11-18 17-15,4-9-24 0,-1 4 8 16,-3 2-8-16,-12 10-17 16,-11 11-37-16,-10 0-52 15,-23 0-223-15</inkml:trace>
  <inkml:trace contextRef="#ctx0" brushRef="#br0" timeOffset="95420.93">14564 15404 557 0,'0'0'261'0,"0"0"-207"15,0 0 28-15,148 0-13 16,-88 0-25-16,0 0-28 0,7 0-16 15,-5 10-10-15,-8-6-7 16,-8 1-7-16,-10-4-71 16,-12-1-60-16,-11 0-178 15</inkml:trace>
  <inkml:trace contextRef="#ctx0" brushRef="#br0" timeOffset="95617.47">14625 15083 1065 0,'0'0'6'0,"0"0"0"16,0 0 35-1,158-10 30-15,-83 8-66 0,3-4-5 16,-9 2-42-16,-17 4-86 15,-27 0-212-15</inkml:trace>
  <inkml:trace contextRef="#ctx0" brushRef="#br0" timeOffset="101148.26">16235 14740 231 0,'0'0'44'0,"0"0"-41"0,0 0 47 16,0 0 28-1,0 0-33-15,0 0-42 16,0 0 46-16,0 26 7 0,0-26 13 16,0 0 14-1,-2 6 23-15,-4-1-42 0,-3-2-39 16,2 1 37-16,-2-4-18 0,2 0 13 15,3 0-27 1,2 0 6-16,2-4-23 0,0-15-13 16,0-15-1-1,15-2 1-15,12-3-2 16,2 1 3-16,6 7-7 16,-6 6-5-16,3 14 10 0,-10 11-41 15,-11 23-37 1,-7 29 55-16,-4 17 9 0,-29 20-17 15,-19 10-39-15,-17 15 28 16,-11 6 43-16,-4-3 47 16,4-10 22-16,9-26-11 0,20-22-34 15,21-28 18 1,24-18-33-16,2-11-4 0,36-2-5 16,22-7 6-1,21-15 37-15,11-6-15 16,-6 3 5-16,-17 11-23 15,-21 10-10-15,-19 4 0 16,-13 0-25-16,-14 17-18 16,0 5-73-16,-2 0-253 15</inkml:trace>
  <inkml:trace contextRef="#ctx0" brushRef="#br0" timeOffset="102028.39">16921 13906 162 0,'0'0'347'0,"0"0"-245"0,0 0 77 15,0 0-49-15,0 0-80 16,0 0-31-16,0 0-17 16,0-2 31-16,18-12-11 15,7 2 26-15,2 2-34 16,-2 6 10-16,-6 4-20 0,-5 0-4 15,-7 16-19 1,-3 20-21-16,-4 10-32 16,0 3-28-16,-9 1 22 15,-11-4-42-15,-1 0 104 16,-5 0 16-16,6-6 70 16,0-8 31-16,11-12-41 0,9-6-59 15,0-8 15-15,23-2-16 16,21-4 19-16,10 0 26 15,19-4-13-15,3-8-13 16,-7 2-14-16,-9 2-5 16,-14 8-1-16,-19 0-123 15,-20 0-198-15</inkml:trace>
  <inkml:trace contextRef="#ctx0" brushRef="#br0" timeOffset="102546.15">17542 15208 742 0,'0'0'126'0,"0"0"-116"0,139 10 94 0,-97-10-42 0,3 0-49 16,-5 0-13-16,-6-6-63 16,-10-7-43-16,-17 0-157 15,-7-10-238-15</inkml:trace>
  <inkml:trace contextRef="#ctx0" brushRef="#br0" timeOffset="102726.4">17552 14891 1086 0,'0'0'45'0,"0"0"-42"16,136 0 47 0,-62-23-20-16,6-4-30 0,7 1-47 15,-13 1-211-15,-19 7-651 16</inkml:trace>
  <inkml:trace contextRef="#ctx0" brushRef="#br0" timeOffset="103246.35">18916 14216 757 0,'0'0'137'0,"0"0"-112"16,-74 157-4-16,12-75-3 16,-5 4-18-16,0-5 1 15,12-12 1-15,5-8 23 16,11-15 91-16,7-7-78 15,12-8 9-15,7-4-29 16,9-4-8-16,4-2-10 0,0-9-9 16,8-4 5-1,19-5-9-15,9-3-3 0,4 0 31 16,-1 0-17 0,-2 0 4-16,-6 4-4 15,-5-2-20-15,-1 7-14 16,-3 3-27-16,-4-4-46 0,-2 4-8 15,-8-5-113-15,4-2-98 16</inkml:trace>
  <inkml:trace contextRef="#ctx0" brushRef="#br0" timeOffset="103446.13">18916 14895 846 0,'0'0'88'16,"-63"176"-47"-16,32-78 21 15,-2 1-15-15,-1-5-47 16,1-12-96-16,2-10-75 16,4-23-317-16</inkml:trace>
  <inkml:trace contextRef="#ctx0" brushRef="#br0" timeOffset="106476.35">13274 12837 278 0,'0'0'168'0,"0"0"-139"0,0 0 3 0,0 0 74 15,0 0-9-15,0 0-49 16,-15 0 17-16,15-5-7 16,0-13-4-16,11-11-50 15,18-9 50-15,13-8-23 16,16-16 14-16,20-11-29 15,20-16 3-15,27-14 4 16,13-7-20-16,11-1 11 0,5 10 0 16,-3 4-22-1,5 6 16-15,10 5-15 0,7-2 7 16,8 4-15 0,-3 0-28-16,-18 6-10 0,-24 12-10 15,-31 16-64 1,-34 22-96-16,-38 17 7 0</inkml:trace>
  <inkml:trace contextRef="#ctx0" brushRef="#br0" timeOffset="107059.01">15115 11478 361 0,'0'0'33'0,"0"0"21"0,0 0 43 0,133-31-45 0,-88 24 15 0,4 1-54 16,-4-5 39 0,1 6 30-16,-12-1-34 0,-10 2-45 15,-8 4 1 1,-3 0-8-16,-4 0 11 15,-3 4 17-15,-6 14-21 16,0 10 58-16,-4 10 9 0,-20 10-20 16,-5 1-48-16,2-5 5 15,14-7-7-15,6-3-62 16,7-8-50-16,0-12-211 0</inkml:trace>
  <inkml:trace contextRef="#ctx0" brushRef="#br0" timeOffset="107806.17">13501 11176 511 0,'0'0'103'0,"0"0"-39"0,0 0 39 0,0 0 28 0,0 0-103 16,0 0-2-16,-31 80-25 15,70-67 22-15,5-9-9 16,10-4-6-16,4 0 6 16,-4-17-12-16,-2-18 15 15,-9-11-11-15,-5-10 11 16,-14-4-9-16,-9 0 14 16,-15 10-17-16,0 9 3 15,-29 17-8-15,-24 10-28 16,-12 14 0-16,-12 29 11 15,-8 21 3-15,4 13 28 0,15 0-15 0,21-12 5 16,25-8-8 0,20-7-57-16,0-6-26 15,20-3-118-15,20-10-9 16,0-11-96-16</inkml:trace>
  <inkml:trace contextRef="#ctx0" brushRef="#br0" timeOffset="108156.01">13931 11044 161 0,'0'0'190'15,"0"0"-184"-15,0 0-6 16,0 0 94-16,0 0 10 15,52 107-74-15,-30-67-22 16,3-2-8-16,6-2 1 16,3-5-4-16,-3-9 8 15,0-11-10-15,-4-11 5 16,4-4 0-16,-3-32 29 0,-3-14 11 16,-5-13-7-1,3 1-26-15,-8-1 13 0,-7 9-10 16,-2 14 27-16,-6 11 24 15,0 15-4-15,0 8-42 16,0 6-15-16,4 0-3 16,11 0-136-16,-1 0 22 15,-3 6-209-15</inkml:trace>
  <inkml:trace contextRef="#ctx0" brushRef="#br0" timeOffset="115099.46">16663 10368 652 0,'0'0'200'0,"0"0"-117"0,0 0 33 16,0 0-83-16,0 0-6 0,-37-117-15 15,37 73-4 1,10-13-6-16,13-11 15 0,10-10-17 15,3 2 4 1,-3-1-8-16,-10 11 13 0,-13 12-15 16,-7 14 24-16,-3 17-21 15,0 10 8 1,-7 11 16-16,-12 2-20 0,-16 21-1 16,-9 26-8-1,-5 11-37-15,0-1-46 0,4-1-90 16,16-12-128-16</inkml:trace>
  <inkml:trace contextRef="#ctx0" brushRef="#br0" timeOffset="115486.06">17160 10284 39 0,'0'0'104'16,"114"19"-35"-16,-50-19-26 15,1-10 57-15,-5-30-31 16,-2-17-6-16,-8-15 34 15,-13-12 30-15,-10 0 3 16,-12 4-56-16,-15 19-5 0,-8 15 17 16,-42 20-24-16,-19 20-47 15,-16 6 29 1,-10 41-40-16,12 13 7 0,16 6-11 16,27-2-3-16,27 4-3 15,13-6-78-15,0-10-55 16,24-6-101-16,5-13 0 15,5-9-187-15</inkml:trace>
  <inkml:trace contextRef="#ctx0" brushRef="#br0" timeOffset="115786.25">17581 10088 485 0,'0'0'169'0,"0"0"-141"15,0 0 58-15,0 0-57 16,0 0-28-16,116 99 6 16,-53-99-7-16,6 0 0 15,2-23-5-15,-9-9-22 16,-8-7 12-16,-8-17 9 16,-10-11 6-16,-12-3 31 15,-8-5-7-15,-16 12 65 16,-6 4 20-16,-35 13-21 15,-19 21-40-15,-16 25-27 0,-8 15-20 16,-6 35-1-16,17 21-27 16,13-7-184-16,16 3-386 15</inkml:trace>
  <inkml:trace contextRef="#ctx0" brushRef="#br0" timeOffset="116218.82">16337 10720 585 0,'0'0'153'0,"0"0"-81"0,172-83 71 0,-36 55-46 0,36 5-31 0,24 6-33 16,9 10-13-16,-4 7-16 16,-10 0-8-16,-24 28-61 15,-28 14-68-15,-35 6-221 16</inkml:trace>
  <inkml:trace contextRef="#ctx0" brushRef="#br0" timeOffset="118865.93">16915 11212 220 0,'0'0'215'0,"0"0"-108"0,0 0-51 16,0 0 37-16,0 0-59 16,0 0-4-16,-15 0 4 15,15 0 62-15,-2 0-35 16,-1 0 12-16,1 0-19 0,2 0-29 15,0 0-1-15,0-21-21 16,2-2-6 0,22-10-1-16,7-1-6 0,6 0 18 15,0 8-13-15,-8 6 6 16,-4 10-2-16,-10 7-6 16,-8 3-39-16,-7 13 5 15,-5 30 41-15,-30 24-11 16,-25 17 11-16,-11 7-17 15,-3 3 0-15,5-12 15 0,9-8-10 16,13-16 5 0,18-16 7-16,13-9 2 0,16-14 10 15,0-2-5-15,11-8-7 16,25-4 2-16,6-5 31 16,8 0 16-16,0-5-12 15,-2-15-30-15,0 4-7 16,-15 5-14-16,-10 8-113 0,-17 3-193 15</inkml:trace>
  <inkml:trace contextRef="#ctx0" brushRef="#br0" timeOffset="119430.21">17454 11306 498 0,'0'0'134'0,"0"0"-33"0,0 0 60 0,0 0-95 15,0 0-34-15,0 0 4 16,-29-6-16-16,27 6 39 15,-2 0-39-15,-4 0 28 16,0 0-41-16,-1 0 15 16,5 0-22-16,4 0-4 15,0 3-9-15,0 13-4 16,21 7 13-16,9 0 8 16,8 4-8-16,4-3 18 15,0 0-22-15,5-6 17 0,-7 6-18 16,-9-3 3-16,-12 4-26 15,-15 5 30-15,-4 5 4 16,-16 9 22-16,-20 9-15 16,-8 5-18-16,-3-8-11 15,1-20-27-15,-4-17-70 16,6-13-154-16</inkml:trace>
  <inkml:trace contextRef="#ctx0" brushRef="#br0" timeOffset="119596.21">17457 11185 335 0,'0'0'807'0,"0"0"-807"16,0 0-2-16,0 0 2 15,126-53 0-15,-67 28-156 16,-4-6-508-16</inkml:trace>
  <inkml:trace contextRef="#ctx0" brushRef="#br0" timeOffset="120282.8">18446 10946 625 0,'0'0'170'0,"0"0"-132"0,112-24 87 15,-46 14-19-15,1-2-19 16,-3 1-83-16,-6 4 14 0,-13 6-13 15,-10 1-10 1,-10 0-18-16,-7 0-35 0,-7 0-65 16,-11 0-281-16</inkml:trace>
  <inkml:trace contextRef="#ctx0" brushRef="#br0" timeOffset="120466.27">18706 10590 1124 0,'0'0'0'0,"0"0"13"16,0 0-20 0,0 0 7-16,130-4-54 0,-88-11-426 15</inkml:trace>
  <inkml:trace contextRef="#ctx0" brushRef="#br0" timeOffset="122296.17">20156 9582 481 0,'0'0'75'0,"0"0"-37"0,0 0 64 0,0 0 30 15,0 0-48-15,0 0-57 16,-44 59 69-16,13-7-47 16,-13 12 7-16,-16 19-32 15,-14 9-17-15,-4 13-7 0,-5-2 2 16,12-5-6 0,13-10 8-16,19-21-5 15,16-21 13-15,21-14-24 16,2-14-1-16,19-10 12 0,22-6-17 15,12-2 16-15,9 0-6 16,6 0 15-16,-8-10-22 16,-9 0 11-16,-11 5-6 15,-14-1 18-15,-12 1-13 16,-5 5 5-16,-9-1 0 16,2-2 0-16,4-1 0 15,0-4-12-15,0 0 17 0,5 0-12 16,-2-2-52-1,0-2 7-15,2-2-2 0,-2-2-29 16,5-4-51 0,-8 6 61-16,5 0 52 0,-4 4-1 15,-2 0 8-15,-1 0 11 16,-4 3-27-16,0 1 28 16,0 6 2-16,0 0 60 15,-11 15 6-15,-11 25 42 16,-12 16 31-16,-9 26-14 15,-3 12-66-15,-3 9 15 16,7-1-71-16,6-6-3 16,11-8-4-16,9-11-63 15,6-17-148-15,10-16-431 16</inkml:trace>
  <inkml:trace contextRef="#ctx0" brushRef="#br0" timeOffset="123056.76">19553 11761 404 0,'0'0'248'0,"0"0"-134"0,0 0-32 15,0 0 2-15,2 150 19 16,-12-64-70-16,-13 6-17 15,-6 5-5-15,-11 8-14 16,-3 4 19-16,-1-2-15 16,1-5 5-16,12-8-12 0,7-12 6 15,8-14-11 1,7-19-68-16,3-14-272 16</inkml:trace>
  <inkml:trace contextRef="#ctx0" brushRef="#br0" timeOffset="123757.29">19067 12778 265 0,'0'0'383'0,"0"0"-239"0,0 0-76 0,0 0 64 0,0 0-30 16,165 5-28-16,-107 3-55 16,-5 3 2-16,-3-2-21 15,-10 3-12-15,-11 2-37 0,-5 5 4 16,-11-7-82-1,-10-2-212-15,-3-5-297 16</inkml:trace>
  <inkml:trace contextRef="#ctx0" brushRef="#br0" timeOffset="124096.13">19221 12771 675 0,'0'0'94'16,"0"0"-69"-16,-23 141-24 16,17-101 1-16,-3-2-2 15,3-2-54-15,-8-10 36 16,10-12 18-16,-1-8-2 15,5-6 2-15,0 0-20 16,7-20 1-16,20-16 3 0,6-4-25 16,5-4 11-16,-2 3 29 15,2 8 1-15,-11 7 88 16,-8 8-44-16,-9 12-4 16,-8 6-39-16,-2 0-1 15,0 0-72-15,0 0-160 16</inkml:trace>
  <inkml:trace contextRef="#ctx0" brushRef="#br0" timeOffset="124811.32">19428 12046 242 0,'0'0'0'0,"0"0"1"0,0 0-1 0,0 0 44 16,0 0 34-16,0 0 18 15,11-27-12-15,-11 27-46 16,0-3-34-16,0 3 7 16,0 0 4-16,0 0-12 15,0 0 0-15,0 0 2 16,0 0 69-16,0 0 18 16,0 0 21-16,0 0-67 15,0 0 6-15,0 0-28 16,0 0 16-16,0 0-19 0,0-8-5 15,10-9-4-15,11-10-12 16,11-16 0-16,15-12 10 16,7-8-3-16,-2-3-2 15,0 3-3-15,-17 20-2 16,-10 12 0-16,-14 18-39 16,-9 10 33-16,-2 3-10 15,-6 13 5-15,-17 27 4 16,-4 12 14-16,3 10 10 15,2 2-12-15,4-1-6 0,5-2 7 16,6-9-12-16,5-14 3 16,2-9 3-16,0-9-4 15,2-12-36-15,11-8-47 16,-4 0-217 0,-9 0-223-16</inkml:trace>
  <inkml:trace contextRef="#ctx0" brushRef="#br0" timeOffset="125142.04">19486 11933 620 0,'0'0'178'0,"0"0"-167"0,0 0 92 0,121 42-34 15,-68-42 29-15,-2 0-89 0,-7 0-9 16,-17 0-95-16,-25 0-260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05T22:09:12.1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11532 3196 295 0,'0'0'170'0,"0"0"-146"0,0 0-4 16,0 0 96-16,0 0-10 16,0 0 2-16,0 0-62 15,-16-8-7-15,16 6-20 16,0 2-7-16,0 0-2 16,0 0-5-16,0 0-10 0,-4 0 19 15,4 0-19 1,-2 0 10-16,-10 0 24 0,4 0-9 15,-8 24-11-15,0 8-8 16,6 14 2-16,7 0-4 0,3-2 11 16,7-8-20-1,24-9-6-15,7-11 7 0,7-14 8 16,8-2-1 0,2-20 4-16,4-30 22 0,1-26 18 15,-4-13-35 1,0-12 14-16,-15 1-12 0,-11 6-9 15,-24 11 0 1,-6 14-8-16,-25 15-19 0,-21 22 5 16,-14 32-3-16,-14 20-11 15,-6 48 33-15,-1 20 6 16,8 4 14-16,17-3-14 0,25-5-3 16,23-7-4-1,8-12 0-15,6-12-1 16,34-20-19-16,18-20 8 15,15-13 16-15,14-10-16 16,2-19 28-16,-4 5-17 16,-16 15 10-16,-15 9-9 0,-21 15 10 15,-10 28-6 1,-6-1 24-16,-3-4 20 16,3-8-32-16,8-10-12 0,8-8-50 15,12-12-35-15,-1 0-161 16,-2-5-249-16</inkml:trace>
  <inkml:trace contextRef="#ctx0" brushRef="#br0" timeOffset="959.73">12392 1873 257 0,'0'0'154'0,"0"0"-126"0,0 0 58 15,0 0-25-15,0 0 12 16,0 0 22-16,2-2 19 0,-2 2-92 15,0 0 11 1,3 0-31-16,1 18 14 16,1 12 12-16,1 8 10 15,1 6-18-15,-3 6-15 16,-2 6-5-16,3 3 5 16,-5-5 2-16,0-4 0 0,0-16-9 15,0-11 7-15,0-10-4 16,0-11-1-16,0-2 0 15,0 0 11-15,0-6-10 16,0-23 11-16,0-8 1 16,0-9-26-16,2-7 5 15,18 8 7-15,5 1-25 16,4 6 11-16,4 5-8 16,-2 13 4-16,5 10 8 15,-5 10 5-15,-4 0 2 0,-7 32-16 16,-5 14 19-1,-3 10 2-15,-3 5 6 0,-3-5-5 16,4-6-2-16,0-8 0 16,-1-8 5-16,5-8-21 15,3-12 16-15,14-12-6 16,9-2-193-16,10-24-2 16,1-12-244-16</inkml:trace>
  <inkml:trace contextRef="#ctx0" brushRef="#br0" timeOffset="1598.79">13305 3220 729 0,'0'0'94'0,"0"0"-36"0,114-1 76 0,-51-4-58 15,3 1-42-15,-1 3-33 16,-9 1-2-16,-6 0-29 0,-9 0-90 16,-12 0-93-1,-16 0-298-15</inkml:trace>
  <inkml:trace contextRef="#ctx0" brushRef="#br0" timeOffset="1830.24">13403 3036 831 0,'0'0'173'0,"0"0"-166"15,0 0 11-15,114 0 51 16,-56 0-50 0,11 0-6-16,4 0-13 15,6 0-86-15,-6 0-142 16,-9 0-343-16</inkml:trace>
  <inkml:trace contextRef="#ctx0" brushRef="#br0" timeOffset="2927.9">14830 2203 469 0,'0'0'181'0,"0"0"-50"0,0 0-31 16,0 0-51-16,0 0-19 16,0 0-30-16,6 45 5 15,7-7 31-15,1 9-1 16,-5 16 26-16,-5 11-55 15,-4 8 31-15,0 12-36 0,-11 11 8 16,-9 3-6 0,0 4-6-16,7 5 3 15,0-7-1-15,5-7-17 0,4-9-21 16,0-20 28-16,4-26 17 16,0-16-12-1,0-22 3-15,0-10 1 0,0 0-5 16,-5-10-6-16,-5-16 10 0,2-12-19 15,0-1 13 1,5 0 18-16,3-4-17 16,0-1 16-16,27 2-8 15,13 0 1-15,9 10-1 16,12 14 6-16,5 9 4 16,8 9-20-16,-6 0 10 15,-5 23-2-15,-10 13-23 16,-3 6 24-16,-4 7-121 0,-5 1 122 15,-3-6-21-15,-21-4-53 16,-12-6 74-16,-5 0 29 16,-54 0 110-16,-22-1-71 15,-20 6 6-15,-14-5-13 16,0-4 47-16,6-3-36 16,21-4-37-16,23-6 3 15,24-10-29-15,20-4 14 16,12-3-23-16,4 0-2 15,6-24-68-15,25-11 12 0,8-3-32 16,1 4 29 0,-11 18-45-16,-18 6-105 15,-11 10-155-15</inkml:trace>
  <inkml:trace contextRef="#ctx0" brushRef="#br0" timeOffset="4827.57">16734 3489 736 0,'0'0'70'0,"0"0"-45"0,0 0-12 0,0 0 66 16,128 0 39-16,-38-4-35 15,31-2-9-15,24 4-30 16,9-2-30-16,-3 0-14 16,-6 4-52-16,-9 0 13 15,-18 0-74-15,-11 0-5 0,-25 0-187 16,-28 0-179-16</inkml:trace>
  <inkml:trace contextRef="#ctx0" brushRef="#br0" timeOffset="5158.16">16835 3316 420 0,'0'0'624'16,"0"0"-614"-16,0 0 4 16,185-43 27-16,-78 29 28 15,19 1-66-15,13 3 8 16,3 8-11-16,-5 0-43 0,-8 2-35 15,-15 0-92-15,-23 0-242 16</inkml:trace>
  <inkml:trace contextRef="#ctx0" brushRef="#br0" timeOffset="5627.91">17855 2945 597 0,'0'0'119'0,"0"0"-50"0,179 37 4 16,-102-21-43-16,-6 7-28 15,-5 6-2-15,-7 0 0 16,-14 5-4-16,-16 1-25 0,-18 3-53 16,-11 6 76-16,-29 10 6 15,-24 8 52 1,-12 10 26-16,-11 6 5 0,1 1-19 16,3-3-25-1,12-15-35-15,20-20 14 16,29-18-36-16,11-23-65 0,5-6-290 15</inkml:trace>
  <inkml:trace contextRef="#ctx0" brushRef="#br0" timeOffset="6307.92">17035 2913 373 0,'0'0'236'0,"0"0"-101"0,0 0-25 0,0 0-54 0,0 0-22 16,-127 116-25-16,69-63 26 15,-2 1-29 1,0-4 19-16,6-6-9 0,8-5 17 16,6-4-15-16,20-2 13 15,9 1-29-15,11-1 5 16,0 2-14-16,6-1 17 16,25-6-25-16,14-6 28 15,13-11-14-15,10-3 2 16,13-5 4-16,4-3 9 0,-2 0-13 15,-10 4 8-15,-22 6-9 16,-17 2-6 0,-15 2-24-16,-9-4 28 0,-4-2-63 15,-6-8-151 1,0 0-385-16</inkml:trace>
  <inkml:trace contextRef="#ctx0" brushRef="#br0" timeOffset="8827.79">20237 3517 165 0,'0'0'67'0,"0"0"-47"0,0 0 74 15,0 0-36-15,0 0-52 16,0 0 36-16,-15 90 25 16,13-78 32-16,-1-2-46 15,0 0 79-15,3-4-55 16,0-6-25-16,0 0-31 16,0 0 62-16,0-10-5 15,0-34-8-15,10-24-23 16,21-32-43-16,5-22 43 0,-5-15-44 15,-2-6 9-15,-10 10-11 16,0 14-2-16,-9 25-13 16,0 29 6-16,-6 25-10 15,-2 14-46-15,3 10 54 16,-1 8-194-16,2 7-291 16</inkml:trace>
  <inkml:trace contextRef="#ctx0" brushRef="#br0" timeOffset="9223.49">20295 3328 524 0,'0'0'18'0,"0"0"2"0,0 0 24 0,135-54 77 16,-76 46-67-16,-1 5 10 16,-7 3-61-16,-9 0 6 15,-4 21 1-15,-7 11-2 16,-6 6-6-16,-16 9 17 0,-9-2-12 15,-9 0 7-15,-35-2 18 16,-25-12 7-16,-12-8 19 0,-10-15-7 16,-7-8-17-1,13 0-1-15,18-17-25 16,16-7-8-16,22 3-8 16,16-4-74-16,6 5-256 15</inkml:trace>
  <inkml:trace contextRef="#ctx0" brushRef="#br0" timeOffset="11288.97">21754 3367 922 0,'0'0'24'0,"0"0"-20"0,120 2 16 15,-79-2-12-15,3 0 0 16,6 0-8-16,-2 0 0 15,-5 0-9-15,-7-9-11 16,-12 1-54-16,-9-2-134 16,-15-4-51-16</inkml:trace>
  <inkml:trace contextRef="#ctx0" brushRef="#br0" timeOffset="11507.74">21627 3214 780 0,'0'0'243'0,"0"0"-228"16,0 0 83-16,0 0-15 16,152-37-12-16,-92 29-65 15,11-5-6-15,5 9-54 16,5-2-63-16,-12 2-226 15</inkml:trace>
  <inkml:trace contextRef="#ctx0" brushRef="#br0" timeOffset="12755.76">23657 3359 701 0,'0'0'68'0,"0"0"-64"0,0 0 1 0,0 0 56 16,0 0-10-1,-65 104-11-15,65-82-16 0,0 4-16 16,0 1 61-16,5-2-48 0,15 0 12 16,7 0-32-1,4-3 27-15,11-8-26 16,5-8 13-16,6-6 3 16,12-4-7-16,2-34 22 15,2-16-19-15,0-12 31 16,-2-13-45-16,-14 6 19 0,-17 5-12 15,-24 9-14-15,-12 11-23 0,-16 12-4 32,-28 10 27-32,-26 20 7 0,-16 6-11 0,-22 18 33 15,-6 26-35 1,12 9 21-16,13 7-16 16,20-1 3-16,24-2 0 15,23-7 4-15,16-12-11 16,6-8 11-16,11-8-11 15,33-9 3-15,22-6 18 16,29-7-22-16,20 0 26 0,3-7-26 16,-6 3 13-1,-28 4 0-15,-21 3-1 0,-21 25-18 16,-13 10 8 0,-2-4 22-16,4-2-21 15,16-12 10-15,15-14-1 0,14-6-123 16,-3-15-75-16,-17-24-13 15</inkml:trace>
  <inkml:trace contextRef="#ctx0" brushRef="#br0" timeOffset="14305.94">19083 3693 443 0,'0'0'137'15,"0"0"-126"-15,0 0 1 0,36 124-3 0,-21-89 25 0,3 1 16 16,-5-4 32 0,-1 1 1-16,-6-8-37 15,3 1-24-15,-5-7-18 16,1-5 17-16,0-5-8 16,-1-4 4-16,-2-3-11 0,0-2-6 15,5 0 2-15,2-23 33 16,4-19 2-16,7-22-25 15,7-18-2-15,4-17-9 16,8-15 13-16,0-8-1 16,1-11-5-16,1-5-4 15,-6 0 16-15,-5 6-16 16,-13 7 8-16,-1 23-7 16,-12 15 12-16,-4 19-17 15,0 18 11-15,0 6-12 16,-8 8 12-16,-4 8-16 15,10 6 15-15,-1 6-20 16,3 4 10-16,0 10 0 16,0-3-2-16,0 2 2 0,0-3-12 15,19-6 24-15,14-4-19 16,13-4 7-16,12-4 0 16,3 0 3-16,3-1 3 15,3 7-6-15,5 4 0 16,1 2-5-16,12 0 14 15,4 0-11-15,13-2 13 16,2-4-12-16,0 6 8 0,0 0-2 16,1 6-5-1,-7 6 7-15,-9 0-9 0,-11 4 11 16,-16 16-14-16,-10 2 21 16,-10 0-24-16,-7-8 18 15,-4-6-15-15,-4-5 5 16,-4-3 0-16,-3 0-6 15,6-7-18-15,1-15 3 16,0-2-26-16,-2 2 6 16,-21 8-186-16,-4 6-549 0</inkml:trace>
  <inkml:trace contextRef="#ctx0" brushRef="#br0" timeOffset="15187.82">18871 2560 380 0,'0'0'84'0,"-2"113"-73"0,0-63 28 0,-3-10 1 16,3-12 30-16,2-12-58 15,0-10 6-15,0-6-15 16,0 0 22-16,0-8 21 15,0-24 25-15,9-10-44 16,11-10-12-16,7 5-15 16,6 2 1-16,8-1 7 15,9-1 5-15,6 7 2 16,0 12-5-16,-10 18 18 16,-14 10-28-16,-16 28 7 15,-10 20-7-15,-6 12 3 0,0 2 46 16,-9-3-17-16,5-9-3 0,4-10-29 15,0-8-1 1,0-6-1 0,11-8-20-16,7-8-19 0,4-10-153 15,5 0-33-15,-3-28-115 0</inkml:trace>
  <inkml:trace contextRef="#ctx0" brushRef="#br0" timeOffset="16453.8">23033 4730 437 0,'0'0'230'0,"0"0"-176"0,0 0 86 16,0 0-11-16,0 0-21 15,0 0-45-15,23-71-52 0,23 4 11 16,21-19-19-16,13-11 12 15,8 1-4 1,-1 8-14-16,-14 14 3 0,-13 11-3 16,-12 13-30-1,-7 10-42-15,-12 9-65 16,-16 12-209-16,-13 13-77 16</inkml:trace>
  <inkml:trace contextRef="#ctx0" brushRef="#br0" timeOffset="16687.62">23225 3971 957 0,'0'0'114'16,"0"0"-113"-16,0 0 34 0,0 0 63 15,151 0-61 1,-101 0-28-16,-2 5-9 0,-3 5-14 16,-9 5 0-1,-14-3-97-15,-11-1-56 0,-11-3-271 16</inkml:trace>
  <inkml:trace contextRef="#ctx0" brushRef="#br0" timeOffset="16917.78">23318 3900 455 0,'0'0'503'0,"0"0"-494"0,129-22 78 16,-66 17-22-16,-10 5-8 15,-15 0-39-15,-13 5-18 16,-17 21-1-16,-8 6-33 15,0 12 22-15,-29 2-48 16,-2 2-52-16,5-8-94 16,4-13-62-16</inkml:trace>
  <inkml:trace contextRef="#ctx0" brushRef="#br0" timeOffset="18417.59">20462 3959 185 0,'0'0'302'0,"0"0"-271"0,0 0-12 16,0 0 21 0,56 111-20-16,-21-83 22 0,10 1 2 15,9-2-21-15,8 4 54 0,11-1-58 16,6 0 48-1,9 0-59-15,9-2-2 0,3-2-6 16,6 0-13 0,-3-8 11-16,-3-5 2 0,-2 0 0 15,-6-7 10-15,-1-4-3 16,-6-2 1-16,4 0 9 16,-5-8-10-16,-1-9 1 15,-8-8 6-15,-17-3-14 16,-13 2-38-16,-7 4-60 15,-11 4-8-15,-2 3-21 16,-2 6 34-16,-2-3-80 16</inkml:trace>
  <inkml:trace contextRef="#ctx0" brushRef="#br0" timeOffset="19183.3">20482 4279 492 0,'0'0'16'0,"0"0"65"0,0 0 87 0,0 0-29 16,0 0-100 0,0 0-3-16,-9 2 10 0,9-2 2 15,0 0 4 1,0 0-27-16,0 0 30 15,0-12-49-15,3-6 15 16,7 2-19-16,2 0 11 0,-5 4-13 16,-1 3 0-1,1 2-3-15,-3 2-5 0,3 0-1 16,2 3-19-16,0-2 26 16,-3 4-22-1,-1-2 20-15,-2 2-8 0,-3 0 11 16,0 0 0-16,0 0-23 15,0 0-4-15,6 0-74 16,3 0-43-16,5 0-24 16,-2 0 73-16,-3 0-109 15</inkml:trace>
  <inkml:trace contextRef="#ctx0" brushRef="#br0" timeOffset="19289.55">20482 4279 612 0</inkml:trace>
  <inkml:trace contextRef="#ctx0" brushRef="#br0" timeOffset="19567.66">20482 4279 612 0,'0'-34'74'0,"18"20"-48"16,9-10 81-16,-1-1 40 15,-1 0-144-15,-17 5 2 16,-4 1-10-16,-4 5-44 15,0 5 15-15,0 2-52 16,-17 3 22-16,-3 2 64 0,3 1 9 16,1 1-8-16,7 0 34 15,3 0 63-15,6 0-65 16,0-3-12 0,0-1-21-16,0-6 0 0,6-3-14 15,19-8 14-15,2 1 8 16,-4 4 15-16,-4 8 6 15,-11 4-26-15,0 2 27 16,-8 0-16-16,0 2-28 16,0 0 9-16,6 0-22 15,3 0-82-15,-5 0-204 16</inkml:trace>
  <inkml:trace contextRef="#ctx0" brushRef="#br0" timeOffset="43177.54">25076 8416 459 0,'0'0'95'0,"0"0"-58"16,-137 104 43-16,99-73 145 15,11-4-106-15,15-5-42 16,10 2-52-16,2 1 5 16,0-3 18-16,27 1-23 0,8 0-12 15,15-5-3 1,10-2-7-16,9 0 5 0,6 4-4 15,-3 4-4-15,-5 3 0 16,-11 11 0 0,-12 5-8-16,-13 1 3 0,-11 3-8 15,-20-6 8-15,0 8 10 16,-26 0-3-16,-26-2 0 16,-15 0 18-16,-2-10 0 15,-4-11-10-15,4-14-9 16,8-12 6-16,6-6-14 0,4-32-24 15,4-18 12 1,5-13-53-16,13-11-11 16,18 0-124-16,11 4-210 15</inkml:trace>
  <inkml:trace contextRef="#ctx0" brushRef="#br0" timeOffset="43312.02">25026 8601 476 0,'0'0'702'16,"0"0"-661"-16,0 0-23 15,0 0 119 1,115-7-31-16,-49-11-26 0,15-2-80 16,2 1-17-16,-2-4-113 15,-4-3-96-15,-13-2-513 16</inkml:trace>
  <inkml:trace contextRef="#ctx0" brushRef="#br0" timeOffset="44099.35">26144 7428 289 0,'0'0'243'0,"0"0"-230"0,0 0 1 16,-134 124 111-16,96-84-19 15,0-2-40-15,9 2 29 16,2-4 33-16,4-6-71 16,11-5 5-16,7-8-44 15,5 4-3-15,0-6-13 16,7 1-4-16,11-3-7 15,2-2 0-15,9 2 6 16,-3-2-9-16,6 4 0 16,-6-5 4-16,-3-3-23 0,-6 8-23 15,-5-9-24-15,-3-1 7 16,-5-3-17-16,2-2-30 16,4 0-13-16,-1 0 9 15,-3-11-266-15</inkml:trace>
  <inkml:trace contextRef="#ctx0" brushRef="#br0" timeOffset="44277.86">26173 7820 120 0,'0'0'737'0,"0"0"-659"16,-14 111-26-16,1-63 85 15,-5-2-86 1,3 3-48-16,4-4-6 0,-1-11-43 15,6-2-53-15,-3-12-162 16,-5-6-484-16</inkml:trace>
  <inkml:trace contextRef="#ctx0" brushRef="#br0" timeOffset="44745.67">26204 9296 914 0,'0'0'127'0,"0"0"-114"0,171-2 51 0,-109-10-23 15,-8 0-41-15,-11-4-89 16,-19-2-331-16</inkml:trace>
  <inkml:trace contextRef="#ctx0" brushRef="#br0" timeOffset="44927.63">26184 8989 1222 0,'0'0'85'15,"0"0"-75"-15,0 0 86 0,160-32 6 16,-73 4-102-16,4-4-41 16,-12-2-178-1,-19 2-492-15</inkml:trace>
  <inkml:trace contextRef="#ctx0" brushRef="#br0" timeOffset="48437.68">28187 8438 590 0,'0'0'120'0,"0"0"-58"0,0 0 99 16,0 0-99-16,0 0-16 0,0 0 17 15,-132 12-19-15,101 1 18 16,-4 12-28-16,-8 9 17 16,-8 14-32-16,-5 17 6 15,-8 7-11-15,-3 8-7 16,-3 1 15-16,10 0-9 16,7 2 16-16,10 1-29 15,12 4 10-15,14-2-4 16,17-6-12-16,6-10 5 0,48-13-2 15,15-16-5-15,12-12-22 16,-2-17 13-16,-3-12-14 16,-7-4 26-16,-17-30 5 15,-10-10-7-15,-13-10-9 16,-21 1 7-16,-8 7 7 16,0 9 2-1,-29 17 17-15,-15 5-8 0,-22 13 33 16,-13 2-38-16,-8 20 14 0,8 20-16 15,14 8 19 1,31 0-19-16,34-3-2 16,16-9-20-16,57-11-100 15,16-16-43-15,7-9-522 16</inkml:trace>
  <inkml:trace contextRef="#ctx0" brushRef="#br0" timeOffset="48992.21">28594 8775 998 0,'0'0'115'0,"0"0"-87"0,0 0 7 0,0 0 77 0,0 0-95 15,5-122-9-15,37 89-4 16,12 9 8-16,-1 10-3 16,-2 10-7-16,-11 4-2 15,-15 28-39-15,-23 24 21 16,-2 16-21-16,-46 15-5 0,-17 5 3 16,-11 7 37-1,1-4 1-15,6 2 3 0,7-12 29 16,11-14-9-16,13-19 64 15,16-16-28-15,13-15-19 16,7-12-30-16,17-5-4 16,25 0 4-16,16 0 5 15,20-22 27-15,4 0-18 16,-4 3-19-16,-15 5-2 16,-11 5-22-16,-9 3-32 15,-7 4-57-15,-7 2-88 0,-4 0-248 16</inkml:trace>
  <inkml:trace contextRef="#ctx0" brushRef="#br0" timeOffset="49438.61">29452 8781 643 0,'0'0'90'0,"0"0"4"0,0 0 107 0,0 0-77 15,0 0-32-15,0 0-65 16,-104 28 9-16,104-2-22 16,10 0 1-16,17 6-10 15,13-1-5-15,5 2 15 16,5 7-13-16,-4 1 4 16,-8 4 4-16,-12 5-20 15,-7 1 10-15,-13-3-2 16,-6 0-26-16,-6 0 8 15,-37-6 20-15,-6-2 5 16,-4-10 1-16,-5-12-6 0,-1-15-11 16,7-3-90-1,2-39-28-15,13-20-195 0</inkml:trace>
  <inkml:trace contextRef="#ctx0" brushRef="#br0" timeOffset="49589.04">29279 8775 1195 0,'0'0'119'16,"0"0"-108"-16,0 0 56 0,191-37 11 15,-72 7-38 1,20-10-40-16,6-4-64 16,-13 0-142-16,-31 4-370 15</inkml:trace>
  <inkml:trace contextRef="#ctx0" brushRef="#br0" timeOffset="52767.65">22737 13046 735 0,'0'0'204'0,"0"0"-198"0,0 0 0 0,0 0 20 0,14 122 23 15,-8-87-48-15,5-5 12 16,-5 3-12 0,4 3 57-16,1 5-29 15,0-1 1-15,0-1-17 0,-2-10-10 16,-3-9-3 0,-3-12 14-16,0-8-10 0,-1 0 6 15,6-18 0-15,5-38-5 16,8-27 22-16,6-25-27 15,4-26-11-15,4-20 0 0,7-25-40 16,3-17-6 0,-5-5 54-16,-6 10 3 0,-12 21 1 15,-9 26 20 1,-1 21-3-16,-1 21-3 0,3 19 4 16,7 14 11-1,4 13 0-15,0 8-23 16,1 3-13-16,1 18 17 15,-7 4-22-15,-4 10-4 0,-5 8 6 16,-5 3-21-16,-2 0 0 0,4 2 23 16,3-2 7-1,5 2 21-15,13 0-11 16,15 0 35-16,29 0-16 16,37 0 20-16,37-14-19 15,30-2 6-15,35-12-19 16,20-12-4-16,-1-2-13 15,-14 4-20-15,-48 8-23 16,-50 19-131-16,-67 11-160 0</inkml:trace>
  <inkml:trace contextRef="#ctx0" brushRef="#br0" timeOffset="53721.11">22855 11047 777 0,'0'0'127'15,"-91"142"-116"-15,46-72 12 0,5-4 55 0,2-8-37 0,5-13-14 16,4-7-12-16,0-10 44 15,13-10-19-15,7-2-9 16,9-5-24 0,0-7-4-16,12-4-3 0,21 0 0 15,9 0 4-15,3-13-2 16,-1-3 16-16,-8 3-13 16,-7 8-10-16,-13 2-12 15,-8 3 4-15,1 0-15 16,-5 0 4-16,-1 0 11 15,-3 0-17-15,3 0 23 16,1 0-31-16,0-7-19 0,9-1-35 16,-3-2 38-16,5 0-26 15,-4-1 8-15,-4-2-3 16,0-3-6-16,-1-2 57 16,-2 0 24-16,1 4 5 15,-3 3 38-15,-2 10 40 16,0 1 49-16,0 3-52 0,0 32-34 15,0 15 59 1,0 24-39-16,-15 8-47 0,-10 5 26 16,-2-3-25-1,3-10 8-15,6-14-22 0,4-12-12 16,6-14-36 0,1-13-46-16,3-14-147 0</inkml:trace>
  <inkml:trace contextRef="#ctx0" brushRef="#br0" timeOffset="54597.67">24043 12109 503 0,'0'0'154'0,"0"0"-133"0,0 0 17 15,0 0 170 1,0 0-67-16,0 0-91 0,-108-95 24 16,84 102-53-16,-14 34-3 15,-14 19-14-15,-10 24-4 16,-11 18 0-16,4 12-9 0,0 5 5 15,9-2 2 1,13-11-7 0,20-11 18-16,21-14-26 0,6-15 17 15,29-16-8-15,31-16-3 16,17-20-1-16,18-14-60 16,9-7 26-16,-6-36 36 15,-17-14-47-15,-26-8 37 0,-23 1-59 16,-26 5-32-16,-6 14 25 15,-29 12 86 1,-29 18 31-16,-18 15 103 0,-10 6-32 16,1 37-56-16,4 13 50 0,19 9-46 15,20-1 18 1,26-8-67-16,16-12-1 0,11-20-79 16,45-22-101-1,20-2-385-15</inkml:trace>
  <inkml:trace contextRef="#ctx0" brushRef="#br0" timeOffset="55119.83">24492 12129 454 0,'0'0'246'0,"0"0"-48"0,0 0-53 0,0 0-13 15,0 0-84-15,0 0-33 16,-10-7-8-16,25 7 1 16,-6 0-8-16,-2 14 9 15,-7 26-3-15,0 20 4 16,-29 14-12-16,-7 12 9 16,1-1-12-16,4-5 8 15,4-13-6-15,8-10 2 0,9-13-22 16,10-14 10-1,0-8-3-15,8-10 10 0,28-3-4 16,11-8 10 0,11-1 11-16,17 0 27 0,0 0-8 15,-7 0 4-15,-14 0-8 16,-10 0-8-16,-17 0-18 16,-12 0-12-16,-3 3-52 15,-6-1-73-15,-6-2-132 16</inkml:trace>
  <inkml:trace contextRef="#ctx0" brushRef="#br0" timeOffset="55518.86">25057 12108 1051 0,'0'0'121'0,"0"0"-114"0,0 0 25 0,0 0 59 0,0 0-52 15,0 0-39-15,-37 14-8 16,68 14 3-16,10 2 10 15,3-1 2-15,4 2 4 16,-9 7-18-16,3 2 17 16,-5 0-13-16,-11 5 3 15,-8 2-3-15,-14 4 3 0,-4 3-9 16,-6 0 5-16,-34 3-8 16,-5-2 4-16,-7-7 16 15,4-8-13-15,3-16 5 16,7-16-7-16,-2-8-44 15,7-20-65-15,-2-28-103 0,6-16-393 16</inkml:trace>
  <inkml:trace contextRef="#ctx0" brushRef="#br0" timeOffset="55686.48">25263 12003 1076 0,'0'0'229'15,"0"0"-229"1,0 0 0-16,0 0 26 0,114-22-26 16,-43-4-6-16,12-13-165 15,4-2-231-15</inkml:trace>
  <inkml:trace contextRef="#ctx0" brushRef="#br0" timeOffset="56086.36">26622 12443 1290 0,'0'0'0'0,"0"0"-24"0,139-7-23 0,-117 7 43 16,-6 12-107-16,-16 4-282 16</inkml:trace>
  <inkml:trace contextRef="#ctx0" brushRef="#br0" timeOffset="56269.08">26462 12224 1127 0,'0'0'333'0,"0"0"-320"15,137-48-13-15,-58 22 30 16,4 2-25-16,-2 1-5 15,-11 11-208-15,-11 4-264 0</inkml:trace>
  <inkml:trace contextRef="#ctx0" brushRef="#br0" timeOffset="57767.44">24544 9872 691 0,'0'0'51'0,"0"0"-47"16,0 0 110-16,0 0 92 15,0 0-121-15,0 0-82 16,127-15 63 0,-20 15 5-16,29-7 21 0,15-10-68 15,1-1 28-15,-12-1-52 16,-20 1-11-16,-28 2-105 15,-39 5-110-15,-44 5-520 16</inkml:trace>
  <inkml:trace contextRef="#ctx0" brushRef="#br0" timeOffset="58699.74">28419 11951 988 0,'0'0'105'0,"0"0"-85"0,0 0-16 15,0 0 101-15,-137 0-33 16,110 21-31-16,4 8-28 15,0 1-9-15,12 7 25 0,9-3-25 16,2 0-7 0,9-1 15-16,26 1-12 0,15 2 2 15,10-3 3 1,13-3-5-16,2-4-6 0,-3 4 5 16,-9 2-18-1,-21 2 12-15,-22 4-28 0,-20 7 35 16,-6 3 1-1,-46 12 39-15,-26-3-38 0,-6-8 3 16,-10-12-5-16,-3-14-1 16,4-17-24-16,7-6-68 15,5-16 4-15,15-36-70 16,12-22-361-16</inkml:trace>
  <inkml:trace contextRef="#ctx0" brushRef="#br0" timeOffset="58869.31">28376 11891 275 0,'0'0'1144'0,"0"0"-1139"15,163-54 1-15,-100 36 20 16,10-4 28-16,18 0-54 16,23-2-31-1,15-2-106-15,-2 1-99 0,-5 6-775 16</inkml:trace>
  <inkml:trace contextRef="#ctx0" brushRef="#br0" timeOffset="70707.63">13110 7624 50 0,'0'0'92'0,"0"0"-92"0,0 0 1 16,0 0 10-16,0 0 14 0,0 0 38 16,0 0-21-1,0 4 72-15,0-4-41 16,0 0-2-16,0 0-42 16,0 0-28-16,0 2-2 15,0-2-4-15,0 6-3 16,0-2 16-16,0 2 19 0,0 2-6 15,0-2 6-15,0-5-26 0,0 6 7 16,0-3 9 0,0-2-14-16,0 0 26 0,0 2-2 15,0-2 77 1,0-2-41-16,0 0 8 0,0 0 6 16,0-10-3-1,0-32-11-15,-2-14-43 16,-6-16-15-16,8-6 3 0,-4-1 10 15,0 8-8 1,1 4-20-16,-1 4 12 16,4 13-7-16,0 5-18 15,4 7-26-15,12 11-4 0,4 9-55 16,5 13-34-16,-10 5-244 16</inkml:trace>
  <inkml:trace contextRef="#ctx0" brushRef="#br0" timeOffset="71637.58">12969 7611 662 0,'0'0'170'0,"0"0"-150"0,0 0-14 15,0 0 6 1,0 0 46-16,0 0-42 16,9-19 19-16,2 19-6 15,2-4 25-15,6 4-44 16,0 0-1-16,1 0-9 16,3 0 1-16,-6 0-6 0,8 0 12 15,-5 4-15 1,-5 1 20-16,-5 5-24 0,-6-6 15 15,1 9-8 1,-3-7 1-16,0 4-6 0,-2-6-2 16,0-4-22-16,2 0 33 15,-2 0-35-15,0 0 3 16,0 0-12-16,0 0 11 16,0 0-50-16,0-6-51 15,-9-4 122-15,-2 1 13 16,4 1 72-16,3 7 0 15,4 1 28-15,0 0-62 16,-4 0 2-16,4 14-31 16,0 12-3-16,0 6-5 15,-3-1 2-15,1-1-3 0,0-12 0 16,2-1 13-16,-2-5-12 16,0-5 39-16,2-7-19 15,-2 0 13-15,2 0-15 16,0 0 7-16,0-19-21 15,0-3-3-15,0-4-4 16,0 0-11-16,4 6 12 16,0 8-33-16,1 6 30 0,-5 6-22 15,0 0 21 1,0 0 5-16,0 0 4 0,0 0 31 16,0 0-26-1,0 0 16-15,0 0-25 0,0 0-10 16,0 0-141-16,6 0-357 15</inkml:trace>
  <inkml:trace contextRef="#ctx0" brushRef="#br0" timeOffset="72289.67">12548 6542 462 0,'0'0'125'0,"0"0"-119"0,0 0 51 0,0 0 159 0,0 0-91 16,0 0-35-16,-16-27-71 16,16 43-4-16,5 16-12 15,13 14 27-15,-3 11-27 16,5-1 5-16,-7-3-8 15,-6-11-35-15,3-9-22 16,-10-17-93-16,0-15-196 16,0-1-155-16</inkml:trace>
  <inkml:trace contextRef="#ctx0" brushRef="#br0" timeOffset="72488.16">12557 6465 966 0,'0'0'148'0,"0"0"-135"16,58-102 0-16,-18 31 34 16,8-7-28-16,0 8-19 15,-6 10-34-15,-6 11-96 16,-16 17-285-16</inkml:trace>
  <inkml:trace contextRef="#ctx0" brushRef="#br0" timeOffset="72937.67">12927 6913 953 0,'0'0'58'16,"0"0"-45"-16,0 0 2 15,-10-134-14-15,10 78 53 16,0 2-53-16,6 8-1 0,4 14-3 15,-3 19-11-15,5 6-23 16,-1 7-23-16,1 0 17 16,7 26 21-16,3 12 20 15,2 6 4-15,3-1 6 16,2-12 1-16,-2-6-16 16,-3-14 13-16,-6-7-12 15,-4-4 6-15,-4-5 0 16,0-34 61-16,-4-11 14 15,7-10-54-15,-6 2-19 0,-2 2-4 16,4 12-45-16,-3 5-39 16,10 19-174-1,-7 12 9-15,4 8-175 0</inkml:trace>
  <inkml:trace contextRef="#ctx0" brushRef="#br0" timeOffset="73087.89">13607 6655 554 0,'0'0'74'15,"0"0"-74"1,0 0-52-16,0 0-47 16,0 0-147-16</inkml:trace>
  <inkml:trace contextRef="#ctx0" brushRef="#br0" timeOffset="73387.73">13744 6869 618 0,'0'0'280'0,"0"0"-278"16,0 0 48-16,98-144 74 15,-75 82-96-15,-9-2-4 0,-6 0-24 16,-8 10 0-16,0 14-3 16,-25 16-1-16,-8 16 3 15,-11 8 1-15,-5 12 1 16,-1 21 4-16,8 7 3 16,13 5-2-1,14 0-10-15,15-6 4 0,0-3-64 16,26-10-47-16,17-18-141 15,15-8 50-15,6-12-129 16</inkml:trace>
  <inkml:trace contextRef="#ctx0" brushRef="#br0" timeOffset="73522.25">14155 6703 614 0,'0'0'55'15,"0"0"4"-15,-21 126 34 0,15-99-78 16,6-5-15-16,0-2-37 15,0-8-138-15,4-12-316 16</inkml:trace>
  <inkml:trace contextRef="#ctx0" brushRef="#br0" timeOffset="73667.63">14239 6486 1299 0,'0'0'46'15,"0"0"-41"1,0 0-10-16,0 0-25 16,0 0-82-16,0 0-140 15,18-47-377-15</inkml:trace>
  <inkml:trace contextRef="#ctx0" brushRef="#br0" timeOffset="74087.43">14836 6447 836 0,'0'0'268'16,"0"0"-252"-16,0 0 15 16,-134 6 25-16,99-2-18 15,1 6-15-15,7 9-16 0,3 14-14 0,11 11-3 16,13 6 8-16,0-4-16 15,13-6-6 1,28-11-27-16,9-14 7 16,16-9 28-16,7-6-11 15,2 0 23-15,1-7-57 0,-11-13 28 16,-11-3-92 0,-19 9 125-16,-16 1-3 15,-7 7 10-15,-7 6-2 16,-1 0 33-16,8 0-9 15,3 0-11-15,7 0 26 16,7 0-21-16,3 0-17 16,-1 0-1-16,2 0-10 15,-2 0-17-15,3-7-37 16,-5-1-13-16,-7-8-77 0,-9-4-34 16,-13-4-310-16</inkml:trace>
  <inkml:trace contextRef="#ctx0" brushRef="#br0" timeOffset="74250.16">15290 6392 1183 0,'0'0'52'0,"0"0"-48"16,0 0 1-16,0 0 12 0,0 0-15 15,0 0-4-15,81-42-100 16,-73 16-147-16</inkml:trace>
  <inkml:trace contextRef="#ctx0" brushRef="#br0" timeOffset="74387.78">15321 6220 961 0,'0'0'210'0,"0"0"-199"15,0 0-8-15,0 0 20 0,121-53-22 16,-63 14-1-1,-2-5-92-15,-14 2-528 0</inkml:trace>
  <inkml:trace contextRef="#ctx0" brushRef="#br0" timeOffset="75582.88">13390 10104 377 0,'0'0'81'0,"0"0"-80"16,0 0 41-16,0 0 102 15,0 0-81-15,0 0 47 16,0 0-5-16,47-120-29 0,-14 43-25 15,19-23 10-15,6-20-28 16,4-8-10-16,-2 4-23 16,-6 7-17-16,-14 17-10 15,-7 20-66-15,-15 25-30 16,-11 23-212-16,-7 32-149 16</inkml:trace>
  <inkml:trace contextRef="#ctx0" brushRef="#br0" timeOffset="75867.69">13667 9157 691 0,'0'0'154'0,"0"0"-147"15,0 0 54-15,0 0 50 16,120-17-72-16,-80 15-39 16,-5 0-1-16,-3-1-60 15,-10 3 15-15,-9 0-135 0,-9 0-65 16,-4 0-93-16</inkml:trace>
  <inkml:trace contextRef="#ctx0" brushRef="#br0" timeOffset="76067.87">13865 9012 599 0,'0'0'153'16,"0"0"-138"-16,0 0 61 15,0 0 7-15,0 0-34 16,0 0-12-16,76 30 10 16,-70-15-23-16,-1 3-19 15,-3 3-5-15,-2-10-140 16,0-2-316-16</inkml:trace>
  <inkml:trace contextRef="#ctx0" brushRef="#br0" timeOffset="77280.4">12603 10976 768 0,'0'0'81'0,"-13"108"-61"0,7-55-11 0,-1-11 13 16,0-12 6 0,3-8 22-16,-5-8-5 15,9-6 8-15,-2-8-30 16,-2 0-20-16,-4-14 40 15,-3-28-43-15,3-18-18 16,0-16-9-16,8-13 13 0,0 1-9 16,0 4-5-1,14 12 24-15,7 16-11 16,-2 12 14-16,-1 17-23 0,-3 16 23 16,-8 11-22-16,0 0 10 15,-2 28 13-15,-5 20 11 16,0 12 7-16,-2 1-18 0,-17-5-14 15,-3-15-22 1,0-3 17-16,6-11 19 16,7-12 22-16,5-8 11 15,4-7 11-15,0 0-34 0,0 0-10 16,15 0 0 0,12-9 20-16,0 5 24 0,0 4-40 15,-5 0 3-15,-4 13 4 16,0 9-6-16,-1 9 0 15,-3 2 4-15,-3 1-9 16,1-6-1-16,-8-10-2 16,0-8-32-16,1-6-3 15,-3-4-10-15,0 0 35 16,0 0-6-16,-2 0 18 0,4 0-3 16,-2 0 4-1,-2 0 0-15,3 0 2 16,4-10 0-16,0-17 14 0,3-16 48 15,4-11-43 1,4-5 11-16,-5-3-19 16,7 3 3-16,-4 9-16 15,-1 9 0-15,-1 17 0 16,-5 15-13-16,-1 9 9 0,2 0-31 16,5 7 28-16,10 19 7 15,-1 15 0-15,1 11 0 16,-8 9-2-16,-3 10-15 15,-5 2-27-15,-7-3-38 16,-2-16-260-16,0-21-197 16</inkml:trace>
  <inkml:trace contextRef="#ctx0" brushRef="#br0" timeOffset="77448.39">12936 10801 219 0,'0'0'935'0,"0"0"-935"0,0 0-62 0,0 0-11 0,0 0-5 15,0 0-18-15,106-25-45 16,-63 5-98-16</inkml:trace>
  <inkml:trace contextRef="#ctx0" brushRef="#br0" timeOffset="77617.75">13386 10666 752 0,'0'0'117'15,"0"0"-114"1,0 0 24-16,42 108 15 0,-33-76-28 16,0 2-14-16,-7-4-30 15,-2 0-140-15,-4-5-95 16</inkml:trace>
  <inkml:trace contextRef="#ctx0" brushRef="#br0" timeOffset="77877.88">13264 10993 470 0,'0'0'184'16,"0"0"-107"-16,0 0-8 15,115 0 38-15,-75-17-50 16,2-6-40-16,-2-9 39 0,-5-7-40 15,-10-6-6-15,-13-5-6 16,-12-3 2-16,0 1-1 16,-18 3 2-16,-18 8-14 15,-3 11-5-15,-2 10 1 16,3 13 2-16,7 7 9 16,2 12 14-16,4 16-14 15,14 6-1-15,11-1-28 0,0-9-86 16,21-4-210-16,10-10 80 15</inkml:trace>
  <inkml:trace contextRef="#ctx0" brushRef="#br0" timeOffset="78030.78">13925 10787 448 0,'0'0'212'16,"0"0"-172"-16,-15 135-40 15,3-90 4-15,3-8-10 16,3-10-122-16,2-14-176 16</inkml:trace>
  <inkml:trace contextRef="#ctx0" brushRef="#br0" timeOffset="78180.25">13954 10439 1261 0,'0'0'11'0,"0"0"-11"16,0 0-3-16,0 0-53 15,0 0-119-15,0 0-333 16</inkml:trace>
  <inkml:trace contextRef="#ctx0" brushRef="#br0" timeOffset="78657.83">14380 10578 856 0,'0'0'74'0,"0"0"-63"15,0 0 38-15,0 0-9 16,-117 23-10-16,100 22-26 16,8 8-8-16,9-1-14 15,0 3-14-15,11-7-9 16,18-12 15-16,5-9-17 16,6-12-40-16,1-8 52 15,-2-7 31-15,-6 0-17 16,-1-11-60-16,-5-17 77 0,-8-12 23 15,1-6 0-15,-9-8-8 16,-2 0-4-16,-4 4 2 16,-1 6-5-16,-4 7-4 15,2 8-1-15,5 2 10 16,4 7-10-16,5 6-3 16,6 8 22-16,10 6 32 15,1 0-2-15,2 27-24 0,1 4-21 16,-7 10-3-1,-2 13-8-15,-10 4 1 0,-5 3-71 16,-10-2-174 0,-2-11-116-16</inkml:trace>
  <inkml:trace contextRef="#ctx0" brushRef="#br0" timeOffset="78833.89">14696 10606 1068 0,'0'0'56'0,"0"0"-54"15,0 0-2-15,0 0-18 16,0 0-88-16,0 0-99 0,87 18-150 16</inkml:trace>
  <inkml:trace contextRef="#ctx0" brushRef="#br0" timeOffset="79128.82">15005 10662 575 0,'0'0'0'15,"0"0"-11"-15,43-149 2 0,-25 115 2 16,-5 12-11 0,3 18 13-16,0 4-29 15,1 9 8-15,8 16 25 16,-1 1-114-16,5-2-66 15,2 2 91-15,-4-7 59 0,-5-9 31 16,-6-6 153-16,-7-4 108 16,-1 0-133-16,0-3-28 15,-4-19 16-15,0-7-64 16,-4-6 4-16,0-3-56 16,3-2-3-1,3 4-32-15,0 4-132 0,6 14-65 16,-3 9-142-16</inkml:trace>
  <inkml:trace contextRef="#ctx0" brushRef="#br0" timeOffset="79267.72">15556 10533 242 0,'0'0'204'0,"0"0"-163"15,64 109-41-15,-45-77-5 16,-7 0 1-16,-5-8-20 0,-7-8-147 15</inkml:trace>
  <inkml:trace contextRef="#ctx0" brushRef="#br0" timeOffset="79781.14">15518 10713 726 0,'0'0'124'15,"0"0"-78"-15,0 0 1 16,129-33 61-16,-71-7-43 0,2-10-18 16,-4-7-36-1,-12-2-3-15,-12-3-8 0,-21-3-36 16,-11 6 21 0,-18 11-25-16,-22 19 19 0,-13 18 21 15,-3 11 25-15,0 15-7 16,10 17 24-16,12 2-27 15,14-4-15-15,18 2-7 0,2-1-70 16,8 0-7 0,21-5-84-16,2-4-9 15,10-4 116-15,-1-4 44 16,-2-2 10-16,-3-2-3 0,-6 2-1 16,-2 4 11-1,-7 2 22-15,4 3 21 0,1-3 16 16,10-9-12-16,8-3-14 15,8-6 6-15,9-1 53 16,0-27-41-16,1-3-9 16,-12-10-31-16,-16-10 49 15,-18-5-29-15,-11 0-21 0,-4 1-2 16,-4 14-7 0,-24 19 11-16,-10 15 19 0,-9 7 6 15,-4 25-21 1,2 16-4-16,4 6-24 15,14-4-16-15,9-18-153 16,11-9-624-16</inkml:trace>
  <inkml:trace contextRef="#ctx0" brushRef="#br0" timeOffset="80799">15852 7967 164 0,'0'0'304'0,"0"0"-298"0,0 0 2 0,0 0 66 15,0 0 52-15,0 0-11 16,0 8-27-16,18-33-33 16,20-18-3-16,19-23 27 15,24-22-43-15,19-25 9 16,14-11-35-16,4 1 11 0,-7 11-12 15,-14 22-18 1,-20 26-1-16,-30 28-63 0,-25 25-90 16,-22 11-218-16,-17 33-82 15</inkml:trace>
  <inkml:trace contextRef="#ctx0" brushRef="#br0" timeOffset="81129.88">15930 7838 721 0,'0'0'169'16,"0"0"-146"-16,0 0 14 0,0 0-12 15,0 0 26 1,0 0-38-16,78 69-13 0,-58-58 0 16,-4-2-14-1,-10-5-4-15,-6 0-38 0,0-3-145 16,0-1-160-16</inkml:trace>
  <inkml:trace contextRef="#ctx0" brushRef="#br0" timeOffset="81427.86">15930 7838 839 0,'62'-64'87'0,"-62"64"-87"15,0 4 0 1,0 21 0-16,0 13 46 0,-8 6-39 15,-13 6 8 1,4-4-14-16,-1-2-1 0,5-14 8 16,3-11-8-1,6-12 5-15,4-7 3 0,0 0 30 16,0 0-18-16,0 0-3 16,14-16-6-16,13-4 10 15,2-1-16-15,4 2 12 16,-6 2-17-16,-10 10 0 15,-6 7-1-15,-4 0-32 16,-2 0-2-16,-1 16-19 16,3-5 38-16,-1 0-28 15,6-11-212-15,3 0-170 0</inkml:trace>
  <inkml:trace contextRef="#ctx0" brushRef="#br0" timeOffset="82484.2">16910 6940 569 0,'0'0'120'0,"0"0"-119"0,0 0 68 16,0 142 20-16,0-96-53 0,0-2-8 16,0-3-26-1,0-7 27-15,0-10-24 0,0-10 31 16,0-8 15-1,-10-6 16-15,-2 0-34 0,3-20-12 16,1-18-17-16,8-18-1 16,0-8-6-16,0-7 7 15,22-10-19-15,4 10 1 0,5 4 8 16,10 10-11 0,1 4 7-16,3 12 1 15,-3 12 0-15,-4 20 7 16,-9 9-11-16,-5 5 12 15,-11 28 2-15,-10 8-1 16,-3 6 2-16,-7-4 13 16,-22 0-5-16,-9 1 19 0,-1 0-9 15,-2-6-5-15,3-6 6 16,5-8-20-16,10-10 22 16,10-6-22-16,9-5 4 15,4 0-5-15,0 1-14 16,17 4-1-16,20 6 15 15,0 1 0-15,12 1 8 16,-4 2-11-16,-1-5 17 16,-8 7-22-16,-10 1 11 15,-1-3-6-15,-9-4-4 0,-3 2 6 16,-2-5-3 0,-7-6-8-16,4-1-2 0,-6-4 8 15,0 0-6 1,-2 0 24-16,0 0-18 0,0 0 13 15,0 0-3-15,0-4 4 16,4-4 21-16,1-8-9 16,5-9-19-16,7-11 1 15,3-8 11-15,-1-8-14 16,2-6 2-16,-1-4 2 0,2 4-3 16,0 6-13-1,-1 11-1-15,-4 16 1 0,-3 6-4 16,1 15-22-1,-1 4 36-15,-1 0-45 0,3 33 48 16,3 10 3 0,6 10 11-16,0 7-14 0,-3 5-15 15,-7 0-5-15,-2 8-6 16,-3-7 20-16,-6-6-164 16,-4-8 69-16,0-16-41 15,0-10 49-15,0-16-201 16</inkml:trace>
  <inkml:trace contextRef="#ctx0" brushRef="#br0" timeOffset="82660.81">17512 7131 704 0,'0'0'425'0,"0"0"-425"0,0 0-17 15,0 0 16-15,0 0-9 0,0 0 6 16,127-87-30-16,-83 61-126 16,-12 0-231-16</inkml:trace>
  <inkml:trace contextRef="#ctx0" brushRef="#br0" timeOffset="82827.73">17893 7120 876 0,'0'0'99'15,"13"107"-43"1,1-60-46-16,-3-14 11 0,5-5-21 16,-3-14-23-1,-1-10-29-15,-4-4-59 0,-6 0-129 16,-2-24-113-16</inkml:trace>
  <inkml:trace contextRef="#ctx0" brushRef="#br0" timeOffset="82997.83">17920 6934 1098 0,'0'0'44'16,"0"0"-33"0,69-123 2-16,-34 72 1 0,6-2-14 15,-3 1-32 1,2 6-155-16,-11 8-245 15</inkml:trace>
  <inkml:trace contextRef="#ctx0" brushRef="#br0" timeOffset="83457.8">18437 6703 605 0,'0'0'130'16,"0"0"-129"-16,0 0 32 0,127 8 44 15,-110 10-69 1,-3 10 9-16,-5 7-17 16,-7-2 34-16,4 11 1 15,0 7-14-15,0-10-17 16,3 7-7-16,2-10 10 0,3-7-14 15,3 4 5-15,5 1 1 16,5 0-51-16,2-4-12 16,-4 0 52-16,-4-7 7 15,-2-7 3-15,-3-5-12 16,-5-11-49-16,-5-2-122 16,-4 0-1-16,-2-16-60 0</inkml:trace>
  <inkml:trace contextRef="#ctx0" brushRef="#br0" timeOffset="83678.9">18477 7136 888 0,'0'0'82'0,"0"0"-56"16,0 0 110-16,125-27-38 0,-69-5-49 15,-3 2-47 1,-2-1-4-16,-8 7-49 16,-14 10-71-16,-18 8-299 15</inkml:trace>
  <inkml:trace contextRef="#ctx0" brushRef="#br0" timeOffset="86543.63">13780 15927 365 0,'0'0'114'0,"0"0"-78"0,0 0-28 16,0 0-7-16,0 0 38 15,118 81 52-15,-100-96-45 16,-7-6-9-16,-5-15 83 16,4-19-48-16,-6-27-41 15,3-32-24-15,-3-31-6 16,0-25 9-16,-1-27-10 0,-3-8 0 16,0 3 8-1,0 6 35-15,-7 22 21 16,3 17 5-16,-5 23-55 15,-5 31 2-15,1 25-15 16,3 20 1-16,0 10 1 16,6 10-6-16,4-1 1 0,10 6-3 15,29-7 5 1,21-2 0-16,26 3-5 0,30 1 13 16,27 3-4-1,26-4-2-15,16 5-4 0,2-2-6 16,-10 6-16-16,-26 7-13 15,-30 12-30-15,-28 7-15 0,-22 4-164 16,-26 0 27 0,-25 0-132-16</inkml:trace>
  <inkml:trace contextRef="#ctx0" brushRef="#br0" timeOffset="89507.6">14620 15123 201 0,'0'0'75'0,"0"0"15"0,134 36-30 15,-76-36-2-15,0-5-12 0,-10-30-19 16,-7-19 68 0,-8-22 62-16,-8-22-49 0,-3-27-91 15,-11-2-1 1,-8-4-12-16,-3 14 7 15,-23 29-10-15,-26 26 7 0,-16 37 29 16,-15 25 5 0,-4 9 6-16,3 45-46 0,16 13-1 15,23 13 9-15,18 10-11 16,22-4 4-16,2-4-6 16,20-14 1-16,26-13-8 15,17-21 6-15,13-14 2 16,11-20-7-16,3-9 6 15,0-28 2-15,-12-7 2 16,-18 3-2-16,-24 19-2 16,-18 10 3-16,-9 12-3 15,-9 16 10-15,0 29 22 16,0 9-9-16,0 3-2 0,6-7-12 16,27-2-11-16,13-10 5 15,8-26-8 1,7-12-16-16,6 0-63 0,-4-25-101 15,-11-4-327-15</inkml:trace>
  <inkml:trace contextRef="#ctx0" brushRef="#br0" timeOffset="90789.09">13085 14052 154 0,'0'0'284'0,"0"0"-250"0,0 0 3 0,0 0 10 0,0 0 2 16,0 0-19-1,-9 9 33-15,9-9 17 0,0 0 36 16,-2 0-60-1,-1 0 7-15,-1 0-21 0,2-13-39 16,2-11 11-16,0-7-3 0,0-8-6 16,0-5-1-1,16 4 20-15,1 3-18 16,3 0-4-16,-1 7-2 16,-6 4-4-16,2 12-1 15,-4 4-11-15,-2 10 0 16,0 0-44-16,2 10 35 15,5 13 20-15,-3 14 5 0,-4 10 0 16,-9 14 0-16,0 7 3 16,-4 4 8-16,-21 3-11 15,-4-7 12 1,-2-2-15-16,2-7 12 16,4-18-9-16,10-15 1 15,9-13-1-15,6-13-9 0,0 0-14 16,2-3-7-16,22-11 30 15,8 4-5-15,5 2 11 16,3 8 11-16,0 0 3 16,7 8 45-16,-7 6-65 15,-2-1 3-15,-7-8 1 16,-4-5 0-16,-9 0 12 16,-5 0-4-16,-6 0-15 15,-5 0 8-15,-2-5-10 16,0-4-13-16,0-9-9 0,0 4 26 15,0-6-53-15,0-4-52 16,0-7-144-16,0-2-144 16</inkml:trace>
  <inkml:trace contextRef="#ctx0" brushRef="#br0" timeOffset="91571.05">12980 13772 266 0,'0'0'258'0,"0"0"-191"0,0 0 11 16,-120 22 2-16,96 0-23 0,5 3-5 15,6 4-11 1,0 11-20-16,6 0-19 16,3 12 21-16,2 7-3 15,2 7 23-15,0 8-40 16,2 6 25-16,25 12-26 16,10-1-1-16,13-8-1 15,14-14-24-15,9-23-16 16,10-14 21-16,2-18 7 0,-3-14 2 15,-4 0 8-15,-7-25-5 16,-8-22 7-16,-10-19 0 16,-9-20 12-16,-5-25-2 15,-8-15 30-15,-7-10 5 16,-12 3 8-16,-12 11-7 16,0 13-33-16,-36 15-4 0,-15 14-5 15,-16 16 5 1,-11 24-9-16,-2 30 0 0,-3 10 11 15,5 46-5-15,5 28 2 16,12 16 1-16,22 9-18 16,20 3-2-16,19-8-70 15,14-11-169-15,26-9-416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05T22:10:56.2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1902 4642 53 0,'0'0'344'0,"0"0"-332"0,0 0 4 0,0 0 16 0,0 0 0 16,0 0 22-16,0 0 36 15,0 0-22-15,-6 0 41 16,6 0-31-16,0 0-34 16,0 0-22-16,0 0-8 15,0 0-4-15,0 0-10 16,0 0 33-16,0 0 12 15,0 0 19-15,0 0-42 16,0 0 15-16,0 0-27 16,0 0-4-16,0-6-6 15,0-13-13-15,0-6 1 16,6-6 12-16,10-2-6 0,0-2 20 16,-1 3-32-16,1 3 18 15,-1 8-1-15,-1 8-52 16,-3 8-18-16,-3 5 4 15,2 2 3-15,-6 31 64 16,1 11 2-16,-5 6 38 0,0 1-37 16,0-2 2-1,-11-5 0-15,-12 0-2 16,-6-3 11-16,2-8-7 16,0-8 52-16,8-10-13 15,5-5 2-15,8-8-38 16,6-2 9-16,0 0-19 15,0 0-13-15,0 0-7 0,0 0 5 16,13 9 11 0,9 5 4-16,7-2 52 0,0-2-43 15,9-6 0-15,-1-4-2 16,4-12-14-16,-1-13-2 16,-4-5-33-16,-5 0-80 15,-11 1-169-15,-9 8-68 16</inkml:trace>
  <inkml:trace contextRef="#ctx0" brushRef="#br0" timeOffset="2145.67">14288 5065 298 0,'0'0'183'0,"0"0"-163"0,0 0-19 0,0 0 79 16,0 0-27-16,0 0-5 0,-11 0-38 16,11 0 0-16,0 0-5 15,0 0 84-15,0 0 7 16,0 0-34-16,-5 0 10 15,5 0-22-15,0 0-3 16,0 0-35-16,0 0 27 16,0 0-36-16,29 0-3 15,39 0 9-15,36 0 31 16,32-4-33-16,23-9-7 16,1 1 6-16,-16 7 4 0,-21 5-20 15,-25 0-57 1,-20 0-39-16,-22 3-111 0,-32-3-333 15</inkml:trace>
  <inkml:trace contextRef="#ctx0" brushRef="#br0" timeOffset="3207.56">15830 3337 446 0,'0'0'85'0,"0"0"-18"0,0 0 35 15,0 0 95-15,0 0-129 16,0 0 33-16,-40 1-47 16,40-1-19-16,0 0-5 15,0 0-25-15,0-4 14 16,13-14-5-16,16 0-26 0,4-2 24 15,5 11-24-15,-7 9 12 16,-6 0-8-16,-9 22-15 16,-12 15-3-16,-4 16 20 15,-10 9 6 1,-25 6-17-16,-5 6 24 16,3 0-14-16,6-4 10 0,10-11-10 15,17-18 7-15,4-7-12 16,4-19 12-16,23 1 0 15,11-1 13-15,7-8-8 16,3-7 22-16,0 0-25 16,0 0-2-16,-3-2-2 15,-9-8-31-15,-7 6-63 16,-11 2-247-16</inkml:trace>
  <inkml:trace contextRef="#ctx0" brushRef="#br0" timeOffset="3631.05">16588 4736 878 0,'0'0'132'0,"0"0"-130"0,0 0 45 0,169 12 27 16,-105-12-36-16,-4 0-37 0,-17 0-2 15,-9 0-107 1,-17 0-31-16,-11 0-224 15</inkml:trace>
  <inkml:trace contextRef="#ctx0" brushRef="#br0" timeOffset="3825.54">16561 4479 1162 0,'0'0'43'16,"0"0"-43"-16,0 0-5 16,113 3-1-16,-28-7 6 0,15-18-88 15,1-6-281-15</inkml:trace>
  <inkml:trace contextRef="#ctx0" brushRef="#br0" timeOffset="4355.6">17922 3777 642 0,'0'0'153'0,"-127"161"-148"16,53-71 4-16,5-5 61 15,16-7 0-15,15-14-15 0,15-10-51 16,17-12 11-16,6-8-7 16,0-8-8-1,20-2 10-15,16-3-7 0,9-4-3 16,5-2 6-16,2-4-7 15,-8-3 2-15,-8-1 11 16,-9-4 0-16,-9 2-20 0,-10-4 8 16,-3-1-28-1,-3 0-76-15,5 0-5 16,-5 0 41-16,5 0-27 16,4-17 23-16,-2-10-82 0,2-4-265 0</inkml:trace>
  <inkml:trace contextRef="#ctx0" brushRef="#br0" timeOffset="4497.46">17989 4426 944 0,'0'0'189'15,"-65"160"-131"-15,36-74-53 16,5 1 25-16,6-8-30 16,7-3-71-16,2-4 68 15,-2-7-162-15,-9 1-238 16</inkml:trace>
  <inkml:trace contextRef="#ctx0" brushRef="#br0" timeOffset="6495.56">4772 5145 242 0,'0'0'78'0,"0"0"-18"0,0 0-54 0,0 0-6 0,0 0-10 16,0 0 7-16,-16-80 3 16,16 80 36-16,0 0 40 15,-2 0-51-15,-2 0-25 16,-3 0-58-16,1 10-24 15,3 0 51-15,3-4 31 16,-4-2 2-16,4-4 6 0,0 0 59 16,0 0-7-16,0 0 21 15,0 0-32-15,0 0 17 16,0 0-40-16,0 0 25 16,0 0-19-16,0 0 0 15,0 0-4 1,0 0-18-16,0 4 35 0,0-4-9 15,0 0 16-15,0 0-19 16,0 0 14-16,0 0-26 16,0 0 11-16,0-4-18 0,0-13 0 15,4-10-14 1,18-7 4-16,5-2-22 0,8-3 10 16,4 7 7-1,3 7-49-15,0 4 32 0,-1 10-35 16,-4 11 21-16,-10 0-7 15,-6 29-17-15,-17 21 54 16,-4 19 4-16,-25 8 23 16,-22 12-9-16,-11 4-3 15,-7-1-9-15,1 0 11 16,2-18-13-16,15-19 17 16,14-25 25-16,12-15 2 15,19-15 8-15,2 0-52 16,0 0-4-16,23 0-34 0,17 0 36 15,20 0 7-15,7 0 11 16,1 0-18-16,-7-5 11 16,-1 5-16-16,-6 0 22 15,-8 0-34 1,1 0 17-16,-5 0-31 0,-5 0-20 16,-9-7-42-1,-6 4-104-15,-6-8-105 0</inkml:trace>
  <inkml:trace contextRef="#ctx0" brushRef="#br0" timeOffset="10075.39">22338 4173 544 0,'0'0'115'0,"0"0"-10"0,0 0 17 0,0 0-46 15,0 0 7-15,0 0-37 16,0 0 16-16,-29-75-27 16,29 50 23-16,27-11-41 15,8-11-3-15,12-7-12 16,16 2-4-16,-1 10 2 0,0 10-10 15,-10 20 7-15,-10 12-26 16,-17 22 9-16,-21 36-39 16,-4 23 55-16,-49 19-17 15,-25 16-7-15,-15 5-31 16,-2 2 18-16,11-10 39 16,13-19 4-16,25-24 5 15,23-28-2-15,19-14 13 16,16-22-13-16,43-6 25 15,14-11-19-15,16-18 17 16,2-5-23-16,-12 6 3 0,-19 6-16 16,-25 10 3-1,-17 10-58-15,-18 2-142 0,0 0-175 16</inkml:trace>
  <inkml:trace contextRef="#ctx0" brushRef="#br0" timeOffset="10455.42">23601 3990 941 0,'0'0'160'0,"0"0"-160"0,0 0 12 15,0 0 47-15,-62 161-58 16,11-85 12-16,-7 6-6 15,2-5-14-15,5-4 7 0,9-12-19 16,6-11-16-16,7-16-27 16,0-15 2-16,2-16-18 15,7-3-43-15,0-26-173 16</inkml:trace>
  <inkml:trace contextRef="#ctx0" brushRef="#br0" timeOffset="10625.55">23123 4201 1041 0,'0'0'200'16,"0"0"-200"-16,0 0-15 15,0 0 12-15,0 0 6 16,124 120-6-16,-68-88 0 16,9 4-32-16,1-2-107 15,-5-1-237-15</inkml:trace>
  <inkml:trace contextRef="#ctx0" brushRef="#br0" timeOffset="11139.95">24052 3786 679 0,'0'0'161'15,"0"0"-138"-15,131-79-9 0,-78 67 64 16,-6 12-44 0,-6 0-7-16,-8 26-19 0,-16 15-1 15,-7 11 4 1,-10 12-4-16,-10 6 11 16,-18 2-7-16,1-4 13 15,5-3 1-15,13-7-3 0,7-8-16 16,2-6-3-16,2-7 9 15,25-8-4-15,15-5 26 16,12-3-32-16,10-8 30 0,5-3 0 16,-7-1-12-1,-8-1-15-15,-18-3-10 16,-7 1-9-16,-10-3-46 16,6-3 12-16,2 0-85 15,2-9-225-15</inkml:trace>
  <inkml:trace contextRef="#ctx0" brushRef="#br0" timeOffset="11391.58">25157 4371 922 0,'0'0'92'0,"0"0"-83"0,118 0-3 16,-65 0 23-16,1-4-21 0,-7-8-16 15,-10-1-19-15,-10-1-127 16,-20-7-298-16</inkml:trace>
  <inkml:trace contextRef="#ctx0" brushRef="#br0" timeOffset="11570.3">25074 4145 1115 0,'0'0'82'0,"0"0"-74"0,0 0-4 15,0 0 16-15,118-8-20 16,-33-19-7-16,15-2-31 16,-8-6-171-16,-14 3-338 15</inkml:trace>
  <inkml:trace contextRef="#ctx0" brushRef="#br0" timeOffset="12037.88">26235 3465 793 0,'0'0'274'16,"0"0"-212"-1,0 0-5-15,0 0 45 0,0 0-52 16,-83 131-47 0,39-72 20-16,3-5-17 15,6-7-5-15,10-7 4 16,10-10-10-16,15-6-12 15,0-7 1-15,0 4-34 16,21-5 5-16,10-4 26 16,9-2 2-16,-1-4 0 0,9 4 30 15,-6 1-25 1,-5 0 12-16,-6 3-1 0,-10 0-13 16,1-2 1-16,-7 0 0 15,-1-4-34-15,-7-2 7 16,-1-6 13-16,-6 0-3 15,2 0-68-15,3-7-124 16,-3-18 12-16,3-9-210 16</inkml:trace>
  <inkml:trace contextRef="#ctx0" brushRef="#br0" timeOffset="12185.35">26391 3894 537 0,'0'0'447'15,"0"134"-329"1,0-49-86-16,2-6 9 0,0 4-32 15,-2-7-18 1,0-1 9-16,0-3-44 0,0-9-113 16,0-7-253-16</inkml:trace>
  <inkml:trace contextRef="#ctx0" brushRef="#br0" timeOffset="13255.47">21168 6436 655 0,'0'0'341'0,"0"0"-286"0,0 0-14 16,125-51 75-16,-65 33-30 15,4 1-63-15,2 3 9 16,-9 6-26-16,3 0-12 0,-10 2-26 16,1 6-22-1,-7-5-64-15,-10 0-79 16,-7-5-257-16</inkml:trace>
  <inkml:trace contextRef="#ctx0" brushRef="#br0" timeOffset="13870.88">22240 5781 746 0,'0'0'57'0,"0"0"-21"0,0 0 78 0,0 0-83 15,0 0 12-15,0 0-17 16,93-83 10-16,-50 82-32 16,-9 1-8-16,-13 3-15 15,-15 32-40-15,-6 19 25 16,-25 18 6-16,-20 12-42 16,-8 0-50-16,-3 1 107 15,7-11 13-15,5-9 9 16,15-9 25-16,13-21 12 0,16-11-45 15,13-10 13-15,29-7 33 16,16-7 4-16,9 0-1 16,2 0-40-16,-5 0 11 15,-8-11-10 1,-18 5-22-16,-15 1-7 16,-5 5-29-16,-10 0-63 0,-1 0-158 15,-5 0-14-15</inkml:trace>
  <inkml:trace contextRef="#ctx0" brushRef="#br0" timeOffset="14595.46">21230 5509 509 0,'0'0'39'0,"0"0"10"0,0 0 26 0,0 0 97 0,0 0-87 16,-133 13-24-16,102 39-3 15,-2 21-5-15,1 15-24 16,1 11-23 0,4 3 20-16,9 5-15 15,12 0-19-15,6-7 13 16,0-3-10-16,33-12-23 0,19-12-51 16,12-21-133-16,7-23-258 15</inkml:trace>
  <inkml:trace contextRef="#ctx0" brushRef="#br0" timeOffset="15070.91">22875 5167 766 0,'0'0'173'0,"0"0"-80"0,152 125-71 0,-94-58 35 0,-5 14-44 15,-13 9 0 1,-20 16-12-16,-20 9-2 0,-11 1-84 16,-31-2-49-1,-12-11-268-15</inkml:trace>
  <inkml:trace contextRef="#ctx0" brushRef="#br0" timeOffset="15572.2">23684 5905 876 0,'0'0'89'0,"122"-90"-89"0,-64 48 7 0,-9 4-19 15,-8 6 24-15,-8 4-27 16,-6 0 6-16,-8 8-64 0,-9-1-154 16,-10 1 98-1,0 0-390-15</inkml:trace>
  <inkml:trace contextRef="#ctx0" brushRef="#br0" timeOffset="15721.78">23815 5604 939 0,'0'0'114'0,"0"0"-56"0,0 147-33 16,18-93 45-1,5 2-67-15,8 2 7 0,7-2-10 16,6-6-52-16,1-9-259 16,-5-17-341-16</inkml:trace>
  <inkml:trace contextRef="#ctx0" brushRef="#br0" timeOffset="16101.43">24631 5857 525 0,'0'0'505'16,"0"0"-495"-16,169 2 10 15,-111-2-20-15,-9 0-77 16,-2-10-257-16,4-10-185 16</inkml:trace>
  <inkml:trace contextRef="#ctx0" brushRef="#br0" timeOffset="16702.56">25248 5494 544 0,'0'0'423'0,"0"0"-392"0,0 0 30 0,0 0 18 0,0 0 2 15,118-60-58-15,-65 49-1 16,-3 11-21-16,-6 0-2 16,-10 19-1-16,-6 13-19 15,-16 12 5-15,-12 12-31 16,-27 12 42-16,-33 15-45 16,-7-1 23-16,3-4 7 15,18-18 12-15,22-16 7 16,22-11-2-16,2-16-7 0,26-6 10 15,22-11 12-15,5 0-9 16,7 0 1-16,5-12 6 16,-5 2-20-16,-7-1-46 15,-12 11-257-15,-20-3 133 16,-7-1-240-16</inkml:trace>
  <inkml:trace contextRef="#ctx0" brushRef="#br0" timeOffset="17102.07">24216 6297 472 0,'0'0'512'0,"0"0"-465"0,-89-165-6 0,67 83 12 15,18-11-18 1,4 5-29-16,19 4-1 16,35 8 2-16,17 3 7 15,23 7-13-15,3 10-1 0,-2 8-32 16,-15 20-185 0,-24 13-333-16</inkml:trace>
  <inkml:trace contextRef="#ctx0" brushRef="#br0" timeOffset="17435.68">26030 5588 713 0,'0'0'225'0,"98"147"-218"15,-74-57 2 1,-24 4 39-16,-2 4-25 0,-40 2-23 16,-14-8-39-16,-4-17-375 15</inkml:trace>
  <inkml:trace contextRef="#ctx0" brushRef="#br0" timeOffset="17795.43">26480 6010 945 0,'0'0'0'0,"0"0"-25"0,125-22-172 0,-100 18-14 15</inkml:trace>
  <inkml:trace contextRef="#ctx0" brushRef="#br0" timeOffset="17984.18">26480 5741 1060 0,'0'0'8'0,"0"0"8"0,192-26-7 16,-94 9-9-16,-1-2-39 16,0 3-48-16,-15-2-205 15</inkml:trace>
  <inkml:trace contextRef="#ctx0" brushRef="#br0" timeOffset="18465.68">27498 5234 600 0,'0'0'86'0,"0"0"-42"16,-93 130 106-16,57-85-42 15,5-4-45 1,4-9-3-16,9-5-41 0,5-6 0 16,5-1-17-16,2-4 0 15,6-1-2-15,0-4 19 16,2 0-24-16,23 0 16 15,4 2-13-15,4-1 7 16,5-1-10-16,5 3-9 16,-1-7-2-16,-6 1-39 0,-5-5-61 15,-9 6 58 1,-3-5-133-16,-9-2-36 0,-1 1-99 16</inkml:trace>
  <inkml:trace contextRef="#ctx0" brushRef="#br0" timeOffset="18648.22">27721 5632 875 0,'0'0'103'16,"-52"121"-43"-16,29-46-59 15,-6-10 120-15,-2 5-116 16,-3-5-5-16,3-7-65 0,4-10-78 15,5-18-409 1</inkml:trace>
  <inkml:trace contextRef="#ctx0" brushRef="#br0" timeOffset="22014.28">6098 5482 304 0,'0'0'386'0,"0"0"-299"0,0 0 21 0,0 0-52 0,0 0 15 16,0 0-69-16,0 0 38 16,-63 91-39-16,72-58 27 15,16 3-25-15,2-7 13 16,2-2 5-16,6-7-18 16,-2-7 1-16,-1-10 9 15,5-3-12-15,-3-25 13 16,0-25-3-16,-10-14-6 15,-13-9 3-15,-11 4-8 16,0 8 0-16,-18 21-2 0,-15 16 5 16,-11 16 26-1,-6 8-10-15,-8 20 0 0,4 22-5 16,15 8-13-16,18 2-1 16,21-6-22-16,0-8-32 15,21-3-39-15,14-7-60 16,-1-9-222-16</inkml:trace>
  <inkml:trace contextRef="#ctx0" brushRef="#br0" timeOffset="22315.96">6505 5541 860 0,'0'0'5'16,"0"0"-5"-16,74 141-76 16,-21-96-42-16,5-11 27 0,9-10-85 15,-5-17 176 1,-2-7 6-16,-6-3 12 0,-9-33-8 16,-9-6-2-1,-15-12 17-15,-11-8-2 0,-10 1-23 16,0 5-42-1,-7 10 42-15,-9 17 19 0,6 10 52 16,-4 11-43-16,7 4-28 16,1 2-305-16</inkml:trace>
  <inkml:trace contextRef="#ctx0" brushRef="#br0" timeOffset="23280.19">7837 5671 236 0,'0'0'301'0,"0"0"-279"0,0 0 4 0,0 0 27 0,0 0 101 16,0 0-18-1,-8-65-60-15,32 54 38 16,8-3-38-16,7 1 24 16,7 1-64-16,0 3-9 15,10 4-27-15,0 1-2 16,6 4-43-16,2 0-50 0,1-2-82 15,-11-8-369 1</inkml:trace>
  <inkml:trace contextRef="#ctx0" brushRef="#br0" timeOffset="25610.88">9090 5282 422 0,'0'0'233'0,"0"0"-107"16,0 0-33-16,0 0 21 15,0 0-43-15,0 0-18 16,-4 0-48-16,4 0-2 0,0 0-3 16,0 0 6-16,0 0 12 15,0 0 10-15,0 0 37 16,-3-6-44-16,3-10-9 16,0-1-10-16,0-3-4 15,0 3-3-15,9 2-3 16,9 10 1-16,-7 5-24 0,-5 5 25 15,-3 39-18-15,-3 27 11 16,-9 15 11 0,-22 12-1-16,-7-6-10 0,5-11-9 15,4-17-16 1,4-12-18-16,10-16 34 0,5-15 22 16,6-10-14-16,4-9-17 15,0-2-27 1,21 0 29-16,8 6 29 0,10-4 11 15,11 2-5-15,2 4 12 16,2-2-15-16,2-6 58 0,-4 0-44 16,-8 0 20-1,-2 0-36-15,-1-8-1 16,-8-2-29-16,-6 0-48 16,-3 8-140-16,-13 2-115 0</inkml:trace>
  <inkml:trace contextRef="#ctx0" brushRef="#br0" timeOffset="26239.59">8894 5404 118 0,'0'0'158'0,"0"0"-82"0,0 0-9 16,0 0-41-16,0 0 7 16,0 0 10-16,0-8-16 15,0 8 14-15,0 0 25 16,0 0 61-16,0 0-57 0,0-4 1 15,2-8-70 1,9-16 31-16,9-4-29 16,3-4 31-16,3 0-31 15,3-1 11-15,-7 11-5 0,-1 10-1 16,-8 10-16-16,1 6-40 16,-12 3-92-1,-2 16-196-15</inkml:trace>
  <inkml:trace contextRef="#ctx0" brushRef="#br0" timeOffset="30955.68">14163 9382 400 0,'0'0'139'0,"0"0"-2"0,0 0-68 16,0 0 18-16,0 0-31 16,0 0 12-16,0 0 5 15,0 0-15-15,-39 12-14 16,39-10-16-16,0 2 5 16,6 4-24-16,27 5 24 15,21 1-30-15,24-5 47 0,19-7-27 16,20-2 9-16,16 0-14 15,3 0-3-15,-7 0-12 16,-19 0 9-16,-24 0-24 16,-23 0 12-16,-23 0-16 15,-15 0-23-15,-14 0 10 0,-11 0-12 16,0 0 11 0,0 0 13-16,-7 0 17 15,-13 0 0-15,-5 0 5 16,4 0-10-16,2 0 13 15,5 0-16-15,12 0 2 0,2 0 0 16,0-8-64 0,0-8-119-16,12 4-91 0,-8 2 109 15,-4 6-245 1</inkml:trace>
  <inkml:trace contextRef="#ctx0" brushRef="#br0" timeOffset="33087.4">15689 7382 252 0,'0'0'99'0,"0"0"-90"0,0 0-4 0,0 0 58 16,0 0-13-16,0 0-44 16,0 3 18-16,0-3 15 15,0 0 48-15,0 0 39 16,0 0 9-16,0 0-60 16,0 0-12-16,0 0-17 15,0 0-33-15,0 0 18 16,8-13-27-16,5 0 3 15,3 3 4-15,-1 2-13 0,1 8 2 16,-1 0-5 0,7 0-2-16,-4 0-21 0,2 14 21 15,-9 12-3-15,-8 4-7 16,-3 11 34 0,-3 0-19-16,-17 1 6 0,-2-3 6 15,1-9-9-15,6-8 7 16,7-8 1-16,2-8-7 15,6-2-2-15,0-4 6 16,0 0-16-16,21 0 2 16,8 0-5-16,0 0-2 15,-2 0 11-15,-3 2 1 16,-6 7 2-16,-2 10-2 0,-3 4 6 16,-7 4-8-1,-6 4 16-15,0 7-14 0,-6-3 12 16,-28 3 18-16,-3-6 4 15,-10-8-27-15,-6-9 7 16,-7-11 0-16,-5-4 9 16,5 0-16-16,19-4-8 15,22-17-21-15,11 2-10 16,8 1-140-16,0 7-496 16</inkml:trace>
  <inkml:trace contextRef="#ctx0" brushRef="#br0" timeOffset="34120.89">16285 9018 711 0,'0'0'229'0,"0"0"-182"0,0 0-14 0,0 0 49 16,0 0-69-16,0 0 53 16,131-26-62-16,-96 26 8 15,3 0-12-15,-5 0 0 16,-6 0-12-16,2-4-43 16,-6-1-4-16,-7-7-92 0,-16-2-144 15,0-4-176 1</inkml:trace>
  <inkml:trace contextRef="#ctx0" brushRef="#br0" timeOffset="34319.68">16337 8618 1095 0,'0'0'47'15,"0"0"-40"-15,143 6 59 0,-74-6-51 16,5 0-15 0,-13 0-74-16,-19 0-136 15,-26 0-443-15</inkml:trace>
  <inkml:trace contextRef="#ctx0" brushRef="#br0" timeOffset="34869.11">17403 8771 499 0,'0'0'595'0,"0"0"-540"0,135 0-2 0,-54 0 45 0,4 0-62 16,4 0-36 0,0 5-49-16,-9 7-10 0,-8 3-39 15,-17-1-246 1</inkml:trace>
  <inkml:trace contextRef="#ctx0" brushRef="#br0" timeOffset="35469.75">18375 9093 788 0,'0'0'58'15,"100"-125"-46"-15,-21 36 44 16,13-15 41-16,-7-4-50 16,-13-1 32-16,-24 8-46 15,-25 10-11-15,-19 4-22 16,-4 9-13-16,-33 13-13 16,-19 20 13-16,-10 25 3 15,-7 20 20-15,-4 4 4 16,5 36 2-16,15 6 30 0,18 11-18 15,21-6 8 1,14-2-23-16,2 1-13 0,38-2 2 16,9 6 13-16,11 4-30 15,5 10-14-15,6 7 6 16,-1 7-32-16,-8-3 34 16,-13 2-29-16,-14-9 11 15,-23-1-14-15,-12-11 38 16,-21-4 10-16,-30-12 10 15,-12-14 153-15,-3-14-90 0,1-8-7 16,1-8-28 0,10 0 18-16,8-8-26 0,12-24-25 15,18-18-19-15,12-11-88 16,4-7-47-16,0 6-789 16</inkml:trace>
  <inkml:trace contextRef="#ctx0" brushRef="#br0" timeOffset="40166.35">21282 9892 355 0,'0'0'176'0,"0"0"-71"15,0 0-16-15,0 0 51 16,0 0-83-16,0 0 2 16,0 0-23-16,-42-36 15 15,42 36-11-15,0 0-2 16,4 0-8-16,38 0-27 16,29 1 33-16,26 1 9 0,16-2 18 15,12 0-58 1,2 0 30-16,-5-2-35 0,-4-1-7 15,-15-4-78-15,-23 2-38 16,-26-1-121-16,-25 6-418 16</inkml:trace>
  <inkml:trace contextRef="#ctx0" brushRef="#br0" timeOffset="40896.17">22855 9771 951 0,'0'0'73'0,"0"0"-49"15,110-142-13-15,-50 87 101 16,9 0-43-16,-5 8-57 16,-2 7-8-16,-14 8 11 15,-8 6-30-15,-14 6-39 16,-17 3-22-16,-9 4-114 15,-9 5-320-15</inkml:trace>
  <inkml:trace contextRef="#ctx0" brushRef="#br0" timeOffset="41065.43">23100 9372 826 0,'0'0'236'16,"0"0"-129"-1,73 147-81-15,-42-99 55 0,1 0-77 16,4-1-4-16,0-12-67 16,-7-3-57-16,-5-8-277 15</inkml:trace>
  <inkml:trace contextRef="#ctx0" brushRef="#br0" timeOffset="41481.17">24401 9899 1053 0,'0'0'106'0,"166"13"-36"15,-77-12-39-15,-5 2 55 16,1 3-54-16,-5-6-32 16,0 0-31-16,-6 0-15 15,-7 0 14-15,-9 0-82 16,-8 0-53-16,-11 0-286 16</inkml:trace>
  <inkml:trace contextRef="#ctx0" brushRef="#br0" timeOffset="42099.37">25901 9705 1052 0,'0'0'49'0,"0"0"-18"0,141-124 31 0,-97 86 30 0,-2 3-75 15,3 3-11 1,-1 2-6-16,3 2-21 0,-1 3 19 16,-3 4-53-16,-14 7 8 15,-9 6-41-15,-14 7-26 16,-6 1-141-16,0 0-221 16</inkml:trace>
  <inkml:trace contextRef="#ctx0" brushRef="#br0" timeOffset="42312.08">26059 9403 964 0,'0'0'206'0,"0"0"-140"0,6 132-15 16,13-86 67-16,7-2-68 15,8 0-45-15,3 0-10 16,3-6-80-16,-1-8-61 0,-12-10-237 16</inkml:trace>
  <inkml:trace contextRef="#ctx0" brushRef="#br0" timeOffset="43059.48">26906 9988 826 0,'0'0'267'16,"0"0"-213"-16,0 0 26 0,175-29 89 0,-92 10-99 16,13 1-20-1,4 2-42-15,3 4 48 0,-10 1-53 16,-13 10-6-16,-15 1-4 15,-16 0-49-15,-13 0 9 16,-12 12-77-16,-13 1 14 16,-11 2-115-16,0-3-380 15</inkml:trace>
  <inkml:trace contextRef="#ctx0" brushRef="#br0" timeOffset="44225.53">29011 9693 461 0,'0'0'172'0,"0"0"-100"0,0 0-15 0,0 0 100 15,0 0-64-15,0 0-20 16,98-11 10-16,-31 11-16 15,0 0-8-15,2 0-24 16,-6 0-9-16,-15 9-14 16,-15-5-24-16,-4-2-27 15,-13 4 7-15,-9-2-42 16,-7-4-42-16,0 0-106 0,-23 0-240 16</inkml:trace>
  <inkml:trace contextRef="#ctx0" brushRef="#br0" timeOffset="44425.49">28978 9525 994 0,'0'0'172'0,"0"0"-168"15,0 0 8-15,0 0 66 16,183 0 86-16,-88 0-84 15,-3 0-46-15,-3 0-34 0,-18 0-39 16,-9 0-90 0,-19 0-43-16,-26 1-374 0</inkml:trace>
  <inkml:trace contextRef="#ctx0" brushRef="#br0" timeOffset="46225.75">30379 9593 400 0,'0'0'229'0,"0"0"-181"0,0 0 60 0,0 0 27 16,0 0-91-16,0 0-43 16,0-5 61-16,0 5 7 0,5 0 2 15,4 0-58 1,11 0 38-16,11-1-15 0,11-5 15 15,8-1-31 1,9-2 18-16,3-1-25 0,6-1-5 16,3 8-11-16,-13-1 3 15,-12 4-26-15,-12 0-70 16,-25 0-3-16,-9 0-159 16,-14 0-424-16</inkml:trace>
  <inkml:trace contextRef="#ctx0" brushRef="#br0" timeOffset="46943.71">31494 10084 596 0,'0'0'39'0,"0"0"-33"0,113-112 98 16,-62 64 25-16,3 0-124 15,-4-4 57-15,-2-1 11 16,-15 0 28-16,-10-8-62 16,-15 1-5-16,-8-2-34 0,0 2-9 15,-22 7 4 1,-9 12-16-16,-7 10 15 0,2 18 12 16,-3 8-7-16,4 5 13 15,14 0-2-15,0 17 5 16,11 10 2-16,0 5-4 15,10 4-8-15,0 5 14 16,14 3-6-16,15 9-26 16,15 6 12-16,1 5-3 15,1 2-24-15,-1-1 23 16,-9-7-16-16,-11-8-11 16,-17-8 13-16,-8-14 14 0,-14-2-7 15,-28-6 24 1,-13-6 8-16,-8 0 8 15,-1-6 4-15,6-8-28 0,9 0 43 16,14 0-21 0,6 0-19-16,2-12-14 0,2-4-66 0,-6 2-147 15</inkml:trace>
  <inkml:trace contextRef="#ctx0" brushRef="#br0" timeOffset="49040.17">20561 9222 238 0,'0'0'254'0,"0"0"-132"0,0 0 13 0,0 0 16 0,0 0-113 0,0 0 16 16,0 0-29-16,0 0 47 16,12-4-44-16,-1-1 18 15,12 2-19-15,8-3 11 16,14 6 6-16,10-4-8 16,7 3 9-16,4-2-44 15,-4-1 7-15,-3 0-4 16,-7-4-8-16,-14 6-53 15,-7-4-14-15,-19 3-72 16,-12 2-369-16</inkml:trace>
  <inkml:trace contextRef="#ctx0" brushRef="#br0" timeOffset="50085.83">24039 9306 542 0,'0'0'219'0,"0"0"-103"0,0 0-25 15,0 0 33-15,0 0-78 0,0 0-8 16,-4 0 2-1,27-2-13-15,17-3 56 0,7-4-36 16,0-1-17 0,0 0-14-16,-3 0-32 0,-1 0 1 15,-1 6-50-15,-2 4-36 16,-4 0-52-16,-5 0-225 16</inkml:trace>
  <inkml:trace contextRef="#ctx0" brushRef="#br0" timeOffset="51138.73">26867 9162 573 0,'0'0'13'0,"0"0"0"0,0 0 99 0,0 0 39 0,0 0-56 15,0 0-73 1,-37-22 54-16,37 22-23 0,-2 0 9 16,2 0-19-1,0 0 8-15,0 0-7 0,0 0-31 16,0 0 24-16,4-4-31 15,21 0 14-15,14-4 2 16,22 0 16-16,5-1-33 0,13 3 11 31,-4 5-16-31,-5 1 0 0,-10 0-4 16,-14 0-35-16,-12 0-16 16,-20 6-73-16,-14 4-38 0,-32 4-491 15</inkml:trace>
  <inkml:trace contextRef="#ctx0" brushRef="#br0" timeOffset="55086.99">5688 10816 404 0,'0'0'0'0,"0"0"-1"0,0 0-35 0,0 0-34 0,-141-36 48 0,114 26 22 16,3 2 103-1,2-4-10-15,4-4-93 0,1-2-243 16</inkml:trace>
  <inkml:trace contextRef="#ctx0" brushRef="#br0" timeOffset="55950.36">5126 10529 575 0,'0'0'129'0,"0"0"-106"0,0 0 36 0,0 0-39 16,0 0 44-16,0 0-30 15,-11 0-4-15,11 0 5 16,0 0 28-16,0 0 0 0,0 0-27 16,-2 0-1-1,2 0-20-15,0 0 11 0,0 0-19 16,0 0-2 0,0 0 1-16,20 2-6 15,20-2 20-15,25 0 6 16,15-2-1-16,14-15-17 15,4-6 6-15,-7 3 3 16,-8 0-27-16,-14 3 10 0,-16 9-12 16,-11-1-32-16,-13 3-9 15,-14 6-28-15,-15 0-122 16,-37 6-444-16</inkml:trace>
  <inkml:trace contextRef="#ctx0" brushRef="#br0" timeOffset="58315.46">21774 8969 834 0,'0'0'128'0,"0"0"-128"0,0 0 6 0,0 0 48 0,0 0 1 16,0 0-30-16,36-101-4 16,-9 71-14-16,2 5 22 15,4-3-24-15,3 1 1 0,4 4 8 16,2 5-17 0,-4 9 7-16,-7 9-8 0,-10 5-15 15,-21 33 1 1,0 18 4-16,-46 19-23 0,-12 14-14 15,-8 11-24-15,-1 1 73 16,7-1-4-16,4-8 2 16,12-12 8-16,6-13 13 0,11-9 37 15,16-20-2 1,11-13-11-16,0-12-4 0,29-9 11 16,14-4-24-1,10-10 42-15,7-16-34 0,-7-2 0 16,-10 6-31-1,-19 10-1-15,-8 5 0 0,-12 7-82 16,-4 0 6 0,0 30-50-16,0 3-2 0,0 3-384 15</inkml:trace>
  <inkml:trace contextRef="#ctx0" brushRef="#br0" timeOffset="59415.52">24812 8838 192 0,'0'0'121'15,"0"0"-86"-15,0 0 118 0,0 0 10 0,0 0 32 16,0 0-110-16,0 7 7 16,0-7-10-16,0 0-49 0,10 0 17 15,13-14-46 1,8-6 19-16,18-3-22 16,4 10 12-16,-1 9-10 15,-4 4 5-15,-12 5-8 16,-9 26-1-16,-25 11-5 0,-2 12 0 15,-36 12-2 1,-20 8 0-16,-10 9-3 0,3-5 18 16,3-2-15-16,12-13 13 15,14-16-5-15,21-15 17 16,13-10-16-16,6-12 13 16,41-3-11-16,20-7 12 0,18-7-15 15,2-15-21 1,-10 3 12-16,-8 5 2 0,-15 5-80 15,-16 9-78-15,-16 0-13 16,-18 0-363-16</inkml:trace>
  <inkml:trace contextRef="#ctx0" brushRef="#br0" timeOffset="60615.5">27698 8838 572 0,'0'0'231'0,"0"0"-221"0,0 0 115 16,0 0 13-16,0 0-61 16,0 0-56-16,3-13-5 0,23-1-15 15,4-2 24 1,3-3-7-16,10 4-12 0,-1-2 0 15,0 8 6-15,-4 6-24 0,-11 3 6 16,-14 9-1 0,-13 25-22-16,-4 12 27 0,-34 9-4 15,-13 6 0 1,-3 1-1-16,5 1 14 16,7-9-7-16,8-2 11 15,9-8 13-15,13-6-14 16,5-1 14-16,7-8-22 15,15 4 31-15,30-4-4 16,18-1-22-16,5-3-7 16,15-10 6-16,-7-7-32 15,-8-4 26-15,-10-1-1 0,-10-3-33 16,-19 0-10-16,-14 4-11 16,-9-2-38-16,-6-2-249 15</inkml:trace>
  <inkml:trace contextRef="#ctx0" brushRef="#br0" timeOffset="62735.21">6873 10004 418 0,'0'0'90'0,"0"0"-23"0,0 0 69 0,0 0 18 16,0 0-82 0,0 0-35-16,0 0 6 0,-60 0 4 15,60 0-13 1,0-5 17-16,0-8-44 16,11-10 17-16,11 0-18 15,19-8 19-15,7-2-12 16,6 7 0-16,8 1-13 15,1 15 2-15,-3 10-7 0,-11 0-3 16,-5 21 1-16,-21 25-27 16,-23 21 30-16,-7 21-6 15,-38 15 1-15,-10 8 11 16,4-13-3-16,8-18 1 16,12-16 0-16,11-20 0 15,11-6 9-15,7-13-3 16,2-7-1-16,8-3-10 15,33 1 12-15,15-6-4 16,15-3 2-16,9-1 7 0,2-2 0 16,-13 2-5-1,-9 0-2-15,-10 5 1 16,-17 3-12-16,-6 7-43 0,-12-2-45 16,-3-2-149-1,-8-7-450-15</inkml:trace>
  <inkml:trace contextRef="#ctx0" brushRef="#br0" timeOffset="72515.47">3041 15677 42 0,'0'0'76'0,"0"0"-75"0,0 0 11 0,0 0 78 16,0 0-43-16,0 0 38 0,0 0-20 15,-58-22 2-15,52 18-22 16,-4 4 9 0,1 0-13-16,5 0-4 0,-2 0 11 15,-4 0 15-15,10 0 1 16,-2 0-43-16,0 0 16 15,2 0-27-15,-3 0 1 0,1 0-11 16,-2 0 1 0,0 0-8-16,-3 4 13 15,2 0-6-15,-2-2 0 16,5-1 40-16,-2 2-22 0,0 0 9 16,1-3-24-1,-3 5 1-15,4-1-4 16,-3-2-2-16,5 0-2 0,-3-2 8 15,3 2 5-15,0-2 1 16,0 0 24-16,0 0-25 16,0 0-9-16,0 0 1 15,0 0 0-15,0 0 0 16,0 0 7-16,0 0 6 16,0 0-14-16,19-6 9 15,12-16-2-15,11-15 59 16,7-7-39-16,5-3 2 15,3-3-17-15,-5 2 3 0,-1 6-6 16,-13 17-3 0,-13 9-12-16,-15 11 0 15,-3 5-6-15,-7 0-8 0,0 0 14 16,0 0 3 0,0 0 2-16,0 7 1 0,-9 1-9 15,1 0-1-15,-6 11-56 16,-4-6-104-16,-2 5-475 15</inkml:trace>
  <inkml:trace contextRef="#ctx0" brushRef="#br0" timeOffset="72671.89">3230 15494 598 0,'0'0'58'0,"0"0"-53"0,0 0 27 0,0 0-32 0,0 0-67 0,0 0-332 16</inkml:trace>
  <inkml:trace contextRef="#ctx0" brushRef="#br0" timeOffset="73389.45">3141 15685 468 0,'0'0'301'0,"0"0"-201"15,0 0-5-15,0 0 19 0,0 0-66 16,0 0-48-1,9-26 8-15,24-12 28 16,8 0-8-16,1-2 0 16,0 9-22-16,-8 9-12 0,-3 12 3 15,-11 3-28-15,-4 2 13 0,-10 5-11 32,1 0 14-32,-7 0 11 0,0 0-11 15,0 0 30-15,0 22-11 16,-23 9-3-16,-8 9-1 15,-7 0-1-15,-1 2-7 16,1-6 6-16,1-6 4 0,14-8 8 16,7-12-9-16,7-6 26 15,9-4-13-15,0 0 1 16,2-10-15 0,25-13 0-16,8-10-1 0,10-5 4 15,-2 2-8 1,3-3 12-16,-11 7-11 0,0 6 4 15,-16 12-4-15,-10 4-39 16,-6 10 26-16,-3 0-6 16,0 10 23-16,-18 17-2 15,-9 0 4-15,2 5-11 16,8-10 18-16,5-6-16 16,5-13 7-16,7-3-1 15,0 0-58-15,17-15-21 16,16-17 57-16,7-12-3 15,-5-2-326-15</inkml:trace>
  <inkml:trace contextRef="#ctx0" brushRef="#br0" timeOffset="74201.19">3876 15484 155 0,'0'0'211'0,"0"0"-118"0,0 0-40 0,0 0-43 16,0 0-1-16,0 0-8 15,-18 45 28-15,14-36 21 16,0 1 25-16,-1 3 31 16,1-9-9-16,2 2-59 15,0-6-32-15,0 3-1 0,-2-3-3 16,4 5 24-16,0-5-26 15,0 0 35-15,-2 0-6 16,0-5 25-16,2-21-46 16,0-6-8-16,0-11-22 15,0-1 17-15,0-2-4 16,12 4-22-16,-4 3 21 16,-1-1-2-16,-3 8-9 15,4 6-47-15,-4 8 24 16,-2 9 36-16,-2 9 8 0,0 5 38 15,-12 21-21-15,-3 9-16 16,-7 9 10-16,1 3-15 16,6-2 4-16,4-6-62 15,2-9-258-15</inkml:trace>
  <inkml:trace contextRef="#ctx0" brushRef="#br0" timeOffset="74736.48">4105 15218 192 0,'0'0'254'0,"0"0"-169"0,0 0 18 0,0 0 65 0,0 0-87 16,0 0-40-16,-2-6-21 0,-6 20-8 16,-1 3-6-1,-3 16-12-15,4 3-2 0,-1 8 3 16,7 4 3-16,0-4-1 15,2 2-9 1,0-10 0-16,4-4 5 0,18-6-82 16,14-8 25-16,2-3-44 15,4-13 53-15,3-2 1 16,-8 0 14-16,-3-25 15 16,-12-7 23-16,-11-4-9 15,-2 0 0-15,-9 4-43 16,0 6-37-16,-15 14 91 15,-12 11 80-15,-11 1 46 16,-9 0 0-16,-7 17 15 16,-1 16-10-16,6 6-59 15,11 1 36-15,13-9-67 0,17-8-36 16,8-2-5-16,13-11-113 16,18-4-40-16,0-4-252 15</inkml:trace>
  <inkml:trace contextRef="#ctx0" brushRef="#br0" timeOffset="78499.4">15315 13294 693 0,'0'0'201'0,"0"0"-199"0,0 0 20 0,0 0 93 0,174-64-34 16,-96 50-62 0,13 6 49-16,6 8-11 15,0 0-16-15,-3 25-41 16,-5 0 0-16,-9 4-4 0,-2-9-38 16,-7-8-10-1,-11-9-45-15,-12-3-47 0,-27 0-357 16</inkml:trace>
  <inkml:trace contextRef="#ctx0" brushRef="#br0" timeOffset="79315.39">17253 11543 511 0,'0'0'217'0,"0"0"-70"0,0 0-107 0,0 0 27 16,0 0-30 0,0 0 7-16,-29-40-35 15,25 40 30-15,-7 15-33 16,-5 13 29-16,-5 13-21 0,-6 6 15 16,2 0 2-1,0 0-20-15,12-6-10 0,2-9 10 16,4-8-17-16,7-10 15 15,0-6-18-15,21-2 6 16,12-6 0-16,7 0 6 16,9 0-2-16,2-6 1 15,-8-4 1-15,-10 7-6 16,-14 3-40-16,-2 0 40 16,-9 5-19-16,-4 7 17 15,0 2-15-15,0-3 14 16,-2 0-19-16,-2-5-22 15,2-2-27-15,-2-4 24 0,0 0 36 16,5 0-14 0,-5 0 18-16,0 0 20 0,2 0-4 15,-2 0-5 1,0 0-2-16,0 0 3 0,0 0-2 16,0 0 15-16,0 19-8 15,0 8 55-15,0 11-31 16,-19 9 4-16,-2-6-31 15,0-4 7-15,3-7-11 16,10-13-6-16,8-6-53 16,0-9-131-16,-3-2-286 15</inkml:trace>
  <inkml:trace contextRef="#ctx0" brushRef="#br0" timeOffset="79800.39">17563 12966 818 0,'0'0'67'0,"0"0"-27"0,0 0 98 16,150-69-32-16,-101 58-92 15,-7 3-14-15,-7 8-11 16,-12 0-43-16,-1 9-36 0,-9 6-144 15,-13-3-200 1</inkml:trace>
  <inkml:trace contextRef="#ctx0" brushRef="#br0" timeOffset="79965.63">17692 12659 1080 0,'0'0'178'0,"0"0"-159"16,0 0-1-16,0 0-4 0,0 0-14 15,0 0-37 1,134 0-89-16,-87 0-205 0</inkml:trace>
  <inkml:trace contextRef="#ctx0" brushRef="#br0" timeOffset="80447.2">18579 13154 794 0,'0'0'165'0,"0"0"-159"16,16-138 64-16,18 40 9 16,3-2-20-16,-4-3-47 15,-1 4 8-15,-8 11-16 16,-5 17-4-16,-9 20-5 16,-5 22 5-16,-5 16 8 15,0 11 3-15,0 2 0 16,-19 6-10-16,-9 29-1 15,-8 19-7-15,-6 11-7 0,0 12 3 16,-3-1-42 0,5 2-51-16,5-10-129 0,-1-11-191 15</inkml:trace>
  <inkml:trace contextRef="#ctx0" brushRef="#br0" timeOffset="80878.92">19250 12334 33 0,'0'0'652'0,"0"0"-515"15,0 0-113-15,0 0 28 16,0 0 32-16,-87 156-42 16,70-91-8-16,3 5-28 0,14-4-6 15,0 1 1 1,11-7-2-16,25 0 1 0,10-12-12 16,10-8-9-16,2-9 17 15,2-16-11-15,1-15-3 16,-6 0 16-16,-8-30 2 0,-16-5-3 15,-15 2 7 1,-16 2-4-16,-10 9 18 16,-32 20-15-16,-16 2 66 15,-17 28-26-15,-8 26-5 16,-2 11-10-16,8 5 31 16,17-7-53-16,24-12-6 0,34-11-7 15,2-13-101 1,40-12-100-16,8-10-420 15</inkml:trace>
  <inkml:trace contextRef="#ctx0" brushRef="#br0" timeOffset="83080.56">6062 15280 530 0,'0'0'39'0,"0"0"11"0,0 0-7 15,0 0 70-15,0 0-60 16,0 0-24-16,-27 7 5 16,25-7 52-16,-2 0-5 15,0 0-35-15,-2 0-6 0,2 0-24 16,0 0 8-16,-1 0-15 15,-1 0-6-15,2-7 3 16,-4-7 25-16,6-9-21 16,2-2-1-16,0-16-9 15,7 1 7-15,17-4-16 16,3 0 19-16,8 4-21 16,0 10-8-16,-4 13 14 15,-5 14-15-15,-6 3-10 16,-9 38-2-16,-11 23 27 15,0 10-7-15,-6 5 10 0,-19 3-15 16,-1-7 34 0,6-5-34-16,-1-13 28 0,8-8-22 15,7-12 7-15,6-11 4 16,0-6 0-16,17-12 3 16,16-2-3-16,5-3 16 15,9 0 18-15,3 0-2 16,0-7 9-16,-2 2-15 15,-11 0-3-15,-6 4-23 16,-8 1-12-16,-6 0-16 16,-3-4-57-16,-12 1-152 15</inkml:trace>
  <inkml:trace contextRef="#ctx0" brushRef="#br0" timeOffset="83797.77">5659 16012 742 0,'0'0'193'0,"0"0"-168"0,0 0 7 16,0 0 85-1,156-19-23-15,-31-1-9 16,18 1-14-16,5-8-30 0,4 9-12 16,-18 8-16-1,-11 10-7-15,-17 0-12 0,-12 3-38 16,-21 13 10-16,-15 2-78 15,-17 0 61-15,-20 0-90 16,-16-4-143-16,-5-2-327 16</inkml:trace>
  <inkml:trace contextRef="#ctx0" brushRef="#br0" timeOffset="85311.27">15618 16585 752 0,'0'0'0'0,"0"0"-107"0,150 48 104 16,-72-48 3-16,10 0 69 15,11 0-69-15,-1-14-68 16,-5 6 7-16,-11-2 28 16,-12 7-91-16</inkml:trace>
  <inkml:trace contextRef="#ctx0" brushRef="#br0" timeOffset="86075.39">17095 14824 556 0,'0'0'157'0,"0"0"-48"0,0 0-1 0,0 0-28 0,0 0-30 16,0 0-42-16,19-34 36 15,-15 33-30-15,0-8 36 16,-4 9-36-16,0 0 22 16,0 0-34-16,0 31 6 0,-16 17-8 15,-10 15-8 1,-7 6-12-16,2-2-12 15,-1-6 28-15,6-7-1 0,3-9 1 16,5-11 8 0,7-6 24-16,5-10-28 0,6-10-4 15,0-6-5-15,0 0-17 16,17-2 25-16,10 0 0 16,2 0-9-16,2-12 4 15,0 1 5-15,-2 8-25 16,-6-5-13-16,-6 8-18 15,1 0 8-15,-7 0 26 16,1 0-59-16,-4 0-27 16,-8 0-26-16,5 0 61 15,-5 0-97-15,0 0-112 0</inkml:trace>
  <inkml:trace contextRef="#ctx0" brushRef="#br0" timeOffset="86227.13">17209 15226 479 0,'0'0'60'16,"0"0"-15"-16,-18 130 69 15,5-82 62-15,-1-2-156 16,3-2-20-16,3-9-117 16,-4-7-47-16,3-11-205 15</inkml:trace>
  <inkml:trace contextRef="#ctx0" brushRef="#br0" timeOffset="86610.92">17824 15879 932 0,'0'0'87'16,"0"0"-76"-16,144 34-5 15,-103-24-5-15,-5 3-2 16,-1-3-66-16,-10-7-174 16,-10 2-104-16</inkml:trace>
  <inkml:trace contextRef="#ctx0" brushRef="#br0" timeOffset="86785.6">17993 15606 1206 0,'0'0'139'0,"0"0"-137"16,0 0 34-16,0 0 3 15,158 0-39-15,-93 0-53 16,-7 0-135-16,-5 0-288 0</inkml:trace>
  <inkml:trace contextRef="#ctx0" brushRef="#br0" timeOffset="87359.23">19190 15566 729 0,'0'0'231'0,"-98"133"-133"15,56-57-42-15,5 8 11 16,16-1-58-16,13-3-9 15,8-4-1-15,10-6-25 16,26-8 26-16,15-8-25 16,11-4 21-16,3-5-35 15,2-15-53-15,-3-12 85 0,-6-18 4 16,-4 0 1 0,-10-26 2-16,-11-19 32 0,-8 0 3 15,-12 5 39-15,-11 5-51 16,-2 17 25-16,-13 10-6 15,-27 8 31-15,-20 20-31 16,-2 26-31-16,-3 12-6 16,10 5 13-16,14-13 31 15,23-12-49-15,18-14-25 16,0-16-83-16,29-8-14 16,9-8-110-16,2-24-575 15</inkml:trace>
  <inkml:trace contextRef="#ctx0" brushRef="#br0" timeOffset="87825.83">20037 15629 376 0,'0'0'598'0,"0"0"-559"0,0 0-1 15,0 0 24 1,0 0-29-16,0 0-26 0,96 22-8 15,-99 39 1-15,-35 12-41 16,-6 7-31-16,-8-3 49 16,2-1 23-16,0-2 40 15,8-16 47-15,17-12-36 16,9-16 11-16,16-16-43 0,0-10-17 16,29-4 1-1,23 0 6-15,15 0 14 16,4-4-21-16,3 0 10 0,-10 4-7 0,-12 0 11 15,-4 0-16 1,-14 8-13 0,-3 6-35-16,-9-1-64 15,-6 0-84-15,-7-4-320 0</inkml:trace>
  <inkml:trace contextRef="#ctx0" brushRef="#br0" timeOffset="88175.65">20750 15679 1051 0,'0'0'107'0,"0"0"-76"15,0 0 36 1,0 0-40-16,0 0-20 0,0 0-7 16,8 125 3-16,36-90-10 15,12 13 18-15,-2-4-19 16,-4 11 8-16,-6-4-32 16,-15 4 28-16,-11 5 3 0,-14 0-1 15,-4-1-11 1,-16-6 10-16,-21-6 6 0,-13-13-6 15,-5-12-48-15,-7-20 14 16,-1-2-108-16,5-24-208 16</inkml:trace>
  <inkml:trace contextRef="#ctx0" brushRef="#br0" timeOffset="89790.81">20887 15597 536 0,'0'0'77'0,"0"0"-26"0,0 0 155 0,0 0-24 0,0 0-89 16,0 0-48-16,-42 0-11 0,42 0 5 15,0 0 6-15,0 0-31 16,7 0 30-16,22 9-29 16,18 8 73-16,16-3-47 15,14-4 16-15,12-10-48 16,0 0 8-16,-4 0-17 15,-9 0-10-15,-12-14-58 0,-17 2-93 16,-25-3-78-16</inkml:trace>
  <inkml:trace contextRef="#ctx0" brushRef="#br0" timeOffset="91755.45">6403 16306 471 0,'0'0'53'0,"0"0"-38"0,0 0-6 15,0 0 21-15,0 0 41 16,0 0-19-16,0 0 8 15,0 0 29-15,0 0-15 16,0 0-7-16,-2 0-43 16,-2 5 10-16,-6-4-15 15,-1 8 20-15,5-6-34 16,-8 6-3-16,5 1 0 16,-4-1 8-16,-1 4-6 15,1 9-3-15,-3 0 8 0,-1 10-7 16,-3 8-1-16,-3 4 8 15,4-2-9-15,5 2 4 16,1-9 5-16,13-4-6 16,0-4 9-16,0-4-12 15,6-1 1-15,15-3-12 16,12-1 22-16,0 4-17 16,1 0 13-16,-5 0-7 15,-5 0 2-15,-4 0-1 16,-8-4-1-16,1 8 3 15,-9 2 0-15,-4 8 7 16,0 4 6-16,0 4-7 16,-22-3-8-16,-9-5 3 15,-5-10 4-15,-4-5-8 0,-2-6-3 16,3-11 3 0,6-4-25-16,7 0-14 0,6-4-79 15,9-28-38-15,5-16-247 16</inkml:trace>
  <inkml:trace contextRef="#ctx0" brushRef="#br0" timeOffset="91922.33">6245 16692 602 0,'0'0'499'0,"0"0"-491"0,0 0 28 0,0 0 58 16,142-81 19-16,-82 45-91 0,8-4-22 15,3 0-26 1,-5-4-59-16,-12 8-71 16,-16 8-428-16</inkml:trace>
  <inkml:trace contextRef="#ctx0" brushRef="#br0" timeOffset="96115.31">4670 6327 867 0,'0'0'12'0,"0"0"-6"0,0 0 38 0,0 0 4 15,0 0-20-15,0 0 31 16,0 0-19-16,-27-47 26 0,27 43-30 15,0 4 25-15,0 0-41 16,4 0-20-16,34-6-8 16,31-5 8-16,34-8-2 15,30-1 5-15,17-2-11 16,-3-9-5-16,-14 8-13 16,-30 1-71-16,-39 4-125 15,-50 14-674 1</inkml:trace>
  <inkml:trace contextRef="#ctx0" brushRef="#br0" timeOffset="96967.98">8888 6454 735 0,'0'0'188'0,"0"0"-181"0,0 0 17 0,144-1 117 0,-53 9-75 0,21-1-7 16,11 0-51-16,1 2 8 16,-1-7-16-1,-15-2-6-15,-16 0-62 16,-14 0-48-16,-22 0-76 0,-20 0-471 16</inkml:trace>
  <inkml:trace contextRef="#ctx0" brushRef="#br0" timeOffset="98446.83">8217 16212 521 0,'0'0'31'0,"0"0"-10"0,0 0-17 0,0 0 87 0,0 0-2 15,137 72-5-15,-94-72-20 16,-5 0-26-16,-2-17 13 16,-1-10 25-16,-6-9-37 15,-9-4-33-15,-13 0 16 16,-7-4-21-16,0 1-2 16,-18 5-2-16,-10 11-4 15,-11 9 7-15,-7 18 4 0,-12 9-4 16,-7 32-4-1,3 21 4-15,8 1 13 0,16-6 5 16,20-7-16 0,18-10-4-16,0-14-93 15,36-11-99-15,17-15-256 16</inkml:trace>
  <inkml:trace contextRef="#ctx0" brushRef="#br0" timeOffset="98780.62">8907 15949 390 0,'0'0'118'15,"0"0"-101"-15,0 0-14 0,114 87-1 16,-66-80 5 0,4-7 29-16,4 0-17 0,-2-7-17 15,-4-21 66-15,-7-8 61 16,-9-5 4-16,-12 2-106 16,-15-1-3-16,-7 3-24 15,0 11-3-15,-5 8-19 16,-7 1-2-16,2 2-35 15,-1 7-226-15</inkml:trace>
  <inkml:trace contextRef="#ctx0" brushRef="#br0" timeOffset="100095.55">1913 15191 42 0,'0'0'454'0,"0"0"-418"0,0 0-27 15,0 0 36-15,0 0 2 16,0 0-24-16,-2 2-20 16,2-2 64-16,0 0 114 15,-4 0-99-15,-7 11-15 16,-1 3-51-16,-5 0-2 0,-1 6-9 0,0 4 10 31,0 10-15-31,2 6 13 0,3 12 4 0,2 8-3 16,6 7-1-1,5 2-7-15,0-2-4 0,0-5 7 16,14-10-18 0,13-6 5-16,4-12-4 15,2-1-4-15,5-12 0 16,0-3 11-16,5-3-11 15,-1-15 5-15,0 0-35 16,-2-4 38-16,-4-25-16 16,-7-3 15-16,-10-1 10 15,0-16 20-15,-6 6 8 16,-4-1-20-16,-5-6-6 0,1 6-3 16,-5 5 3-16,0-2-2 15,0-3-10-15,-7 4-1 16,-13 4 5-16,-7 4 2 15,-8 6-1-15,-7 3 14 16,-4 10-2-16,5 5 32 16,5 8-27-16,7 0 43 15,4 0-30-15,5 0-17 16,0 17-13-16,9 10-17 16,2 0-107-16,5 9-379 0</inkml:trace>
  <inkml:trace contextRef="#ctx0" brushRef="#br0" timeOffset="102261.85">10411 15909 578 0,'0'0'336'0,"0"0"-292"0,0 0 23 0,0 0 89 16,129-28-51-16,-73 16-68 16,0-2-35-1,4-2-2-15,-2 14-35 0,-5 2-51 16,-4 0-31-16,-17 0-247 15</inkml:trace>
  <inkml:trace contextRef="#ctx0" brushRef="#br0" timeOffset="102995.97">12165 14927 684 0,'0'0'222'0,"0"0"-110"0,0 0 20 0,0 0-106 0,0 0-1 0,0 0-17 16,62-98 17-16,-33 90-20 16,-2 8-2-16,-8 0-6 15,-7 34-33-15,-12 27 30 16,0 27-31-16,-27 10-28 16,-8 4-92-16,4-15 59 15,4-4 48-15,4-17 50 16,8-8-4-16,11-8 11 15,4-11 40-15,2-8-38 0,31-12 52 16,7-9-42-16,18-6 43 16,13-4-23-16,10 0 3 15,4-18-34 1,-10 0-2-16,-4 1-6 16,-17 7-104-16,-21 9-192 15,-13 1-289-15</inkml:trace>
  <inkml:trace contextRef="#ctx0" brushRef="#br0" timeOffset="103364">11726 16186 1015 0,'0'0'141'0,"0"0"-124"0,0 0 39 0,0 0 14 0,0 0 16 16,133-7-24-16,-41-4-13 15,12-5-38-15,10 0-11 16,0 4-3-16,0 4-79 0,-10 8-3 16,-12 0-104-16,-19 26-263 15</inkml:trace>
  <inkml:trace contextRef="#ctx0" brushRef="#br0" timeOffset="103925.71">12092 16686 849 0,'0'0'28'0,"0"0"-28"0,0 0 0 0,0 0 17 0,0 0 13 16,0 0-3-16,55 98-6 15,-31-74 18-15,10-2 16 16,4 0-13-16,4 0-10 0,2 0-27 16,-1 0 14-1,-5-4-15-15,-7 6 1 16,-6 10-5-16,-4-2 9 16,-9 12-1-16,-8 6-6 15,-4 3 33-15,-8 5-31 16,-23 0 10-16,-8-4-4 15,-1-10-20-15,-2-12-9 0,-9-20-43 16,-5-12-73 0,-2-22-290-16</inkml:trace>
  <inkml:trace contextRef="#ctx0" brushRef="#br0" timeOffset="104095.61">12267 16593 898 0,'0'0'213'0,"0"0"-213"15,0 0-83-15,0 0 66 0,154-10 8 16,-82-25-88-16,1-7-572 16</inkml:trace>
  <inkml:trace contextRef="#ctx0" brushRef="#br0" timeOffset="108105.5">9297 2956 489 0,'0'0'0'0,"0"0"-128"0,0 0 128 0,0 0 43 16,0 0 98 0,0 0-66-16,0 0-4 0,0 0-26 15,-6-7-35-15,6 3 54 16,0 4-23-1,0 0 24-15,0 0-35 16,0 0 42-16,0 0-22 16,0 0 6-16,0-1-32 15,0-4-13-15,0 5 16 0,0 0-18 16,0 0 31-16,0 0-39 16,0 6-2-16,4 20-20 15,23 17 17-15,6 14 5 16,7 10-2-16,5 8-1 0,-1 0 2 15,-2-4-7 1,-8-16 14-16,-7-15-13 0,-11-15 12 16,-10-13-12-1,-4-12 12-15,0 0-11 16,-2-32 5-16,0-38-3 16,0-31-6-16,0-24 4 0,0-11-5 15,0-8 19 1,-10-8-18-16,-9-1 15 15,4 7-6-15,1 0 29 16,12 15 6-16,2 14-21 0,0 20-5 16,12 34 29-16,3 16-35 15,6 14 10-15,-2 5-3 16,6 4-20-16,1 2 6 16,4 5-7-16,-6 0-12 15,7 4 4-15,1 5 18 16,5-1 1-16,13 9-9 15,23 0 18-15,33 6-10 0,37-1 6 16,38-5 2-16,26 0-7 16,16-13 1-16,11-7-3 15,-9 3 4-15,-23 9-4 16,-32-1-35 0,-47 5 10-16,-39 4-87 0,-48 0-231 15</inkml:trace>
  <inkml:trace contextRef="#ctx0" brushRef="#br0" timeOffset="109007.7">8016 2035 518 0,'0'0'128'0,"0"0"-68"0,0 0 100 0,0 0-68 16,0 0 18-16,0 0-61 0,-7-8-46 15,7 33-3 1,13 30 0-16,14 23 21 0,0 16-17 16,8-3 3-16,-5-9 0 15,-4-21-3-15,-5-16 4 16,-8-15-15-16,-9-14 14 16,-4-10-7-16,0-6 4 15,-4-2 14-15,-18-33-18 16,-7-14 3-16,2-11-7 0,0-10 8 15,7-4-9 1,7-4 8-16,7-5-8 0,6 6-3 16,0 2-13-1,4 17 14-15,21 11-6 16,6 16 3-16,6 5 4 16,10 8-4-16,9 5 0 0,6 6 9 15,-2 7-37-15,-4 0-2 16,-10 9 25-16,-1 13 15 15,-5 4-7-15,-4 5 14 0,-18 5-24 16,-18 6 30 0,-14 8-13-16,-41 4 9 15,-17 2 30-15,-10-7 0 16,-5-7-6-16,9-6-8 0,13-7-16 16,12-2-9-1,19-10-17-15,17-6-18 0,17-3-92 16,0-8-385-16</inkml:trace>
  <inkml:trace contextRef="#ctx0" brushRef="#br0" timeOffset="109505.69">8680 2815 778 0,'0'0'273'0,"0"0"-244"0,0 0 22 0,-37-146-47 0,37 61 50 0,0-5-27 16,2-4-1 0,8 1-20-16,3 3-1 0,-1 14-10 15,-1 18 0-15,-1 21 5 16,0 29-26-16,-5 8 6 15,-1 3-24-15,5 39 25 16,-2 16 19-16,8 14 0 16,1 4 3-16,4 4-3 15,2 5-20-15,-1 5-55 16,-6 3 24-16,-3 3-64 16,0-16-18-16,-5-14-4 15,-3-22-49-15,-4-18-148 0</inkml:trace>
  <inkml:trace contextRef="#ctx0" brushRef="#br0" timeOffset="110157.85">8626 2637 969 0,'0'0'100'15,"0"0"-100"-15,0 0-54 16,0 0 54-16,0 0 0 16,0 0-7-16,103-123 0 15,-72 87-79-15,3 2-77 16,-12 3 37-16,-2-5 75 16,-3 11-10-16,-5 9 16 15,-3 6 45-15,-7 10 27 16,8 0 49-16,-4 18 2 0,7 22 97 0,3 10-80 31,3 10-86-31,6 0-9 0,-2-4 0 0,-6-8 5 16,-5-11-10-1,-8-11 14 1,-4-14 0-16,0-12 43 0,-4 0 51 16,-19-32-78-16,-10-20-23 15,2-13-2-15,2-5 3 16,4-4-2-16,10 3 2 15,5-4-6-15,10 2 14 16,0 9-19-16,6 10 16 16,13 14-12-16,12 16 4 0,-2 14-6 15,4 10 3 1,-1 15-26-16,-3 29 22 0,-9 12-6 16,-11 2 12-16,-7-3-28 15,-2-8 9-15,0-3 20 16,-11-10 0-16,-3-10-1 15,8-10 1-15,3-4 7 16,3-4-5-16,0 0 47 16,9 0-40-16,16 0 41 15,4-2-22-15,2 2 28 0,0 0-5 16,-4 6-38 0,-2 4-6-16,0 6 1 0,0 4 6 15,4 2-11-15,8 2-6 16,5-3-74-16,12-9 33 15,6-18-161-15,0-12-466 16</inkml:trace>
  <inkml:trace contextRef="#ctx0" brushRef="#br0" timeOffset="110905.43">12011 3126 253 0,'0'0'825'0,"0"0"-820"0,0 0 11 16,0 0-16 0,145 0 51-16,-76 0-21 15,2 0-23-15,-11 0-7 0,-10 0-2 16,-11 0-43-16,-10-6-53 15,-16-6-116-15,-13-6-282 16</inkml:trace>
  <inkml:trace contextRef="#ctx0" brushRef="#br0" timeOffset="111105.55">12080 2876 1081 0,'0'0'16'16,"0"0"17"0,0 0 2-16,172 40 10 15,-87-40-21-15,3-9-22 0,3-15-2 16,-12-13-113-16,-25 0-369 16</inkml:trace>
  <inkml:trace contextRef="#ctx0" brushRef="#br0" timeOffset="112105.43">14092 2027 714 0,'0'0'288'0,"0"0"-265"0,0 0-15 0,0 0 45 0,0 0-19 16,0 0 11-16,51 164 1 15,-44-63-13-15,-7 5-25 16,0-3-6-16,0-12-2 16,0-10-13-16,-3-10 0 15,-1-16-28-15,2-13 18 16,2-16-56-16,0-14-12 16,-2-12-89-16,-3 0-151 15</inkml:trace>
  <inkml:trace contextRef="#ctx0" brushRef="#br0" timeOffset="112436.75">13669 2498 319 0,'0'0'474'0,"0"0"-469"16,0 0 93-16,0 0 23 15,171 54-9-15,-78-54-69 16,32 0-1-16,16-10-42 0,4-9 0 15,-5-2-16-15,-22 7-64 0,-33 8-157 16,-45 6-448 0</inkml:trace>
  <inkml:trace contextRef="#ctx0" brushRef="#br0" timeOffset="113505.55">13455 3429 3 0,'0'0'485'0,"0"0"-444"0,0 0 15 0,0 0 86 0,0 0 5 0,0 0-19 16,-11 0-70-16,11 0 10 15,0 0-50-15,0 0 23 16,0 0-36-16,26 0 12 15,40 12 19-15,24-1 16 16,24 0 7-16,17-5-38 16,3 0 24-16,-5-4-41 0,-15 2-1 15,-20 0-3 1,-21 0-4-16,-21 0-47 0,-19-4-24 16,-14 0-29-1,-13 0-116-15,-6-2-247 0</inkml:trace>
  <inkml:trace contextRef="#ctx0" brushRef="#br0" timeOffset="119665.61">1826 10049 263 0,'0'0'103'0,"0"0"-67"0,0 0 8 0,0 0 47 0,0 0-44 15,0 0 105-15,0 0-37 16,-98-42-57-16,90 39 35 16,-1 0-38-16,2 3 15 15,0 0-66-15,-4 0 31 16,-3 27-33-16,-1 17 1 15,-1 12 1-15,3 9 4 16,9-1-8-16,4 10 8 16,0 0-13-16,0 4 11 0,11 1-9 15,14 1 8 1,10-6-10-16,5-10-9 16,9-12 5-16,9-20-12 15,2-20-9-15,7-12 17 0,-2-10 0 16,-5-28 9-16,-2-16 3 15,-6-14-2-15,-4-2 6 16,-1-13 1-16,-9 1-4 16,-21-4-10-16,-17-5-22 15,-40-4-54-15,-35 2 5 0,-19 13-18 16,-4 26 99 0,9 26 39-16,7 24 79 0,7 4-66 15,11 34 16 1,18 20-68-16,10 14-1 0,18 3-2 15,18-7-100 1,6-16-181-16</inkml:trace>
  <inkml:trace contextRef="#ctx0" brushRef="#br0" timeOffset="121745.38">6592 9330 699 0,'0'0'128'0,"0"0"-92"0,0 0-14 0,-145-52 22 16,92 38-27-16,-11 4 16 15,-6 7-23-15,-7 3 38 0,-13 3-2 16,-10 27-25 0,-7 12-16-16,-11 14-2 0,3 16-3 15,-2 18 1 1,8 13-15-16,11 3 28 0,13 6-15 15,12 9 8-15,6 15-1 16,5 11 2-16,15 8-8 16,18 8 2-16,29 0 3 15,11-5-5-15,52 1 3 16,21-19-12-16,23-14-8 16,16-15 15-16,12-12-48 15,21-24 24-15,18-19-8 0,7-18 10 16,12-28-1-1,-3-10 3-15,6-32 8 0,11-25-13 16,11-30 23-16,10-12 8 16,5-9 32-1,-13 4 2-15,-29 10 1 0,-31 12-39 16,-44 16 7-16,-34 4-15 16,-24-1 16-16,-22-9-23 15,-16-18 24-15,-16-15-15 16,-4-25 10-16,-10-22-8 15,-40-14-25-15,-23-11-5 16,-23 11 34-16,-18 18 9 16,-17 21 139-16,-12 32-92 15,-8 27-13-15,-14 26-28 16,-7 30 13-16,-11 12-28 16,-15 60-9-16,7 30-41 15,8 16-72-15,27-4-303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05T22:23:38.4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9522 11681 537 0,'0'0'131'0,"0"0"-89"0,0 0 58 0,0 0-1 16,0 0-46-16,0 0-24 0,45 134 54 16,-9-60-69-1,3 2-6-15,3-6 3 0,-5-14-22 16,-4-11 6-16,-11-15 5 15,-8-16 0-15,-6-10 5 16,-5-4 21-16,-3-16-2 16,0-49 50-16,-11-41-71 15,-10-34 5-15,-3-33-8 0,2-15-2 16,8-15-8 0,14-9 5-16,0-3 5 0,33 2 6 15,15 9 2-15,16 12-7 16,7 13 16-16,14 33-7 15,-2 29-14-15,4 28 10 16,7 26-11-16,10 5 11 16,25 2-7-16,20-3 1 15,12-5-38-15,6 2-2 16,-13 8-36-16,-21 14-40 16,-43 21-364-16</inkml:trace>
  <inkml:trace contextRef="#ctx0" brushRef="#br0" timeOffset="798.74">9212 9615 794 0,'0'0'91'0,"-55"147"-63"0,28-69-25 15,5-6 38-15,4-8 13 16,3-3 29-16,5-2-44 16,6-5-8-16,4-8-16 0,0-11-12 15,14-9-3-15,9-7 3 16,6-4-12-16,1-5 23 15,5-4-28-15,-1-2 18 16,-6-4-8-16,-5 4-9 16,-5-2-8-16,-7 0 15 0,-5-2-26 15,0 0 27 1,-6 0-23-16,2 0 16 16,-2 0-54-16,0 0 23 15,0-8-42-15,0-15-14 16,0-11-88-16,0-9 58 0,2-4-88 15</inkml:trace>
  <inkml:trace contextRef="#ctx0" brushRef="#br0" timeOffset="966.6">9362 9974 572 0,'0'0'227'16,"0"0"-67"-16,0 175-33 0,0-86-62 15,0 7-2 1,0 1-47-16,0 3-1 0,-4-3-9 15,-5-5-12-15,1-6-12 16,6-10-33-16,2-4-7 16,0-14-95-16,2-13-269 0</inkml:trace>
  <inkml:trace contextRef="#ctx0" brushRef="#br0" timeOffset="1567.27">10665 10453 821 0,'0'0'30'0,"0"0"-11"0,0 0 57 0,0 0 45 0,0 0-35 16,-131-10-55-16,108 43-17 16,2 20-3-16,-2 24 0 15,5 18-16-15,5 14 21 16,9 9-22-16,4 1 9 16,2-2-6-16,29-8 3 0,4-14-1 15,10-16-40-15,6-20 41 16,1-22-1-16,0-20 3 15,-2-17-4 1,-8-6 4-16,-6-42-1 0,-12-16 3 16,-12-13 3-16,-12 1-6 15,-10 9 2-15,-32 13 4 16,-12 17-3-16,-10 20 21 16,-3 17-24-16,-2 25 24 15,1 43-24-15,5 18 7 0,12 4-8 16,20-7-8-1,22-21-39-15,9-22-121 16,33-21-238-16</inkml:trace>
  <inkml:trace contextRef="#ctx0" brushRef="#br0" timeOffset="2034.78">11093 10114 83 0,'0'0'468'0,"0"0"-464"0,0 0 122 16,0 0 102-16,2 165-122 15,-29-85-42-15,-4 0-34 16,2 6 22-16,1-2-38 16,5-1 24-16,5-5-29 15,7-11 2-15,9-20-4 0,2-10-6 16,2-9-1-1,34-10-5-15,6-9 0 16,16-7 10-16,2-2-15 16,-2 0 12-16,-6 0-7 15,-8-6-26-15,-11 6 14 16,-10 0-26-16,-13 0-21 0,-4-1-27 16,-6-12-59-1,0-1-30-15,0-9-63 0</inkml:trace>
  <inkml:trace contextRef="#ctx0" brushRef="#br0" timeOffset="2230.56">11321 10550 594 0,'0'0'380'0,"2"130"-294"15,-2-30-17-15,0 20-37 16,0 6 61-1,-10-1-36-15,6 3-10 0,2-6-47 0,2-11-28 16,0-13-96 0,0-10 73-16,0-21-124 0,-13-17-511 15</inkml:trace>
  <inkml:trace contextRef="#ctx0" brushRef="#br0" timeOffset="13338.57">9803 9130 511 0,'0'0'43'15,"0"0"-34"-15,0 0 0 0,0 0 3 16,0 0 60-16,0 0-34 0,-134 0 56 16,110 0-45-1,-1 0-23-15,-4 0 5 16,-2 6-24-16,-3 4 16 15,-3 4-9-15,3 2-28 16,-1 2 16-16,2 10-5 16,-1 7-1-16,-1 12 3 15,-6 7 1-15,5 9 0 16,3 3-9-16,2-4 24 16,2-2 5-16,4-1-18 0,-2-2 26 15,-4 3-15-15,2 2 3 16,-2 4-16-16,2 1 2 15,3 4-4-15,6 6 10 16,4 2-7-16,-2 2 7 16,2 5-10-16,1-1 10 0,-3 2-10 15,1-1 5 1,1-2 5-16,3 0 5 16,6-2-12-16,0 3 18 15,0 1-7-15,7 8-8 16,0 6 6-16,0 0-12 15,0-3 12-15,0-4-9 0,0-10 0 16,0 4 7 0,11-5-8-16,3 4 18 15,1-3-22-15,5-10 16 16,7-1-24-16,2-7 19 0,0-3-13 16,0-1 6-16,-2 6-1 15,7 3-3-15,1 3 7 16,3 1-8-16,1 0 10 15,7-7-15-15,-2-2 17 16,5-9-15-16,0-6 2 0,4-1 2 16,1-9 4-1,0-2-3-15,6-5 0 16,-2-4 4-16,-1-3-21 0,3-4 30 16,-2-2-23-16,3 4 20 15,1 1-14-15,2-4 8 16,3-2-1-16,5-4 0 15,1-5 0-15,4 1-13 16,-2-9 26-16,5-1-5 16,0-1-4-16,5 0-2 15,2 0 9-15,0-14-13 0,-3-1 2 16,-6-10 0 0,1-3 8-16,-6-8-4 0,2-8 19 15,4-10-14-15,-4-5 3 16,-5-2-5-1,-8-2 0-15,-11 1-5 16,0-2-2-16,1-2 0 16,-1-4 1-16,2-2-8 0,3-5 17 15,-2-1-7-15,-1 2 5 16,-6 0 12-16,1 2-16 16,-2-2 20-16,-7-9-22 15,-3-3 3-15,2 0-5 16,-10 1 2-16,-5 7-13 0,-3-2 20 15,-4 0-18 1,0-2 6-16,-1-3-8 16,1-1 17-16,-3-6-8 15,3 1 2-15,-3 2 0 16,-4-2-10-16,-6 9 22 16,1-4-21-16,-4-4 23 0,0-5-28 15,0 5 5-15,2-4 8 16,0 10-5-16,0 1 6 15,3 7-2-15,-5 4 4 16,0-2-12-16,0-4 30 16,0-7-40-16,-11 5 20 15,-12 0-1-15,-4 4-10 16,3 10 11-16,-2 7 4 16,1 9 10-16,-2 4-20 15,0 2 12-15,-4-2 1 16,-4 1 6-16,-6-3-19 15,-3 2 9-15,-10 1-6 16,-8 4-7-16,-5 5 8 16,-4 2-3-16,-3 3 10 0,3 8-5 15,0 0 13-15,2 6-17 16,-5 1 10-16,3 2-6 16,-3 3 2-16,3 4-1 15,-2 4-1-15,4 5 1 16,-3 0-7-16,-3 0 14 15,-4 14-18-15,4 7 24 0,-6-1-28 16,10-4 8-16,-3 0 4 16,3 0-9-16,2 5 9 15,-5 12 1 1,-1 9 2-16,0 13-2 16,0 7 8-16,9 4-13 0,3-5 10 15,8-5-8-15,8-6-12 16,0-7 0-16,3 0-3 15,1 1-7-15,3 6 4 16,5 6-23 0,1 0-12-16,14 0-359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05T22:13:10.0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14589 5809 276 0,'0'0'110'0,"0"0"-109"0,0 0 12 16,0 0 57-16,0 0-29 0,0 0 12 16,0 0-53-1,0 0 46-15,-20 0-14 0,20 0 98 16,-2 0-42-16,-1 0-35 15,1-4-30-15,0 2 3 16,2-3-18-16,0-1 0 16,0-1-4-16,0 3 16 15,0-2-33-15,0-2 26 16,0-2-21-16,0-2 8 16,0-4 0-16,17-6 0 15,10-6 7-15,7-1-14 16,9 2 25-16,3-1-23 15,3 7 17-15,-2 13 2 16,0 8-7-16,1 0-6 16,2 8-1-16,-1 16 0 15,4-4-6-15,-4-2 16 0,1 0-15 16,-8-1 18 0,-3-9-18-16,-7 4 13 0,-1-5-12 15,-6-2 4-15,-3 3-4 16,-3 2-1-16,2-10-45 0,-5 0-10 15,-7 0-277 1</inkml:trace>
  <inkml:trace contextRef="#ctx0" brushRef="#br0" timeOffset="999.53">14633 5753 130 0,'0'0'20'0,"0"0"54"0,0 0 50 0,0 0-22 16,0 0-61 0,0 0 7-16,-4 0-15 15,4-11-32-15,0 0 10 16,0-2-8-16,11-2 50 15,5 3-9-15,1-8 34 0,10-1-47 16,4-2-13 0,6-6-14-16,7-8 7 0,2 4 5 15,1-3-7 1,-3 3 33-16,-1 0-13 0,-1 5 33 16,3 0-45-1,4 4 34-15,0 1-31 0,7 7-12 16,-1 7-8-16,3-1 4 15,7 6-10-15,7-7 19 16,3 2-18-16,3-7 16 16,-2 3-17-16,-5 13 13 15,-13 0-14-15,-9 8 11 16,-5 21-6-16,-1 3 2 16,-5 2 0-16,-3 0-6 15,-1 4 20-15,-3-2-28 16,-6 0 23-16,4 2-18 15,-5 1 7-15,1-3 2 0,1 4 0 16,1-7 4-16,-3-4-8 16,-5-9 11-16,-9-6-13 15,-5-4 16-15,-3-6-20 16,0-4 7-16,-2 0 2 16,0 0-9-16,0 0 10 15,0 0-3-15,0 0-7 16,0-4 2-16,0-1 3 15,0 0 3-15,0 1-55 16,0-5-13-16,-9-2-215 0</inkml:trace>
  <inkml:trace contextRef="#ctx0" brushRef="#br0" timeOffset="99399.63">14710 12631 604 0,'0'0'151'0,"0"0"-151"0,0 0 14 0,0 0 10 15,0 0 92-15,0 0-96 16,0 0 9-16,-48 125-28 16,48-98 62-16,0 11-13 0,0 9-16 15,0 7-27-15,0 6 4 16,0-2-11-1,0 2 0-15,-2-2 5 16,-2 0-3-16,0 3 10 16,-3 3 4-16,0 0-22 15,0-3 14-15,1-2-7 0,-1-7 0 16,3-10 0-16,-1-8 8 16,5-7-3-16,0-8-9 15,0-2 17-15,0-3-23 16,2-3 23-16,10 6-23 15,3-1 15-15,3 0-12 16,4 0 3-16,0-4-6 16,5-2 3-16,8 2 12 15,6 0-10-15,8 0 21 16,6 2-20-16,6-2 6 16,7-2-3-16,-1 0 7 0,5 4-5 15,1-4-2 1,0 6 5-16,4 0-5 15,-8-2 9-15,-1 0-7 0,-2-1 9 16,-6-4-18-16,-1-1 13 16,1-2-6-16,6-2 0 15,-4 5 5-15,1-5-5 16,1 4 11-16,3-1-11 0,6 2 16 16,3-9-22-1,4 0 13-15,1 0-11 0,-2 0 6 16,6-6-2-1,2 2 0-15,0 0 1 0,-7 4-11 16,-4 0 27-16,-9 0-17 16,-9 0 5-16,0 0 4 15,0 4-3 1,2-4-12-16,-2 0 6 0,-1 0 0 16,-1 0-7-1,4 0 17-15,5 0-15 0,9 1 18 0,1 8-19 16,10-2 14-1,4-5-5-15,7-2-1 16,0 0-2-16,-13 0 0 16,-12 0 4-16,-13 0-7 15,-7 0 10-15,2 0-14 16,3 9 22-16,4 3-29 0,-6 1 21 16,-4-8-11-1,-11 0 4-15,-12-1 0 0,2-4-7 0,-1 5 14 16,3-5-13-16,6 0 18 15,2 0-1 1,11 0-10-16,9 0 18 16,13 0-16-16,5-11-3 15,2 0 0-15,-2-3 7 16,-2 0-14-16,-7 2 14 16,-12 2-1-16,-14 4 3 15,-15-1-11-15,-7 7 8 16,-2 0-12-16,11 0 2 15,4 0 4-15,10 0 2 16,10 0 5-16,7-5-4 16,2-4 13-16,-1-1-24 15,-10 7 15-15,-11-7-14 0,-11 10-1 16,-11-4 8-16,-1 4-5 16,0 0 11-16,-2 0-13 15,3 0 16-15,2 0-9 16,-2 0 13-16,2 0-19 15,-5 0 13-15,-3-5-8 16,-6-8 1-16,-4-5-3 16,-2-7-1-16,0 1 8 15,0-8-17-15,0 0 29 0,0 0-28 16,0-8 20 0,0-5-16-16,0-2 16 0,0-18-8 15,19 0 6 1,0-12-2-16,-1-5-1 0,-5-1 6 15,-5 14-18 1,-8 6-4-16,0 14 5 0,0 8-5 16,0 5 7-16,0 2 6 0,0 1-16 15,2 2 13 1,-2-5 3-16,0-3-18 0,0-5 13 16,0 6-5-1,0 2 2-15,-8 6 5 16,2 6-1-16,-1 0 2 0,5 4 2 15,-4 4 0-15,2 2-9 16,-2 8 20-16,2-2-12 16,0 4 14-16,-3-4-2 15,-2-2-5-15,-7-4-12 16,6-4 3-16,-11-4 2 16,1 6-6-16,-2 2 14 15,-2 5-14-15,-3 5 22 16,-9 4-11-16,-11 0 3 15,-4 0-4-15,2 0 3 0,5 0-6 16,1-1 0 0,-1-6 4-16,-6 4-11 0,-10 3 17 15,-9 0-22 1,-6 6 30-16,-6 12-36 0,1 1 14 16,4-1-1-1,5-5-4-15,6-7 4 0,6 0-4 16,5-6 18-1,2 0-18-15,4 0 25 0,-10 0-32 16,-4 0 32-16,-8 0-30 16,-8-6 18-16,-4 3-4 15,-3 0 14-15,5-3-12 16,4 2-2-16,5-4 10 16,0 4-26-16,4-2 24 15,5 3-16-15,-4 3 5 16,2 0 1-16,1 0-1 15,-5 3 3-15,-1 5 0 0,0-2 5 16,-7-2-18-16,-2 2 34 16,-2 0-41-16,-3-2 26 15,5 4-12-15,2-4 6 16,14-2 0-16,1-2 0 16,7 0 4-16,4 0-11 15,1-2 14-15,2-10-17 16,-2 2 23-16,-4 1-21 15,-5 2 14-15,-2-1-12 16,0 5 2-16,0 0 2 0,2-1-1 16,-3-2 6-1,5 3-14-15,1 2 28 0,4-1-36 16,2 2 28 0,7 0-17-16,1 0 10 0,7 0-2 15,1 0 0 1,4-3 0-16,4-7-5 0,4 2 10 15,0 1-18-15,4 0 29 0,1 6-25 16,-2-5 14 0,-2 4-9-16,-2-2 4 0,-3-2-1 15,-6-1-3 1,2 1-10-16,-2 1-1 0,-3 0 27 16,1 3-26-1,-2-4 28-15,-5 2-13 0,1-1 0 16,-1 1-1-16,3-1 0 15,6 5 1-15,2 0-5 16,2 0 10 0,-2 0-20-16,-5 0 30 0,-3 5-16 15,-1 1 9-15,7-3-3 16,8 0-6-16,9-3 0 16,6 0-1-16,3 0 14 15,5 0-28-15,-2 0 4 16,-4 4 4-16,-6-1-34 15,-1 8 11-15,-5-2-57 16,3 3-13-16,6-7-104 16,2-5-403-16</inkml:trace>
  <inkml:trace contextRef="#ctx0" brushRef="#br0" timeOffset="180344.56">16765 13054 108 0,'0'0'251'0,"0"0"-152"0,0 0-54 0,0 0 56 15,0 0-43 1,0 0-21-16,0 0-37 0,0 0 0 16,-8 0 0-16,8 0 6 15,-2 0 33-15,-3 0 12 16,5 0 17-16,0 0-45 16,0 0-3-16,-2 0-10 15,0 0 19-15,2 0-17 16,0 0 2-16,0 0-8 15,0 0-6-15,0 0 0 16,0 0 6-16,-2 0-11 16,-3 0 16-16,2 0-22 15,-1 0 21-15,0 0-19 16,-3 0 9-16,3 0-2 16,-3 0 2-16,2 0 0 15,-1 0-9-15,-3 0 19 0,3 0-9 16,1 0 10-16,-4 0-22 15,2 2 18-15,-4 6-13 16,0 0 6-16,0-2-4 16,4 2-1-16,1-3 10 15,-2 4-12-15,2 1 20 16,-3 0-21-16,1 0 16 16,-2 4-12-16,-1-4 4 15,5 0 0-15,2-6-2 16,-4 6 4-16,4-4-9 15,-1 4 14-15,-1 0-7 0,4 0 9 16,-6 1-18 0,4-3 13-16,0 6-9 0,-1-4 5 15,5 4-1-15,0-5 0 16,-2 0 2-16,2-4-12 16,0 2 6-16,0-1 2 15,0-1-5-15,0 4 4 16,0 1 4-16,0 0 0 0,0-4-1 15,0 6 1 1,0-5-7-16,0 2 14 0,0-6-21 16,0 4 9-1,2-5 3-15,3 4-22 0,-1 0 23 16,4 0-3 0,-8 0 4-16,4 2-6 0,-4 0 12 15,2-2-3-15,-2-2 6 16,2 2-11-16,0 0 10 15,0-4-16 1,3 2 8-16,-3 2 0 0,0-1 0 16,-2 1 1-16,0 1-2 15,2-3 3-15,-2 2 20 16,0 0-20-16,6-2-4 16,-4 2 9-16,2-2-17 15,-2 1 10-15,0 0-1 16,-2 1-6-16,5 0 14 0,-5 0-16 15,0 3 22-15,2-6-18 16,0 1 10 0,0-2-10-16,0-2 5 15,0 4-4-15,-2-2 3 16,3 1 1-16,0-2-4 16,-3 3 13-16,2 0-13 0,0 0 12 15,-2 2-13-15,6 0 7 16,-3-2-4-16,-1 5-2 15,2-3 4-15,0 4-4 16,4-2 13-16,-4-1-16 16,-2 1 17-16,3 1-16 0,-5-6 12 15,2 2-12 1,2-4 1-16,0-1 4 0,-1 3-7 16,-1-3 6-1,0 0-6-15,-2 0 16 0,0 0-13 16,0 0 19-16,0 0-23 15,5 0 14-15,-3 2-7 16,1-2 2-16,1 4 0 16,-4-4-7-16,4 1 16 15,0 3-9-15,-1 0 8 16,3-1 0-16,2 1 0 16,-6-4-15-16,6 2 10 15,-3-1-6-15,-1 2 3 16,3-2 0-16,-7 2-6 15,5 0 19-15,-1-1-14 0,3 2 8 16,-1-4-14 0,4 5 14-16,-2-4-13 15,1-1 11-15,-3 3-5 16,0-3 0-16,-2 0 12 0,2 0-6 16,-3 0-1-1,1 0-2-15,-2 2 0 0,2-2 10 16,1 2-13-16,0-2 3 15,4 0-3-15,-3 2 3 16,3-2-9-16,2 0 13 16,-2 0-7-16,0 0 12 15,0 0-17-15,0 0 10 0,0 0-9 16,0 0 4 0,0 0 0-16,-1 0-1 0,3 0 2 15,1 0-7 1,-3 0 20-16,-1 0-23 0,2-2 18 15,-4 2-18-15,-1 0 9 16,-1 0-1-16,0 0 1 16,1 0 0-16,4-2-10 15,-2 0 23-15,1-2-26 16,4-2 26-16,-1 1-22 16,-3 2 13-16,0 0-8 15,-4 2 3-15,-2-2 1 16,5 2-3-16,-3-1 7 15,3-2-11-15,0 1 19 16,2-2-14-16,-3 1 3 16,-4 0-2-16,5-1-5 15,-5-1 6-15,0 6 0 0,6-3 7 16,-4-3-20-16,0 2 27 16,1 0-26-16,-1-5 22 15,0 5-12-15,4-1 2 16,-4-2-1-16,2 4 0 15,-1-3 1-15,-1 1-8 16,-2-3 18-16,4 5-18 16,-6-4 23-16,2 1-28 0,0-3 26 15,-2 0-20 1,6-7 7-16,-1 8-1 0,-3-8-3 16,4 9 2-1,-1-4-10-15,-2-3 24 0,-1 2-21 16,0-8 18-1,0 6-15-15,2 2 7 0,-1 2-2 16,-3 3-4-16,0 0 5 16,0 3-6-16,0 0 14 15,0-2-9-15,0-3 12 16,0 2-18-16,0 0 14 16,0-2-14-16,0 1 6 15,0 2-1-15,0-1-8 16,0 1 10-16,0-1-3 0,0-2 11 15,-3 4-1-15,-3-1-2 16,-1-4-9 0,0 2 17-16,1 2-12 15,-1 0 14-15,3 1 1 16,-4-3 5-16,4 7-20 0,0-8 15 16,-1 9-3-16,5-4-16 15,0 3 12-15,-2-2-18 16,-4-1 8-16,6-2-3 0,-5 1-8 15,-2-2 2 1,1 1 5-16,-1 1 10 0,1-4-11 16,-2 4 15-1,4-4-17-15,-5 8 8 0,5-5-5 16,-3 1-6 0,3 1 4-16,-1-2 2 15,-2 2-2-15,5 0-8 16,-2 0 30-16,-3 2-22 0,5-2 14 15,-2 1-14-15,-4-2 7 16,2-1-2-16,-3 0-7 16,1-2-12-16,-2 2 13 15,-1 0 4-15,0-1-6 16,-2 4 20-16,2-2-19 16,-5-4 18-16,7 1-9 15,-2 0 0-15,-3 0 0 16,10 2-4-16,-4 2 12 15,0-2-16-15,-1 5 16 16,-1-2-19-16,-2 1 22 0,-3 1-14 16,6-2 3-16,-5-1 0 15,1 2-4-15,2 0 7 16,0 0-7-16,2-2-4 16,3 4 7-16,-2 0-71 15,-5 0-115-15,2 0-97 16</inkml:trace>
  <inkml:trace contextRef="#ctx0" brushRef="#br0" timeOffset="182789.43">15651 12926 272 0,'0'0'131'0,"0"0"-72"0,0 0-29 0,0 0 1 0,0 0-26 0,0 0-2 16,0 0 9-16,-41 26 20 16,36-26 25-16,-2 4-4 15,2-2 52-15,-1-2-90 16,4 4 17-16,-5-2-19 16,1 0 26-16,-4 4-38 15,2-2 0-15,-3 9-1 0,-1-5 3 16,-1 1-13-1,-1 1 21-15,1 2-7 0,7 0-4 16,-6-2 6 0,6 2-3-16,-3-2-6 15,2-2 3-15,-2 8-2 16,2-2-5-16,-3 0 14 0,1-2-12 16,-1 0 21-1,2-2-21-15,1 0 10 0,-2 2 9 16,2-2-7-16,3 0 1 15,0-2-5-15,-1 2-2 16,1-1 5-16,2-3 0 16,0 4 2-16,-2 0 0 15,0-1 18-15,4 1-24 0,-2-2 9 16,0 1-9 0,2-4 1-16,0 3-3 0,0 2 7 15,0 5-13-15,0-1 14 16,0-3-9-16,0 6 2 15,0-8-2-15,0 0-24 16,0-3 17-16,2 0 1 16,4-2 3-16,2 2 1 15,1 0 6-15,-1 0-9 16,-1 0 15-16,2 2-18 16,0-2 4-16,-1-2 5 15,2 0 0-15,-1-2 3 16,-3 8-16-16,1-5 28 15,2 1-25-15,-2 1 14 16,-1-1-4-16,5 0 0 0,-1 0 0 16,-2-4-1-16,3 4 0 15,1-2 1 1,-4 1 0-16,1-4-9 0,1-1 18 16,-4 4-11-16,3-4 5 15,-3 0-6-15,4 0 7 0,-2 0-4 16,-1 0 0-1,4 0 3-15,-4 0-7 0,0 2 9 16,3-2-15 0,2 4 21-16,-1 0-12 0,0-2 2 15,3-2-2 1,-1 0-5-16,3 0 6 0,-3 0 1 16,1 0 8-1,-8 0-18-15,7 0 20 0,-3 0-25 16,-2 0 34-16,1-2-37 15,-3-2 23-15,2 0-6 16,-2-2 0-16,1 2 1 16,-1 1 2-16,1-6 0 15,4 5 1-15,-2-2 11 16,5 0-23-16,-3-2 16 16,-3 4-16-16,4-2 9 15,-3 0-1-15,-1-2 0 16,1 6-1-16,1-2 1 15,-2-4 4-15,1-2 21 16,1 4-18-16,-2-4-6 0,3 4 4 16,-1-2-4-1,-2-2-1-15,3 0-1 16,1-3-9-16,-1 0 20 16,-3-4-14-16,1 4 20 0,-2-1-25 15,0 4 18-15,-3-4-18 16,0 3 10-16,1 1-1 15,-1-4 3-15,1 5 2 16,-3-2-5-16,1 1 8 16,-1 0-4-16,2-4 0 15,-4 3-8-15,4-4 9 0,-4 5-16 16,0 0 11 0,0 2 0-16,0-2 2 0,0 4 4 15,0 2 20 1,0-2-15-16,0 2-11 0,0-2 10 15,0 2-19-15,-4-5 9 16,-2-2-1-16,-4 3 1 16,1-4 0-16,5-1-14 15,-7 5 28-15,9-3-26 16,-3 3 24-16,0-2-20 0,-1 2 16 16,0-3-15-1,-1 6 7-15,-3-5-8 0,6 0 2 16,0 2-4-16,-3 0 0 15,3-1 17 1,-2 2-14-16,-2-1 14 0,4 4-15 16,-5 0 14-1,3 2-10-15,-2-2 4 0,4 4 0 16,-3 0 5-16,3-3-2 16,0 2-6-16,-3-1 6 15,0-2-11-15,0-2 4 16,-1 1 0-16,-1 1-1 15,-3 0 5-15,6-1 0 0,-1 5 7 16,5-2-22 0,-2-2 15-16,-1 1 0 15,0-1-13-15,-1 0 8 16,-1 2-1-16,-4-1 4 0,4-3 1 16,-6 2-4-1,1-5 2-15,0 8 6 0,-5 1-6 16,-2 0 7-16,5 0-7 15,-3 0 6-15,-1 1 5 16,0 14-8-16,0-6-1 16,5 8-5-16,1 5-22 15,2 0-57-15,-1-3-263 16</inkml:trace>
  <inkml:trace contextRef="#ctx0" brushRef="#br0" timeOffset="186589.56">17201 13172 138 0,'0'0'58'0,"0"0"-42"0,0 0 10 0,0 0 39 0,0 0-54 15,0 0 7 1,0 0 35-16,-8 8 29 16,8-8-41-16,0 0-8 15,0 0-6-15,0 0-9 16,0 0 14-16,-2 0-28 15,2 0 24-15,0 0-15 16,0 0 8-16,0 0-8 16,0 0 8-16,0 0-18 15,0 0-3-15,0 0 0 16,0 0 8-16,0 0-17 16,0 0 19-16,0 0-9 0,0 0 4 15,0 0 9-15,0 0-4 16,0 0 24-16,0 0-10 15,0 0-14-15,0 0 1 16,0 0-10-16,0 0 24 16,0-6-21-16,2-4 41 0,12 0-27 15,-7 0 16 1,3 0-24-16,0 3 2 0,3 0-8 16,-7-1-1-1,6 0-6-15,1 1 6 0,-2 1 1 16,1 1 8-16,-2-1-19 15,1 0 14-15,7-4-11 16,-5 2 4-16,6-1-2 16,-5 2-1-16,1 1 3 15,-2 0 1-15,-2 2 12 16,5-4-23-16,-3 6 15 16,-2-6-10-16,5 4-12 15,-3-1 5-15,-2-1 12 16,5 5-1-16,-5-3-8 15,-1 0 18-15,-2 4-15 0,1-6 8 16,3 4-4-16,-2-6 4 16,3 1-3-16,8-2 1 15,-3 0 0-15,1 2-10 16,-3-1 25-16,-3 4-24 16,1 0 22-1,-1 4-26-15,0 0 16 0,-1 0-5 16,3 0 4-16,-3 0-3 15,3 0 1-15,-1 0-3 16,-1-4-2-16,3 2 10 0,-1-4-3 16,7 2 8-1,-4-4-17-15,6 1 13 16,-5 6-12-16,2-3 6 16,-5 4-4-16,7 0 2 0,-6 0 2 15,1 0-7 1,0 0 27-16,-4 0-34 0,3 0 19 15,-1 0-5-15,4 0 0 16,-5 0 1-16,-1 0-7 16,4 0 8-16,-5 0-7 15,3 0 10-15,0 0-3 16,1 0 2-16,1 0-8 16,-5 0 6-16,5 0-2 15,-3 0 0-15,2 0-6 16,2 0 6-16,-1 0 0 15,0 0-16-15,-2 0 34 16,-4 0-28-16,0 0 20 0,-1 0-20 16,-1 0 7-16,0 0 3 15,3 0 0-15,1 0-3 16,-1 1-6-16,3 3 18 16,-1 0-8-16,1 1 10 15,-3-1-20 1,1-2 17-16,1 2-8 0,-4-2 0 15,1-1 3-15,-1 2-9 16,-3-1 12-16,4-2-10 16,-3 2 20-16,2-2-30 0,-2 2 28 15,2-2-21 1,-2 5 14-16,-2-2-11 16,2 1 4-16,-1-2 0 15,-1 0-2-15,0-2 7 0,-5 0-11 16,7 0 20-16,-5 0-15 15,1 0 2-15,-3 2-2 16,0-2-7-16,0 1 6 16,1-1 2-16,-3 3 0 15,0-3-10-15,2 0 28 0,-2 0-29 16,0 0 16 0,0 0-10-16,0 0-13 15,3 0-39-15,1 0-195 16,0-3-131-16</inkml:trace>
  <inkml:trace contextRef="#ctx0" brushRef="#br0" timeOffset="187370.24">18695 12803 6 0,'0'0'359'0,"0"0"-226"0,0 0-55 0,0 0 27 0,0 0-20 0,0 0-10 15,-20 0-39 1,20 0 32-16,0 0-55 0,0 0 10 16,0 0-23-16,0 0-3 15,0 0 2-15,0 5-10 16,9 1 6 0,2 3 10-16,2 1-10 0,3 0 16 15,-1 0-23-15,4 2 14 16,-3 1-2-16,1-4 0 15,-1 6-11-15,-5 1 10 0,-3 0-25 16,-3 0 20 0,-5 0 4-16,0 0-9 0,0 2 22 15,0-2-3 1,-13 4-7-16,-10 0-2 0,4 2 1 16,-4-4-4-1,-1-2-3-15,6-4 14 0,2-2-4 16,3-5 4-16,4-5 6 15,2 0-5-15,3 0 31 16,0 0 2-16,4 0-2 16,0 0-38-16,0-12 11 15,0-3-24-15,0 0 30 16,0 7-20-16,0 3 9 16,0 1 6-16,0 4-12 0,0 0-1 15,0 0 0 1,0 0 6-16,0 0-14 0,0 0-9 15,0 0-60-15,0 0-243 16</inkml:trace>
  <inkml:trace contextRef="#ctx0" brushRef="#br0" timeOffset="191919.37">15884 12837 16 0,'0'0'85'0,"0"0"-26"0,0 0 109 16,0 0-38-16,0 0-85 16,0 0-29-1,0 19-5-15,0-16-11 0,0-1 1 16,0 5-5-16,0-6 8 16,0 6-8-16,0-5 15 15,0 3 7-15,0-1 25 16,0 0-9-16,-3-1-12 15,3-3-8-15,0 0 2 16,0 0-8-16,0 0 61 16,0 0-51-16,0 0 13 0,0 0-18 15,0 0 0 1,0 0 9-16,0 0-2 16,0 0-4-16,0 0-3 15,0 0-1-15,0 0-2 0,0 0-2 16,0 0 4-1,0 0-2-15,0 0-10 16,0 0 15-16,0 0-15 0,0-7 0 16,9-2-9-16,2-4 15 15,3 1-13-15,-1 0 14 16,3-1-12-16,1-1 21 16,4-3-23-16,-3 7 11 15,-3 2-7-15,1 0 3 16,-1 1 0-16,1-1-5 15,-3-1 15-15,2 3-20 16,-1-2 19-16,1 2-9 16,1-2 0-16,-3-2 0 0,3 4-4 15,-1-2 4-15,1-4-1 16,-3 4 6-16,-1 2-15 16,3 1 20-16,1 0-17 15,-3 1 13-15,3 0-11 16,-3-2 10-16,3 4-8 15,-1-2 7 1,2 0-4-16,-2-3 0 0,-1 6 2 0,3-5-2 16,1 4 8-1,-3-2-11-15,3-2 10 0,-2-2-3 16,0 2-4 0,3-2 0-16,1 2 8 0,9-4-1 15,-2 5 8 1,4 1-7-16,1-1 8 0,-5 3-15 15,-1-2 0-15,-2 0 12 0,-1 1-9 16,-3 0-4 0,-3-1 7-16,2 1-16 0,-4 0 18 15,3 0-9 1,-5 2 14-16,5-1-15 16,-2-2 8-16,4-1-7 15,6 4 0-15,-1-3 0 0,4 0 0 16,-2 0 5-1,-2-1-9-15,-6 4 13 0,-1-2-9 16,-7-1 9 0,7 4-9-16,-7 0 5 15,7 0-3-15,0 0-1 16,-2 0 1-16,5 0-4 0,-2 0 4 16,7 0-6-16,-3 0 14 15,-4-1-13-15,6 1 6 0,-4 0-6 16,-6 0 3-1,5-3 0-15,-7 0 0 0,3 3 0 16,-1-2-2 0,-1 2 8-16,1 0-10 0,-1-3 11 15,-1 3-12 1,3 0 7-16,-3 0-4 16,3 0 1-16,1-1 1 15,2-4-2-15,0-1 6 16,1 1-9-16,1-3 19 15,-8 5-23-15,3-1 18 0,-8 1-17 16,3 3 11-16,-1 0-3 16,1 0 0-16,-1 0 0 15,0 0 2-15,1 0 9 16,4 0-10-16,-3-3 5 16,-1 2-10-16,-1-2 8 15,4 1-3-15,-7 2-1 16,3-1 0-16,0 1 6 0,1-2-1 15,-3-1-10-15,2 3 22 16,-1-1-30-16,2 1 27 16,-2-3-21-16,0 1 7 15,-1 1-2-15,-3 1 1 16,2 0 0-16,-3 0-2 16,-1 0 6-16,-3 0 0 15,2 0 7-15,-2 0-17 16,0 0 8-16,0 0-1 0,2 0 0 15,4 0-1 1,-1 0-7-16,-3-3 16 0,5 3-16 16,-5-2 21-1,5 2-25-15,-3 0 24 16,-4 0-23-16,2-2 18 16,-2 2-7-16,0 0 0 0,0 0-5 15,3 0-4 1,-1 0 18-16,-2 0-11 0,6-4 17 15,0 4-18-15,2-4 6 0,5 1 1 16,1 3-2 0,-3-3-2-16,1 1 0 0,-2 2 7 15,-1 0-20 1,3 0 28-16,-1 0-22 16,-1 0 14-16,0 0-14 15,1-2 10-15,2 2-5 16,-2-2 2-16,-4 2 0 0,6 0-8 15,-4 0 22-15,0 0-24 16,6 0 23-16,-3 0-23 16,3 0 18-16,1-3-15 15,-1 2 7-15,3 0 0 16,-5-4-3-16,8 4 6 16,-5-4-9-16,1 5 19 15,1 0-21-15,0 0 16 16,-2 0-16-16,1 0 8 15,1 0 0-15,-1 0 0 16,2 0 1-16,-3 0-11 16,-5 0 21-16,1 0-15 15,0 0 15-15,1 0-22 16,5 0 15-16,4 0-10 16,3 0 5-16,-1 0 1 15,-1 0-2-15,-4 0 7 0,4 0-12 16,0 0 18-16,-6 0-22 15,1 0 17-15,0 0-14 16,-3 0 9-16,4 0-1 16,-2 0 0-16,1 0 2 15,-3 0-9-15,3 0 14 0,-7 5-14 16,3-4 21 0,1-1-25-16,1 3 19 0,2-3-15 15,2 0 7-15,0 0 0 16,0 0-5-16,2 2 13 15,1-2-16 1,-4 1 23-16,2 0-23 16,-3 2 16-16,1 1-16 0,2-2 9 15,-1 1-1-15,2 2 0 16,-4-1-1-16,1-2-3 16,0 2 8-16,-9-1-8 15,2-2 17-15,-5-1-22 16,-1 5 17-16,1-4-15 0,0 2 7 15,-1 0-1 1,5-3 0-16,-1 2 2 0,-2 1-4 16,1-3 14-1,-2 1-20-15,-3 2 18 16,6-3-17-16,-4 5 11 16,3 0-3-16,2 0 0 0,-2-1-2 15,2 0-5 1,1 1 14-16,-2 1-11 0,1 0 16 15,3-3-22 1,-5 1 21-16,5 0-20 0,-1-1 9 16,-5 1 0-16,4-2-2 15,-1-1 5-15,-3 2-9 16,0 1 21-16,-4 0-27 16,3-3 20-16,-3 4-9 15,2-4 1-15,-1 2-4 0,2-1 4 16,-3-1 0-1,3-1-4-15,-3 3 14 16,1-3-21-16,-3 0 24 16,2 3-23-16,-1 0 18 15,1-3-16-15,1 2 11 16,-1 0-4-16,0 0 1 0,1 2 0 16,4 2-7-16,0-4 22 15,0 5-26-15,-1-3 24 16,0 1-20-16,-2-5 7 15,1 4 0-15,-1-1-2 16,2 0 3-16,-4 0-6 16,-2 2 10-16,0-1-13 0,2-2 23 15,3 4-28 1,-1-2 26-16,2 2-25 0,-4 2 17 16,3-2-5-1,-3 0 0-15,-2-2 1 0,2-4-7 16,1 8 17-16,-5-6-22 15,3 2 22-15,1 0-16 16,1 1 5 0,-3-4 0-16,2 5-2 0,-2-5 0 15,0 5 2-15,3-3 0 16,-3 3 1-16,0-2 6 16,3 2-14-16,-3-2 14 0,3 2-15 15,-3 2 13 1,2-1-7-16,3 2 2 0,-3-1 0 15,1 0-5-15,0 0 25 16,-1 2-32 0,-2-3 19-16,0 0-11 15,0 1 4-15,-2-2-3 16,3 0 1-16,1-2 2 0,-2 8-5 16,2-2 11-16,-1 0-10 15,0-2 18-15,-1 1-21 16,-2-3 15-16,0 0-13 15,0-3 12-15,0 4-10 16,2-3 3-16,0 2 0 16,-2 2 0-16,0 0 4 15,0 0-8-15,0 6 13 16,0-4-16-16,0 1 10 16,0-1-6-16,0 1 3 15,0-3 0-15,0 2-7 16,0 3 17-16,0-5-22 0,0 1 26 15,0 1-22-15,0 0 15 0,0 4-14 16,0 0 8 0,0-2-2-16,-2 2 1 15,-2 0 0-15,-2-4-5 16,4 2 18-16,0-4-24 16,0-2 25-16,-5 5-25 15,7 1 13-15,-2-3-3 0,-2 1 1 16,0-2 0-1,1 1-5-15,-2-4 10 0,3 4-13 16,-2 0 21-16,-3 1-14 16,5-4 5-16,-2 2-8 15,2 0 0-15,-1-4 4 16,1 5-1-16,-3 0 4 16,-2-3-3-16,1 5 8 15,0-5-16-15,1 2 18 16,-2 0-17-16,7-2 9 15,-5-1-4-15,3 0 2 16,-2 1 0-16,0-2 0 16,-1 2 6-16,3 0-15 0,0-2 21 15,-2 4-14 1,-4-4 8-16,4 1-12 16,2 0 14-16,-5-2-8 0,5 3 0 15,-2-1 1-15,-4-3 5 16,4 4 0-1,0-4-9-15,-5 0 13 0,5 0-1 16,-4 2 0-16,0 0 14 16,3 2-23-16,-3 4 5 15,-2-4-5-15,4 0 11 16,1-2-17-16,3-4 20 16,-2 8-22-16,2-6 16 0,0 0-16 15,-1 0 8 1,1-2-2-16,2 0 1 15,0 4-31-15,0 0-2 16,0-2-45-16,0 2-2 0,0 0-33 16,0-2-47-16,0-2-99 15,0 0-30-15,0 0 76 16</inkml:trace>
  <inkml:trace contextRef="#ctx0" brushRef="#br0" timeOffset="192819.56">19462 13254 454 0,'0'0'93'0,"0"0"-70"0,0 0 78 0,0 0 13 0,0 0-104 16,0 0 10-16,0 0 9 15,0 0 45-15,0 0-49 16,0 0 21-16,0 0-23 15,0 0-8-15,0 0-15 0,0 12 0 16,0 2-7 0,0 3 16-16,-7-2-7 0,5 4 8 15,-2 1-1 1,-4 4-8-16,2 0 6 16,-1-2 4-16,1 0-16 15,1-7 5-15,5-4 0 16,0-1-8-16,-3 0 16 15,1-2-13-15,0 0 12 0,0 1-10 16,2-8 7-16,0 3-5 16,0-4 1-16,0 0 0 15,0 0 0-15,0 0 2 0,0 0-4 16,0 0 4 0,0 0-2-16,0 0 0 15,0 0 0-15,4 0 1 16,6 0-1-16,3 0 0 0,1 0 0 15,-1 0-4 1,2-4 12-16,1-6-1 0,2 0 5 16,2 0-5-16,-4 4 3 15,-1 6-10-15,-3 0 0 16,-4 0 4-16,3 0-10 16,-1 0 13-16,-2 0-14 15,-6 0 19-15,7 0-20 16,-7 0 15-16,2-4-14 15,-1 4 10-15,-3 0-3 16,0 0 1-16,0 0 4 16,0 0-1-16,0 0 1 15,0 0-4-15,0 0-1 16,0 0-15-16,0 0-154 16,-5 0-626-16</inkml:trace>
  <inkml:trace contextRef="#ctx0" brushRef="#br0" timeOffset="203221.41">17474 12991 205 0,'0'0'48'0,"0"0"-48"0,0 0 8 0,0 0-4 16,0 0 29 0,0 0 2-16,0 0 11 0,0 0 4 15,0-5-10 1,0 5 14-16,0 0 21 0,0 0-25 15,0 0-13-15,0 0-28 16,0 0-9-16,0 0 5 16,0 0-13-1,0 0-19-15,0 0 24 0,0 0 3 16,0 0 9-16,0 3 10 16,-2 4 27-16,-5-1 19 15,3 6-28-15,0-4-9 16,-1 0-19-16,1 1-6 0,-1-4 0 15,0 5 5 1,-3 0-8-16,-3 0 0 16,-1 2-2-16,-1-2 6 0,-1 2-1 15,1-2 0 1,-1 2 11-16,1 2-4 0,-5 0 10 16,1 2-20-1,1 0 0-15,1 1-3 0,1-8 1 16,5 0 0-16,5-6 4 15,2-1 0-15,2 1 9 16,-2-3-14-16,-1 6 5 16,1-1-4-16,-2 4 0 15,-3-5 2-15,4 1-2 16,3-5 4-16,0 0-15 0,0 0 26 16,0 0-29-1,0 0 26-15,14 0-14 0,1-9 6 16,10-1-2-16,-2 0 0 15,-2-1 0 1,0 5-10-16,3-2 20 16,-1 7-22-16,-4-2 15 15,-3 3-3-15,2 0 3 0,-2 0 2 16,-3 0-5-16,-2-4 0 16,2-2-2-16,-4 1 5 0,5-1-14 15,-5-3 27 1,-3 3-26-16,-2 6 17 0,0-2-10 15,-2 2 4 1,-2-2-2-16,0 0 1 0,0 0 0 16,0 0-7-16,2 2 14 15,-2 0-8 1,0 0 4-16,0 0 9 0,0 0-11 16,0 0 10-1,0 0-11-15,0 0-6 0,-14 8-54 16,-8 6-216-16,-5-1-153 15</inkml:trace>
  <inkml:trace contextRef="#ctx0" brushRef="#br0" timeOffset="204110.68">17340 13141 355 0,'0'0'153'0,"0"0"-153"0,0 0 10 0,0 0-6 0,0 0-4 0,0 0 0 16,0 0 0-16,7-1 1 15,-7 1 62-15,0 0-30 0,0 0 12 16,4 0-32-16,-2-4 14 16,4-2-27-16,-2-4-1 15,9 2-1-15,-3-2 4 16,3-6 15-1,-3 2 18-15,4-4-16 0,1-2-4 16,1-2-27-16,2-1 12 16,-2 0-26-16,-3 3 2 15,-2 8 22-15,-4 4 0 16,-3 8 4-16,-4 0-1 0,0 0 18 16,0 0-5-1,0 0-11-15,0 0 23 0,0 0 26 16,-2 11-14-16,-9 4-36 15,0-1 2-15,4-4 0 16,3-4-2-16,-1-2 13 0,5-4-5 16,0 0-15-1,0 0 5-15,0-4-12 16,18-14-16-16,2-6 27 16,-3 2-3-16,-1 1-9 0,1 10 5 15,-11 3 16-15,-4 8-9 16,-2 0 8-1,0 4 21-15,-6 16-20 0,-15 4-8 16,1 0 0 0,3-4 0-16,1-1-6 0,0-6 13 15,7-1-21-15,7-6 14 16,2-2-3 0,0-4-33-16,0 0-15 15,0 0-15-15,0 0 27 0,11-8 30 16,5-11 9-16,0-2-5 15,3 3 11-15,-7 1-12 16,-4 12 6-16,-1 3-4 0,-7 2 7 16,0 0-3-1,0 13 19-15,-17 12-18 16,-4 3-2-16,3-4 7 16,7-2 37-16,0-4-27 0,7-4-16 15,-1-8-50 1,5-1 17-16,0-5-88 15,0-11-224-15</inkml:trace>
  <inkml:trace contextRef="#ctx0" brushRef="#br0" timeOffset="208372.83">16111 12641 200 0,'0'0'117'0,"0"0"-105"15,0 0 51-15,0 0 44 0,0 0-84 16,0 0-6 0,0 0-13-16,-13 0 16 0,13 0 50 15,0 0-43-15,0 0 46 16,0 0 2-16,0 0-17 16,0 0-47-1,0 0-9-15,0 0 8 0,0 0-1 16,0 0-12-16,0 0 11 15,0-2-12-15,0-2 6 16,0 4-4-16,0 0-3 16,0 0 4-16,0 0 1 0,0 0 0 15,0-4-7 1,0 4 0-16,0-6 0 0,0 0-21 16,0 3 28-16,0 2 0 15,0 1 1-15,0 0-1 16,0 0 26-16,0 0-16 0,0 0 0 15,0 0-20 1,-3 1 9-16,-6 14-2 16,-4 5-5-16,-3 0 7 15,-1 4-9-15,0 0 10 0,0 2 16 16,1-2-9 0,1 0-9-16,1-3 16 15,3-2-21-15,1-5 14 16,0-2-7-16,6-2 0 15,-1-1 0-15,1-4-2 0,2-1 5 16,0 5-3-16,0-8 4 16,2 4 8-16,0-5-3 15,0 0-15-15,0 0 11 16,0 4-6-16,0-2 2 16,6 2 1-16,5-2-2 15,3-2 5-15,1 0-12 16,5 0 23-16,3 0-32 15,0 0 34-15,4-5-16 0,2-2-1 16,-4 2 9 0,-2 2-2-16,-4 0-7 15,-3-1-1-15,-1 4 2 0,-3-1-2 16,1-3 10 0,-4 0-20-16,-4-1 5 0,-1 4 3 15,-4 1-1-15,0 0 3 16,0 0 11-16,0 0-4 15,0 0 42-15,0 0-31 16,0 0-2-16,-7 0-12 16,0 0-4-16,-4 4 0 15,3 2-1-15,-6-1 1 16,-3 5 0-16,1-1 0 16,3-1 4-16,-1-4 0 15,1 1 6-15,1-2-12 16,3-3 10-16,5 0 12 0,4 0-15 15,0 0 5-15,0 0-10 16,0 0 10-16,0-14-24 16,20-2 28-16,0 2-18 15,2 0 14-15,5 2-17 16,-4 3 7-16,-4-1-9 16,-5 6-5-16,-3 0 1 15,-7 4 11-15,-4 0-46 16,0 0 2-16,0 0-21 15,0 0-24-15,0 3-107 16,0 8-11-16</inkml:trace>
  <inkml:trace contextRef="#ctx0" brushRef="#br0" timeOffset="-161625.15">15379 16102 177 0,'0'0'15'0,"0"0"-15"0,0 0 0 16,0 0 7 0,0 0 1-16,0 0 8 15,0 0 5-15,32-6 42 16,-32 6-21-16,5 0-1 16,-3 0 12-16,0 0-1 15,0 6-39-15,-2-2-4 16,3 0 36-16,-1-4-14 15,-2 2 2-15,0-2-20 0,0 0 16 16,0 0 8 0,0 0 11-16,0 0-2 15,0 0-24-15,0 0-12 16,0 2-4-16,0 4-3 16,4-6 2-16,-4 4 4 0,2-4-1 15,-2 0 13-15,2 0-13 16,-2 0-1-16,0 0 5 15,3 0-12-15,-1 0 19 16,0 0-11-16,7 0 17 16,4 0-6-16,1 0 2 15,6 0 2-15,2-4-3 16,3-4-15-16,2-2-4 0,2 0 15 16,2 5-11-1,0 2 8-15,-2 3-3 0,9 0-6 16,-3 3 4-1,5 8 1-15,-2-3-8 0,3 6-1 16,-4-5 0-16,-3-1 7 16,-1 9 2-1,-2 3-4-15,5 2 28 0,-1 12-20 16,2-6 7-16,-4 2-13 16,-4-1 5-16,-5-12-12 15,-6 5-3-15,-5-10 2 0,-1-1-28 16,-8-3 10-16,2-7-85 15,-6 4-110 1,0-5-272-16</inkml:trace>
  <inkml:trace contextRef="#ctx0" brushRef="#br0" timeOffset="-160607.35">15790 15709 231 0,'0'0'354'0,"0"0"-231"0,0 0-69 0,0 0 23 15,0 0 7-15,0 0-19 16,80-107 3-16,-47 62-27 16,4 0-38-16,-2 1-6 15,1 12-10-15,1 0 3 16,-6 12-49-16,-4 4 35 15,-6 8-48-15,-8 0-85 0,-3 4-30 16,-8 2 28-16,-2 2-124 16</inkml:trace>
  <inkml:trace contextRef="#ctx0" brushRef="#br0" timeOffset="-160390.58">15915 15312 859 0,'0'0'155'0,"15"146"-112"16,26-61 36 0,7-5-51-16,8-8-25 15,4-18-3-15,-4-10-11 0,-5-18-71 16,-13-20-66-16,-18-6-309 15</inkml:trace>
  <inkml:trace contextRef="#ctx0" brushRef="#br0" timeOffset="-156096.62">26173 8663 463 0,'0'0'299'0,"0"0"-139"0,0 0-66 0,0 0-3 15,0 0-16 1,0 0-24-16,0 0 10 0,0-9-53 15,2 18 24 1,9 15-26-16,5 11 15 16,3 14-18-16,8 11 4 0,0 6-7 15,-2 0 6 1,-3-10-15-16,0-12 18 0,-4-15-22 16,-3-14 1-16,-3-15-14 15,-3-3-38-15,1-50 27 16,-2-23 34-16,3-31-46 15,-11-24 8-15,0-19-9 16,0-7 38-16,0 5-65 16,0 15 33-16,16 25 44 15,17 18 45-15,2 22 33 16,12 15-15-16,9 12-2 16,12 10-20-16,22 1-16 0,24-1-19 15,21 2 10 1,17-3-2-16,4 8-28 15,-13 7 3-15,-27 17-58 0,-35 4-145 0,-25 4-339 16</inkml:trace>
  <inkml:trace contextRef="#ctx0" brushRef="#br0" timeOffset="-155595.72">27012 8088 874 0,'0'0'184'0,"0"0"-151"0,0 0-9 0,0 0 53 16,0 0-16-16,0 0-61 15,69-3 50-15,-8-6-38 0,8 8 30 16,-4 1-38-1,-15 0-8-15,-16 20 1 0,-18 17-28 16,-16 16-4-16,-25 15-7 16,-23 8 19-16,-16 8 17 15,12 0-1-15,7-11 14 16,21-19 9-16,19-15-12 16,5-21-8-16,31-17-4 15,27-1 8-15,16-15-5 16,10-17-3-16,-4-2-3 0,-9 7-43 15,-23 13-14-15,-33 10-179 16,-15 4-303 0</inkml:trace>
  <inkml:trace contextRef="#ctx0" brushRef="#br0" timeOffset="-154797.34">24754 8993 877 0,'0'0'138'0,"0"0"-125"0,0 0-13 0,0 0 54 15,142 100-7 1,-106-53-36-16,-3-1-8 16,-4 2-3-16,-7-4 1 15,-2-8-4-15,3-12 3 0,-4-13-7 16,2-11-38-16,1-25 45 15,9-35 2-15,5-28 2 16,6-28-4-16,3-31 2 0,3-29-13 16,11-10 22-1,7 3-1-15,8 16-6 16,6 31 78-16,-8 25-46 16,-12 24 16-16,-9 23-31 0,-11 17 26 15,2 4-16 1,3 6-22-16,19 3 13 0,21 2-17 15,33-3 16 1,36-5-14-16,33-7-7 16,31-10 0-16,10 0-18 0,-17 8-14 15,-30 16-23-15,-51 20-1 16,-49 11-51-16,-25 2-2 16,-22 0-169-1,-12 0-231-15</inkml:trace>
  <inkml:trace contextRef="#ctx0" brushRef="#br0" timeOffset="-153947.05">23626 8959 888 0,'0'0'71'0,"0"154"-71"0,0-75-63 0,0-17 63 0,0-10 4 0,0-12 15 16,8-12 2-16,13-8-18 16,6-14 18-16,10-6-21 15,11-24-8-15,0-38 3 16,1-30 5-16,0-24 13 15,2-22-8-15,3-29 45 16,2-14 22-16,-1-9 7 16,1 3-30-16,-2 20-9 0,-1 34-24 15,1 24-2-15,8 24 29 16,9 14-14-16,17 11 17 16,18 2-36-1,23 1 22-15,20 6-31 0,17 4 17 16,25 5-18-16,12 7 0 15,6-1-1-15,3 2-5 16,-14 3 1-16,-20 1-75 16,-30 14 12-16,-39 10-40 15,-36 6-3-15,-35 7-184 16,-20 20-256-16</inkml:trace>
  <inkml:trace contextRef="#ctx0" brushRef="#br0" timeOffset="-153165.66">22167 9029 780 0,'0'0'273'0,"0"117"-229"0,13-41-39 0,28 1 1 0,3-9 0 16,12-13-12-16,4-2 6 15,2-13-24-15,-2-17 10 16,-5-17-3-16,-3-6 13 15,-7-41 8-15,-1-40 35 16,0-34-32-16,1-29 32 16,2-30-11-16,-2-28 32 15,-6-19-25-15,7-17-14 16,4 1 26-16,12 16-44 0,10 21 62 16,10 33-24-16,3 25 24 15,-4 25-44-15,-2 23 16 16,6 12-17-16,9 18 3 15,18 10-22-15,32 10 4 16,28 7-10-16,40 10 17 16,26-2-23-16,18 8 11 15,-2 1-9-15,-20 8-22 16,-20 1 0-16,-31 7-56 16,-32 2-27-16,-38 2 26 15,-38 0-52-15,-40 0-391 0</inkml:trace>
  <inkml:trace contextRef="#ctx0" brushRef="#br0" timeOffset="-152402.86">20478 9364 891 0,'0'0'165'0,"17"174"-138"0,17-63 14 0,15-9-27 15,13-6 12-15,14-11-26 16,6-18 4-16,1-22-10 15,-12-21 10-15,-15-24-21 0,-13-8 10 16,-17-53 7-16,-12-38 0 16,-1-26 0-16,-9-31-9 15,-2-31 9 1,5-23-2-16,11-19 8 0,15-17 28 16,19 11 5-1,21 16 12-15,14 27-10 0,18 22 40 16,6 23-48-16,7 15-4 15,5 15-9-15,-1 18-16 16,-6 16 2-16,-3 11 4 0,-1 4-18 16,6-1 21-1,28 7-26-15,12 0 22 0,20 3-18 16,18 14-4 0,11-2-29-16,11 10 0 0,-4 12-36 15,-24 20 32 1,-37 5-122-16,-46 15-373 0</inkml:trace>
  <inkml:trace contextRef="#ctx0" brushRef="#br0" timeOffset="-141227.28">21409 10953 496 0,'0'0'159'0,"0"0"-159"0,0 0 6 0,0 0 53 16,0 0 100-1,0 0-131-15,0 0 5 0,8-7-25 0,4 0 8 16,11-7-12-1,10-7 26-15,13-7-29 16,17-5 24-16,13-6-16 16,20-3 9-16,15-4 31 0,11 10-30 15,1 5 53 1,-9 4-71-16,-12 6 17 16,-1 6-14-16,-6-3-8 15,5-3-4-15,3-5 8 16,0 2-10-16,5 1 10 15,0 2-14-15,3 3 28 0,7 2-24 16,9 0 22 0,2-2-4-16,-4 12-4 0,-9 2 7 15,-9 4-4-15,-7 0-7 0,-6 0 0 16,6 14 9 0,12-4-11-16,14-2 16 15,22-3-25-15,8-4 18 16,10-1-14-16,4 0-3 15,-3 0 2-15,5-10 6 16,-10-2 2-16,-17 0-5 16,-20-2 22-16,-27 0-31 15,-21-3 29-15,-11-6-30 16,-2 3 13-16,-1-6-4 16,-7 4 5-16,-2 1 1 0,-2 6 3 15,10 12-2-15,5 3 49 16,16 0-42-16,10 0-8 15,10 0-6-15,2 0 5 16,-5 0-85-16,-21-14-153 16,-23-1-595-16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05T22:13:34.7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6231 5105 276 0,'0'0'118'0,"0"0"-97"0,0 0 31 15,0 0-9-15,0 0 22 16,0 0-58-16,0 0-5 16,0 0 14-1,0 0-24-15,0-40 8 0,0 32-22 16,0 2-17 0,0 3 33-16,0 0 6 0,0 3 22 15,0-3 43-15,0 3-5 16,0-1 34-16,0 1-41 15,0 0 4-15,0 0-37 16,0 0 1-16,0-2-8 16,0 2 1-16,0 0 8 15,0 0-12-15,0 0 52 16,0 0-43-16,0-3 19 16,0 3-35-16,0-2 10 15,0 2-9-15,0-3-4 0,0 3 0 16,0 0 0-16,0 0 5 15,0 0 5-15,0 0 2 16,0 0-4-16,0-2-3 16,0 2 0-16,0 0 0 15,0 0-5-15,0 0 0 16,0 0-3-16,0 0 8 16,0 0-18-16,0 5 31 15,0 14-28-15,0 6 20 16,8-2-14-16,-2-1 6 0,3-2-2 15,-3-4 0 1,2 4-1-16,-2-8-9 0,-2-4 20 16,1-4-23-16,-5-4 23 15,0 0-25 1,2 0 29-16,2-18-20 0,10-31 6 16,3-30 0-16,8-24-4 15,-5-13 9-15,-2-8-16 16,-9 0 28-16,-4 0-16 0,-1 7 1 15,-4 9 12 1,2 13-5-16,-2 19 13 16,0 19-4-16,0 15-5 15,2 17-7-15,0 11 7 0,1 8-16 16,-3 0 9 0,0 6-12-16,2 0 1 15,2 0 2-15,8-4-19 16,1-2 19-16,3 0-1 0,1 0 8 15,6 0-12-15,1-2 26 16,16 6-25 0,10 2 14-16,16 0 7 0,16 0 10 0,13 0-3 31,9 0-19-31,4 0 3 0,-2 0-10 16,-15 0 3-16,-13 0-1 15,-20 0-52-15,-18 2-13 16,-16 6-112-16,-12-8-254 0</inkml:trace>
  <inkml:trace contextRef="#ctx0" brushRef="#br0" timeOffset="899.87">6854 4584 410 0,'0'0'125'0,"0"0"-20"0,0 0 97 0,0 0-110 15,0 0 4-15,0 0-77 16,-17 0-19-16,17 0-8 16,7-5 0-16,13-4 8 15,9-4 5-15,2 4 7 16,3 3-10-16,1 6 6 16,-6 0 4-16,-8 24-24 15,-13 19-29-15,-8 12 38 16,0 15-33-16,-33 5 33 15,2 1 3-15,-5 2 2 16,5-12 42-16,4-11-12 16,7-16 38-16,13-11-67 15,7-7 12-15,0-7-3 0,5 2-15 16,17-7 3-16,12 0 0 16,8-9 1-16,1 0 7 15,-4 0-4-15,-7 0-2 16,-1 0-4-16,-7-3-82 15,-4-3-37-15,-2 4-215 16,-11 2-70-16</inkml:trace>
  <inkml:trace contextRef="#ctx0" brushRef="#br0" timeOffset="1133.74">7370 4963 1074 0,'0'0'194'0,"0"0"-173"0,0 0-13 0,0 0-8 0,0 0-1 0,0 0-2 15,0-50-100-15,4 22-93 16,3 6-189-1,-4 6-185-15</inkml:trace>
  <inkml:trace contextRef="#ctx0" brushRef="#br0" timeOffset="1780.33">7878 5057 605 0,'0'0'221'0,"0"0"-143"16,0 0-25-16,0 0-33 15,0 0 14-15,40-130 25 16,-9 80-30-16,5-3-1 16,-5-3-26-16,-4 2 10 15,-9-1-7-15,-14 6-10 16,-4 6-13-16,0 4 9 15,-20 9-26-15,-9 10-46 16,-2 12 81-16,-1 8 14 0,1 0-14 16,4 14 15-1,4 8-29-15,9 0 17 0,5 2-6 16,5 0-11-16,4 2 5 16,0 4 8-16,27 4 0 15,12 4-10 1,10 0 14-16,7 0-16 0,4-2 17 15,-2 1-10-15,-6-1 3 16,-8 0-2-16,-9-4 4 16,-12 0-2-16,-19-4 3 0,-4-4 60 15,-15 0 49 1,-16-4-85-16,-5-6 26 0,0-6-13 16,-2-4 13-1,5-4-50-15,-5 0-14 16,3 0-27-16,1-16-26 0,10-14-57 15,3-6-314 1</inkml:trace>
  <inkml:trace contextRef="#ctx0" brushRef="#br0" timeOffset="3011.95">7350 3971 176 0,'0'0'170'0,"0"0"-135"0,0 0-13 0,0 0 13 16,0 0-2-16,0 0 34 15,-4-17 11-15,4 17-42 0,0-1 84 16,0 1-26-16,0 0-26 16,0-5-46-16,0 3 25 15,0-2-17-15,0-2 1 16,0 6-22-16,0-4 3 16,0 2-17-16,0-2 21 15,0 2-31-15,0-2 25 0,4 0-17 16,9-3 10-1,3-2-3-15,6 1 5 0,3-2 1 16,4-5 12-16,6 8-16 16,1-3 24-1,4 6-21-15,7 0 22 16,9 2-22-16,10 0 20 0,8 2-25 16,2-2 1-1,4 2-3-15,-9 0 7 0,-4 0-9 16,-11 0 23-16,-16 0-34 15,-11 0 25-15,-7 0-17 16,-7-7 14-16,-1 7-13 16,-1-3 6-16,1-6-2 15,1 4-5-15,3-3 14 16,0 0-14-16,0 4 17 16,0 1-20-16,-1 2 1 15,-1-1 6-15,2 0-12 16,2-3 7-16,3-1 8 15,0 3 0-15,6-3-10 0,-2 2 24 16,2 4-25-16,0 0 22 16,-4 0-17-16,-6 0 12 15,0 0-2-15,-1 4-4 16,-7 14 0-16,5 7 3 16,-8 4 6-16,1-2 15 15,-3-2-14-15,4-9-20 16,-3 0-10-16,-3-4-51 15,-4 4-123-15,0 0-294 16</inkml:trace>
  <inkml:trace contextRef="#ctx0" brushRef="#br0" timeOffset="3613.23">9088 4981 512 0,'0'0'442'0,"0"0"-407"0,0 0 0 0,0 0 24 16,0 0 10-16,0 0-14 15,160-33-10-15,-109 21-45 16,-9 5-10-16,-3 3-16 16,-11-4-16-16,-5 4-64 0,-12-8-91 15,-11-4-243-15</inkml:trace>
  <inkml:trace contextRef="#ctx0" brushRef="#br0" timeOffset="3793.2">9154 4661 960 0,'0'0'57'16,"0"0"24"-16,0 0-13 15,137 12-37-15,-68-21-8 16,6-17-23-16,1-6-77 0,-13-2-107 16,-21 0-550-1</inkml:trace>
  <inkml:trace contextRef="#ctx0" brushRef="#br0" timeOffset="5045.25">10447 5267 516 0,'0'0'21'0,"31"113"-21"0,-15-70-5 16,-5-13 5-16,-3-11 46 0,0-5 42 16,-8-8-46-16,4-1-8 15,-2-5-21-15,-2 0-1 16,0-9 70-16,2-33-5 16,3-20-52-16,-5-18-14 15,4-15 8-15,-2-9 13 16,0-15 0-16,-2-4-26 0,5-10 17 15,-5 1-17-15,5 4-1 16,4 9 62 0,1 14-66-16,9 20 7 0,3 15 2 15,4 16-12-15,-1 11 6 16,2 12 6-16,0 4-10 16,4 7 3-1,9 4-1-15,18 0 0 0,16 3 11 16,14-4-8-16,17-8-10 15,4 3-13-15,-4-1-38 16,-18 6-95-16,-32 17-161 0,-32 3-354 16</inkml:trace>
  <inkml:trace contextRef="#ctx0" brushRef="#br0" timeOffset="5809.74">11122 5157 240 0,'0'0'58'0,"0"0"44"0,0 0-19 16,0 0-17-16,0 0-45 16,0 0 45-16,-9 34-11 15,9-34 93-15,0 0-43 16,0 0-7-16,-2-15-41 15,-2-26-44-15,2-19-13 16,2-14 0-16,0-10 4 0,0 1 2 16,0 3-2-16,0 16 7 15,0 16-22-15,0 15 8 16,4 16-1-16,-2 11-19 16,-2 6-1-16,0 0-4 15,0 0-6-15,0 20 3 16,0 8 18-16,-6 10 12 0,-10 10-40 15,-5 6 2 1,6 3-77-16,1-6-53 0,5-8-73 16</inkml:trace>
  <inkml:trace contextRef="#ctx0" brushRef="#br0" timeOffset="6259.96">11693 4653 499 0,'0'0'147'0,"0"0"-129"0,0 0 6 0,0 0 123 0,0 0-81 15,0 0-34-15,-12 6-32 16,3 29 3-16,-1 13-11 16,2 7 8-1,6-4 0-15,2 4-21 16,0-4 20-16,4 0 2 0,21-3 5 16,2-10-6-16,2-7-20 15,6-12 17-15,3-5 6 16,1-10-13-16,-6-4 25 15,-2 0-7-15,-4-12 23 16,-5-20 14-16,-2-10-4 16,-11-6-19-16,-9 2-21 15,0 8 9-15,-34 14 17 16,-16 20-24-16,-18 4 28 0,-9 40-20 16,0 12-22-1,22 0 12-15,22-2-4 0,26-12 3 16,7-5-110-16,22-12-12 15,20-9-272-15</inkml:trace>
  <inkml:trace contextRef="#ctx0" brushRef="#br0" timeOffset="6660.08">12668 5011 909 0,'0'0'35'0,"0"0"-31"0,0 0 1 0,116-36-1 0,-83 30-4 16,-1 6-40-16,-6-2-205 16,-13 0-50-16</inkml:trace>
  <inkml:trace contextRef="#ctx0" brushRef="#br0" timeOffset="6859.98">12615 4747 1127 0,'0'0'32'15,"0"0"-20"-15,0 0-8 16,0 0 32-16,140 4-36 0,-71-17 0 16,3-5-14-16,-12-8-117 15,-16-1-356-15</inkml:trace>
  <inkml:trace contextRef="#ctx0" brushRef="#br0" timeOffset="9292.24">13865 5203 340 0,'0'0'303'0,"0"0"-154"0,0 0-47 16,0 0-12-16,0 0 7 15,0 0-81-15,24-119 10 16,-13 54 13-16,1-6 37 16,-6 4-38-16,1-3-15 15,-3 6-21-15,-2 5-4 0,0 7-29 16,-2 10-7-16,6 14-1 0,-4 14-43 15,-2 10-13 1,2 4-82 0,0 6-125-16,-2 18 101 0</inkml:trace>
  <inkml:trace contextRef="#ctx0" brushRef="#br0" timeOffset="9510.15">13740 4948 785 0,'0'0'214'0,"0"0"-176"0,0 0-18 16,0 0 46-16,0 0-41 16,125-56 8-1,-51 27-33-15,3 7-7 0,-4 5-52 16,-3 4-148-16,-10 5-236 15</inkml:trace>
  <inkml:trace contextRef="#ctx0" brushRef="#br0" timeOffset="9939.94">14673 4332 587 0,'0'0'127'16,"0"0"-104"-1,0 0 4-15,0 0-18 16,0 0 25-16,-35 140-17 0,11-92-17 15,1-2 3 1,1-2 14-16,1-4 25 0,2-6 23 16,9-8-42-1,4-6 34-15,6-8-49 16,0-1-5-16,10-5 9 16,15-4-12-16,9 3 1 0,4-3 0 15,0 2-1-15,-3 0 15 16,-1 2-32-16,1 0 1 15,-3-2-17-15,1-2-48 0,-11-2-143 16,-6 0 74 0,-9 0 42-16,-1-8 57 15,-6-10-107-15,0-2-52 16</inkml:trace>
  <inkml:trace contextRef="#ctx0" brushRef="#br0" timeOffset="10074.41">14865 4694 465 0,'0'0'199'15,"-33"120"-6"1,17-42-63-16,1 7-64 0,-1 1 3 16,5 0-69-16,5-4 0 15,6-7-40-15,0-17-44 16,6-13-152-16,9-31-269 16</inkml:trace>
  <inkml:trace contextRef="#ctx0" brushRef="#br0" timeOffset="10639.93">15894 5169 712 0,'0'0'137'15,"0"0"-83"-15,0 0 13 0,0 0-29 16,0 0-33-16,0 0 4 0,5 38 0 16,26-29-2-1,8-9 4-15,9 0-4 16,4-18 1-16,-6-21 16 15,-5-9-18-15,-20-10 25 0,-19-3-31 16,-2 4-7 0,-29 4 7-16,-21 12-6 15,-15 23-10-15,-1 18 18 16,-2 1-11-16,6 35 18 16,15 5 7-16,20-1-16 0,19-2 0 15,8-10-110 1,19-6-183-16,22-6-156 0</inkml:trace>
  <inkml:trace contextRef="#ctx0" brushRef="#br0" timeOffset="10923.65">16306 4925 652 0,'0'0'215'16,"0"0"-215"-16,31 111-94 0,-4-74 35 16,10-9 8-16,3-6-6 15,8-9 33-15,6-8 3 16,4-5-15-16,-2-13 14 16,-10-26 22-16,-7-14 4 15,-18-2-4-15,-9 3-46 16,-12 4 46-16,0 14 2 15,-16 7 30-15,-13 13 44 16,-2 6 16-16,2 7-89 0,4 1-3 16,10 0-202-16</inkml:trace>
  <inkml:trace contextRef="#ctx0" brushRef="#br0" timeOffset="11500.06">17659 4873 851 0,'0'0'188'0,"0"0"-183"0,0 0 98 16,118 0-48-16,-62 0 1 15,11 0-48-15,7 0-8 16,1 0-38-16,-4 0-78 0,-9 0-155 15</inkml:trace>
  <inkml:trace contextRef="#ctx0" brushRef="#br0" timeOffset="12084">18874 4153 854 0,'0'0'42'0,"0"0"-33"0,-116 125-17 0,57-64 16 0,6 1 3 16,6-6 1 0,14-7-11-16,15-12 0 15,9-2 44-15,9-7-14 16,0 0-27-16,0-3 14 0,23-2-7 16,4-5-12-1,4-8 13-15,7 0-24 16,-1-8 7-16,3-2-1 15,1 0 6-15,-4 4-11 16,-3 2-2-16,-7 0-1 16,-8 7 13-16,-5-5-37 15,-3-1 28-15,-5-1-47 16,6-6-17-16,-3 0-102 0,-3 0 27 16,-4-18-170-16</inkml:trace>
  <inkml:trace contextRef="#ctx0" brushRef="#br0" timeOffset="12255.28">19023 4772 811 0,'0'0'128'0,"-54"138"-32"0,32-69-25 16,-1-3-36-1,8 2-35-15,-1-2 0 0,5-2-117 16,0-9-4-16,2-24-246 15</inkml:trace>
  <inkml:trace contextRef="#ctx0" brushRef="#br0" timeOffset="17300">2216 5635 188 0,'0'0'276'0,"0"0"-276"0,0 0 0 16,0 0 28-16,0 0 27 16,0 0-27-16,0 0-16 15,0 0 27-15,-49 0 26 0,43 0 74 16,-3 0-90-16,-2 0-12 15,2 0-30 1,2 0 6-16,1-3 10 16,-1 2-11-16,-2-3 8 0,2 4-16 15,-4 0 27-15,4 0-25 16,0 0 5-16,1 0-4 16,-1 0-8-16,7 0 1 15,0-3 0-15,0 3-1 16,0-6 2-16,0 6-12 15,0-4 12-15,0-6-2 16,0 1-7-16,0 0-2 16,0 4 10-16,0 5-1 15,7 0-8-15,-1 0-17 16,8 0 22-16,8 0 4 16,3 3-12-16,10 4 25 0,6-3-23 15,-4 1 16 1,5-5-11-16,-6 3 5 15,-2-2-3-15,-6-1 0 16,7 0-2-16,-2 0-5 16,-6 0 20-16,1 0-14 15,-6 0 11-15,1 0-14 0,4 0 7 16,4 0 0-16,7 0-1 16,1 0-1-16,7 0-2 15,-4-4 8-15,-5-5-13 16,-3 0 23-16,-5 1-22 15,-3 8 13-15,3 0-6 16,-2 0 1-16,0 0 0 16,2 4 3-16,2 4 5 15,1-2-16-15,1-3 20 16,-2-3-17-16,0 0 17 0,-6 0-22 16,2 0 12-16,-12-7-2 15,3 5 0 1,-5 2 0-16,5 0-8 0,2-2 17 15,4 2-15-15,5-3 20 16,3-4-21-16,1-1 15 16,-2-2-10-16,-4 2 2 15,-7 2 0-15,0 5-5 16,-4 1 9-16,4 0-4 0,9 0 11 16,3 0 4-1,5-7-6-15,3-1-8 0,-2-4-1 16,-7 1-1-1,-4 2-14-15,-7 5 15 0,-7 0-12 16,-1 4 24-16,-6 0-28 16,5 0 34-16,1 0-26 15,1-4 16-15,3-2-16 0,1 0-4 16,1-3 4 0,0 2 6-16,-2 1 4 0,-3 2-13 15,3 2 22 1,-3 2-20-16,5 0 18 15,1-2-10-15,6 0 1 16,2-2 0-16,0 4-1 0,0-2 2 16,-8 2-3-1,-1 0 12-15,-7 0-23 16,-1 0-7-16,-2 0-7 16,-1 0-63-16,1 8 5 0,2 2-18 15,3-4 41 1,-4 4 50-16,4 2 6 0,-6 0-2 0,4-4 16 15,-2 3-16 1,2-11 6-16,3 0-11 0,1 0-95 16,-11 0-191-1</inkml:trace>
  <inkml:trace contextRef="#ctx0" brushRef="#br0" timeOffset="30703.05">14203 3840 208 0,'0'0'254'0,"0"0"-189"0,0 0-8 16,0 0-41-16,0 0 17 16,0 0-18-16,0 0 18 0,14 0 8 15,-10 0 9 1,-1 0-4-16,-3 0-24 16,0 0-3-16,0 0-8 15,0 0 31-15,0 0 15 0,-21 0 36 16,-16 12-76-16,-15 9 3 15,-10 16-16-15,-7 12 0 16,-4 18-8-16,3 16 15 16,3 11-27-16,17 14 32 0,9 13-21 15,12 7 14 1,18 8-13-16,11 2 4 0,11-3-1 16,43-5-8-1,26 2 5-15,22-4-9 0,14-9-79 16,7-13 89-16,-3-23-45 15,1-23 1-15,-8-22-27 16,-6-24-38-16,-9-14 49 16,0-32 55-16,-2-36 2 15,-9-29 12-15,-5-19 33 16,-13-10-12-16,-11-8 28 16,-9-7-55-16,-13 1 11 0,-23-11 15 15,-13-3-26 1,-20-9 64-16,-33 1-61 15,-19 8-3-15,-19 9-41 16,-16 27 41-16,-9 38 4 0,-4 42 64 16,1 38-31-1,6 44-26-15,2 40-11 0,13 31-15 16,9 14-17 0,15 6-302-16</inkml:trace>
  <inkml:trace contextRef="#ctx0" brushRef="#br0" timeOffset="32290.12">18444 4128 420 0,'0'0'62'0,"0"0"-53"0,0 0 98 0,0 0-27 0,0 0 47 16,0 0-73-16,0 0 1 16,0 0-28-16,-127-24-8 15,84 23-12-15,-8 1 20 16,-9 0 6-16,-5 0-31 15,-7 20 45-15,-1 8-45 16,-5 16 15-16,7 14-9 16,-4 21-10-16,3 17 2 15,5 18 0-15,11 16 0 0,14 16 5 16,13 9-8-16,29 11 14 16,0 6-22-16,36-9 1 15,19-5 2-15,24-9-38 16,11-13 25-16,20-6-23 15,19-4-39-15,16-8-94 16,13-17-33-16,4-18-251 16</inkml:trace>
  <inkml:trace contextRef="#ctx0" brushRef="#br0" timeOffset="32485.76">19584 5492 365 0,'23'-194'159'16,"-23"-5"-115"-1,-31 4 6-15,-41 8 116 0,-30 13-12 16,-27 26-78 0,-19 32-1-16,-8 38-9 0,-4 34-21 0,2 26 8 15,9 18-45 1,16 6 8-16,23 30-12 16,23 18-8-16,20 20-46 15,22 24-62-15,9 18-124 0,12 14-379 16</inkml:trace>
  <inkml:trace contextRef="#ctx0" brushRef="#br0" timeOffset="57484.53">5146 9697 111 0,'0'0'54'0,"0"0"-20"0,0 0-3 0,0 0 15 0,0 0 61 16,0 0 18-16,0 0-23 15,18 110 9-15,-18-102-14 16,0-4-21-16,0-2-75 15,0 1 5-15,0-2-4 16,0 7-2-16,0 5 0 16,0 0 4-16,-2 2-11 15,0 1 16-15,-1-2 21 16,-1-2 0-16,4-2-17 0,0-4-13 16,0-2-5-16,0-2 5 15,0 0-1-15,0-2-7 16,0 0 16-16,0 0-25 15,0 0 23-15,0 0-7 16,0 0 2-16,0-18-2 16,0-18-2-16,14-17 2 15,-1-11 2-15,0-8 0 16,3-7-1-16,0-10 8 16,1-3-2-16,3-2 0 15,1-5 7-15,-2-5-12 16,-3 7-2-16,-1-1-2 0,-6 4 3 15,-4 0-5 1,-3-3 14-16,-2 1-16 0,0 4 19 16,0 12-14-1,3 10 4-15,1 8 5 0,2 7 0 16,3 7-2-16,3 0 18 16,-1 4-13-16,-1 8-8 15,2 1 10-15,1 6-23 16,1 0 21-16,1 3-16 0,3 2 12 15,-3-2-9 1,6 0 3-16,1-5-1 0,0-2-7 16,0 1 16-1,-3 7-5-15,-4 4 5 0,-7 7 25 16,-2 2-31 0,-4 3 25-16,2 4-19 0,-2 2-2 15,0 0-6 1,-2 1 3-16,3 2-6 0,-3 0 13 15,2 0-24-15,10 0 11 16,7 0-1-16,16 0 8 16,19 0-3-16,15 0-1 15,16 0 0-15,11-11-6 16,1-6 6-16,-3-3-9 16,-16 2-15-16,-15 0-34 15,-23 5-50-15,-22 12-198 16,-18 1-258-16</inkml:trace>
  <inkml:trace contextRef="#ctx0" brushRef="#br0" timeOffset="58399.89">4689 7981 416 0,'0'0'141'0,"0"0"-139"0,0 0 19 0,0 0 37 16,0 0 20-16,0 0-72 15,123-95 15-15,-105 95-19 16,-3 8 43-16,-3 12-14 16,-8 2-13-16,-4 5-5 15,0 3-7-15,0 2 17 16,0 0-9-16,-6-4 10 16,-4-4-18-16,6-7-1 15,4-2 3-15,0-5-16 16,0-2 7-16,14 1-1 0,13-1-5 15,4 1 11 1,2 3-14-16,-2 0 18 16,-9 1-16-16,-6-2-13 0,-9 1 14 15,-7 3 7-15,0 0 39 16,-19 6 24-16,-12 7-14 16,-4-1 1-16,-3 2-49 15,0-3 17-15,3-6-4 0,-1-6-28 16,0 0 9-16,10-8-8 15,8 0-77-15,13-2-45 16,5 2-170 0</inkml:trace>
  <inkml:trace contextRef="#ctx0" brushRef="#br0" timeOffset="59516.24">5842 8650 58 0,'0'0'799'0,"-10"-112"-728"0,6 56-54 16,2 4 61-16,2 2-20 15,0 6-56-15,0 1-2 16,0 10 13-16,0 6-6 0,0 7 3 16,-2 12 17-1,-3 6-12-15,1 2 6 0,2 0-21 16,-10 10-1 0,-5 20-2-16,-8 12-11 0,-6 2 0 15,0-4-73-15,2-9-19 16,8-11 13-16,8-8-89 15,7-4 42-15,6-6-17 16,0-2-166-16</inkml:trace>
  <inkml:trace contextRef="#ctx0" brushRef="#br0" timeOffset="60081.13">6341 8245 663 0,'0'0'62'0,"0"0"63"0,0 0-26 0,0 0-30 0,0 0-63 16,0 0-3-16,-129 118-2 15,119-61-2-15,8 3-7 0,2 3-9 16,0-6 6 0,22-4-14-16,10-13 16 0,-1-8 18 15,2-10-18 1,3-11 19-16,-1-11-15 0,4 0 10 16,-2-15-2-1,-5-17 9-15,-10-7-2 0,-15-7 26 16,-7 4-34-16,-7 2 13 15,-26 6-5-15,-17 18 6 16,-6 16-16-16,-4 0 45 16,2 36-41-16,12 10-6 15,15 4 2-15,19-4-45 16,12 0-73-16,0-7-220 16,0-8-198-16</inkml:trace>
  <inkml:trace contextRef="#ctx0" brushRef="#br0" timeOffset="60480.7">5487 9169 426 0,'0'0'491'16,"0"0"-469"-16,0 0-12 0,0 0-4 16,0 0 30-16,199-29 35 0,-79 15-52 15,14-5-5 1,3 8-7-16,-2 7-14 16,-25 4-58-16,-20 0-354 15,-24 15-76-15</inkml:trace>
  <inkml:trace contextRef="#ctx0" brushRef="#br0" timeOffset="61029.87">5647 9618 308 0,'0'0'551'0,"0"0"-548"15,0 0-6-15,0 0 14 16,0 0 0-16,121-19 12 16,-61 13-4-16,-4 6-19 0,-5 0 5 15,-15 16-5 1,-11 12-4-16,-17 6-11 0,-8 2-9 15,0 4 16 1,-18 2 16-16,-4-10 10 0,6-7-12 16,8-9 25-16,8-4-26 15,0-6 1-15,20 0-4 16,18-2 9-16,8-2-10 16,10-2 10-16,-2 0 0 15,-6 0 4-15,-7 0-5 16,-10 0-2-16,-6 4-16 15,-6 6-15-15,-3 0-47 16,-3 2 52-16,-4-4-157 16,0-4-26-16</inkml:trace>
  <inkml:trace contextRef="#ctx0" brushRef="#br0" timeOffset="61489.96">6806 9196 1063 0,'0'0'34'0,"0"0"-32"0,0 0 87 16,0 0-64-16,152-24-18 15,-115 24-7-15,-1 0-36 16,-9 0-16-16,-2 0-108 0,-19 0-183 15</inkml:trace>
  <inkml:trace contextRef="#ctx0" brushRef="#br0" timeOffset="61685.78">6879 9035 1136 0,'0'0'0'0,"0"0"4"16,0 0 47-16,143 4-47 16,-78-25-4-16,4-8-19 0,-7 2-109 15,-13-3-323 1</inkml:trace>
  <inkml:trace contextRef="#ctx0" brushRef="#br0" timeOffset="63109.91">8096 9778 529 0,'0'0'50'0,"0"0"-10"0,0 0-10 0,0 0 35 15,0 0-35-15,0 0 31 16,0 0-3-16,0 1-25 16,0 27 48-16,9 8-32 15,9 11-10-15,4 1-32 0,7 2-10 16,-2 5 3 0,4-8-5-16,-4-5-7 0,-5-7-8 15,-4-14 12 1,-7-10 8-16,-6-10-17 0,-1-1 36 15,-2-32-17-15,5-28 13 16,4-24 0-16,2-28-15 16,6-22 0-16,3-25-1 15,0-16 7-15,5-9 11 16,2-1 11-16,6 11 1 0,-2 10-22 16,-6 15 19-1,-2 18-24-15,-10 21-1 0,-1 23 1 16,-5 12 6-16,5 15-4 15,3 0 1 1,12 8 1-16,-2 6 13 0,8 6-28 16,-1 7 18-16,-5 9-9 15,2 7 3-15,4 2-1 16,10 5 14-16,-1 2-11 16,8 4 5-16,-12 4-10 0,-11 0-53 15,-21 14-212 1</inkml:trace>
  <inkml:trace contextRef="#ctx0" brushRef="#br0" timeOffset="63859.71">7974 8229 285 0,'0'0'247'0,"0"0"-247"0,0 0 16 16,0 0-33-16,0 0 4 15,127-24 7-15,-114 44 6 0,-10 0 9 16,-3 7 80 0,0-2 24-16,0 6-5 15,-6-2-56-15,-4-4-26 16,1-7-13-16,7-6-26 0,2-2 13 16,0 2-3-1,15 4-17-15,16 2 18 16,14 0 2-16,4-4-51 0,-6 0 31 15,-14-2-29 1,-12 2 36-16,-15 0 21 0,-2 6-8 16,-11 5 117-16,-32 4-58 15,-12 1-25-15,-7 3 14 16,-2-7-20-16,6-2-17 16,12-4-22-16,13-7-8 0,16-6-90 15,14-3-256 1</inkml:trace>
  <inkml:trace contextRef="#ctx0" brushRef="#br0" timeOffset="64844.28">9197 9454 379 0,'0'0'117'0,"0"0"-44"0,0 0 0 16,0 0 7 0,0 0-50-16,0 0 24 0,0 9-27 15,-2-5 37 1,-7 1-58-16,-7 2 52 16,0-4-3-16,-5-3 6 15,-4 0-20-15,-2 0 0 16,3-3-16-16,3-8 8 0,6-4 12 15,11-7-45 1,4-6 0-16,0-11 11 0,15-9-22 16,14-8 18-1,0-3-8-15,-7-2 1 0,-9 0 0 16,-8 6-4-16,-5 5 17 16,0 7-29-16,0 15 15 0,-15 7-4 15,-2 10 5 1,0 3-2-16,-3 4-22 0,-5 4 24 15,6 0 0-15,0 0 7 16,2 12-17-16,12 12 20 16,5 5-23-16,0 9 13 15,25 7-10-15,20 4-3 16,11 1 1 0,6-5-27-16,5 3 7 0,-1-3 11 15,-5 1-13-15,-11-2 26 16,-9 0-19-16,-22-8 26 15,-19 0-14-15,0-7 15 16,-35-7 57-16,-21-4-12 16,-9-8-3-16,-6-2-41 15,0-4 6-15,7-4-1 16,8 0-12-16,18 0-3 16,7 0-67-16,7 0-67 15,7 0-457-15</inkml:trace>
  <inkml:trace contextRef="#ctx0" brushRef="#br0" timeOffset="65359.86">10427 9378 778 0,'0'0'55'0,"0"0"-48"0,113 12-5 0,-68-8-2 16,-1-4-65-16,-8 0-255 15,-11 0 151-15</inkml:trace>
  <inkml:trace contextRef="#ctx0" brushRef="#br0" timeOffset="65525.78">10299 9180 1185 0,'0'0'64'0,"0"0"-64"16,0 0-5-16,0 0-8 15,0 0 13-15,181-14-24 16,-109-3-87-16,-15 1-444 16</inkml:trace>
  <inkml:trace contextRef="#ctx0" brushRef="#br0" timeOffset="66241.17">11577 8741 1017 0,'0'0'13'0,"0"0"-13"0,0 0-32 15,0 0 28-15,0 0 8 0,153-91-22 16,-106 91 18-16,-7 0-12 16,-11 28-49-16,-16 11 43 15,-13 9 1-15,-10 13 11 16,-42 18-6-16,-19 8-92 16,-14 4-43-16,-4 4 147 15,4-11 25-15,12-14 154 16,15-15-42-16,20-20-50 15,24-11-40-15,14-5-44 16,14-12 10-16,42-7-24 16,24 0 23-16,21-11-8 15,5-13 12-15,4 0-22 0,-8 7 15 16,-11 3-8-16,-18 10 0 16,-19 4 2-16,-20 0-3 15,-18 0-53-15,-16 9-61 16,0 3-266-16</inkml:trace>
  <inkml:trace contextRef="#ctx0" brushRef="#br0" timeOffset="96750.12">24660 4975 297 0,'0'0'185'0,"0"0"-139"0,0 0-12 0,0 0 38 16,0 0-57-16,0 0-15 15,0 0-8-15,0 0 8 16,0 0 2-16,0 0 4 16,0 0-10-16,0 0 8 15,0 0-8-15,0 0 1 16,0 0 3-16,0 0 24 0,0 0 13 15,0 0 24 1,0 0-28-16,0 0 10 0,0 0-41 16,0 0 21-16,0 2-22 15,0 0 23-15,-6 0 2 16,-8-2 13-16,-5 0-30 16,6 0 18-16,1 0 73 15,0 0-67-15,7 0 15 16,1-4-37-16,4-16 12 15,0-2-21-15,11-15-4 16,22-1 0-16,6-6 2 16,5 0-6-16,5-6 14 0,0-2-20 15,0-4 27 1,-7 2-27-16,-6 0 24 0,-12 1-13 16,-7 1 4-1,-15 4-3-15,-2 6 0 0,-2 6 0 16,-23 7 19-16,0 10-10 15,-2 7-13-15,3 12 7 16,0 0-6-16,3 8-15 16,3 20-1-16,7 10 0 15,7 8-6-15,4 8 21 16,0 9-17-16,7 2 21 16,19 6-20-16,6 2 18 0,5 0-11 15,1-1 8 1,1-5-20-16,-10-8 17 0,-14-6 6 15,-13-13 2 1,-2-12-2-16,-29-3 6 16,-22-11 62-16,-9-3-48 0,0-5 23 15,-10-6-20 1,3 0 9-16,1 0-20 0,8 0-10 16,11 0 0-16,16 0-2 15,11 0-14 1,20 0-62-16,2 0-101 0,38 0-368 15</inkml:trace>
  <inkml:trace contextRef="#ctx0" brushRef="#br0" timeOffset="97333.92">25340 4081 212 0,'0'0'329'0,"0"0"-258"15,0 0 25-15,0 0 87 16,0 0-109-16,0 0-11 16,-21-8-10-16,21 3-40 15,0 0 31-15,21-12-41 16,12-6 21-16,7-10-18 16,-1-4 6-16,-7 0-12 15,-14 3-2-15,-14-2-4 16,-4 7 6-16,0 4-8 0,-29 4 16 15,-8 14 1 1,-15 7-8-16,-8 6 7 0,-5 26 4 16,7 10-24-1,12 2 12-15,15 0-47 0,15 0-33 0,14-2-74 16,2-6-110 0,16-6-153-16</inkml:trace>
  <inkml:trace contextRef="#ctx0" brushRef="#br0" timeOffset="97729.93">26161 4981 880 0,'0'0'110'0,"0"0"-77"0,141 8-10 0,-85 0-11 0,-14 2-12 15,-7 0-87-15,-12-6-288 16</inkml:trace>
  <inkml:trace contextRef="#ctx0" brushRef="#br0" timeOffset="97934.28">26146 4688 1046 0,'0'0'45'15,"0"0"-33"-15,0 0 47 16,0 0-21-16,0 0-28 16,185 16-10-16,-105-3-82 0,-2 0-67 15,-9-5-358 1</inkml:trace>
  <inkml:trace contextRef="#ctx0" brushRef="#br0" timeOffset="98514.05">27540 5128 455 0,'0'0'82'0,"0"0"42"0,0 0 155 0,0 0-118 0,0 0-101 0,0 0 34 15,-2-77-86-15,2 12 15 16,0-12-15-16,0-16 0 16,0-13-5-16,0 0-6 15,0 4-15-15,-6 16 11 16,-5 16 0-16,1 25-25 16,6 22 32-16,2 14 0 15,-2 9-16-15,-9 16 0 16,-6 24 12-16,-10 20 2 15,-13 11-32-15,-25 5-69 0,-27 2-304 16</inkml:trace>
  <inkml:trace contextRef="#ctx0" brushRef="#br0" timeOffset="100559.9">24234 9097 422 0,'0'0'90'0,"0"0"-85"0,0 0 34 0,0 0 101 0,0 0 16 15,0 0-60-15,-58-23-31 16,58 0 26-16,0-7-57 16,19-12 10-16,29-13-42 15,19-16 36-15,18-13-32 0,4-7-1 16,-4-3-5-16,-14 3 1 15,-15 5-23 1,-21 12 6-16,-12 13 5 0,-15 2-8 16,-8 11 12-16,0 5-5 15,-18 3 12-15,-6 15-2 16,-3 6 5-16,-2 13-6 16,5 6 12-16,-1 0-12 0,8 17 13 15,3 15-20 1,12 9 14-16,2 9-12 15,0 4 4-15,4 9-4 0,25-1-13 16,6 7-27-16,8 5 24 16,-1 0-23-16,1 2 40 15,-3-5-14 1,-9-10-16-16,-10-6-69 0,-17-11-6 16,-4-4 77-1,-10-4 35-15,-32-2 4 0,-16-6 35 16,-10-6 87-16,-7-6-38 15,0-5 49-15,4-4-60 16,17-2-19-16,17-5-56 16,21 0-4-16,16 0-18 15,0-6-85-15,18-19-316 16</inkml:trace>
  <inkml:trace contextRef="#ctx0" brushRef="#br0" timeOffset="101163.06">25252 7947 372 0,'0'0'207'0,"0"0"-85"0,0 0 45 0,0 0-51 0,0 0 14 0,0 0-116 16,0-56 30-16,13 19-26 16,6-14 17-16,1-14-16 15,6-7 7-15,-1-2-17 16,2 14-7-16,-9 9-4 16,-7 22 10-16,-5 12-12 15,-4 11 20-15,-2 6-27 16,0 0 14-16,0 2-6 0,-31 26-36 15,-20 12-7 1,-11 8-62-16,2 5-88 0,13-3-164 16</inkml:trace>
  <inkml:trace contextRef="#ctx0" brushRef="#br0" timeOffset="101615.09">25867 8821 917 0,'0'0'157'0,"0"0"-133"0,156-20 6 0,-80 0 42 0,-2 2-72 16,-1 2-6-16,-9 1-36 15,-14 5-102-15,-15 3-172 16</inkml:trace>
  <inkml:trace contextRef="#ctx0" brushRef="#br0" timeOffset="101814.03">25986 8526 1115 0,'0'0'66'0,"0"0"-42"15,0 0-24-15,127-58 22 16,-54 50-22-16,-3 8-20 16,-2 0-118-16,-15 3-363 15</inkml:trace>
  <inkml:trace contextRef="#ctx0" brushRef="#br0" timeOffset="102445.59">27124 9062 503 0,'0'0'247'15,"0"0"-81"-15,0 0 10 16,0 0-84-16,0 0-47 15,0 0-41-15,-2-70 5 0,40 25-2 16,8-11 7-16,6-9-13 16,1-12 3-16,3-12 4 15,-3-9-2-15,-4-2-6 16,-9 6 0-16,-17 9 0 16,-17 13-6-16,-6 14 10 15,-24 12-16-15,-23 15 19 0,-13 18-22 16,-7 13 30-16,5 0-30 15,4 28 15 1,11 10-8-16,18 7 6 0,14 7-36 16,15 11 38-16,0 14-24 15,17 6 14 1,19 5 4-16,13-1-2 16,11-4-25-16,2-9-26 0,-1-12-52 15,-10-8 4-15,-18-8 105 16,-22-8 2-16,-11-3 105 15,-37-8-7-15,-30 1 20 0,-16-7-60 16,-2-7-14 0,8-13-6-16,14-1-38 15,12 0-10-15,9-7-105 16,9-19-149-16</inkml:trace>
  <inkml:trace contextRef="#ctx0" brushRef="#br0" timeOffset="104781.45">24368 6960 626 0,'0'0'97'0,"0"0"-3"0,0 0 23 0,0 0-8 0,0 0-73 15,0 0-17-15,0-91-16 16,9 81 12-16,4-7-13 15,5-6 3-15,8-4 5 16,11-9-8-16,5-9-3 16,4-7 16-16,1 0-22 15,-7-4 11-15,-9 3-8 16,-12 2 2-16,-11 2 2 0,-8 5-3 16,0 4 10-1,-11 2-19-15,-15 12 20 0,-6 2-16 16,-1 7 16-1,0 0-12-15,-1 5 4 0,12 5 0 16,4 7 1 0,2 0 5-16,3 0-9 15,4 0 11-15,7 11 11 0,0 9-14 16,2 6 11-16,0 5-16 16,10 5 8-16,22 3-8 15,8 3 0-15,9 12 0 16,7 5 4-16,-7 1-20 15,-3 4-2-15,-10-6 17 0,-5-2-41 16,-11-3 5 0,-7-1-29-16,-9-4 49 0,-4-8 17 15,-12-8 0 1,-26-4 51-16,-18-7 4 16,-13-8 14-16,-9-5-67 15,7-8 26-15,11 0-26 16,16-4 13-16,10-7-15 0,20 1-2 15,6 3-11 1,8 5-74-16,0-4-81 0,19 2-541 16</inkml:trace>
  <inkml:trace contextRef="#ctx0" brushRef="#br0" timeOffset="105725.06">25128 6084 323 0,'0'0'229'0,"0"0"-181"0,0 0 59 15,0 0 19-15,0 0-71 16,0 0 11 0,0-27-65-16,0 9 13 0,0-4 5 15,2-2 33-15,0-6-47 16,5-8 35-16,-3 2-5 16,-2-8-33-16,3-3 13 15,-3 2-10-15,-2 3 2 16,0 8 7-16,0 7-16 0,0 12 12 15,0 4-16-15,0 5 12 16,0 6 5-16,0 0-2 16,0 0-4-16,0 0-4 15,-9 13 14-15,-4 13-30 16,-12 8-14-16,-8 11 2 16,-5 4-36-16,1 0-72 15,0-10-271-15</inkml:trace>
  <inkml:trace contextRef="#ctx0" brushRef="#br0" timeOffset="106512.17">25186 6304 24 0,'0'0'149'0,"0"0"-133"16,0 0-6-1,0 0 19-15,0 0 30 0,0 0-4 16,0 0 25-16,-14 5-41 16,10-5-24-16,-1 0 34 15,5 0 6-15,0 0 31 0,0 0-56 16,0 2 36-16,0-2 18 15,0 0-15-15,0 0-47 16,0 0 20 0,0 0 10-16,0 0-26 0,13-14 32 15,18-13-48-15,12-11 11 16,11-8-7-16,-1-4-7 16,3 6-4-1,-9 2-2-15,-14 9-1 0,-13 9-26 16,-6 9-54-16,-10 7-61 15,-4 8-155-15,0 0-39 16</inkml:trace>
  <inkml:trace contextRef="#ctx0" brushRef="#br0" timeOffset="107089.93">25589 6198 643 0,'0'0'155'0,"0"0"-81"0,0 0 20 0,0 0-81 15,0 0-12-15,0 0-2 16,60 0-37-16,-47 0 33 15,-3 8 4-15,-8 6-10 16,-2 6 9-16,0 4-1 16,0 3 6-16,-10-7 3 15,4 1-4-15,4-6 7 16,2-2-18-16,0-3 20 0,4-2-25 16,21 3-6-1,2-3 19-15,2 2-6 0,-7 0 5 16,-11-2-9-1,-5-2 11-15,-6 2 7 0,0 0 27 16,-20 4 88-16,-16 4-60 16,-1 7 6-1,-5 2-45-15,9-3 6 0,4-4-26 16,6-3-6-16,5-7-9 16,0-3-63-16,0-5-132 15</inkml:trace>
  <inkml:trace contextRef="#ctx0" brushRef="#br0" timeOffset="122946.18">17922 2195 471 0,'0'0'328'0,"0"0"-237"0,0 0 23 16,0 0-9-16,0 0-44 0,-49-110-59 15,49 104 10-15,0 6-11 16,0 0-1-16,0 0 0 16,0 4 1-16,0 8-2 0,0 0 5 15,0-4-2 1,0-2 10-16,0-4-10 0,0-2 5 15,0 0 23-15,0 0 6 16,0 3 1 0,-2 4-16-16,-9 8-9 15,-5 8-12-15,7 12 3 16,5 5-8-16,2-3-34 16,2-4 1-16,0-5 33 15,0-3 5-15,-5 4 1 16,-9 0-1-16,4-2 0 0,-3-5 0 15,5-10-1-15,6-6 10 16,2-6-19-16,0 0 9 16,0-4-1-16,0-23-4 15,0-15 5-15,0-16-8 16,0-22 5-16,16-15 2 16,6-14-7-16,-2 1-5 0,3 11 22 15,-10 17-15 1,-9 26 7-16,-4 22 0 0,0 18 4 15,0 14 6-15,-2 0-10 16,-11 26-17-16,-8 14 2 16,0 1-33-16,5-1 16 15,9-10-55 1,7-10-45-16,0-6-232 0</inkml:trace>
  <inkml:trace contextRef="#ctx0" brushRef="#br0" timeOffset="123359.83">18076 2819 626 0,'0'0'409'0,"0"0"-331"0,0 0-2 0,0 0-43 0,46-155 21 16,10 73-41-1,9-6 1-15,2 0-14 16,-2 2-7-16,-7 10-11 16,-14 17-51-16,-11 19-38 15,-20 21-164-15,-13 12-297 16</inkml:trace>
  <inkml:trace contextRef="#ctx0" brushRef="#br0" timeOffset="123851.54">18575 2404 751 0,'0'0'140'16,"0"0"-137"-16,0 0 26 16,0 0-29-16,0 0-7 0,116-35-10 15,-65 20 2-15,-9 11-53 16,-15 4 49-16,-14 0 14 15,-11 0-7-15,-2 10 12 16,0 18 37-16,-21 8 40 16,-4 3-41-16,0 2 16 15,5-1-32-15,9-6-8 16,7-2-12-16,4-5-4 16,9-6-30-16,22-4-1 15,4-3 35-15,6-8-52 16,-8 3 47-16,-9-2-5 0,-12-1 10 15,-8 2-17 1,-4 6 17-16,-2 8 2 16,-25 6 64-16,-13 6-11 15,-9 2-34-15,-5-4 26 0,-3 0-36 16,-1-6 11-16,6-4-22 16,8-5-3-16,10-2-106 15,8-11-268-15</inkml:trace>
  <inkml:trace contextRef="#ctx0" brushRef="#br0" timeOffset="124159.84">19749 2725 625 0,'0'0'0'0,"0"0"-12"0,0 0-5 0,0 0-55 16,0 0-199-16</inkml:trace>
  <inkml:trace contextRef="#ctx0" brushRef="#br0" timeOffset="124359.93">19566 2460 783 0,'0'0'363'0,"0"0"-336"15,0 0-16-15,0 0 38 0,0 0-12 16,141-26-18 0,-70 13-19-16,3 0-61 0,-3-1-111 15,-15 2-292 1</inkml:trace>
  <inkml:trace contextRef="#ctx0" brushRef="#br0" timeOffset="125059.81">19691 2681 524 0,'0'0'30'0,"0"0"-26"0,0 0 97 0,0 0 118 0,132 20-121 0,-70-19-1 15,3-1-63 1,-3 0 5-16,-8 0-39 0,-10 0-5 16,-13 0-96-1,-18-7-180-15</inkml:trace>
  <inkml:trace contextRef="#ctx0" brushRef="#br0" timeOffset="125559.71">20663 2587 539 0,'0'0'96'15,"0"0"-96"-15,0 0 61 16,0 0 36-16,135 92-15 16,-72-92-51-16,6 0-10 15,7-33-12-15,-3-18 30 16,-6-16 10-16,-16-9-36 16,-18-7 6-16,-25 0-9 15,-8 9 4-15,-25 11-8 16,-26 27 20-16,-16 22-8 15,-12 14-2-15,-7 24 4 0,10 26-12 16,12 10-8-16,19 1-32 16,21-5-46-16,12-4-130 15,12-12-186-15</inkml:trace>
  <inkml:trace contextRef="#ctx0" brushRef="#br0" timeOffset="125775.22">21331 2592 83 0,'0'0'661'0,"0"0"-491"16,20 141-150-16,-20-91-17 0,-7 0 31 0,-15 2-34 15,-7 1-143 1,0-9-309-16</inkml:trace>
  <inkml:trace contextRef="#ctx0" brushRef="#br0" timeOffset="126524.47">21723 2151 566 0,'0'0'160'0,"0"0"-135"16,0 0 45-16,0 0-17 0,116-21-38 15,-76 21-5-15,1 0-2 16,-4 11-16-16,-6 10-19 16,-12 2 24-16,-17 9-50 15,-2 13 42-15,-21-3 11 16,-8-2 20-16,-4 2-4 16,8-14 3-16,8-2 18 0,10-6-27 15,7-2 0 1,2-2-7-16,29-3-4 0,12-4 1 15,11-2-12-15,0-2-23 16,-4 1-45-16,-12 2 3 16,-16 4 59-1,-20 0 18-15,-2 6 45 0,-24 2 85 16,-25 8-46-16,-9 4 15 16,0-1-47-16,6-3-12 15,15-10-40-15,12-8-25 16,10-4-54-16,3-2-20 15,1 0-137-15,-2 0-289 16</inkml:trace>
  <inkml:trace contextRef="#ctx0" brushRef="#br0" timeOffset="127050.93">22487 2085 165 0,'0'0'312'0,"0"0"-280"0,0 0 4 0,147-20 64 0,-113 20-57 0,-9 0 16 16,-13 10-45-16,-12 18-13 0,0 7 27 15,-21 9-17 1,-22 7-11-16,-1 2 4 0,1-3 47 15,12-10-8-15,13-12 5 16,9-12-31-16,9-9-9 16,0 0-8-16,16-5-2 15,19 0-2-15,5-2-19 16,1 0 13-16,-1 2-22 0,-13 2 30 16,-12 4-28-1,-6 6 10-15,-9 8 20 0,-11 10 42 16,-27 5 2-16,-4 1-4 15,-1 4 30-15,8-10-24 16,12-10-19-16,8-2-27 0,8-10-33 16,-2-2-51-1,0 2 19-15,-8-3-422 16</inkml:trace>
  <inkml:trace contextRef="#ctx0" brushRef="#br0" timeOffset="127641.34">23029 2130 474 0,'0'0'90'0,"0"0"-90"0,136-15 8 0,-74 15 92 15,-2 0-58-15,-6 2-37 16,-16 20-5-16,-22 10-29 16,-16 4 8-16,-16 9 21 15,-31 1 37-15,-6-2-9 16,3-9 23-16,12-2 41 16,14-9-26-16,11-6-40 15,13-4 6-15,0-2-27 16,17-4-3-16,20 0 1 15,11-4-6-15,1 2-29 16,-2 3 25-16,-7 4-4 16,-12 3-190-16,-7 5 189 0,-17 8 12 15,-4 0 77-15,-8 8-51 16,-24-4 36 0,-5-1-48-16,1-9 19 0,0-4-11 15,2-9 6-15,8-4-10 16,2-2-5-16,-1 0-13 15,-6 1-82-15,-9-3-180 0,-5 3-176 16</inkml:trace>
  <inkml:trace contextRef="#ctx0" brushRef="#br0" timeOffset="128219.74">23666 2159 523 0,'0'0'90'0,"0"0"-78"0,0 0 24 0,136-18 41 16,-90 18-76-16,-3 18-1 15,-9 11-103-15,-19 4-30 16,-15 6 36-16,0-1 19 15,-24-3 78-15,-12 1 25 16,2-9 72-16,9-9-24 16,10-5 6-16,11-4-46 15,4-3-33-15,2-2 1 16,25 0-1-16,9-2 0 16,3 4-12-16,4 0 8 15,-5 1 8-15,-7 6-10 16,-10-3 14-16,-13 4-8 15,-8 4 24-15,0 0-19 0,-4 8 75 16,-16-1 21-16,-7 4-9 16,-2-1-60-16,-11-1 11 15,2-2-6-15,-3-6 2 16,8-4-34-16,2-7-5 16,4 3-33-16,3-1-138 15,4-2-181-15</inkml:trace>
  <inkml:trace contextRef="#ctx0" brushRef="#br0" timeOffset="128523.43">24357 2838 886 0,'0'0'389'0,"0"0"-380"0,0 0 1 0,0 0 44 0,0 0-54 0,0 0-2 15,0-11-83-15,8 3-91 16,4 0-365 0</inkml:trace>
  <inkml:trace contextRef="#ctx0" brushRef="#br0" timeOffset="128840.2">24934 2823 831 0,'0'0'307'0,"0"0"-230"16,0 0-20-16,0 0-1 15,0 0-56-15,0 0-8 16,20-12-96-16,-2 6-74 16,4-5-556-16</inkml:trace>
  <inkml:trace contextRef="#ctx0" brushRef="#br0" timeOffset="129070.04">25527 2841 999 0,'0'0'176'0,"0"0"-119"16,0 0 25 0,0 0-37-16,0 0-45 0,0 0-45 15,24 0-58 1,-17 0-151-16,-5 0-693 0</inkml:trace>
  <inkml:trace contextRef="#ctx0" brushRef="#br0" timeOffset="140209.84">26447 6866 307 0,'0'0'475'0,"0"0"-341"0,0 0-82 15,0 0 86-15,0 0-69 16,0 0-17-16,0 0-24 16,9-7-23-16,-9 7 55 15,0 0-43-15,2 0 26 16,2 0-42-16,14 0 10 15,9-3-2-15,13 1 4 16,9-6-7-16,4 4-5 16,7-6-2-16,-6-3-5 0,-10 4 0 15,-13 1-68-15,-12 3 0 16,-9 1-42-16,-7 4-41 16,-3-4-161-16,-9-3-300 15</inkml:trace>
  <inkml:trace contextRef="#ctx0" brushRef="#br0" timeOffset="140462.1">26420 6535 915 0,'0'0'244'15,"0"0"-228"-15,0 0 36 16,0 0 65-16,0 0-2 16,0 0-61-16,150-18-40 0,-100 12-14 15,2 0-28 1,-5 6-77-16,-1 0-81 0,-8 0-69 16,-9 6-525-1</inkml:trace>
  <inkml:trace contextRef="#ctx0" brushRef="#br0" timeOffset="186972.77">2597 12247 154 0,'0'0'0'0,"0"0"-3"0,0 0-10 0,0 0-6 16,0 0 19-16,0 0 33 16,0 0-12-16,-15 6-21 15,13-6 0-15</inkml:trace>
  <inkml:trace contextRef="#ctx0" brushRef="#br0" timeOffset="188359.96">2562 12334 55 0,'0'0'216'0,"0"0"-90"0,0 0-97 0,0 0-26 16,0 0 3-16,0 0-5 0,0-10 0 15,0 8 16 1,0 2-9-16,0 0 47 16,0 0 13-16,0 0-24 0,0 0-4 15,0 0 10-15,0 0-39 16,0 0 21-16,0 0-29 15,0 0 20-15,0 0-17 16,0 0 13-16,0 0 12 16,0 0-10-16,0 0-19 15,0 0 8-15,0 0-6 16,0 0-2-16,0 0 27 0,0 0-24 16,0 0 23-16,0-10-17 15,0-11-6-15,14-6-5 16,7-9 4-16,6-8-10 15,6-7 15-15,12-3 24 16,-3-6-12-16,8-6 28 16,-2-2-44-16,2 2-4 15,-4 5-1-15,-7 15-23 0,-10 18-44 16,-8 15-13 0,-7 2-14-16,-3 5-16 0,-3 2 40 15,0 4-92-15,-8 0-243 16</inkml:trace>
  <inkml:trace contextRef="#ctx0" brushRef="#br0" timeOffset="189189.9">2653 12079 332 0,'0'0'71'0,"0"0"-25"0,0 0-4 0,0 0-8 15,0 0 45-15,0 0-23 16,0 0 26-16,9-58-15 15,-6 58-14-15,-1 0-45 16,4 10-12-16,-1 12 8 16,-1 7 42-16,-2-3-27 0,-2 2-16 15,0-5-3 1,0 0 7-16,0-5 10 0,0-4-13 16,0-4 5-16,0-6-9 15,0-2 0-15,0-2-3 16,0 0-8-16,0 0 7 15,0 0 4-15,0 0-3 16,0 0 18-16,0 0-23 16,0 0 13-16,4-2-9 15,4-6 7-15,3 2-3 0,-3 0 0 16,-3 1-3 0,4 2 0-16,-2 3 6 0,-3 0-7 15,5 0 16 1,-5 0-6-16,1 0-5 15,-3 0-2-15,3-3-4 0,1 0 5 0,-1-1-1 32,-3-2-20-32,0-2 6 0,-2 4-112 15,0-2-42-15,0-2-45 16</inkml:trace>
  <inkml:trace contextRef="#ctx0" brushRef="#br0" timeOffset="189806.44">3504 11394 219 0,'0'0'177'0,"0"0"-144"0,0 0 53 0,0 0 21 16,0 0 9 0,0 0-39-16,-29 28-40 15,23-3-5-15,-2 8-4 16,4 3-23-16,4-1 28 16,0 1-25-16,0-1-2 0,0-9 2 15,12-3-15 1,3-10 7-16,5-7-10 0,0-2-9 0,-4-4-37 15,4 0-24 1,-5-7-48-16,-1-13 94 0,-5-3-69 16,-3 1-170-1</inkml:trace>
  <inkml:trace contextRef="#ctx0" brushRef="#br0" timeOffset="190029.71">3478 11474 638 0,'0'0'172'15,"0"0"-163"-15,0 0-12 16,0 0 6-16,0 0-3 15,0 0 0-15,82-27-18 16,-62 20-136-16,0-1 17 16,-7-1-274-16</inkml:trace>
  <inkml:trace contextRef="#ctx0" brushRef="#br0" timeOffset="190221.6">3549 11293 495 0,'0'0'278'15,"0"0"-278"-15,0 0-83 16,0 0 13-16,0 0 52 0,0 0-46 16,116-118-64-1</inkml:trace>
  <inkml:trace contextRef="#ctx0" brushRef="#br0" timeOffset="190571.81">3874 11566 406 0,'0'0'391'16,"0"0"-354"-16,0 0-18 0,0 0 5 15,0 0 24-15,73-104 31 16,-41 65-37-16,-3 10-42 16,-5 3-13-16,-1 8-56 15,-8 1-78-15,-6 3-119 16,-9 7-28-16</inkml:trace>
  <inkml:trace contextRef="#ctx0" brushRef="#br0" timeOffset="190771.27">3905 11249 736 0,'0'0'239'0,"0"0"-220"0,0 0-5 16,0 0 27-16,30 124-25 15,-4-85-13-15,10-1-3 16,2 2-35-16,-1 0-14 15,-6 0-59-15,-4-9-176 16,-11-6-72-16</inkml:trace>
  <inkml:trace contextRef="#ctx0" brushRef="#br0" timeOffset="191239.73">4217 11566 555 0,'0'0'151'15,"0"0"-151"-15,0 0-36 16,0 0-8-16,0 0 17 0,0 0 15 16,9 74 9-1,-7-71 6-15,-2-3 10 0,0 0 11 16,0 0 50-1,0-3 10-15,0-23-65 0,0-8-19 16,0-7-2 0,0-5-5-16,-6-3 14 0,-1 2-14 15,3 6 0 1,4 4 3-16,0 14-4 0,0 10-1 16,11 5 12-16,9 4-3 15,-1 4 0-15,10 0-12 16,3 0 6-16,1 0-47 15,-4 0 7-15,-6 0 3 0,-10 0 27 16,-13 7 3 0,0 11 13-16,-5 4 70 15,-24 2 8-15,-4 2 28 0,-5-4-78 16,0-6-7-16,5-4-21 16,11-7-27-16,11-5-37 15,11 0-57-15,0 0-50 16,13 0-318-16</inkml:trace>
  <inkml:trace contextRef="#ctx0" brushRef="#br0" timeOffset="191452.6">4545 11447 423 0,'0'0'166'0,"0"0"-166"0,0 0-33 0,0 0 24 0,120 23 9 16,-75-23-3-1,1 0 4-15,-1 0-2 0,-5 0-59 16,-7 0-33-16,-10 0-123 16</inkml:trace>
  <inkml:trace contextRef="#ctx0" brushRef="#br0" timeOffset="191683.98">4743 11269 1030 0,'0'0'41'0,"0"0"-41"0,0 0-16 15,0 0 14-15,0 0-15 0,0 0 12 16,42 10-54 0,-28-10-15-16,-1 0-177 15,-4 0-2-15,-9-15-141 16</inkml:trace>
  <inkml:trace contextRef="#ctx0" brushRef="#br0" timeOffset="192133.18">4743 11269 363 0,'42'-122'75'0,"-46"122"-75"0,4 0-12 0,0 0 12 16,0 0 83-1,0 0-41-15,0 0 13 16,0 0 53-16,-5 0 14 16,-1 0-64-16,-3 4-36 0,-5 4-22 15,4 1 7 1,-7-2 14-16,2 3 6 0,-1 4 45 15,-3 1-49-15,5 2 8 16,3 3-14 0,5 2 0-16,6 1-17 15,0 0 0-15,0 1-3 0,23 2 7 16,9 2-16-16,4-6 0 0,2-4 5 16,-1-5-32-1,-1-12 2 1,-7-1 29-16,-2-1-3 0,-9-30-2 0,-5-5 13 15,-9-5-2 1,-4-1 18-16,0 4-17 16,-15 2 10-16,-14 11-5 15,-9 5 2-15,2 11 7 16,-2 9 18-16,5 0-11 16,0 19-12-16,10 12 1 15,6 3-18-15,15-1 8 16,2-8-42-16,6-10-84 15,23-1-153-15,5-4 21 16</inkml:trace>
  <inkml:trace contextRef="#ctx0" brushRef="#br0" timeOffset="192370.22">5067 11239 749 0,'0'0'113'16,"0"0"-82"-16,0 0 13 0,0 0-31 0,0 0-13 15,0 0-2-15,37 114-48 0,-1-99 9 16,4 0-23 0,3-6 1-16,1 2 10 0,-2-2-21 15,-6-5-101-15,-12-2-253 16</inkml:trace>
  <inkml:trace contextRef="#ctx0" brushRef="#br0" timeOffset="192569.96">5231 11201 712 0,'0'0'327'0,"0"0"-327"0,0 0-3 16,0 0-9-16,0 0 5 16,0 0-54-16,65-6-7 15,-52-4-157-15,-8-4 26 16</inkml:trace>
  <inkml:trace contextRef="#ctx0" brushRef="#br0" timeOffset="192702.3">5248 10989 490 0,'0'0'498'16,"0"0"-475"-16,0 0-23 0,0 0-19 15,0 0-17 1,0 0-83-16,50 0-168 16</inkml:trace>
  <inkml:trace contextRef="#ctx0" brushRef="#br0" timeOffset="192880.8">5592 11201 678 0,'0'0'127'0,"0"0"-122"16,0-110-10-16,3 78 10 15,9 7-20-15,9 15-140 16,-2 10-34-16,6 0-77 0,0 19 91 15</inkml:trace>
  <inkml:trace contextRef="#ctx0" brushRef="#br0" timeOffset="193035.24">5830 11195 10 0,'0'0'10'15,"0"0"89"-15,0 0-3 16,0 0 55-16,0 0-42 16,114 12 20-16,-103-44 56 15,-6-6-86-15,-1-4-70 0,-4 6-26 16,0 3-6-1,0 4-20-15,3 10-62 0,3 8-93 16,5 2-86-16</inkml:trace>
  <inkml:trace contextRef="#ctx0" brushRef="#br0" timeOffset="193182.01">6235 11075 198 0,'0'0'169'0,"0"0"-168"16,0 0 63-16,12 114-39 16,-8-88-25-16,-1-2-108 0,-1-4-224 15</inkml:trace>
  <inkml:trace contextRef="#ctx0" brushRef="#br0" timeOffset="193451.89">6268 10982 645 0,'0'0'386'0,"0"0"-386"0,0 0-4 16,0 0-9 0,0 0-3-16,0 0 5 0,86 21 6 15,-60-12 1 1,4 7-5-16,-4 7 6 15,6 1-5-15,-3 0 6 16,2 2-1-16,0-2-13 0,4-4 16 16,5 0-5-1,-1-4-5-15,-1 1-33 16,-5 0-86-16,-4-5-86 16,-7-7-320-16</inkml:trace>
  <inkml:trace contextRef="#ctx0" brushRef="#br0" timeOffset="193684.77">6613 11024 979 0,'0'0'197'0,"0"0"-177"16,0 0-19-16,0 0 15 15,0 0-16-15,0 0-4 16,81 0-40-16,-64 0-64 16,-15 0-126-16,-2 0-337 15</inkml:trace>
  <inkml:trace contextRef="#ctx0" brushRef="#br0" timeOffset="193811.14">6588 10843 922 0,'0'0'82'16,"0"0"-79"-16,0 0 31 0,0 0-26 16,0 0 3-1,0 0-11-15,149-36-88 16,-120 33-282-16</inkml:trace>
  <inkml:trace contextRef="#ctx0" brushRef="#br0" timeOffset="195049.96">2459 13427 419 0,'0'0'100'0,"0"0"-89"0,0 0 18 0,0 0 46 0,0 0-6 0,0 0 43 15,0 0-62 1,7 10-19-16,-7 8-27 16,0-2 8-16,2 4 11 0,0 4-8 15,0 4 15 1,6 4-27-16,-8 8 63 16,8 4-47-16,1 9 26 0,2 1-43 15,7 4 6-15,2 4-6 16,2 9-2-16,1 5 0 15,-3 2-10-15,-5-4 9 16,-3-10-18-16,-1-10 2 16,-3-14-45-16,4-18 5 15,-5-22-277-15</inkml:trace>
  <inkml:trace contextRef="#ctx0" brushRef="#br0" timeOffset="195750.15">2372 13703 122 0,'0'0'106'0,"0"0"-90"0,0 0 138 0,0 0-58 15,0 0-49-15,0 0 28 16,11 0-48 0,-1 0-16-16,-2 0-5 0,3 0 20 15,-3-1-15-15,-2-4 69 16,3 2-17-16,-5-4-12 16,10-4-34-16,-3-7 4 15,0-11-6-15,2 2-15 16,0-11 0-16,-3 3 3 15,-1 5-13-15,-7 10-7 16,-2 7 14-16,0 13 6 16,0 0 11-16,0 0 20 15,0 6 14-15,0 5-48 0,0 3 0 16,0-2-12 0,8 2 20-16,1 2-26 0,-2 9 30 15,2 0-24-15,2 4-8 16,-1-11-77-16,2-13-232 15</inkml:trace>
  <inkml:trace contextRef="#ctx0" brushRef="#br0" timeOffset="196301.83">3074 14506 445 0,'0'0'112'0,"0"0"-44"0,0 0 12 0,0 0 4 0,-33 133 27 15,31-100-62-15,2-7-9 0,-2-3-33 16,2-11 9-16,0-5-16 15,0-7-36-15,0 0-30 16,0 0-106-16,2-13-22 16,4-20 17-16</inkml:trace>
  <inkml:trace contextRef="#ctx0" brushRef="#br0" timeOffset="196513.28">3094 14145 857 0,'0'0'131'0,"0"0"-112"16,0 0-23-1,70-115 4-15,-33 59-5 0,5 4-39 16,-6 7-99-16,-7 18-218 15</inkml:trace>
  <inkml:trace contextRef="#ctx0" brushRef="#br0" timeOffset="196990.2">3342 14614 543 0,'0'0'366'16,"0"0"-360"-16,0 0 67 15,0 0-56-15,0 0-17 16,0 0 8-16,-10-130-15 16,10 92 7-16,5 11 0 15,0 7 0-15,-5 8-19 0,0 7-3 16,4 5-27-16,-1 0 13 16,1 4 33-16,4 12 3 15,6 5 14-15,2-1-10 16,2-4-4-16,-1 2-36 15,-1-5-35-15,-1-6-6 16,-3-1 74-16,-3-3 3 16,1-3 4-16,-2 0 12 15,3-9 42-15,-3-16-19 16,4-17 22-16,-3-9-39 16,-1-3-22-16,-1-5 0 15,-3 9-68-15,-4 15-42 0,0 13-40 16,0 10 101-16,0 12-103 15</inkml:trace>
  <inkml:trace contextRef="#ctx0" brushRef="#br0" timeOffset="197216.42">3698 14289 527 0,'0'0'176'15,"0"0"-107"1,0 0 36-16,0 0-93 16,11 107-12-16,-4-89-11 0,0 4-26 15,-1 1-5 1,1 2-54-16,2-1-60 0,-2 2-138 16</inkml:trace>
  <inkml:trace contextRef="#ctx0" brushRef="#br0" timeOffset="197531.95">3779 14574 593 0,'0'0'39'15,"0"0"-24"-15,0 0 17 16,0 0 0-16,0 0 19 16,120-44 12-16,-98 22-17 15,4-6 13-15,-12-3-49 16,-5-3 12-16,-9-4-9 15,0 0 37-15,-9-4-16 16,-11 3-21-16,-3 8-13 0,2 12 4 16,-4 4-4-16,5 13 4 15,-3 2 2-15,6 8 3 16,1 20-18-16,-1 10-13 16,3-6-2-16,3-6-30 15,4-10 14-15,7-9-18 16,0-7-125-16,0 0 49 15,24 0 93-15,7-9-35 16,12-13-8-16,6-8 31 16,4 3-114-16</inkml:trace>
  <inkml:trace contextRef="#ctx0" brushRef="#br0" timeOffset="197661.99">4126 14203 218 0,'0'0'193'16,"0"0"-29"-16,0 0 61 15,0 0-92-15,0 0-64 0,69 126-52 16,-61-100-17-16,4 1-25 15,-3-6 11-15,-1-5-42 0,0-3-114 16,-6-9-79 0,-2-4-201-16</inkml:trace>
  <inkml:trace contextRef="#ctx0" brushRef="#br0" timeOffset="197830.13">4259 13998 420 0,'0'0'733'0,"0"0"-716"16,0 0 10-16,0 0 0 0,0 0-27 16,0 0-11-1,-17 6-98-15,17-3-135 16,0-2-168-16</inkml:trace>
  <inkml:trace contextRef="#ctx0" brushRef="#br0" timeOffset="198245.27">4602 14043 436 0,'0'0'339'0,"0"0"-239"16,0 0-21-16,0 0-38 15,0 0-32-15,0 0 38 16,-100 18-22-16,71-1 11 0,4 10-24 0,10 9-4 15,7 8-16 1,6 2 1-16,2-2 3 16,4-4-26-16,23-6-5 15,6-6-2-15,9-9 22 16,-2-13-27-16,7-6 15 16,-5 0-35-16,-4-20-60 15,-4-10 20-15,-10-1-4 16,-6 7 48-16,-9 8 19 15,-5 14 39-15,1 2 73 0,0 0-4 16,3 0-11-16,3 2 40 16,7 8-11-16,5 2-87 15,-2 0 17-15,2-4-16 16,-1 1-2-16,-4-4-17 16,-2 5-81-16,-5 2 11 15,-5 2-5-15,-3-1 2 16,-3-9-219-16</inkml:trace>
  <inkml:trace contextRef="#ctx0" brushRef="#br0" timeOffset="198429.89">4841 14078 795 0,'0'0'81'0,"0"0"-81"0,0 0-42 0,0 0-121 16,0 0 3-16,0 0-67 0</inkml:trace>
  <inkml:trace contextRef="#ctx0" brushRef="#br0" timeOffset="198583.29">4803 13908 1109 0,'0'0'0'0,"0"0"-1"16,0 0 1-16,0 0 1 15,0 0-1 1,0 0-38-16,73 0-104 0,-52-12-142 16,-5 2-123-16</inkml:trace>
  <inkml:trace contextRef="#ctx0" brushRef="#br0" timeOffset="201110.12">6185 13539 13 0,'0'0'54'0,"0"0"43"0,0 0-57 16,0 0-39-16,0 0 3 15,0 0-4-15,0 0 0 16,0 0 0-16,0 0-4 15,0-4 4-15,0 4 70 0,0-2 80 0,0 0-71 16,0 0-51 0,0-2 73-16,-5 2-73 15,5 2 24-15,0 0-45 16,0 0 2-16,0 0-2 16,0 0-7-16,0 0 40 15,-2 0 16-15,2 0 12 16,0 0-31-16,-2 0 9 15,2 2-46-15,0 20 6 16,0 10-6-16,0 16-1 16,4 2-3-16,7 5-14 15,0-1 12-15,-1-1 12 0,0-2-17 16,-1-5 25-16,5 1-18 16,1-19 4-16,-1-9-5 15,-1-10-14-15,3-9-23 16,-3-6-3-16,1-25 40 15,-3-21-2-15,-1-7 14 16,0-16-14-16,-6-15 1 16,-4-22-35-16,0-13-33 15,-9 0 61-15,-11 5 13 16,4 15 15-16,10 13 127 0,2 15-90 16,1 9 9-1,3 16-9-15,0 8 29 0,0 3-68 16,3 9-6-16,17 4-7 15,6 6-6-15,15 3-12 16,9-4 3-16,15 1 2 16,9 2-18-16,5-2 16 15,8 0-14-15,-2 6 28 16,-6-1-27-16,-10 10 13 16,-7 3-9-16,-8 4 3 0,-8 0-112 15,-10-4-199 1</inkml:trace>
  <inkml:trace contextRef="#ctx0" brushRef="#br0" timeOffset="203190.11">6975 13786 126 0,'0'0'80'0,"0"0"-43"0,0 0 153 0,0 0-86 16,0 0 5-16,0 0-22 15,0 0-34 1,-19-3-51-16,17 3 1 0,-1 0 24 15,1 0 9-15,-3 0 18 16,-2 0-12-16,5-3 12 16,-4-1-39-16,-3-4 34 15,0-2-36-15,2-7-10 16,3-8-3-16,4-9-1 16,0-8-3-16,0-11 8 0,16-3-11 15,3-4 16 1,4-2-16-16,2 4 7 0,-6 4 0 15,-3 10-10-15,-5 9-12 16,-7 7 1-16,-4 6 21 16,0 7-6-16,0 2 16 15,-9 3 24-15,-11 7-2 16,1-4-15-16,-4 7-15 16,5 0 0-1,5 0 10-15,6 0-11 0,5 7-1 0,2 10-1 16,0 7-1-1,0 2-17-15,9 10 3 16,16 6 8-16,6 8-3 0,4 15 10 16,9 7 0-1,6 0-10-15,-3-3-28 0,6-10 35 16,-10-9-46-16,-14-12 34 16,-16-13-1-16,-13-6 17 15,0-4 73-15,-21-3 12 16,-18 3-62-16,-19-4-20 15,-9-3 2-15,-4 0-3 16,4-4 4-16,13-4 10 16,17 0-32-16,16 0 11 0,17-23-6 15,4-8-127 1,11-5-268-16</inkml:trace>
  <inkml:trace contextRef="#ctx0" brushRef="#br0" timeOffset="205291.49">7388 13207 29 0,'0'0'271'0,"0"0"-180"0,0 0-45 16,0 0 9 0,0 0 22-16,0 0-11 15,0 11 54-15,0-7-23 0,0-4-26 16,0 0-40-1,0 0 1-15,0 0 1 0,0 0 14 16,0-4-22-16,0-20-18 16,0-6 2-16,0-10 4 15,0 0-21-15,0 2 16 16,0 8-13-16,0 4 5 0,0 12 0 16,0 2-1-1,0 6-29-15,0 6 23 16,0 0-1-16,0 0 5 0,-11 12 6 15,-5 14-8-15,-4 8-18 16,-2 8-58 0,-9 0-253-16</inkml:trace>
  <inkml:trace contextRef="#ctx0" brushRef="#br0" timeOffset="207805.84">5819 12796 32 0,'0'0'352'0,"0"0"-290"0,0 0-26 16,0 0 25-16,0 0-17 16,0 0-22-16,-6-11 31 15,6 7-18-15,0 1-14 16,0-4-16-16,0 2 14 0,8 4-18 15,8 0-2 1,2-4-12-16,0 5-1 0,-5 0-7 16,1 0-13-16,-6 0 30 15,-1 12 4-15,-3 6 6 16,-4 2 4 0,0 0 26-16,0-2-28 0,0-6-5 15,0-2-3-15,10-3-27 16,1-5-5-16,4 2-24 15,7 0 14-15,1-3-18 16,2 12 48-16,-2-1 5 16,-7 2 7-16,3 6 4 15,-13 0 6-15,1 3 34 16,-7 0-2-16,0 4 15 16,0 0 17-16,-17 7 29 15,-12-4-29-15,-4-2-5 16,-7-8-30-16,-2-5 53 0,2-10-60 15,6-3-15 1,15-2-17-16,5 0-5 0,14 0-3 16,0 0-133-16,0 0-289 15</inkml:trace>
  <inkml:trace contextRef="#ctx0" brushRef="#br0" timeOffset="209289.77">8450 13421 645 0,'0'0'329'0,"0"0"-259"0,0 0-41 0,0 0-25 16,0 0-3-1,0 0 7-15,76-36-15 0,-47 29 9 16,7 6-4-16,-1 1-36 15,-1 0-29-15,1 0-2 16,-1 8-115 0,-12 0-12-16,-13-4-175 15</inkml:trace>
  <inkml:trace contextRef="#ctx0" brushRef="#br0" timeOffset="209471.47">8524 13180 879 0,'0'0'171'0,"0"0"-171"0,0 0 5 16,0 0 24-16,116-39-29 16,-67 26-34-16,2 1-99 15,-2 0-233-15</inkml:trace>
  <inkml:trace contextRef="#ctx0" brushRef="#br0" timeOffset="210069.77">9516 13495 808 0,'0'0'90'0,"0"0"-88"0,46 142-4 0,-7-93-8 15,2-3 1-15,1-10-77 16,-1-7 78-16,-5-12-24 16,-7-11 17-16,-7-6-18 15,-7-14 10-15,-1-43 23 16,-5-24 30-16,-7-34-30 16,-2-27 8-16,0-25-6 15,-18-21 30-15,-2-9 20 16,2 13-52-16,12 40 101 15,6 41-2-15,0 41-10 0,0 30-25 16,0 12-14-16,0 16-28 16,6-4-22-16,19 2-33 15,17 1-35-15,5 5-72 16,-7 0-340-16</inkml:trace>
  <inkml:trace contextRef="#ctx0" brushRef="#br0" timeOffset="210735.14">9061 12421 955 0,'0'0'63'0,"0"0"-63"0,0 0 0 0,0 0-5 15,0 0 2-15,0 0-14 0,85-82-5 16,-56 77 21-1,-2 5-45-15,-8 0 2 0,-3 0 5 16,-3 13 8 0,-9 8 29-16,-4 5 2 0,0 7 13 15,0-2-11-15,0 1 8 16,0-1 3-16,0-8-26 16,0-1 6-16,8-7-59 15,21-3-52 1,2 0-1-16,7 2-8 0,-5 2-24 15,-8 8 111-15,-14 0 40 16,-11 8 82-16,0-4 115 16,-23 2-78-16,-10 0-7 0,-7 3 15 15,-4-4-66 1,-1 0-35-16,-2-5 6 16,7-8-32-16,8-3-2 15,13-2-105-15,9-3-196 16</inkml:trace>
  <inkml:trace contextRef="#ctx0" brushRef="#br0" timeOffset="211469.79">10326 13475 129 0,'0'0'330'0,"0"0"-190"0,0 0-18 0,0 0-41 0,0 0 17 0,0 0-94 16,-17-111 0-16,17 75 3 15,17-5 8 1,6-6 30-16,4-4-7 16,2-11 2-16,0-3-33 0,-10-1-7 15,-5 4-5-15,-14 6-12 16,0 15-38-16,-18 13 47 16,-13 10 8-16,-3 10 52 15,-1 6-25-15,6 2-4 16,4 0 0-16,10 0-12 15,11 15 0-15,4 7-11 16,0 3-13-16,2 8-50 16,25 7 22-16,10 8 1 15,7 10 18-15,8 10-2 16,2 6-53-16,-1 2-42 16,-6 3-24-16,-7 1 37 15,-16-4-212-15</inkml:trace>
  <inkml:trace contextRef="#ctx0" brushRef="#br0" timeOffset="211570">10652 13644 346 0,'0'0'192'15,"0"0"-137"-15,-160 59-7 16,88-54-46-16,1-5 33 16,6-11-35-16,14-24-1 15,13-9-128-15,13-10-170 16</inkml:trace>
  <inkml:trace contextRef="#ctx0" brushRef="#br0" timeOffset="212129.9">10099 12334 336 0,'0'0'165'0,"0"0"-53"0,0 0 50 16,0 0-14-16,0 0-83 0,0 0 35 16,134-50-63-16,-83 50 9 15,14 0-43-15,6 0-3 16,7 0-74-16,2 0-102 15,-8 0-244-15</inkml:trace>
  <inkml:trace contextRef="#ctx0" brushRef="#br0" timeOffset="212899.84">11178 13293 116 0,'0'0'620'0,"0"0"-537"0,0 0-12 0,116-10-39 0,-76 10-32 0,-1 0-15 15,0 0-61-15,-11 0-129 16,-3 6 70-16,-9-4-49 16</inkml:trace>
  <inkml:trace contextRef="#ctx0" brushRef="#br0" timeOffset="213119.98">11191 13074 930 0,'0'0'72'0,"0"0"-67"16,0 0 6-16,0 0 64 16,114-35-39-16,-58 16-31 15,2-1-10-15,8 2-37 16,-8 6-86-16,-9 4-277 15</inkml:trace>
  <inkml:trace contextRef="#ctx0" brushRef="#br0" timeOffset="214099.97">12243 12959 605 0,'0'0'285'0,"0"0"-203"0,0 0-30 0,0 0 20 16,0 0-64-16,0 0-16 15,-7-123 21-15,34 76-18 16,2 5 10-16,2 9-7 16,0 2 2-16,-2 14-28 0,0 10-25 15,-4 7-16 1,4 5 6-16,-5 30-31 0,-6 15 91 15,-12 22-5 1,-6 9 3-16,-6 7 5 16,-32 12-2-16,-13 0-7 0,-12-7-26 15,7-10 35 1,-1-12 0-16,1-19 31 0,7-18-1 16,3-14 54-16,12-14 7 15,10-6-27-15,7 0-28 16,9 0-17-16,8 0 3 0,0 0-22 15,0 0-1 1,29 4-2-16,9 12 3 16,13-6 2-16,9 0 5 15,9-10-7-15,2 0-13 16,-6-20-1-16,-12-10-16 16,-13 2-4-16,-15-8-66 15,-11 6-145-15,-12 0-124 16</inkml:trace>
  <inkml:trace contextRef="#ctx0" brushRef="#br0" timeOffset="-207373.77">27654 6385 180 0,'0'0'73'0,"0"0"74"0,0 0 10 0,0 0-47 16,0 0-43-1,0 0 13-15,0 0 5 0,2-7-18 16,-2 7-13-16,0 0 21 15,0 0-43-15,0 0 3 16,0 0-33-16,0 0 4 0,0 0-5 16,0 0 1-1,0 0 4-15,0-1-6 0,0-4 3 16,0 0-3 0,0-3 3-16,-2-4 7 0,-2-7-4 15,4 2 3-15,0-2-16 16,0-3 7-16,0-4-6 15,13 2 1-15,5 4-4 16,-1 0 6-16,4 0 6 16,-3 4-12-16,2 0 21 15,4-1-18-15,1 3 11 16,4 1-10-16,-2 4 5 16,-3 6 0-16,-2 3 3 15,1 0 0-15,-6 10 11 0,3 18-12 16,-1 10 4-16,-7 8 0 15,0 8-4-15,-12 7-2 16,0 7 0-16,-18 3-15 16,-24 4-2-1,-14 5 14-15,-16 1 6 0,-16 7-6 16,-17-1 11-16,-4-6-16 16,8-12 10-16,17-24-6 15,8-15 8-15,13-15-4 16,12-14 15-16,11-1-10 15,13 0 23-15,12-9-24 16,11-8-1-16,4-4-3 16,0 0-5-16,6 3-1 0,17 7 4 15,3 7-4 1,8 4 6-16,-1 12 12 16,7 27-11-16,-2 11 25 15,5 9-22-15,3-1-2 0,3-1-2 16,4-7-11-1,3-9-29-15,-2-13 20 0,4-16-22 16,2-12-10-16,5-24-6 16,-1-26-43-16,-4-12-54 15,-8-4 114-15,-8 1 38 16,-11 7 4-16,-8 14-1 16,-14 18 120-16,-9 13-54 15,-2 10-18-15,0 3-31 16,0 0-17-16,-9 20-102 15,1 0-397-15</inkml:trace>
  <inkml:trace contextRef="#ctx0" brushRef="#br0" timeOffset="-196996.67">20794 3291 351 0,'0'0'28'0,"0"0"8"0,0 0 43 0,0 0 23 0,0 0 15 16,0 0 20-16,0 0-91 16,0 0 7-16,-116 47-26 15,111-43-22-15,3 0-5 0,2 1 0 16,0-2-3-16,0 2 3 15,-2-1-1-15,-2 0 2 16,0-2 41-16,-1 0 5 16,3 0-3-16,2-1-36 15,0 2-8-15,0-2-8 16,0 3 3-16,0 6-5 16,17 5 10-16,12 3 0 15,23 2 10-15,21 2 0 16,27-4-3-16,30 4-1 0,32-8-3 15,30-4 2 1,33-7-5-16,27-3 6 16,4 0-8-16,-2-17 7 0,-24-4-8 15,-43 2 7-15,-40 5-8 16,-42 8-51 0,-25 6-46-16,-25 0 30 0,-22 0 36 15,-25 0-82-15,-10 12-68 16,-56 8-207-16</inkml:trace>
  <inkml:trace contextRef="#ctx0" brushRef="#br0" timeOffset="-194566.86">27912 7630 88 0,'0'0'51'0,"0"0"-26"0,0 0 44 16,0 0 62-16,0 0-75 15,0 0-8-15,8 0-7 16,-8-2 57-16,2-2 13 16,2 2-7-16,-2-1-64 0,-2 3-3 15,0 0-14-15,0 0-20 16,0 0 26-16,0 0-21 15,0 0 20-15,0 0-26 16,0 0-3-16,0 0 2 16,0 0-2-16,0 0 1 15,0 7 0-15,0-3 3 16,0-4-2-16,0 0 63 16,18-2-43-16,35-34 31 15,39-24-36-15,28-17 14 16,23-13-19-16,11-4-10 0,8-2 9 15,-1-2 9-15,-6 11-14 16,-26 19 4 0,-32 24-18-16,-42 27-1 0,-45 17-73 15,-24 5-350 1</inkml:trace>
  <inkml:trace contextRef="#ctx0" brushRef="#br0" timeOffset="-149636.81">2172 16306 97 0,'0'0'21'0,"0"0"-21"0,0 0 0 16,0 0 5-16,0 0-2 16,0 0 4-16,0 0 23 15,0 0 38-15,15 37-59 16,-10-32-2-16,-1 8-7 16,0-9-16-16,0-1-35 0,-4 3-10 15,0-1 58 1,0-1 3-16,0 0 61 15,0-4 6-15,0 0-29 0,0 0-38 16,4 0-4-16,-4 0 2 16,2 0 2-16,-2 0 18 15,0 0 3-15,0 0 51 16,0 0 2-16,0 0 21 16,0 0-32-16,0 0-16 15,0 0-24-15,0 0-21 16,-2 6-2-16,-2-2 0 15,4 4 1-15,-4-4 0 16,0-2 49-16,-2 2-10 0,-3-4 26 16,0 0-44-1,6 0 10-15,-3-4-25 0,4-14 3 16,2-7-10-16,0 0-6 16,0-12 4-16,11 2 0 15,13-5-12-15,1 9-34 16,-3 10-27-16,-4 15-32 15,-5 6-3-15,-4 8 18 16,0 25 92-16,-4 15 5 16,-5 2 38-16,0 12 32 0,-5 11-59 15,-17 5 38 1,-7-5-4-16,0-12-8 0,0-16 25 16,7-13-24-1,6-19 14-15,3-4-32 0,10-9 23 16,3 0-7-16,0 0-41 15,7-15 7 1,13-5-7-16,3 6 13 0,-2 4 6 16,2 10-17-16,-3 0-2 15,0 6 0-15,0 11 3 16,1-3 15-16,-2-4-1 16,1-2-34-16,7-8-10 15,-4 0-44-15,-12-11-235 16,-9-23-331-16</inkml:trace>
  <inkml:trace contextRef="#ctx0" brushRef="#br0" timeOffset="-146272.41">6058 16881 209 0,'0'0'116'0,"0"0"-64"15,0 0-13-15,0 0 3 16,0 0-36-16,0 0 5 15,0 0-7-15,0-25 6 0,0 25 0 16,0 0-7-16,0 0-6 16,0 0-22-16,0 0-71 15,0 0 41-15,0 0 55 16,0 0 105-16,0 0-32 16,0 0-2-16,0 0-38 15,0 0-2-15,0 0 3 16,0 0-15-16,0 0 17 15,0 0-30-15,0 0 21 0,0 0-17 16,0 0 74 0,-14 0-66-16,-1 0 18 0,-6-4-27 15,-3 4 9-15,-3 0 21 16,1 14-18-16,-5 12 22 16,0 13-41-16,-1 20 20 15,3 7-10-15,5 11-6 16,6 2 0-16,7 2-6 15,11-1 7-15,0-8 1 16,11-4-8-16,18-5 4 0,13-10-3 16,5-8 9-1,4-15-20-15,2-16 5 16,-1-14-7-16,-3 0 12 16,-7-37-1-16,-9-14 3 15,-8-7-1-15,-14-6 11 16,-11 5-7-16,0 15-7 15,-17 14 18-15,-21 16-24 0,-9 14 18 16,-7 26 15-16,3 29-23 16,6 16 1-16,14 8-1 15,18-11-2-15,9-5 0 16,4-18-21-16,17-7-47 0,14-14-96 16,7-16-220-1</inkml:trace>
  <inkml:trace contextRef="#ctx0" brushRef="#br0" timeOffset="-145547.12">6420 16743 234 0,'0'0'359'0,"0"0"-353"0,0 0 45 0,-15 109 80 16,4-74-4-16,-7 14-92 16,5 1 20-16,-5 4-55 0,0 3 40 15,3-3-37 1,4-8 36-16,3-8-17 15,6-6-2-15,2-14-15 0,0-8 1 16,12-6-12 0,10-4 24-16,4 0-27 0,-1 0 19 15,6 0-9-15,-2-6 0 16,0-2-1-16,-4 8 0 16,-3 0-1-1,-4 0-10-15,-7 0 16 0,0 0-17 16,-4 4 11-16,-5 2 0 0,2 3-20 15,1-9-12 1,-5 2 2-16,2-2 0 0,-2 0 3 16,2 0-55-1,3-7-51-15,-2-17 16 0,5-10 116 16,3-2-33 0,-1-4 2-16,0 12-18 15,-1 9-30-15,-3 12 63 16,-2 7-3-16,-4 22 21 0,0 24 136 15,0 24 55-15,-14 14-35 16,3 2-47-16,-3 3-19 16,5-10-41-16,5-6-46 15,2-2-3-15,2-8-3 16,0-15-97-16,0-23-123 16,0-22-416-16</inkml:trace>
  <inkml:trace contextRef="#ctx0" brushRef="#br0" timeOffset="-144694.68">5267 17642 422 0,'0'0'121'0,"0"0"-29"0,0 0 53 0,0 0-1 16,0 0-123-16,0 0-21 0,-5 32 1 15,5 4 34 1,7 8-25-16,-1 0-5 16,2-4 28-16,-2 1-16 15,1-14 4-15,3-8-12 16,0-11-18-16,1-8 2 16,-3-4 7-16,6-28 0 0,-5-23 14 15,0-19-10 1,0-15 2-16,-2-20-4 15,4-19 5-15,5-15 12 0,1-14-1 16,5 5 22-16,3 10-25 16,-5 12 12-16,0 23-2 15,-2 21-17-15,-3 28 14 16,6 18-20-16,3 14 2 16,12 12 8-16,10 1-24 15,14 0 23-15,14-10-20 16,10 2 9-16,8-3-13 15,-12 2-8-15,-11 9-29 16,-17 13 1-16,-19 0-67 16,-16 0-68-16,-7 13-144 0,-10 0-88 15</inkml:trace>
  <inkml:trace contextRef="#ctx0" brushRef="#br0" timeOffset="-142892.28">5157 16499 133 0,'0'0'84'0,"0"0"-52"0,0 0-12 16,0 0 84-16,0 0-51 0,0 0-9 16,-13 0-11-16,7 0 27 15,-6 0 1 1,1 5 33-16,-2 0 1 16,-3 7-42-16,1 2-9 0,-1 0-25 15,3 8 6-15,1 5-18 0,4-2 4 16,3 3-9-1,5-2 7-15,0-4-8 16,0 1 14-16,23-2-7 16,4-1-3-16,4 1-2 15,2-7 2-15,-2-4-6 16,-5-2 14-16,-3-4-18 16,-7 2 10-16,-8-2-6 15,-3 3 1-15,-5-2 0 16,0 9 20-16,0 4 3 0,-2 4 34 0,-13 6-56 15,-4-6 25 1,-1-4-26 0,-2-6 17-16,2-2-17 0,2-6 7 15,0 0-7-15,7-4-7 16,0 0 6-16,2 0-45 16,1-8-11-16,4-14-46 15,4-11-129-15,0-6-74 0</inkml:trace>
  <inkml:trace contextRef="#ctx0" brushRef="#br0" timeOffset="-142725.68">5075 16611 638 0,'0'0'156'0,"0"0"-69"0,0 0 1 0,0 0-42 0,0 0-11 16,71-105-22-16,-26 76 6 15,2 1-19-15,-2 6-101 16,-14 10-352-16</inkml:trace>
  <inkml:trace contextRef="#ctx0" brushRef="#br0" timeOffset="-137796.58">5260 16365 56 0,'0'0'175'0,"0"0"-89"0,0 0-13 16,0 0 16-16,0 0-54 0,0 0-24 15,0 0 13-15,0 0 7 16,0 0 43 0,0 0-17-16,0 0 16 0,0 0-34 15,0 0-10-15,0 0-22 16,0 0-1-16,0 0 0 16,0 0-3-16,0 0 20 15,0 0-15-15,0 0-4 16,0 0 5-16,0 0 5 15,0 0 1-15,0 0 6 16,0 0-9-16,0 0 7 16,0 0 2-16,0 3-14 15,-8 8 10-15,-4-3-13 16,-3 2 20-16,1-2-20 16,-1 2 21-16,-4 2-19 0,-1 6 13 15,1-1-19 1,-4 8 0-16,0 0 1 0,6-2 5 15,-1-4 11-15,5 2-16 16,1-3 9-16,4 4-5 16,-1 0 0-16,5 4-5 15,-1-6-4-15,0 6 2 16,3 1 3-16,0-1-6 16,-3-2 10-16,3-2 1 15,-2 4 3-15,4-8-9 0,0 4 5 16,0-4-9-16,0 0 4 15,0 1 0-15,0-6-4 16,0-1 9-16,0-2-16 16,0-6 20-16,11 4-18 15,-2-4 13 1,7-4-10-16,-4 1 3 0,7-1-1 16,-5 0 2-16,5 0 4 15,-5 0-4-15,-3 0 8 0,-3 0-7 16,-1 0 10-1,-2 0-12-15,-1 0 6 0,-1 0-6 16,1 0 0 0,0 0 3-16,7-1-4 0,3-11 11 15,-1-6-12 1,3-1 14-16,-3 2-14 0,-1 5 14 16,-4 6-16-1,-1-3 7-15,-1 6 0 0,2-2-2 16,-4 0 2-16,-2 1-6 15,2 0 12-15,-1 0-12 16,1 2 19 0,-2-6-20-16,2 4 14 0,-4-1-12 15,3 4 5-15,0-4 0 16,-1 2-3-16,0-1 7 16,0-6-13-16,0 2 26 0,-2-2-25 15,0 1 17 1,0 6-10-16,0-3 1 15,0 2 0-15,0 0 0 16,0 0 2-16,0 4-1 16,0-4 5-16,0 4 9 15,-2-5-10-15,-4 4 9 0,-6 1-12 16,1-4 3-16,-1 4-4 16,-1-4 2-16,5 4-3 15,-4 0 8-15,3 0 9 16,-1 0-11-16,-2 0-2 15,1 0 6-15,0 0-14 16,2 0 5-16,2 0-1 16,-1 0 0-16,-4 4-2 15,3 1-3-15,-2 4 10 16,0 3-17-16,2 2 25 16,3 0-22-16,-3 0 16 0,1-3-14 15,4 4 7-15,0-5 0 16,0 2-3-16,-1-7 8 15,5-3-3-15,0-2 8 16,0 6-11 0,0-1 9-16,-2 3-15 0,0-2 7 15,0 2-3-15,2-2-42 16,0 3-55-16,0-9-114 16,0 0-302-16</inkml:trace>
  <inkml:trace contextRef="#ctx0" brushRef="#br0" timeOffset="-136516.71">5376 16333 117 0,'0'0'12'0,"0"0"1"0,0 0-13 0,0 0 34 16,0 0 9-16,0 0 72 16,-38 0-5-16,33 0 21 15,1 0-56-15,-2 0 10 16,-1 0-25-16,0 0-12 15,0 1-38-15,1 8-20 16,-1-4 15-16,-2 12-5 0,-4-3 41 16,0 0-26-1,-1 4 7-15,-1 0 7 0,1 0 14 16,1 3-37-16,-1-2 21 16,1 0-20-16,2-4 4 15,-3-1-9 1,3 5-1-16,0 2-1 0,-2 2 5 15,2-6 14-15,-3 1-19 16,5 0 19-16,-1 0-13 16,2 0 8-16,0-1-9 0,1-3-3 15,1-1 0 1,0 5-1-16,0 1-1 16,4-1 9-16,-3 4-8 15,1-4 6-15,2-1-11 16,-5 6 8-16,4-8-6 0,1 4 2 15,0-1 0-15,0-5-4 16,0 2 4 0,-1-1-7-16,1-1 15 0,-2-5-14 15,4 1 13 1,0-1-13-16,0-2 6 0,0 2 0 16,0-3-3-16,0 1 3 15,0 1-9-15,0-3-19 16,6-4 28-16,1 0-33 15,5 0 29-15,-4 0 8 0,-1 0 0 16,7 0-3 0,-3 0 0-16,1 0-2 0,2 0 4 15,-1 0-11 1,3 0 16-16,0 0-8 0,0-4 9 16,-3 0-18-1,0-5 9-15,0 4-3 16,1-3 3-16,-3 2 0 0,2-2-8 15,-1-2 17-15,3-2-14 16,-1-2 15-16,-3 0-16 16,-3 3 9-16,4-4-6 15,-6 1 1-15,3 1-5 16,-5 0 6-16,1-1 2 16,-2 2-12-16,-1 1 24 15,-2 4-16-15,0-1 14 16,0 2-13-16,0-2 7 15,0-2 12-15,-20-2 1 0,-3 6-4 16,-2 2-3-16,2 0-10 16,-2 4 37-16,-2 0-38 15,-2 12 2-15,2 6-2 16,5 2-2-16,9-5-20 16,4 4-69-16,-1-9-204 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05T22:19:43.9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15041 7938 422 0,'0'0'171'0,"0"0"-154"0,0 0 4 0,0 0-10 16,0 0 52-16,0 0-40 0,0 0 41 15,9 19-10-15,-4-8-19 16,1 6 7-16,1-1-10 0,-5 2 7 16,2 1-21-1,-4 4 22-15,0-8-22 16,0 2 18-16,0-9-28 16,0-6 18-16,0-2-7 15,0 0 8-15,0-12 13 0,-2-26-16 16,-9-24-24-1,5-26 8-15,6-21-18 0,0-15 19 16,2-3-9 0,20 3 4-16,10 8 22 15,5 4-19-15,12 3-3 16,4 11-2-16,1 17 7 0,2 18-18 16,-10 20 1-1,-3 13-21-15,-7 10-39 0,-3 8 20 16,-4 6-28-16,-4 6-61 15,-10 0-201-15,-15 24-172 16</inkml:trace>
  <inkml:trace contextRef="#ctx0" brushRef="#br0" timeOffset="215.58">15095 7475 556 0,'0'0'348'0,"0"0"-322"0,138-40-20 0,-81 8 16 16,-3 4-22-16,-7 4-39 15,-13 8-234-15,-17 10-221 16</inkml:trace>
  <inkml:trace contextRef="#ctx0" brushRef="#br0" timeOffset="583.99">15371 7925 830 0,'0'0'192'0,"0"0"-177"0,0 0 5 15,0 0-4 1,0-109 3-16,16 61-15 0,-1 2-4 16,3 10-2-1,-3 11-1-15,-8 18-18 0,7 7 19 16,-3 0-28-1,9 28 30-15,5 8 11 0,2 7-5 16,1 4 2 0,-4-1-6-16,-3 4-4 0,-1 0 11 15,-11-3-25-15,-3-3-3 16,-6-13-30-16,0-2-54 16,0-12-54-16,-20-17-2 15,-11 0-299-15</inkml:trace>
  <inkml:trace contextRef="#ctx0" brushRef="#br0" timeOffset="767.92">15371 7925 981 0,'-89'-122'106'15,"97"122"-106"-15,4 0 0 16,7 0 22-16,18 0-13 15,7-13-9-15,5-9 0 0,7-8-72 16,-1-2-56-16,-12-2-267 0</inkml:trace>
  <inkml:trace contextRef="#ctx0" brushRef="#br0" timeOffset="968.29">15794 7567 915 0,'0'0'83'15,"0"0"-83"-15,3 123 10 16,5-83-2-16,4-2-7 16,-3-3-1-16,4 5-34 15,-4-1-20-15,-7-4-57 0,-2-5 8 16,0-9-26-16,0-8-15 16,-9-13 8-16,-13 0-95 15</inkml:trace>
  <inkml:trace contextRef="#ctx0" brushRef="#br0" timeOffset="1344.34">15572 7542 965 0,'0'0'162'16,"0"0"-147"0,0 0-5-16,0 0 12 0,0 0 7 15,117 0-8-15,-51 0-17 16,11 0-3-16,4 0-1 15,-4-9-42-15,-3 4 15 16,-11 1-42-16,-11 4 1 16,-11 0-17-16,-5 18 30 15,-7 12-27-15,-8 9 82 16,2 4 6-16,-1-3 17 16,5 2-10-16,4-10-6 15,9-6-12-15,7-10 18 16,2-4-14-16,5-12 2 0,-8 0 38 15,1-23-9-15,-13-19-10 16,-12-8-9-16,-11-7-8 16,-11-5-6-16,0 6 9 15,-27 7-9-15,-15 21 6 16,-12 16 2-16,-8 12 22 16,-3 9 20-16,14 22-10 15,11 2-37-15,17-6-21 0,17-4-109 16,6-10-250-1</inkml:trace>
  <inkml:trace contextRef="#ctx0" brushRef="#br0" timeOffset="2132.31">16842 7636 690 0,'0'0'32'16,"-38"107"-32"-16,31-62-8 0,0-6 8 0,3-12 37 0,2-9 48 16,-1-8-33-16,1-10 17 15,-4 0-58-15,-2-15 44 0,0-22-32 16,-1-15-1-16,9-10-19 15,0-4 0 1,7-5-3-16,17 8 0 0,7 6-1 16,1 17 2-1,-8 18 10-15,-9 16-11 0,-6 6-1 16,-6 14-50-16,-1 20 51 16,-2 5 4-16,0-1-4 15,0-7-11-15,0-3 8 16,0-11-3-16,5 1-32 0,10-4 35 15,9 0 5 1,5-3-11-16,9-6 17 0,3-5-8 16,5 0 4-1,1 0 9-15,-5 0-11 16,-6 0 7-16,-9 7-18 16,-12 4-5-16,-8 1 11 15,0-2-10-15,-7 0-13 16,4-1-24-16,-4 0 10 15,0-5 24-15,2 0 0 0,3-2-17 16,-3 0-82 0,2-2 48-16,-1 2 40 0,2-2 27 15,-3 0 1-15,-2 2 47 16,2-2 2-16,0 0 9 16,0 0 77-16,9-2-88 15,5-23 8-15,1-10-36 0,6-11 12 16,-3-1-26-1,7-4 6-15,0-3-10 0,-1 5 1 16,5 6-3 0,0 22-8-16,-6 11 5 0,-3 10-8 15,-1 10 0-15,-2 26 22 16,6 10-12-16,-5 6 4 16,-5 2-4-16,6 3 1 15,-2-7-2-15,0-3-43 16,-9-5-45-16,-2-9 65 15,-8-12-80-15,0-10-117 16,-10-11-190-16</inkml:trace>
  <inkml:trace contextRef="#ctx0" brushRef="#br0" timeOffset="2282.46">17590 7481 754 0,'0'0'250'0,"0"0"-242"0,0 0-16 0,0 0-9 16,0 0-17-16,160-45-244 15,-115 22-289-15</inkml:trace>
  <inkml:trace contextRef="#ctx0" brushRef="#br0" timeOffset="2812.19">18201 7222 345 0,'0'0'294'16,"0"0"-156"-16,0 0 11 0,0 0-80 15,0 0-21 1,-158 49-48-16,106-15 2 0,-2 8 9 15,10 6 32-15,4 4 23 16,13 3-26-16,9-1 6 16,12-4-41-16,6-4 5 15,2-4-7-15,27-6-6 16,11-2 3-16,9-4-20 16,11 3 3-16,1 3 10 15,-6-2-3-15,-19 0-37 0,-9 2 40 16,-21-4 7-16,-6 0 0 15,-4 11 6-15,-37 5 19 16,-12 6-5 0,-11 5-4-16,6-5 8 0,8-10-11 15,15-11-13-15,15-17-10 16,20-12-50-16,0-4-133 16,13-8-376-16</inkml:trace>
  <inkml:trace contextRef="#ctx0" brushRef="#br0" timeOffset="3182.27">18225 7979 846 0,'0'0'54'0,"0"0"-41"0,0 0 29 0,73-163-17 16,-27 91 3-16,4-4-21 15,8 0-4-15,0 9-3 0,-14 17-24 16,-3 14 8 0,-18 26-52-16,-12 10-25 0,-5 10 33 15,5 29 60 1,-4 8 41-16,2 14 0 0,-3-1-37 15,-1 1 3-15,2 0-7 16,-3-7-31 0,5-4-20-16,-5-12-19 0,-4-5-10 15,0-11-17 1,0-15-22-16,-13-7-263 0</inkml:trace>
  <inkml:trace contextRef="#ctx0" brushRef="#br0" timeOffset="3596.34">18504 7690 1026 0,'0'0'87'15,"0"0"-68"-15,0 0 9 0,0 0-27 16,0 0 26 0,0 0-27-16,135-98-2 0,-87 85-51 15,-2 8-11-15,-5 3-131 0,-8 2-177 16,-6 0 113-1,-8 6 133-15,-1 12 126 16,-2 2 65-16,2 2 158 16,1 0-131-16,16-4-33 15,-4-2-2-15,6-3 19 16,3-7 17-16,0-3-44 0,3-3 17 16,-3-3-34-1,-3-18 34-15,-3-10-11 16,-7-4 9-16,-7-8-56 15,-5-1 5-15,-10 0-5 16,-5 4 8-16,0 4 0 16,-22 12-12-16,-21 4 11 0,-8 10-1 15,0 8-10-15,7 2 11 16,5 0-22-16,13 0 7 16,4 0-22-16,-3 0-52 15,10 0-85-15,-8-2-254 16</inkml:trace>
  <inkml:trace contextRef="#ctx0" brushRef="#br0" timeOffset="3798.59">18394 6980 495 0,'0'0'74'0,"0"0"-73"0,152 6 1 0,-72-6-2 15,2-14-91-15,-8 2-295 16</inkml:trace>
  <inkml:trace contextRef="#ctx0" brushRef="#br0" timeOffset="4512.26">14564 8599 895 0,'0'0'167'16,"0"0"-155"-16,0 0 3 0,154 14-15 16,29-14 48-16,75-12 2 0,72-27-32 15,46-13-16 1,34-4-4-16,5 1 4 0,-18 10 11 16,-23 10-9-1,-42 13-4-15,-31 8-10 0,-49 13-22 16,-54 1-46-1,-60 1-89-15,-58 23-279 0</inkml:trace>
  <inkml:trace contextRef="#ctx0" brushRef="#br0" timeOffset="5164.81">19769 7854 917 0,'0'0'200'0,"0"0"-200"0,0 0-44 0,0 0 26 0,0 0 13 16,0 0-97-16,27-76-135 16,-18 55 25-1,-7 0-254-15</inkml:trace>
  <inkml:trace contextRef="#ctx0" brushRef="#br0" timeOffset="5347.25">19800 7336 1010 0,'0'0'194'0,"0"0"-178"0,0 0 19 16,0 0 26 0,0 0-61-16,0 0-64 0,-2-55-184 15</inkml:trace>
  <inkml:trace contextRef="#ctx0" brushRef="#br0" timeOffset="10042.29">18149 9414 457 0,'0'0'161'0,"0"0"-147"0,0 0-6 0,0 0 91 0,0 0 58 0,0 0-79 16,0 0-51-1,-48-50 12-15,36 49-21 0,-3 1 9 16,-1 0-19-16,-4 0-3 0,-7 7-5 15,-4 16 14 1,-2 6-31-16,-6 12 34 0,4 4-15 16,1 6 3-1,5 5 9-15,8 3-12 16,7-2-2-16,12-3 0 16,2-3-5-16,0-11 3 0,20 0 2 15,11 0-12-15,7-8-3 16,8-6 11-1,-1-3-5-15,5-10 7 0,-2-12-1 16,-8-1 1-16,-1-7 1 16,-4-25 2-16,-4-10-1 0,-6 0 8 15,-14 1 11 1,-11 10-3-16,0 8-2 0,-5 8-3 31,-24 7 11-31,-8 8-2 0,-6 2-11 0,-1 32-3 16,4 7-1-1,9 6-2-15,10-3 5 0,21-8-16 16,0-6-36 0,18-6-9-16,25-16-71 15,8-8-187-15,6-14-240 16</inkml:trace>
  <inkml:trace contextRef="#ctx0" brushRef="#br0" timeOffset="10704.16">18618 9280 277 0,'0'0'250'0,"0"0"-195"0,0 0-10 0,0 0 9 0,0 0-6 16,-97 114-25-16,73-82-6 15,0 3 62-15,8-6-23 16,5 0 22-16,9-7-47 16,2-4 15-16,0-2-42 15,29-3 15-15,10 2-12 0,7-5 1 16,2 2-8 0,4-5 0-16,-8 8 2 15,-7-5 7-15,-10 2-14 16,-2-5 18-16,-9-2-18 0,-10-4 9 15,-6-1-8 1,0 7-5-16,0-7 9 0,0 0-1 16,0 0-6-16,0 0 6 15,5 0-48-15,1-8-5 16,-1-16-52-16,4-1-131 16,-2 0 53-16,-5-1-105 15</inkml:trace>
  <inkml:trace contextRef="#ctx0" brushRef="#br0" timeOffset="10874.25">18871 9487 443 0,'0'0'228'15,"0"0"-166"-15,0 0 101 16,3 131-45-16,5-75-19 16,1-1-83-16,-2-1-2 15,-2-4-14-15,-3 0 0 0,-2 1-35 16,0 1-53-16,0-1-60 15,-7-6-162-15</inkml:trace>
  <inkml:trace contextRef="#ctx0" brushRef="#br0" timeOffset="13688.82">19674 8847 183 0,'0'0'242'0,"0"0"-242"0,0 0-35 0,0 0 35 15,0 0 62-15,0 0-9 16,0 0-17-16,0 4 15 16,0 4 21-16,0 1 38 15,0 4-61-15,4 7-3 16,-4 8-17-16,0 9 0 16,0 4-17-16,0 2-11 15,2-3 23-15,0 2-21 16,0-2 6-16,-2 6-1 0,2-2 1 15,3-5-9-15,-3 4 9 16,5-5-9-16,-2 2 5 0,-3 3-9 16,0-1 11-1,-2 0-5-15,0-3 3 0,0 2-10 16,0-1 10 0,0-2-6-16,-9 2 4 15,2-2-5-15,5 1 2 0,-3-4 0 16,5 5-3-1,0-3 9-15,0 3-8 0,0-2 14 16,0 5-15 0,0 4 3-16,5-1 0 0,-3 3-2 15,8-1 2 1,-8-2-8-16,0-1 24 0,-2-1-21 16,0-1 10-16,0 0-7 15,0-4 7 1,0-3-10-16,0-1 5 0,0 2 0 15,0 1-4-15,0 1 10 16,0 5-12-16,0-2 12 16,0 0-12-16,-4-2 14 15,-6 4-15-15,6-2 7 16,-1-1 0-16,3-2-1 16,0 2 3-16,2-1-11 15,0 0 18-15,0-2-11 0,0-2 12 0,0-1-20 31,0-6 18-31,0 1-16 0,2-2 12 0,2-2-4 32,1 5 0-32,-3-1 2 15,-2 2 17-15,5-1-17 0,-3-2 11 16,1 3-7-16,-1 1 4 16,4-4-6-16,1 1-4 15,-3-4-2-15,-2 0 2 16,-2 4 0-16,0 0 1 15,0 5-1-15,0 5 13 16,-6-4-23-16,1 4 23 16,3 0-21-16,2 0 11 0,0 0-6 15,0-4 1-15,0 2 2 16,0-5-4 0,0 4 5-16,0-1-14 0,0 2 22 15,0 4-13-15,0 2 7 16,-4-5-6-16,-3-1 2 15,5-5 1-15,-3 1-2 16,5-4 11-16,0 0-19 16,0-5 20-16,0 0-18 0,0-3 15 15,0-3-10 1,0-2 6-16,0 3-1 0,0-2-2 16,0 0 4-1,-2 2-11-15,0 2 19 0,-1 1-12 16,3 8 3-1,0 4 8-15,0-2-8 0,0 4 2 16,0 1-5 0,0 2 3-16,5-4 13 15,2 4-7-15,-2 0-12 16,-1-6 15-16,0 0-20 0,-2 0 16 16,0 1-16-16,1 4 9 0,-3 8-1 15,2 3 0 1,-2 2 6-16,2-1-13 15,-2-2 18-15,0-6-21 16,0-5 22-16,0-3-17 0,0-4 10 16,0-2-6-16,0 0 1 15,0-8 0-15,-2 6-5 16,-3-4 20 0,3 6-11-16,-2 1 4 0,2 0 5 15,2 2-12 1,0 0-2-16,0 1 2 0,0 5-1 15,0-2 0-15,0 4-3 16,0 0-4-16,0 0 14 16,4-6-5-16,3-4 5 15,-3 0-7-15,1-4 4 16,-3 0-7-16,1 3 3 16,-3 5 0-16,0-1-5 15,0 7 11-15,0-2-13 16,0-1 20-16,0-1-19 15,0-2 12-15,0 1-8 16,0-2 2-16,0-5-1 16,0 5-2-16,-3 0 3 15,1-1-7-15,-3 4 18 0,1-2-22 16,-3 3 17-16,3-9-9 16,0 1 6-16,-6 2-6 15,6 3-3-15,-1 4 5 0,1-6 1 16,0 7 0-1,-1-6-3-15,-1 3 17 0,3-1-18 16,3-3 8-16,0 2-8 16,0-3 4-1,0-4-2-15,-2 5 2 16,-3-1-1-16,1 0-3 16,-5 5 8-16,7-1-3 0,-7 1 4 15,2 5-8-15,-4 0 6 16,5-3-6-16,2-2 0 15,-2-1 3-15,2-6-1 16,2 1 8-16,-7-6-17 16,9 2 23-16,-6 1-18 15,-2-1 10-15,2 2-9 16,-3-2 5-16,1 6-1 16,-4 0 0-16,5 6 7 15,-1 0-1-15,1 0-3 0,0 4-2 16,7-3 12-16,0 1-15 0,0 1 4 15,0-5 0 1,0 4-2 0,0-5-1-16,0-3-7 15,0-2 7-15,0-3-8 0,4 0 7 0,-1 5-4 16,-1 2 11 0,0 12-8-16,1-1 6 15,-3 2-3-15,0 3 7 16,0-9-4-16,0-1 6 15,0-8-3-15,4-7-12 16,0-2-3-16,-2-4 2 0,1-2 1 16,-3-3-3-16,0-1-17 15,0 4 18-15,0 1 4 16,0 4 8 0,0 1-9-16,0-2 14 0,0-2-14 15,0 5 9-15,0-2-8 16,0 4 4-16,2-8 0 15,-2 4-3-15,0-9 1 16,0 6-9-16,0 4 22 16,0-6-21-16,2 5 10 15,-2 4-2-15,0 3 2 16,0-4 0-16,0 7 1 16,0-6 2-16,0 5 13 15,0-7-12-15,0 2 20 16,0-1-16-16,0 4-9 0,0 1 4 15,0 3 0-15,0 2-3 16,0-5 0-16,0 2 0 16,0-6 0-16,0-8-12 15,0-9-1-15,0-9 2 16,0-2-96-16,0-35-412 16</inkml:trace>
  <inkml:trace contextRef="#ctx0" brushRef="#br0" timeOffset="17182.53">24192 10574 127 0,'0'0'56'0,"0"0"0"0,0 0 111 16,0 0-21-16,0 0-81 15,0 0 18-15,0 0-19 16,0 0-15-16,0 26-1 0,0-26-19 16,0 1 7-16,0 5-23 15,0 9 29-15,0 13-33 16,0 12 50-16,-3 14-45 16,3 16-10-16,0 5-1 15,0 7-3-15,6-5 0 16,2 0 3-16,1-5-9 15,-5-5 12-15,-4-8-7 16,0-9 11-16,0-9-18 16,0-15 14-16,0-13-6 0,0-8 5 15,-11-5 2-15,-11 0 35 16,-7-18-36-16,-2-28 45 16,-7-12-48-1,2-19 6-15,3-7 1 0,2-7-15 16,10 0 5-16,13 2 0 15,8 5-3-15,0 10 3 16,11 10-11-16,15 4 22 16,6 7 6-16,1 2-13 15,14-4-5-15,4 1 4 16,7 2-6-16,-2 10 0 16,-5 14-10-16,-9 17 13 0,-10 11-31 15,-10 0 28 1,-7 18-8-16,-5 9 7 0,-10 11 8 15,0 6 8-15,-39 10 3 16,-18 8-2-16,-6 5-7 16,-6-3 4-16,7-5-20 15,11-6 1-15,8-11-12 16,24-3-146-16,13-14-161 16,6-9-214-16</inkml:trace>
  <inkml:trace contextRef="#ctx0" brushRef="#br0" timeOffset="17787.62">24593 10982 429 0,'0'0'137'0,"0"0"-58"0,26 113-78 0,-14-65 13 15,-3 0 31-15,-1 0-31 16,0-2-7-16,-6-6-5 0,-2-8 118 16,0-7-61-1,0-7-2-15,-4-10-27 16,-10-4 34-16,-5-4-39 15,2 0-1-15,-5-30-20 0,-1-16 12 16,1-19-16-16,11-15-3 16,4-4-1-16,7-4-8 15,0 3 8-15,2 17-8 16,14 16 5-16,6 14 14 16,-2 8 1-16,3 14-1 15,2 12-3-15,2 4-4 16,1 0-5-16,1 24-1 15,-5 20 9-15,-8 12-18 16,-9 8 12-16,-7-2 2 16,0-6-19-16,0-12 18 0,0-6-8 15,0-17 4-15,0-7 3 16,9-6-16-16,20-6 10 16,18 1 18-16,8-3-15 15,10 0 12-15,0 6 8 16,-13 5-1-16,-9 7 3 15,-16 7-5-15,-14 9-9 16,-6 2 10-16,-7 1-8 16,0-7-8-16,-2 1-81 15,-7-18-116-15,0-8-247 16</inkml:trace>
  <inkml:trace contextRef="#ctx0" brushRef="#br0" timeOffset="17952.66">25255 11239 696 0,'0'0'334'0,"0"0"-321"0,6 126-13 0,1-85 6 0,0-7-15 16,6-8-62-16,-4-18-167 15,-4-8-238-15</inkml:trace>
  <inkml:trace contextRef="#ctx0" brushRef="#br0" timeOffset="18112.56">25252 10766 1250 0,'0'0'14'0,"0"0"-14"15,0 0-18-15,0 0-17 16,0 0-114-16,0 0-414 15</inkml:trace>
  <inkml:trace contextRef="#ctx0" brushRef="#br0" timeOffset="18302.32">25609 11328 957 0,'0'0'0'16,"0"0"-52"-16,0-171-145 15,20 96 178-15,5 5-79 16</inkml:trace>
  <inkml:trace contextRef="#ctx0" brushRef="#br0" timeOffset="18515.73">25743 11084 948 0,'0'0'87'0,"0"0"-87"16,0 0 0 0,0 0 22-16,151 78 54 0,-82-99-58 15,4-1-15 1,-1 2 17-16,-7 5-14 0,-11 7-11 16,-13 5 5-1,-9 3-9-15,-8 0-43 0,-9 0 21 16,-5 8-6-16,-3 8 3 15,-3 2 2-15,-2-2-53 16,-2-4-146-16,6-4-65 16</inkml:trace>
  <inkml:trace contextRef="#ctx0" brushRef="#br0" timeOffset="18782.32">26482 11159 419 0,'0'0'288'16,"0"0"-200"-16,0 0-15 0,45 103 13 15,-10-86-33 1,10-4-33-16,9-9-15 0,4-4 29 16,-1-7-7-16,-1-26 7 15,0-9-26-15,-14-8 8 16,-13-9-8-16,-20 2-16 16,-9 2-7-16,-16 6 14 15,-28 13-3-15,-14 17 3 16,-4 19-6-16,-1 1 7 0,14 27-6 15,16 3 6 1,18 1 0-16,15-1-89 0,0-2 1 16,31-9-226-1,11-6-111-15</inkml:trace>
  <inkml:trace contextRef="#ctx0" brushRef="#br0" timeOffset="19102.2">27160 10787 736 0,'0'0'37'16,"0"0"-35"-16,0 0 23 15,0 0 82-15,0 0-87 0,0 0-3 16,17 125-4-16,28-93-10 15,9-4 1-15,6 3 0 16,2-3-3-16,3-2 1 16,-9 1 9-1,-10 4-6-15,-15-3 41 0,-12 1-28 16,-19 4 4-16,0 1-12 16,-37 2 37-16,-20 1-17 15,-13-7-30-15,-1-8-9 16,11-17-89-16,12-5-222 0</inkml:trace>
  <inkml:trace contextRef="#ctx0" brushRef="#br0" timeOffset="19602.29">28187 11219 1063 0,'0'0'214'0,"0"0"-214"15,0 0-10-15,0 0 7 0,0 0-1 0,0 0-161 16,13-51-661-16</inkml:trace>
  <inkml:trace contextRef="#ctx0" brushRef="#br0" timeOffset="19784.04">28174 10807 1208 0,'0'0'152'15,"0"0"-144"-15,0 0-3 16,0 0-5-16,0 0-28 0,0 0-161 16,-5-61-884-1</inkml:trace>
  <inkml:trace contextRef="#ctx0" brushRef="#br0" timeOffset="20498.32">24907 11926 638 0,'144'0'261'0,"49"-11"-245"0,54-15 61 16,36-10 54-16,31-6-51 15,12-4-39-15,-15 6-37 0,-39 11-4 16,-53 17-24-1,-57 12-41-15,-52 0-138 0,-42 16-261 16</inkml:trace>
  <inkml:trace contextRef="#ctx0" brushRef="#br0" timeOffset="35636.9">24303 13254 256 0,'0'0'640'0,"0"0"-596"0,0 0-22 0,0 0 12 15,0 0 83-15,36-140-79 16,-1 100-13-16,4 2-10 0,1 8 10 16,-1 13-9-1,-3 14-12-15,-2 3-5 16,-10 30 14-16,-4 18-22 15,-13 8 9-15,-7 14-17 0,-13 9-13 16,-25 11 24-16,-9 2-8 16,-2-6 10-16,7-9-6 15,13-22 19-15,11-16-14 16,18-17 5 0,11-12-1-16,31-9 1 0,18-1 8 15,14 0 2-15,10-15 0 16,6-8-4-16,-10 4-6 15,-11 7 0-15,-22 2-30 16,-13 1-54-16,-19 6-252 16</inkml:trace>
  <inkml:trace contextRef="#ctx0" brushRef="#br0" timeOffset="35982.44">25161 13499 1178 0,'0'0'59'0,"0"0"-46"0,25 112-3 0,-19-61 10 0,-4 1 16 16,-2 2-36-1,0 2-37-15,0-8-50 0,-10-2-64 16,-6-18-354-1</inkml:trace>
  <inkml:trace contextRef="#ctx0" brushRef="#br0" timeOffset="36604.31">25709 12808 745 0,'0'0'152'15,"0"0"-136"-15,0 0 65 16,0 0 33-16,0 0-57 16,0 0-57-16,-6-15-6 15,27 15 6-15,9 0 8 0,-6 0-8 16,-6 15 0-16,-9 10-4 15,-5 3 10-15,-4 13-1 16,0-2 6 0,-13 2-1-16,-3-7-10 0,3-10 16 15,4-8-16-15,5-6-1 16,4-2-1-16,0-2-53 16,18 3 54-16,13-1-22 15,4 7 16-15,3 1-2 16,-7 4 5-16,-8 0-5 15,-12 6 7-15,-7 2 2 16,-4 4 3-16,0 3 37 16,0 7-20-16,-15 4 25 15,-14 2-41-15,-9 2 9 16,-9-2-13-16,1-12-6 16,-4-8-69-16,8-13-91 0,9-14-242 15</inkml:trace>
  <inkml:trace contextRef="#ctx0" brushRef="#br0" timeOffset="36834.18">26252 13411 1069 0,'0'0'142'0,"0"124"-133"0,-8-59-2 16,-5-12-7-16,1 2 4 16,6-10-15-16,6-8-53 0,0-11-110 15,0-14-296 1</inkml:trace>
  <inkml:trace contextRef="#ctx0" brushRef="#br0" timeOffset="37432.5">26810 12823 470 0,'0'0'463'0,"0"0"-450"0,0 0-5 0,0 0-4 16,0 0 39-16,-67 129 8 0,67-99-46 16,0 2 33-1,0-2-30-15,22-2 13 0,5 0-19 16,4 0-3 0,0 0 1-16,1 0-1 15,-6 0-1-15,-1 8 0 16,-10 7-6-16,-6 0 16 15,-4 4-13-15,-5-6 10 0,0-5-3 16,-12-7 14 0,-9-7 27-16,-2-8-24 0,1-8-19 15,-5-6-15-15,8-14-51 16,-11-26-164-16,1-13-541 16</inkml:trace>
  <inkml:trace contextRef="#ctx0" brushRef="#br0" timeOffset="37619.75">26852 12716 1310 0,'0'0'27'0,"0"0"-27"16,0 0 0-16,123-51 2 15,-79 35-2-15,8-2-48 16,8 2-71-16,0-4-84 15,-4 2-409-15</inkml:trace>
  <inkml:trace contextRef="#ctx0" brushRef="#br0" timeOffset="37865.07">27612 13198 133 0,'0'0'762'0,"0"0"-654"16,0 163-18 0,-3-97-24-16,-12-2-14 15,-5 0-34-15,2-4-8 0,2-7-10 16,8-7-39-1,6-14-120-15,-1-12-438 16</inkml:trace>
  <inkml:trace contextRef="#ctx0" brushRef="#br0" timeOffset="38568.92">28276 12918 424 0,'0'0'542'0,"0"0"-542"0,0 0-161 0,0 0 161 0,127-104 71 15,-82 87 12 1,-3 3-48-16,-2 0-31 0,5 4-1 16,-10 0-3-1,1 6-11-15,-12 4 0 0,-9 11-38 16,-3 29 49-1,-7 17 13-15,-5 12 30 0,0 5-36 16,2-4 8-16,2 0-15 16,5-8-4-16,-2-6-17 15,-3-3-34-15,-4-8-28 16,0-10-72-16,-6-11 75 16,-14-10-40-16,1-14-206 0</inkml:trace>
  <inkml:trace contextRef="#ctx0" brushRef="#br0" timeOffset="38768.31">28527 13144 938 0,'0'0'250'0,"0"0"-210"0,0 0-3 15,0 0 50-15,139 9-61 16,-97-9-15-16,12-3-11 0,4-11-64 15,4-4-76 1,-2-3-115-16,-7 4-480 0</inkml:trace>
  <inkml:trace contextRef="#ctx0" brushRef="#br0" timeOffset="38969.42">29275 13364 308 0,'0'0'525'0,"-32"107"-428"15,1-53-65-15,4-2-25 16,3-10-7-16,1-2-73 16,6-8-220-16</inkml:trace>
  <inkml:trace contextRef="#ctx0" brushRef="#br0" timeOffset="39632.58">29733 13499 522 0,'0'0'443'0,"0"0"-379"0,0 0 42 0,0 0-50 16,0 0-23-16,9-148-27 15,13 77-4-15,-2-11-2 16,-6-4 16-16,-3 0-16 16,-2 1-2-16,-1 13 1 15,0 14-19-15,-4 16 14 16,-4 20-5-16,0 14 6 16,0 8-10-16,0 17 15 0,-18 23 10 15,-7 17 6-15,-3 12-16 16,3-9 10-1,7-2-21-15,7-14-49 0,7-12-97 16,4-12-158-16,0-8-203 16</inkml:trace>
  <inkml:trace contextRef="#ctx0" brushRef="#br0" timeOffset="40032.65">30168 13447 215 0,'0'0'719'0,"0"0"-700"0,0-102-16 0,0 40 63 0,13-9-31 15,2-2-11-15,3-4-22 16,-7 5-4-16,1 18-16 0,-8 18 8 16,-2 19-4-1,-2 12 14-15,0 5 25 0,0 0-3 16,0 24 27-1,-18 8-36-15,-1 8 18 0,-6 6-23 16,-6 4-16-16,-3 0-41 16,-1-4-146-16,4-5-376 15</inkml:trace>
  <inkml:trace contextRef="#ctx0" brushRef="#br0" timeOffset="40501.53">30567 13694 966 0,'0'0'194'0,"0"0"-164"0,0 102 58 0,0-65-36 16,-12-2-32-16,-1 1-20 15,-1-4-38-15,1 3-52 16,2-13-168-16</inkml:trace>
  <inkml:trace contextRef="#ctx0" brushRef="#br0" timeOffset="40982.25">31174 13499 649 0,'0'0'300'0,"0"0"-220"16,0 0 17-16,0 0-4 15,0 0-79-15,0-104-1 16,0 48-6-16,3-6-6 15,19-3-1-15,-4 6 0 16,-3 6-4-16,-4 9 2 0,-1 4-5 16,-6 13-31-16,5 10 18 15,-7 11-11 1,-2 6 30-16,0 0 1 0,0 25 0 16,-7 14 17-16,-11 7 3 15,-1 5-10-15,-6 2-10 16,0-3-39-16,8-3-160 15,5-13-453-15</inkml:trace>
  <inkml:trace contextRef="#ctx0" brushRef="#br0" timeOffset="41499.21">31428 13089 790 0,'0'0'63'16,"0"0"27"-16,0 0-14 15,0 0-24-15,0 0-31 16,0 0 6-16,145-67-19 0,-114 67-4 15,-10 14-4 1,-6 14 0-16,-13 8-3 0,-2 5 10 16,-6 7-2-16,-23-1 5 15,-5 0-10-15,5-9 5 16,2-4 0 0,6-11-5-16,11-8-5 0,8-9 0 15,2-6-15-15,0 0-51 16,10 0-32-16,16 0 81 15,-2 0 1-15,1 0 16 16,-7 10 4-16,-5 0-1 16,-6-2 2-16,-5 6 18 15,-2 3 52-15,0 0 32 16,-22 13-6-16,-21 0-60 16,-10 0 4-16,-5-2-39 15,7-7 15-15,11-12-16 0,11-5-23 16,11-4-13-1,7 0-60-15,11 0-82 0,0-12-473 16</inkml:trace>
  <inkml:trace contextRef="#ctx0" brushRef="#br0" timeOffset="41800.14">31850 13555 294 0,'0'0'586'0,"0"0"-523"0,0 0 118 0,0 0-98 15,62 127-8-15,-62-83-59 16,0-2 5-16,-2 0-21 16,-15-2-41-16,-6-4 13 15,-2-6-115-15,3-13-388 16</inkml:trace>
  <inkml:trace contextRef="#ctx0" brushRef="#br0" timeOffset="42282.59">32080 13603 711 0,'0'0'209'0,"0"0"-178"0,0 0 90 0,0 0-35 15,0 0-69-15,0 0-8 16,0-10-13-16,0 10 20 16,0 0-7-16,0 0 2 15,0 0 28-15,0 0-16 16,0 0-18-16,0 0-5 0,0 0-42 15,0 0 21-15,0 0-65 16,0 0-53-16,6 0 48 16,7 7 39-16,-1-4-221 15</inkml:trace>
  <inkml:trace contextRef="#ctx0" brushRef="#br0" timeOffset="42632.59">32354 13583 907 0,'0'0'100'0,"0"0"-70"0,0 0 74 16,0 0-10-16,0 0-73 15,0 0-20-15,2-4 8 16,-2 4-18-16,0 0 5 0,0-2-18 16,0 0 3-1,0 0 12-15,0 2-10 16,0 0-17-16,0 0 12 16,0 0 12-16,0 0 8 0,0 0-32 15,0 0 12 1,0 0 18-16,0 0-24 15,0 0-49-15,6 0-104 0,7 0 42 16,1 4-148-16</inkml:trace>
  <inkml:trace contextRef="#ctx0" brushRef="#br0" timeOffset="42982.58">32695 13633 612 0,'0'0'263'0,"0"0"-214"16,0 0 39-16,0 0 32 0,0 0-90 15,0 0-25-15,15 0-8 16,-5 0 10-16,2 0-14 15,1 0-8-15,-1-6-15 16,-8 6-11-16,-2 0 26 16,-2 0 12-16,0 0 3 15,0 0 0-15,0 0 18 16,0 0-18-16,0 0-1 0,0 0-23 16,3 0-13-1,3 0 9-15,-2 0-43 0,1 0-48 16,-5 0-121-16</inkml:trace>
  <inkml:trace contextRef="#ctx0" brushRef="#br0" timeOffset="50292.27">24312 15073 239 0,'0'0'163'0,"0"0"-146"0,0 0-4 15,0 0 52-15,0 0-34 16,0 0-31-16,0 0 0 0,0 59 20 15,0-55 18 1,0-3 32-16,0 8-16 0,0-9 30 16,0 1-15-16,0-1-18 15,0 0-47-15,0 0 17 16,0 0-1-16,0 0-8 16,3 0 10-16,6-24-19 15,8-26 39-15,3-11 6 16,7-6-1-16,-2-7-46 15,-2 10 3-15,-2 0-4 16,1 5-8-16,-1 9-21 16,-6 7-41-16,1 14-15 15,-10 13-135-15,-1 13-8 0,-5 3-82 16</inkml:trace>
  <inkml:trace contextRef="#ctx0" brushRef="#br0" timeOffset="50692.62">24421 14546 593 0,'0'0'128'0,"0"0"-92"0,0 0 111 0,0 0-46 15,0 0-95-15,0 0 0 16,34-5-4-16,-10-2 27 0,1 3-19 15,-1-2-10 1,-4 4-1-16,-1 0-3 0,-4 0-6 16,-4 0-50-1,-4 2-46-15,-3 0-158 16,-4 0 14-16,0 0-80 0</inkml:trace>
  <inkml:trace contextRef="#ctx0" brushRef="#br0" timeOffset="50988.38">24479 14396 415 0,'0'0'371'16,"0"0"-283"-16,0 0-18 0,0 0 24 15,0 0-50 1,0 0-44-16,-4-44 0 0,19 24-2 15,1 3 2-15,4 4-7 16,-9 8-13-16,5 5 10 16,-5 0-20-16,0 11 29 15,-4 18 2-15,-5 3 16 16,-2 8 21-16,0 6-15 16,0-2-2-16,0 0-18 15,0-8-6-15,6-11-18 0,2-9-50 16,-2-12-151-16,1-4-189 15</inkml:trace>
  <inkml:trace contextRef="#ctx0" brushRef="#br0" timeOffset="93289">20262 9544 234 0,'0'0'32'0,"0"0"-23"0,0 0 56 0,0 0 39 0,0 0-74 16,0 0-29-16,0 0-2 0,0 0 6 15,0 0 8 1,0 0-11-16,0 0 25 0,0 0-17 16,0 0 39-16,0 0 23 15,0 0 4-15,0 0 24 16,0 0-53-16,0-1 1 16,0 1-34-16,0-2 32 15,0-2-39-15,0-4 13 16,0-4-14-16,15-8-12 15,9 2 6-15,5-8 0 0,3-5 10 16,5 3 1-16,2 1 35 16,3-2-41-1,5 3 0-15,-3 8 7 0,-4 8-24 16,-4 10 11 0,-5 3-3-16,-11 28-14 0,-18 25 0 15,-2 13 11-15,-27 7-17 16,-25 8 16-16,-14-5 9 15,-7 1-1-15,6-17 3 16,3-5 12-16,14-13 19 16,15-11-13-16,10-8-1 15,23-7-8-15,2-2-24 16,31-1 31-16,29-2-3 16,19 0-3-16,12 2 19 15,1-7-29-15,-6 4 21 16,-12-2-24-16,-26 3 2 15,-5-2-9-15,-18-2 10 0,-10-7-9 16,5-3-22-16,-2 0-8 0,2-7-143 16,-2-28-375-1</inkml:trace>
  <inkml:trace contextRef="#ctx0" brushRef="#br0" timeOffset="100896.03">17974 10768 119 0,'0'0'88'0,"0"0"-34"16,0 0 20-16,0 0 8 15,0 0-48-15,0 0 4 0,0 0-17 16,-12 0 14-16,12 0-22 15,-2 0-12-15,-3-2 26 16,3 2 11 0,-2 0 39-16,2 0-11 0,-2-2 29 15,4 0-49-15,0-4-3 16,-3 3-30-16,3-6-7 16,0-5 1-16,0 0 4 15,11-10-22-15,14-2 21 0,4 2-19 16,9-5 18-1,-1 6-18-15,1 4-7 16,-5 11-5-16,1 8-34 16,-8 8-32-16,-5 27 43 0,-13 10 44 15,-8 7-6 1,0 5 12-16,-24-1 45 16,-10-2-46-16,-1-7 27 15,2-10 24-15,8-9-12 0,10-13-25 16,8-5-15-16,5-9-4 15,2-1-6-15,0 0 4 16,22 0-23-16,11-1 10 16,8-7 19-16,1 8-8 15,-2 0 1-15,-7 4-27 16,-6 17-32-16,-15 8 62 16,-12 5-7-16,0 4 15 15,-14 6 81-15,-28 2-52 16,-12 4 11-16,-6 3-18 15,-3-12-22-15,3-3-5 16,10-13-3-16,13-13-20 0,16-12-56 16,21 0-87-16,0-31-349 15</inkml:trace>
  <inkml:trace contextRef="#ctx0" brushRef="#br0" timeOffset="101532.17">18570 10843 554 0,'0'0'71'0,"0"0"-48"0,0 0 175 0,0 0-25 16,0 0-147-16,0 0 5 15,-97 13-16-15,97-13-3 16,29-17-12-16,13-6-7 16,7 1-1-16,4 6-13 15,-8 12 3-15,-10 4-37 16,-8 6 44-16,-14 26-37 15,-9 10 45-15,-4 10-9 16,-8 13 8-16,-23 1 4 16,-5 8 0-16,-1-4 28 15,8-10-18-15,10-8 25 16,15-17-30-16,4-20-10 16,40-11 7-16,20-4-7 0,18-8 8 15,12-17-6-15,7-2-2 16,-5 4 5-1,-21 6-5-15,-17 11 16 0,-30 6-22 16,-22 10-49-16,-2 26-30 16,-24 13-52-16,-18 5-299 15</inkml:trace>
  <inkml:trace contextRef="#ctx0" brushRef="#br0" timeOffset="111108.98">20333 10870 354 0,'0'0'40'0,"0"0"-28"0,0 0 2 0,0 0 76 15,0 0-53-15,0 0-2 16,0 0 30-16,-18 6 33 16,16-6-35-16,-3 5-34 15,-2-4-27-15,-1 6 19 16,-3-2-27-16,-3 1 15 16,1 0-10-16,6-4 11 15,0 2 23-15,7-2 5 0,0-2-2 16,0 0-22-16,0 0-12 15,0 0-2-15,14-10 10 16,15-5-29-16,9-4 27 16,2 5-12-16,-5 1 8 15,1 9-6-15,-2 4 5 16,-8 0-3-16,-8 10 0 16,-9 15-2-16,-9 13-12 15,-13 12 28-15,-34 12-15 0,-18 5 10 16,-12 7 15-16,-2-4-1 15,12-5 33-15,16-15-12 16,22-17-28-16,25-10-16 16,4-10 8-16,24-10-18 15,41-3 20-15,24-4-17 16,11-20 14-16,1-1-14 16,-17 12 4-16,-22 10-72 0,-23 3-8 15,-22 6-76-15,-17 18-165 16</inkml:trace>
  <inkml:trace contextRef="#ctx0" brushRef="#br0" timeOffset="112504.67">18178 12756 31 0,'0'0'417'0,"0"0"-368"0,0 0-42 0,0 0 87 16,0 0-8 0,0 0-20-16,-27-51-56 15,27 21 49-15,0-14 17 0,0-12-2 16,5-15-30-16,15-9-43 15,2-5 4-15,5 6 8 16,0 9-17-16,-5 12 17 16,-2 15-13-16,-4 16 3 15,-11 11-3-15,-3 11 0 16,-2 5-4-16,0 15-4 0,-16 22 5 16,-20 17-13-1,-4 8 16-15,-5 3-9 0,8-5-26 16,10-10-18-1,5-6-189-15,10-14 4 0,10-13-74 16</inkml:trace>
  <inkml:trace contextRef="#ctx0" brushRef="#br0" timeOffset="113190.54">18992 12043 155 0,'0'0'138'0,"0"0"-44"0,0 0 10 15,0 0 4-15,0 0-46 16,0 0-4-16,-29-12 44 0,19 12-19 16,-1 0-22-16,-7 0-54 15,-1 15 7 1,-8 14 1-16,-6 5-20 0,-3 7 12 16,1 3-4-16,-2 2 7 15,4 8-9-15,4 2 21 16,3 4-18-16,6 2 20 15,6-3-9-15,14-3-25 0,0-8 15 16,20-4-10 0,20-8-10-16,9-8-29 0,7-12 25 15,4-4 11-15,1-12 6 16,-3 0 2 0,-10-26-10-16,-3-10 24 15,-14-1-28-15,-13-4 22 0,-12 5-14 16,-6-2 6-16,-6 12-19 15,-32 16 16-15,-14 10 3 16,-10 6 4-16,-5 29 2 16,3 8 22-16,10 5 0 15,16-6-15-15,20-4-13 16,18 0-11-16,3-13-84 16,28-12-247-16</inkml:trace>
  <inkml:trace contextRef="#ctx0" brushRef="#br0" timeOffset="119262.5">20212 12260 108 0,'0'0'67'0,"0"0"27"0,0 0 42 16,0 0-64-16,0 0-50 16,0 0-5-16,0 0 26 0,-21 14-23 15,13-5 36-15,0-3 6 16,1-6 74-16,1 5-66 16,0-5-6-16,4 0-41 15,2 0 15-15,0 0-6 16,0 0-1-16,0 0-16 0,0 0-6 15,0-10-18-15,12-4 22 16,3 2-26-16,8-2 20 16,1 6-14-16,-1 2 5 15,3 0 1-15,5 6-3 16,2 0 1 0,6 0-6-16,-6 0-37 0,-4 16 8 15,-9 12-31-15,-13 6 7 16,-7 10 42-16,0 13 18 15,-39 6-57 1,0 8-5-16,-13-1 37 0,2-5 27 16,2-4 57-16,17-13-20 15,12-15 37-15,11-10-56 16,8-8 5-16,18-11-23 16,29-4 0-16,20-4 1 15,11-25-1-15,2-1 0 16,-6 1 8-16,-10 6-22 15,-12 11-16-15,-17 5-14 16,-12 7-56-16,-17 0-122 0</inkml:trace>
  <inkml:trace contextRef="#ctx0" brushRef="#br0" timeOffset="122648.1">18633 13872 24 0,'0'0'168'15,"0"0"-145"-15,0 0 19 0,0 0 88 0,0 0-73 16,0 0-42-16,0 5 1 0,0-5-13 16,0 0 3-1,0 0 2-15,0 0 27 0,0 0 15 16,0 0-43-16,0 0 29 15,0 0-13-15,0 0 47 16,0 0 0-16,0 0 5 16,0 0-28-16,0 0-45 15,0 0 27-15,0 0-27 16,0-7 5-16,0-5 3 16,2-5-20-16,9 0 10 15,1-5 0-15,3-4-7 16,5-9 16-16,0 2-19 15,2-7 20-15,3-9-19 0,-5-1 18 16,-1-4-18-16,-5 8-2 16,-7 4-3-16,-5 8-9 15,-2 7 23-15,0 8-1 16,-9 6 3-16,-5 1 25 16,-3 6-4-16,-1 2 29 0,9 3-32 15,-1-1-10 1,0 0-10-16,-1 2-11 15,3 0-10-15,-4 0 13 0,3 0 4 16,1 0 8-16,5 9-11 16,-1 8 2-1,1 5-5-15,3 8 11 0,0 1-3 16,0 4-2-16,0 5-1 16,14 4 2-16,6 0 6 15,4 6-15-15,3 7 7 16,2-3-7-16,-7 0-17 15,5 2-3-15,-5-2-10 16,-4-8-2-16,-5 2 18 16,-5-7 26-16,-8-6-3 15,0 2 7-15,0-7 35 16,-19-5-23-16,-3-6 50 16,-12-5-13-16,-8-10-2 15,-7-4-14-15,-9 0 6 0,1-12 20 0,5-14-39 31,10-6 0-31,15 0-23 0,18-8-1 0,9 1-25 16,5-5-95 0,23 0-298-16</inkml:trace>
  <inkml:trace contextRef="#ctx0" brushRef="#br0" timeOffset="127704.1">20333 13555 156 0,'0'0'25'0,"0"0"26"0,0 0 98 16,0 0-52-16,0 0-26 16,0 0-23-16,0 0 24 15,-3-9-11-15,1 9-2 0,2 0-40 16,0 0 32-16,-2 0-47 16,2 0 31-1,-4 0-26-15,4 0 24 0,0 0-24 16,0 0 4-16,0 0-13 15,0 0 6-15,0 0-9 16,0 0 18-16,0 0-18 16,0 0 17-16,0-3-2 15,0-3 2-15,0-6 19 16,0-2-29-16,0-10 6 16,0-8-17-16,17-4 14 15,6 0-14-15,4 0 14 16,-3 8-9-16,-4 6 4 15,-2 14-2-15,-7 8 0 16,-2 0-14-16,-2 23 8 16,-5 31 6-16,-2 23 12 0,-13 17 1 15,-28 10-26-15,-15 8 15 16,-10-1-6-16,1-13-19 16,3-12-13-16,8-13-22 15,12-22 28-15,13-14 26 16,16-15 8-16,13-12-1 15,0 1 7-15,15-5 6 16,23 2 5-16,20 1 3 0,14-3 24 16,5 4-4-16,-3 1-32 15,-14-2 0-15,-11-4-24 16,0 2 6 0,-7-5-48-16,-6-2-246 15,-11 0-226-15</inkml:trace>
  <inkml:trace contextRef="#ctx0" brushRef="#br0" timeOffset="130774.49">18799 14802 127 0,'0'0'91'0,"0"0"-79"0,0 0 53 0,0 0 57 0,0 0-74 0,0 0 12 16,0 0 1-1,-6-25 34-15,6 25-8 0,-2 0 33 16,2 0-99-1,0 0 26-15,0 0-22 0,-4 0 25 16,-3 6-10 0,-9 18-15-16,-3 20-17 0,-10 14 2 15,-10 14-9 1,-3 2 7-16,-4-2-8 0,1 0 3 16,-2-13 3-16,11-13-4 15,10-9 7-15,10-14-9 16,16-3-8-16,0-4 8 15,27-2-16-15,22-10 1 0,6-4 24 16,7 0-19 0,-4 0 9-16,-8-4-5 15,-8-2-4-15,-15 2-21 0,-5 2 16 16,-9 2 5 0,-3 0 3-16,-2 0 1 15,-3 0 0-15,3 0-15 16,-3 0-3-16,-3-2-28 0,3-2-5 0,-1-6-51 15,3-2-20 1,-1-6-31-16,-3-1-259 16</inkml:trace>
  <inkml:trace contextRef="#ctx0" brushRef="#br0" timeOffset="130985.27">18940 15012 664 0,'0'0'334'0,"0"0"-320"0,-42 161 34 0,18-82 64 15,-5 12-68-15,6 2 13 16,0-2-54-16,6-12 8 16,9-8-6-16,4-21-10 15,4-6-42-15,0-16-32 16,6-2-81-16,5-14-322 15</inkml:trace>
  <inkml:trace contextRef="#ctx0" brushRef="#br0" timeOffset="132958.47">20108 14975 142 0,'0'0'20'0,"0"0"-13"0,0 0 48 0,0 0 8 16,0 0 31-16,0 0-46 16,0 10-8-16,0-10-4 15,0 0 14-15,0 0-18 16,0 0-12-16,0 0-36 0,0 0 22 16,0 0-12-1,0 0 12-15,0 0-6 0,0 6 2 16,0-4 3-1,0 4 45-15,0-1-49 16,2-5 26-16,-2 0-12 16,2 0-28-16,-2 0 28 15,0 0-8-15,0 0-3 16,0 4 25-16,0-3 32 0,0 5-21 16,0 0 9-1,0 0-35-15,0 0 21 0,0-6-27 16,0 0 26-16,0 0-16 15,0 0 15-15,0 0-10 16,0 0 7-16,0 0 4 16,0-4-26-16,0-13-5 15,5-4 10-15,11-8-26 16,5-2 21-16,6 5-13 16,0-5 5-16,-2 12-1 15,-5 11-8-15,-3 2-14 0,-3 6-7 16,-5 6-31-16,-7 26 55 0,-2 18 12 31,-2 14-8-31,-36 14 12 16,-11 6-20-16,-14 9 9 15,-1 0 1-15,2 2-9 0,6-10 18 16,12-18 17-16,12-22-21 16,16-31 37-16,14-6-29 15,2-8-13-15,9 0-73 16,20-18 57-16,18 2 15 15,13 1-4-15,7 10 5 16,-3 5 12-16,1 0 19 16,-14 17-22-16,-13 6 16 15,-5 4-20-15,-10-8 6 16,0-5-11-16,-2-10-9 0,0-4-31 16,3-4-97-16,-4-20-182 15,0-6-127-15</inkml:trace>
  <inkml:trace contextRef="#ctx0" brushRef="#br0" timeOffset="134552.41">18649 16512 240 0,'0'0'285'0,"0"0"-253"0,0 0-7 0,0 0 116 0,0 0 16 16,0 0-121-16,-39 9 1 15,33-21-19-15,1-2 40 16,-1 0-51-16,4-12 21 16,2-2-8-16,0-2 0 15,0-11-17-15,13 6-3 0,5 4 2 16,-1 8 6-1,2 4-16-15,-4 15 16 0,-1 4-18 16,5 0-23-16,-1 18 23 16,3 22 10-1,-6 6 4-15,-9 15-1 0,-6 15-2 16,0 10 1-16,-15 12 6 16,-25 5-4-16,-9-1 6 15,-9-3-2-15,8-20-6 16,4-13 8-16,6-19-10 0,9-15 0 15,9-11-4-15,11-12 10 16,11-9-15 0,0 0-3-16,15-10-6 0,20-16 4 15,13-4 14 1,2 11 0-16,2 14 3 0,-3 5 9 16,-3 10-7-1,-3 20-3-15,-3 2 3 0,0 0 4 16,-4-6-2-16,-1-4 0 15,-8-7-7-15,-5-13 0 16,-1-2-69-16,-2-7 2 16,2-21-32-16,-5-12-73 15,-5-4-57-15,-7-1-186 16</inkml:trace>
  <inkml:trace contextRef="#ctx0" brushRef="#br0" timeOffset="135602.31">20079 16427 144 0,'0'0'131'0,"0"0"-34"0,0 0-44 0,0 0 4 15,0 0-45-15,0 0-9 0,2 0-1 16,-2 6 7 0,0 2 52-16,0 0-30 0,-2 5 0 15,-11-2 20-15,3-3 66 16,0 2-41-16,-4-2-4 0,7-3-35 15,3-5 19 1,0 0-2-16,-1 0-24 0,3 0-13 16,2 0-15-1,0-15-2-15,0 3 12 16,0-6-24-16,0 0 24 16,7 0-16-16,8-4 7 15,9 0-6-15,5-1-1 16,5 10 3-16,-3 4-2 15,2 9-14-15,-4 0 9 16,0 27-7-16,0 5 3 16,-10 16 22-16,-11 6-20 0,-8 12-30 15,-8 6 40-15,-33 4 6 16,-10 5-5-16,-5-5 0 16,-4-11 9-16,4-10-5 15,12-18 4-15,15-20-9 16,9-9 5-16,17-8 47 15,3 0-49-15,0-14-3 16,11-8-13-16,18-4 0 16,10 8 2-16,5 8 22 0,3 2-6 15,2 8-3 1,-4 0 7-16,-3 18-8 16,-5 4 0-16,-5-8-1 0,-3-6-5 15,-2 0-16 1,-1-8-70-16,-5 0-1 0,-8-8-276 15</inkml:trace>
  <inkml:trace contextRef="#ctx0" brushRef="#br0" timeOffset="137002.24">18583 18479 105 0,'0'0'55'0,"0"0"-33"0,0 0-17 0,0 0 4 15,0 0-17 1,0 0 10 0,0 21-2-16,0-17 0 0,0-4 5 15,0 4-2-15,0-4 39 16,0 0 5-16,0 0-32 16,0 0 88-16,0 0-33 15,0 0 32-15,0 0-51 16,0 0 12-16,0 0-50 0,0 0-13 15,0 9-7 1,0-3 4-16,0-3-5 16,0 1 4-16,0 0-1 15,0-1 10-15,0-3 2 0,0 0-7 16,0 1 22 0,0-1-18-16,0 0 1 0,0 0 10 15,0 0 22-15,0 0 40 16,0-19-52-16,0-2-16 15,0-17 2-15,0-2-22 16,0-18 12-16,10 0-1 16,1-15 0-16,5 1 2 15,-3-4-12-15,3 2 23 16,-3 12-23-16,-2 7 20 16,-4 11-18-16,-3 13 23 15,-4 8-10-15,3 9 20 16,1 2-16-16,-4 6-9 15,0-2 4-15,0-2-9 16,0 10 15-16,0 0-13 0,0 0 12 16,0 6 10-16,-16 24-17 15,-8 19 1-15,-7 5-3 16,-8 0-18-16,-7-10 11 16,-6-8 7-16,4-14 13 15,7-7-5-15,22-13-16 16,9-2 4-16,10 0-24 0,18-21-296 15,16-5-107 1</inkml:trace>
  <inkml:trace contextRef="#ctx0" brushRef="#br0" timeOffset="138344.88">19599 17830 56 0,'0'0'24'0,"0"0"-16"0,0 0 23 16,0 0 69-1,0 0-15-15,0 0-9 0,0 4-8 16,0-4-41 0,0 0 19-16,0 0-28 0,0 0 16 15,0 0 12-15,0 0 26 16,0 0-19-16,0 0-7 16,0 0-13-16,0 0-24 15,0 0 35-15,0 0-10 0,0 0 14 16,0 0-27-1,0 0 1-15,0 0-9 16,0 0-11-16,0 0-4 16,0 0 14-16,0 0-12 15,0 0 4-15,0 0-2 16,0 0 3-16,4 0-5 16,15 0 5-16,16-14 48 15,13-12-18-15,14-18-4 0,23-14 5 16,19-18-24-16,37-18 37 15,30-19-30-15,28-19 26 16,28-8-30-16,20-7 3 16,19-13-18-16,19 3 0 15,13 5-20-15,-6 18-8 0,-27 18 20 16,-33 18-16 0,-54 17 13-16,-40 15-10 0,-45 17 14 15,-35 18-55 1,-27 3-102-16,-19 8-282 0</inkml:trace>
  <inkml:trace contextRef="#ctx0" brushRef="#br0" timeOffset="148224.13">21251 9487 141 0,'0'0'58'0,"0"0"-25"0,0 0 10 0,0 0 3 15,0 0 0-15,0 0-27 16,0 0 11-16,0 3 4 15,0-3-21-15,0 0 7 16,0 3-13-16,0-2-14 16,0-1-4-16,0 3 6 15,0-3-5-15,0 0 10 0,0 0 0 16,0 0 4 0,0 4-14-16,0 0 22 0,0-1-21 15,0 0 18 1,0 5-18-16,0-2 12 0,0-2-3 15,0 2 0-15,0 0-1 0,0-3 0 16,0 6 2 0,0-3-8-16,0 0 21 15,6 3-26-15,-4-2 26 16,1 0-14-16,-1-2 3 16,1 5 5-16,-1-4-8 15,0 4 2-15,0-3-9 16,3 4 18-16,-3-3-22 0,6 0 25 15,-3 1-20 1,0-2 14-16,-3 5-16 16,3-2 8-16,-1 2 0 15,-2 0 0-15,0-1 6 0,-2 0 1 16,2 3 0 0,-2-3 19-16,0 2-2 15,0-3-5-15,0 1-19 0,2-1 4 16,-2-4-4-16,0 3 0 15,0-1-2-15,0 5 11 16,0-1-15-16,0 2 24 16,0 4-24-16,0 0 12 15,0 2-11-15,0 0 5 16,0-2 0-16,0-2-1 16,0-4 6-16,0 2-13 15,0 0 18-15,0-4-18 16,0 2 15-16,0-2-12 15,0 2 5-15,0 4 0 16,0-1-2-16,0 0-2 0,0 3 0 16,0-4 8-16,-4 0 12 15,2-4-9-15,-2 2 16 16,2 0-22-16,-3 0 3 16,0 5-4-16,1-3 0 15,-1-2-6-15,-1-1 12 16,4 2-12-16,-3-1 15 15,-1 2-16-15,1 0 19 0,-2 0-22 16,3-1 17 0,2 0-14-16,-1-3 4 15,1 1-11-15,0-4 11 0,2-1-6 16,-2 2-4 0,0-2 15-16,0 2-5 15,-1 2 3-15,0 1-1 0,1 0 1 16,0 3 0-16,0-1-1 15,-2-1 3-15,4-1-16 16,0-1 15-16,0 2-4 0,0 0-10 16,0-2 13-1,0-2 0-15,0 2 0 0,0-4-1 16,0 9 0 0,0 0-7-16,0 3 16 0,0 3-14 15,0 6 20-15,0-4-28 16,-3 6 7-1,-1 0 6-15,-2 1 1 0,-2-3 0 16,6-4 18-16,2-7-4 16,0-2 26-16,0 0-34 15,0 0 21-15,0 0-27 16,0 4 8-16,0-1-5 0,0 0 2 16,0-2-5-1,0 4 1-15,0 2 5 16,0-3 14-16,0-1 27 15,0-4-39-15,0 3-10 16,0-2 9-16,0 0 1 0,0 4-7 16,0 2 32-1,0 2 7-15,0 5-8 0,2 0 12 16,-2-1-42-16,8 2 12 16,-2-2-4-16,1 0-16 15,3 1 11-15,0-8-10 16,1 2 10-16,-3-6-1 15,0 5 11-15,-2-1-12 16,1 1 14-16,-5 2-6 16,2 3-12-16,-2 0 9 15,1 5-9-15,-3 2 2 16,2 0-1-16,0 3 0 16,1-4-1-16,-1 7-5 15,7 1 12-15,-3-1-17 16,1-1 16-16,0-2-6 0,-5-9 2 15,3 1 0-15,-3-4-1 16,2-2-4-16,-2 2 1 16,0 2-4-16,1 0-5 15,-3 6 24-15,0 3-25 16,0-2 18-16,0-2-10 16,-3-2 5-16,-5 6 0 15,1-4-1-15,0 4 5 16,-2-6-12-16,1 1 22 15,-1-2-31-15,-7 5 36 0,5-1-27 16,-1-1 11-16,-1-2-3 16,5-2 0-16,-2-2 2 15,6 2-11 1,-3-2 19-16,3 2-20 0,0 0 24 16,-4 2-19-16,4-2 10 15,-2-2-6-15,1-2 1 16,1-4 0-16,0 4 0 0,1-1 0 15,-2-4-6 1,3 1 19-16,0 4-22 16,2 1 20-16,0-3-14 15,0 4 6-15,0 2-1 16,0-2 6-16,0 0-4 16,0-2 17-16,-2-4-21 15,2 2 40-15,0-2-39 16,0-2 24-16,0 0-21 15,0-2-1-15,-2 2 8 0,2 2 4 16,-3 1-12 0,3-2 3-16,-2 5-9 0,2 2 10 0,0 1-6 15,0-1 9 1,0-1-17-16,0 4 12 16,0-7-10-16,0-2 4 15,0 0 1-15,0-2-2 16,0 0 5-16,0 2-14 15,0 2 24-15,0 6-18 16,0-2 11-16,0 10-12 16,0 0 8-16,0 1-2 15,0-3 0-15,2 0-3 16,1-5-4-16,1 0 14 0,-4-5-9 16,2-2 8-16,-2-1-11 15,0 0 10-15,0 1-7 16,0 4 2-16,0-1 0 15,0 4-3-15,0 4 9 16,0 2-18-16,0 1 28 16,2 1-21-16,-2-6 10 15,0-4-6-15,0-3 5 16,0-8-2-16,0 2-2 16,0-1 5-16,5-2-12 15,-5-3 19-15,3 2-22 0,-3-2 26 16,0 3-25-16,0 4 18 15,0 5-17-15,0-2 8 16,0 7-1-16,0-3-2 16,0-1 6-16,0-1-4 15,0 0 16-15,0-2-25 16,0 2 20-16,-3-4-20 16,-2 3 10-16,1-4 0 15,0 2 0-15,-1-1 2 16,3-5-7-16,-2-2 11 0,4 1-13 15,0 1 23 1,0-3-24-16,0 7 16 0,0 0-16 16,0 0 6-1,-2 1 2-15,2-1 0 16,0 0 1-16,0-1-8 16,0 5 20-16,0-2-20 0,0-5 16 15,-3 0-18 1,1-5 8-16,-3-1 1 0,3 2 0 15,2-2 1-15,-2 6-8 16,0-5 14-16,-1 8-13 16,1-1 19-16,-2 4-21 15,2-2 13-15,2 0-10 0,-5-6 4 16,1 3 1 0,-1-1-1-16,1 7 4 0,-1-2-12 15,3 0 22 1,-4 1-26-16,3-2 16 15,-3 0-6-15,1 1-2 0,-2 2 4 16,5-3-1-16,0 4 2 16,0-8-2-16,2 0 11 15,0 0-16-15,0-1 16 16,0-5-16-16,0 6 14 16,-2-2-10-16,-3 6 3 15,1-1 0-15,-1 0-3 16,-2 3 10-16,5-3-13 15,-2 4 17-15,-1 0-18 16,1-2 15-16,-2 3-13 16,-4-2 7-16,1 4-3 15,-1 2 1-15,2-4 0 16,-1 0-3-16,3-8 7 0,2-1-8 16,2-4 13-16,2-3-17 15,-3 2 16-15,3 1-15 16,-3-1 7-16,3 2 0 15,0-2-2-15,0 2 5 16,-2 0-4-16,2-2 3 16,0 6-4-16,-2 0 16 15,0 2-27-15,0-2 15 16,2-2-2-16,0 2 0 16,-3-6-2-16,3 5-6 15,-4-3 16-15,2 5-11 0,0 2 13 16,0-4-14-1,-3 1 7-15,5 0-6 0,0 3 3 16,0 0-4-16,0 2 4 16,-2-2 0-1,2 1-9-15,0 1 18 0,0-11-13 0,0 6 13 16,0-9-17 0,0 3 10-16,0 1-4 15,0 0 2-15,0 4 0 16,0-7-7-16,0 10 17 15,0-10-13-15,0 6 10 16,0-2-9-16,0-2 4 16,0 2-4-16,0 2-1 15,0 2 2-15,0 0 0 16,0 3 2-16,0 2-2 16,0-1 6-16,0 0-10 15,0-2 15-15,0 2-18 0,0-4 17 16,0 4-15-16,0-5 6 15,0 4 0-15,0-3-5 16,0 1 10-16,0-2-10 16,0 4 15-16,0-3-12 15,0-4 4-15,-3 2-2 16,-1 2 0-16,-1 0-1 16,-1 2-2-16,4-2 3 15,0 0-4-15,-1-7 9 16,1 8-10-16,2-5 17 15,-2 7-16-15,0 0 5 0,-3 5-2 16,-6 0-5 0,4 0 6-16,-1 2-1 0,-2-2 10 15,2-4-21-15,1 0 32 16,-2-4-31-16,2 7 11 16,1-7-4-16,1 4-14 15,1-5-10-15,4-8-20 16,0-5-59-16,0-5-208 15</inkml:trace>
  <inkml:trace contextRef="#ctx0" brushRef="#br0" timeOffset="156466.04">21295 17339 243 0,'0'0'209'15,"0"0"-209"-15,0 0 0 0,0 0 62 0,0 0 29 16,0 0 5-16,0 0-93 16,-59-4 36-16,49 4 44 15,1 8 14-15,1-3-34 16,-4 3 2-16,-3 9-16 16,-3 2-24-16,-2 8 1 15,-2 13-19-15,-3 9 23 0,5 1-25 16,5-2 2-16,8-2-2 15,7-6-6-15,0-1 1 16,15-3-1-16,16-9-2 16,5-4 6-16,7-10-10 15,5-9 23-15,4-4-18 16,-1-7 3-16,-2-26-2 16,-12-3-7-16,-14 1 6 0,-9-2-3 15,-14 7-8 1,0 8 9-16,-5 4 2 15,-23 12-7-15,-13 6 8 0,-3 0-3 16,-4 24 8 0,11 6 12-16,12 10-4 0,14-4-6 15,11 0-6-15,0 0-27 16,25-14-42-16,11-9-225 16,5-13-172-16</inkml:trace>
  <inkml:trace contextRef="#ctx0" brushRef="#br0" timeOffset="156882.47">21708 17129 512 0,'0'0'67'0,"0"0"-33"0,0 0 189 0,0 0-104 16,0 0-58-16,0 0-53 16,0 0 1-16,-63 130-6 15,45-96-1-15,5-6 23 16,1 2-10-16,6-6 31 0,4-1-41 15,2-8-3 1,0-9-2-16,18 2-1 0,7-8 1 16,1 0-2-1,3 0 2-15,0 4-29 0,-2-2 23 16,-3 7-21-16,-3-2 27 16,-4 3-21-16,-3-2 12 15,-6-2-10-15,1-6-3 16,-5 0-45-16,-1 0-109 15,-3 0 40-15,0 0 57 16,0-14-21-16,0-8-152 16</inkml:trace>
  <inkml:trace contextRef="#ctx0" brushRef="#br0" timeOffset="157052.34">21872 17299 548 0,'0'0'116'0,"0"0"1"16,-22 138 38-16,7-71-93 15,-1-9-11-15,0 4-13 16,6-7-26-16,-4-4-12 0,9-5-4 16,1-2-17-1,0-3-109-15,2-14-198 16</inkml:trace>
  <inkml:trace contextRef="#ctx0" brushRef="#br0" timeOffset="157432.6">22204 17554 456 0,'0'0'186'0,"0"0"-168"0,0 0 167 15,0 0-44-15,121 12-105 16,-92-6-23-16,0-2-11 16,-2 0-4-16,-8-4-5 15,-1 0-27-15,-7 0-135 16,-9 0-91-16,-2-8-137 16</inkml:trace>
  <inkml:trace contextRef="#ctx0" brushRef="#br0" timeOffset="157632.47">22221 17348 1010 0,'0'0'121'15,"0"0"-117"-15,0 0-4 16,0 0 11-16,0 0-11 15,124 3-11-15,-75-19-126 0,-10-2-172 16</inkml:trace>
  <inkml:trace contextRef="#ctx0" brushRef="#br0" timeOffset="159166.94">22994 17191 163 0,'0'0'117'0,"0"0"-49"0,0 0 22 0,0 0 13 15,0 0-72-15,0 0-1 16,-12 6 14-16,10-2 31 0,2-4 32 16,0 0-31-16,0 0-6 15,0 0-45-15,0 0 28 16,0 0-10-16,0 0-2 15,0-6-29-15,0-6-5 16,2-6-7-16,14-5-2 16,9 1-2-16,-2-1 8 15,8 0-4-15,-1 5 7 16,-4 14-14-16,-5 4-3 16,-6 0 3-16,-6 22-35 15,-9 15 42-15,0 8 0 0,-7 11 3 16,-22 3-12-16,-6 3 18 15,-5-2-8-15,0 2 0 16,4 0 20-16,0-3 15 16,12-15 4-16,6-8-17 15,11-18-13-15,7-11-10 16,0-7-13-16,32-7 11 16,14-21 2-16,14-8 21 0,3 2-21 15,-12 6 0 1,-9 16-1-16,-15 12-9 15,-15 0-3-15,-4 0-25 0,-6 22 35 16,-2 4-8-16,0 2-16 16,0 2-106-16,0-2-74 15,-8-6-139 1,-2-4-89-16</inkml:trace>
  <inkml:trace contextRef="#ctx0" brushRef="#br0" timeOffset="159482.62">23428 17543 194 0,'0'0'989'0,"0"0"-947"0,0 0-23 0,0 0-17 16,0 0-2-16,0 0-121 0,6-21-366 0</inkml:trace>
  <inkml:trace contextRef="#ctx0" brushRef="#br0" timeOffset="160215.76">23935 17129 54 0,'0'0'339'0,"0"0"-184"15,0 0-46-15,0 0 79 16,0 0-99 0,0 0-27-16,0 0-54 0,-44 0 38 15,40 0 4 1,2 0-3-16,-3-5-31 0,5-8-8 16,0-1-8-16,0-4 17 15,0 6-24-15,9-3 28 16,4 15-26-16,1 0 13 15,-3 0-9-15,6 4 1 16,-1 19-1-16,-3 0-1 0,-3 8-13 16,-10 1 14-1,0 4-5-15,-5 4-3 16,-17 0 7-16,-3 4-2 16,-4-4 3-16,2 0-3 0,6-8-1 15,7-6 5-15,7-12 0 16,7-2 7-1,0-6-14-15,23-2 16 0,17-4-9 16,13 0 5 0,2 0 11-16,5 0-13 0,-6 0 17 15,-11 0-18-15,-15 0 5 16,-7 5-14-16,-7 3-15 16,-4-3 14-16,-1 4-142 15,-7-5-166-15,2-4-397 16</inkml:trace>
  <inkml:trace contextRef="#ctx0" brushRef="#br0" timeOffset="160465.1">24401 17513 1188 0,'0'0'15'0,"0"0"35"0,0 0-48 15,0 0-2 1,0 0-23-16,0 0-157 0,25-24-314 16</inkml:trace>
  <inkml:trace contextRef="#ctx0" brushRef="#br0" timeOffset="161112.34">24814 17070 552 0,'0'0'241'0,"0"0"-204"16,0 0 56-16,0 0 33 15,0 0-48-15,0 0-73 16,19-32 13-16,8 14-12 0,6-4 41 15,1 4-43-15,-5 6 9 16,-5 12-13-16,-10 0-3 16,-5 8-2-16,-9 28 5 15,0 14-4-15,-6 6 4 16,-21 5-7 0,-4-5 4-16,4-6-5 0,4-6 16 15,8-8-3-15,5-8-2 0,6-6 5 16,4-4 0-1,0-2-6-15,0-2-4 0,12-4 4 16,17-6-11-16,11 0 24 16,4-4-25-1,5 0 18-15,-5 0-10 16,-8 0 4-16,-9 0 0 0,-7 0-2 16,-7 0-3-16,-3 12-7 15,-4 7 0-15,-2 5-28 16,-4-2-126-16,7-4-145 15,-3-2-244-15</inkml:trace>
  <inkml:trace contextRef="#ctx0" brushRef="#br0" timeOffset="161395.59">25533 17489 1257 0,'0'0'79'0,"0"0"-79"0,0 0-21 0,0 0-13 16,0 0-121-16,0 0-678 16</inkml:trace>
  <inkml:trace contextRef="#ctx0" brushRef="#br0" timeOffset="162095.68">25943 17040 265 0,'0'0'595'0,"0"0"-541"0,0 0-52 0,0 0 109 16,0 0-29-16,0 0-58 15,49-23-15-15,-15 18 2 0,-3 5-11 16,-4 0 0-16,-5 0-6 16,-7 26 9-1,-13 6-18-15,-2 13 30 16,0 5-22-16,-29 2 12 0,0 2-8 16,-4-8 5-1,6-7-2-15,8-8 16 0,5-9-11 16,7-12 16-16,7-6-14 15,0 4-14-15,9-8 4 16,18 2-3-16,6-2 2 16,8 0-1-16,3 0 3 15,3 0 2-15,-3-2-3 0,-4-2 0 16,-9 4-1 0,-2 0-75-16,-8 0-32 15,-13 10-116-15,-8 8 71 0,0-6-329 16</inkml:trace>
  <inkml:trace contextRef="#ctx0" brushRef="#br0" timeOffset="162542.54">26682 17361 1258 0,'0'0'65'0,"0"0"-65"0,0 0-6 0,0 0-68 0,0 0-74 16,0 0-817-16</inkml:trace>
  <inkml:trace contextRef="#ctx0" brushRef="#br0" timeOffset="163144.7">27004 17067 411 0,'0'0'572'15,"0"0"-533"-15,0 0-26 16,0 0 99-16,0 0-55 16,0 0-50-16,4 0 11 15,25-11-22-15,5 3 8 0,-3 4 1 16,0 4-5-16,-6 0-5 16,-10 8 2-1,-11 24-13-15,-4 8-1 0,0 9 11 16,-19 5 3-16,-8 4-9 15,-2-4 11-15,4-1-16 16,2-8 15-16,11-9 2 0,7-14 0 16,5-4-3-1,0-5 7-15,0-3-14 0,13-3 22 16,8 2-15 0,5-7 6-16,1 2 1 15,0 0-4-15,-3 0 0 16,-6 2-3-16,-3-2-10 0,1 7 4 15,-7 4-127-15,7-1-109 16,-10-1 24-16,1-5-110 16</inkml:trace>
  <inkml:trace contextRef="#ctx0" brushRef="#br0" timeOffset="163342.34">27463 17584 1233 0,'0'0'83'0,"0"0"-77"0,0 0 29 0,0 0-35 0,0 0-41 15,0 0-137-15,19-14-545 16</inkml:trace>
  <inkml:trace contextRef="#ctx0" brushRef="#br0" timeOffset="164212.26">27852 17080 686 0,'0'0'224'0,"0"0"-118"0,0 0 1 0,0 0-23 16,0 0-82-1,0 0 3-15,18-18 4 0,3 8-5 16,5 10-4-1,-4 0 3-15,-3 0-6 16,-2 10 12-16,-8 8-22 16,-9 13 25-16,0 5-31 0,0 8 14 15,-14 2-14 1,-1 2-11-16,1 0 15 16,1-6 15-16,2-8 0 0,4-6 0 15,3-10 5-15,4-1-5 16,0-8 3-1,0-1 1-15,0-2-3 0,4 3 9 16,14-9-4-16,7 0 1 16,11 0-10-16,4 0 18 15,11-9-25-15,-5-5 10 16,-5 6 0-16,-10-2-52 16,-9 6-9-16,-12 4-35 15,-10 0-282-15</inkml:trace>
  <inkml:trace contextRef="#ctx0" brushRef="#br0" timeOffset="167672.31">28733 17572 110 0,'0'0'8'0,"0"0"3"0,0 0 48 0,0 0-9 16,0 0 31-16,0 0 29 16,0 0-7-16,-7 0-70 15,1 0 23-15,-2 0-51 16,4 0-4-16,0 0 11 16,4 0-3-16,0 0 18 15,0 0-23-15,0 0 29 16,0 0-26-16,0 0-7 0,0 0 2 15,0 0 5 1,0 0 12-16,0 0 12 0,0 0 8 16,0 0 1-16,0 0 29 15,0 0-30-15,0 0 13 16,0 0-28-16,0 0-5 16,0 0-12-16,0 0-7 15,2 0 0-15,18-6 20 0,5 2-5 16,6 4-3-16,5 0-4 15,3 0 5-15,-1 0-17 16,-5 0 4-16,3 0-5 16,-2 4-43-16,-3-4-18 15,-2 0-24-15,-13 0-256 16,-8 0-198-16</inkml:trace>
  <inkml:trace contextRef="#ctx0" brushRef="#br0" timeOffset="168122.44">28666 17445 613 0,'0'0'102'0,"0"0"-43"0,0 0 44 0,0 0-8 16,0 0-8-16,0 0 30 16,142-94-81-16,-95 91 1 15,-3 3-35-15,4 0-4 16,-4 0-40-16,1 0-29 15,-5 0-94-15,-7 0-298 16</inkml:trace>
  <inkml:trace contextRef="#ctx0" brushRef="#br0" timeOffset="168912.4">29499 17161 61 0,'0'0'397'0,"0"0"-290"0,0 0 33 0,0 0 46 0,0 0-83 15,0 0-45-15,-43 7-31 16,43-19-11-16,6-7-10 16,15 0 16-16,4-2-10 0,4-2 9 15,9 11-7 1,2 2-22-16,0 6 14 0,-2 4-11 16,-5 4 5-1,-12 28-21-15,-8 13 13 16,-13 13-35-16,0 9 32 15,-13 8-47-15,-16 1 53 16,-5-4-20-16,-1 3 25 16,1-15-5-16,8-8 5 15,12-16 5-15,7-18-2 0,7-5-6 16,0-4-2-16,23-9 1 16,21 0 8-16,7 0 21 15,12 0 4-15,-1 0 10 16,-6 0 18-16,-12 0-38 15,-13 0-19-15,-4 10 8 16,-11 8-18-16,-1-2 10 16,-4 2-24-16,-1 0-69 15,-4-8-101-15,-4-6-413 0</inkml:trace>
  <inkml:trace contextRef="#ctx0" brushRef="#br0" timeOffset="169802.3">30301 16468 409 0,'0'0'176'0,"0"0"-109"0,0 0 34 16,0 0-8-16,0 0-32 15,0 0-49-15,-20-1-1 16,16 1 19-16,-1 0 52 0,-5 0-71 15,-7 18 21-15,-3 14-28 16,-2 7 36-16,0 3-37 16,2-3 7-16,2 5-10 15,4-3 4-15,1 5-12 16,11-2 19 0,2 0-17-16,0 2 16 0,0 2-20 15,5-8 17-15,13 4-14 16,1-11 7-16,4-8-9 15,-6-6 8-15,10-10-7 16,-2-5-1-16,4-4 18 0,-3 0-9 16,-3-9 6-1,-4-14-5-15,-7 1-1 16,-5-4-1-16,-5 5 1 16,-2-2 0-16,0 4-4 0,-4 6 9 15,-13 5 0-15,-4 6 10 16,-2 2-1-16,-1 0-14 15,3 0 10-15,6 6-6 16,4 10-4-16,11-2 0 16,0 9 4-16,0 4-21 15,5-1-27-15,5 6-80 16,-7-5-434-16</inkml:trace>
  <inkml:trace contextRef="#ctx0" brushRef="#br0" timeOffset="173703.46">7397 17477 655 0,'0'0'53'0,"0"0"-38"0,0 0 9 16,0 0 72-16,0 0-42 0,0 0-13 15,0 0-7-15,118 45-11 16,-98-41 22-16,0-4-3 15,0 0 24-15,0 4-53 16,4-4 16-16,-4 1-27 16,5 4 2-16,4-5-4 0,-2 0-2 15,4 0-5-15,-4 0-35 16,-3 0-27-16,-8 0-93 16,-12-10-227-16</inkml:trace>
  <inkml:trace contextRef="#ctx0" brushRef="#br0" timeOffset="174052.56">7408 17241 510 0,'0'0'293'0,"0"0"-237"0,0 0 64 0,0 0-18 0,144 0-67 16,-96 0-11-16,2 0-23 16,0 0-1-16,-1 0-22 15,-5 0-68-15,-8 0-48 16,-7 0-317-16</inkml:trace>
  <inkml:trace contextRef="#ctx0" brushRef="#br0" timeOffset="174886.62">8364 17289 245 0,'0'0'287'0,"0"0"-209"0,0 0-36 0,0 0-34 0,0 0 21 15,0 0 25 1,-2 76 31-16,15-40-30 0,7 0-18 15,2 8-29 1,3 1 17-16,-5 1-25 0,-3-6 1 16,-5 4-2-16,-1-8 10 0,-7-5-15 15,0-10 15 1,-4-11-18-16,0-10 7 0,0 0 2 16,0 0-3-1,0-10 3-15,0-11 20 16,0-12-20-16,0-11 0 0,0-15 0 15,0-15-3 1,10-12 10-16,9-16 2 0,6-14 17 16,2-9 8-16,-2-5 18 15,-1-4-42-15,-4 0 3 16,-4 9-3-16,-3 19-9 16,-7 22 12-16,0 30-13 15,0 8 3-15,3 11 11 16,4 3-14-16,3-4-9 15,4 4-7-15,4 6-82 16,-8 12-91-16,-5 10-401 16</inkml:trace>
  <inkml:trace contextRef="#ctx0" brushRef="#br0" timeOffset="175652.43">8302 16276 198 0,'0'0'354'0,"0"0"-244"0,0 0-49 0,0 0 52 16,0 0-27-1,0 0-44-15,-6-5 4 0,2 5 9 16,-7 0-19-16,5 0-18 16,-8 9-15-16,-5 9 6 15,-2 8-18-15,1 15 19 16,5 12-20-16,-4 10 18 16,9 4-16-16,3 0 6 15,7-5 2-15,0-8 0 16,4-1-5-16,23-11-1 15,4-8-2-15,9-7-1 16,0-8-34-16,1-11 25 16,-6-8-25-16,-3 0 26 0,-11-22 12 15,-7-10 5-15,-7-2 2 16,-7 6-1-16,0-2 2 16,-13 11 7-16,-12 10-2 15,-4 5 0-15,-4 4 26 16,4 4-13-16,-3 19-21 15,5 12 0-15,7-3 4 16,11-2-18-16,9-9-53 16,0-6-198-16,17-5-149 0</inkml:trace>
  <inkml:trace contextRef="#ctx0" brushRef="#br0" timeOffset="180680.03">9197 17088 130 0,'0'0'110'0,"0"0"-55"0,0 0 53 0,0 0-33 0,0 0-63 0,0 0 16 16,0 0-17-16,-5 0 42 15,5 0 6-15,0 4 33 16,0-4-9-16,-2 0-13 15,2 0-21-15,0 0-37 16,0 0 28-16,0 0-20 16,-2 0 18-16,0 0-27 15,-3-8-9-15,5 3-2 0,-2-7 10 16,0 1-10 0,2-1 3-16,0-9-9 0,0-2 11 15,0-1-17-15,13-2 12 16,1 7-6-16,-1 2 2 15,-4 5-3-15,0 6 5 16,0 2 1-16,-3-1-5 16,6 5 2-16,3 0 0 15,-3 0 8-15,1 0-8 16,3 0 4-16,-1 5-4 16,1 9-3-16,-1 4 5 0,-2 8-4 15,-3 4 4-15,-4 7-8 16,-6 2 20-16,0 3-14 15,0 11 10-15,-16-3-12 16,-8 8 12-16,-3 0-9 16,-2-6 3-16,2-2-1 15,1-10-4 1,-1 0 10-16,-4-8 7 0,-1-1-7 0,-1-9 0 16,4-4 0-1,10-8 10-15,3-6 0 16,7-4 11-16,5 0 3 15,1 0-28-15,3-14-2 16,0-4-39-16,0 0 39 16,0 0-12-16,9 6-2 0,2 6 2 15,3 2 12 1,9 4-6-16,9 0-6 16,2 22 13-16,6 2 0 0,-3 2 5 15,3-4 4-15,3-5-13 16,-1 2 14-16,0-7-20 15,-1-6-8-15,-8-1-6 0,-6-5 22 16,-2 0-17 0,-6-11-31-16,2-15-93 15,-1-14-8-15,-3-4-32 16,-3-1-221-16</inkml:trace>
  <inkml:trace contextRef="#ctx0" brushRef="#br0" timeOffset="181642.57">9846 16467 70 0,'0'0'397'0,"0"0"-271"0,0 0-12 0,0 0-26 0,0 0 35 0,0 0-93 16,0 0 5-1,-16-5-29-15,9 5 15 0,-6 11-8 16,-3 5-12 0,1 12-1-16,-3 9 2 0,-3 7-5 15,6 4 15-15,-1 2-18 16,3 0 16-16,7-3-10 15,0 2 11-15,6-7-7 16,0-6-4-16,0-6 2 16,14-4-5-16,9-4 6 15,4 0-15-15,4-8 22 16,0 0-20-16,0-10 7 16,-3-4 1-16,5 0-2 15,-10 0 4-15,2-8 0 16,-5-6 8-16,-5-8-12 15,-1-5 18-15,-5 4-22 16,-3-4 17-16,-1 6-14 16,-5 7 10-16,0 5-5 0,0 3 11 15,-5 4-9-15,-10-3 16 16,-9 5-18-16,-1 0 26 16,-2 0-21-16,-2 18 13 15,4 4-17-15,8 0 13 16,1 0-14-16,10-4-4 15,6-4 3-15,0-4-69 0,0-2-6 16,0-4-186-16,13 1 7 16,-4 1-193-1</inkml:trace>
  <inkml:trace contextRef="#ctx0" brushRef="#br0" timeOffset="183242.29">8925 16136 200 0,'0'0'160'0,"0"0"-122"0,0 0-13 0,0 0 1 0,0 0-26 16,0 0-4-16,-18-16 4 0,18 16 31 15,-2 0 43 1,2 0 22-16,-4 0 26 0,4 0-48 16,0 0-7-1,0 0-54-15,0 0 10 16,0 0-20-16,0 0 15 16,0 0-16-16,0 0-1 15,0 0-1-15,0 0-16 16,0 0 16-16,0 0-13 15,0 0 7-15,0 0 10 0,10 0-8 0,0 0 8 32,5 0 2-32,-1 0-5 0,5 0 5 15,6 0-3-15,2 4 4 16,2-4-6-16,2 0 11 16,0 0-12-1,-2 5 4-15,3-3-4 0,-8 3-2 0,0 1 2 16,-4-2-6-1,1 2 12-15,-6-4-10 16,5 0 13-16,1-2-14 16,-4 0 15-16,6 4-15 0,1-4 11 15,2 0-6 1,1 0 0-16,6 4 1 0,2-4-7 16,0 0 17-16,1 0-16 15,-1 0 19-15,-2 0-22 16,3 0 8-16,-3 0 0 15,-2 0 0-15,1 0-1 16,-1 0-1-16,-2 0-13 16,2-4 14-16,-4 4 1 15,-2 0-13-15,-1 0 13 16,-1 0-3-16,1 0-1 16,0 0 3-16,3 0 1 15,2 0-1-15,-4-4-6 0,2 0-14 16,-8 2 3-1,2 2-38-15,1 0 50 16,0 0-20-16,0 0 6 16,5-4-5-16,-2-6-6 0,-8 3-18 15,4-2-5-15,-9 1 30 16,-4 2 19-16,-4 6-3 16,-2 0 16-16,1 0-1 15,-3 0 7-15,0 0 17 16,0 0-5-16,0 0-15 0,0 0 15 15,0 0-24 1,0 0 39-16,0 0-15 0,0 0 11 16,0 0-33-1,0 0 17-15,0 0-11 16,0 0 12-16,0 8 13 16,0 9-21-16,0 16 24 0,0-1-26 15,0 3 23 1,-5 1-32-16,-4-9-6 0,2 0-9 0,-1-15-86 15,-1-2-288 1</inkml:trace>
  <inkml:trace contextRef="#ctx0" brushRef="#br0" timeOffset="184097.39">10638 17355 579 0,'0'0'113'0,"0"0"-61"0,0 0 55 16,0 0-55-16,0 0-12 0,0 0-28 15,0-7 8-15,0 7 7 16,0 0-12-16,10 0 23 16,11 0-6-16,8 0 0 15,12 0-27-15,3 0-2 16,3 0-3-16,2 0-11 16,-4 0-49-16,-5 0 7 0,-7 0-89 15,-10 0-157 1,-13 0 142-16,-10 0-248 0</inkml:trace>
  <inkml:trace contextRef="#ctx0" brushRef="#br0" timeOffset="184477.95">10683 17092 889 0,'0'0'50'0,"0"0"59"0,118 0-55 0,-62 0-18 0,1 0-31 0,-3-8-10 16,-4 3-1-1,-11 5-73-15,-7 0-2 0,-16 0-237 16,-12 0-165-1</inkml:trace>
  <inkml:trace contextRef="#ctx0" brushRef="#br0" timeOffset="192187.89">29404 4661 199 0,'0'0'158'0,"0"0"-108"0,0 0-1 0,0 0 47 16,0 0 12-16,0 0-46 15,0 0 50-15,0 0-63 0,0-25 14 16,0 25-45-16,0 0-11 15,0 0-6-15,0-2 3 16,0 2 4-16,0-2 3 16,0 2 26-16,0 0-10 15,0 0 29-15,0 0-47 16,0 0 18-16,0 0-22 16,0 0 1-16,0 0-6 15,0 0 0-15,0 0 0 16,0 0 8-16,0 0-24 0,0 8 35 15,2 16-18 1,6 10 3-16,1 6-1 0,-2 4-1 16,6 2-3-1,-4-1 1-15,3-5 0 0,-4-5-4 16,3-4 14 0,1-12-22-16,-3-4 20 0,-5-11-16 15,-2-4 6 1,2 0-3-16,-4 0-1 0,8-28 6 15,-4-14 1-15,3-14 10 16,-3-15-7-16,0-13 1 16,3-14-4-16,2-11 8 15,9-4-16-15,2 0 11 16,3 1-4-16,6 3 0 16,0-6 3-16,0 7-7 15,-1 2 10-15,-1 15-4 0,-7 11 7 16,-9 11-11-1,-7 13 4-15,-4 12 7 16,0 12-8-16,0 10-1 16,0 4 0-16,0-3 9 0,0 2-6 15,0 0 8 1,7 0-19-16,0 2 16 16,4 5-16-16,-2 4 6 0,4 2 0 15,2 5-1-15,10 1 0 16,18 0-2-16,19 0 10 15,25 0 11-15,26 0-2 16,26-10-10-16,23-5-2 16,26-3 25-16,-10-2-17 15,-22 10-10-15,-31 4-7 16,-43 6-81-16,-35 0-56 16,-27 6-344-16</inkml:trace>
  <inkml:trace contextRef="#ctx0" brushRef="#br0" timeOffset="193388.03">30252 4416 527 0,'0'0'170'0,"0"0"-131"0,0 0 32 0,0 0 55 16,0 0-114-16,0 0 1 0,-87 132 4 16,83-92 3-1,1-2 2-15,3 0 25 0,0 1-14 16,0-4-6-1,16 3-8-15,6-3-15 0,15 1 3 16,-2-6-5-16,7-10 12 16,1-8-2-16,1-12-11 15,3 0 4-15,2-24 0 0,0-16 14 16,-5-14-6 0,-1-15 0-16,-7-5-7 0,-1-8 12 15,-10-6-3-15,-12 3-26 16,-13 3 15-16,0 12-8 15,-13 15 0 1,-24 23 4-16,-9 23-3 16,-12 9 10-16,-4 19-16 15,-5 26 20-15,5 13-16 0,8 11 19 16,8 8-28-16,7 3 26 16,10 0-20-1,12-5 8-15,5-9-3 0,12-8-1 16,0-12 8-16,3-11-8 0,28-7-5 15,9-11 4 1,6-11-10-16,10-6 13 0,5 0-5 16,-1-22 5-1,-4 4 2-15,-10 7-1 16,-12 6-5-16,-14 5-12 16,-4 5 10-16,-1 24-18 0,-7 10 19 15,4 3 11-15,5-4-8 16,10-5-7-16,9-14-36 15,15-3-12-15,3-14-20 16,4-2-156-16,-7-6-172 16</inkml:trace>
  <inkml:trace contextRef="#ctx0" brushRef="#br0" timeOffset="195620.43">30925 3698 175 0,'0'0'95'0,"0"0"1"0,0 0-14 0,0 0-60 0,0 0-21 16,0 0 6-16,0 0 4 15,0 0 32-15,0 0-12 0,0 0 33 16,0 0-25 0,0 0 24-16,0 1-43 0,0-1 28 15,0 0-11 1,0 0-2-16,0 0-23 0,0 0-8 15,0 0-4 1,0 0 15-16,0 0-21 0,0 0 19 16,0 3-4-16,0 2-3 15,0 4 4-15,0 2-6 16,0 1 3-16,0 2-6 16,0 0 6-16,0 3-2 15,0 3 16-15,2 2-24 16,2 4 18-16,-1 0-9 15,-3 0-3-15,0 0-3 0,0-10 0 16,0-3 3-16,0-8-9 16,0 1 21-16,0-2-24 15,0-4 25 1,0 2-25-16,0-2 20 16,0 0-13-16,0 0 2 0,0 0 0 15,0 0-3 1,0 0 16-16,0 0 11 0,3-12-20 15,1-4 13-15,-2-2-7 16,3-3-20-16,-1 0 7 16,0 0 3-16,0 6-1 0,1-1 10 15,2-6-14 1,0 6 12-16,-1-5-14 16,8 1 27-16,-3 5-36 15,-7 2 29-15,5 5-26 16,-7 4 13-16,0 0 0 15,6 0-3-15,0-3 9 0,3-6-13 16,1 6 24-16,-6 1-34 0,3 6 23 16,-7 0-17-1,0 0 4-15,2 0 5 0,2 0-3 16,2 0 10 0,3 0-9-16,1 0 16 15,-1 0-14-15,-3 3 12 16,2 3-10-16,-4 0 7 15,-1 2 8-15,-1 2-15 0,-2 2 23 16,0 2-19 0,5 0 15-16,-2 1-27 15,-1-3 28-15,1 1-39 16,-1 4 32-16,5 0-18 0,-2 6 5 16,0 2 0-16,-5 2-2 15,6-5-4-15,-1-6 1 16,-3 1 10-16,-1-7-17 15,2-3 23-15,-3-3-22 16,0-2 22-16,0 4-19 16,5 0 8-16,-3 0 0 15,2 1-10-15,4-5 6 16,1-2-10-16,-3 0-14 16,11 0 17-16,-1-9 0 0,3-9 2 15,2-5 9 1,4 0-17-16,-5-7-9 0,-4 8-63 15,-4 0-154-15,-12 4-168 16</inkml:trace>
  <inkml:trace contextRef="#ctx0" brushRef="#br0" timeOffset="197933.97">28876 3431 99 0,'0'0'166'0,"0"0"-136"0,0 0-19 0,0 0 3 16,0 0-14-16,0 0 8 15,0 0-7 1,0 0 76-16,0 0 7 0,0 0-31 16,0 0 3-16,0 0-15 15,0 0-38-15,0 0-3 16,0 0 6-16,0 0 14 16,0 0-14-16,0 0 10 15,0 0-9-15,0 0 24 16,0 0-17-16,0 0-4 0,0 6-6 15,0 2 15 1,0 6 11-16,0 4 12 0,0 3 11 16,0 2-46-16,0 1 34 15,0 2-41 1,4-1 0-16,2 2-1 16,1 5 6-16,-3 1-10 0,-4-4 7 15,2 2-5-15,-2-2 6 16,0 1-6-16,0-1 24 15,0-2-36-15,0-6 21 16,0-5-6-16,0 0 0 16,0 0 2-16,0-2-4 0,0-6 5 15,0 2-19 1,0 2 31-16,0-2-27 16,0-2 21-16,0-1-17 15,6-5 9-15,-6-1-1 16,0-1 0-16,2 0 3 15,-2 0-4-15,0-1 7 0,0-10-8 16,0-3 15-16,2-1-16 16,2-6 6-16,1-5-3 15,-1-6 0-15,0-2-11 16,3-2 10-16,0 1 1 16,2 4-13-16,-1 0 25 15,4 3-24-15,-1 2 3 16,9 4 3-16,-2 4-5 15,0 2 11-15,4-3-1 0,0 2 11 16,5-2-4 0,-2 5-2-16,-3 3-4 15,0 1 16-15,-2 2-20 16,1 0 8-16,0 2-7 0,2 2 3 16,-1 2-3-1,-2 2 1-15,-6 0 2 0,-4 0-10 16,2 2 22-16,-5 8-24 15,1 6 21-15,1-2-14 16,0 1 5-16,-2-2 0 16,6 3-6-16,-4 5 13 15,0 2-15-15,0 3 16 16,0 2-11-16,-7 1 12 16,7-2-11-16,-5 1 4 0,3 1 0 15,-1-3-2 1,2-2 0-16,-2 0-6 0,-1-2 11 15,-3-4-15 1,-2-2 20-16,0-8-13 0,6-8 3 16,2 0-22-16,5-8-56 0,7-20 63 15,-1-8-37 1,2-2-164-16,-6 6-303 16</inkml:trace>
  <inkml:trace contextRef="#ctx0" brushRef="#br0" timeOffset="199532.63">28654 4192 143 0,'0'0'127'0,"0"0"-56"0,0 0 20 16,0 0-4-16,0 0-29 0,0 0-25 15,0 0-32-15,-26 23 49 16,21-19-43-16,1 2 36 0,-5 0-13 15,7-2 38 1,-4 0 0-16,1-1-26 16,0 0-26-16,3 0-8 15,0 0-5-15,-1 1 7 16,3-2-17-16,0 2 18 16,0-4-22-16,0 0 18 0,0 0-9 15,0 0 2-15,0 0 0 16,0 0 1-16,0 0 13 15,5 0-12-15,15-16 7 16,16-8 30-16,7-15-12 16,11-15 15-1,21-15-7-15,18-20 5 0,18-10-3 16,12-5 1-16,7 0-4 0,-4 0-30 16,-5 6 16-1,-13 10-16-15,-16 13-8 16,-25 23 4-16,-27 20-28 15,-12 14-33-15,-16 10 3 16,-5 8-2-16,1 0-43 16,0 0-12-16,-6 6-106 0,-2 10-155 15</inkml:trace>
  <inkml:trace contextRef="#ctx0" brushRef="#br0" timeOffset="200464.04">30929 4127 270 0,'0'0'42'0,"0"0"30"0,0 0-24 0,0 0-17 16,0 0-13-16,0 0 45 15,-19 12-21-15,15-10-17 0,-6-1 53 16,8 3-39-16,-7 1-16 16,5 1-10-16,-4 0-22 15,-2 2 13-15,3 0-8 16,-2-2 8-16,7-2 18 16,-1-4 49-16,3 0-43 15,0 0 19-15,0 0-46 16,0-3 19-16,29-20-14 15,18-17 45-15,16-23-12 16,17-15-2-16,9-20-5 16,10-2-13-16,-2 0 22 0,-3 11-29 15,-11 17 8 1,-21 16-20-16,-22 20 0 0,-15 16-52 16,-17 11-48-1,-8 9-57-15,0 0-211 0,0 19-160 16</inkml:trace>
  <inkml:trace contextRef="#ctx0" brushRef="#br0" timeOffset="201080.92">31531 4873 694 0,'0'0'72'16,"0"0"-20"-16,0 0 124 0,0 0-103 0,148-42-9 16,-115 38-60-16,-4 1 8 15,-8 2-12-15,-2 1-7 16,-6 0-55-16,1 0-25 16,-4 0-112-16,-1 0-36 15,-4-5-33-15</inkml:trace>
  <inkml:trace contextRef="#ctx0" brushRef="#br0" timeOffset="201342.34">31455 4516 675 0,'0'0'235'0,"0"0"-216"0,0 0 72 16,0 0 12-16,145-40-100 16,-98 40-6-16,0 0-18 0,0 0-66 15,-5 9-258 1</inkml:trace>
  <inkml:trace contextRef="#ctx0" brushRef="#br0" timeOffset="202396">32467 4506 568 0,'0'0'94'0,"0"0"-10"0,0 0 60 0,0 0-81 0,0 0-24 15,0 0 10-15,-51 28-34 16,44-10 20-16,-8 3-19 16,8 6 13-16,-3-1-22 15,6 7-3-15,2-4 0 16,2 0 4-16,0 2-8 0,0-3 4 16,16 0-8-16,8-1 10 15,9-7-19-15,14-8 27 16,5-11-22-16,8-1 16 15,13-11-9-15,8-24 1 16,1-17 0-16,-2-11 2 16,-7-10 0-16,-12-3-2 15,-18 0 13-15,-18-1-27 16,-15 8 14-16,-10 4-4 16,-2 7-14-16,-31 13 18 15,-15 12 1-15,-5 12 0 0,-2 14 25 16,-3 7-11-16,-5 1-7 15,1 30 6-15,-6 11-28 16,4 12 10-16,4 6 0 16,9 8-22-16,6 1 0 15,14-8 18-15,6-7-2 16,12-7 4-16,11-14-6 16,2-3 7-16,11-11-5 15,18-7 5-15,6-6-12 0,15-2 17 0,14-4 0 16,7-4 21-1,8-20 3 1,-4-10-22-16,-5 0 4 16,-6-4 10-16,-8 1-15 0,-5 6 6 15,-14 2-3 1,-8 7 2-16,-10 13-1 0,-9 3 1 16,-4 6-3-1,-4 0-6-15,2 2 6 0,3 27 10 16,3 10 0-16,4 7-2 15,1 4-8-15,4-2-6 16,0 2-5-16,-1-4-7 16,7-6 14-16,0-5 1 15,4-8-14-15,13-12 11 0,-5-8-16 16,11-7-24 0,-4-4 37-16,-1-25 7 0,-1-10-1 15,-3-7 0-15,-5 2 6 16,-7 0-14-16,-9 0 8 15,-5 10-41-15,-5 4-100 16,-2 6-98-16,-4 5 55 16,-2 5-127-16</inkml:trace>
  <inkml:trace contextRef="#ctx0" brushRef="#br0" timeOffset="-166870.33">8076 17097 208 0,'0'0'68'0,"0"0"11"0,0 0-4 16,0 0 17-16,0 0-23 16,0 0-48-16,0 0-15 15,0 0 18-15,-4 5-16 16,4-5 46-16,-2 0-35 0,2 0-11 15,-3 0 2-15,3 0 0 16,0 0-8 0,0 0-1-16,0 0-1 0,0 0 14 15,0 0-30 1,0 0 30-16,0 0-19 0,0 0 5 16,0 0-2-1,0 0-4-15,0 0-1 0,0 0 2 16,0 0 10-16,0 0 1 15,3-10-4-15,9-15 75 16,11-4-25-16,0-11-6 16,8-12-28-16,4-7-6 15,7-8-11-15,3-13 0 16,7-1 19-16,-4 5-19 16,-3 10 7-16,-9 22-8 0,-11 12-4 15,-6 9-36-15,-9 16-29 16,-6 5-35-1,-2 2-19-15,0 0-16 0,0 0-164 16</inkml:trace>
  <inkml:trace contextRef="#ctx0" brushRef="#br0" timeOffset="-165684.41">9696 17023 7 0,'0'0'155'0,"0"0"-154"0,0 0 3 0,0 0 28 16,0 0 47-16,0 0 33 15,-29 47-23-15,27-47-13 16,-2 4-15-16,4-4-16 15,-2 5 31-15,-4-4-29 16,4 3 9-16,0-4-22 16,-2 0-10-16,4 0 6 15,0 0-28-15,0 0 2 16,0 0 2-16,0 0 2 0,14-14-5 16,9-16 20-1,11-12-10-15,9-14 3 0,8-12-11 16,8-13 9-16,11-7 18 15,1 2-29 1,-4 10 7-16,-11 20-9 0,-14 18-2 16,-11 16-43-16,-9 18-50 15,-11 4-127-15,-3 0 18 16,-8 6-88-16</inkml:trace>
  <inkml:trace contextRef="#ctx0" brushRef="#br0" timeOffset="-164254.15">12022 16896 161 0,'0'0'141'0,"0"0"-49"0,0 0 1 15,0 0 22 1,0 0-35-16,0 0-2 0,-38 0 4 16,34 0-49-16,2 0 19 15,0-9-25-15,2 3 7 16,-3-5-30-16,3-7 9 15,0-4-4-15,0-4-12 16,0-2 6-16,3-2 1 16,5 6-4-16,6 1-4 15,1 1 3-15,-1 8 2 0,1 6-7 16,-2 1 12 0,3 7-12-16,-3 0 2 15,3 0-2-15,-3 15 6 16,-1 9 21-16,-6 12 5 0,-1 9-18 15,-5 3-1-15,0 2-2 16,-9 4-4-16,-16 2 6 16,-6 6-6-16,-6-3 8 15,-11 5 3-15,2-7 6 16,-6-8 12-16,3-10 1 16,3-12-29-16,4-9 17 15,7-8-17-15,12-6 14 16,7-4-14-16,9 0 7 0,5 0-5 15,2 0-8-15,0-9 4 16,0 1-18 0,0-1 18-16,6 9-1 15,15 0-7-15,8 4 16 0,9 14 12 16,1 8-8-16,9-4-10 16,-4 2-2-16,3-2-3 15,-5-5-3-15,-4-8-9 16,0-1 5-16,-7-8-6 15,1 0 3-15,-6-8-19 0,-2-14 20 16,-1-4-67 0,-12 2 65-16,-7-2 3 0,-1-2 18 15,-3-2-15 1,6-2 16-16,-1 6-17 16,-1 0-2-16,5 8 8 15,-2 7-38-15,-2 4 6 16,3 7-47-16,-1 0-89 0,1 0 15 0,-2 12-140 31</inkml:trace>
  <inkml:trace contextRef="#ctx0" brushRef="#br0" timeOffset="-151431">29793 2266 329 0,'0'0'139'0,"0"0"-122"0,0 0 47 15,0 0 12-15,0 0-39 16,-115 32-20-16,99-28 39 0,-2-2-45 16,-2 1 46-1,-3 0-19-15,-1-1 6 0,-7 2-10 16,-7-1 3-16,-4-2-26 15,-7 3-7-15,-7-2 16 16,-2-1-12-16,-2 5-14 16,4-3 21-16,1-3-28 15,1 0 23-15,0 0-20 16,-1 0 5-16,-3 0 5 16,-4-3 22-16,2 3-19 15,-1 0 37-15,1 0-29 16,-2 0-22-16,2 11-29 0,-1-1 37 15,1 6-27-15,0 2 30 16,0 2 0 0,0 2 5-16,-3 0 19 0,1 4-20 15,4 4 14-15,-5 3-1 16,12 0-34-16,-6 3 13 16,3 3-6-16,-2 3-5 15,-2 6 15-15,-2 2-2 16,4 2 14-16,5-2-11 0,6-2 13 15,6 1-23 1,7 1 13-16,6 0-8 16,3 4 3-16,6 4 1 15,-4 5 0-15,2 2-8 16,-1 8 3-16,6-5 10 16,1 2-20-16,10-6 42 15,3 2-38-15,0-1 22 0,13-1-22 16,19 4 11-16,8-4-2 15,5-2 0-15,8-3 2 16,-1-3-14-16,-2-2 28 16,11 0-8-16,-5 0 3 15,2-2 1-15,6-2-6 16,3-4 4-16,6-4-8 16,3 1-8-16,2 1 7 15,-4 4 2-15,-10 0-8 16,1 4 22-16,-5 1-23 15,-2-6 11-15,-2 0-6 0,2-3-1 16,-3-4 4 0,-1-2-3-16,-3 0 12 0,-2 0-16 15,-2 1 19-15,-5 5-15 16,-3 0 12 0,-2 1-13-16,-3 0 7 0,-3-1-6 15,-2 2 0-15,-5-2 3 16,5 0-2-16,-5 4 12 15,3-6-23-15,4 0 26 0,5-8-24 16,5-3 20 0,7-5-18-16,6-4 14 0,4-1-5 15,2 0 0 1,-4 3 3-16,-1 0-15 0,1-1 28 16,-1 0-18-1,1-4 12-15,2-8-10 0,5-3 0 16,3-2 4-1,5-4-4-15,1 4-5 0,-1-4 1 16,5 4 8-16,0 0 24 16,-3 6-19-16,-1 2-1 15,-3 2-3-15,-2-3-10 16,-3 4-6-16,-1-4 10 16,-5-1-15-16,-7-5 7 15,0-3 1-15,-2 2 16 0,7 2-7 16,4-1 18-16,3 5-26 0,5-5 14 31,-1 2-14-31,-2-1 5 16,-5-2 2-16,-6-2-8 0,-1 0 16 15,2-4-12-15,3 7 11 16,5 1 6-16,1-1 0 16,6-5 30-1,-1-2-32-15,2 0-7 0,3 0-4 16,-1 0-5-16,-2-9-7 15,-1 0 24-15,-6-1-9 16,5-3 3-16,-2-1 6 16,2 2-5-16,-5 1-14 15,-6-7 6-15,-6 0-5 0,-12 0 2 16,-3-3 8 0,-2 3-9-16,-4-2 14 15,-5 5-2-15,3-8-6 16,2 2-2-16,2-4-3 15,8 0-1-15,1-2-7 0,3-1-3 16,1-3 4-16,-6 0 15 16,3-4-14-16,-1 1 20 15,-4 2-7-15,5-6-3 16,-10 2 0-16,0-3-3 16,5-3-1-16,2 3 4 15,1-1 0-15,-2 8-7 0,-1-4 21 16,-5 3-17-16,-6 5 9 15,-2 3 0-15,-5 4-4 16,-5-1 8-16,6-2-10 16,-2-3-3-16,2 0-8 15,-3-1 22-15,-1 0-19 16,-5 2 25-16,5-1-31 16,-1 2 23-16,4-1-16 15,-4-3 7-15,-1 6 0 0,-3-4-5 16,-4 0 12-1,-6 0-11-15,3 1 24 0,4-2-34 16,-9 2 24 0,0 1-17-16,0 2 14 15,0-3 5-15,0 0 4 16,0-4-12-16,0-1 5 0,0 0-1 16,0-4-16-1,0-1-9-15,0 1 13 0,0 2 2 16,0 1 2-16,0 0 11 15,0-4 3-15,0 2-14 16,0-6 6-16,0-2-21 16,0-3 10-16,0-3-4 15,0 5 9-15,0-4-7 0,0 3 14 16,0 5-1 0,0-4-6-16,0-1 2 0,0-1-11 15,0 1 18-15,0-2-17 16,0 0 24-1,0 2-25-15,0 2 17 16,0-6-9-16,0 8 1 0,0-4 0 16,-3 0-5-1,-21 4 13-15,-9 2-2 16,-10 1 12-16,-1-3-30 0,-5-2 18 16,-2 0-12-16,-3-3 8 15,-10 2-3-15,-6 0 1 16,-5 5 0-16,-10 4-9 15,-2 0 18-15,-2 2 9 16,0-2-15-16,6-2 2 16,3-2 0-16,9-2-10 15,0 4-6-15,-1 4 3 0,5 3 7 16,-2 4 1 0,5-1 3-16,2 2 10 0,10-1-19 15,1-3 22-15,6-5-32 16,1 0 14-16,-5-1-4 15,-3 6 2-15,4-4-11 16,-4 2 10-16,4-1 10 16,0 4 4-16,4 4 4 15,1 3-20-15,-1 2 17 16,-1 2-20-16,-1 0 7 0,-4 4-17 16,4 1 6-1,-1 6 13-15,1 2-4 16,5-2 10-16,-1 5 2 0,4 0 2 15,-3 0-18-15,2 0 5 16,-8 0-7-16,-2 0 0 16,-7 2-4-16,2 2 9 15,6-2 12-15,1 2-20 16,5 0 32-16,2 0-33 16,1 2 15-16,-1 2-15 15,3 1-42-15,-5 0 27 16,-5 1 17-16,2 4 13 15,-2 0-10-15,3 1 22 16,1-1-18-16,5 0 6 16,5-6-8-16,-2-3-5 15,1-2 13-15,-4-3-1 16,-4 0-15-16,2 0 14 16,-3 0 4-16,1 0 0 15,4 0 14-15,5-3-31 16,0-2 26-16,-8-3-12 0,3-1 1 0,-6 4 0 15,-5 5-5 1,-3 0 12-16,1 10-17 16,2 7 28-16,3 3-28 15,1 5 10-15,1-3-6 16,8 2-82-16,7-4-107 16,2-12-14-16</inkml:trace>
  <inkml:trace contextRef="#ctx0" brushRef="#br0" timeOffset="-147319.3">16200 8993 179 0,'0'0'219'0,"0"0"-118"0,0 0-82 0,0 0 59 15,0 0-57-15,0 0 4 16,-9-102-6-16,18 86 28 16,9 0-17-16,4 2 1 0,11-2 27 15,18 0-10-15,23-4 31 16,37-4-76-16,35-13 27 15,36-13-22 1,32-18 30-16,15-14-38 0,10 0 0 16,-6 4-6-16,-7 18-18 15,-24 17-15-15,-30 19-220 16,-49 18-222-16</inkml:trace>
  <inkml:trace contextRef="#ctx0" brushRef="#br0" timeOffset="-146874.48">16821 9399 487 0,'0'0'134'0,"0"0"-95"0,0 0-39 0,0 0-18 0,0 0 18 16,0 0 43-16,187-99 86 15,-68 43-11-15,19-4-1 16,16-5-89-16,0 6-20 16,-6 9-8-16,-7 2-37 15,-12 10-15-15,-17 7-10 0,-19 9-89 16,-24 8-100-1,-22 10-192-15</inkml:trace>
  <inkml:trace contextRef="#ctx0" brushRef="#br0" timeOffset="-146285.4">18461 8899 568 0,'0'0'154'0,"138"-98"-121"0,-33 26-33 0,11 0 68 16,4 6-60-1,-6 9-8-15,-7 16-340 0</inkml:trace>
  <inkml:trace contextRef="#ctx0" brushRef="#br0" timeOffset="100768.7">28945 3569 213 0,'0'0'0'0,"0"0"-34"0,0 0-129 16,0 0 163-16,0 0 17 15,0 0-11-15,0 0-6 0,-25-110 96 16,25 94-14-1,-2 0-55-15,2 6-27 16,-5 7-13-16,-1 3-160 0</inkml:trace>
  <inkml:trace contextRef="#ctx0" brushRef="#br0" timeOffset="101048.23">28891 3414 14 0,'0'0'190'16,"0"0"-145"-16,0 0-24 16,0 0 88-16,0 0-49 15,0 0 18-15,0-1-45 0,2-3 44 16,0 2 3-1,0-1 23-15,0 1-33 16,6 1-16-16,-4-4-14 16,3 0-31-16,-1-1 28 15,-2-1-14-15,1 2 37 0,-2 1-45 16,-1 2 28 0,0 2-25-16,3 0 11 0,10 18-22 15,16 29 8-15,20 22 70 16,20 21-52-16,14 12 4 0,4 3-30 15,1 1 0 1,-13-12-6-16,-9-14-2 16,-18-21-56-16,-12-14 1 15,-11-12-45-15,-13-14-175 16,-14-14-535-16</inkml:trace>
  <inkml:trace contextRef="#ctx0" brushRef="#br0" timeOffset="102065.88">30850 3521 413 0,'0'0'294'0,"0"0"-234"0,0 0 74 16,0 0 21-16,0 0-64 16,0 0-66-16,-19 67 55 15,40-10-23-15,14 15 41 16,19 9-56-16,4 5 14 15,-1 0-32-15,3-5 1 16,-2-9-25-16,-2-3 0 16,-4-2-7-16,-8-9-59 15,-4-6 15-15,-6-10-88 0,-10-10 85 16,-6-14-85 0,-16-12-475-16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05T22:26:07.3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4560 4650 562 0,'0'0'43'0,"0"0"-42"0,0 0 18 0,0 0 24 0,0 0 33 16,0 0-5-16,0 0-10 16,-37 0-25-16,30 0 14 15,-2 0-25-15,0 0 19 0,-2 0-40 16,2 0 11 0,-2 0-11-16,4 0 28 15,-5 0-27-15,8 0 4 16,-2 0 3-16,-3 0-8 0,5 0 8 15,-4 0 1 1,-2 0-24-16,5 0 23 0,-3 0-24 16,-4 0 11-1,-3 4-6-15,-4 3-1 16,-3 4 8-16,0-1-3 16,-5-2 9-16,5 0-20 0,5 1 19 15,3-6-13 1,3 3 12-16,-1 0-10 0,-1 4 5 15,-3 0 0-15,1 2-1 16,2 0 2-16,-3-2-3 16,3 2 7-16,1-2-1 15,2 1 1-15,1 0 0 16,-1 5-1-16,0 1-6 16,-1 8-5-16,-1 0 8 15,-3 3-2-15,1-2 14 16,-1-4-6-16,1-4-6 0,5-4 20 15,3-4-13-15,-1 3-13 16,7-2 8 0,-7 7-4-16,7 0-3 0,-2 0 5 15,2 5-1-15,0-2 3 16,0 2-13-16,0-3 25 0,0 1-23 16,0 1 12-1,0 1-3-15,0-2 1 16,0-1-1-16,-2-6 0 0,2 7 6 15,0-3-16 1,0 0 27-16,0 6-34 0,0-2 30 16,0 2-23-1,0 6 11-15,2-4-1 0,0 0 0 16,-2-1 0 0,0-5-6-16,0 0 16 0,0-6-19 15,0-3 23-15,5 1-25 16,-5 2 18-16,0 1-14 15,2 2 8-15,-2 1-1 16,0-2 0-16,0 1 3 16,0-1-15-16,0-2 30 15,0 0-31-15,5 0 16 16,-5-2-6-16,0 4-1 0,0-2 4 16,0-1-2-1,0-5 4-15,0 5-7 16,0-1 10-16,2 2-12 15,4 0 17-15,1-2-20 16,2 0 5-16,-2 4 4 16,1-2-9-16,-1 0 9 15,3-1 1-15,-2-2 0 0,-1 1-15 16,3 1 22-16,0-2-14 16,3 1 2-16,-4 2 1 15,7-1 4-15,-3-2-5 16,3 0 3-16,-1-1 0 0,3-6-10 15,-3 6 21-15,6-3-24 16,-5-2 30 0,-1 3-20-16,3 0 15 15,-1 4-20-15,4 0 9 16,-3-2 1-16,-1-1 0 0,6-2 1 16,-6-1-5-16,1-4 17 15,-3 4-23 1,4-4 19-16,-1 2-18 0,-3-4 18 15,1 4-7 1,-3 1 0-16,5-4 4 0,-3 3-2 16,3-2-2-16,-2-2 1 15,2 0 16-15,-3 0-17 16,1 0 2-16,-1 0 9 16,-5 0-11-16,7 0 3 0,-1 0-1 15,-1 0 2-15,3-10 2 16,2 0 1-16,-6 0-2 15,6 2 1-15,0-3-4 16,-2 0-3-16,-1 3 10 16,-1 0-7-16,-1-2-4 15,3-1 0-15,-2 1 5 16,2-3-7-16,2 1 17 16,-7 0-26-16,7-3 17 15,0 1-12-15,-2 0 10 16,0-1-4-16,0 3 0 0,-2-2 1 15,-3 1-12-15,3 1 25 16,-3 1-21 0,1-5 19-16,1 3-18 15,1-1 13-15,-3 2-13 16,-2 0 6-16,2 0 0 16,-2 0-2-16,3 0 4 0,-1-1-13 15,0 0 28-15,3-5-27 16,1-2 17-16,2 4-14 15,-3 0 4-15,-1-2 1 0,-1 1 2 16,-1-1 0 0,-3 0-6-16,0 4 17 0,-1-4-18 15,-1 3 21 1,1-6-21-16,-2 2 14 0,0 2-8 16,-1 0 1-1,-1 4-3-15,-1-5 0 16,-2 2 6-16,3-4-8 15,-5-2 19-15,7 3-20 16,-3-2 11-16,1 0-7 0,-1 2 2 16,-2-1 0-16,0 0-2 15,0 4 6-15,1-9-9 16,0 2 14-16,-1 1-16 16,-2-2 22-16,2 2-19 15,-2 4 9-15,0 0-10 16,0 1 6-16,0-3-1 15,0 1 0-15,0 0 2 16,0-1-10-16,0 2 21 0,0 0-17 16,0 4 12-1,0 0-4-15,0-2-2 0,-7-1-2 16,0 0 0-16,-2-1 0 16,3-3-7-16,-3 2 19 15,0 5-23-15,0 0 24 16,-2 2-16-16,-1-2 10 15,0-1-7-15,-2 1 0 16,1 0-3-16,0 3 1 0,-1 0 3 16,1 1-11-1,-3 2 11-15,1 2-5 16,-6 0 8-16,3-3 3 16,-1 3-4-16,-2-5-3 0,8 3 0 15,-3 0-2-15,3 2-5 16,1 0 14-1,2 2-11-15,-1 1 17 0,-1 0-21 16,-1 2 16-16,-1-4-7 16,-1 3-1-16,-1 0 0 0,1-2-3 15,1 0 1 1,1 0-1-16,2-5 6 0,-3 8-9 16,1-5 15-1,2 1-18-15,-4 3 9 0,-1-1 0 16,-2 3 0-1,-2 0 3-15,5 0-6 16,-3 0 12-16,2 0-17 16,-2 0 24-16,0 0-21 15,3 0 12-15,-6 0-12 16,4 0 5-16,-1 0-2 0,-2 0-1 16,-2 0-11-16,2 5 6 15,-1 0-34-15,4-4 36 16,1-1-40-16,3 0-19 15,6 0-23-15,-6-3 23 16,6 3-105-16,-2 0-85 16</inkml:trace>
  <inkml:trace contextRef="#ctx0" brushRef="#br0" timeOffset="55550">4153 4936 146 0,'0'0'208'0,"0"0"-173"0,0 0 26 16,0 0-14-16,0 0-1 15,0 0-4-15,0 0 8 0,0 0-16 16,6 0-33-16,-6 0 32 15,5 0-11-15,-3 0 28 16,-2 0-23-16,2 0 15 16,-2 0-19-16,4-4 0 15,1-1-17-15,0-1-5 16,-1-1 5-16,0 2 1 16,3-1 0-16,5-2-4 15,-2-5-5-15,3 4 10 16,-3-5-11-16,1 3 4 15,-5 4-1-15,-4 7 10 0,1 0-3 16,-3 0 32 0,7-3-39-16,-1 3 9 0,3-2-5 15,5 0 2-15,-1 0 1 16,-2 1-11-16,3-2 4 16,-8 3 0-1,-2 0-4-15,3 0 2 0,0 0-2 16,-4 0 8-16,5 6-8 0,-4 5 14 15,1-3-16 1,-1 6 14-16,-2-3-8 0,-2 3 0 16,0-2 2-1,0 5-14-15,0-3 25 16,0-1-22-16,0 2 22 16,-4-1-20-16,-3 1 20 0,-3 2-16 15,-2 3 3 1,-3 4-1-16,-1 1-4 0,-4-4 5 15,9-3 10-15,-2-4-2 16,4-9-2-16,2 2 6 16,4-5 39-16,3 0-17 15,-2-2-1-15,2 0-22 16,0 0-5-16,0 0-6 16,0 0 0-16,0 2-4 15,2-2 8-15,17 4-3 16,-1-2 1-16,1 2 17 0,6-4-10 15,-5 7-8 1,-2-6-2-16,-4 4 11 16,-6-1-16-16,-1-1 15 15,7 3-13-15,-4 0 12 16,3 2-11-16,1-4 3 16,-1 0-7-16,-1-4 0 0,-3 0-15 15,1 0 21-15,-5 0 1 16,0 0-7-16,-3 0 17 15,-2 0-20-15,0 0 14 16,0 0-10-16,2 0-5 16,0-1 10-16,1-2-1 15,-3 2-15-15,0 1-19 16,0-7-77-16,0 1-104 0,0-4-370 16</inkml:trace>
  <inkml:trace contextRef="#ctx0" brushRef="#br0" timeOffset="64027.41">4502 4614 704 0,'0'0'64'0,"0"0"36"0,0 0-36 16,0 0-16-1,0 0-26-15,0 0 39 16,0 0-46-16,-8-54 24 0,8 54-13 15,0-3 3-15,0 3-7 16,0 0-22-16,0-1 21 16,0-1 4-16,0-6 17 15,0-9-37-15,0-5 13 16,20-7-14-16,2-10 6 16,7-9-9-16,6-8 4 15,4-1-2-15,-2-2 0 0,1 1-5 16,-7 4 14-1,-6 10-24-15,-10 7 10 16,-8 18-14-16,-4 13-43 0,-3 6-3 16,0 0-20-16,-5 19-83 15,-13 5-246-15</inkml:trace>
  <inkml:trace contextRef="#ctx0" brushRef="#br0" timeOffset="64745.08">4404 4456 127 0,'0'0'544'0,"0"0"-530"0,0 0 16 0,0 0 20 16,0 0-42-1,0 0 1-15,90 36-18 16,-90-36-59-16,0 0 2 15,0 0-7-15,0 0-41 0,0-7-21 16,-11-5-31-16,1-2 122 16,4-4 44-16,1 3 79 15,3-4 38 1,2 3 3-16,0 7-61 0,0 3 49 16,0 3-28-16,0 3 32 15,0 0 6-15,9 12-49 16,2 10-8-16,-2 6-3 15,2 3-55-15,-4-5-3 16,-5-2-4-16,-2-6-4 16,0-6 0-16,0-4 8 15,0-5-1-15,0-3 1 16,0 0-2-16,0 0-2 16,0 0-20-16,0-1 6 15,14-12-22-15,-1-2 38 16,7-3 4-16,0-3 2 0,-2 2 22 0,-2-2 7 15,3 6 0 1,-5 2-22-16,-3 9-3 0,-3 4 2 16,-2 0-20-1,-4 0 20-15,-2 0-21 16,0 2 8-16,0 5 2 16,0-5-3-16,0 2 4 0,0-4-3 15,0 0 6 1,0 0-12-16,0 0-41 15,0 0-199-15,0-3-376 16</inkml:trace>
  <inkml:trace contextRef="#ctx0" brushRef="#br0" timeOffset="65543.85">5022 3194 920 0,'0'0'62'0,"0"0"-27"0,0 0 7 15,8 126 7-15,4-94-42 0,-1-3 13 16,-3-1-18-16,2-6-1 16,1-2-1-16,-3 2-22 15,-3 0-39-15,-2 0-17 16,-3 0-187-16,0-6-249 16</inkml:trace>
  <inkml:trace contextRef="#ctx0" brushRef="#br0" timeOffset="65873.64">4959 3563 569 0,'0'0'52'16,"0"0"-28"-16,0 0 64 16,0 0 62-16,0 0-72 15,116-21-27-15,-67 6-8 0,-2-3 4 16,-5-2-34-16,-11-2 15 15,-6-2-7-15,-9-8-4 0,-5-2 10 16,-9-6-24 0,-2-3 6-16,0 6-2 0,-13 0-11 15,-14 13 11 1,-6 5-2-16,-6 12 1 0,-7 7-4 16,-4 0-2-1,6 16 2-15,9-2-7 0,14-5-19 16,13-5 8-1,8-3-36-15,0 4-66 16,0 2-256-16,0 3-32 16</inkml:trace>
  <inkml:trace contextRef="#ctx0" brushRef="#br0" timeOffset="66210.23">5335 3395 270 0,'0'0'363'16,"0"0"-361"-16,0 0-4 15,0 0 9-15,146 106-12 0,-107-106 12 16,-1 0-6-16,3-6 4 15,-6-24-5-15,-6-10 37 16,-4-11-28-16,-8 0 31 16,-10-3-38-16,-7 5 19 15,0 5-17-15,-7 10 7 16,-10 11-11-16,-3 10 0 16,7 7 14-16,1 6-14 0,1 0-11 15,3 0-131 1,0 14-265-16</inkml:trace>
  <inkml:trace contextRef="#ctx0" brushRef="#br0" timeOffset="66720.95">5743 3106 346 0,'0'0'326'15,"0"0"-283"-15,0 0 25 0,23 120-66 16,-10-83 6 0,3-6-16-16,-3 2 17 0,5-9-20 15,-4-4 2-15,-6-9-13 16,1-2-3-1,-7-9 4-15,-2 0 21 16,0-4 16-16,0-24-5 0,0-15 9 16,0 0-18-16,0-10 3 15,0-3 1-15,0-4-5 16,0 4-2-16,12 6-4 16,1 14 5-16,3 12 40 15,-1 7 12-15,5 9 2 16,2 7-39-16,5 1 12 15,4 0-23-15,-2 0-4 0,0 11-4 16,-4 5 1 0,-9 1-20-16,-8-2 12 0,-8 6 11 15,0 1 1-15,-18 8 64 16,-17-1-49-16,-9 2 41 16,-4-5-45-16,4-6 8 15,3-7-19-15,12-6 9 16,6-6-10-16,9-1-31 15,3 0-66-15,11 0-286 16</inkml:trace>
  <inkml:trace contextRef="#ctx0" brushRef="#br0" timeOffset="67075.47">6180 2913 443 0,'0'0'207'0,"0"0"-200"0,0 0 69 15,0 0 13-15,-9 108-20 16,2-69-59-16,5-5 27 16,2-7-28-16,0-8-5 0,2-7-4 15,19-8 3-15,6-4-11 16,10 0 16-16,-1 0-6 15,-1 0 0-15,-4-8-4 16,-2-4-5-16,-4 2-3 16,-10 0 6-16,-3 7 6 15,-8 3-11-15,1 0 11 16,-3 0-13 0,4 3 22-16,4 8-22 0,3-2 6 15,5-3-160-15,-1-6-40 16,-3 0-151-16</inkml:trace>
  <inkml:trace contextRef="#ctx0" brushRef="#br0" timeOffset="67360.32">6605 3156 747 0,'0'0'118'0,"0"0"-50"31,0 0 7-31,25-118-71 0,-9 74-2 0,-1-1-2 16,8 13 2 0,-3 4-8-16,-5 15 6 15,-1 6-3-15,-1 7-8 16,3 0 10-16,1 16-12 0,8 12-1 16,-5 8 12-1,0 3-31-15,-6 9 5 16,-10 2-15-16,-4-2 25 15,0 0-125-15,0-10 32 0,-4-6-132 16,-8-10-60 0</inkml:trace>
  <inkml:trace contextRef="#ctx0" brushRef="#br0" timeOffset="67591.89">6565 3027 765 0,'0'0'160'0,"0"0"-160"15,0 0 0 1,0 0 8-16,0 0-4 0,0 0 6 16,161-10-20-1,-112-4-32-15,-3 5-111 0,-5-3-78 16,-10 0-269-16</inkml:trace>
  <inkml:trace contextRef="#ctx0" brushRef="#br0" timeOffset="67897.25">6962 2807 129 0,'0'0'432'15,"0"0"-319"-15,0 0-53 0,0 0 32 16,0 0-32-16,0 0-60 16,21 120-2-1,14-91-55-15,5 0-15 0,5 7-5 16,-5 0-18-16,0 3-39 16,-5-3 20-16,-6-2 88 15,-6-6 25-15,-10-3-108 16,-13-8 75-16,0-7 34 15,0 3 252-15,-22-9-108 16,-11 2-57-16,-1-2-7 16,-2-4-49-16,5 0 7 15,5-7-38-15,3-13-233 16</inkml:trace>
  <inkml:trace contextRef="#ctx0" brushRef="#br0" timeOffset="174551.97">24968 6916 192 0,'0'0'23'0,"0"0"-23"0,0 0-54 0,0 0 43 16,0 0-42-16</inkml:trace>
  <inkml:trace contextRef="#ctx0" brushRef="#br0" timeOffset="-150210.65">21890 2267 116 0,'0'0'282'0,"0"0"-243"0,0 0-21 0,0 0 71 16,0 0 6-16,0 0-12 16,0 0-25-16,-4 3 38 15,4-3-48-15,0 0 16 16,0 0-51-16,0 0 14 15,0 0-11-15,0 0 11 16,0 0 14-16,0 0-11 16,0 0-12-16,0 7-11 15,-2 4 1-15,0 5-3 0,-1-1-10 16,1-1 10 0,-1-3-10-16,1-5 10 0,2-4-3 15,-2-2 31-15,0-16-10 16,0-28 30-16,-3-21-51 15,3-18 15-15,2-6 8 16,0-9-6-16,0-2-19 16,11 0 13-16,7 6-13 15,0 13-1-15,0 13-6 0,-5 12 8 0,-4 24-6 32,-4 15 4-32,-5 11-6 0,0 6 14 15,0 0-10 1,-10 2 4-16,-14 20-1 0,-7 7 0 15,-7 1-5 1,0 3-7-16,7-2 12 0,4 1-15 16,3 2-70-1,6 2 5-15,9-4-93 0,9-3-321 16</inkml:trace>
  <inkml:trace contextRef="#ctx0" brushRef="#br0" timeOffset="-149562.52">22398 1471 204 0,'0'0'413'0,"0"0"-385"0,0 0 32 0,0 0 157 16,0 0-138 0,0 0-18-16,-62 17-26 15,62-16-5-15,0 6-26 0,0-5-6 16,16-2 11-16,11 0-9 16,10-10 21-16,1-16 1 15,0-9 8-15,-7-4-22 16,-13 2 19-16,-12 1-19 15,-6 10-8-15,-6 8 4 16,-27 10-6-16,-7 8 9 0,-3 0-5 16,3 20-2-1,7 12-7-15,8 11-20 16,12-2-59-16,8 1-51 16,5-6-307-16</inkml:trace>
  <inkml:trace contextRef="#ctx0" brushRef="#br0" timeOffset="-149233.29">22327 1730 826 0,'0'0'287'0,"0"0"-255"0,0 0 25 0,0 0-21 0,0 0-25 0,0 0-11 16,141-14-15 0,-106 11-96-16,-6-2-306 0</inkml:trace>
  <inkml:trace contextRef="#ctx0" brushRef="#br0" timeOffset="-148696.74">22902 983 410 0,'0'0'203'0,"0"0"-69"0,0 0 33 0,0 0-37 16,0 0-27-16,0 0-49 15,73 58 3-15,-21 12-2 16,-2 27-31-16,-2 20-14 15,-13 20-10-15,-1 7 2 0,-14 7-9 16,-18 11 0-16,-2 10-12 16,-33 8-7-1,-23-9 24-15,-6-18-32 0,1-31-47 16,5-40-127-16,14-35-561 16</inkml:trace>
  <inkml:trace contextRef="#ctx0" brushRef="#br0" timeOffset="-141121.5">23813 1445 135 0,'0'0'36'0,"0"0"-36"0,0 0 8 0,0 0 79 15,0 0 56-15,0 0-56 0,0 0-28 16,0-54 40-1,2 52-27-15,-2 1 59 0,2 1-22 16,-2 0-70 0,0 0 15-16,0 0-4 0,0 11-6 15,10 26-36-15,3 15 14 16,-5 16-20 0,8 3-2-16,-5 12-1 0,-4-1-2 15,0 4-4-15,-3-7-27 16,-1 3-19-16,3-8-40 15,-4-5-210-15,-2-19-201 16</inkml:trace>
  <inkml:trace contextRef="#ctx0" brushRef="#br0" timeOffset="-140803.45">23476 2348 243 0,'0'0'442'16,"0"0"-442"-1,0 0 0-15,0 0 0 0,121 90 53 16,-41-90 78-16,18-14-55 0,12-40 1 16,1-22-6-1,-2-24 22-15,-13-15-54 16,-19-6 14-16,-25 8-44 15,-29-4 12-15,-23 8-18 16,-7 6-6-16,-34 19 0 16,-15 17 3-16,-8 25-11 15,-1 24 28-15,-6 18-18 16,-3 4 2-16,10 36-2 0,-1 5-52 16,12 6-48-16,13-2-220 15</inkml:trace>
  <inkml:trace contextRef="#ctx0" brushRef="#br0" timeOffset="-140387.43">24201 2252 970 0,'0'0'89'15,"40"-120"-71"-15,-5 40-7 0,4 3 47 0,-1 7-20 16,-3 7-32-16,-6 15-3 16,-6 23 5-16,-10 8-2 15,-3 17-12-15,0 11 8 0,1 28-5 16,5 23 6 0,1 6-6-16,1 7-24 0,-5 1 6 15,-6 3-7 1,2-6-39-16,-9 2 36 0,0-16-164 0,0-18-26 15,0-19-180 1</inkml:trace>
  <inkml:trace contextRef="#ctx0" brushRef="#br0" timeOffset="-140191.19">24341 2039 1147 0,'0'0'121'0,"0"0"-114"16,0 0-14-16,0 0 7 0,0 0-4 15,0 0-3-15,149-10-27 16,-102-12-63-16,-5-10-126 16,-15-2-444-16</inkml:trace>
  <inkml:trace contextRef="#ctx0" brushRef="#br0" timeOffset="-140023.62">24564 1646 1074 0,'0'0'52'15,"0"0"-46"-15,76-104-6 16,-29 50 18-16,4 2-18 15,0-4-83-15,-7 8-247 16</inkml:trace>
  <inkml:trace contextRef="#ctx0" brushRef="#br0" timeOffset="-139091.15">25660 1955 903 0,'0'0'192'0,"0"0"-192"0,0 0 0 0,0 130 0 0,0-92 2 15,2 5-19-15,0 0-44 16,-2 5-35-16,0-7-171 16,-10-6-10-1</inkml:trace>
  <inkml:trace contextRef="#ctx0" brushRef="#br0" timeOffset="-138703.43">25462 2416 773 0,'0'0'192'0,"0"0"-168"16,0 0 4-16,152-32 106 15,-77-25-37-15,3-13-61 0,-2-10 14 16,-16-1-33 0,-18 12 10-16,-24 7-26 15,-16 10-1-15,-2 6 6 16,-10 10 3-16,-28 6-18 0,-12 13-2 15,-8 17 4-15,-4 0-14 16,2 30 16-16,8 14-17 16,10 0 2-16,13 0-20 15,23-5-32-15,6-9-13 16,25-12-46-16,27-10-99 16,16-8 60-16,3 0 73 0,4 0-11 15,-1 0 88-15,-7 0 20 16,-9 0 48-16,-14 4 87 15,-13 24-54-15,-10 6 10 16,-17 8 66-16,-4 4-16 16,0-2-107-16,-4-1-5 15,-5-6-28-15,2-4-2 16,2-11-86-16,3-14-383 16</inkml:trace>
  <inkml:trace contextRef="#ctx0" brushRef="#br0" timeOffset="-138538.78">26142 1814 1206 0,'0'0'154'0,"0"0"-154"0,0 0-105 0,0 0 64 0,0 0-76 0,0 0-277 16</inkml:trace>
  <inkml:trace contextRef="#ctx0" brushRef="#br0" timeOffset="-138104.69">26273 2224 607 0,'0'0'0'16,"0"0"0"-16,0 0 72 0,0 0 211 0,0 0-204 15,0 0-72 1,-9-123-14 0,26 53 11-16,4-3-4 0,8 6 5 15,0 0-4-15,0 7 4 16,-4 12 1-16,1 14-6 16,-10 12 5-16,-6 20-17 0,-2 2-2 15,-8 24 9-15,0 20 5 16,0 8 15-1,-16 4-15-15,-11-3-23 16,2-13 22-16,8-16-25 16,8-4 19-16,9-10-10 15,0 0 17-15,0 0 2 16,22 2 48-16,5 2-20 16,6 3 30-16,-2-4-24 15,0 7-29-15,-4 2-6 0,-6 6 7 16,-8 8-11-16,-7 0 13 15,4 3-20-15,-4-1-6 16,7-10-35-16,3 1-40 16,1-10-154-16,10-17 53 15,-6-2-214-15</inkml:trace>
  <inkml:trace contextRef="#ctx0" brushRef="#br0" timeOffset="-137923.56">26805 2130 795 0,'0'0'327'15,"0"0"-324"-15,0 0 4 16,0 0 24-16,2 114-15 16,14-62-16-16,9-4-19 15,10-4-56-15,5-13 20 16,3-10 32-16,-1-13-46 16,-6-6-20-16,-7-2-2 15,-2-2 19-15,-14-20-143 16</inkml:trace>
  <inkml:trace contextRef="#ctx0" brushRef="#br0" timeOffset="-137743.3">26830 2061 1048 0,'0'0'145'0,"0"0"-129"0,0 0-27 0,0 0 22 16,0 0-5-1,0 0-6-15,114-20-10 0,-99-6-154 16,-15-4-382 0</inkml:trace>
  <inkml:trace contextRef="#ctx0" brushRef="#br0" timeOffset="-137605.26">26892 1783 1237 0,'0'0'84'16,"0"0"-84"-16,0 0-11 15,0 0 4-15,0 0 14 16,139 0-14 0,-73 0-60-16,12-10-81 0,0-8-278 15</inkml:trace>
  <inkml:trace contextRef="#ctx0" brushRef="#br0" timeOffset="-137456.87">27543 1791 250 0,'0'0'589'0,"0"0"-583"15,-69 130 14-15,50-80-20 16,0 2 122-16,3 2-97 0,5 1-25 16,5-4-2-1,4-10-7-15,2-16-138 16,0-12-53-16,0-13-74 0</inkml:trace>
  <inkml:trace contextRef="#ctx0" brushRef="#br0" timeOffset="-137059.55">27180 1755 1241 0,'0'0'35'0,"0"0"-14"16,0 0-21 0,160-11 2-16,-80 11 9 15,1 0-11-15,6 4-17 16,-12 12-28-16,-13 4-24 0,-17 6-32 15,-18 13 9 1,-14 3 83-16,-2 4-1 0,-9 2 8 16,-2-4 2-16,5 2-16 0,4-2-133 15,6-10 25 1,3-5 73-16,11-16 18 16,5-10 33-16,1-3 25 15,5-18 108-15,1-23 44 16,-1-10-74-16,-7-8-77 0,-10 3-24 15,-17 2 0 1,-6 12 6-16,-20 16 41 0,-29 13 3 16,-13 13 36-16,-12 13-87 15,7 14 24-15,14 2-25 16,17-4-11-16,21-6-118 16,15-3-329-16</inkml:trace>
  <inkml:trace contextRef="#ctx0" brushRef="#br0" timeOffset="-136523.58">28849 2614 903 0,'0'0'305'0,"0"0"-305"0,0 0-5 16,0 0-4 0,0 0 18-16,0 0-15 0,8-94 6 15,9 84-45 1,-2 1-53-16,1-2-6 0,1 1-240 15</inkml:trace>
  <inkml:trace contextRef="#ctx0" brushRef="#br0" timeOffset="-136213.62">28802 2094 1072 0,'0'0'72'0,"0"0"-71"16,97-106-1-16,-29 67 84 15,5 1-54-15,12-13 34 0,2-8-31 16,-5-8 4-16,-15-13-33 16,-18-4 2-16,-24-9-6 15,-19 11 5-15,-6 10-5 0,-18 24 5 16,-33 22 14-1,-31 18-11-15,-21 8 12 16,-6 18-13-16,15 17 23 16,32 3-30-16,26 3-21 15,24 6-87-15,12-5-96 16,0-6-567-16</inkml:trace>
  <inkml:trace contextRef="#ctx0" brushRef="#br0" timeOffset="-104201.13">29876 2627 277 0,'0'0'49'0,"0"0"-43"0,0 0-4 0,0 0 3 0,0 0 8 16,0 0-26-16,0 0 29 16,26-17 8-16,-17 9-11 0,-5 1-13 15,-4 0-316-15</inkml:trace>
  <inkml:trace contextRef="#ctx0" brushRef="#br0" timeOffset="-103602.8">29949 2901 587 0,'0'0'228'0,"0"0"-159"15,38-142 51-15,-14 62-40 16,1-11-4 0,-3-1-70-16,-3-2 12 0,-9 4-6 15,3 17 0 1,-5 11 8-16,-2 23-19 0,-4 18 0 16,-2 13 13-16,0 8-28 15,3 32 23-15,7 33-12 0,0 17 6 16,5 12-6-1,3-2-6-15,6-20-17 0,3-8 20 16,2-22 6 0,0-19-21-16,2-23 47 0,5-11-22 15,9-45 40 1,8-26 17-16,0-24-25 0,-3-14-17 16,-11-9-19-1,-5 3 5-15,-10 18-15 0,-5 16 23 16,-2 30-28-16,-5 21-4 15,-10 20 10-15,4 20-23 16,1 1-35-16,5 14-170 16,1 18-106-16,-7 10-102 15</inkml:trace>
  <inkml:trace contextRef="#ctx0" brushRef="#br0" timeOffset="-103303.3">30744 2664 714 0,'0'0'393'0,"0"0"-365"0,-6-162-25 0,41 86 37 16,13-2 32-16,10 4-70 15,8 3 6-15,-3 19-2 16,-7 18-12-16,-12 22-2 15,-13 12-1-15,-4 25-28 16,-5 25 10-16,-7 19 14 0,4 9-15 16,-9 9 5-1,-7 9-44-15,-3-2 43 16,0 10-84-16,-15-10-122 16,-4-20-156-16,4-21 152 15,-3-23 204-15</inkml:trace>
  <inkml:trace contextRef="#ctx0" brushRef="#br0" timeOffset="-102885.56">30906 2458 885 0,'0'0'275'0,"0"0"-205"16,0 0-54-1,0 0 43-15,0 0-56 0,0 0 1 16,66 5-8-16,-3 10 7 15,10 3-24 1,5 2 0-16,-9-2-4 0,-2 2-32 16,-5 0 55-16,-2-2-28 15,3-2 21-15,3-3 1 16,6-7 0-16,6-2 6 16,2-4 4-16,0 0-18 15,3-17 33-15,-10-5-25 16,-9-10 16-16,-12-2 1 15,-10 0 0-15,-20-1 8 16,-15-3 7-16,-7-4-21 16,-13 1 16-16,-23 7 1 15,-13-1-25-15,-7 12 17 16,-8 5-17-16,-1 9 5 0,3 9 0 16,6 0-3-1,12 0-15-15,10 4 0 0,10 1-53 16,5-5-24-1,7 0-139-15,-7-19-84 0</inkml:trace>
  <inkml:trace contextRef="#ctx0" brushRef="#br0" timeOffset="-102673.46">31079 1600 17 0,'0'0'519'0,"0"0"-367"0,0 0 72 0,0 0-80 0,0 0-87 0,0 0-37 15,49-26 11-15,43 16-3 16,20 0-16-16,13 8-5 16,0 2-14-16,-15 0-223 15</inkml:trace>
  <inkml:trace contextRef="#ctx0" brushRef="#br0" timeOffset="-100692.6">21440 3914 256 0,'0'0'203'0,"0"0"-171"16,0 0 21-16,0 0 24 16,0 0-20-16,0 0-2 0,0 0 45 15,4 0-21-15,-4 0-5 16,0 0-59-16,0 0-5 15,2 0 7-15,4-4-17 16,2-14 7-16,8-7-2 16,4-4 0-16,5-7 0 15,8-4 3-15,7-5-8 16,7 4 2-16,4 0 10 16,0 9-24-16,-1 17 10 15,-2 2-1-15,-7 13-12 16,-6 0-7-16,-11 16 10 15,-6 28-23-15,-18 6 21 16,0 13 28-16,-31 6-19 0,-20 2 15 16,-12 5-2-1,-10 4 11-15,0-1 3 0,1-7 11 16,14-12-14-16,20-19-3 16,16-16-8-16,20-14-16 15,2-9-12-15,9 0 1 16,24 3 19-16,9 5 5 15,12 4 10-15,4 3 13 16,-2 4 17-16,-7 4-41 16,-7-4 17-16,-8 3-8 0,-3-4-26 15,-5-6-6 1,1-4-5-16,0-7-61 16,2-3-80-16,-5-6-213 15</inkml:trace>
  <inkml:trace contextRef="#ctx0" brushRef="#br0" timeOffset="-100273.41">22437 3717 290 0,'0'0'674'0,"0"0"-655"0,0 0 8 0,93-104 11 0,-65 73-14 16,-7-6 13-16,-5 3-1 15,-12 2-21-15,-4 1-13 16,-2 8 4-16,-23 5 4 0,-6 7 0 16,0 7 6-1,-3 4-1-15,-3 6-6 16,6 19-7-16,2 4-4 16,6 4-2-16,12 3-8 0,6 2-7 15,5-1-34-15,0 1-27 16,25-1-37-16,-1-6-145 15,-5-6-189 1</inkml:trace>
  <inkml:trace contextRef="#ctx0" brushRef="#br0" timeOffset="-100073.53">22298 3873 980 0,'0'0'36'0,"0"0"-26"15,135 5-6-15,-74-5-4 16,1 0-122 0,-6 0-207-16</inkml:trace>
  <inkml:trace contextRef="#ctx0" brushRef="#br0" timeOffset="-99487.83">23089 3402 510 0,'0'0'181'0,"0"0"-7"0,167 157-34 0,-98-77-21 15,-13 16-67 1,-13 5-2-16,-24-5-41 0,-19 2-1 15,-11 3-3-15,-45 4-1 16,-12 5-4-16,-9-3-28 16,4-12-78-16,6-21-292 15</inkml:trace>
  <inkml:trace contextRef="#ctx0" brushRef="#br0" timeOffset="-97671.43">24129 3866 826 0,'0'0'130'0,"0"0"-130"0,0 0-19 0,-38 126 5 0,32-76 26 16,2 3-12-16,-1-2 0 0,3-2-51 16,0-3-25-1,-6-6-85-15,0-8-113 16</inkml:trace>
  <inkml:trace contextRef="#ctx0" brushRef="#br0" timeOffset="-97362.88">23680 4653 648 0,'0'0'57'16,"0"0"-49"-16,0 0 30 15,116 31 114-15,-37-31-85 16,17-25-9-16,9-24-33 0,2-15 57 16,-4-16-57-16,-15-10 16 15,-12-5-30 1,-24 0-9-16,-23 7 0 0,-25 4 13 16,-4 6-30-16,-7 15 21 15,-35 13-12-15,-23 20 10 16,-20 23-16-16,-15 7 7 0,-7 12-9 15,9 28 11 1,11 6-43-16,18 2-64 0,23 10-122 16,19-2-130-1</inkml:trace>
  <inkml:trace contextRef="#ctx0" brushRef="#br0" timeOffset="-97073.57">24239 4646 5 0,'0'0'1083'16,"0"0"-1071"-16,44-158 12 0,-6 83-24 16,6 3 40-1,4 9-20-15,0 12-20 0,-3 16-14 16,-7 22 10-16,-5 13-50 15,-2 2 29-15,-4 34-36 16,2 14 52 0,0 12-21-16,-9 7-3 15,-6 5-51-15,-6 2 4 0,-5-2-44 16,-3-6-117 0,0-11-184-16</inkml:trace>
  <inkml:trace contextRef="#ctx0" brushRef="#br0" timeOffset="-96893.38">24548 4441 1137 0,'0'0'159'15,"0"0"-159"-15,0 0-16 16,0 0-7-16,0 0 14 0,0 0-72 15,110-28-29-15,-68 6-334 16</inkml:trace>
  <inkml:trace contextRef="#ctx0" brushRef="#br0" timeOffset="-96688.63">24854 4051 204 0,'0'0'940'0,"0"0"-940"16,100-142-55-16,-42 79 46 0,-5 3-149 16,-6 3-476-16</inkml:trace>
  <inkml:trace contextRef="#ctx0" brushRef="#br0" timeOffset="-95713.42">25687 4241 426 0,'0'0'116'0,"0"0"-78"0,-2 130-36 0,2-90-2 15,0-2 42-15,0 1-42 16,0-7 46-16,0-9-31 16,-2-5 83-1,-3-9-15-15,1-9 15 0,0 0-47 16,-6-6 34-1,-1-29-79-15,-1-10 1 0,6-13-7 16,2-11 17-16,4-9 1 16,0-6-12-16,6 3-5 15,23 8 11-15,7 10-24 16,7 11 11-16,3 14-6 16,3 9-13-16,1 10 10 0,-4 8-3 15,-6 11 26 1,-7 0-17-16,-8 27 21 0,-11 1-23 15,-14 4 6-15,0 5-6 16,-31 4-4-16,-19 3 10 16,-10 5 0-16,-7-4-25 0,3-2 4 15,4-5-104 1,6-9-222-16</inkml:trace>
  <inkml:trace contextRef="#ctx0" brushRef="#br0" timeOffset="-95413.6">25825 4496 852 0,'0'0'237'0,"0"0"-237"0,24-125-7 0,13 57 7 16,5-1 9-16,2 2-1 15,-6 10-8-15,-4 17-25 16,-11 14 21-16,-2 16-31 16,-5 10 22-16,-1 3-4 15,3 28 17-15,0 15 2 16,-2 11 14-16,-6 7-16 0,-3 2-5 16,-7 0 0-1,0-1-49-15,0-12-68 0,-15-12-116 16,1-19-133-16</inkml:trace>
  <inkml:trace contextRef="#ctx0" brushRef="#br0" timeOffset="-94643.51">25948 4221 772 0,'0'0'133'0,"0"0"-133"0,0 0 0 16,0 0 9-16,0 0 22 16,0 0-25-16,67-26-6 15,-38 16-19-15,4-2-107 16,-4 2 23-16,-2 4 9 16,-5 6 42-16,-4 0 25 15,-3 4 27-15,-1 24 17 16,1 14 40-16,1 11-12 0,-3 4-34 15,1 3-11 1,-3-4-24-16,-1-11-55 16,0-13 7-16,-3-16 65 15,-5-10 10-15,-2-6-10 0,0-10-25 16,0-22-259 0,-2-15 140-16,-5-4 151 0,7-6 145 15,0-7-138 1,11-2-5-16,20 0 2 0,4 7 24 15,1 12 47-15,0 14 105 16,-10 13-119-16,-3 17-16 16,-5 3 11-16,-9 9-39 15,-9 25 40-15,0 9-49 16,-5 7-8-16,-17-1-3 16,-5 0-9-16,0-11-16 15,6-4-7-15,2-7-24 16,11-10-13-16,8-5 26 15,0-10 21-15,4-2 25 16,19 0 33-16,10 0 4 16,-4 0-13-16,-2 4 20 15,-6 12-37-15,-7 4 1 0,-5-2 17 16,-5-5-12-16,3-6 72 16,-5-5 37-16,5-2-1 15,0-4-81-15,10-24 34 16,3-9-42-16,3-7-10 15,-4-4-21-15,6 0 2 16,-4 4-6-16,-1 9 17 16,-1 6-30-16,2 14 11 0,-6 11 0 15,1 4 1 1,-3 8 4-16,-4 26 22 0,7 11 6 16,-2 10-24-1,-4 1-4-15,-1 0-11 0,3 4-46 16,-6-7 18-16,-6-7-289 15,0-18-14 1</inkml:trace>
  <inkml:trace contextRef="#ctx0" brushRef="#br0" timeOffset="-94480.14">26659 4311 1100 0,'0'0'51'0,"0"0"-51"16,0 0-14-16,122 12 5 16,-59-12-30-16,1 0-96 15,-4-2-629-15</inkml:trace>
  <inkml:trace contextRef="#ctx0" brushRef="#br0" timeOffset="-93760.24">27727 3988 577 0,'0'0'428'0,"0"0"-385"0,0 0-17 0,0 0 61 15,0 0-44-15,0 0 38 16,168-6-76-16,-99 8 5 16,-7 10-10-16,-8 1-13 15,-14-4-77-15,-18-3-18 0,-11-6-13 16,-11 0-290-1,-8-10 39-15</inkml:trace>
  <inkml:trace contextRef="#ctx0" brushRef="#br0" timeOffset="-93543.39">27819 3970 265 0,'0'0'464'0,"0"0"-392"0,0 0-55 16,0 0 151-1,-17 134-106-15,38-79 19 0,8-1-57 16,0 4 2-1,-2-4-24-15,-9-6-2 0,-16-5 0 16,-2-7 4-16,-26-6 9 16,-30-9 8-16,-11-8-1 15,-8-12-8-15,-2-1-24 16,6-10 12-16,16-13-20 16,13-2-49-16,21 2-21 15,21 4 34-15,7 1-243 16,36-3-241-16</inkml:trace>
  <inkml:trace contextRef="#ctx0" brushRef="#br0" timeOffset="-93263.49">27980 4335 230 0,'0'0'137'15,"0"0"74"-15,0 0-15 16,0 0-22-16,0 0-94 0,31 108-79 15,-18-75 28 1,8-3-14-16,2-4-24 0,11-2 22 16,4-10-25-1,4-6 12-15,3-8 0 0,2 0 1 16,0-21 2 0,-1-14 39-16,-10-9-34 0,-7-6-8 15,-11 1-10-15,-9 2-56 16,-7 6-153-16,-2 13-137 15</inkml:trace>
  <inkml:trace contextRef="#ctx0" brushRef="#br0" timeOffset="-92893.42">28494 4556 715 0,'0'0'16'0,"0"0"-14"16,58-127 81-16,-44 97 29 15,-5 13-95-15,-5 6-17 16,-4 11 2-16,0 0-5 16,0 24-120-16,4 13 123 0,1 7 1 15,4 0-1 1,8-3-16-16,4-4-13 0,0-9 28 15,4-12 2 1,0-5 16-16,0-11 11 0,6-3 86 16,2-31-48-1,3-15-24-15,-3-12 5 16,-2-9-34-16,0 1-13 0,-2 3-19 16,5 6 14-1,-5 14-22-15,-9 15 11 0,-7 20 9 16,-11 11-20-16,-2 6-208 15,0 21 49-15,2 10-122 16</inkml:trace>
  <inkml:trace contextRef="#ctx0" brushRef="#br0" timeOffset="-92681.79">29348 4269 572 0,'0'0'323'15,"0"0"-285"-15,0 0 31 16,0 0-11-16,0 0 38 16,0 113-89-16,-16-61-3 15,-4 2-8-15,2-3 11 16,3 0-14-16,-3-7-63 16,7-11-47-16,-1-12-220 15,1-21-217-15</inkml:trace>
  <inkml:trace contextRef="#ctx0" brushRef="#br0" timeOffset="-92483.55">28962 4195 1205 0,'0'0'30'0,"0"0"-30"15,0 0-22-15,0 0 11 16,0 0 22-16,120 90-22 15,-57-62-2-15,1 0-103 16,2-2 24-16,-4 5-168 16,-9 0 53-16,-8 3-159 15</inkml:trace>
  <inkml:trace contextRef="#ctx0" brushRef="#br0" timeOffset="-92261.61">29508 4560 98 0,'0'0'216'0,"0"0"-7"16,0 0-58-1,0 0-43-15,0 0 42 16,0 0-76-16,83-38-4 0,-50-2 6 15,0-3 10-15,1 5-61 16,-1 6-5-16,-2 4-20 0,-2 10-5 16,-2 10 2-1,-2 8-44-15,0 6 46 16,-2 24-23-16,0 12 6 16,1 4 19-16,-8 7-2 15,-7 1-12-15,-9 0-32 16,0-4-57-16,0-10-28 15,-2-10-15-15,-16-14 47 16,-5-14-36-16</inkml:trace>
  <inkml:trace contextRef="#ctx0" brushRef="#br0" timeOffset="-92063.38">29564 4409 1170 0,'0'0'27'0,"0"0"-27"16,0 0 0-16,0 0 20 15,0 0 2-15,0 0-44 0,108 40-4 16,-54-40-61 0,-2 0-83-16,-8 0-396 0</inkml:trace>
  <inkml:trace contextRef="#ctx0" brushRef="#br0" timeOffset="-91512.4">30108 4296 638 0,'0'0'267'0,"0"0"-124"16,0 0-37-16,0 0-31 15,0 0-35-15,0 0-5 0,-16 113-35 16,7-70 9 0,-5-2-20-16,1-2 19 0,-5-7-19 15,5-10-9-15,2-8 5 0,2-10 8 16,4-4 3-1,3-14-8-15,2-24-24 0,0-16 13 16,13-9-17 0,14-1 38-16,16 2-59 0,-1 6 44 15,0 10 6 1,1 18 5-16,-14 13 12 0,-7 15 16 16,-11 0 18-1,-4 28-7-15,-7 9 4 0,0 7-32 16,0 2-2-1,-15 0 14-15,1-6-24 0,11-6 14 16,3-10-14-16,0-3-3 16,17-3 10-16,-2-3 5 15,3 2 0-15,-5-3 36 16,1 2-40-16,-8 2 33 16,3 4-32-16,-5 4 7 15,-2 3-9-15,-2 0-32 16,0-1 6-16,2-2-56 15,8-9-111-15,5-4-503 16</inkml:trace>
  <inkml:trace contextRef="#ctx0" brushRef="#br0" timeOffset="-91161.81">30646 4917 810 0,'0'0'156'0,"0"0"-115"16,0 0 9-16,0 0 64 16,0 0-77-16,0 0-36 15,27-103-1-15,5 86-4 16,5 0 1-16,8 1-58 16,4-1-29-16,0-8-103 15,0 1-60-15,-6-10 46 0</inkml:trace>
  <inkml:trace contextRef="#ctx0" brushRef="#br0" timeOffset="-91063.56">31070 4369 835 0,'0'0'124'16,"0"0"-124"-16,0 0 1 16,-9-124-7-16,9 96-47 0,0 7-228 15</inkml:trace>
  <inkml:trace contextRef="#ctx0" brushRef="#br0" timeOffset="-90453.44">30894 4241 784 0,'0'0'142'0,"0"0"-130"15,0 0 42-15,0 0 52 0,0 0-46 16,0 0-47-16,58-59 11 0,-25 48-23 16,12 1 31-1,8-5-14-15,7 0-31 0,0-9 20 16,5-5-14 0,-9-5-9-16,-7-3 1 0,-7-6 1 15,-11 3-29 1,-12-11 38-16,-13-5 10 0,-6-5-21 15,-14 3 21-15,-28 9-5 16,-9 19 30-16,-18 24 17 16,-11 6-34-16,-3 26 7 15,9 19-12-15,15 10-8 16,12 8-33-16,20-5-167 16,14-2-275-16</inkml:trace>
  <inkml:trace contextRef="#ctx0" brushRef="#br0" timeOffset="-89731.06">30595 4834 355 0,'0'0'376'0,"0"0"-275"0,0 0 29 0,0 0-21 0,0 0-49 16,-131-28-24-1,100 28-27-15,13 0-7 0,16 0-2 16,2-8-79 0,7-18-720-16</inkml:trace>
  <inkml:trace contextRef="#ctx0" brushRef="#br0" timeOffset="-84319.85">31594 5123 583 0,'0'0'401'0,"0"0"-335"0,0 0-28 0,0-112 53 0,24 36-50 16,12-18 15-16,10-13-46 15,-3-10 31-15,-3 2-30 16,2-1 6-16,-6 11-17 16,0 13-2-16,-5 12-1 15,-4 19 6-15,-8 20-15 16,-5 18 10-16,-7 21-4 15,1 4-16-15,-3 38 6 16,6 23 9-16,-2 23 3 16,2 16-49-16,-2 8-23 15,0 3-3-15,2-9 23 16,1-20-5-16,5-28 20 0,3-18 41 16,5-30 0-1,6-8 101-15,7-50 22 16,6-27-38-16,5-30-34 0,-2-26-47 0,-4-9 15 15,-8-14-6 1,-2-4-26-16,1 14-6 16,-7 20 7-16,-3 36-19 15,-6 38 14-15,-11 24-3 16,2 24-22-16,-3 4-86 16,1 35-298-16,-3 14-56 15</inkml:trace>
  <inkml:trace contextRef="#ctx0" brushRef="#br0" timeOffset="-83919.14">32418 4877 982 0,'0'0'59'0,"0"0"-13"0,0 0 62 0,0 0-50 0,69-113-57 15,-17 39 31-15,-4-2-24 16,-6 5 0 0,-5 10-1-16,-8 14-14 0,-12 21 4 15,-3 15-4-15,-14 11 6 16,0 7-23-16,0 36 24 15,-6 19 0-15,2 18-2 16,4 3 9-16,0 5-14 16,0-1-35-16,8-4-28 15,-4-7-31-15,-2-12 8 16,-2-12-49-16,0-16-65 16,-2-11-59-16</inkml:trace>
  <inkml:trace contextRef="#ctx0" brushRef="#br0" timeOffset="-83543.51">32496 4716 879 0,'0'0'229'0,"0"0"-229"15,0 0 0-15,0 0 67 0,0 0-62 16,147-12-10-1,-98 12-39-15,2 0-20 0,-4 16-9 16,-3 6-25 0,4 6-4-16,-11 5 57 15,12-4 30-15,4-1 22 16,8-3-10-16,-1-7 6 16,-2-8 2-16,-9-9-4 15,2-1 97-15,-8-4-10 16,-1-24 7-16,-9-13 12 0,-8-3-69 15,-10-5 2-15,-15-1-38 16,0 2 14-16,-13 4-7 16,-25 8-9-16,-9 12 8 15,-3 13-8-15,-2 11 11 16,5 0-6-16,13 7 2 16,11 5 0-16,-2 1-14 15,5 4-76-15,-1-3-62 16,2-6-329-16</inkml:trace>
  <inkml:trace contextRef="#ctx0" brushRef="#br0" timeOffset="-83202.69">32518 3964 181 0,'0'0'791'0,"0"0"-721"0,0 0 76 0,152 62-15 0,-61-34-69 16,25 2-16 0,9-4-46-16,-6 1-12 0,-9-3-84 15,-29-6-72 1,-33-5-452-16</inkml:trace>
  <inkml:trace contextRef="#ctx0" brushRef="#br0" timeOffset="-58673.65">21583 6025 777 0,'0'0'72'0,"0"0"-55"0,0 0 11 0,0 0-17 0,0 0 10 16,0 0 71 0,87-103-75-16,-58 92 43 15,0 5-56-15,-3 6 15 16,1 0-11-16,2 0-6 16,-4 17-2-16,-5 4-4 15,-7 2-2-15,-2 0 12 16,-6 2-14-16,-5-1 20 15,0-2-14-15,-5 2 4 0,-15 1-2 16,2-6 0-16,5-7-2 16,4-6 0-16,9-6-22 15,0 0 0-15,13 0-53 16,23 0 74-16,16 0-38 16,6 0 35-16,4 0-27 15,-4 7 23-15,-7 7-6 16,-18 7-33-16,-8 1 43 15,-17 0 12-15,-8 6 2 0,-2 3 42 16,-33 2 28 0,-17 6-39-16,-10 1 21 0,-7-4-28 15,4-8-9-15,7-10-8 16,8-9-8-16,5-9-14 16,9 0-3-16,9 0-39 15,5 0-99-15,7-2-303 16</inkml:trace>
  <inkml:trace contextRef="#ctx0" brushRef="#br0" timeOffset="-58221.02">22661 5865 411 0,'0'0'132'0,"0"0"-123"0,0 0 35 0,105-124 17 15,-97 90 54-15,-8-2 53 0,0 7-94 16,-15 5-7-16,-16 9 5 16,-7 4 4-16,-5 11-64 15,6 0-5-15,6 0-3 16,10 22-8-16,8 6-5 15,7 1-15-15,6 0-8 16,0-4-56-16,11-3 33 16,13-2-91-16,-5 2-210 15</inkml:trace>
  <inkml:trace contextRef="#ctx0" brushRef="#br0" timeOffset="-58007.53">22463 6022 726 0,'0'0'101'16,"0"0"-74"-16,0 0 48 15,132 0-75-15,-103-5-219 16,-8 5-258-16</inkml:trace>
  <inkml:trace contextRef="#ctx0" brushRef="#br0" timeOffset="-57268.61">23239 5541 584 0,'0'0'329'0,"0"0"-329"16,0 0 13-16,0 0 81 0,71 106 22 15,-32-42-50-15,-1 17-55 0,-9 8 28 16,-6 8-36 0,-15-6 18-16,-8 1-20 15,-17 3 5-15,-37 3-6 0,-12-2-15 16,-5-4-17-1,1-15-110-15,15-21-256 0</inkml:trace>
  <inkml:trace contextRef="#ctx0" brushRef="#br0" timeOffset="-55793.08">24067 5897 607 0,'0'0'177'0,"-51"109"-83"0,33-51-50 0,3-3 15 16,7-1 0-16,8 3-59 15,0-3 15-15,0 6-12 16,8-6-6-16,5 1-92 16,3-3-135-16,-5-6-12 15</inkml:trace>
  <inkml:trace contextRef="#ctx0" brushRef="#br0" timeOffset="-55443.28">23630 6742 312 0,'0'0'674'0,"0"0"-644"15,0 0-1-15,183 7 72 16,-69-45-16-16,21-22-41 16,10-24 7-16,3-18-43 15,-15-13 38-15,-15-7-45 16,-28-2 3-16,-30-2-4 16,-29 3-17-16,-22 2 5 15,-9 10-51-15,-25 18 58 0,-30 19-1 16,-26 24-5-16,-10 24 22 15,-13 26-3-15,-4 4-8 16,6 42-1-16,8 14-18 16,14 6-17-16,22 1 2 15,22-1-90-15,26-2-34 16,10 0-146-16,6 0 15 16</inkml:trace>
  <inkml:trace contextRef="#ctx0" brushRef="#br0" timeOffset="-55193.54">24444 6418 576 0,'0'0'112'16,"0"0"-101"-16,-4 113-10 15,25-75 77-15,22-4 38 0,12-6-98 16,5-6 5 0,8-3-22-16,-4-7-2 0,-3-10-78 15,-6-2-70 1,-8 0-54-16,-14-13-38 16</inkml:trace>
  <inkml:trace contextRef="#ctx0" brushRef="#br0" timeOffset="-55011.94">24673 6370 1011 0,'0'0'26'15,"0"0"-26"-15,0 0-2 16,0 0 2-16,0 0 0 0,0 0-106 15,91-36-399-15</inkml:trace>
  <inkml:trace contextRef="#ctx0" brushRef="#br0" timeOffset="-54857.38">24706 6136 1193 0,'0'0'0'15,"0"0"-26"-15,0 0 26 16,0 0-3-16,158-20 3 0,-90 0-29 16,-1-3-163-1,-3 2-181-15</inkml:trace>
  <inkml:trace contextRef="#ctx0" brushRef="#br0" timeOffset="-54729.23">25257 6161 211 0,'0'0'534'0,"-23"111"-445"15,2-49-55-15,2-2-1 16,1-4 9-16,5-5-42 16,5-17-71-16,3-18-265 15</inkml:trace>
  <inkml:trace contextRef="#ctx0" brushRef="#br0" timeOffset="-54543.66">25207 5936 494 0,'0'0'752'0,"0"0"-752"16,0 0-81-16,0 0 4 16,0 0-67-16,0 0-324 15</inkml:trace>
  <inkml:trace contextRef="#ctx0" brushRef="#br0" timeOffset="-54308.76">25701 6086 965 0,'0'0'90'0,"0"0"-79"15,0 0 79-15,-45 110-39 0,9-58-21 16,-1 9-25-16,-2 0-3 0,6 4-4 16,-1-6 14-1,3-2-32-15,6-17-2 16,6-8-3-16,1-20-112 16,0-12-81-16,2-20-370 15</inkml:trace>
  <inkml:trace contextRef="#ctx0" brushRef="#br0" timeOffset="-54128.65">25452 6130 1196 0,'0'0'4'0,"0"0"38"16,0 0-31-16,37 110 21 15,-20-59-25-15,6-1-14 16,4 7 4-16,2 2-51 15,0-5-86-15,-2-6-256 16,-4-8-236-16</inkml:trace>
  <inkml:trace contextRef="#ctx0" brushRef="#br0" timeOffset="-53860.73">25803 6679 1036 0,'0'0'84'16,"0"0"-63"-16,46-137-12 15,-15 76 38 1,6-3-33-16,1 0 1 0,6 5-15 16,1 5-24-16,-5 14 4 0,-5 18-13 15,-10 16 16 1,-8 6-61-16,-5 22 73 16,-6 22 10-16,-4 10 9 15,-2 7-14-15,0 0 0 16,0 0-5-16,3-1-4 15,-3-9 7-15,2-6-43 0,-2-10 29 16,0-16-269 0,-7-9-55-16</inkml:trace>
  <inkml:trace contextRef="#ctx0" brushRef="#br0" timeOffset="-53313.34">25976 6377 1010 0,'0'0'136'16,"0"0"-136"-16,0 0-8 0,0 0 8 15,0 0 10 1,0 0-10-16,97-50-40 0,-76 34-53 16,6 5-144-1,-6 5-19-15,-8 4-35 0,-2 2 291 16,-6 2 105-16,-3 18 181 15,-2 13-60-15,0 2-62 16,2 8-99-16,2-1-22 16,3-2-23-1,-1-5-16-15,2-8-8 0,-6-10 1 16,-2-8-7-16,0-7 7 16,0-2-4-16,0-13 4 15,0-24-84-15,0-16 25 16,13 0 7-16,16-10 45 15,14 7-9-15,14-2 9 16,13 4-11-16,5 10 20 0,-4 14-68 16,-17 17 42-16,-28 13 2 15,-21 17 25-15,-5 23 50 16,-11 10-43-16,-20 4-7 16,-5 3-49-16,3-4 41 15,6-11-14-15,9-11-16 16,11-7 26-16,7-8 12 15,0-4 8-15,21 5 43 16,3-5 82-16,5 3-77 16,-5 1 27-16,-3-4-40 15,-8 6 58-15,-9-4-77 0,-4 6-13 16,0-4-11 0,0-3-86-16,0-7-398 0</inkml:trace>
  <inkml:trace contextRef="#ctx0" brushRef="#br0" timeOffset="-51978.75">27521 6519 714 0,'0'0'278'0,"17"115"-243"0,-5-50-35 15,7-3 0-15,6-4 18 16,-2-4 44-16,-2-7-35 16,2-8-16-16,-7-16-9 15,-5-13 9-15,5-10-15 16,1-20 4-16,8-35-2 0,2-22-5 16,-1-20 0-1,-2-15 5-15,-1-12 4 0,-1-11-3 16,-1-5 13-16,-2 10-20 15,-1 6 21-15,-3 15 3 16,4 19 16-16,-4 11-5 16,5 14 3-16,3 12-6 15,1 9 40-15,2 10-58 16,8 6 20-16,11 2-20 16,17 6 6-16,21 4-12 15,21 6 2-15,12 9-2 0,11 1 0 16,2 0-4-1,0 11-39-15,-11 5 19 0,-20 4-65 16,-28 0-36-16,-30 2-474 16</inkml:trace>
  <inkml:trace contextRef="#ctx0" brushRef="#br0" timeOffset="-50099.78">29855 6635 843 0,'0'0'193'0,"0"0"-171"0,-26 143 40 16,12-87-21-16,1 0-6 15,0-4-16-15,4-2-9 0,0-6-7 16,2-12-3-16,3-6-22 16,4-14-104-16,0-12-241 15</inkml:trace>
  <inkml:trace contextRef="#ctx0" brushRef="#br0" timeOffset="-49913.13">29711 6364 1127 0,'0'0'222'0,"0"0"-222"15,0 0-1 1,0 0 1-16,0 0 10 0,0 0-10 16,150-20-70-1,-96 17-135-15,-6 3-571 0</inkml:trace>
  <inkml:trace contextRef="#ctx0" brushRef="#br0" timeOffset="-49552.11">30420 6702 607 0,'0'0'96'15,"0"0"40"1,0 0 4-16,0 0-94 0,0 0 13 16,0 0-2-16,-96-23-10 15,59 46-38-15,2 10 19 16,4 14-14-16,6 7 24 0,8 6-30 15,3 4 7 1,14-6-15-16,0-2 5 16,0-6-13-16,25-11 14 15,6-8-17-15,4-8-15 16,4-11 21-16,1-12-34 16,-1 0-1-16,0-20-63 0,-11-21-98 15,-14-9-318 1</inkml:trace>
  <inkml:trace contextRef="#ctx0" brushRef="#br0" timeOffset="-49349.51">30462 6910 1026 0,'0'0'128'0,"0"0"-82"15,0 0-12-15,0 0 36 16,0 0-42-16,0 0-4 16,37 118-22-16,-25-92 11 15,-3 0-11-15,-3-6-4 0,1 0-28 16,0 4-29-16,-1-9 17 15,-1-3-39-15,-1-6-33 16,3-1-107 0,0-5 19-16,6 0 47 0,0 0-147 15</inkml:trace>
  <inkml:trace contextRef="#ctx0" brushRef="#br0" timeOffset="-49095.72">30713 7086 325 0,'0'0'386'16,"0"0"-372"-1,0 0 230-15,0 0-67 16,0 0-121-16,4 121-39 16,10-87-6-16,4-6-22 15,6-9 20-15,5-8-24 16,5-11 28-16,3 0-13 16,8-14 6-16,2-18 11 15,2-8 10-15,-5-9-22 0,-9-5 29 16,-14-6-33-16,-7 0 14 15,-10 4-15-15,1 10-9 16,-5 17-25-16,0 16-21 16,0 13-38-16,0 10-146 15,-15 24-406-15</inkml:trace>
  <inkml:trace contextRef="#ctx0" brushRef="#br0" timeOffset="-48863.16">31070 7253 861 0,'0'0'116'16,"0"0"-109"-16,0 0 132 15,116-109-61-15,-70 64-55 0,4-4-23 16,-6 9 3-16,-6 10-11 16,-12 11 21-16,-1 19-26 15,-7 0 14-15,-2 21-4 16,0 23-4-16,1 10 2 15,-5 8-24-15,-6 0 2 16,-6 1-34-16,0-2-53 16,0-7-115-16,-20-5-84 15</inkml:trace>
  <inkml:trace contextRef="#ctx0" brushRef="#br0" timeOffset="-48583.32">31278 7128 943 0,'0'0'235'15,"0"0"-220"-15,0 0-15 16,0 0 9-16,0 0 19 16,0 0-28-16,106 0-1 15,-64 0-43-15,3 4 30 0,-3 17-8 16,3 3-59-16,-9 8 75 15,-3 8 6 1,-2-1 1-16,-4 1 10 0,0-3-22 16,-10-1 1-1,-1-6-8-15,-11-2-50 0,-5-8-191 16,0-10-21-16</inkml:trace>
  <inkml:trace contextRef="#ctx0" brushRef="#br0" timeOffset="-48415.64">31785 6834 1279 0,'0'0'16'0,"0"0"-16"0,0 0-12 16,0 0-26-1,0 0-131-15,0 0-478 0</inkml:trace>
  <inkml:trace contextRef="#ctx0" brushRef="#br0" timeOffset="-48068.03">32119 7104 89 0,'0'0'638'15,"0"0"-618"-15,0 0 23 16,0 0 202-1,-29-101-134-15,25 90-55 16,0 11-33-16,-6 0 46 16,8 7-43-16,-4 20-19 15,3 7-7-15,3 10 0 16,0-4 0-16,0 8-4 0,11-2-4 16,12 1 12-16,1-1-15 15,5-2-10-15,3-2 14 16,1-4-27-16,-4-1 24 15,-9-5-14-15,-7-9-1 16,-13 2 17-16,-2-11 8 16,-40-4 24-16,-18-9-21 15,-8-1-3-15,2 0-12 0,5 0-8 16,11 0-88 0,7 0-165-16,16 0-312 0</inkml:trace>
  <inkml:trace contextRef="#ctx0" brushRef="#br0" timeOffset="26537.64">23027 7854 464 0,'0'0'115'0,"0"0"-96"0,0 0-18 16,0 0 55-16,0 0 48 15,0 0-75-15,0 0 16 0,0 0 19 16,0 0-11-1,77-76-34-15,-67 72-10 0,1 4-6 16,-3 0 10-16,8 0-3 16,-5 8-7-16,5 13 5 15,-7-4-8-15,-7 6 2 16,2-2-2-16,-4 1 0 16,0 6-7-16,-4-4 8 15,-5-5-11-15,2-5 10 16,5-4-6-16,2-5-30 15,0 0-3-15,0-3-38 16,16-1 25-16,7 4 30 16,-2-3 20-16,2 10-6 15,-1 1 16-15,-2 6 46 16,-4 7-51-16,-10 0 41 16,3 6-6-16,-9 0-10 15,0 0 0-15,-9 6-8 0,-20 0 22 16,-17 0-40-16,-8-3 23 15,-2-5-23-15,-2-8 8 16,2-10-6-16,8-6 1 16,7-6-5-16,6 0-7 15,8 0-29-15,12-6-122 16,2-4-304-16</inkml:trace>
  <inkml:trace contextRef="#ctx0" brushRef="#br0" timeOffset="27170.57">23488 8285 706 0,'0'0'216'0,"0"0"-200"0,0 0-9 0,0 0-1 0,0 0-2 16,0 0-4-1,-12-22-20-15,12 22 20 16,0 0 15-16,0 0 12 16,0 0-21-16,0 0-10 15,0 12 4-15,0-2-96 16,0-6-242-16</inkml:trace>
  <inkml:trace contextRef="#ctx0" brushRef="#br0" timeOffset="27769.67">24234 8462 179 0,'0'0'249'0,"0"0"-200"0,0 0 5 0,0 0 51 16,0 0 75-16,0 0-55 0,-16 22-71 15,16-22 9 1,-2 0-33-16,-4 0 29 0,-1-18-56 0,-4-14 17 15,0-10-12 1,6-10-14-16,5-9 10 16,0-5-6-16,0 4 2 15,7 2-14-15,2 7 9 0,0 8-10 16,-7 9-8 0,-2 7-26-16,0 11 41 15,0 7-6-15,-20 11-1 16,-9 0 13-16,-7 5 2 0,-6 22 7 15,-1 0-6-15,10 1 7 16,8-1-8-16,12-4-29 16,7 0-266-16,4-1-212 15</inkml:trace>
  <inkml:trace contextRef="#ctx0" brushRef="#br0" timeOffset="28885.14">24802 7579 272 0,'0'0'292'0,"0"0"-197"0,103 139-68 0,-54-79 163 15,2 9-50 1,1 2-32-16,-12 16-94 0,-16 3 9 16,-19 6-9-1,-5 9 12-15,-43 11-24 0,-20 2 0 16,-8 1-2-16,2-15-32 15,9-19-6-15,9-14-84 16,11-25-164-16,11-25-435 16</inkml:trace>
  <inkml:trace contextRef="#ctx0" brushRef="#br0" timeOffset="29868.41">25845 8608 297 0,'0'0'221'0,"0"0"-161"0,0 0-42 0,0 0 111 0,-40 113-2 16,40-97-38-16,0-6-65 15,0 0 21-15,0-6-14 16,0-4 15-16,0 0-30 16,0 0-12-16,4-17 25 0,9-27-5 15,6-24 22 1,-1-15-45-16,-7-10 27 15,-5-6-27-15,1 4 21 16,2-6-3-16,4 11-7 16,5 7 15-16,4 12-9 15,9 8 37-15,6 6-40 0,13 4 13 16,10 9-24 0,9 5 2-16,7 22-4 15,9 6-4-15,2 11-3 0,-3 0-28 16,-5 16-2-16,-12 11-72 15,-18 4 10-15,-18 11-86 16,-20-3-203-16</inkml:trace>
  <inkml:trace contextRef="#ctx0" brushRef="#br0" timeOffset="30097.15">26007 8432 280 0,'0'0'276'0,"0"0"-276"16,0 0-185-16,0 0 134 0,0 0-32 15</inkml:trace>
  <inkml:trace contextRef="#ctx0" brushRef="#br0" timeOffset="30428.74">26250 8815 640 0,'0'0'179'15,"0"0"-176"-15,0 0 18 16,0 0 129-16,0 0-91 0,141-134-49 16,-103 84-5-1,-5 7-10-15,-4 9-37 16,0 10 18-16,-6 12-45 0,-1 12-84 15,-5 0 64-15,0 10 40 16,-5 18 34-16,-1 10 30 16,3 6-12-16,-5 6 1 15,-7 5-6-15,-2-1 2 16,0-4-14-16,0-8 11 16,0-10-143-16,0-12-120 15</inkml:trace>
  <inkml:trace contextRef="#ctx0" brushRef="#br0" timeOffset="30646.62">26447 8620 875 0,'0'0'136'0,"0"0"-129"16,0 0-14-16,0 0 2 16,140 4-74-16,-113-4-241 15</inkml:trace>
  <inkml:trace contextRef="#ctx0" brushRef="#br0" timeOffset="31084.68">25732 8342 970 0,'0'0'28'0,"0"0"-19"0,0 0 29 0,115 0 48 16,-53 4-29-16,5 0-52 16,1-3-10-16,-4 2-13 15,-8-3-123-15,-10 0-389 16</inkml:trace>
  <inkml:trace contextRef="#ctx0" brushRef="#br0" timeOffset="31546.57">27345 8462 718 0,'0'0'163'0,"0"0"-103"0,0 104 58 16,-21-44 6-1,0 8-77-15,-4 1-35 16,5-8-12-16,1-10 14 0,9-11-38 16,3-14 17-16,5-12-27 15,0-14-49-15,-8 0-9 16,-3-29-178-16</inkml:trace>
  <inkml:trace contextRef="#ctx0" brushRef="#br0" timeOffset="31968.25">26939 8432 628 0,'0'0'387'15,"0"0"-387"-15,0 0 14 16,0 0 27-16,163 12 48 16,-85-2-62-16,2-2-27 15,0 0-4-15,-6 0-20 16,-19 4-65-16,-15 5 34 15,-15 6-36-15,-12 5 68 16,-4 7 23-16,2 4 6 16,0 4 16-16,3 0 8 15,6 0-20-15,4-3-8 16,7-9 0-16,8-4 7 16,1-7 13-16,2-10-12 15,-2-8 51-15,-4-2-47 0,-5-9 27 16,-6-18-3-16,-1-9-19 15,-13-2-17-15,-8-2 5 16,-3 6 6-16,-12 2-9 16,-22 3-8-16,-8 9 8 15,0 7-9-15,2 8-23 16,9 5 2-16,9 0-23 16,8 12-20-16,5 6-6 15,9 4-118-15,0 0-19 0,0-1-50 16,13-3 52-16</inkml:trace>
  <inkml:trace contextRef="#ctx0" brushRef="#br0" timeOffset="32517.07">27920 8811 145 0,'0'0'181'0,"0"0"-9"0,0 0-25 16,0 0 65-16,0 0-119 15,0 0-75-15,-14-32-7 16,14 4 12-16,0-5-12 15,2 0 27-15,23-6-17 16,4 3 21-16,-2 6-34 0,-8 10 25 16,-5 14-27-1,-7 6-6-15,-1 0-1 0,-4 26 1 16,-2 8 1 0,0 6 3-16,0-3-1 0,0-6 4 15,0-4-14-15,2-2 4 16,14-11-1-16,9 3-16 15,4-5-7 1,7-4 19-16,-1-4 3 0,-6-1-12 16,2 0 13-16,-8 0 1 0,-10 6-28 15,-1 1 7 1,-8 4-3-16,5 0 27 16,-3 0 1-16,6-1 2 15,-4-7 26-15,-1-3-21 0,-3-3 34 16,5 0 9-1,3 0 2-15,0-8-25 0,13-12-1 16,-2-4-27 0,4 0 0-16,6-2-2 15,5 0 11-15,4 8-18 0,-2 10 22 16,-4 6-26-16,-7 2 17 16,-4 4-9-1,-8 15 6-15,-1 8-2 0,-3 1 1 16,-5 5-25-16,-3 6 24 15,-5 3-13-15,0 0 11 16,0-2-40-16,0-8 1 16,0-6-90-16,-5-11-283 15</inkml:trace>
  <inkml:trace contextRef="#ctx0" brushRef="#br0" timeOffset="32698.92">28588 8819 851 0,'0'0'351'0,"0"0"-351"0,0 0-78 0,0 0 46 0,0 0 25 16,0 0-59-16,120 40-263 15,-80-64-190-15</inkml:trace>
  <inkml:trace contextRef="#ctx0" brushRef="#br0" timeOffset="33166.67">28938 8704 603 0,'0'0'329'15,"0"0"-271"-15,0 0-37 16,0 0-20-16,9 127 25 16,-3-99-24-16,-2-2-2 15,-1-6-3-15,-3-4 3 16,0-5-10-16,0-4 20 15,-11-5-1-15,4-2 2 16,5 0-22-16,2-12 5 16,0-8-10-16,9-7 14 15,13 0 2-15,0-3 1 16,0 0 4-16,-1 4 3 16,-6 10-1-16,-5 6 42 15,0 10-14-15,-1 0 0 0,3 15-17 16,-4 22 7-16,-3 6-14 15,-5 8-7-15,0-5-4 16,2-6 10 0,12-5-20-16,5-3 5 0,12-6 2 15,3-6-20-15,4-8 23 16,2-6-15-16,-2-5-18 16,-3-1-19-16,-8 0-11 15,-9 0 25-15,-11 0-101 16,-5 0 10-16,-2 0 54 15,0 0 34-15,0 6 41 16,0 3 30-16,0 1 37 16,0 2-42-16,0-2 56 15,0-2-60-15,0-1-21 0,0-4-125 16,0-3-213-16</inkml:trace>
  <inkml:trace contextRef="#ctx0" brushRef="#br0" timeOffset="181406.3">23906 9829 444 0,'0'0'106'0,"0"0"-86"0,0 0 43 15,0 0 101-15,0 0-53 16,0 0-32-16,0 0-51 16,77-17 39-16,-46 15-18 15,2 2-2-15,7 0-30 16,12 0 8-16,10 0 12 16,9 0-22-16,7 8 12 15,4-2-19-15,5-5-4 16,0 3 0-16,-6-1-6 15,-12-3 2-15,-11 0-2 0,-21 0-22 16,-14 1-34-16,-8-1-41 16,-11 0-237-1,-4 0-458-15</inkml:trace>
  <inkml:trace contextRef="#ctx0" brushRef="#br0" timeOffset="181946.42">24704 9639 504 0,'0'0'103'16,"0"0"-62"-16,0 0 103 0,0 0 3 0,0 0-102 0,121 43-43 15,-92-24 5-15,0 1-9 16,-7 1 4-16,0-1-4 15,-10 7-23-15,-12 3 24 16,0 5 0-16,-14 5 1 16,-18-2 0-16,-3 2 6 15,2-8-12-15,1-2 17 16,12-13-17-16,9-4 12 16,11-13-12-16,0 0-106 15,2-10-271-15</inkml:trace>
  <inkml:trace contextRef="#ctx0" brushRef="#br0" timeOffset="183338.51">25384 9745 620 0,'0'0'211'0,"0"0"-197"0,0 0 42 0,0 0 22 16,0 0-13-16,0 0-53 16,0 88 2-16,0-59-7 15,0-5-8-15,0-3 7 16,0 2-12-16,0-3 3 16,0 4-26-16,-5-2-47 15,-3 2-211-15,-6-4-55 16</inkml:trace>
  <inkml:trace contextRef="#ctx0" brushRef="#br0" timeOffset="183639.77">25257 10051 776 0,'0'0'99'16,"0"0"-70"-16,0 0 8 15,0 0 48-15,120-57 16 0,-73 26-91 0,4-2 14 16,-4-3-18 0,-7-2 9-16,-9-3-11 15,-12 1-4-15,-11-2-1 16,-8 4 1-16,0 5-11 16,-11 3 22-16,-18 11-1 15,-14 7-7-15,-10 8 12 0,0 4-15 16,1 0-5-16,10 8-23 15,13 6 11 1,11 6-24-16,9-2-55 0,9 4-24 16,0-8-172-1,7-2-69-15</inkml:trace>
  <inkml:trace contextRef="#ctx0" brushRef="#br0" timeOffset="183818.64">25732 9825 577 0,'0'0'134'0,"0"0"-124"15,0 107 5-15,0-77-30 16,0-4 13-16,11-2-17 16,6-12-88-16,1-8-38 15,-5-4-164-15</inkml:trace>
  <inkml:trace contextRef="#ctx0" brushRef="#br0" timeOffset="184000.87">25909 9615 774 0,'0'0'450'0,"0"0"-450"0,0 0-11 16,0 0 11-1,0 0-1-15,0 0-21 16,-2-2-250-16,16 2-304 16</inkml:trace>
  <inkml:trace contextRef="#ctx0" brushRef="#br0" timeOffset="184386.44">25909 9615 778 0,'135'10'183'0,"-135"-10"-157"16,0 22 69-16,-14 10-11 16,-1 8-56-16,5 6-21 0,4-1-10 15,3 2 3 1,3-5-3-16,0-11-6 0,9-5-22 15,9-8 24-15,3-12-7 16,-2-6 13-16,4 0-23 16,4-12 21-16,4-22 1 15,-2-13-4-15,2-4-6 16,-4 0-39-16,-10 3 24 16,-9 12 24-16,-2 9-8 15,-4 6 21-15,-2 9-18 16,0 3 16-16,0 9-16 15,0 0 1-15,2 0-77 16,3 11-173-16,3 3 91 0,6 3-281 16</inkml:trace>
  <inkml:trace contextRef="#ctx0" brushRef="#br0" timeOffset="184553.56">26491 9868 641 0,'0'0'124'16,"0"0"-124"-16,0 0-5 15,0 0-19-15,0 0-20 16,0 0-145-16,-40 95-131 16</inkml:trace>
  <inkml:trace contextRef="#ctx0" brushRef="#br0" timeOffset="184736.34">26511 9582 1048 0,'0'0'206'0,"0"0"-189"16,0 0 0-16,0 0-15 0,0 0-4 15,0 0-6-15,-2-1-82 16,24 1-71-1,3-2-152-15,-3-1-329 0</inkml:trace>
  <inkml:trace contextRef="#ctx0" brushRef="#br0" timeOffset="184902.24">26511 9582 700 0,'107'139'220'0,"-116"-115"-201"16,1-4 2-16,-2-2 23 15,10 0-2-15,-2 5-40 16,2-1-2-16,0-3-8 16,0-1-1-16,-2 3-98 15,0-1-211-15,-9-4-113 16</inkml:trace>
  <inkml:trace contextRef="#ctx0" brushRef="#br0" timeOffset="185238.5">26509 9988 100 0,'0'0'574'0,"0"0"-402"16,0 0-111-16,0 0 34 0,0 0-46 16,0 0 29-16,9 2-57 0,16-2 21 15,14 0 20 1,9-2-26-16,0-12-14 16,6-4-17-16,2-4 1 15,-6-6 4-15,-2-2-18 16,-13-3 8-16,-8 0-5 15,-9 1-24-15,-9-1 1 16,-9 9 11-16,0 4-10 16,-14 1 23-16,-28 13-18 15,-7 4 18-15,-2 2-29 0,6 0 24 16,9 0-16-16,12 0-12 16,9 5 22-16,4 7-31 15,8 2-21-15,3 2-38 16,0 0-29-16,26-2 16 15,13 0 41-15,10 0-47 16,4 3-67-16</inkml:trace>
  <inkml:trace contextRef="#ctx0" brushRef="#br0" timeOffset="185386.6">27039 9944 163 0,'0'0'308'0,"0"0"-175"0,0 0-61 15,-27 118-37-15,17-96 4 16,0-2-23-16,8-10-16 15,2-7-9-15,0-3-124 16,18-11-80-16,5-19-198 16</inkml:trace>
  <inkml:trace contextRef="#ctx0" brushRef="#br0" timeOffset="185548.84">27089 9615 1134 0,'0'0'62'16,"0"0"-51"-16,0 0-6 16,0 0 13-16,0 0-18 15,0 0-48 1,0 0-166-16,6 3-181 0</inkml:trace>
  <inkml:trace contextRef="#ctx0" brushRef="#br0" timeOffset="185976.46">27189 9868 472 0,'0'0'75'16,"0"0"-56"-16,0 0 41 15,0 0 58-15,0 0 4 16,0 0-74-16,-81 60-28 15,81-60-19-15,0-9 14 0,0-11-15 16,0-5-5 0,7-6-3-16,11 0 6 0,2 2-8 15,7 3-11-15,-5 6 20 16,-4 8-44-16,-7 8 35 16,-3 4-5-16,0 0 14 15,-6 22 2-15,0 6 29 16,-2 11-17-16,0-6-10 15,0-2 4-15,0-5-7 16,0 2 0-16,0-6 3 0,0 2-14 16,0-4 30-1,7 0-13-15,3-2 26 0,6 4-24 16,11 2-8-16,9-1 0 16,8 7 18-16,-1-5-14 15,-3 1-5-15,0 3 11 16,-14-3-20-16,-5 2-224 15,-15-5-158-15</inkml:trace>
  <inkml:trace contextRef="#ctx0" brushRef="#br0" timeOffset="186952.27">28652 10238 461 0,'0'0'249'0,"0"0"-204"0,0 0 56 0,0 0 37 16,0 0-66-16,0 0-31 16,0-4-20-16,0-9 19 0,0-5-38 15,12-10 19 1,5-9-16-16,10-8 1 0,4 2 0 16,5 0-10-1,-7 8 7-15,-7 12-3 16,-7 8 0-16,-7 9 5 0,-8 6-16 15,0 0 15-15,0 4-8 16,0 23 8-16,0 15-6 16,0 14 2-16,8 4-8 15,1 4-13-15,-1-5-19 16,-4-6-36-16,-2-8 6 16,-2-8 2-16,0-9-161 15,0-16-4-15,0-12-225 0</inkml:trace>
  <inkml:trace contextRef="#ctx0" brushRef="#br0" timeOffset="187148.74">28683 10051 791 0,'0'0'224'16,"0"0"-211"-16,0 0-5 15,0 0 44-15,0 0-9 16,0 0-43-16,114 21-42 16,-70-17-43-16,1-4-222 15,-5 0-171-15</inkml:trace>
  <inkml:trace contextRef="#ctx0" brushRef="#br0" timeOffset="187349.97">29161 10022 937 0,'0'0'51'0,"0"0"-40"0,-54 109 10 15,43-65 14-15,-3-1-35 16,8-4-10-16,4-2 1 16,2-6-35-16,0-11 17 0,0-8-103 15,0-12-69-15,-3 0-22 16,1-12-93-1</inkml:trace>
  <inkml:trace contextRef="#ctx0" brushRef="#br0" timeOffset="187686.62">29003 9936 842 0,'0'0'184'0,"0"0"-184"16,0 0-8-16,0 0 8 15,0 0 63-15,0 0-52 0,100 52-6 16,-49-36-5 0,9 2-42-16,1-6 23 15,-7-3-93-15,-6-8-55 16,-19 4 53-16,-10-4 40 16,-7 0-21-16,-10 2 67 15,0 3 28-15,0 2 19 16,1 6 78-16,-3 8-9 0,0 11 103 15,0 5-63-15,0 5-73 16,0 0-44-16,0 1 0 0,0-2-11 16,0-4-7-1,0 2-20-15,0-3-75 0,6-4-59 16,8-3 17 0,3-5-77-16,6-12-118 15</inkml:trace>
  <inkml:trace contextRef="#ctx0" brushRef="#br0" timeOffset="187932.61">29397 10176 984 0,'0'0'15'15,"0"0"-3"-15,0 0-12 16,0 0 16-16,0 0-15 0,0 0-1 16,80 50-11-1,-56-50-2-15,-1 0-43 16,-4 0-173-16,-5-11-210 16</inkml:trace>
  <inkml:trace contextRef="#ctx0" brushRef="#br0" timeOffset="188117.02">29535 10101 950 0,'0'0'77'16,"0"0"-67"-16,0 0 47 16,0 0-6-16,0 0-48 15,0 0-3-15,35 36-24 16,-10-36-52-16,2-5 3 0,-5-10-223 15,-7-9-253 1</inkml:trace>
  <inkml:trace contextRef="#ctx0" brushRef="#br0" timeOffset="188316.47">29606 9851 516 0,'0'0'123'0,"0"0"-50"15,0 0 69-15,0 0-49 16,116-50-89-16,-71 34-8 16,1-1-155-16,-8 0-172 15</inkml:trace>
  <inkml:trace contextRef="#ctx0" brushRef="#br0" timeOffset="189176.51">30526 10640 511 0,'0'0'312'0,"0"0"-244"0,0 0-52 16,0 0 12-16,0 0-26 15,0 0 18-15,36-28-17 0,-29 17 41 16,2 6 17-1,-1-8 9-15,8-7-45 16,4 0-20-16,2-10-5 16,5-7 6-16,-2 0-1 15,0-3-2-15,-6 0 9 16,-3 6-3-16,-1 0 10 16,-1 5-8-16,-1 4-6 15,-6 10-5-15,-1 8 0 0,-6 7 8 16,0 0 0-1,0 0 29-15,-6 3-22 16,-19 17-9-16,-11 9-6 0,-6-2-25 16,5 0-23-16,8-5-9 15,8-6-10-15,11-6-44 16,5 0-125-16,0-7-213 16</inkml:trace>
  <inkml:trace contextRef="#ctx0" brushRef="#br0" timeOffset="189863.16">30783 10084 698 0,'0'0'52'0,"0"0"31"0,0 0 51 0,0 0-39 0,0 0-62 0,0 0-10 16,-95-10-15 0,70 10 32-16,-7 13-14 15,-4 8-9-15,-4 11 14 16,-6 10-30-16,-1 14 9 16,2 5-5-16,2-1-10 15,10 2 9-15,4-4-10 16,10 0 6-16,3 1-11 0,13 1 5 15,3 0-26 1,0-6 30-16,11 0-50 0,16-10-21 16,6-8-7-1,6-12 28-15,3-12-30 0,2-12 21 16,1 0 57-16,7-19 4 16,-4-12 64-16,2-8-12 15,0-2-13-15,-2-5-38 16,-6-2 5-16,3-2-1 15,-8 6 5-15,1 0-6 16,-7 3-4-16,-6-1 5 16,-10 0 5-16,-10-4 25 15,-5-4-24-15,0-2-22 16,0 4 12-16,-20 6-5 16,-13 9 4-16,-9 13 0 15,-10 11 24-15,-2 5-17 16,6 4-14-16,3 0-3 0,3 7 9 15,3 15-145-15,-1 7-396 16</inkml:trace>
  <inkml:trace contextRef="#ctx0" brushRef="#br0" timeOffset="211546.47">23802 11034 192 0,'0'0'116'0,"0"0"-60"0,0 0-14 0,0 0-9 0,0 0 6 16,0 0-14-16,0 0 40 16,0-15-11-16,0 15 63 15,0-2-16-15,0 2-44 16,0 0-45-16,0 0-6 16,0 0 27-16,0 0-11 15,0 0 22-15,0 0-41 16,0-5 33-16,0 5-36 15,0-1 15-15,0-3-15 16,0 1 0-16,0 3 20 16,0-1-1-16,0 1 17 0,0 0-30 15,0 0 7 1,0-4-4-16,11 2-18 16,11-1 13-16,10-2-4 15,14-2 0-15,12 1 3 0,10-2 1 16,11 2 6-16,4-2-3 15,2 3 0-15,-3 5-4 16,-10 0-3 0,-8 0-6-16,-15 0-29 0,-16 9-39 0,-6 5-29 15,-15-2-208 1,-12-2-32-16</inkml:trace>
  <inkml:trace contextRef="#ctx0" brushRef="#br0" timeOffset="212096.65">24455 10762 438 0,'0'0'151'0,"0"0"-104"0,0 0 11 0,124 52-33 0,-92-34 10 16,-8-1-34-16,5-2-1 0,-6-1 0 15,-8 1-4 1,-6-2-4-16,-7 6 16 0,-2 5 10 16,0 3-7-16,-20 8 45 0,-11 1-31 31,-2-1-6-31,2-3 17 0,8-9-22 0,7-9-14 16,12-3-5-1,4-11-105-15,0 0-292 16</inkml:trace>
  <inkml:trace contextRef="#ctx0" brushRef="#br0" timeOffset="212958.75">25020 11306 385 0,'0'0'229'0,"0"0"-130"0,0 0 4 0,0 0 55 0,0 0-110 31,0 0-18-31,-2-81-28 0,20 41 0 0,11-2 29 16,-2-2-20-1,2-2 2-15,-7 14-2 16,-2 4-22-16,-2 7 0 15,-9 13-8-15,-5 2-20 16,5 6 32-16,1 9-16 16,0 27 23-16,7 18 45 15,-5 14-45-15,1 4 0 16,-1 2-5-16,-3-3-14 0,-3-7-54 16,-4-12-105-1,3-9 10-15,-2-11 24 0,-3-19-149 0</inkml:trace>
  <inkml:trace contextRef="#ctx0" brushRef="#br0" timeOffset="213178.77">25114 11141 1003 0,'0'0'1'0,"0"0"-1"16,0 0 0-16,0 0-12 0,0 0 12 15,141-2-54-15,-102-6-218 16,4-2-91-16</inkml:trace>
  <inkml:trace contextRef="#ctx0" brushRef="#br0" timeOffset="213530.66">25734 11003 334 0,'0'0'143'0,"0"0"-57"15,-116-4 17-15,73 26 13 16,1 14-38-16,4 6 3 16,9 6-41-16,7 2 18 15,11-2-55-15,11-1 35 16,0-3-29-16,25-7-6 0,10-2-6 15,12-9-4-15,4-2-23 0,1-12-29 16,-4-4-2 0,-15-8-121-16,-10 0 21 15,-16 0-94-15</inkml:trace>
  <inkml:trace contextRef="#ctx0" brushRef="#br0" timeOffset="213736.62">25643 11292 125 0,'0'0'797'0,"0"0"-779"0,0 0-5 16,0 0 32-1,0 0-12-15,0 0 37 0,153 65-56 16,-115-44 6 0,-11-2-10-16,-10 3 3 0,-9 1-11 15,0-7-4-15,-6 0-7 16,1-4-82-16,-3-2 17 15,0-9-226-15,0-1-91 16</inkml:trace>
  <inkml:trace contextRef="#ctx0" brushRef="#br0" timeOffset="214206.41">25955 11337 846 0,'0'0'93'0,"0"0"-92"15,0 0 54-15,0 0-19 16,0 0-9 0,4 119-27-16,-4-95-7 0,-7-7-15 15,0-6 11-15,-4-11 11 16,3 0-3-16,-6-2 1 16,-2-24-13-16,3-10 9 15,4-7 5-15,7-2-3 16,2-2 5-16,0 3-12 0,11 4 16 15,7 6-5-15,0 11 7 16,-7 10-1-16,-3 9 37 16,2 4-10-16,-1 0 18 15,-3 14-43-15,7 10 21 16,-3 8-24 0,-4-2-10-16,3-2 5 15,3-1-15-15,-2-4-17 0,1-1 24 16,3-5-2-16,-3-2 20 15,1-1-6-15,-2-3 0 16,1 0 21-16,3 2-3 16,-1-1 7-16,-2 2-12 15,1 6-7-15,-4-1-10 16,-6 2-6-16,1 0 0 16,-3-2-35-16,4-5-52 15,5-6-158-15,9-8-180 16</inkml:trace>
  <inkml:trace contextRef="#ctx0" brushRef="#br0" timeOffset="214526.99">26371 11319 514 0,'0'0'167'0,"0"0"-98"0,0 0 105 16,0 0-120-16,27 104-26 15,-11-71-23-15,7-13-10 16,6-6 18-16,-2-8-26 16,9-6 26-16,-3 0-25 15,-4-3 12-15,2-22 0 0,-4-9 5 16,-9-6 3-16,-9-1-16 15,-9 2-27-15,0 4 34 16,0 9-14-16,0 10 4 16,-4 8-4-16,-7 5-13 15,1 3-94-15,-1 0-165 16</inkml:trace>
  <inkml:trace contextRef="#ctx0" brushRef="#br0" timeOffset="-214490.34">26779 11315 626 0,'0'0'340'0,"0"0"-326"15,0 0 5-15,33 117-29 16,-22-85 20-16,-2-2-16 15,1-2 6-15,-2-6-17 16,1-4 3-16,-7-8 6 16,4-10-89-16,-3 0-64 15,0-2 161-15,-1-25 3 16,2-13-1-16,3-5 2 0,6-10-6 16,5-1 2-1,4 1-2-15,3-2 2 16,1 7-11-16,-1 8 11 0,2 10 6 15,-1 8 55-15,-1 10 1 16,2 8 36-16,-1 3-65 16,8 3-27-16,2 0 3 15,-3 12-9-15,-6 5 0 16,-14 5 4-16,-13 0-11 16,-2 5 19-16,-36 0 6 15,-14-3-2-15,-3 0-5 16,2-1-4-16,6-6-2 0,9 0-5 15,5 2-8-15,12-5-16 0,8 0-123 16,9 0-119 0,4-7-227-1</inkml:trace>
  <inkml:trace contextRef="#ctx0" brushRef="#br0" timeOffset="-214169.11">27182 11489 803 0,'0'0'169'0,"0"0"-169"0,0 0 0 0,0 0 46 0,55-132 31 16,-24 94-73-16,8 2 1 15,-6 4-1-15,-1 10-8 16,-11 8-2-16,0 13 1 16,-8 1-24-16,-2 7 11 15,-2 23 18-15,-1 11 0 16,0 6 0-16,-8 4-44 0,0-1 1 16,0-1-144-1,0-4 24-15,0-3-107 0</inkml:trace>
  <inkml:trace contextRef="#ctx0" brushRef="#br0" timeOffset="-213609.98">27351 11369 977 0,'0'0'0'16,"0"0"-26"-16,0 0 26 16,0 0 7-16,121 0-7 15,-72 0-13-15,-3 0-89 16,-8-4-33-16,-11-4 66 16,0 4-23-1,-9 2 3-15,-5 2 42 0,-2 0 47 16,-4 17 94-16,-5 9-13 15,-2 8 26-15,0 0-43 16,0-2-4-16,-6-6-34 0,-10-2-10 16,-5-6-12-1,2-2-2-15,-2-7 2 0,3-6 5 16,7-3 40 0,1 0-21-16,5-14-19 0,5-11-9 15,0-8-24 1,15-3-30-16,12 1-9 15,7 2 38-15,-3 2 25 16,2 13 50-16,3 4-22 0,-5 13 37 16,-4 1-49-16,-7 7 5 15,-7 23-1-15,-5 5 1 16,-6 7-12-16,-2-3-2 16,0-2 15-16,0-5 3 15,0-8 39-15,6 0-49 16,5-7-9-16,3-4 1 15,7-1-14-15,6-7 7 16,2-5-5-16,2 0-77 0,-1 0-44 16,-10 0-154-16,-3 5-180 15</inkml:trace>
  <inkml:trace contextRef="#ctx0" brushRef="#br0" timeOffset="-212670.19">28974 11458 187 0,'0'0'211'0,"0"0"-99"0,0 0 13 15,0 0-6-15,0 0 55 0,0 0-118 16,-34-11 19-16,30 8-19 16,-4 3-4-16,4 0-31 15,-7 0 2-15,-5 12-23 16,-1 14 6-16,-6 6-7 15,3 4 9-15,1 1-16 0,9-2 17 16,8 3-14 0,2-4 7-16,7 0-4 0,24-1-10 15,9-5 5 1,4-8-14-16,8-8-47 0,6-8-62 16,-12-4-203-1,-5-10-96-15</inkml:trace>
  <inkml:trace contextRef="#ctx0" brushRef="#br0" timeOffset="-212473.13">28907 11482 522 0,'0'0'323'0,"0"0"-245"16,0 0 18-16,0 0 8 15,0 0-46 1,0 0-58-16,122 64-3 0,-102-64-72 16,-18 0-168-16,-2 0-366 15</inkml:trace>
  <inkml:trace contextRef="#ctx0" brushRef="#br0" timeOffset="-212330.46">28907 11482 1023 0,'33'-95'149'16,"-24"102"-149"-16,4 2 0 15,9 0 3-15,14 1-3 16,2-2-110-16,2-4-457 16</inkml:trace>
  <inkml:trace contextRef="#ctx0" brushRef="#br0" timeOffset="-211938.61">29267 11758 490 0,'0'0'223'0,"0"0"-175"0,0 0 53 16,0 0 27-1,0 0-50-15,0 0-49 0,83-27-15 16,-61 4-14 0,0 4-7-16,-2 2-2 15,-4 7-32-15,2 8 37 0,-4 2-43 16,-1 0 35-16,1 12 12 16,1 6 5-1,5 0 9-15,4-1-7 0,7-3 6 16,3-2-7-16,-10-1 28 15,5 3 24-15,-11 7 16 16,-3 1-47-16,-3 0 37 16,-1 2-56-16,-3-2 3 0,2-6-11 15,-1-3-15 1,9 0-28-16,-3-9-61 16,-2-4-245-16</inkml:trace>
  <inkml:trace contextRef="#ctx0" brushRef="#br0" timeOffset="-210840.5">30602 11737 499 0,'0'0'175'0,"0"0"-171"0,0 0 78 15,0 0 114-15,0 0-129 16,0 0-16-16,-87 78-13 16,79-40 9-16,5 0-32 15,3-3 14-15,0-3-21 16,18-9-4-16,11-1-4 0,6-11 8 15,3-11-4 1,3 0-3-16,-6-23-2 16,-4-15-17-16,-8-12 16 0,-17-2-36 15,-6-2-15-15,-6 4 2 16,-27 14 46-16,-6 9 5 16,-5 15 9-16,-1 12 41 15,-2 0-8-15,8 9-13 16,10 8-11-16,6-1 15 15,19 1-31-15,4 3-4 16,0-2-7-16,11 0 6 16,13-4-19-16,12-6 0 0,-1-2 0 15,-1 0 3-15,-1-1 7 16,-4 2 14-16,0 5-10 16,-6 0 8-1,-3 6-4-15,-7 0-2 0,-7 5 6 16,4 0 0-16,-1 0 7 15,-3-9-4-15,1 1 4 16,2-3-14-16,-2-3-4 16,1-5-35-16,-1 1-42 15,2-1-160-15,-2-4-69 0</inkml:trace>
  <inkml:trace contextRef="#ctx0" brushRef="#br0" timeOffset="-210544.31">30956 11958 385 0,'0'0'271'0,"0"0"-243"0,0 0-12 0,0 101 127 0,0-78-73 16,16-9-68-1,8-2-4-15,3-11 11 16,-5-1-21-16,3 0 28 15,-8-6-17-15,2-15 2 0,-3-5 6 16,-1-9-7 0,-2 3-11-16,-4-6-48 15,2-2-116-15,-7 7 34 16,3 8-1-16,-4 13-50 0,-3 12 15 16</inkml:trace>
  <inkml:trace contextRef="#ctx0" brushRef="#br0" timeOffset="-210273.87">31195 12082 104 0,'0'0'415'16,"0"0"-322"-1,0 0 36-15,0 0 38 16,31-133-71-16,-16 99-71 15,-1 6 16-15,3 6-41 0,-1 8 7 16,-3 10-14 0,-1 4 2-16,-3 2 2 0,-1 24-18 15,2 8 11-15,-4 6-4 16,-3 0-28-16,-3 0 10 16,0-1-12-16,0-1-41 15,0-8-7-15,0 2 2 16,-5-10-98-16,-9-9-207 0</inkml:trace>
  <inkml:trace contextRef="#ctx0" brushRef="#br0" timeOffset="-210090.19">31195 12082 19 0,'-9'-101'1134'16,"9"101"-1125"-16,0 0 4 15,0-2 21-15,7 2-17 16,22-3-17-16,13 2-15 16,5-2-13-16,3 3-55 15,-4 0-94-15,-9 0-315 16</inkml:trace>
  <inkml:trace contextRef="#ctx0" brushRef="#br0" timeOffset="-209605.52">31494 12158 593 0,'0'0'196'0,"0"0"-184"0,0 0 6 16,0 0 135 0,0 0-120-16,0 0-2 0,50-75-29 15,-29 54 22 1,-6 2-20-16,-1 5 1 16,-6 6-5-16,1 8-32 15,-2 0 3-15,0 0-16 16,-1 20 33-16,1 7 24 0,0-2-11 15,2 1-1 1,-1-1 1-16,-1-10 4 16,-3-6 10-16,6-8 5 15,1-1-8-15,-1-10 17 16,13-13 2-16,-3-17-1 0,1 0-20 16,0-8-20-16,2 6 9 15,-1 5 0-15,-2 11-50 16,-8 8-38-16,1 5-116 15,-9 10 14-15,0 3 19 16,-2 0-16-16,2 14 171 16,0 4 5-16,2-3 1 15,5 8-36-15,7-4 47 16,-5 4 13-16,8 4 27 16,-11 2 99-16,2 3 56 15,-5-1-31-15,-1 2-65 16,-4 0-16-16,-2-5-63 0,0-4 9 15,0-6-6-15,0-8-23 16,0-6-7 0,0-4-69-16,0 0-73 0,0-3-197 15</inkml:trace>
  <inkml:trace contextRef="#ctx0" brushRef="#br0" timeOffset="-209272.92">31895 11931 912 0,'0'0'263'0,"0"0"-237"0,0 0 35 0,0 0 17 0,0 0-64 0,0 0-6 16,33 2-1 0,5 8-12-16,-1 2 5 0,3-2-42 15,-1-4-18-15,-4 2-8 16,-4-6-14-16,-2 6-81 15,-4 0-151-15,-5 3 124 16,-4 10 190-16,-8 6 25 16,1 0 122-16,-2 5 31 15,-7 0 5-15,5 5-121 16,-3-1 12-16,-2-3-48 16,2 0-12-16,-2-7-28 0,0-5-34 15,0-13-46 1,0-5-175-16,0-3-220 0</inkml:trace>
  <inkml:trace contextRef="#ctx0" brushRef="#br0" timeOffset="-209106.63">32294 11889 1033 0,'0'0'176'16,"0"0"-149"-16,0 0 21 15,0 0 6-15,0 0-54 16,0 0-80-16,6-2-61 16,17 2-282-16</inkml:trace>
  <inkml:trace contextRef="#ctx0" brushRef="#br0" timeOffset="-208930.25">32449 12103 854 0,'0'0'322'0,"0"0"-308"16,0 0 22-16,0 0 65 15,0 0-82-15,0 0-19 16,-11 93-5-16,6-73-59 0,3 3-19 16,-2-2-172-1,0-3-464-15</inkml:trace>
  <inkml:trace contextRef="#ctx0" brushRef="#br0" timeOffset="-208640.37">32338 12333 750 0,'0'0'342'0,"0"0"-341"16,0 0 74-16,0 0 10 15,0 0-57-15,0 0 4 16,116-5-28-16,-60-15 37 0,-6-2-38 15,-5-8 6-15,-5-4-4 16,-17-6-10 0,-17-6 4-16,-6 1-30 0,-4 6-12 15,-27 6-13-15,-10 11 55 16,-5 18-12-16,-6 4-1 16,6 0 28-1,8 4-22-15,13 11 8 0,11 2-15 16,14 6-75-16,0-4-102 15,3 3-227-15</inkml:trace>
  <inkml:trace contextRef="#ctx0" brushRef="#br0" timeOffset="-208258.44">32990 12461 631 0,'0'0'580'0,"0"0"-537"0,0 0-29 0,0 0 67 15,0 0-81-15,0 0-23 0,5-34-60 16,4 17 9-16,4 5-66 15,-2 3-218-15,-6 7 27 16</inkml:trace>
  <inkml:trace contextRef="#ctx0" brushRef="#br0" timeOffset="-206594.37">24606 12352 926 0,'0'0'78'0,"0"0"-41"0,0 0 85 15,0 0-25-15,0 0-72 16,0 0-5-16,-13 101-12 15,6-76-6-15,5 0-1 0,2-1-2 16,-2-4-60 0,-1-1-39-16,1-4-113 0,-6-1-270 15</inkml:trace>
  <inkml:trace contextRef="#ctx0" brushRef="#br0" timeOffset="-206310.12">24711 12052 715 0,'0'0'249'0,"0"0"-217"16,0 0 34-16,0 0-22 15,0 0-25-15,0 0-19 16,11 0-80-16,-4 0-148 16,-7 0-369-16</inkml:trace>
  <inkml:trace contextRef="#ctx0" brushRef="#br0" timeOffset="-205945.09">25074 12147 177 0,'0'0'620'16,"0"0"-549"-16,0 0-68 0,0 0 84 15,0 0-13-15,0 0-53 16,-135 33 27 0,110-10 4-16,7 6 1 15,2 7-36-15,6 4 8 0,0-2-24 16,4 3-1-1,6-4-11-15,0 1-1 0,0-6-16 16,18-1-17-16,3-9 37 16,6-8-54-16,7-6 33 15,9-8-14-15,-4 0-61 16,-5-14-177-16,-14-13-221 0</inkml:trace>
  <inkml:trace contextRef="#ctx0" brushRef="#br0" timeOffset="-205760.38">25028 12372 394 0,'0'0'266'15,"0"0"-90"-15,0 0-99 0,153 38 14 16,-104-20-65 0,-6-3-5-16,-8 6-21 15,-6-2-1-15,-9 1 1 16,-4-1-12-16,-7-2-34 15,-9-3-56-15,0-2-181 16</inkml:trace>
  <inkml:trace contextRef="#ctx0" brushRef="#br0" timeOffset="-205496.32">25542 12368 675 0,'0'0'111'0,"0"0"-84"16,0 0 141-16,0 0-118 15,0 0-49-15,9 115-1 0,13-97-1 16,0-7-3 0,14-2 4-16,3-8-2 0,-2-1-3 15,1 0 0-15,0-15 10 16,-7-14-12-16,0-6 7 15,-6-8-35-15,-5-1-83 16,-9 2-144-16,-5 11-128 16</inkml:trace>
  <inkml:trace contextRef="#ctx0" brushRef="#br0" timeOffset="-205180.38">25988 12494 448 0,'0'0'136'16,"0"0"-135"-16,0 0 25 16,0 0 188-16,0 0-114 0,0 0-89 15,35-84 46-15,-22 65-17 16,3 5-7-16,5 3-33 15,-2 9-13-15,6 2-10 16,-3 4-25-16,-2 18 34 16,0 10-31-16,-4 8 41 15,-1 5-15-15,-6 9 14 16,-1 0-6-16,-8-4-95 0,0-10 104 16,0-12-71-1,0-8-200-15</inkml:trace>
  <inkml:trace contextRef="#ctx0" brushRef="#br0" timeOffset="-204959.93">26121 12427 1162 0,'0'0'0'16,"0"0"-75"-16,0 0 75 15,0 0 60-15,0 0-56 16,0 0-4-16,116 12-33 16,-80-11-25-16,-7 2-19 0,2-3-270 15,-4 0-229-15</inkml:trace>
  <inkml:trace contextRef="#ctx0" brushRef="#br0" timeOffset="-204860.3">26420 12565 475 0,'0'0'209'16,"0"0"-186"-16,0 0-9 15,0 116-12-15,0-94 85 16,0-6-87-16,0-6-51 16,0-10-106-16,0 0-376 15</inkml:trace>
  <inkml:trace contextRef="#ctx0" brushRef="#br0" timeOffset="-204700.22">26491 12300 1185 0,'0'0'15'0,"0"0"-15"0,0 0 0 15,0 0-25 1,0 0-100-16,0 0-381 0</inkml:trace>
  <inkml:trace contextRef="#ctx0" brushRef="#br0" timeOffset="-204350.4">26854 12364 920 0,'0'0'79'0,"0"0"-71"0,0 0 100 31,0 0-23-31,0 0-49 0,0 0-36 16,-78 20-10-16,78 4 7 16,14 7 3-16,13-4-12 15,6 1 10-15,3 3-10 16,-3-1 7-16,-2-1-4 0,-6-2-11 16,-10 1 4-1,-5-8-47-15,-10 0 1 0,0-4 56 16,-32 4 6-1,-11-6 0-15,-7-10 2 16,3 0 36-16,2-4-38 16,14 0-16-16,11-4-201 0,13-8-418 15</inkml:trace>
  <inkml:trace contextRef="#ctx0" brushRef="#br0" timeOffset="-203779.34">27739 12932 1019 0,'0'0'51'0,"0"0"-51"0,0 0 0 0,80-123 26 16,-45 73 22-16,6 6-23 15,-1 4-4-15,-5 6-21 16,-8 9 8-16,-6 12 3 0,-10 9-22 16,2 4-1-1,-6 0-1-15,-5 20 7 0,2 16 6 16,-1 4 0 0,-3 8 1-16,0 2-8 0,0-2 5 15,-3-2-39-15,-7 1-54 16,2-15-43-1,0-7-263-15</inkml:trace>
  <inkml:trace contextRef="#ctx0" brushRef="#br0" timeOffset="-203368.02">27868 12683 612 0,'0'0'593'15,"0"0"-593"-15,0 0-10 16,0 0 2-16,0 0 3 16,0 0 5-16,98-25-39 15,-75 25-32 1,-1 1-6-16,-4 15 27 0,0 4-36 16,1 4 60-16,4 0 15 15,6-2 11-15,4 2 34 16,9-4-15-16,10-6-3 15,4-4 17-15,2-10-12 0,-5 0-17 16,-9 0 23 0,-10-19-2-16,-7-8 27 0,-12-4-16 15,-1-6 2-15,-14 1-31 16,0 6-6 0,0 2 20-16,-29 8-4 0,-9 10 24 15,-7 8-36-15,1 2 21 16,4 0-15-16,9 6 3 15,17 10-14-15,10 0-41 0,4 8-143 16,0-7-595-16</inkml:trace>
  <inkml:trace contextRef="#ctx0" brushRef="#br0" timeOffset="-202780.22">29348 13044 901 0,'0'0'111'0,"0"0"-86"0,0 0 78 0,0 0-8 0,0 0-80 0,0 0 23 16,13 6-29-16,-6 10 47 16,0 9-36-16,-5 4-8 15,-2 4-12-15,0-3-11 16,0-5-5-16,-7 0-48 16,0-10 2-16,2-5-82 15,3-10-74-15,-4 0-253 0</inkml:trace>
  <inkml:trace contextRef="#ctx0" brushRef="#br0" timeOffset="-202579.7">29348 12719 1007 0,'0'0'115'0,"0"0"-105"15,0 0 18-15,0 0 28 16,0 0-21-16,124-100-20 16,-72 68-15-16,-1 0-13 15,0 5-24-15,-11 6-159 16,-7 8-325-16</inkml:trace>
  <inkml:trace contextRef="#ctx0" brushRef="#br0" timeOffset="-202146.89">29641 13054 642 0,'0'0'369'15,"0"0"-361"-15,0 0 0 16,0 0 74-16,31-118-60 16,-10 84-22-16,-1 10 3 0,-5 7-13 15,-5 14 4-15,-4 3 6 16,-3 0-32-16,-1 18 32 16,6 14 13-16,2 10-13 15,3 4 0-15,5-2-42 16,2 2-33-16,0-12-85 15,-5-4 99-15,1-14 51 16,1-14 10-16,-1-2 10 16,7 0 90-16,1-28-10 15,3-10-85-15,2-8-7 16,-5-4 14-16,-3 8-12 0,-6 4 1 16,-6 6 16-1,-4 7-17-15,-3 9-25 0,0 4-74 16,-2 8-132-1,0 4-210-15</inkml:trace>
  <inkml:trace contextRef="#ctx0" brushRef="#br0" timeOffset="-201950.31">30179 13070 881 0,'0'0'78'15,"0"0"-78"-15,0 0 1 16,0 0 19 0,0 0-20-16,0 0-141 0,6 88-151 15,-6-78-116 1</inkml:trace>
  <inkml:trace contextRef="#ctx0" brushRef="#br0" timeOffset="-201663.82">30069 13287 455 0,'0'0'514'0,"0"0"-495"16,0 0 48-16,0 0 49 16,127 7-51-16,-75-18-43 15,3-10-2-15,-1-8 13 16,-5-1 10-16,-9-9-20 15,-11-5-19-15,-16 0 0 16,-13 1-4-16,0-1 0 16,-6 7-24-16,-21 8 18 15,-2 12-15-15,-2 7 21 0,2 10 0 16,4 0 7-16,3 0-16 16,6 10-5-16,8 7-50 15,0 6-98-15,8-5-127 16,0 0-135-16</inkml:trace>
  <inkml:trace contextRef="#ctx0" brushRef="#br0" timeOffset="-201462.22">30580 13114 243 0,'0'0'761'0,"0"0"-730"15,0 0 51-15,-13 116-18 16,10-81-53-16,3-3-11 16,0-7-43-16,0 0-55 15,0-11-144-15,5-9-299 16</inkml:trace>
  <inkml:trace contextRef="#ctx0" brushRef="#br0" timeOffset="-201299.06">30663 12926 681 0,'0'0'555'0,"0"0"-555"0,0 0 0 0,0 0 9 16,0 0-9 0,0 0-36-16,75-14-290 15,-55 14-488-15</inkml:trace>
  <inkml:trace contextRef="#ctx0" brushRef="#br0" timeOffset="-200798.46">31081 13026 484 0,'0'0'293'15,"0"0"-134"-15,0 0-37 16,0 0-10-16,0 0-68 16,0 0-3-16,-20-12-3 15,0 12 14-15,-7 0-41 16,-4 6 16-16,-2 18-22 16,-1 8 4-16,5 8-5 15,11 0-8-15,9-2-1 16,9 1 3-16,0-6 1 15,11-6-23-15,18-8 14 0,5-4-27 16,6-9 5 0,0-5-26-16,0-1 37 0,-5 0 11 15,-6-3-15-15,-6-9 4 16,-7 4 21-16,-3 2 13 16,-6 2-11-16,2 4 25 15,-2 0-18-15,1 0-3 0,6 8-4 16,3 10 11-1,4 2-13-15,-2 8 1 0,2 0-6 16,-1 0-1-16,-5-1-4 16,3-10-34-1,-3-1 5-15,6-2-68 0,-1-5-43 16,0-8-29-16,0 3 81 16,-7-4-59-16,-3 0-149 15</inkml:trace>
  <inkml:trace contextRef="#ctx0" brushRef="#br0" timeOffset="-200582.58">31332 13144 621 0,'0'0'559'0,"0"0"-548"0,0 0-11 0,0 0 47 0,0 0-3 16,0 0-44-16,117 36-13 16,-91-27-23-16,-5-8-22 15,-4-1-125-15,-3 0-345 16</inkml:trace>
  <inkml:trace contextRef="#ctx0" brushRef="#br0" timeOffset="-200393.89">31467 13026 986 0,'0'0'197'15,"0"0"-183"1,0 0 31-16,0 0 32 0,0 0-76 16,0 0 8-16,71 0-9 15,-40 0-4-15,-6 0-8 16,2 0-76-16,-15 0-89 15,-7 0-448-15</inkml:trace>
  <inkml:trace contextRef="#ctx0" brushRef="#br0" timeOffset="-200066.32">31440 13022 281 0,'0'0'191'0,"0"0"-57"16,0 0 76-16,0 0-32 15,0 0-145-15,0 0-27 16,-96 86 16-16,80-53 89 15,5 6-74-15,7-3-7 0,2 1-19 16,2-3-7 0,0-9 1-16,11 4 5 15,9-9-20-15,9-6-33 0,0-8-41 16,7-6-80 0,1 0-228-16</inkml:trace>
  <inkml:trace contextRef="#ctx0" brushRef="#br0" timeOffset="-192722.12">23495 10793 255 0,'0'0'197'0,"0"0"-166"0,0 0-25 0,0 0 74 15,0 0-27-15,0 0-35 0,0 0-16 16,0-6 31 0,0 6 29-16,0 0-61 15,0 0 15-15,0 0-11 16,0 0 33-16,0 0-24 0,0 0 32 16,0 0 20-1,0 0-13-15,0 6-36 0,-5 11-4 16,1 10-3-16,-6 4 2 15,2 4-16-15,-3 2 15 16,-1 5-11-16,-1 0 3 16,-3 5-1-16,3 0 7 15,-3-1-5-15,-3-1 3 16,3-1 1-16,-2-1-16 16,-2-3 17-16,0-3-1 0,0 4 0 15,2-4-7 1,3 6-1-16,3 2 0 0,-1 3-3 15,1 5 0-15,4 3 1 16,-1 5-36-16,0-6 23 16,0 2-27-16,0-10 39 15,5 2-2-15,-3-2-3 16,0-3 8-16,-4 0 0 16,3 0-1-16,1 2 6 15,-2 3-15-15,6-8 20 0,1 3-7 16,2-6 6-1,0-4-12-15,0 1 3 16,5-4 0-16,8-3-4 16,-6 3 4-16,2-5-1 0,-3-4 13 15,1-2-13 1,2-4 10-16,2-2-3 0,3 2-3 16,3-2-1-1,6 2 4-15,3-2 0 0,4 2-6 16,3 4-1-16,4-2 1 15,1 2 0-15,3 0 7 16,1-2 6-16,0-1-20 16,1-4 8-16,-1 2-2 15,5 1-2-15,-5-7 3 16,14 8-3-16,-2-8 10 16,8 1-9-16,0-5 11 0,1-5-18 15,-1 0 16-15,-2 0-13 16,0 0 6-16,-7 0 0 15,3 0 0-15,-4 4 2 16,4 4-12-16,-4 0 20 16,4 2-14-16,0-1 17 15,2-3-18-15,-2 3 10 16,0-1-9-16,1-2 4 16,-3 4-5-16,2 0 1 15,-5 6 8-15,0-2-4 16,5 0 18-16,-5-2-18 15,0-6 5-15,0 2 6 16,3-6-3-16,-3 2-6 16,-2 0-2-16,7 0 0 0,2 0 2 15,9-2 11 1,4 4-15-16,1-2 15 16,1 3-22-16,-6 0 19 0,-5 5-16 15,-4 2 8-15,0 0-2 16,-4 2 27-16,8 2-5 15,3-3 22-15,3-4-38 16,6-7 16-16,0 2-17 16,-1-2-8-16,-6 3 3 0,-3 1-7 15,-4 3-5 1,0 3-4-16,-6 11 13 0,4-1 6 16,0 0-15-1,3-3 27-15,1-1-19 0,-4 1 4 16,2-6 0-16,-5-1-1 15,5 1 2-15,6 6-3 16,-4 2 4 0,0 4-14-16,1 2 25 0,-1 3-17 15,5-1 10-15,-5-5-12 16,3-11-5-16,-3-3 3 16,-2-7 8-16,0-4 0 15,-1 4-15-15,-9 3 30 16,2 2-23-16,-1 7 17 15,2 0 5-15,5 3-12 0,2-4 0 16,0-2 0 0,7-6-4-16,1-4-1 15,-4-4 3-15,-1 0-13 16,1 0 30-16,-4-2-22 0,-4 0 11 16,-5 2 11-1,0 0-16-15,3 0 12 0,6 0-6 16,11 0-3-16,5 0-8 15,4 2 11-15,-4-2-11 16,-11 2 13-16,-8-2-17 0,-5 0 16 16,-5 0-13-1,-1 0 6-15,4 0-2 16,0 0-1-16,8 0 2 16,3 0-12-16,3 0 31 0,3 0-31 15,0 0 21 1,-2 0-9-16,-1 2 0 0,-3-2 11 15,-3 0-11 1,0 0 2-16,-3-4-6 16,3-6 11-16,-5 2-18 15,-1 2 22-15,-6 3-22 0,-8 3 24 16,-9 0-8-16,-2 0-3 16,0 0 22-16,2 0-13 15,6 0-8-15,10 0-3 16,6 0 15-16,5 0-26 15,-7 0 17-15,-5 0-12 16,-4 0 5-16,-9 0 1 16,0 0 9-16,-4 3-8 15,2 1-1-15,7-4 10 0,0 0-23 16,2 0 20 0,6-3-17-16,-1-3 4 0,1 5 5 15,-8 1-2-15,1 0 3 16,-2 0 9-16,0 0-8 15,5 0 13-15,0 0-10 0,5 0-2 16,-5 0 10 0,-1 0-20-16,0 0 16 0,-6 0-4 15,-1 6 6 1,-9 0-4-16,2 2 1 16,-5-6-2-16,-1 6-9 15,-4-1 21-15,1-4-29 0,1 2 21 16,6 0-13-16,1 1 4 15,-2-2 0-15,1-4 0 16,-3 0-1-16,-1 0-4 0,2 0 10 16,3 0-15-1,-1 0 24-15,-4 0-21 0,2-9 15 16,-4 8-7 0,1-5 0-16,3-1 10 0,-2 0 1 15,8-1-9 1,4-2 12-16,-4-1-4 15,4 3-15-15,-2-5 10 0,-2-5-12 16,2 1 5 0,0-2-2-16,-2 0 3 15,-3 2 0-15,-2-1-3 16,1 0 8-16,2-3 31 0,1 6-35 16,2-10 7-1,4 1 1-15,4 4-18 16,4-6-4-16,2 2 9 0,-7 4 3 15,-3-2-3-15,-6 4-10 16,-1-1 28-16,-2 0-27 16,-6 0 27-16,8 0-26 15,4-3 12-15,2-3-1 16,2-1-10-16,-8 4-14 16,0 2 19-16,-10 6 6 15,7 0-11-15,1-2 23 16,-1-4-19-16,0 2 16 15,3-3-18-15,-7-4 9 0,6-1-3 16,0-4-10-16,1 0-53 16,-2 2 28-1,-6 2 24-15,-5 6 5 0,-6 0 18 16,-4-1 5-16,5 2 7 16,-3-8-13-16,6 1-6 15,3-8 5-15,3 2-14 16,-6-2 13-16,1 5-16 15,1 0 16-15,-8 5-9 16,1 2 6-16,-1-5 0 0,-2 4-1 16,0-5 1-1,-2 0-3-15,0-2 4 0,0-7 7 16,-2 4-7 0,-7-4-4-16,1 3 5 0,0 5-10 15,2-1-1-15,4 1 2 16,-3 2 3-16,1 2-8 15,0-1 7-15,-4-2 4 16,0-3 2-16,-3 2 3 16,7-1-4-16,-6-5 3 15,-1 0-5-15,-2-7 0 16,-1 4-1-16,-1-1 0 16,-1 3-19-16,3 4 13 15,-3 0 12-15,-1 4-6 0,3 6 6 16,-3 0-11-1,1 3 13-15,-3 5 11 0,-2 0-19 16,-2 0-5-16,1 1 1 16,-5-4 1-16,1 3-5 15,-7-2 16-15,-6-2-6 16,-3-2-1-16,2 5-2 16,-3-6-1-16,6 0-1 15,-5 4-2-15,-1 6-8 0,-1 2 7 16,-8 3 12-16,4-1-11 15,-4 3 14-15,-4 4-18 16,5-3-8 0,4 3 3-16,0 0-6 0,5-4-4 15,0-3 15 1,-3 2 7-16,-1-4-16 16,-6 8 23-16,-2-3-12 0,2-3 5 15,-2 1 1-15,7-2-40 16,3-2 9-16,6-4 10 15,5-2 18-15,0 2 4 16,-2 0 0-16,-5 3 17 16,-9 3-13-16,-4 1 34 15,-5-1-36-15,2 6 25 16,0-6-25-16,5-1-2 16,2 2 0-16,2-7 6 0,1 4-21 15,-4 0 30 1,2 1-5-16,-4 2 5 0,-2 1 21 15,2-2-33-15,0 4 4 16,5-6-7-16,1-1-7 16,-2 3 4-16,-5-3 2 15,0 1-7-15,-1-3 16 16,-2 4 0-16,-2-5-5 16,-4 1 5-16,2-1-8 15,2-1 0-15,7-1-12 0,6 2 24 16,3 1-27-1,0 5 36-15,-3 2-35 16,-2 2 26-16,-2 4-15 0,-2-4 3 16,0-1 0-16,-1-5 0 15,4-1 4 1,-4 0-14-16,1-2 21 16,-2 3-22-16,-1 5 15 0,-2-2-12 15,-2 6 12-15,-4 1-5 0,0 0 2 16,-3 0 4-1,3 0-5-15,4 0 4 0,4 0-5 16,1 0 18 0,4 0-33-16,9 0 24 0,4 0-14 15,7 0 9 1,7 0-3-16,-5 0 0 16,0 0 2-16,-8 0-11 15,-7 0 19-15,-6 0-21 16,-10 0 25-16,5 0-11 15,-4 3 2-15,3 12-6 16,7-6 1-16,7 1-10 0,4-7 9 0,3-3 1 16,2 0-9-1,-5 0 13-15,-5 0-8 0,-3 0 8 16,1-3-2 0,-1 3 3-16,7-1-3 0,1 1-2 15,-5-3-4 1,2 1 3-16,-6-2 2 15,-4 0-10-15,-3-1 23 16,-2 0-19-16,-2 1 10 0,4-2-9 16,6 6 4-1,3-2 0-15,7 2-4 16,1-4 6-16,1 0-9 16,5-2 14-16,-2-2-11 15,-2 2 10-15,2 1-3 0,-10-1-2 16,-5 0-1-16,-4-3 0 0,-2-3 0 15,0-3-11 1,0 1 4-16,2 1 2 0,-2 3 3 16,-2 6-11-1,1 4 21-15,2 0-11 16,0 0 3-16,-1 0-2 16,4 0-5-16,0 0 4 0,8 0-3 15,5-10 11-15,2-2-18 16,10-4 25-16,-2 6-14 15,1-2 4-15,-2 0 5 16,1-2 14-16,-4 2-20 16,-4 0-2-16,-5-1 12 0,-3 2-19 15,1-2 8 1,1 1 0-16,-2 4-4 16,1 2 0-16,0 5-9 15,-3 1 12-15,6 0-1 16,1 0 4-16,9 0-4 0,5 0 13 15,0 0-22 1,-5-4 2-16,0-3-5 0,-6 1-4 16,-2 5 11-1,-6 1 6-15,-1 0 1 0,0 0-8 16,5 0 20 0,6 0-24-16,8 0 6 0,0 0-9 15,0 0-35-15,2-5 41 16,5-1 9-16,-5 2 3 15,2 1 14-15,-10-1-13 16,-2 1-1-16,-12 2 9 16,-1 1-24-16,-4-5 21 15,-2 5-20-15,-4 0-11 16,3 0 11-16,2 0-8 16,4 0 19-16,7 0-2 15,7 0 10-15,2 0-12 16,4 0 15-16,6 0-12 0,-1-2 2 15,7 0-2-15,-3 2-1 16,-3-2-4-16,0 2 0 16,-10 0-15-16,-2 0 21 15,-3 0 0-15,-1 0-10 16,4 6 22-16,2 0-6 16,6 1-1-16,3-6 22 15,11 1-4-15,-2-2-20 16,2 0 8-16,2 0-7 15,-1 0 31-15,1 0-22 16,-5 0-19-16,-7 0 14 16,-8-3-16-16,-4-5 10 15,-10-3-2-15,10 4 12 0,0-4-5 16,2 11 1-16,5-4 4 16,-3 4-19-1,2 0 23-15,3 0-22 0,9 0 12 16,-1 0-4-16,8 0-2 15,-1 3-1-15,-2 4-4 16,0 2 10-16,-6-2-16 16,-4 0 27-16,-2-3-28 15,1 0 22-15,-3-3-18 0,6 1 11 16,-4-2-3 0,3 4 0-16,-1-2 1 15,-8 2-11-15,-2-4 22 0,2 0-23 16,2 0 23-16,6 0-19 15,3 0 12-15,-2 0-10 16,0 6-3-16,-2 0-12 16,0 6-73-16,-4 2-161 0,-1-2-193 15</inkml:trace>
  <inkml:trace contextRef="#ctx0" brushRef="#br0" timeOffset="-162230.29">10567 8007 215 0,'0'0'0'0,"0"0"-60"0</inkml:trace>
  <inkml:trace contextRef="#ctx0" brushRef="#br0" timeOffset="-89987.14">23027 13997 446 0,'0'0'179'0,"0"0"-163"0,0 0-1 0,0 0 208 15,0 0-132-15,0 0-86 16,0 0 10-16,0 0 14 0,9 0 12 16,-7 0 7-1,-2 0-29-15,4 0 37 16,5 0-39-16,2 0 17 15,4 0-15-15,10 0 4 16,4 0-5-16,9 0 5 0,7 0-10 16,9 1-12-1,3 8 28-15,10 5-26 0,4-7 3 16,5 8 6-16,0-6-15 16,-5 1 10-16,0-1-14 15,-3-2-1-15,-8-1-1 16,-10-3-8-16,-12-1-25 15,-13-2-1-15,-7 0-57 16,-11 0-92-16,-5 0-468 16</inkml:trace>
  <inkml:trace contextRef="#ctx0" brushRef="#br0" timeOffset="-88954.94">23875 13841 250 0,'0'0'217'0,"0"0"-143"0,0 0-23 0,0 0 111 0,0 0-38 15,0 0-73 1,0 0-25-16,0 0-7 16,0 5-3-16,0 1-14 15,12 2 54-15,-3 2-12 0,6 3 13 16,1-2-46-16,6 1 27 16,0 4-38-16,3-4 10 15,-1 4-8-15,5 2-2 16,-2-2 0-16,-2 4 5 15,-8-3-14-15,-3-4 22 16,-7 0-22-16,1 1 25 16,-8-3-23-16,0 6 14 15,0 1-7-15,-15 3 0 16,-19 10 6-16,-12-1-10 0,-8 2 10 16,-4-6-6-1,9-2 11-15,4-4 5 16,14-3-16-16,9 0 23 0,4-5-19 15,10-10 7-15,3 0-11 16,5-2-1-16,0 0-7 16,0 0-6-16,5 0 3 15,16-4 5-15,0-4 0 16,-9 2 12-16,-2-1-6 16,-6 7 3-16,-4 0 4 15,0 0 16-15,0 0-12 16,0 0 26-16,0 0-33 15,0 0 9-15,0 0-9 0,0 0-8 16,0 0-24-16,3-1-13 16,-1 1-13-1,0-4-24-15,0 4-41 0,0-3-271 16,-2 3-174-16</inkml:trace>
  <inkml:trace contextRef="#ctx0" brushRef="#br0" timeOffset="-88641.08">23846 14341 676 0,'0'0'312'0,"0"0"-290"0,0 0 11 0,0 0 25 0,0 0-34 16,-2-120-13 0,20 76-18-16,2 8 23 15,-6 2-11-15,-6 11-3 16,-3 13 1-16,-5 8 2 16,0 2 0-16,0 0-5 15,0 2 9-15,2 13-19 0,3-2-100 16,4-4-252-1</inkml:trace>
  <inkml:trace contextRef="#ctx0" brushRef="#br0" timeOffset="-87577.36">24839 14189 518 0,'0'0'89'0,"0"0"-89"0,-61 138 0 0,47-97 9 0,8-7 66 15,6-6-61-15,0-5-14 16,0 0 6-16,6-9-16 16,5-5 19-16,-3 0-18 15,-6-9-87-15,-2 0-20 16,0 0-45-16,0-19-104 16</inkml:trace>
  <inkml:trace contextRef="#ctx0" brushRef="#br0" timeOffset="-87357.18">24553 13984 781 0,'0'0'0'0,"0"0"1"0,0 0 86 16,132-34 62-16,-77 30-61 0,1 2-77 15,-3 2-6 1,-4 0-5-16,-6 0-76 0,-6 0-205 16,-8 0-233-1</inkml:trace>
  <inkml:trace contextRef="#ctx0" brushRef="#br0" timeOffset="-87139.99">25163 14007 83 0,'0'0'727'15,"0"0"-579"-15,0 120-113 16,0-70 87-16,0-11-58 0,0 6-46 16,0-7-18-1,0-5-18-15,0-10 6 0,0-5-31 16,-4-12-37-1,0-6-236-15,-6 0-192 16</inkml:trace>
  <inkml:trace contextRef="#ctx0" brushRef="#br0" timeOffset="-86923.8">25257 13841 809 0,'0'0'276'16,"0"0"-249"-16,0 0 26 15,0 0 37-15,0 0-90 16,0 0-15-16,18-15-109 0,-9 15-97 16,-1 14-386-1</inkml:trace>
  <inkml:trace contextRef="#ctx0" brushRef="#br0" timeOffset="-86357.38">25479 14137 1074 0,'0'0'70'16,"0"0"-65"0,0 0 5-16,-44 124 16 0,33-86-18 15,-2 0-14-15,2-2 20 16,-5-10-22-16,5-2 19 16,4-11-20-1,-2-3 10-15,7-10-2 0,-3 0-4 16,1-10-5-16,-2-17 0 15,3-13 10-15,3-8-14 16,0-9 23-16,18-4-9 16,11-1 0-16,6 4 0 15,-4 9-14-15,-4 13 13 16,-2 15-1-16,-11 12 4 16,1 9 9-16,-2 3-11 15,1 23 31-15,-3 11-27 16,-5 7 13-16,-6 2-15 0,0-1-2 15,0-5 0-15,0-8-6 16,0-8 4-16,0-8-18 16,0 0 17-16,12-5-9 15,10-3 5-15,6 8 14 16,9-5 7-16,-4 1-14 16,-4 6 1-16,-2-1 4 15,-10 7 6-15,-6-2-7 16,-3 1 1-16,-6 2 0 0,0-1-5 15,-2-8-5-15,0 0-38 16,0-9-44-16,0 4-24 16,0-9-355-16</inkml:trace>
  <inkml:trace contextRef="#ctx0" brushRef="#br0" timeOffset="-86057.01">25803 14604 950 0,'0'0'31'0,"0"0"8"0,35-105-29 0,-12 52 107 0,2-6-91 15,8 4-25 1,-2 2 4-16,0 7-10 0,-2 6 5 16,-3 16-7-16,-3 8-31 15,-9 16 35-15,-1 0-24 16,0 24 27-16,1 15 38 15,1 11-8-15,1 7-17 16,1 2-10-16,1-5-6 0,0 3-1 16,-7-11-2-1,-4-11-61-15,-5-3 15 0,-2-14-128 16,0-9-155 0,-13-9-150-16</inkml:trace>
  <inkml:trace contextRef="#ctx0" brushRef="#br0" timeOffset="-85892.02">25976 14352 1050 0,'0'0'0'0,"0"0"0"15,0 0 0-15,0 0 0 16,0 0 0-16,137-36-299 15,-106 22-246-15</inkml:trace>
  <inkml:trace contextRef="#ctx0" brushRef="#br0" timeOffset="-85491.16">26271 14247 905 0,'0'0'96'0,"0"0"-55"15,-3 118 42 1,-1-75-16-16,4-5-67 0,-4-2 0 15,-4-10 0-15,2-6-12 16,-9-14 7-16,-3-6-20 16,-3-6-2-16,2-25-25 15,3-8 14-15,11-5-29 16,5-5-1-16,9 0-81 16,27-1 48-16,6 11 77 15,6 5 14-15,-2 13 10 0,-2 15 25 16,-10 6 41-16,-14 11 4 15,-11 28 46 1,-6 6-12-16,-3 9-51 0,0-5-28 16,-3-4 56-1,-6-5-41-15,9-12-26 0,0-6 14 16,0-1-24-16,4-7 9 16,17-5-10-16,3 0 0 15,7-1 1-15,5 2-8 16,-1-1 2-16,3 1-11 15,-5-2-40-15,4 5-130 16,-4-9-361-16</inkml:trace>
  <inkml:trace contextRef="#ctx0" brushRef="#br0" timeOffset="-84475.29">27808 14337 919 0,'0'0'30'0,"0"0"-23"0,-118 9 5 0,72 14 2 15,3 7-5-15,11 7-5 16,13 4 42-16,12 6 61 16,7 12-53-16,0-3-37 15,16-5-11-15,17-5-4 16,5-11-1-16,5-9-1 15,-4-8-11-15,8-9-50 16,0-9-18-16,1 0-11 0,-3-17-205 16,-5-10-172-16</inkml:trace>
  <inkml:trace contextRef="#ctx0" brushRef="#br0" timeOffset="-84193.4">28089 14672 257 0,'0'0'490'15,"0"0"-490"-15,0 0 19 16,0 0-8-16,0 0 140 16,0 0-100-16,129 85-15 15,-82-85-10-15,4 0 44 0,-2-14-9 16,-9-8-57 0,-13-9 17-16,-13-3-16 0,-14-6 7 15,0-2 5-15,-3 7-28 16,-26 4 19-16,-14 13-8 15,-7 12 7-15,-6 6 13 16,-4 13-20-16,8 12 3 16,15 0-16-16,16 8 11 0,19-3-29 15,2-1-65 1,20 0-30-16,22-11-202 0,8-8-91 16</inkml:trace>
  <inkml:trace contextRef="#ctx0" brushRef="#br0" timeOffset="-84040.2">28514 14698 746 0,'0'0'177'16,"0"0"-143"-16,0 0 32 15,45 139 7-15,-38-97-11 16,0 1-56-16,-1-10-12 16,5-3-32-16,-2-16-6 15,0-9-87-15,4-5-273 16</inkml:trace>
  <inkml:trace contextRef="#ctx0" brushRef="#br0" timeOffset="-83877.23">28689 14493 977 0,'0'0'224'0,"0"0"-224"16,0 0-239-1,0 0 146-15,0 0-50 0,0 0-558 16</inkml:trace>
  <inkml:trace contextRef="#ctx0" brushRef="#br0" timeOffset="-83524.95">29113 14493 194 0,'0'0'756'0,"0"0"-723"0,0 0-25 15,0 0 32 1,0 0 25-16,-129 4 3 0,119 21-67 16,5 0 24-16,5 8-22 15,0 1-2-15,5-4 1 16,19 3-2-16,5-2-8 0,2 0 8 15,7 1-12 1,-7-5 19-16,-2-1-14 0,-9-3 0 16,-13-9 7-1,-7-4-38-15,0-4 27 0,-29-4 5 16,-10-2-8 0,-5 0 11-16,2 0 6 0,11 0-8 15,4-8-19-15,11 2-80 16,8 2-194-1,8 4-17-15</inkml:trace>
  <inkml:trace contextRef="#ctx0" brushRef="#br0" timeOffset="-83227.21">29118 14972 385 0,'0'0'253'0,"0"0"-86"0,0 0 4 15,0 0-36 1,0 0-64-16,140-142-47 0,-104 96-15 15,2 2-16-15,0 2 7 16,-4 6-1-16,-8 10-16 16,-2 12-12-16,-8 12 27 15,-3 2-38-15,3 9 35 16,-5 20 10-16,7 7 13 16,-5 4-17-16,-6 3 11 15,0 4-10-15,-5-3-4 16,-2-1-2-16,0-3-56 15,0-10 2-15,0-7-225 16,-11-19-43-16</inkml:trace>
  <inkml:trace contextRef="#ctx0" brushRef="#br0" timeOffset="-83087.16">29370 14790 476 0,'0'0'530'15,"0"0"-530"-15,0 0-5 16,0 0 5-16,0 0-13 16,131 11-68-16,-84-11-367 15</inkml:trace>
  <inkml:trace contextRef="#ctx0" brushRef="#br0" timeOffset="-82776.9">29778 14614 610 0,'0'0'230'16,"0"0"-212"-16,0 0 72 0,0 0-19 15,0 0-50-15,0 0-11 16,-16 25-14-16,36-4 13 16,5-2 2-16,2 2-10 15,2 1-1-15,6-1 0 16,1 7-2-16,3 2 0 15,-5 3 4-15,-5 4-8 16,-13-3 19-16,-14-4-26 16,-2-3 23-16,-6-10-10 15,-28-3 0-15,-11-3 25 0,-11-7-13 16,-2-4 30 0,1 0-21-16,6 0-21 0,9 0-9 15,9-11-119-15,10-1-434 16</inkml:trace>
  <inkml:trace contextRef="#ctx0" brushRef="#br0" timeOffset="-81926.99">30800 14916 555 0,'0'0'144'0,"0"0"-120"0,0 0 113 16,0 0-32-16,0 0-82 16,0 0 14-16,14-79-29 15,-10 72 76-15,-1 7-14 0,-3 0-9 16,0 0-29-16,0 0 21 15,0 0-29 1,0 0 8-16,0 21-23 0,0-4-8 16,0 10 2-16,2-4-3 15,0 4-4-15,7-4-63 16,-7 13-4-16,0-11-40 16,-2 0-217-16,0-6-464 15</inkml:trace>
  <inkml:trace contextRef="#ctx0" brushRef="#br0" timeOffset="-81626.92">30611 15123 678 0,'0'0'133'0,"0"0"-100"15,0 0 133-15,147-10-22 16,-87-10-90-16,7-8-22 15,-2-10-21-15,-7-4-5 16,-14-8 5-16,-15-6-11 16,-17 6 0-16,-12-2-12 15,-4 9 0-15,-24 7 3 16,-8 10 3-16,-4 4 0 0,3 8 6 16,1 12 7-1,9 2-7-15,7 5 0 0,7 18-47 16,8 9-52-16,5 1-164 15,0 2-143-15</inkml:trace>
  <inkml:trace contextRef="#ctx0" brushRef="#br0" timeOffset="-81416.99">31030 14993 270 0,'0'0'260'0,"0"0"-213"16,0 0 44-16,115-4 35 0,-72-34-26 15,-7-2-67-15,4 0 2 16,-7 10 21-1,-4 4-19-15,-9 8-35 16,-5 10-2-16,-3 8-3 16,-3 0 3-16,-1 18 1 0,2 16 2 15,-1 4-3 1,-5 5 13-16,-2 3-26 0,-2-2-16 16,0-1-13-16,0-7-59 15,-2-8-57-15,-9-6-19 16,-1-8-142-16</inkml:trace>
  <inkml:trace contextRef="#ctx0" brushRef="#br0" timeOffset="-81211.22">31251 14915 1060 0,'0'0'178'15,"0"0"-159"-15,0 0-19 16,0 0 65-16,0 0-65 16,144-36-9-16,-103 18-130 15,-12-2-390-15</inkml:trace>
  <inkml:trace contextRef="#ctx0" brushRef="#br0" timeOffset="-79545.27">24922 15147 252 0,'0'0'83'0,"0"0"-83"16,0 0-10-16,0 0-8 15,0 0 36-15,-122 35 56 16,102-31 36-16,4-4-17 0,3 0-48 16,4 0-45-16,2 0-49 15,1 0-74-15,-1 0-95 16,-2 0 14-16,0 0 204 16,1 0 212-16,5-4 77 15,-1-2-162-15,2-1-63 0,0 1-44 16,2-5-20-1,0 5-1-15,-3-7 1 0,3 3 28 16,-3 6 22 0,1-4 82-16,0 5-84 0,0 0-24 15,2 3-24 1,0 0 0-16,0 0-3 16,0 0 13-16,0 22-24 15,0 10 28-15,0 5 4 0,0-1-9 16,0-6-9-16,-6-1 9 15,1-8-5-15,1-9-3 16,0-10 1-16,0-2 10 16,4 0-7-16,-2-16 8 15,0-18 2-15,0-6-29 16,2-10 14-16,0 1-1 16,0 1-12-16,0 2 3 15,0 7 7-15,6 1 1 16,11 11-7-16,3 6 3 15,-5 8 6-15,-1 9-30 16,5 4 22-16,4 4-6 16,2 18 14-16,-2 6-1 15,-4 10-26-15,-13 2 11 16,-6 4 16-16,0-2 0 0,-22-2 12 16,-2-13-22-16,-3-5 23 15,2-8-13-15,5-10 8 16,7-4 10-16,4 0 9 15,9 0-22-15,0-14-5 16,5 1 8-16,19 5-16 16,0 8 15-16,3 0-14 15,2 21 14-15,-2 10-18 0,0 2 11 16,-7-1 0 0,-1-6-1-16,0-4 2 15,1-8-2-15,-3-5-58 0,-1-9-110 16,-5 0 52-16,-4 0 101 15,-5 0 7-15,2 0 9 16,-4 0 57-16,5-5 50 16,0-9-95-16,5-9-7 15,3-6-10-15,1-3-33 16,5-1 22-16,-9-5 0 16,5 6 14-16,2 5 2 15,-2 4 18-15,1 5-16 16,-1 18 13-16,1 0-22 0,-1 14 17 15,1 22 23-15,-1 8 41 16,-3 3-33-16,-1 0-29 16,-3-3 7-1,0-2-13-15,-2-7-6 0,-6-5 6 16,0-6 3-16,0-8-18 16,0-6-2-16,-6-10-69 15,2 0-187-15</inkml:trace>
  <inkml:trace contextRef="#ctx0" brushRef="#br0" timeOffset="-79365.19">25139 15330 730 0,'0'0'258'0,"0"0"-248"0,0 0-6 0,0 0 122 0,0 0-86 0,0 0-40 15,120-43-48 1,-87 26-121-16,-6-1-416 16</inkml:trace>
  <inkml:trace contextRef="#ctx0" brushRef="#br0" timeOffset="-79147.19">25558 15052 270 0,'0'0'705'15,"0"0"-699"-15,0 0-5 16,22 111 8-16,-15-75 19 0,-3 1-21 16,-4 11-14-16,0-8 13 15,2-4-17-15,-2-12-52 16,7-8-298-16,-7-12-156 15</inkml:trace>
  <inkml:trace contextRef="#ctx0" brushRef="#br0" timeOffset="-78915.25">25654 15047 759 0,'0'0'296'15,"0"0"-295"-15,0 0 13 16,0 0 95-16,87-136-94 16,-45 96-15-16,-5 6-79 15,2 4-120-15,-15 12-258 16</inkml:trace>
  <inkml:trace contextRef="#ctx0" brushRef="#br0" timeOffset="-78363.42">26175 14991 694 0,'0'0'320'0,"0"0"-318"0,0 0-1 0,0 0 5 0,0 0 6 0,0 0-5 15,96 8-14-15,-92 18 2 16,-4 7 0-16,0 11 9 16,-23 1-8-16,0 12-5 0,-9-3 8 15,1-2-8 1,0-2 18-16,6-8 1 0,7-8-6 16,12-12-1-16,6-3-3 15,0-12-49-15,16 7-57 16,12-5-75-16,8-4 41 15,0 4-20-15,-5-7 7 16,-8-2 98-16,-4 0 18 16</inkml:trace>
  <inkml:trace contextRef="#ctx0" brushRef="#br0" timeOffset="-78037.02">26013 15362 1031 0,'0'0'41'0,"0"0"55"0,0 0-31 16,0 0-25-16,158 0-40 0,-108 0-13 15,6 2-112-15,-11 4-284 16</inkml:trace>
  <inkml:trace contextRef="#ctx0" brushRef="#br0" timeOffset="-77082.69">25749 14794 508 0,'0'0'207'0,"0"0"-28"0,0 0-69 0,0 0-37 0,0 0-64 16,0 0 5-16,-27 0-15 0,23 0 6 15,-2 0 29 1,-1 4-1-16,3 5 10 0,-4 5-31 16,8-5-3-1,0 2-9-15,0-1 1 0,0-9-6 16,12 2 10 0,-3-3-9-16,-3 0 12 0,-4 0-11 15,-2 0 14-15,0 0-9 0,0 0-1 16,0 0-1-1,0 0 0-15,0 0-17 16,-2 0 12-16,-6 0-12 16,1 10 7-16,0-4 9 0,7 10-5 15,0-8 12 1,0 2-2-16,0-10-4 0,5 0 0 16,1 0-7-1,-1 0 16-15,-3 0 8 16,-2 0-14-16,0-10 13 0,0 2-15 15,-7 2 1-15,-1 4 1 16,0-3-3-16,8 2 0 16,0 3-58-16,10-6-84 15,19 0-244-15</inkml:trace>
  <inkml:trace contextRef="#ctx0" brushRef="#br0" timeOffset="137137.87">12715 6276 621 0,'0'0'42'0,"0"0"-27"0,0 0 71 0,0 0 2 16,40 115-65-16,0-97 59 15,7-6-52-15,11-11 18 16,7-1 3-16,15-12 18 16,14-28-15-16,-3-16-14 15,3-18 0-15,-15-5-30 16,-21-4 19-16,-20 0-24 15,-26 5-10-15,-12 2-1 16,-23 6 1-16,-28 10-22 16,-16 17 4-16,-18 22 1 15,-11 19-6-15,-8 2 15 0,-6 44 5 16,10 14 4-16,18 10 8 16,19 6 14-16,21 3-4 15,22-1-7-15,20 1-7 16,0-4 5-16,43-12-10 15,24-14 7-15,22-20-11 0,13-18 18 16,12-9-12 0,-3 0 9-16,-10-8 3 0,-28 2-8 15,-28 6 0 1,-28 0-1-16,-12 19 0 16,-5 18 25-16,0 10 6 15,13-1-9-15,14-10-22 0,22-7 0 16,31-14-15-16,25-15 13 15,17 0-20-15,3-26-30 16,-11-7-35-16,-27 0-163 0,-25-4-312 16</inkml:trace>
  <inkml:trace contextRef="#ctx0" brushRef="#br0" timeOffset="138101.03">13918 4963 54 0,'0'0'402'0,"0"0"-261"0,0 0-11 0,0 0 21 0,0 0-74 16,0 0-45 0,-10 4-8-16,6 4-12 0,4 3 7 15,-2 4 24 1,0 5 5-16,2 7-21 0,0 6-2 16,0 1-16-1,0 6 3-15,0 0-6 0,0-1-5 16,0-1-1-16,0-4 0 15,0-8 0-15,0-10 4 16,0-8-8-16,0-4 8 16,0-4-2-16,0 0-1 15,4-22 4-15,0-16-4 16,2-6-1-16,3 4 0 16,1-3-6-16,11 5 3 0,4 8-13 15,-1 6 11-15,3 8-6 16,-3 14 9-1,-2 2 4-15,3 2-1 0,0 25 0 16,4 12 2-16,4 8 5 16,3 4-5-16,3 2-3 15,1-3 7 1,-1-4-14-16,-6-10 7 16,1-12-9-16,-1-12-15 0,9-12-58 15,7-10-22-15,0-30-78 16,-6-14-64-16</inkml:trace>
  <inkml:trace contextRef="#ctx0" brushRef="#br0" timeOffset="139256.41">11599 6507 605 0,'0'0'138'0,"0"0"-132"0,0 0 3 0,2 112 64 0,9-76-56 16,2 0 41-16,7 1-54 15,1 2 11 1,-2 1 6-16,2-1-1 16,-3 1-17-16,-5-9 3 15,5-14-7-15,-11-9 9 16,1-8-9-16,-4 0 6 0,-1-14 36 16,6-26 2-1,-2-19-16-15,1-13-13 0,6-13-9 16,1-18 3-16,4-13-3 0,-4-15-8 15,1-3 3 1,-3 0-2-16,-1 5-21 0,-4 13 19 16,1 14 5-1,-5 8-1-15,3 5 5 0,-2 7 8 16,1 0 71 0,3 6-79-16,5 9 2 0,3 3-6 15,6 6 21-15,4 8-14 16,4 6 11-16,9 0-2 15,7 4-14-15,1 5 2 16,4 6 0-16,-8 10 1 16,-3 8 1-16,-6 4-11 15,9 0 4-15,10 7 0 16,15-5 2-16,20 2-2 0,13-1 0 16,21-2 0-1,16 1-4-15,10 5 17 16,5 0-17-16,6 0 11 0,-2 0-14 15,0 0 9 1,-2 2-9-16,-4 1 7 0,-1-3 0 16,-6 0 0-1,-11-7-11-15,-14-5 5 0,-22 8-10 16,-24 4 7-16,-23 0 10 16,-18 2-2-16,-11 4 1 15,-3 4-3-15,-2-8 3 16,5 1-30-16,3-3 26 15,-8 0-26-15,-7 0 17 16,-10 0-94-16,-18 0-259 16</inkml:trace>
  <inkml:trace contextRef="#ctx0" brushRef="#br0" timeOffset="140382.94">10770 5231 298 0,'0'0'68'0,"0"0"-1"0,0 0 28 0,0 0 23 16,0 0 55-16,0 0-21 16,5-55-67-16,-5 52-15 0,0 3-14 15,0 0-42 1,0 0 3-16,0 0-14 0,0 0-6 16,0 18-9-1,6 20 12-15,1 12 7 16,0 11 11-16,-3-1-13 15,3 0 10-15,-3-4-15 0,3-11 4 16,-3 0-2-16,-2-12 7 16,-2-13-16-16,5-8 19 15,-5-6-12-15,0-6 2 16,0 0 3-16,0-2 1 16,2-23-6-16,1-11-9 15,1-5-6-15,5-4 9 16,-1 1 12-16,2 4-9 0,5 5 6 15,5 2-6-15,5 5 6 16,13 0 1-16,8 8 0 16,12 8-1-16,2 12 21 15,0 0-17 1,1 19 0-16,-1 12-1 0,-6-2-9 16,-8 4 3-1,-1-3-2-15,-10-1-5 0,-10-4-6 16,-2 1 5-16,-8 2-12 15,-2-6 19-15,3-8-38 16,11-14-72-16,4 0-205 16,4-20-102-16</inkml:trace>
  <inkml:trace contextRef="#ctx0" brushRef="#br0" timeOffset="141582.7">15587 6288 530 0,'0'0'344'0,"0"0"-323"0,176 9-13 16,-116-3-7-16,-4-5-1 16,-1 4 0-16,1-5-211 0,-2 0-154 15</inkml:trace>
  <inkml:trace contextRef="#ctx0" brushRef="#br0" timeOffset="141912.79">15402 5973 670 0,'0'0'284'16,"0"0"-226"-16,127 0 46 0,-51 0-6 15,20 0-48 1,10 0 0-16,6 0-37 16,-5 0-13-16,-9 0-34 15,-18-3-86-15,-18-12-314 16</inkml:trace>
  <inkml:trace contextRef="#ctx0" brushRef="#br0" timeOffset="143998.82">17280 5975 603 0,'0'0'188'0,"0"0"-79"0,0 0 5 15,-82 127-3-15,75-95-52 0,7 1-41 16,0 6 0-16,12-1-11 16,23 2-4-16,9 3 3 15,14-11-10-15,13-9 5 16,8-8-2-16,8-15-2 16,7 0-14-16,-1-34 15 15,5-25-10-15,-5-13 6 0,-5-10-55 16,-13-8-43-1,-26-4-80-15,-34 1-46 16,-15-1 14-16,-37 12-96 16</inkml:trace>
  <inkml:trace contextRef="#ctx0" brushRef="#br0" timeOffset="144297.9">17868 5606 374 0,'-118'7'338'16,"-2"39"-127"-16,11 24-119 0,11 14 65 16,18 14-95-1,22 1-17-15,18-5-27 0,17-10-14 16,15-11 4-16,8-14-3 15,10-11 7-15,29-12-7 16,12-9-10-16,17-10 2 16,11-6 1-16,2-9-7 15,-4-2-11-15,-6 0 9 16,-7 2-4-16,0 2 5 16,-9 4 17-16,-4 9-16 0,-3 4 18 15,-9 5-8-15,1-2 5 16,7-1 18-16,6-2-17 15,17-6 2-15,5-14 2 16,2-1-6-16,0 0-10 16,-8-20-29-16,-5-5-37 15,-1-11-94-15,-10-3-317 16</inkml:trace>
  <inkml:trace contextRef="#ctx0" brushRef="#br0" timeOffset="-77061.18">22770 7209 209 0,'0'0'44'0,"0"0"-38"0,0 0 20 0,0 0 69 0,0 0-18 16,0 0-40-1,0 0 34-15,0 0-42 16,0 0 25-16,0 0-13 0,0 0 8 16,0 0-21-1,0 0-1-15,0 0 19 16,0 0-37-16,0 0 43 0,0 0-32 16,0 0-4-1,0 0-5-15,0 0-17 0,0 0 8 16,0 0-2-16,0 0 0 15,0 0-4-15,0 0-5 16,0 0 18-16,0 0-19 16,0 0 28-16,0 0-31 15,0 0 17-15,0 0-8 0,0 0 2 16,0 0-13 0,10 0 15-16,5 4 0 0,5-4-11 15,9 2 25 1,0-2-8-16,2 0-6 0,1 2 9 15,1-2-9 1,-2 4 0-16,5-3-7 0,-3-1 16 16,2 3-22-16,-1-3 29 15,1 0-28-15,0 0 24 16,2 2-19-16,3 0 14 16,2-2-4-16,-1 4-3 15,3-4-2-15,-1 0 0 16,-3 0 2-16,-1 0 1 0,1 0 8 15,1 0 0 1,1-6 1-16,7 0-7 0,0-2-3 16,5 4-1-16,1 2 0 15,-3 2-14-15,-4 0 12 16,-5 0-2-16,-1 0-11 16,0 0 32-16,3 0 13 15,4 0 15-15,0 0-44 16,-5 0-9-16,-3 0 9 15,-1 0-7-15,0 0 14 16,1 2-13-16,1 2 17 16,2 0-9-16,-1 0-2 0,-1-3-1 15,3 2-8 1,-1-1 3-16,3 4 4 0,2-1 2 16,2 4 0-16,0 1 6 15,2 0-13 1,3-3 24-16,2 4-31 0,9-8 14 15,2 1-6-15,1 1-5 16,-1-3-2-16,-5 2-15 16,3 2 28-16,-7 4-8 15,-2 0 17-15,2-1-3 16,0 0-2-16,5-3-8 16,4-4 2-16,0-2 2 15,3 0 0-15,-6 0 2 16,-3 0-12-16,-5 0 21 15,-2 6-8-15,-4 2 8 0,2-2-7 16,-5 5 9 0,0 2-4-16,-2 3-9 0,-3-2 0 15,-1 6-7 1,-3-2 16-16,0-2-22 0,0 4 26 16,0-1-20-16,0-6 14 15,2 4-12-15,5-6 5 16,1 0 0-16,2-6-1 15,6 4 3-15,-2-1-7 16,-6 0 10-16,-5-2-13 16,-1 0 21-16,-6 0-21 15,9 2 16-15,-1 0-1 16,8 0-7-16,3 0 0 16,0-1-7-16,3 2 6 15,-8-1-5-15,-8-2 12 16,-5 2-12-16,-2 0 18 0,-4 2-13 15,4-2 5-15,5 0-5 16,2 0 1-16,8 1 0 16,-1-3-3-16,-1-1 17 15,11 5-21-15,-4 0 18 16,3 2-15-16,1-1 16 16,-1-5-12-16,-8 1 3 15,6 5-1-15,-4-2 2 16,-6 1-4-16,-1 0 21 0,-3 5-13 15,4-1 9 1,-1-3-10-16,2-2-12 0,2 1 11 16,3 2-12-1,-2 0 6-15,2 1 0 0,-5 0-7 16,1 2 16 0,2 1-5-16,6-3 10 0,4-1 9 15,5 4-22-15,1-3 0 16,-1-1-1-16,-3-1-3 15,-4 1 2-15,-4-1 2 0,-1 1-15 16,0 2 30 0,8 1-13-16,3-1 6 15,1-2-18-15,3 5 18 16,-12-2-18-16,-2 4 9 16,-5-2 0-16,2 3-3 0,3-3 7 15,8-1-4 1,3 2 19-16,6-1-31 0,5 1 16 15,4 2-8 1,0 1 2-16,3 2 2 0,6-3 0 16,-3 4 2-16,8-6-16 15,2-2 32-15,-2-1-35 16,-3 0 31-16,-9 0-26 16,-3 2 18-16,-6-1-7 15,1 6 1-15,-3-3-3 0,6 0 2 16,0 1 2-16,-6 1-11 15,-7 0 25-15,-6-2-24 16,-13-2 18 0,-9 0-16-16,-3-2 7 15,0 0-1-15,1-2 1 16,3 0-2-16,4-2-6 0,5 2 5 16,6 2-7-16,4 2-4 15,1 3 13-15,-3 2 2 16,-1 2-11-16,-1 0 10 15,-4 0 0-15,-2-2-3 16,-2-1 14-16,-2 2 7 16,-4-1-18-16,2 5 16 15,-9-3 0-15,-2-2-16 16,0-2 16-16,5 4-3 16,5 1-2-16,13 4-5 15,-6 0-12-15,-5-4 17 0,-12 6-17 16,-7 0 15-16,0 4-2 15,1 1-3-15,4-5 4 16,-4 4-8-16,10-3 0 16,0 4-1-16,0 1 11 15,-2 0-21-15,-4-2 27 16,-5 8-18-16,-6 0 4 16,3 3 7-16,-7 0-7 0,3-4-2 15,-5-5 0 1,-2 2 1-16,-1-2-7 0,-3 10 12 15,-2 4-7 1,3 8 13-16,-5 9-2 16,0 5 1-16,0 7 2 0,0-1-13 15,0-10 0-15,0-16-28 16,0-11-114-16,0-30-105 16,-24-13-371-16</inkml:trace>
  <inkml:trace contextRef="#ctx0" brushRef="#br0" timeOffset="-72713.73">22851 7257 429 0,'0'0'50'0,"0"0"-38"0,0 0 40 16,0 0 62-16,0 0 22 0,0 0-88 15,-25-8 4-15,25 8 9 16,0 0-9-16,-4 0-15 16,-3 22-27-16,-7 18 22 15,-3 10-30-15,-8 8 13 16,3 6-1-16,0 6-7 16,-3 5-3-16,1 4 20 15,-1 4-23-15,0-1 1 16,6 0-4-16,1-4 9 15,5 5-13-15,-3-5 14 16,5 3-16-16,-3 1 18 16,3 6-18-16,-4 5 12 0,1-4-8 15,-3 2 3-15,5-5 1 16,1-8-5-16,3 0 20 16,0-5-26-16,-3-4 23 15,5 2-10-15,2 1 1 16,-6-2-6-16,-1-2-9 15,-5 0 9-15,-5 1-4 16,-4-3-13-16,0-4 14 16,0-2 5-16,4-2-15 15,-4-2 31-15,5-3-18 0,3-3 3 16,-2-4-5 0,8-2 3-16,2 8 1 0,0 4-9 15,5 4 20-15,-3 2-22 16,0 1 30-16,3-5-35 15,-3-2 30-15,5-3-26 16,2-3 14-16,-4-3-1 16,-5 0 0-16,-9 1 1 15,-5 2 14-15,-4-2-3 16,4 2-6-16,-2-6 1 0,7 2 9 16,1-4-11-1,3 1-3-15,3 0-2 16,-3 6 3-16,-1 2-5 0,-3 6 13 15,-4 3-18 1,-1 5 24-16,1 0-27 16,9-2 20-16,-3-4-18 0,9-2 16 15,-1-1-10-15,-2 4 2 16,2 6 0-16,-3 6-11 16,-1 1 23-16,-1-5-18 15,0-6 20-15,-1-6-16 0,-1 1 5 16,3-9 5-1,2-2-8-15,1 2 7 0,-1-6-15 16,2 2 21 0,3-6-28-16,5-5 30 15,0-3-27-15,0-4 15 16,0-2-6-16,9 0 0 16,0 2 2-16,-2 1 1 15,0-2-3-15,-3-3-5 16,2 5 16-16,-1-10-16 15,0 3 18-15,-1 0-20 0,-4-2 15 16,0 8-10-16,0 4 5 16,0 4 0-16,-4 8-8 15,-8 1 21-15,1-4-16 16,5 0 13-16,4-5-16 16,-4 0 12-16,2 3-6 15,-5 6 3-15,-1 3-3 16,-2 4 0-16,1 0 7 15,11-8-14-15,0 0 20 0,0-1-23 16,2-5 22-16,11 2-23 16,1 2 19-1,-3-6-13-15,3 0 5 0,-3-3 0 16,2-5-3-16,3-1 7 16,4 0-13-16,6-1 24 15,1-3-29-15,-2-2 22 16,1 3-16-16,-5 4 16 15,3-2-12-15,-4 2 4 16,2 1 0-16,5 4-1 0,5-4 10 16,-1 4-17-1,6-1 25-15,-1-2-29 16,-3 3 25-16,3-3-21 16,-3 2 8-16,6-2-3 0,-4-3 3 15,5 2 0 1,0-4-8-16,3 2 26 0,-1-6-31 15,1 2 22-15,-1 0-12 0,2-2 4 16,1 3-1 0,3-2 0-16,6 1 2 0,2-3-11 15,2 1 18 1,-4 0-16-16,3 1 14 16,-4-2-14-16,-3 6 14 15,-2-2-15-15,0 0 8 0,-6 0 0 16,3 1-3-1,-3 2 10-15,3-3-13 16,3 2 20-16,2-2-19 0,0-4 8 16,2 1-6-16,-3 6 5 15,0-5-3 1,0 2 1-16,-1 0-1 0,6 9-9 16,2-10 20-16,0 4-15 15,0-3 20-15,-6-2-20 16,2 0 10-16,-6 2-10 15,-3 5 0-15,-1-6 5 16,-4 1-1-16,-2 2 5 16,0 1-15-16,1-2 28 15,5-5-30-15,4 4 26 16,-4 5-22-16,3-4 14 16,-6 4-5-16,-1-1 0 15,-2 2-2-15,1-2-7 16,2-1 18-16,3-2-20 0,3 3 29 15,1 2-29-15,4-2 23 16,-4 7-24-16,-1-6 10 16,-3 3 2-16,-4-3-1 15,-3-5 10-15,2-3-20 16,-2 0 25-16,1-3-22 16,-1-6 18-16,-2 4-14 0,1-2 4 15,-3-6 0 1,0 0-7-16,0 0 13 15,0 2-17-15,1-3 22 0,1 3-19 16,-4-2 19-16,-4 7-22 16,-3-9 23-16,-2 4-25 15,9-2 11-15,-2-1 2 16,8-3 0-16,4 1 6 16,3-1-19-16,5 8 29 15,-5-6-28-15,2 10 20 16,-1 1-13-16,1-4 6 0,1 3-1 15,1-4 0 1,2-1-4-16,2-2 3 0,11-7 2 16,1 4-4-1,2 2 14-15,1 2-20 0,0-2 20 16,-4 2-16 0,-4 4 5-16,1-2-2 0,2 4 0 15,-4-6 4-15,8-3-12 16,-1-4 24-16,-1-1-18 15,0 0 8-15,-1 0-1 16,-5 0 6-16,-5 0-4 16,-2 9 5-16,0-1-7 15,7 1 13-15,-1 4-8 16,3 1-9-16,8 0 11 16,4 0-20-16,6-2 22 0,2-8-24 15,0-1 11 1,0-3 1-16,-3 0-1 0,2 3 4 15,-6 5 3 1,-5-4 3-16,-3 2 3 0,1 6-9 16,1 2 14-1,2-6-17-15,0 6-2 0,-5-10 0 16,1 2 2-16,1-2 2 16,-1-4 6-16,1 0 5 15,-4 4-10-15,-2 1 9 16,0-5-5-16,3 0-11 15,7 0 7-15,6 0-6 16,4-15 3-16,-3 7 0 16,-5-6-1-16,-13 9 10 15,-7-6-13-15,-3 1 13 16,1-2-14-16,0 1 7 0,0-2-4 16,4 5 2-1,-3 4-3-15,-1 2-3 16,-2 2 12-16,-7 0-3 0,-3 0 10 15,1 0-11 1,-3 0 0-16,9 0-1 0,3 0-1 16,3 0-2-16,-2 0 1 15,0 0 1-15,-9 0-7 16,4 0 17-16,-4 0-8 16,2 0 3-16,7 0-6 0,-5 0 8 15,5 0-14 1,2 0 6-16,-7 0 1 0,-1-4-6 15,1-4 13-15,-5 3-13 16,6-1 27-16,-1 3-13 16,8-1-3-1,2-5 4-15,2 4-7 0,4-4 0 16,-8 0-2-16,-4 1 0 16,-8-7 11-16,5-3-11 0,-2-3 10 15,1-2 5 1,1-3-26-16,-5 4 12 0,-7 0-2 15,3-2-14 1,-10 5 15-16,3-6-4 16,0-5 14-16,2-3-31 15,2-2 23-15,0-10-4 16,1 4-34-16,1-4 18 16,-2 7-12-16,-2 3 23 15,-4 6 6-15,-1-1 1 0,0-3 1 16,1 0 4-1,0-9-3-15,4 2-2 16,-10-9-5-16,4 3-27 0,-3 2 22 16,-3 8 1-16,2-2 9 15,-2 14 7 1,1 1-6-16,-3-2 16 0,8 3-3 16,-1-2-23-16,3-2 17 15,6-5-16-15,2 4 10 16,3-6-3-16,-1 7 1 15,-1 5 0-15,-3-8-10 16,-4 3 22-16,-2-7-18 0,4 4 19 16,6-7-18-16,5 3 10 15,3 0-3-15,-1 2-2 16,5 0 0-16,-9 3 0 16,-5 0 6-16,-2-7-27 15,-2 3 20-15,2-2-10 16,11-2 9-16,6-1-5 15,4-2 7-15,6 3-2 16,-4-4 2-16,0 4-10 16,-8 1 8-16,-7 2-28 0,-8-2 22 15,-7 0-22 1,3-1 23-16,2-1-7 0,2 1 14 16,6-4-7-1,-2 1 7-15,-4-6 1 0,4 1 6 16,-6-4-3-1,-5-1 12-15,-1 1-27 0,-3 2 16 16,3 2-8-16,-8 1 3 16,-2 5-1-16,1 1-9 15,-14-3-14-15,0-1-5 16,0-1-13-16,0-2 32 16,0 3 20-16,0-8-6 15,2 5 2-15,2-5 0 0,0 4-6 16,1-1-11-1,4 1 8-15,0 3 6 0,2 4 3 16,3 2 11-16,-8 5-29 16,-6-6 22-16,7-1-20 15,-7-4 5 1,4-7-38-16,-2-3-18 0,0-5-29 16,1 2 60-1,-3 5 30-15,0 5 53 0,0 3 2 16,0 4 25-16,0-3-59 15,-3-6-20-15,3-3-1 16,0-5-20-16,0 3 7 16,0-3 7-16,0 5 3 15,0 3 6-15,6 7 51 16,9 5-17-16,-1-2-30 16,1 3-7-16,1-2-21 0,-3-4-46 15,-7-3-9 1,1 4 5-16,-4 3 20 0,-3-3 51 15,0-1 65-15,0-3 16 16,0-1-79-16,-29-5-2 16,-14-3-212-16,-20-2-526 15</inkml:trace>
  <inkml:trace contextRef="#ctx0" brushRef="#br0" timeOffset="-69300.66">20066 6204 245 0,'0'0'106'0,"0"0"-34"0,0 0-14 16,0 0 26-1,0 0-39-15,0 0-41 16,0 0 1-16,0-16-5 16,0 16 58-16,0 0 33 15,0 0 57-15,0 0-107 16,4 0-5-16,1 0-33 16,10 0 8-16,7 0 6 15,16 0 31-15,11 6-20 16,14-2 3-16,10-2 13 15,10-2-39-15,4 0 15 0,-2 0-8 16,-6 0-12-16,-5 0 10 16,-9-4-20-16,-12 2 8 15,-15 2-28-15,-12 0-17 16,-10 0-71-16,-9 0-62 16,-7 6-187-16</inkml:trace>
  <inkml:trace contextRef="#ctx0" brushRef="#br0" timeOffset="-68699.63">20943 6064 409 0,'0'0'53'0,"0"0"-37"0,0 0 9 0,0 0 42 0,0 0-24 15,0 0 55 1,48 9-32-16,-15 0 2 0,0 1-51 16,1 2-7-1,-5 1-10-15,-10 2 5 0,-1-3-5 16,-7 0 0-16,-9 5-5 16,-2 4 13-16,0 5 7 15,-24 10-3-15,-25 5 22 16,-13 3-25-16,-5-3 17 15,2-5-19-15,12-12 6 16,13-1-13-16,13-13 0 16,15 0-4-16,10-4-105 15,2-6-160-15,2 0-107 16</inkml:trace>
  <inkml:trace contextRef="#ctx0" brushRef="#br0" timeOffset="-46953.93">22431 5482 319 0,'0'0'158'0,"0"0"-49"0,0 0-103 0,0 0 19 16,0 0-17-16,0 0 37 16,-77-106-12-1,63 86-23-15,3 0 2 0,-9 4 66 0,7 3-78 16,-5 6 3 0,7 7-3-16,0 0 17 15,4 0-39-15,2 0 44 16,1-2-31-16,0-3 11 0,-3 0-2 15,-5 1 2 1,2-1-1-16,-9 2-1 0,0 0 3 16,-4-3 0-1,-1 6 7-15,-5-1-12 16,5 1 8-16,-7 0-9 0,2 0 3 16,-5 0-4-16,-9 1 3 0,-1 20 1 15,-3-3-3 1,1-1 14-16,7-2 1 15,8-3-3-15,5-2-11 16,4 6 16-16,-5 6-25 16,-2 6 11-16,0 2 0 15,-3 6-1-15,-1 0 13 16,2-3-24-16,4 1 27 16,4-2-20-16,6 0 23 15,3 0-15-15,-1 6 2 16,-5 2-8-16,0 4 3 15,-9 2 0-15,5-4 2 0,-3 6 0 16,4-4 37-16,4-2-34 16,1 1 14-16,7-4-12 15,-1 0-13-15,3-1 19 16,1 0-8-16,-4 2-5 16,1-3 9-16,3 7 14 15,-2-5-17-15,6 5 5 16,2 1 2-16,2-7-18 0,0 0 12 15,0-4-14-15,0-2 7 16,6 8 0-16,6 0-5 16,1 6 12-1,1 2-14-15,-1 1 21 16,3-5-28-16,-3-6 26 16,7-12-18-16,-1 4 6 0,2-5 0 15,4-4-2-15,-6 2 5 16,6-4-11-16,-3 3 18 15,1 1-15-15,0-2 16 16,0 0-21-16,4-3 18 16,4-3-14-16,2-4 6 15,5-5 0-15,3 0-7 16,-1-4 17-16,-3-2-23 16,-1 8 34-16,0-4-40 0,2 2 35 15,0-5-21 1,-1 1 5-16,1-2-8 0,1 0-1 15,0 0-5-15,3-11 12 16,-5-7-31-16,-6 6 33 0,-5-8 0 31,-4 3-14-31,1 1 29 0,2-8-30 16,-2 3 10-16,6-10 5 16,3-1-18-16,6-5-68 15,-2-8-7-15,-3 1 15 0,-2 3 74 16,-2 4 8-1,-6 5 1-15,-6 4 23 0,-3 3 22 16,-3 3-21-16,6-4-22 16,6-4 4-16,6-4 8 15,6 0-38 1,-2-2 10-16,-1-1 6 0,-3 3-21 16,-2 1 21-16,-5-1 3 15,-2 4 3-15,-2 0 33 16,-4-1-25-16,-1-1 10 15,3 0-8-15,3-4-10 16,4 0 7-16,-3 0-20 16,-3 4 11-16,-3 4-1 15,-3-1 0-15,-5 8 1 16,1-4-2-16,3 2 9 16,-4-2-13-16,3 1 22 15,-1-2-34-15,2 0 4 0,-4 0-55 16,-1 2 25-16,-3 3 11 15,-2 2 31-15,0 1 2 16,0 0 11-16,0 2 5 16,-4 0-10-16,-5 3-1 15,-5 0-12-15,3-5 5 16,3 4-3-16,-4-4 1 16,5-3-2-16,1 2 0 15,-3 1 10-15,-5 0-4 0,3 4 11 16,-9-1 25-1,0 2-29-15,0-4 18 0,-2 1-17 16,4 0-7-16,0 2-2 16,0-2 10-16,1 2-5 15,-6 0-1-15,-4 2 28 16,-2 0-28-16,0 1-4 16,6 0 3-16,-2-5 3 15,2 2-6-15,3-4 0 0,-4 4-8 16,4-4 23-1,-5 5-39-15,5 6 53 0,-2 5-21 16,-3 2-3 0,1 0-10-16,-12 0-15 0,-1 9-80 15,-13 4-3 1,0-5-121-16</inkml:trace>
  <inkml:trace contextRef="#ctx0" brushRef="#br0" timeOffset="-43224.2">21502 15316 67 0,'0'0'33'0,"0"0"-33"0,0 0 0 15,0 0 111-15,0 0-7 16,0 0-53-16,0-6 32 16,0 4-20-16,0 0-2 15,0 0-35-15,0 2 25 16,0 0-7-16,0 0 21 16,0 0 18-16,0 0-17 15,0 0 3-15,0 12-41 0,-15 9-1 16,-5 12-18-16,-7 11-15 15,-4 4 12-15,-2 2-6 16,-7 9 0-16,-1-7 7 16,5 4-1-16,5-8 11 15,2-9 21-15,14-6-34 16,1-7-8-16,12-12 17 16,2-1-28-16,0-4 5 0,0-1-9 15,16-4 19 1,-1 0-12-16,10-2 1 0,-5 0 22 15,0 0-22 1,-4 2 8-16,4 5 0 16,-3-3 6-16,2 5-9 15,-2-1 5-15,1 3 1 0,-5-3-6 16,1-2 15 0,-3 1-14-16,-5 0 18 0,2-5-23 15,-2 1 20-15,-1 4-20 0,-1-6 12 16,-2 2-5-1,2 1 1-15,-2-6 2 16,1 4-8 0,-3 0-1-16,3-4 8 0,-3 1-29 15,0-1 26-15,0 0 0 16,2 0 0-16,-2 0 3 16,2 0-35-16,-2 0-51 15,4-1-79-15,3-18 38 16,-1-1-2-16,6-4-8 15,-8 2 90-15,5 0-43 16,-7 9-57-16,0 0 148 16,-2 11 33-16,0 2 173 15,0 0 52-15,0 0-68 0,-2 19 4 16,-11 12-117-16,2 10-18 16,-5 9-8-16,10 6 2 15,-4 1-20-15,4 4-15 16,2-5-18-16,-3-2 11 15,5-13-26-15,0-1-11 16,2-12-27-16,0-10-40 16,0-6-176-16,4-12-216 0</inkml:trace>
  <inkml:trace contextRef="#ctx0" brushRef="#br0" timeOffset="-42691.88">21915 15605 478 0,'0'0'203'0,"0"0"-191"0,0 0 48 0,0 0-19 0,0 0-33 16,0 0-4-16,44-71 25 15,-21 41 37-15,-2 3-34 16,-4-10-17-16,-5 5-9 16,-12 7-1-16,0-2 8 15,0 8-6-15,-12 12 4 0,-13 3-3 16,-2 4 19-16,-9 7-12 15,-1 20-2-15,1-1-3 16,7-2-15-16,13-1 5 16,12-8-3-16,4-1-68 15,0-3-119-15,22-4-93 16,1-3-203-16</inkml:trace>
  <inkml:trace contextRef="#ctx0" brushRef="#br0" timeOffset="-41193.92">22271 15127 454 0,'0'0'87'0,"0"0"-80"0,0 0 84 15,0 0-15-15,0 0-6 16,0 0-67-16,0 60 113 16,23-15-42-16,6 9-32 15,2 10 1-15,4 4-40 16,-3 2 13-16,-1 7-6 16,-9 5 1-16,-13 6-8 15,-9 12 22-15,0 11-20 0,-27 1-4 16,-11 3-1-16,1-8 0 15,-6-8-1-15,5-11 16 16,-2-7-32-16,5-14 8 16,-4-13-48-16,2-24-47 15,-3-11-361-15</inkml:trace>
  <inkml:trace contextRef="#ctx0" brushRef="#br0" timeOffset="-39524.15">23094 15606 689 0,'0'0'206'0,"0"0"-146"0,0 0 13 0,0 0-20 0,0 0-28 16,0 0 19-16,158-40 29 15,-73 21-54-15,4-1 16 16,-5 1-34-16,-6 13-2 16,-11 6-31-16,-11 0-23 15,-10 0-67-15,-10 14-158 0,-14-6-151 16</inkml:trace>
  <inkml:trace contextRef="#ctx0" brushRef="#br0" timeOffset="-39211.61">23368 15566 469 0,'0'0'388'16,"0"0"-386"-16,0 0 71 16,120 139-31-16,-76-78 13 15,-4 6-45-15,-3 2-10 16,-8 1 0-16,-10 1 0 16,-19-2-1-16,0 0 13 15,-36-6-10-15,-17-1 2 16,-12-20 48-16,-1-7-25 15,-3-21 6-15,9-14-29 0,6 0-4 16,12-14-14 0,8-22-28-16,14-9-5 0,20-9-75 15,0-8-161 1,18 5-206-16</inkml:trace>
  <inkml:trace contextRef="#ctx0" brushRef="#br0" timeOffset="-38834.04">23790 16334 44 0,'0'0'546'16,"0"0"-546"-16,50 133-22 15,-17-96 22-15,3-14 29 16,2-2-13-16,-2-13-16 0,-1-8 11 16,-1 0-11-1,-8-31 11-15,-3-9-22 16,-10 0-3-16,-9 0 9 15,-4 3-7-15,0 7 8 0,0 9 0 16,0-2-5-16,0 9-10 16,0 5 16-16,-6 0-63 15,4 9-292-15</inkml:trace>
  <inkml:trace contextRef="#ctx0" brushRef="#br0" timeOffset="-38464.18">24214 16575 189 0,'0'0'507'0,"0"0"-410"16,0 0-68-16,0 0 93 0,0 0-85 15,0 0-22 1,38-108-15-16,-27 82 8 0,0 8-8 15,-2 10 3-15,-6 2-17 16,-1 6 11-16,0 0-25 16,3 18-35-16,3 4 62 15,8 10-6-15,4-7-5 16,4 0-21-16,3-2 1 16,0-6 31-16,-2-9-4 15,-1-4-10-15,-2-4 30 0,1-4 1 16,1-26 8-16,0-7-1 15,1-8-20-15,-3 1-3 16,-3 8-2 0,-9-3-40-16,-3 15-6 0,-3 6-98 15,-2-4 42 1,0 18-205-16</inkml:trace>
  <inkml:trace contextRef="#ctx0" brushRef="#br0" timeOffset="-38259.04">24831 16356 589 0,'0'0'165'0,"0"0"-62"16,41 112-31 0,-30-68-56-16,-1-2-12 0,-2-7-8 15,-4-1-89-15,-4-6-80 16,0-10 52-1,0-14-173-15</inkml:trace>
  <inkml:trace contextRef="#ctx0" brushRef="#br0" timeOffset="-38076.59">24764 16271 1029 0,'0'0'175'0,"0"0"-175"15,0 0-7 1,0 0 7-16,0 0 0 16,127 0 0-16,-79 0-52 0,-2-4-30 15,1 4-61-15,-3 0-164 16,-6 0-94-16</inkml:trace>
  <inkml:trace contextRef="#ctx0" brushRef="#br0" timeOffset="-37630.86">25232 16347 566 0,'0'0'76'0,"0"0"2"16,0 0 107-16,0 0-95 15,0 0-80-15,0 0 15 16,54 112-16-16,-46-94 29 0,2 4-18 16,-6 0 30-1,1-4-47-15,-3-1 3 0,-2-2-6 16,2-7 0-16,-2-4-5 15,0-4-12-15,2 0 13 16,-2 0-41-16,0 0 36 16,0 0 7-16,0 0 2 15,0 0 2-15,0 0 20 16,0-4 14-16,0-10-26 16,2-12-10-16,7-4 5 0,1-2-27 15,2-8 29 1,5 4-14-16,-2 0 7 0,1 14-2 15,-5 8-6 1,-5 9 2-16,1 5-4 0,0 0 10 16,4 19 0-16,-1 12 18 15,7 6 0-15,-7 7-11 16,2 5-10-16,-5 1 5 16,-5-3-4-16,-2 3-2 0,0-9-49 15,0-6 5 1,0-8-104-16,0-13-51 0,-9-14-81 15</inkml:trace>
  <inkml:trace contextRef="#ctx0" brushRef="#br0" timeOffset="-37444.23">25373 16411 879 0,'0'0'291'0,"0"0"-291"0,0 0-10 0,0 0-14 0,0 0 24 16,0 0-72-16,67 0-125 15,-36-2-11-15,-2-6 74 16,-2 4-192-16</inkml:trace>
  <inkml:trace contextRef="#ctx0" brushRef="#br0" timeOffset="-37060.56">25587 16393 101 0,'0'0'278'0,"0"0"-95"15,0 0-62-15,0 0-5 16,0 0-7-16,42 128-83 16,-40-95-11-16,-2-2-6 0,0-1-18 15,0-3 5-15,-17-10-6 16,3-7 10-16,-1-6 11 16,1-4 1-16,5-10-3 15,5-24-9-15,4-8-71 16,0-2 19-16,17-4 27 15,12 12 22-15,8 4-13 16,2 10 9-16,3 5 4 16,-6 16-4-16,-7 1 7 0,-11 10 7 15,-3 20 75 1,-7 11-35-16,-8 12-4 0,0-3-36 16,0-6-14-16,0-8-22 15,6-6 29-15,1-12 26 16,3 1-5-16,6-6 19 15,0-1-2-15,6-1 52 16,3-2-69-16,2 4 29 16,-3 1-33-16,-4-2-3 15,-8 6-14-15,-2 4-12 16,-7 6-21-16,-3-2-129 16,0-12-644-16</inkml:trace>
  <inkml:trace contextRef="#ctx0" brushRef="#br0" timeOffset="-33462.09">26740 16525 214 0,'0'0'114'0,"0"0"-17"16,0 0 26-16,0 0 13 16,0 0-67-16,0 0-21 0,0 0-7 15,-17 0 6-15,15 0-12 16,0 0-20-16,-1 0 13 16,-2 14-20-16,1 8 18 0,-2 6-22 15,6 6-3 1,0-2 4-16,0 0 10 0,0-1-8 15,0-9 2 1,18 0-9-16,-5-12 4 0,7-2-6 16,2-8 24-16,0 0-32 15,3-12 24-15,0-20-13 16,-4-12 1-16,-2-6-1 16,-3-5-2-16,-6 7-13 15,-5 8 8-15,-5 8-10 16,0 10 1-16,-9 10 13 15,-20 12-5-15,-4 0 13 16,-6 8-10-16,6 10 4 16,11 0-12-16,8-6-36 15,8-6-276-15,6-2-183 16</inkml:trace>
  <inkml:trace contextRef="#ctx0" brushRef="#br0" timeOffset="-33031.82">27182 16455 538 0,'0'0'64'0,"0"0"-11"0,0 0 44 15,0 0 19-15,0 0-43 0,0 0-31 16,-69 0-2-16,69 0-37 16,0 7 12-16,7 12-7 15,12 4-2-15,8-6-2 16,2 10-4-16,0-4 0 16,2 4 4-16,-2 0-13 0,-4 3 20 15,-10-4-22 1,-5-3 29-16,-10 4-26 15,0-4 16-15,-23-1-8 16,-10-5 8-16,-12-6-5 16,5 1 38-16,-2-2-14 15,6-6 0-15,8 3-25 0,12-7-4 16,9 0-24 0,7 0-107-16,0 0-550 15</inkml:trace>
  <inkml:trace contextRef="#ctx0" brushRef="#br0" timeOffset="-32034.15">27948 16627 107 0,'0'0'117'0,"0"0"-60"0,0 0 75 16,0 0-60-16,0 0 9 0,0 0-37 15,-11-12 23-15,11 12-53 16,0-4 13-16,0 4-27 16,0 0 5-16,0 0 10 15,0 0 30-15,-2 0 39 16,2 0-43-16,-2 0 16 16,2 0-23-16,0 0 15 0,-5 18-48 15,-3 16 5 1,-4 12-6-16,-1 13 0 15,4-5-2-15,4-2 7 16,5-2-4-16,0-10 4 16,8-4-5-16,11-2 6 15,6-12-12-15,2-4-14 0,4-12-18 16,2-6-41-16,-2 0-55 16,-4-10 75-16,-2-8-8 15,-3-4 52-15,-4-4-127 16,-5 2-110-16</inkml:trace>
  <inkml:trace contextRef="#ctx0" brushRef="#br0" timeOffset="-31762.84">27870 16749 429 0,'0'0'132'0,"0"0"-46"0,0 0 44 0,0 0-66 15,0 0-45-15,129 5-19 0,-102-5-124 16,-8 0-137-16</inkml:trace>
  <inkml:trace contextRef="#ctx0" brushRef="#br0" timeOffset="-31582.04">27955 16554 757 0,'0'0'221'0,"0"0"-211"15,0 0-10 1,0 0 60-16,0 0-21 0,119-87-39 16,-77 71-20-1,-5 6-80-15,-6 2-303 0</inkml:trace>
  <inkml:trace contextRef="#ctx0" brushRef="#br0" timeOffset="-31297.77">28200 16830 568 0,'0'0'218'0,"0"0"-218"16,0 0 23-16,0 0 25 16,0 0 43-16,0 0-70 15,82-46-12-15,-51 24 4 0,-6 0-26 16,0 0 4-16,-10 0-143 16,-5-1-93-16,-8 1-171 15</inkml:trace>
  <inkml:trace contextRef="#ctx0" brushRef="#br0" timeOffset="-31116.88">28247 16525 342 0,'0'0'363'0,"0"0"-286"16,0 0 13-16,-7 108 53 0,22-60-98 15,12 2-36 1,2 3 20-16,2 0-15 0,-4-6-28 15,2-2 3-15,-8-1-45 16,-2-9-144-16,-9-5-82 16</inkml:trace>
  <inkml:trace contextRef="#ctx0" brushRef="#br0" timeOffset="-30782.43">28597 16812 531 0,'0'0'147'0,"0"0"-100"15,0 0 25-15,0 0 84 16,0 0-125-16,0 0 44 15,11 112-54-15,0-68-7 16,-2-8-14-16,4-2-3 16,-2-5-1-16,1-8-4 15,-3-3-1-15,-1-6-39 16,0-10 14-16,0-2-101 16,1 0-59-16,-3-14-41 15,-6-13-182-15</inkml:trace>
  <inkml:trace contextRef="#ctx0" brushRef="#br0" timeOffset="-30433.79">28543 16663 512 0,'0'0'500'0,"0"0"-472"15,0 0-16-15,0 0 31 16,0 0-23-16,0 0 12 0,65-44-14 15,-27 40-16 1,-7 0-2-16,-2 4 15 16,0 0-31-16,-4 0-8 15,-1 0 0-15,-4 14-7 0,-4 12 28 16,-1 4-2-16,-6 7 4 16,0 7-1-16,-5 2-10 15,3 2 7-15,3-2-68 16,0-2 35-16,3 0 16 15,3-4 11-15,4 0 11 16,0-8-1-16,5-1-3 16,4-8-35-16,0-6-43 0,0-3-19 15,2-10 33 1,0 0-62-16,-4-4-51 0,-10 0 21 16</inkml:trace>
  <inkml:trace contextRef="#ctx0" brushRef="#br0" timeOffset="-30221.99">28880 16856 1007 0,'0'0'157'16,"0"0"-155"-16,0 0 4 0,0 0 12 15,0 0-11-15,0 0-7 16,115 0-21-16,-90-13-115 16,-11 4-193-16,-14-5-382 15</inkml:trace>
  <inkml:trace contextRef="#ctx0" brushRef="#br0" timeOffset="-30063.88">28913 16673 1028 0,'0'0'120'16,"0"0"-120"-16,0 0-19 15,0 0 8-15,0 0-29 0,0 0-54 16,94-22-319 0,-65 8-128-16</inkml:trace>
  <inkml:trace contextRef="#ctx0" brushRef="#br0" timeOffset="-29470.27">29317 16758 31 0,'0'0'836'0,"0"0"-822"15,0 0 8 1,0 0 89-16,0 0-85 0,0 0 33 16,-25 32-51-1,12 8 17-15,1 9 13 0,3 1-16 16,3-6-22-16,6-5 0 16,0-3-5-16,0-5-6 15,0-8-3-15,0-5 15 16,-2-9-12-16,-2-9 11 15,1 0-14-15,0-27-47 16,-1-17-32-16,-3-6 31 16,3-8-49-16,2 0 77 15,2-4 34-15,0 4 9 16,11-5-7-16,11 5 15 16,3 8-17-16,2 16 5 0,-3 23 11 15,-6 11 19 1,7 5-24-16,-8 23 25 0,3 16 35 15,-4 0-60 1,-5 1-5-16,-2-5-1 0,-3-9-10 16,-6 2-1-16,0-3 6 15,0-5-1-15,-13 0 7 16,0-11 0-16,4-3-3 16,4-6 38-16,5-1-34 15,0 2-5-15,0 6 7 0,14 3 22 16,12 2 9-1,1 5-39-15,0 4 4 0,-2 6 1 16,-7 0-12 0,-5-1-23-16,-5-8 16 0,2-2-75 15,-8-7-330 1</inkml:trace>
  <inkml:trace contextRef="#ctx0" brushRef="#br0" timeOffset="-28817.01">29615 17187 880 0,'0'0'199'0,"0"0"-174"0,0 0 50 0,0 0-38 16,0 0-22-16,0 0-11 15,22-125-4-15,0 86 0 0,1 6 2 16,-4 1-16-16,-5 10 14 15,-7 10-3-15,-3 8-19 16,-4 4 19-16,0 0-21 16,0 16 22-16,0 8-13 15,2 6 15-15,10 3-7 16,1-8 18-16,1-3-23 16,5-4 28-16,-3-8-17 0,-3-6 7 15,6-4 19 1,2 0-17-16,6-28 5 0,6-8-9 15,1-8 4 1,-3-4-16-16,0 4-41 0,-6 4-42 16,0 12-83-1,-12 6 71-15,-6 18 95 0,-5 4 8 16,-2 0 66-16,0 8-20 16,0 13-46-16,0 4-8 15,0-3-5-15,0-4-40 16,2 4 47-16,0 0 12 15,5 5 33-15,-1 0-4 16,4 7 6-16,5-1-10 16,1-8-23-16,8 3 15 0,5-6-13 15,2-8 0 1,3-5-10-16,-6-9 0 0,-1 0 0 16,-4-14 3-1,-3-19 3-15,-5-6-6 0,-1-10 0 16,-7-1-3-1,-7 1-20-15,0 5-36 16,-9 5-9-16,-18 17 54 0,3 8 14 16,1 14 2-1,4 0 44-15,5 0-46 0,7 18-52 16,7 0-241-16,0 0-279 16</inkml:trace>
  <inkml:trace contextRef="#ctx0" brushRef="#br0" timeOffset="-28504.05">30622 16812 679 0,'0'0'155'0,"0"0"3"0,0 0-99 0,0 0 30 0,0 0-88 0,0 0-1 15,-55 54 1-15,74-20-1 16,8-3 0-16,4 6 1 16,1-7-12-16,3 10 22 15,-4-8-28-15,-4 0 17 0,-9-5-12 16,-9-9 12 0,-9-4 27-16,0 4-13 0,-29-2 10 15,-13-6-24-15,-1-10 1 16,1 0-9-1,-3 0-88-15,12-10-136 0,-5 2-485 16</inkml:trace>
  <inkml:trace contextRef="#ctx0" brushRef="#br0" timeOffset="-28017.8">31293 16826 145 0,'0'0'907'0,"0"0"-818"0,0 0-55 0,0 0 17 0,0 0-50 0,0 0 18 0,35 48-3 16,-21-22-26-16,-1-2 14 15,-4 2-8-15,-2-3-14 16,-7-6-48-16,0 5-100 15,-7 0-373-15</inkml:trace>
  <inkml:trace contextRef="#ctx0" brushRef="#br0" timeOffset="-27737.18">31159 17138 549 0,'0'0'122'0,"0"0"75"16,0 0-60-16,129-1-17 15,-77-25-60-15,8-11-8 16,5-7-1-16,-5-6-16 16,-12-1-11-16,-17-12-9 15,-19 5 13-15,-12-1-22 0,0 9-12 16,-34 10 5 0,-8 14-11-16,-4 16-20 0,1 10 25 15,5 0 3-15,9 19-11 16,4 12 7-16,8 9-60 15,9 5-28-15,8-1-180 16,2-9-78-16,0-2-38 16</inkml:trace>
  <inkml:trace contextRef="#ctx0" brushRef="#br0" timeOffset="-27469.49">31558 17106 559 0,'0'0'280'0,"0"0"-210"16,0 0-8-16,0 0 66 16,67-102-59-1,-38 66-23-15,0-1-30 0,-4 12-1 16,-2 6-15 0,-2 11-5-16,-8 3-1 0,3 5 12 15,-1 7-22-15,3 18 32 0,-2 9-32 16,-3 7 16-1,0 8-1-15,1 1-25 16,-3 12-9-16,-3-3-44 16,-2-6-158-16,-6-14 34 15,0-17-38-15</inkml:trace>
  <inkml:trace contextRef="#ctx0" brushRef="#br0" timeOffset="-27033.84">31752 17034 1056 0,'0'0'48'16,"0"0"-48"-16,0 0 0 16,0 0 66-16,114-54-62 15,-62 38-8-15,0-2-70 16,-5 1 34-16,-5-2-13 15,-6 1-118-15,-7 0-2 16,-7-4 133-16,-9 4 28 16,-6 0 24-16,-7 4-4 0,0 2 26 15,0 8 67-15,-2 4 51 16,-11 0-58-16,2 0-31 16,3 0-54-16,4 7 40 15,4 8-40-15,0 3-4 16,12 4 2-16,14 0-7 15,8 0 0-15,6 0 0 16,0 0 0-16,-5 0 3 16,-2 1-11-16,-10 4 23 15,-9-5 0-15,-14 4-12 16,0 6 49-16,-20 0-50 16,-22-1-2-16,-19 1-4 15,-13-10-42-15,-11-4-210 0,4-6-563 16</inkml:trace>
  <inkml:trace contextRef="#ctx0" brushRef="#br0" timeOffset="-25603.94">23318 17285 597 0,'0'0'125'0,"0"0"-96"0,0 0-36 0,-10 134 14 0,10-94-7 0,0-10 7 16,0-6 4-1,0-1 79-15,0-7 13 16,0-6-32-16,0-2-64 15,0-6-7-15,0-2 11 16,0 0-27-16,0-14 5 0,-7-22 0 16,2-14-22-1,3-9 28-15,2-3 5 0,0 4-16 16,0 2 14 0,5 2 4-16,12 0 3 0,4 4-2 15,5 5-6-15,0 15-8 16,-1 12 7-16,0 13-33 15,-9 5 30-15,-5 31 7 16,-9 15 0-16,-2 7 42 16,0-3-35-16,-5-2-4 15,-11-3 12-15,-1-14-26 16,-1-5 22-16,3-12-15 0,3 0 8 16,6-5-4-1,3-9 8-15,3 0 8 0,0 0-16 16,9 3 18-16,18 2-29 15,4 4 23-15,2 9-9 16,1 4-3-16,-5 4 0 16,-2 2-6-16,-3 2-14 15,-5-6 20-15,-4-1-73 16,-5-5 64-16,0-10-44 16,-8-4 49-16,3-4-40 15,-3 0 27-15,-2-4 17 0,2-15 85 16,-2-7-13-16,6-2-51 15,6-6 0 1,-1-2-11-16,7 0-16 0,-5 4 7 16,0 10-2-16,-3 8-19 15,-4 14 9 1,1 0-26-16,1 14 37 0,6 13 78 16,-1 4-58-16,5 1-13 15,-5-2 6-15,5-2-19 16,-7 7 9-16,-9-4-6 0,-2 10-17 15,0-5-4 1,-4 0 5-16,-9-11-109 0,-3-14-12 16,7-7-203-1</inkml:trace>
  <inkml:trace contextRef="#ctx0" brushRef="#br0" timeOffset="-25422.11">23706 17517 984 0,'0'0'127'0,"0"0"-127"0,0 0-33 15,0 0 28-15,0 0-9 16,0 0 14-16,129 5-41 16,-82-19-358-16,-11-1-142 15</inkml:trace>
  <inkml:trace contextRef="#ctx0" brushRef="#br0" timeOffset="-25221.19">24197 17325 811 0,'0'0'82'16,"0"0"-34"-16,0 0 0 15,42 138 0-15,-32-97-48 0,4-6-2 16,-5-2-53 0,-5-3-209-16,-4-12 55 0,0-9-193 15</inkml:trace>
  <inkml:trace contextRef="#ctx0" brushRef="#br0" timeOffset="-25021.93">24216 17321 1167 0,'0'0'15'16,"0"0"-15"-16,0 0 0 16,139-130 10-16,-89 81-10 15,0 4-62-15,-5 4-249 16,-12 2-345-16</inkml:trace>
  <inkml:trace contextRef="#ctx0" brushRef="#br0" timeOffset="-24661.17">24773 17088 537 0,'0'0'73'0,"0"0"13"15,0 0 99-15,0 0-65 16,0 0-95-16,94 135 6 0,-87-99-20 15,-7 4-17-15,0 4 6 0,0 0-3 16,0 0 3 0,0-2-7-16,0-2 5 15,0-5-23-15,0-7 17 16,13-2-41-16,3 1-128 16,3-6 6-16,0-1 124 15,3-9-34-15,-5 0-171 16,-3-3 49-16</inkml:trace>
  <inkml:trace contextRef="#ctx0" brushRef="#br0" timeOffset="-24321.54">24764 17548 432 0,'0'0'676'15,"0"0"-676"-15,0 0-2 16,0 0 2-16,0 0 55 16,143-35-41-16,-96 35-28 0,-4 0-36 15,-6 0-10 1,5 0-177-16,-13 13-86 16,-6 4 76-16,-12 2 247 15,-7-5 36-15,-2-3 139 16,3 4-88-16,0-1-46 0,3 0 32 15,5 6-41-15,5 0-9 16,3 0-23-16,-2 0-1 16,4 1-4-16,-5 2-43 15,1 3 25-15,-2-8-72 0,-5-4-2 16,7-2-267 0</inkml:trace>
  <inkml:trace contextRef="#ctx0" brushRef="#br0" timeOffset="-24121.4">25194 17592 792 0,'0'0'127'0,"0"0"-127"16,0 0-5-16,0 0-19 0,0 0-228 15,0 0-328 1</inkml:trace>
  <inkml:trace contextRef="#ctx0" brushRef="#br0" timeOffset="-23972.63">25284 17348 924 0,'0'0'130'16,"0"0"-130"-16,0 0-9 0,0 0 3 15,0 0-1-15,127 0-22 16,-92-9-277-16,-4-5 113 16,-10-5-117-16</inkml:trace>
  <inkml:trace contextRef="#ctx0" brushRef="#br0" timeOffset="-23759.84">25446 17249 374 0,'0'0'150'0,"0"0"-43"16,0 0 15-16,0 0-113 0,0 0 98 15,0 0-73 1,98 68 27-16,-40-42-59 0,4 0 1 16,3 6-3-16,-9 4-34 15,-11 0 9-15,-14 8-52 16,-20 1 44-16,-11-1 33 16,-25 0 56-16,-31-4-16 15,-13-12 8-15,1-10-6 16,3-14-36-16,9-4-6 15,21-9-127-15,12-12-186 16</inkml:trace>
  <inkml:trace contextRef="#ctx0" brushRef="#br0" timeOffset="-23173.45">27033 17773 853 0,'0'0'202'0,"0"0"-188"0,133-5-19 0,-83 5 5 0,-4 0-21 16,3 12-208-16,-9 2-284 15</inkml:trace>
  <inkml:trace contextRef="#ctx0" brushRef="#br0" timeOffset="-22942.06">27050 17570 1133 0,'0'0'8'15,"0"0"6"-15,0 0 17 16,0 0-10-16,137-18-11 16,-87 18-10-16,4 0-37 0,-7 0-171 15,-9 2-335 1</inkml:trace>
  <inkml:trace contextRef="#ctx0" brushRef="#br0" timeOffset="-22441.79">27126 17356 628 0,'0'0'206'0,"0"0"-82"15,-116 57-53-15,77-33-13 0,5 12 17 16,5 8-57-16,7 5 25 16,3 9-36-16,13-1 27 15,6 2-31-15,0-9-3 16,33-2 1-16,12-3-2 15,6-10-4-15,9-6-8 16,0-9 1-16,-2-10 19 16,-2-6-21-16,0-4 25 15,2 0-25-15,-3-30 9 0,-1-10 2 16,-7-19-6 0,-11-13-17-16,-5-4 4 0,-9-4-27 15,-9 4 13-15,-13 1 3 16,-2 17 32-16,-40 12-78 15,-14 16 79-15,-20 16 0 16,1 14 50-16,-10 4-35 16,12 36 13-16,6 6 23 15,15 2-18-15,21-7-29 16,15-6-4-16,12-8-142 16,4-6-773-16</inkml:trace>
  <inkml:trace contextRef="#ctx0" brushRef="#br0" timeOffset="-8702.55">23856 18119 274 0,'0'0'180'0,"0"0"-120"0,0 0 4 0,0 0-8 16,0 0-42-1,0 0-27-15,-10 14 38 16,10-14-35-16,0 0 20 16,0 10-3-16,0 2 75 0,0 2 68 15,0 0-92-15,8 2-40 16,5-2 17-16,-5-4-31 16,13 3 14-16,1 0-9 15,2 0-9-15,7-3 4 16,3-1 8-16,0 8-5 15,3-11 2-15,-1 6 20 16,-1-6-22-16,1 5 4 16,5 4 0-16,-2-1-6 15,11 4-5-15,9-2 6 16,9-6-5-16,3 3 5 0,2-3-5 16,1 3 4-16,-5 5-8 15,-5 3 7-15,-3 6-1 16,1-5 3-16,5 3-8 15,1-10 4-15,4-9 12 16,2 2-9-16,4-4-4 0,-9-4 10 16,2 10-10-1,-9 3 16-15,-2 0-11 0,-2 5 0 16,9 1-2 0,5-5 1-16,3-11-5 15,2-3-2-15,-2 0 2 0,-2 0-3 16,-1-7-2-1,-5-3 10-15,2 3-4 0,-3 0 1 16,-3-2-4 0,-5 9 4-16,2 0-5 0,-2 0 3 15,0 0-4-15,7 0 4 16,-3 0 0-16,7 0-2 16,0-3 17-1,-2-4-19-15,-4-4 10 0,-3-4-9 16,-10 1 3-16,-2 2 0 15,-11-2-1-15,-6 4 1 16,-12 2-2-16,-9 4 10 0,-10 4-6 16,0 0 2-1,0-3 14-15,0 0 11 16,0-5 22-16,0 5-51 16,0-3 2-16,-2 1 3 0,0 1-2 15,2 4 7-15,0 0 1 16,0 0-22-16,0 0 15 15,0 0-10-15,0 0 0 16,0 0 1-16,0 0-36 16,-2-4-17-16,-2 0 7 15,-8 1-110-15,-7-4-573 16</inkml:trace>
  <inkml:trace contextRef="#ctx0" brushRef="#br0" timeOffset="148813.64">10474 4378 336 0,'0'0'220'0,"0"0"-155"0,0 0-19 0,0 0-27 16,0 0 29-16,0 0-16 15,0 0 23-15,0-5-4 0,0 5-9 16,0 0 4-1,0 0-29-15,0 0 16 16,0 9-31-16,-3 10 25 0,-1 6-14 16,-2 1 15-16,3 4-25 15,-2-1-3 1,5 3 0-16,0-2 0 0,0 3-1 16,0-1 12-16,0 0-11 15,0 2 1-15,0 4 7 16,0 2-4-16,0 6 8 15,0 3-10-15,0 3 0 16,0 0-4-16,-4 1 9 16,-5 4-7-16,-2 1 5 15,0 4-4-15,-2 3 2 16,4-1-6-16,-1-1-1 16,4-6 4-16,4-3 2 15,2-7 3-15,0 2 12 0,0-2-16 16,0-4 8-16,0 4-1 15,0-3-14-15,0 0 8 16,0 0-2-16,-2 2 0 16,-5 7 1-16,3 3-2 15,-1 0 2-15,5 0 1 16,0-4 7-16,0-2-14 16,0-4 13-16,0 1-15 15,0-6 7-15,0-1-1 16,0-1 1-16,0-6 0 15,0 4-4-15,0-3 16 16,0 2-20-16,-11-2 16 16,2-2-11-16,-5 0 3 15,6-3 0-15,-1-4 0 16,5 0-4-16,2-6-1 0,2-3 5 16,0 3-1-16,-4-5 10 15,0-1-14-15,4-3 10 16,-2-1-10-16,2-5-1 15,0-2-13-15,0-2-13 16,0 0 9-16,0 0 12 16,0 0 10-16,0 0-7 0,0 0 14 15,0 0-9 1,0 0 3-16,0 0 0 0,0 0 0 16,0 0-2-1,0 4-4-15,0 2 12 0,2-2-7 16,8-4 10-16,1 5-12 15,1 2 6-15,5-1-4 16,-2 0 5-16,3 2-4 0,0 2 0 16,-1-4 4-1,6 1-13-15,-6 0 22 0,8-1-26 16,-5-2 26 0,-2 0-17-16,0 0 10 15,0-2-6-15,1 2 1 16,2-4 0-16,1 2 5 15,0 2 4-15,0 0-20 0,-1-4 25 16,4 0-20-16,3 0 10 16,-2 0-8-16,8 0 3 15,-3 0-6 1,5 0 6-16,-6 0 0 0,7 0-3 16,1 0 9-16,4 3 4 0,5-1-8 15,-3-2 0 1,3 0-2-16,2 0 0 15,2 0-2-15,1 1 4 16,-1 3-10-16,4 6 16 16,-3-4-16-16,4 2 18 15,-3 0-9-15,-2 0-1 0,5-2 0 16,-4 0-6 0,-4-3 6-16,-1-2-6 15,4 5 14-15,-6 0-10 16,-3 2 8-16,-4 4-12 15,-4 0 3-15,2 1 0 0,-7 1 4 16,6-3-2-16,-6 0 1 16,7 0 0-16,-3 0-8 15,2-5 16-15,-3-2-9 16,3-1 8-16,-2 1-13 16,-4 1 12-16,3 2-11 15,-3-2 5-15,-2 3 0 16,6-4-4-16,-2 2 18 15,-2-4-20-15,4 5 17 16,1-2-17-16,4-5 6 16,2 0-1-16,4 0 1 15,1 0 3-15,0 0-2 0,0 0 4 16,-3 0-6-16,2 0 7 16,3 0-8-16,7 0 13 15,6 0-18-15,4 0 10 16,12 0-3-16,-7 0 0 15,0 0 1-15,-8 0-7 16,-9 0 12-16,2 0-16 16,0 0 15-16,2 0-10 15,8 0 7-15,-1 0-5 16,-3 6-8-16,-2 0 4 16,0-1 7-16,-1 2 0 15,1-1-13-15,0 0 28 16,0-2-22-16,0 0 12 0,2 2-10 0,1 0 8 15,1 0-3 1,-4 0 1-16,6 0 2 0,-5-2-6 16,-4 2 9-1,6-2-13-15,-2-1 19 16,9 1-20-16,5-2 11 16,0 1-6-16,5-3 6 15,-5 0 0-15,2 0-3 16,-4 0-5-16,-3 0 5 15,4 0 5-15,-3-3 8 16,4 1-11-16,-1 2 9 0,8 0-10 16,-4 0 0-16,4 0 2 15,3 0 0 1,-1-1-6-16,0-3 10 16,-1 2-16-16,-2-2 21 0,-5 3-19 15,-5-2 16 1,0-3-9-16,-2 4 0 0,0 0-1 15,2 2-2-15,-4 0 3 16,-1 0-6-16,-4 0 13 16,-1 0-14-16,-4-2 14 15,3 0-17-15,-3-2 6 16,1 2 0-16,-4-2 4 16,-4-1 0-16,-3 4-4 15,-5-2 11-15,1 3-9 0,-6-3 7 16,5-1-7-16,-2 2 3 15,3-3-1-15,1-2 0 16,-3-2-7-16,1 4 5 16,-1-1 4-16,-6 0-7 15,5 1 13-15,-3 4-7 16,-1-5-1-16,4 4-1 0,2-4-2 16,4 0 3-1,4-2 0-15,0-2 8 16,-3 4-19-16,-7 0 23 15,-7-2-23-15,-2 6 27 16,-6-5-22-16,3-1 6 16,0 1-1-16,5-4-18 15,4 1 9-15,-4-2 10 0,2 5 0 16,-4-2-16-16,-7 2-3 16,-4-4 18-16,-3 2-13 15,1-7 11-15,-1 2 1 16,6-9 0-16,4-1-1 15,-1-2 0-15,-4-2 0 16,0 2 6-16,0 2 46 16,0-3-41-16,0 4 8 0,5-1-6 15,-4-5-5 1,4 9-5-16,-4 0-6 0,-4 1 1 16,-5 1 10-1,-4-1-6-15,1 0 9 16,-7 0-15-16,8 1 17 0,-6 0-10 15,2 2 1-15,-1-2 1 16,4-4-2-16,2-3 0 16,-2 0-5-16,-3-8 10 15,2-9-5-15,-4-2 14 16,-4-1-14-16,0-4 14 16,0 4-22-16,0-3 9 15,-12 4-1-15,4 0 4 0,-1 3 7 16,-3-7-11-16,6-2 15 15,-3-3-19 1,5 0 7-16,-3 0-6 16,2 3 6-16,5 4-3 0,-2 3 3 15,2 4-3-15,-4-2 1 16,-1 3 0-16,3-4 1 16,-4-6 9-16,6 2-21 15,0-6 17-15,0 4-7 16,0 1 0-16,0 4 2 15,0 4-7-15,0 3 12 16,0 0-18-16,0 0 25 16,4-6-27-16,5 6 28 15,-5 0-24-15,-2 3 18 0,-2 2-5 16,0-1 19 0,0 0-20-16,0-1-6 0,-6 7 14 15,-7 0-8-15,4 5-2 16,-3-4-2-1,4 3-1-15,-1-5-1 0,-3 4-5 16,-1-1 8 0,-5 4 0-16,1 0 2 0,-4 0 10 15,-1 2-2-15,0-1-12 16,-5 1 10-16,7 5-14 0,-5-1 6 16,4 2 0-1,-6 1 0-15,-6 3 0 0,-4 8-8 16,-9 0 16-1,-2 0-17-15,2 8 12 0,1 4-6 16,7-3 6-16,5-6-9 16,-2 0 6-1,-7-2 0-15,1-1-2 0,-3 0 4 16,-1 0-1 0,3 0 7-16,-6 0-16 0,0 0 16 15,-4-4-9-15,-1 3 1 0,0-1 0 16,-5-2-1-1,-2-1 1-15,-1-2-4 16,-1 0 8-16,-5 0-9 16,3-2 16-16,2 1-10 15,1 5 3-15,8-3-3 16,-1 3-1-16,-2-1 0 0,5 4-4 16,4 0 9-16,-3 0-14 0,-2 0 22 31,-4 0-20-31,5 0 8 0,2 0-2 15,0 0 1 1,7 0-4-16,-6 0 4 0,2-2-7 16,-3-2 3-1,-5 0 4-15,-3 0-7 0,-11 0 20 16,-1 1-24-16,-2 0 18 16,-3 3-13-16,3-2 6 15,5 0 0-15,1-3-4 16,3 1 9-16,-1-2-18 15,1-1 21-15,-2 1-15 16,-6 2 14-16,1-2-7 0,-9 4 2 16,6 0-4-1,-5-1 1-15,-4 3 1 16,4-1-4-16,-1 1 13 0,4-4-18 16,10 2 19-16,1-2-17 15,5 1 11-15,0 0-8 16,-4 2 3-16,0 1 1 15,-3-3-1-15,-2 1 5 16,2 0-13-16,0-6 21 16,3-2-18-16,4-4 8 15,-1 0-4-15,3 2-2 16,-2 0 4-16,-2 2-3 16,-3 4 5-16,1 0-12 15,0 0 20-15,4 2-8 0,2-4 5 16,7 0-14-16,0 0 0 15,-1-2 5 1,0 0 2-16,-8 2 0 0,-5 2-10 16,-5 2 23-16,-2 0-25 15,1-1 15-15,4 2-6 16,7-3-10-16,2 2 7 16,-4 1-4-16,2 3 9 0,-4 0-1 15,-3 0-1 1,1 0-5-16,4 10 16 0,2 1-10 15,5-3 5-15,1-2-6 16,3-5 2-16,-2-1 0 16,2 0-8-1,3 0 8-15,3 0-2 16,1 0 6-16,2 0-3 16,-5 0 5-16,1 0-7 0,-4 0 4 15,4 9-4-15,3-1-12 16,8-2 1-16,4-2 10 15,-2-1-10-15,-5 2 10 16,1-1 1-16,-5-2-7 16,-1 0 5-16,1 0 2 15,3 0-10-15,1 0 10 16,1-2 2-16,-4 2 0 16,-1 0-12-16,1 2 21 0,-2 0-22 15,1 2-15 1,0 1-1-16,5 4 2 0,1-3 22 15,5-2 5-15,2 2-1 16,1-2-3-16,-8 2 4 16,3-1-8-16,-7 0 18 15,2-1-20-15,0 0 10 16,3 2 0-16,2-2 3 16,0 1-3-16,-5-1-19 15,-4 1 8-15,-3-1 7 16,4 0 8-16,3-4-3 15,9 4 6-15,7-4-14 16,7 3 9-16,2-2-5 0,-3 2-80 16,-3 0 16-1,-8 1 63-15,1-2 8 16,1-2-8-16,8-2 4 0,13 0-208 16</inkml:trace>
  <inkml:trace contextRef="#ctx0" brushRef="#br0" timeOffset="155989.34">5067 8889 214 0,'0'0'16'0,"0"0"24"0,0 0 24 0,0 0 9 0,0 0-35 16,0 0 9-1,0 0-4 1,0 0 0-16,-12-13 10 0,8 13 2 16,-1 0-14-16,3 0-22 0,-2 0 26 15,2 0-14 1,2-1 32-16,-4-3-33 16,4 4-4-16,0 0 0 0,0 0-6 15,0-2-6 1,0 2 2-16,0-1 17 15,0-4-27-15,0 1 9 0,0-4-12 16,0-5-4-16,12 4 1 16,9-3-1-16,-2 0-3 15,6 2 3-15,-3 6 1 16,-2 4-3-16,-6 0-8 16,5 0 8-16,-7 16 1 15,-4 2 4-15,-1 4-4 16,-7-1 2-16,0-4 0 15,0 5 0-15,0-3 2 16,-4 0 11-16,-3-1-8 16,1-6 14-16,3-2-6 15,3 0-21-15,0-4 8 16,0-1-3-16,0 1-17 16,0 0 14-16,9 1 5 0,4 3 2 15,3 2-6-15,-1 4 14 16,-3-4-9-1,-1 3 3-15,-5-1-6 0,-1 1 2 16,-2 4 1-16,-3 6 12 16,0 11-5-16,-21 5 12 15,-12 3-12-15,-10-4-5 16,-3-6 9-16,1-10-7 16,1-3-4-16,6-11-5 0,11-9-15 15,11-1-18-15,7 0-69 16,9 0-118-16,0 0-172 15</inkml:trace>
  <inkml:trace contextRef="#ctx0" brushRef="#br0" timeOffset="156664.41">4605 9762 607 0,'0'0'22'0,"0"0"-20"0,0 0 24 16,0 0 33-16,0 0 57 0,192-5-68 16,-97-10 9-16,10-6 0 15,4 1 16-15,-4 1-32 16,-10 8-26-16,-5 3-10 15,-12 2-10-15,-11 6 4 16,-7 0-50-16,-8 8-19 16,-13 8-121-16,-10 0-61 15,-16 0-225-15</inkml:trace>
  <inkml:trace contextRef="#ctx0" brushRef="#br0" timeOffset="157429.26">4610 10632 323 0,'0'0'303'0,"0"0"-303"0,0 0 2 0,46 114 8 16,-26-80 2-16,0 4 6 0,7-6-16 16,-5-4-4-16,3-6 1 15,-8-5 0-15,1-9 1 16,-5-2-2-16,1-6 2 16,-1 0 2-16,3-28 68 15,-1-15-7-15,4-11 9 16,-6-14-38-16,-2-14 16 15,-4-6-25-15,-5-4 20 16,-2 1-21-16,0 15-22 16,0 10 7-16,-7 11-3 15,1 16 26-15,1 7 8 16,3 8-7-16,2 9-15 0,0 3-9 16,2 0-9-16,27 1 0 15,18-4-5-15,18-1 10 16,10 0-7-1,10 0 16-15,0 4-19 0,-5 0 5 16,-7 5-19-16,-8-2-29 0,-11 3-59 16,-15 2-5-1,-7 2-165-15,-18 2-7 16</inkml:trace>
  <inkml:trace contextRef="#ctx0" brushRef="#br0" timeOffset="158089.32">5235 10329 543 0,'0'0'42'0,"0"0"-21"0,0 0 126 0,0 0-1 16,0 0-125-16,0 0-1 15,7-18 41-15,3 14-24 16,-2 4-24-16,3 0-13 0,3 0 11 15,-1 4-18-15,0 19 14 16,-1 8-11-16,-6 1 4 16,-6 6-2-16,0 1-2 15,0 6 4 1,-11-1-4-16,-3 2 4 0,-1-5 0 16,3-11 3-16,6-9-4 15,6-6 6-15,0-9-10 16,2 2-3-16,21-2 2 15,8-2 0-15,9-1 6 0,7-2 8 16,1-1-3 0,4 2 15-16,-3-2 4 0,-9 5 18 15,-4 4-41 1,-12-3-1-16,-1 4-3 16,-8 1-51-16,-4-2-20 0,-8 2-225 15,-3-2-262-15</inkml:trace>
  <inkml:trace contextRef="#ctx0" brushRef="#br0" timeOffset="160859.12">6222 9703 126 0,'0'0'330'0,"0"0"-323"0,0 0 2 0,0 0 69 16,0 0 3-1,0 0-79-15,0 0 39 0,-18-12-7 16,18 10 20 0,-4 0 5-16,2 2 5 0,-3 0-19 15,3 0 3-15,2 0-19 16,-2 0-19-16,-2 0 13 16,4 0-15-16,0 0 3 15,0 0-10-15,0 0-1 16,0-5 4-16,0 5 12 15,0 0-14-15,0 0 5 16,0 0 6-16,0 0-3 16,0 0-5-16,-2 0 5 0,-3 0-20 15,0 0 19 1,1 0-18-16,-1 0 3 16,3 0 6-16,2 0 0 15,-2 0-3-15,2 0-5 0,0 0-7 16,0 0 12-16,0 0-3 15,0 0-4-15,0 0 10 16,0 0-6-16,0 0 0 16,0 0 3-16,0 0-8 15,0 0-1-15,0 0 6 0,0 0 10 16,0 0-8 0,0 0 8-16,0 0 14 0,0 0-10 15,0 0 2-15,0 0-4 16,0 0 18-16,0 0-14 15,0 0-8-15,0 0-4 16,0 0 2-16,0 0-7 16,0 0-47-16,0 0 35 15,0 0-39-15,0 0 42 16,0 5-69-16,0-5-67 16,4 0 34-16,8 0-8 15,-3 0 53-15,4 0-4 16,-7 0-82-16</inkml:trace>
  <inkml:trace contextRef="#ctx0" brushRef="#br0" timeOffset="161808.97">6249 9810 123 0,'0'0'75'0,"0"0"-71"0,0 0-4 15,0 0 19-15,0 0 32 16,0 0-2-16,-20-17-17 15,16 16 45-15,-1 1-17 16,3 0 5-16,0-3-27 16,2 3-20-16,0 0-13 0,0 0-10 15,0-4-8 1,0 4 5-16,0-4 2 0,0 1 6 16,0-4 10-16,0 5 8 15,0-2-1-15,0 1-10 16,0 3-11-16,0-2 8 15,0 2-8-15,0 0-2 16,0-3 4-16,0 3 2 16,0-1 10-16,0 1 17 15,0 0 3-15,0 0 28 16,0 0 4-16,0-3-6 16,0 3-47-16,0-2-9 15,0-4-23-15,4 4-4 0,5-4 25 16,3-2-20-16,-4 0 21 15,1 2-45 1,-3-2 17-16,0-2-22 16,-4 6 24-16,-2 0-8 0,0 2 35 15,0 2 5-15,0 0 17 16,-12 0 8 0,3 4-30-16,1 2 12 0,-4 2 2 0,12-1-7 15,-2-6 6 1,2 1 1-16,0-2-14 15,0 0-5-15,0 0 5 16,0 0-19-16,0 0 5 0,0 0 14 16,2 0 12-1,-2 0-9-15,4 0 13 0,-4 0-6 16,0 0 19 0,0 0-6-16,0 0 0 0,-4 0-15 15,-2 0 4-15,1 6-16 16,1-2 20-16,4-3-23 15,0 2 7-15,0-3-8 16,0 2-48-16,0 0-6 16,0 2 5-16,0-4-10 15,4 0 48-15,1 0-55 16,1 0-46-16,4 0-167 16</inkml:trace>
  <inkml:trace contextRef="#ctx0" brushRef="#br0" timeOffset="209671.31">6911 11019 224 0,'0'0'141'0,"0"0"-129"0,0 0 4 0,0 0 54 16,20-135-10-16,-20 88-36 0,0-3 40 15,0-3 60-15,-4 1 67 16,-12 3-145-16,0-6-40 15,0-2-6-15,3-7 0 0,1-8-3 16,0-2-2 0,3 1 1-16,3 7 8 15,0 8 3-15,4 12-2 16,2 12-1-16,0 4-4 0,2 12-8 16,21 4 5-1,6 1 6-15,11 4 0 0,5 3-3 16,15-6 11-1,11-7-8-15,7-4 7 16,6-4-9-16,-1 0 4 16,-7 9-5-16,-13 6-12 15,-15 7-10-15,-10 5-197 0,-18 0-94 16</inkml:trace>
  <inkml:trace contextRef="#ctx0" brushRef="#br0" timeOffset="210379.21">7299 10281 352 0,'0'0'320'0,"0"0"-288"0,0 0-14 0,0 0-7 0,0 0 2 0,0 0-13 16,87-43-2-1,-60 42 2-15,-6 1-1 16,-3 0 1-16,-3 24 0 16,-7 8 1-16,-4 4 2 0,-4 6 4 15,0-1 7 1,-4 0-13-16,-10-1 3 0,-3 2 18 15,-1 1 49 1,5 1-1-16,1-7-14 0,12-6-31 16,0-12-13-16,0-2-10 15,14-3-4-15,10-3 4 16,10-2 9-16,8-7-10 16,2-2 4-16,10 0 11 0,2 0-10 15,-5-12 7-15,0-2-3 16,-8 0-20-16,-12 5-32 15,-12 5-94 1,-11-2-248-16</inkml:trace>
  <inkml:trace contextRef="#ctx0" brushRef="#br0" timeOffset="211079.16">6854 9588 257 0,'0'0'318'0,"0"0"-232"0,0 0 48 0,0 0 24 0,0 0-74 15,0 0-41-15,-23 0-11 0,23 0-19 16,2 0-10-1,23 0 5-15,15 13 9 16,13-1 8-16,14-6-23 16,18-6 11-16,11 0-10 15,6-4 4-15,2-18-7 16,-3-8-29-16,-9-1-78 0,-17 6-35 16,-17 5-269-1</inkml:trace>
  <inkml:trace contextRef="#ctx0" brushRef="#br0" timeOffset="211909.34">6911 8989 290 0,'0'0'408'0,"0"0"-365"0,-3 108 39 0,26-65-1 16,4 1-18-16,0-8-44 0,0-5-18 16,-8-8 3-1,-1-10-1-15,-5-4-1 16,-3-9 13-16,-6 0-12 16,3 0 22-16,-1-20 8 0,0-13 4 15,2-14-21 1,-2-9 8-16,-3-2-22 15,1-6 1-15,0-3-3 16,-2 1 1-16,8 2-3 0,-4 1 17 16,-1 5-13-16,1 7 2 15,1 2 18-15,0 9-3 16,2 6 4-16,-1 8-23 16,6 6 0-16,4 3-3 15,4 4 7-15,11 5-14 16,9 0 20-16,10 6-17 15,6 0 15-15,7 2-16 16,1-2-29-16,3-2-26 16,-3-2-33-16,-7-2-182 0,-10 5-58 15</inkml:trace>
  <inkml:trace contextRef="#ctx0" brushRef="#br0" timeOffset="212458.9">7348 8829 452 0,'0'0'177'0,"0"0"-116"0,0 0 76 0,0 0-55 15,0 0-62-15,0 0-6 16,53-38-8-16,-28 32 16 16,-5 6-6-16,-5 0-12 0,-1 20-1 15,-5 12 8-15,-9 6-6 16,0 6 5 0,0 6-4-16,0 0-4 0,-11 5 2 0,-1-5-4 31,6-5 0-31,6-7 0 0,0-5-9 15,6-7 24-15,19-5-16 16,8-8 8-16,3-1-7 0,7-6 11 16,-6 0-11-1,3-2 0-15,-5-2-3 16,-1-2 0-16,2 0-23 16,-5 0-21-16,-5 0-152 15,-7 0-165-15</inkml:trace>
  <inkml:trace contextRef="#ctx0" brushRef="#br0" timeOffset="-204795.73">8765 9779 275 0,'0'0'158'0,"0"0"-120"0,0 0-5 16,0 0-33-16,0 0-17 16,0 0-174-16,0 0-41 15</inkml:trace>
  <inkml:trace contextRef="#ctx0" brushRef="#br0" timeOffset="-204477.85">8765 9779 418 0,'-93'2'54'0,"81"-5"-39"15,3-4 26 1,1 7 99-16,-4-2-71 0,7 2-16 16,1-1 19-16,2 1 3 0,-2 0-35 15,4 0-19 1,0 0-1-16,0 0-8 0,0 0 4 15,0-3 5 1,0 3 21-16,0 0-10 16,0 0-5-16,0-3-15 15,0 3-6-15,0 0-6 0,15 0 1 16,9 0-6 0,10 0 10-16,1 0-5 0,1 0 9 15,-5 0-11-15,-2 0 2 16,-2 0-5-16,-5 0-18 15,-1 0-37-15,-4 0-39 16,1 0-128-16,-3 0-71 16</inkml:trace>
  <inkml:trace contextRef="#ctx0" brushRef="#br0" timeOffset="-203997.69">8624 9587 718 0,'0'0'79'0,"0"0"-58"0,0 0 108 16,121 0-82-16,-65 0-33 15,10-8-4-15,7-10-13 0,4 0 8 16,-6 4-10-1,-9 4-28-15,-15 2-168 16,-18 8-324-16</inkml:trace>
  <inkml:trace contextRef="#ctx0" brushRef="#br0" timeOffset="-203077.75">9748 9665 405 0,'0'0'72'0,"0"0"9"0,185-8-45 0,-92 6 62 16,14 2 38-16,11 0-16 16,5 0-72-16,6 0-15 0,4 8-20 15,6 3-3 1,0-6-10-16,7-2 8 0,3-3-9 15,7 5 10 1,-2-3-18-16,-11 2-5 16,-10 0 6-16,-6-4-26 15,-7 0-51-15,-10 0-173 16,-22-2 14-16</inkml:trace>
  <inkml:trace contextRef="#ctx0" brushRef="#br0" timeOffset="-198181.29">9968 10740 332 0,'0'0'120'0,"0"0"-105"0,0 0 8 16,0 0 18-16,0 0-31 16,0 0 0-16,0 3-6 0,0-3 25 15,0 0 30 1,0 1 52-16,0-1-9 0,0 0-22 15,0 0-45 1,0 0-28-16,0 0 5 16,0 0-6-16,0 0 9 0,0 0-12 15,0 0 7-15,0 2-9 16,0 3 17 0,0 6-18-16,0 3 0 0,0 6 2 15,7 2-1-15,-1 0 3 16,1 2 3-16,-5-4-12 15,7 4 7-15,-4-1-2 16,-1-5 11-16,0-3-6 16,-2-7-5-16,5-2-6 15,-5-2 5-15,3-4-16 16,-5 0 9-16,0 0 9 16,0 0-1-16,0-4 11 0,3-16 27 15,3-7-30-15,1-8-7 16,1-7-2-16,4-2 7 15,1-10-12-15,-1 4-4 16,1-3 9-16,-1 1-25 16,-2 8 9-16,-1 0 1 15,-7-1 5-15,4 1 3 16,-3-5 8-16,-1-1-6 16,1 0 13-16,-1 1-14 0,-2 5 14 15,4 11-12 1,-4-2 7-16,2 8-3 15,1 0 2-15,-3 5 2 0,4 4-3 16,0-1 0-16,-2 6-4 16,3 3 10-16,-5 2-10 15,5 1 8 1,-5 7 0-16,2-1-2 0,-2 1-3 16,2 0 1-16,5 0-5 15,1-3 0-15,8 0 10 16,4-3-7-16,-2 5 8 15,-1-4-2-15,4 1 2 16,4 4 1-16,-1-2-1 16,3 2-6-16,4 0-1 15,-2 0 1-15,2 0 2 0,5 0 1 16,-1 0-3 0,1 0 1-16,4 0-1 15,-2 0-2-15,-2 0 1 0,4 0 0 0,-3 0 1 16,2 0-5-1,-1 0 13-15,-3 0-11 0,-2 0 9 16,-1 0-10 0,-3 0 4-16,-7 0 0 15,2 0 0-15,1 0 8 16,-3 0-19-16,1 0 23 16,-4 0-26-16,8 0 17 15,0 0-6-15,4 0 4 0,-4 0-1 16,4 0 0-1,-4 0-6-15,-4 0 6 16,0 0 0-16,2 0-2 0,4 0 7 16,2 0-10-1,0 0 10-15,3 0-9 0,-3 0 4 16,0 0-1 0,2 0-2-16,-4 0 3 0,0-4-2 15,0 0 9-15,0 0 0 16,-2-3-5-16,-2 4 3 15,-3-4-3-15,-2 5-4 16,0 1 3-16,-7-1-2 16,3 2 1-16,-5-4-26 0,-2 4 6 15,-5 0-64 1,4 0-146-16,-8 0-132 0</inkml:trace>
  <inkml:trace contextRef="#ctx0" brushRef="#br0" timeOffset="-195682.05">10594 10368 505 0,'0'0'142'0,"0"0"-106"0,0 0-12 0,0 0 58 16,0 0 1 0,0 0-8-16,0-17-27 0,0 17 12 15,0 0-19-15,0 0 9 0,0-2-23 16,2 2-8-1,0-4-15-15,9-3-2 16,5 0-4-16,5-7 4 16,5 0-6-16,0-1 11 15,5 3-3-15,-4 7-2 16,-2 1-2-16,-7 4 0 0,-5 0-25 16,-8 2-20-1,-5 22-26-15,0 9 47 0,-22 12 2 16,-17 5-10-16,-5 5 5 15,-1 4 27-15,3-4 17 16,4-3 36-16,9-12-38 0,11-9-3 16,7-8-4-1,9-13-2-15,2 0-6 16,0-2 1-16,0-2-2 16,5 0-5-16,13-2 6 15,1-4 3-15,4 4 6 16,2-4 26-16,-4 0-25 15,-1 0 0-15,-6 0-6 16,-7 0-5-16,-1 0 1 16,-3 0-10-16,3 3-40 0,4 6 26 15,0 2-35-15,5-2-112 16,-1-5-44-16,1-4-18 16,-3 0-141-16</inkml:trace>
  <inkml:trace contextRef="#ctx0" brushRef="#br0" timeOffset="-195317.57">11006 10633 431 0,'0'0'496'0,"0"0"-415"0,0 0-17 0,0 0 8 15,0 0-35-15,0 0-37 16,2-11-11-16,-2 7-10 16,0 4 6-1,0 0-45-15,0 0-44 0,0-3-257 16</inkml:trace>
  <inkml:trace contextRef="#ctx0" brushRef="#br0" timeOffset="-194517.75">11443 10365 344 0,'0'0'317'0,"0"0"-294"0,0 0 15 0,0 0 39 0,0 0-10 16,0 0-57-16,-20-22 37 15,20 13 1-15,0 4 17 0,0-3-52 16,2 2-11 0,7 2 1-16,-3 4-1 0,2 0-4 15,0 0-15-15,-1 0 16 16,-3 14-27-16,-4 8 15 15,0 6-12-15,-2 6 20 16,-25 0-30-16,-4 2 28 16,-5 3 7-16,1-4 28 15,1 5 33-15,3-5-20 16,4-6 53-16,10-6-54 16,5-11-32-16,10-3-8 15,2-1-1-15,0-4-3 0,2-1-31 16,21 1 10-1,8-4 13-15,5 0 0 0,-3 0 24 16,7 0-14-16,-2 2 6 16,-2-2 10-16,-3 0-4 15,-2 0-1 1,1 0-3-16,-6 0-1 0,-3 0-10 16,-6 0-13-16,-6 0-64 15,-3 0-62-15,2 0-168 16,-3 6 43-16,-3-6-55 15</inkml:trace>
  <inkml:trace contextRef="#ctx0" brushRef="#br0" timeOffset="-187290.6">6694 9364 133 0,'0'0'107'0,"0"0"-90"0,0 0 39 16,0 0 57-16,0 0-54 15,0 0-57-15,0 0 26 16,0 0-4-16,0 0-15 0,0 0-9 16,0 0 0-1,0 0 6-15,0 0-3 0,0 0 8 16,0 0-4 0,0 0 0-16,0-1 1 0,0-8-16 15,0-1 4-15,0-2-24 16,6 2 13-16,-6 0-33 15,2 2 33-15,-2 0 10 16,0-1 5-16,0 0 7 16,0 1 1-16,0 0-7 15,0-3 18-15,0 4-19 16,0-3 1-16,0 2-7 16,0 0 8-16,0-3-4 15,0 4-11-15,0-1 13 16,0 0 4-16,0-4-4 0,0 6-1 15,0-4-1 1,0 0-31-16,0 0-21 0,0 0 7 16,0-3-14-16,0 4 5 15,0-2 56-15,0 1 15 16,0 6 7-16,0 0 10 16,0 0 32-16,0 1-5 15,0-3-59-15,0-5 0 0,0 7 0 16,0-5-9-1,0 0-10-15,0-1-37 0,0 3 42 16,0-4 14 0,0 3 11-16,0 0 65 15,0-2-53-15,0 1-16 16,0-2-6-16,0-1 10 16,0 0-10-16,0 2-2 15,-2-2-28-15,-1 4 1 0,3 0 28 16,0 4 22-1,0-3 4-15,0 4-16 0,0-5-9 16,0 0-1-16,0-2-5 16,0 0-27-16,0 2-30 15,0-2 27-15,0 2 35 16,0 0 11-16,0 2 50 16,0 0-49-16,0 0-8 15,0 2-6-15,0-2 2 0,0 0-14 16,0 0-43-1,0-2 36-15,0 0 17 0,0 2 4 16,0-3 44-16,0 3 21 16,0 3-41-16,0-5-22 15,0 2-2-15,0-1 0 16,0-1-41-16,0 1-15 16,0-4 29-1,0 1 24-15,0 1 3 0,0 3 24 16,0-1 85-16,0 3-53 15,0 1-53-15,0-2-2 16,0-1 30-16,0 0-31 0,0-3 0 16,0 0 0-1,0 1-2-15,0 1-1 0,0 1-1 16,0 1 8 0,0-1 18-16,0 0-22 0,0 0 0 15,0 0-17-15,0-1 11 16,0 5 6-16,0 0 6 15,0-1 24-15,0 3 5 16,0 0 5-16,0 0-36 16,0 0-8-16,0 0-5 15,0 0 5-15,0 0-26 16,0 0 4-16,0 0 0 0,0 0-9 16,0 0 24-1,0 0 11-15,0 0 11 0,0 0-10 16,0 6 8-1,0 2-9-15,0 0 0 16,0 0 0-16,0-6-7 16,0 4 5-16,0-1 2 0,0 1 27 15,-3 1-14-15,-5 3 2 16,4 0 5 0,-1 2-20-16,-1 0-2 0,6 1 2 15,-6-2-4-15,6 2 10 16,-4-6-6-16,4 1 1 15,-2 3 0-15,0-3 3 16,2-1-8-16,-2 2 3 16,2-3 1-16,0 0 0 15,-3 4-7-15,1-2 6 16,-2 0-6-16,4-1 7 16,0 2 2-16,-4-3-1 0,4-2-1 15,0 0-3 1,0 0-19-16,0-2 14 0,0 2 5 15,0 2 6-15,-2 0 0 16,-2 2-2-16,0-2 16 16,4-3-12-16,-2 4-5 15,-2-5 2-15,4 4-2 16,0-4 0-16,0 2 0 16,0 2-7-16,-5-2 16 15,5-2 3-15,-2 2-10 0,0 0 3 16,2-2 11-16,-2 2-15 15,2-2-1-15,-4 0 2 16,-2 2-2 0,2-2 3-16,2 0 19 0,-3 2 5 15,3-2 25 1,2 0-28-16,-2 0-24 0,2-2-1 16,0 2 1-16,0-2 1 0,-2 3 8 15,2-2-15 1,-2-1 12-16,-2 2-1 0,4 1 14 15,0-3 52 1,-3 1-69-16,3-1-4 0,0 0 2 16,0 0-4-1,0 0 4-15,0 0 58 0,0 0 6 16,0 0-43 0,0 0-21-16,0 0-58 0,0 0-315 15</inkml:trace>
  <inkml:trace contextRef="#ctx0" brushRef="#br0" timeOffset="-179930.53">10262 8738 268 0,'0'0'215'0,"0"0"-126"0,0 0-21 0,0 0 21 16,0 0-44-16,0 0-21 15,0 0 26-15,0-3-17 0,0 3 33 16,0 0-39-1,0 0 4-15,0 0-3 16,0 0-5-16,0 0 8 16,0 0 7-16,0 0-8 0,0-3-22 15,0 2 7-15,2-4-5 16,2 0-1 0,6-1-1-16,3-5-11 0,9 0 9 15,10-4-6-15,-1 4 0 16,2-2-2-16,-2 8-3 15,-2 2-16-15,-4 3 12 16,0 0-34-16,-10 0-14 16,-7 12 9-16,-8 5 28 0,0 4 20 15,0 1 5 1,-17 3 9-16,-8-1-13 0,-1 2 1 16,3-4 5-16,1 0-12 15,9-6 6-15,2-1-2 16,6-7-11-16,3-2 11 15,2 1-1-15,0-3-28 16,0 2-13-16,2-2-30 16,16 5 37-16,2 0 5 15,0 2 26-15,2 4 10 16,-2 1 12-16,-4 0 18 16,-7 0-17-16,-2-4-15 15,-7 0-1-15,0-2 17 0,0 4-13 16,-11 5 15-1,-18 2 3-15,-5 2 2 0,-6 1-6 16,2-3 33-16,3 0-10 16,6-5-16-16,4-3-27 15,10-2-12-15,3-1-23 16,-1 2-86-16,-1-3-270 16</inkml:trace>
  <inkml:trace contextRef="#ctx0" brushRef="#br0" timeOffset="-176615.4">10835 9226 207 0,'0'0'244'0,"0"0"-173"0,0 0 16 0,0 0 2 15,0 0-25-15,0 0-38 16,0 0-12-16,2 4 9 16,0 2 10-16,0 4 24 15,3 6-31-15,-3 4-8 16,4 2-17-16,2 2 0 15,-2-2 8-15,1 2-13 16,-1-5 4-16,2-6 0 16,-4-5-1-16,0-1 4 0,0-6-3 15,-1-1 0-15,7 0-22 16,2 0-4-16,1-18 26 16,3-10 10-16,-3-5-8 15,3-9 2-15,-7-5 1 16,4-11-7-16,-4-8 10 15,-2-4-4-15,-1-1-4 16,-1 7 0-16,4 4-1 0,-2 6 1 16,1 6 1-1,-3 0 3-15,-1 5 9 0,0 3-12 16,4 2 25 0,-4 6-20-16,3 2 1 0,-3 5-4 15,0 4-3-15,4 5 0 0,-2 3 2 16,1 5 5-1,3-1-3-15,4 1 16 16,6-2 12-16,11 0 0 16,5 2-22-16,13-2 13 15,7 4-19-15,8 0 1 16,7 0 1-16,-1 2 1 16,-5-2-7-16,-5 0 7 15,-10 0-14-15,-5-1 7 0,-11 3-37 16,-10 3-50-1,0-1-34-15,3 2-98 16,-7 0 78-16,-3 0-60 16</inkml:trace>
  <inkml:trace contextRef="#ctx0" brushRef="#br0" timeOffset="-175811.83">11412 8722 469 0,'0'0'53'0,"0"0"3"0,0 0 30 0,0 0 55 16,0 0-36-16,0 0-34 16,113-50-37-16,-106 50-24 0,-2 0-6 15,-3 3-4-15,-2 21 13 16,0 8-7-16,-2 11-6 15,-29 4-16-15,-6 3-9 16,-7 3-12-16,2-6 17 16,6 0-11-16,2-5 22 15,13-5 9-15,2-4 17 16,13-9 9-16,6-6-23 16,0-2 1-16,0-5 5 15,19-6-18-15,8-2 14 0,14 0-5 16,-1-3 5-16,4 0 1 15,-1 0 21-15,-3 0-27 16,0 0 22-16,-4-3-18 16,-3 0 19-1,-9 3-23-15,-1 0-17 0,-3 0-35 16,-7 3-132 0,-3 6-128-16</inkml:trace>
  <inkml:trace contextRef="#ctx0" brushRef="#br0" timeOffset="-158897.68">12668 9862 205 0,'0'0'71'0,"0"0"-47"0,0 0 46 0,0 0 11 0,0 0-37 15,0 0-11-15,0 0-10 16,0 0 16-16,-2-5 3 16,2 5 38-16,0 0-12 15,0 0 9-15,0 0-31 16,0 0 1-16,0 0-36 15,0 0 12-15,0 0-23 0,9-1 2 16,13-1 3-16,7-1-4 16,0 2 27-16,4-2-26 15,-1 2 13-15,1 1-13 16,-2 0-4-16,-2 0-7 16,-4 0-43-16,0 0-178 15,-8 0-44-15,-1-3-163 16</inkml:trace>
  <inkml:trace contextRef="#ctx0" brushRef="#br0" timeOffset="-158497.38">12651 9682 543 0,'0'0'165'0,"0"0"-152"0,0 0 110 0,0 0 24 0,0 0-75 16,0 0-31-16,156-6-9 16,-108 1-32-16,-3 2-2 15,-1-2-58-15,-3-1-126 0,-8 2-342 16</inkml:trace>
  <inkml:trace contextRef="#ctx0" brushRef="#br0" timeOffset="-157098.88">14114 8945 295 0,'0'0'230'0,"0"0"-168"0,0 0-11 15,0 0 75-15,0 0-1 0,0 0-88 16,-2-30-22-16,2 24 0 16,2-4 28-16,14 2-25 15,1-2-3-15,4 0-12 16,1 2-3-16,5 2 3 16,-5 4-3-16,-2 2 0 0,-2 0-12 15,-9 2 0 1,-7 17-11-16,-2 6 21 0,0 6 2 15,-25 6-2 1,-4 4 6-16,-8-4-4 0,3-1 0 16,5-6 2-1,7-7-9-15,9-10 19 0,6-6-22 16,4-6 10 0,3 2 0-16,0-3-44 0,0 2-35 15,3 2 20-15,15 2 58 16,-2 2-4-16,1 2 10 15,3 4-11-15,-2 2 12 16,-2 4-8-16,-5-3 6 16,0 2-8-16,-9-1 2 15,-2 0 2-15,0 2 45 16,-22 2 23-16,-18 5-18 16,-11-2-27-16,-5 0 8 0,-2-6-4 15,5-4-4 1,3-1-15-16,11-6-8 0,1 2-7 15,11 4-38-15,5-6-80 16,3 2-203-16,13-2-200 16</inkml:trace>
  <inkml:trace contextRef="#ctx0" brushRef="#br0" timeOffset="-156467.75">14342 9390 589 0,'0'0'102'0,"0"0"-28"0,0 0-40 15,0 0-2-15,0 0 16 0,0 0-13 16,73 48-33-16,-55-32 5 15,2 1-7 1,-2-3 1-16,-3-2 3 0,3 2-4 16,-3-6 8-1,1-1-1-15,0-4-12 0,0-3 10 16,-1 0-5-16,3-21 12 16,2-8-8-16,-2-7 4 15,-2-7-7-15,1-7 12 16,-1-4-12-16,-1-8-2 0,1-9 0 15,-3-2 0 1,-1-1-25-16,-3 7-28 16,-1 15 38-16,0 10 16 15,-4 6 21-15,5 2 22 0,4 2 6 16,5 4-46 0,2 2-3-16,9 2 5 15,-1 3-7-15,9 5 2 0,2 4-1 0,1 8 1 16,12 4 0-1,4 0-12-15,4 0 11 16,2 0-12-16,1 0-76 16,-11 4-148-16,-4 2-73 0</inkml:trace>
  <inkml:trace contextRef="#ctx0" brushRef="#br0" timeOffset="-155766.15">15063 8919 293 0,'0'0'177'0,"0"0"-77"0,0 0-6 0,0 0 17 15,0 0-56 1,129-28-33-16,-104 28-22 0,-7 0 2 16,-5 0-4-16,-6 8-23 15,-7 11 15-15,0 6 10 16,-18 6 1-16,-13 7 5 16,-9 1-5-16,0 2 1 15,-4-1 37-15,5-3 49 16,3-2-39-16,10-5-10 15,10-7-39-15,12-4 3 16,4-5-3-16,0-4-3 0,11-3-4 16,14 2-2-1,10-1 7-15,7-4 1 0,1 0-6 16,-1-2-15 0,-1 1-14-16,-4-3-10 0,-3 0-4 15,-5 0 3 1,-10 0-80-16,-7 0-146 0</inkml:trace>
  <inkml:trace contextRef="#ctx0" brushRef="#br0" timeOffset="-154999.39">13691 9832 550 0,'0'0'119'0,"0"0"-70"0,0 0 48 0,0 0 70 16,0 0-107-16,0 0-29 0,-16-8-10 15,16 8-3 1,21 0-8-16,19 0 15 0,18 5 1 16,21 2-18-1,22 3 13-15,24-6-21 16,17-3 10-16,14-1-5 16,14 0 1-16,6 0-6 15,-3 0-15-15,-12 0-40 16,-27 0 9-16,-39 0-57 0,-32 3-181 15,-36 5-205-15</inkml:trace>
  <inkml:trace contextRef="#ctx0" brushRef="#br0" timeOffset="-151670.3">13885 11051 281 0,'0'0'135'0,"0"0"-72"0,0 0 44 16,0 0-38-16,0 0-24 15,0 0-34-15,0 0 1 16,0 18 8-16,0-11 29 0,2 4 21 16,2 3-18-1,-1 7-4-15,5 4-41 0,-2 0 10 16,0 2-12 0,-2-4-9-16,5-6 5 15,-3 0-1-15,6-8 0 0,-8-3-8 0,1-4 3 16,-3-2-13-1,0 0 15-15,5-14-3 0,2-14-1 32,0-2 7-32,-1-6 0 0,0-4 4 0,1-9-3 15,-1-6 6 1,-1-8 4-16,9-6-22 0,-1-4 2 16,-1 1 6-1,-3 2-5-15,5 3 8 0,-8 10 2 16,-1 2 3-1,-3 9-5-15,-4 10 0 0,0 8 6 16,0 4 17 0,0 12 25-16,0-3-24 0,0 7-24 15,0-3-2-15,0 3-13 16,0 0 3-16,14-3-24 16,11 5 13-16,6 6 10 15,6 0 11-15,5 0 4 16,14 0 16-16,7 0-10 15,3 0 5-15,13 0-5 16,-2-6 3-16,2-9 3 16,2-6-9-16,2-1 15 15,0 0-12-15,-12 2-11 16,-15 8 3-16,-25 4-14 16,-16 8-75-16,-15 0-224 15,0 0-197-15</inkml:trace>
  <inkml:trace contextRef="#ctx0" brushRef="#br0" timeOffset="-151023.28">14415 10531 283 0,'0'0'45'0,"0"0"29"0,0 0 36 0,0 0 11 0,0 0-1 16,0 0-34-16,73 6-42 16,-63 7-3-16,-6 0-27 15,-4 14 2-15,0 5-9 16,-16 3 1-16,-1 0 9 0,-4-1-14 16,6-7 9-16,6-4-12 15,2-3 1 1,3-4-1-16,4-2-8 15,0-3 7-15,0-4-5 0,18 3-1 16,6-4-16 0,9-2-5-16,4-4-66 0,-2 0 3 15,-2 0 15-15,1 0-3 16,-9 0 40-16,-8 0-10 16,-3 0 26-16,-4 0-51 15,-1-4-16-15,-4 0-99 16</inkml:trace>
  <inkml:trace contextRef="#ctx0" brushRef="#br0" timeOffset="-150773.86">14714 10720 572 0,'0'0'112'0,"0"0"58"16,-7 138-68-16,-2-88-64 15,-2 6-22-15,-3-8-12 0,3 1-8 16,-2-5 0 0,2-4-21-16,2-6-111 0,-2-1-91 15,2-8-141 1</inkml:trace>
  <inkml:trace contextRef="#ctx0" brushRef="#br0" timeOffset="-148522.65">15857 10106 554 0,'0'0'115'0,"0"0"-102"0,0 0-5 0,0 0 101 16,133 20-25-16,-108-20-84 16,-5 0-5-16,-5 0-126 15,1 0 104-15,-7 0 21 16,0 0-4-16,-5 0-1 16,-2-4-8-16,-2-4-33 15,0-2-65-15,0-1-186 16</inkml:trace>
  <inkml:trace contextRef="#ctx0" brushRef="#br0" timeOffset="-148293.35">15830 9863 358 0,'0'0'543'16,"0"0"-480"-16,0 0-56 15,0 0 71-15,0 0 23 16,0 0-79-16,147 2-22 16,-96-2-22-16,0 0-93 0,-6 0-314 15</inkml:trace>
  <inkml:trace contextRef="#ctx0" brushRef="#br0" timeOffset="-147444.15">17114 9324 578 0,'0'0'116'0,"0"0"-26"0,0 0 3 0,0 0-11 16,0 0-64-16,0 0 10 16,91-44-25-16,-72 44 5 15,4 0-8-15,-3 0 2 0,0 2-7 16,-4 12 12-16,-8 6-19 16,-8 4 23-16,0 4-17 15,-4 3 6-15,-16-2-3 16,-2-3-8-16,10 5 10 0,2-9-1 15,5-5-5 1,5-4 7-16,0-6-17 0,0 4-6 16,15-1-7-1,14 1 28-15,-4 4-15 16,2-1 17-16,-2 0-4 16,-8-1 4-16,-7 4 32 0,-6-3-15 15,-4 2 14 1,0 2-5-16,-20 6 29 0,-20 6 22 15,-10 2-36-15,-3-5-16 16,8-8-3-16,8-5-22 16,12-6-2-16,9-3-17 15,12-5-46-15,4 0-78 16,0 0-321-16</inkml:trace>
  <inkml:trace contextRef="#ctx0" brushRef="#br0" timeOffset="-146907.65">17503 9735 328 0,'0'0'335'0,"0"0"-278"0,0 0 13 0,0 0 74 15,0 0-74 1,0 0-43-16,76 65-25 0,-53-55 3 16,-4-2 1-1,2-8-4-15,-2 0 4 0,1 0 23 16,3-12 7-1,2-13-15-15,-2-11-15 0,4-6 2 16,2-8-8-16,-4-12-6 16,-5-10 3-16,-7-4 2 15,-6-4-12-15,-7 1 19 16,0 11-8-16,0 12 4 16,0 12 29-16,2 10 18 15,3 9-4-15,-3 6-24 16,11 2-16-16,6 3-1 15,7 4 6-15,10 1-14 16,12 0 12-16,13 5-14 0,10 0 9 16,7 2-6-16,3-1-5 15,-10 0-28-15,-5 2 2 16,-6 1-15-16,-8 0-30 16,-12 0-91-16,-9 0-141 15,-13 0-74-15</inkml:trace>
  <inkml:trace contextRef="#ctx0" brushRef="#br0" timeOffset="-146341.97">18205 9312 205 0,'0'0'221'0,"0"0"-172"0,0 0 6 0,0 0 39 15,141 0 23-15,-110 0-47 0,-6 0-54 16,-12 2-16-1,-11 14 8-15,-2 4 2 0,-11 12-6 16,-22 7-7 0,-10 3 3-16,-1 2 0 15,8 0 0-15,9-8 11 16,7-8-11-16,13-4 5 0,7-8-10 16,0-2 6-1,5-2-11-15,15 0 10 0,-1-2-4 16,6-1 8-1,8-2-8-15,1-5 1 0,3 2-66 16,4 0-21-16,-1-4-29 16,2 0-71-16</inkml:trace>
  <inkml:trace contextRef="#ctx0" brushRef="#br0" timeOffset="-145617.62">17033 10156 566 0,'0'0'124'0,"0"0"-81"0,0 0 49 0,0 0 39 0,0 0-73 16,0 0-12-16,-33-6 19 15,31 5-15-15,2 1 10 0,0 0-35 16,0-3 9 0,0 3-33-16,18 0 0 0,19 0 2 15,28 0 10 1,28-6-4-16,18-3 2 16,28-5-4-16,10 1-4 0,5-1 2 15,2 6-5-15,-16 8-5 16,-22 0-46-16,-27 6-14 15,-24 14-60-15,-20 4-132 16,-22 4-248-16</inkml:trace>
  <inkml:trace contextRef="#ctx0" brushRef="#br0" timeOffset="-142915.68">17459 10626 445 0,'0'0'111'0,"0"0"-110"0,0 0 15 0,0 0 33 15,0 0-1 1,0 0-32-16,6 0 28 0,-1 0 78 16,-1-2-31-16,5-4-24 15,9 0-36-15,2-5 39 16,3 3-56-16,6-3 3 16,2 0-17-16,0 3-4 15,5 2 3-15,-7 2-2 16,-8 4-1-16,-3 0-7 15,-7 0 10-15,-9 16-29 16,-2 8 0-16,-4 11 18 0,-31 9 4 16,-14 6-26-1,-3 4-2-15,-8 0 30 16,0 0 6-16,2-4 27 0,10-8 2 16,15-10 12-16,14-9-35 15,7-7-6-15,12-6-23 16,0 0-36-16,12-4-61 15,17-3-36-15,17-3 27 16,6 0-55-16,-1 0 14 16,0 0 136-16,1 0 34 15,-8 0 50-15,-3 0 59 16,-8 0 11-16,-12 0-120 0,0 11-38 16,-7-3-270-1</inkml:trace>
  <inkml:trace contextRef="#ctx0" brushRef="#br0" timeOffset="-138234.09">1949 8333 464 0,'0'0'68'0,"0"0"-63"16,0 0-4-16,0 0 31 0,0 0 41 15,0 0 13-15,-20-8 24 16,20 8-41-16,0-1 15 15,0 1-60-15,0 0-4 16,0 0-20-16,0 0-8 16,0 0 7-16,-2 0 2 15,-3 0 1-15,1 0 7 16,-5 0-11-16,-2 4 6 16,2 1-8-16,0 5 4 15,-4 1-5-15,6-2 4 0,-2 4-1 16,-4-3-3-16,3 3 10 15,-3 0-5-15,5 5 4 16,-6 2-8-16,1 2 8 16,1 0-9-16,-1 2 5 15,2 1 0-15,0 0-2 16,2 3 11-16,-2 4-17 16,-3 3 10-16,1-4-4 15,-1 1 4-15,2 0-5 0,1-2 6 16,-1 1-6-16,1-1 2 15,5 0 1-15,-4 0 0 16,1 4 2-16,1 2 0 16,-4 3 0-16,1 0-4 15,3 4 1-15,-2-3-3 16,8 0 3-16,0 2-3 16,2-7 3-16,-2 4-16 15,2 2 15-15,-7-4 2 16,5 2 0-16,-2-2-1 0,-1 0 1 15,0 0 6 1,1-6-6-16,4 5-2 0,0-1 2 16,0 2 0-16,0 1 5 15,0 3-13-15,0-5 24 16,0-2-16 0,4 4 0-16,1-5 11 0,2 3-10 15,-3 1 1 1,5-3-2-16,0 8 3 0,-2-6-12 15,-1 4 16-15,1 1-7 16,-1 0 1-16,6 0-1 16,1-1-3-16,3 0 3 15,-1 0-3-15,6-2-2 16,-1-2-1-16,4 2 6 0,-4-6-1 16,0-2 3-1,2-4-4-15,1-2-1 16,1 2 0-16,3-1 3 15,0 0-13-15,11-2-2 16,1-1-8-16,7-5 21 16,-2-2-12-16,0 1-1 0,-3 0-12 15,-4 2 26-15,-1-3-2 16,-5-2 3-16,2-5-6 16,3-6 2-16,-5-2-2 15,8 0-33-15,-4-2 8 16,-2-16 21-16,1 2 10 15,3 2 0-15,1-1 27 16,-1 4 6-16,2-3-33 16,-3-3-4-16,1 0 4 15,6-3-9-15,-5-2-27 16,-5 0-31-16,3 0 61 0,-7-6 6 16,0 1 47-16,0-5 18 15,-2 0-24-15,0 2-12 16,-8-2 3-16,4 6-31 15,1 1 10-15,-9-2-2 16,6 1-14-16,-3-4 10 16,-3-4-8-16,1-5 3 15,2-1-2-15,2-6 1 0,-5 7 2 16,3-3-10 0,-3 5 20-16,1-1-17 0,0 2 12 15,-5 0 0 1,-2 0-6-16,-3 0 0 0,-6 1 1 15,0 0 0 1,0-2-1-16,0-6 0 0,-6 2 2 16,-5-7 7-1,-1 8-9-15,-1 2 3 0,3 2-2 16,-2 1 3-16,-1-1 11 16,6-5-14-16,-6-2 5 15,4 1 10-15,-3 0-11 16,1 2 16-16,-2 0-18 15,2 2-2-15,-2 6-1 0,2 2 0 16,-1 2 17 0,-1 3-10-16,-3-1-3 15,-3 0 1-15,-2 0 16 0,-3-2-11 16,-5-4-6-16,4 1 13 16,-1 6-1-1,1-3-7-15,5 1 6 0,0 4-2 0,0-5-9 16,0 2 2-1,-5 2 7-15,3-1-13 16,-2 1 6-16,-3-2 2 16,2 4-4-16,-2 0-3 0,4 4-1 15,-4-1 0 1,0 6-1-16,-11-3 2 16,4 0 2-16,-2-2 4 15,-3-2-9-15,3 2 4 0,3 1-4 16,-1 6-4-1,1 2 6-15,4 6 7 0,-2 3-2 16,4 0-10 0,-4 0 9-16,4 0-10 0,0 0 1 15,5 0 1-15,2 0-2 16,0 9 5-16,-1 12-9 16,4 5-11-16,-1 4 20 15,7 0-46-15,7-5-27 16,4-6-29-16,0-7-90 15,0-7-37-15,0-2 91 16,0 1-46-16</inkml:trace>
  <inkml:trace contextRef="#ctx0" brushRef="#br0" timeOffset="-133777.68">17791 8494 257 0,'0'0'185'0,"0"0"-145"0,0 0 44 0,0 0 36 0,0 0-3 16,0 0-43-1,0 0-12-15,-110-34-34 0,93 34-12 16,1 0 26 0,-2 0-41-16,-2 0 17 15,0 0-4-15,1 0 7 16,-6 8-18-16,2 0-2 15,1 0-1-15,-5 2 4 16,-4 0-2-16,-1 2 5 16,-3 4-14-16,-3 3 13 15,-1 4-10-15,-2 4 4 0,-3 4 0 16,8 1 0 0,-2 0-3-16,2-3 3 0,10-3-1 15,-3-1-7-15,2 2 16 16,0 1-14-16,-2 0 8 15,2 2-4-15,-2 2-2 16,7-2 1-16,2 0 0 16,2 2-2-16,-2 2-3 15,-6 2 16-15,6 9-16 16,-5-4 8-16,5 2-1 16,2-1-27-16,2 0 21 15,3-1 3-15,0 0 4 16,1 3-10-16,2 1 20 15,-2-1-20-15,1 4 5 0,-2-4 5 16,-3 0-8-16,5-2 1 16,3-5 7-16,-2 5-4 15,6-3 2-15,-3 1 4 16,5 5-2-16,0-3 9 16,0 4-18-16,2-4 17 15,0 2-8-15,0-2 1 16,0 3-1-16,11-5 0 15,7 1-2-15,-3 0-3 0,3 1 3 16,-1-2-5-16,0 0 5 16,-2-2 2-16,9 1-1 15,-1-1-5-15,2-3 2 16,-2 0 4 0,2-2-10-16,2-2 20 0,-2 1-23 15,1-4 8-15,1 0 3 0,-1-2-12 16,3-2 13-1,-4-1-9-15,2 0 9 0,-2-2-3 16,1-2 4 0,-6 5-8-16,9-4 18 15,-4 0-21-15,1 0 15 16,1-2-9-16,0 3 8 0,0-3-6 16,-1-3 2-16,1 2 1 15,-3-3-6 1,-1 2 12-16,2-5-12 15,-4 2 17-15,2-3-11 0,4-3 0 16,-3-3 0-16,1-3 0 16,-1 1-1-16,-4-2 1 15,1 1 0-15,6 3 6 16,-4 1 11-16,4-1 7 16,0 2-17-16,-2 0-1 0,-3-4-3 15,2 0-3-15,1-2 0 16,4 0 7-16,0 0-6 15,2 0 11 1,2 0-10-16,1 0 8 16,-1 0-19-16,-4-2 15 15,2 0-12-15,-2-4 12 16,-2 2-11-16,0-7 5 0,4 3-6 16,0-9 4-16,0 3 2 15,-4-2-3-15,-2-2 21 16,2 2-27-16,-1-2 13 15,1-2-4-15,-3 5 7 16,1-5-5-16,0 2-4 16,2-6 6-16,4 1-12 15,2-6 14-15,0 2-12 16,1-2 12-16,-5-1-4 16,0-1-2-16,-2 4 0 15,-4-3-3-15,2 0 9 0,-4-3-5 16,-2 1 1-16,-1-1 1 15,3-4-3-15,-4 1-1 16,-1 3-9-16,-1-5 8 16,-1 3 0-16,-8-3 2 15,5 2-9-15,-1-3 8 16,-2-3 0-16,3 1-8 0,1-3 5 16,-3-5-8-1,-1 0 7-15,3 8 5 0,-3-6-1 16,-4 8-4-1,0-5 10-15,0 0 18 16,1 0-19-16,-3-3 12 16,0 5-13-16,-2-4 0 0,0 4 4 15,0 1-6 1,0-4-1-16,0 3 2 16,0 1-9-16,0 1 16 15,0-2-1-15,-2 0-5 0,-7 2 21 16,1-6-16-16,-4 4 10 15,-1-6-12-15,2-1-6 0,-1 3 4 16,2 1 2 0,1 2 3-16,-1 6-2 15,2 4-11-15,-7-3 12 16,-1 3-2-16,-7-4 6 0,1 1 19 16,-4-2-19-1,-6-3-3-15,3 1 2 0,-4 1 4 16,-6 0-23-1,0 5 19-15,-6 2-1 16,-2 4-8-16,-1-2 9 16,1 0-11-16,0-2 0 0,2-3-3 15,5 5 8-15,-3 2-8 16,1 4 7-16,-2 8-8 16,-9 10 4-16,-1 6-5 15,-6 2-9-15,-3 24-18 16,1 6-126-16,2 1-408 15</inkml:trace>
  <inkml:trace contextRef="#ctx0" brushRef="#br0" timeOffset="-111157.63">18869 8224 312 0,'0'0'162'0,"0"0"-122"0,0 0 55 0,0 0 53 0,0 0-29 16,0 0-54 0,0 0-16-16,15-19 28 0,4-1-45 15,10-12 25-15,17-12-41 16,26-14 17-16,24-14-33 15,21-14 17-15,22-8-12 16,6-6-4-16,1-2 2 16,-5 8 6-16,-14 6-18 0,-9 14 11 15,-18 12-8 1,-17 16-12-16,-23 13 4 16,-18 14-46-16,-24 10-77 0,-18 9-182 15,0 0-45-15</inkml:trace>
  <inkml:trace contextRef="#ctx0" brushRef="#br0" timeOffset="-110157.68">19243 7656 293 0,'0'0'198'0,"0"0"-191"0,0 0-3 0,0 0 6 0,0 0 42 16,0 0-30-16,-6 60 27 15,-19-23 45-15,-8 7 65 16,-8 2-81-16,-5 5-36 0,-1 2 21 15,0-3-23 1,2-2 20-16,8-5-52 0,1-2 3 16,7-5-6-1,12-10-8-15,7-12 3 0,10 3-6 16,0-8 3-16,0-1 2 16,21-2-9-16,21-6 20 15,16 0-9-15,16-10 5 0,10-14-7 16,3-6 5-1,0 2-8-15,-10 1 1 0,-7 4 3 16,-5 2 3 0,-19 8 0-16,-7 3 1 15,-20 8 7-15,-15 2-19 16,-4 0 18-16,0 0-6 0,0 0 10 16,-6 6 8-16,-5 5-22 15,1-3 6-15,6 1-14 16,0-5 18-16,2-2-21 15,-3 2 4-15,-1-2 6 16,-4 0 2-16,-1-2 2 16,-4 0-3-16,-3-8 4 15,-2-18-10-15,-2-13 17 16,4-5-10-16,0-1 9 16,0 1-19-16,2 5 18 15,6 13-9-15,1 8 17 0,5 8-7 16,-2 7 3-1,4 3-6-15,2 0 0 16,0 0-3-16,0 17-8 0,0 6 5 16,2-2-6-16,10 0 5 15,3-7-3-15,-1-3-8 16,-5 1-2-16,1-7-12 16,-4-1-43-16,-6-4-94 15,0 0-521-15</inkml:trace>
  <inkml:trace contextRef="#ctx0" brushRef="#br0" timeOffset="211902.14">8695 14766 611 0,'0'0'75'0,"0"0"-75"0,-19-169 0 16,-2 71 27-16,-3-19 109 15,-3-7-15-15,-2-12-24 16,1 4 4-16,7 2-56 16,13 4-5-16,8-5-27 15,0 3-6-15,8 0-7 0,26 8-1 16,1 13-3-16,10 27 8 15,-5 22-7-15,9 16 7 16,-2 18-8-16,4 16 2 16,8 8-10-16,-5 1 0 15,4 31-3-15,-12 17-5 16,-25 15-22-16,-21 18 41 16,-6 22-17-16,-55 17 13 15,-23 5 10-15,-19-4-5 16,-7-15 3-16,4-26-3 0,17-20-3 15,16-28-4 1,21-20-32-16,19-13-60 0,27-13-269 16</inkml:trace>
  <inkml:trace contextRef="#ctx0" brushRef="#br0" timeOffset="212552.36">9226 14187 821 0,'0'0'134'0,"0"0"-122"0,0 0 14 16,0 0 51-16,0 0-50 15,3 136 1-15,5-90-28 16,1 4 0-16,-5 3 3 15,-4-9-1-15,0-13 6 0,0-4 4 16,-6-15 1 0,-12-12-11-16,-11 0 6 0,2-34-1 15,-6-19-7-15,6-19 2 16,7-12-4 0,16-7 2-16,4-2-22 0,0 6 20 15,20 17-14-15,4 14 13 16,7 18 6-16,0 13-2 15,3 12 4-15,0 13 7 16,-3 2-12-16,-4 40 6 16,-4 16-12-16,-6 9 11 15,-9 5-10-15,-6-2-13 16,-2-10 3-16,0-10-6 16,5-12 13-16,4-12-29 0,11-8 8 15,0-1 24 1,9-5 10-16,0 0-2 0,4-7 1 15,-6 3 41-15,0 1-29 16,-7 8-8-16,-6-2-8 16,-4 6-2-16,4 2-64 15,-5 4-265-15,2-4-259 16</inkml:trace>
  <inkml:trace contextRef="#ctx0" brushRef="#br0" timeOffset="212883.61">9827 14503 883 0,'0'0'149'0,"0"0"-133"0,0 0-27 0,0 0 22 16,0 0 9-16,127 19-2 15,-69-65 15-15,5-25 3 16,-7-11-3-16,-14-2-9 16,-22 4-21-16,-20 8 20 15,-13 15-19-15,-41 21 10 16,-20 25-13-16,-19 11 2 0,-5 28 13 16,2 26-8-16,15 2 0 15,29 0-8 1,21-2-2-16,24-6-60 0,7-4-12 15,40-12-121-15,20-10-203 16</inkml:trace>
  <inkml:trace contextRef="#ctx0" brushRef="#br0" timeOffset="213136.04">10382 13946 1038 0,'0'0'65'0,"0"0"-59"15,0 0 63-15,0 0-19 16,150 115-50-16,-111-75-6 15,-5 2-56-15,-5 4-99 16,-13-4-274-16</inkml:trace>
  <inkml:trace contextRef="#ctx0" brushRef="#br0" timeOffset="213435.16">10409 14349 840 0,'0'0'189'0,"0"0"-187"16,0 0-2-16,141-6 4 16,-82-29 42-16,7-15 0 15,-2-21-23-15,-4-9-10 16,-13-11 7-16,-16 2 7 0,-19 3-21 16,-12 13 10-1,-12 17-12-15,-30 12 11 16,-14 17-11-16,-11 19 10 0,-2 8 4 15,0 19-16-15,16 19-2 16,12 4-7-16,30-2-34 16,11 0-82-16,25-11-17 15,37-6-259 1,14-15-30-16</inkml:trace>
  <inkml:trace contextRef="#ctx0" brushRef="#br0" timeOffset="213686.79">11153 13883 314 0,'0'0'348'16,"0"114"-331"-16,0-54-17 15,23-6-38-15,14-12-7 16,8-8-21-16,16-18 52 16,3-8-21-16,3-8 23 0,-5-12 12 15,-2-18 9 1,-13-11 44-16,-10 0-14 0,-12-3 24 15,-13-6-33 1,-12 3 13-16,0 1 9 0,-6 6 0 16,-15 4 6-16,-2 2-58 15,-1 10-59-15,11 5-89 16,6 11-51-16,7 1-144 16</inkml:trace>
  <inkml:trace contextRef="#ctx0" brushRef="#br0" timeOffset="213866.6">11851 13697 634 0,'0'0'235'0,"0"0"-134"0,56 143-18 16,-41-87 0-16,3 5-78 16,1-2 7-16,0-3-24 15,-2-6-49-15,-1-11-26 16,-3-17-236-16,-1-18-242 15</inkml:trace>
  <inkml:trace contextRef="#ctx0" brushRef="#br0" timeOffset="214533.84">11552 13593 1147 0,'0'0'38'0,"0"0"-27"0,0 0 7 0,141 40 33 16,-72-40-23-1,8-4-5-15,4-11-23 16,-8-6 0-16,-15 3-26 16,-13 4-40-16,-18 2-5 15,-14 2-66-15,-7 10 31 16,-4 0-6-16,-2 0 112 16,0 25 16-16,0 14 93 15,0 16 3-15,12 3-24 0,24 0-38 16,8-6-38-16,18-8-1 15,10-10-3-15,10-8-1 16,14-12-7-16,2-14-4 16,-2 0-20-16,-14-38 12 15,-14-18 1-15,-22-11-38 16,-24-2-27-16,-22 7 9 16,-6 10 67-16,-44 16 23 15,-18 15 75-15,-9 17-14 16,-4 4-19-16,11 0-28 0,19 13-27 15,22-1-10 1,17-1-37-16,12 7-99 16,8 0-313-16</inkml:trace>
  <inkml:trace contextRef="#ctx0" brushRef="#br0" timeOffset="214719.19">13283 13408 632 0,'0'0'446'0,"0"0"-439"0,0 0 7 0,-42 121 15 0,42-81-29 16,0-7-8-16,13-8-129 15,18-8-172-15,-2-3 66 0</inkml:trace>
  <inkml:trace contextRef="#ctx0" brushRef="#br0" timeOffset="-214378.83">13355 13297 814 0,'0'0'160'0,"0"0"-116"15,-65 114 51-15,60-64-42 16,5-6-18-16,0-3-34 15,16-1 3-15,15-7-4 16,7 1 0-16,7 7-1 16,6 1 4-16,-2 5-6 15,-5 10 9-15,-17 7-13 16,-25 4 0-16,-10-1 2 16,-50-11 5-16,-20-16 3 0,-11-14 3 15,2-15-4-15,15-6-4 16,21-5-3-16,24-11-27 15,19-12-444-15</inkml:trace>
  <inkml:trace contextRef="#ctx0" brushRef="#br0" timeOffset="-213614.73">9355 16924 225 0,'0'0'465'0,"0"0"-353"0,0 0-31 0,0 0 15 15,80-116 65-15,-47 7-105 16,-4-19-32-16,-2-16-14 0,-6 1-7 16,-6 13 1-16,-4 16-4 15,-4 28-3-15,-5 30-7 16,2 31 6-16,3 25-9 15,9 14-20-15,15 36-3 16,21 29 36-16,12 19 2 16,12 6 2-16,11-5-8 15,6-11-16-15,7-26 16 16,10-30-19-16,-2-27 19 16,-4-24 2-16,-15-55 2 0,-12-31 21 15,-19-22-21 1,-20-9-19-16,-22-2-64 0,-16 12-203 15,-20 12-28-15,-32 11-73 16</inkml:trace>
  <inkml:trace contextRef="#ctx0" brushRef="#br0" timeOffset="-213229.97">11169 16445 596 0,'0'0'257'0,"0"0"-230"0,0 0-10 0,123-30 41 15,-92-20 28 1,-7-4-14-16,-4-7-57 16,-11-3 3-16,-7 9-15 15,-2 16 4-15,-11 9-4 16,-27 11 16-16,-22 19 22 16,-7 0-18-16,-9 23-14 0,12 21-4 15,17-4 16-15,21-4-16 0,21-8-5 31,5-6-27-31,40-10-37 0,16-8-121 16,11-4-270-16</inkml:trace>
  <inkml:trace contextRef="#ctx0" brushRef="#br0" timeOffset="-213064.57">11722 16034 168 0,'0'0'568'0,"0"0"-518"16,0 0 44-16,0 0 36 15,0 0-13-15,117 145-77 0,-101-84-40 16,5 1-2 0,-4 1-76-16,-3-13-90 0,1-16-51 15,-9-10 26-15,-4-24-81 16</inkml:trace>
  <inkml:trace contextRef="#ctx0" brushRef="#br0" timeOffset="-212879.59">11817 15771 1231 0,'0'0'72'16,"0"0"-64"-16,0 0-14 0,0 0 6 16,0 0-3-1,134 44-38-15,-76-44-74 0,0-9-181 16,-4-8-350-16</inkml:trace>
  <inkml:trace contextRef="#ctx0" brushRef="#br0" timeOffset="-212601.22">12412 16160 1060 0,'0'0'95'0,"0"0"-77"15,0 0 7-15,0 0 42 0,44-156-56 16,-17 88-2 0,12 1-4-16,3 4-3 0,0 13-2 15,3 12-13-15,-1 21-24 16,-7 17-18-16,-5 26-13 16,-10 36 37-16,-6 22 28 15,-1 6 6-15,-1 3-2 16,1-3-1-16,-4-10-47 15,-1-13-91-15,-8-12-54 16,-2-10 102-16,-12-15-10 16,-21-16-156-16</inkml:trace>
  <inkml:trace contextRef="#ctx0" brushRef="#br0" timeOffset="-212412.28">12548 16074 1276 0,'0'0'34'0,"0"0"-29"16,0 0-3-16,0 0 15 15,130-38-17-15,-76 6-3 16,0-9-90-16,-9-3-135 16,-19-2-634-16</inkml:trace>
  <inkml:trace contextRef="#ctx0" brushRef="#br0" timeOffset="-212248.45">12759 15571 1264 0,'0'0'140'16,"0"0"-83"-16,0 0-8 0,32-117-48 15,13 63-1-15,11-9-15 16,4-2-65-16,-1 5-99 15,-10 7-354-15</inkml:trace>
  <inkml:trace contextRef="#ctx0" brushRef="#br0" timeOffset="-211534.72">13096 15877 780 0,'0'0'244'0,"0"0"-181"0,0 0-35 0,0 0 49 0,29 131-42 16,18-73-9-16,6-4-25 16,7-6 1-16,5-12-2 15,0-9-2-15,0-10-4 0,-5-15-4 16,-12-2 9-16,-10-24-10 15,-9-25 10 1,-9-22 2-16,-9-9 5 16,-3-6-6-16,-8 1-2 0,0 9-1 15,0 9-2-15,0 14-3 16,6 12 4-16,3 20 0 16,-1 17 8-16,2 4-7 0,5 0 6 15,3 25 4 1,7 19 5-16,-1 12-5 15,3 9 5-15,4 4-8 0,6-8-8 16,8-2 1-16,5-5-8 16,-2-6-8-16,4-10-1 15,-4-8-21-15,-3-16 10 16,-3-2-24-16,-4-12-44 16,-7 0-129-16,-10-26-75 15</inkml:trace>
  <inkml:trace contextRef="#ctx0" brushRef="#br0" timeOffset="-211368.78">13894 15887 1245 0,'0'0'32'15,"0"0"-30"-15,0 0 6 0,0 0-14 0,145 11 16 16,-99-48-20-1,-15-9-36-15,-17-3-199 16</inkml:trace>
  <inkml:trace contextRef="#ctx0" brushRef="#br0" timeOffset="-211134.59">14058 15571 780 0,'0'0'340'0,"0"0"-340"16,0 0 0-16,0 0 38 15,116 52 8-15,-66-28-20 16,12-3-22-16,9-2-8 16,5 3-13-16,8 0-37 15,-8 6-18-15,-11 11 31 0,-19 11 26 16,-17 4 1-16,-17 7 14 16,-12 6 1-16,0-1 8 15,-20-6-9-15,-5-16-25 16,3-18-60-16,-2-22-278 15,-5-4-191-15</inkml:trace>
  <inkml:trace contextRef="#ctx0" brushRef="#br0" timeOffset="-210964.19">14482 15444 1106 0,'0'0'193'0,"0"0"-193"15,0 0-67-15,0 0 49 0,0 0 14 16,0 0-23 0,127-26-143-16,-80 26-411 15</inkml:trace>
  <inkml:trace contextRef="#ctx0" brushRef="#br0" timeOffset="-210616.48">15240 15427 243 0,'0'0'490'0,"0"0"-490"0,0 0 0 16,0 0 18-16,0 0 241 15,-123-97-175 1,92 97-8-16,2 18-22 0,0 18-29 16,11 7 5-16,13 7-23 15,5-4-1-15,19 2-6 16,25-1 0-16,14-3-9 15,8 3 9-15,4-2-13 16,-1-6 10-16,0 3-4 16,-2-2 0-16,-7-2 4 0,-15-2-8 15,-19-4 7 1,-26 3 8-16,-11 5 26 0,-45 2 17 16,-15-4-44-1,-10-6 11-15,4-8 3 0,1-8-16 16,9-12-1-16,5-4-64 15,15 0-252-15</inkml:trace>
  <inkml:trace contextRef="#ctx0" brushRef="#br0" timeOffset="-208168.6">15649 14564 424 0,'0'0'21'0,"0"0"-21"0,0 0 0 0,0 0 63 15,0 0 149-15,0 0-27 0,0 0-147 16,50-46 43-1,-52 25 18-15,-8 13-21 0,3 3-56 16,3 5 33-16,0 0-19 16,4 13-27-16,0 6-9 15,0-1-21 1,0-5-31-16,6-13-82 0,3 0-194 16,1-13-129-16</inkml:trace>
  <inkml:trace contextRef="#ctx0" brushRef="#br0" timeOffset="-207973.18">15504 14008 1209 0,'0'0'23'0,"0"0"-23"0,0 0-13 16,0 0 8-16,0 0-95 15,0 0-57-15,58 0-46 16,-37-36 99-16,-17 4-77 16,-4 14-251-16</inkml:trace>
  <inkml:trace contextRef="#ctx0" brushRef="#br0" timeOffset="-207892.61">15504 14008 428 0,'10'-51'234'0,"-28"78"-108"16,11 4-126-16,7-16-92 15,0-12-549-15</inkml:trace>
  <inkml:trace contextRef="#ctx0" brushRef="#br0" timeOffset="-207134.44">16790 13364 767 0,'0'0'220'0,"0"0"-156"0,0 0 46 0,0 0-48 0,0 0-33 0,0 0-29 15,-94 69 0-15,94-27-1 16,14-2 7 0,24-3-6-16,13-6 9 0,9-14-18 15,5-14 12-15,6-3-8 16,-2-24 10-16,-6-30-1 15,-10-13 7-15,-11-16-5 16,-21 2 3-16,-21 12-5 16,-3 12-8-16,-44 19 6 15,-11 22-2-15,-13 16 5 16,-6 6 0-16,-4 38-4 16,10 8 17-16,17 3-4 15,23-5-11-15,27 0-3 0,4-5-2 0,33-10 1 31,18-7-15-31,17-16 6 0,2-6-6 16,6-4 12 0,-2 7 2-16,-7 4 2 0,-3 5-5 15,-8 7 16-15,-8 0 3 16,-2 1-12-16,-11-4-3 16,-6-1 1-16,0-7-9 15,-2-2-35-15,-2-5-56 16,-8-4-68-16,-3-3-165 15,-10 0 28-15</inkml:trace>
  <inkml:trace contextRef="#ctx0" brushRef="#br0" timeOffset="-206784.43">17829 12952 917 0,'0'0'185'0,"0"0"-112"0,60 148-51 0,-33-98-21 0,6 0 12 16,-2-2-13-1,3-5 0-15,-5-6-31 16,-5-4-35-16,-9-9-24 16,-12-8-145-16,-3-9-183 15</inkml:trace>
  <inkml:trace contextRef="#ctx0" brushRef="#br0" timeOffset="-206604.38">17695 13321 29 0,'0'0'996'0,"0"0"-975"15,0 0-21-15,0 0 81 16,0 0-15-16,171-9-49 15,-102-26-17-15,1-9-32 16,-1 5-108-16,-18 3-537 16</inkml:trace>
  <inkml:trace contextRef="#ctx0" brushRef="#br0" timeOffset="-205932.04">18402 12240 1063 0,'0'0'60'0,"0"0"-45"0,52 126 52 0,-20-52-41 16,5 11 10 0,2 1-35-16,-2 4 0 0,-3-2 9 15,-7-4-20 1,-5-5 5-16,-5-5-11 16,-3-4-2-16,-11-10-11 0,1-9 11 15,-4-19-41 1,0-14 53-16,0-18 2 0,0 0 3 15,0-24-31-15,0-9-46 16,17-9 70-16,8-2 8 16,6 2-9-16,10 3 24 15,-1 6-21-15,-1 9 18 0,1 14 12 16,-3 10-11 0,-4 0 5-16,-2 4-15 0,-2 16 2 15,-3 10-4 1,-8 2 4-16,-13 0-1 15,-5 0 16-15,-25 10 64 0,-28 3-30 16,-11 0-12-16,-8 4-18 16,1-13 21-16,13-10-44 15,6-16-2 1,10-10-34-16,0 0-70 0,-7-8-327 16</inkml:trace>
  <inkml:trace contextRef="#ctx0" brushRef="#br0" timeOffset="-205471.15">16285 12498 795 0,'0'0'207'0,"-54"113"-161"0,39-23 90 0,10 17-86 15,5 11-7-15,9 12-33 0,29 4 5 16,8-2-15-1,14 1-1-15,17-9-6 16,8-9-55-16,12-3-68 16,3-18-358-16</inkml:trace>
  <inkml:trace contextRef="#ctx0" brushRef="#br0" timeOffset="-204954.26">18716 11821 592 0,'0'0'186'0,"0"0"-79"0,155 126-30 0,-73-61-1 16,5 9 18-16,0 16-46 0,-6 8-39 15,-16 15 2 1,-21 3-8-16,-18 2 0 15,-17 10-3-15,-9 1-16 0,0-1-68 16,-24-6-4-16,-5-7 18 16,3-17-116-16,3-24-22 15</inkml:trace>
  <inkml:trace contextRef="#ctx0" brushRef="#br0" timeOffset="-204404.25">18918 11526 561 0,'0'0'363'0,"0"0"-295"0,0 0-40 0,0 0 45 0,0 0-1 0,0 0-40 16,101-73-29-1,-46 62 11-15,1 3-4 16,-5 8-14-16,-13 0 8 16,-18 24-4-16,-16 24 1 15,-4 16 7-15,-6 10 0 16,-17 4 6-16,13-11-6 15,7-9-5-15,3-16-6 16,11-15 6-16,23-6-8 16,12-11 3-16,10-8 0 0,4-2-10 15,2 0 6 1,-4-8-3-16,-8-4-19 0,-8-1 16 16,-7 2-64-16,-8-1-125 15,-9 2-489-15</inkml:trace>
  <inkml:trace contextRef="#ctx0" brushRef="#br0" timeOffset="-203174.25">17016 14929 221 0,'0'0'0'0,"0"0"0"0,0 0 178 0,0 0 65 15,0 0-39-15,0 0-70 16,-37 60-79-16,37-22 37 16,0 8-45-16,0 4-26 15,25-5-16-15,8-9 5 16,12-14-1-16,6-5-18 16,9-17 21-16,0 0-19 15,-6-25 7-15,-2-21 0 0,-19-13-1 16,-16-11-8-1,-17-5 6-15,-6 12-40 16,-34 9 4-16,-16 15-17 0,-6 25 56 16,-5 14 9-1,3 14 62-15,6 26-24 0,15 13-16 16,14 8 3-16,24 0-27 16,5-5-5-16,27-16-2 15,20-9-2-15,18-12-26 16,2-1 12-16,6-4 0 15,-3 3 15-15,-8 4 1 0,-9 4 0 16,-4 5-5 0,-11 5 15-16,-5-6-11 15,-2-4 3-15,8-8-4 16,-4-3-64-16,1-14-103 16,-5 0-298-16</inkml:trace>
  <inkml:trace contextRef="#ctx0" brushRef="#br0" timeOffset="-202888.42">18005 15015 992 0,'0'0'119'0,"0"0"-107"0,0 0-12 0,144 10 0 0,-88-14-9 16,2-20-197-16,-6-5-688 15</inkml:trace>
  <inkml:trace contextRef="#ctx0" brushRef="#br0" timeOffset="-202374.55">18684 14349 28 0,'0'0'1055'0,"0"0"-1039"0,0 0-7 15,38 135 47-15,-5-72-27 16,-1 6-22-1,1-8-3-15,-2-5 9 16,-4-6-25-16,-2-4 12 16,-12-7 0-16,-5-8-11 15,-8-12 4-15,0-10 6 0,0-9-1 16,-6-9-10-16,-5-21-28 16,5-7-29-16,6-12 45 15,0 9 21-15,8 5 6 16,17 4 1-16,8 14-3 15,5 6 24-15,7 11 2 16,1 0-10-16,4 0 0 16,-6 4-10-16,-2 14-1 15,-11 4-4-15,-9 5 0 16,-15 6 6-16,-7 6-4 16,-24 5 16-16,-34 6 3 0,-18-1 5 15,-6-10-26-15,-3-11-2 16,5-18-3-16,6-8-32 15,8-2-121-15,1 0-243 16</inkml:trace>
  <inkml:trace contextRef="#ctx0" brushRef="#br0" timeOffset="-201904.47">16641 14291 492 0,'0'0'200'0,"0"0"-66"0,0 0-17 0,0 0-21 16,-84 132-18-16,84-43-22 0,8 13-42 15,26 11 4 1,5 11-13-16,13-3-10 16,6 3 5-16,7-8-38 0,6-4-106 15,-5-3-237 1</inkml:trace>
  <inkml:trace contextRef="#ctx0" brushRef="#br0" timeOffset="-201319.85">19241 14061 196 0,'0'0'334'0,"140"104"-320"0,-70-53 10 0,-10 8 29 0,-9-2 48 16,-6 10-26-16,-14 6-56 0,-12 2 2 15,-14 12 9 1,-5 6 3-16,0 4-21 16,-2 6-2-16,-11-9-10 15,2-13 0-15,3-20-183 16,8-20-128-16</inkml:trace>
  <inkml:trace contextRef="#ctx0" brushRef="#br0" timeOffset="-200674.39">19528 13589 614 0,'0'0'378'0,"0"0"-328"0,0 0-23 0,0 0 76 16,0 0-88-16,0 0 17 0,92 22-16 15,-50-6-6 1,3 15-2 0,-12-2-6-16,-8 10 4 0,-19 7 0 15,-6 6 3-15,0 7-8 16,-26-2 21-16,3-4-7 16,1-7 16-16,6-11-20 15,12-8 6-15,4-7-17 0,0-13-4 16,29 2-1-1,11-9 10-15,9 0-9 16,5 0 15-16,8-4-20 16,-5-5 9-16,-5 4-19 0,-9 5-33 15,-12 0-6 1,-16 0-5-16,-6 2-113 0,-9 5-288 16</inkml:trace>
  <inkml:trace contextRef="#ctx0" brushRef="#br0" timeOffset="-198924.27">16470 17566 492 0,'0'0'218'0,"0"0"-97"0,0 0 30 0,-112 0-7 16,78-12-66-16,-1-12-51 0,-3-13-17 15,3-11 11-15,-2 1-7 16,2-8 42-16,6-3-17 15,9 0 4-15,4-1-41 16,8 2-2-16,3 2-3 16,5 7-45-16,0 8-35 15,9 12-29-15,14 17-67 16,3 11-230-16,2 0-53 16</inkml:trace>
  <inkml:trace contextRef="#ctx0" brushRef="#br0" timeOffset="-198442.75">16443 17348 589 0,'0'0'116'15,"0"0"-88"-15,0 0 8 0,0 0 60 16,0 0-29 0,0 0-54-16,143 94 38 15,-103-94-34-15,-3-11 12 16,-1-19 9-16,-7-10 26 0,-9-10-47 16,-13 1-17-1,-7-1-3-15,-9 11-30 0,-27 3 23 16,-4 10-4-16,-4 17 12 15,-2 9 2 1,2 0 32-16,7 31-9 16,5 1 7-16,10-6-19 0,15 1-11 15,7 0-2-15,0-1-23 16,13-8 15-16,19-3-33 16,5-2 36-16,8-5 7 15,7 2-1-15,-2-2-2 16,2 5 3-16,-4 0 0 15,-7-3 2-15,-5 4-8 16,-5-2 10-16,-6-2-8 0,-1-2-43 16,-2-4-2-16,5-4-101 15,-7 0-88-15,-3 0-62 16</inkml:trace>
  <inkml:trace contextRef="#ctx0" brushRef="#br0" timeOffset="-198164.35">17182 16906 711 0,'0'0'138'0,"0"0"-73"0,0 0 25 16,0 0-11-16,0 0-8 16,103 120-54-16,-74-67-17 15,0-8-8-15,-5 4 7 16,-9-5-88-16,4-5 15 0,-13-6-120 16,-6-5-41-16,0-10-35 15</inkml:trace>
  <inkml:trace contextRef="#ctx0" brushRef="#br0" timeOffset="-197958.43">17170 17195 1039 0,'0'0'11'0,"0"0"-7"15,0 0-4-15,0 0 37 16,112-48-37-16,-72 19-18 16,-3-1-137-16,-6 9-247 15</inkml:trace>
  <inkml:trace contextRef="#ctx0" brushRef="#br0" timeOffset="-197413.13">17515 16525 1001 0,'0'0'41'0,"0"0"-38"0,0 0-2 16,39 121 8 0,-1-71-4-16,3 0-10 0,-1 6 10 15,-9-6-6-15,-4 4 1 16,-14-6 0-16,-5-2-1 16,0-2 2-16,-8-14-3 15,0-6 10-15,0-11-16 16,0-13 2-16,0 0-19 15,0 0-47-15,0-19-19 16,2-6 56-16,15-8 34 0,4 3-9 16,3 6 17-1,5 8-7-15,0 6 27 0,3 10 60 16,7 0-72 0,5 0 30-16,2 19-12 0,0 6-20 15,-1 3-9-15,-3-2 0 16,-15 1-8-16,-19-8 1 15,-8 3 3-15,-8 0 19 16,-42 1 61-16,-14-5-39 16,-14 4 18-16,2-9-17 15,9 0-34-15,19-7-4 16,15-2-4-16,14-4-5 16,11 0-37-16,8 0-53 0,0-10-253 15</inkml:trace>
  <inkml:trace contextRef="#ctx0" brushRef="#br0" timeOffset="-197094.29">18365 16521 716 0,'0'0'242'0,"0"0"-208"0,143 160-30 0,-118-83 62 0,-14 7 14 0,-11 10-51 15,-18 0-27-15,-13-4 5 16,-7-15-7-16,0-16-89 16,7-20-334-16</inkml:trace>
  <inkml:trace contextRef="#ctx0" brushRef="#br0" timeOffset="-196478.1">18758 16784 910 0,'0'0'22'0,"0"0"-17"0,0 0 87 0,0 0-39 0,0 0-26 0,0 0-25 16,12 0 20-16,2 0-13 0,-3-4 8 15,5-8-3 1,-5-2-14-16,-7 3-10 16,-4 4-3-16,0 7 12 0,0 0 0 15,0 0 0-15,0 0 2 16,-4 10 16-16,2 2-9 15,2 2-16-15,0-6-113 16,0-4-350-16</inkml:trace>
  <inkml:trace contextRef="#ctx0" brushRef="#br0" timeOffset="-196075.86">19273 16862 949 0,'0'0'108'0,"-83"-122"-79"0,58 41 25 0,23-3-23 0,2-4-31 16,29 10-6-16,16 12-19 0,6 11 12 16,-2 15-44-1,-5 15-23-15,-11 12-310 0</inkml:trace>
  <inkml:trace contextRef="#ctx0" brushRef="#br0" timeOffset="-195547.43">19591 16723 463 0,'0'0'172'0,"0"0"-150"0,0 0-3 16,0 0 30-16,0 0 14 16,145-1-42-16,-107-40-17 15,-1-7 49-15,-8-6 43 16,-8-4-63-16,-17-1-32 15,-4 12-2-15,-20 11-43 16,-22 18-75-16,-6 18 104 16,-2 0 15-16,-2 27 55 15,8 18 14-15,9 3 30 16,14-2-26-16,13-2-15 0,8-4-56 16,4-14-2-16,23-8-4 15,10-4-27 1,5-10-21-16,1 0 14 0,-1 2 30 15,-4 3 16-15,-3-2-4 16,2 3-1-16,-6 4 23 16,-7 6-13-16,3-1 16 15,-3 3-11-15,-1-4-17 0,2-8-2 32,0-10-42-32,0 0-97 0,-2 0-484 15</inkml:trace>
  <inkml:trace contextRef="#ctx0" brushRef="#br0" timeOffset="-195262.65">20362 16445 995 0,'0'0'168'0,"0"0"-144"0,0 0-15 15,147-30-9-15,-107 24 0 16,-7-2-145-16,-8 4-508 0</inkml:trace>
  <inkml:trace contextRef="#ctx0" brushRef="#br0" timeOffset="-194634.26">20787 16615 933 0,'0'0'217'16,"0"0"-207"-16,-24-111-7 0,13 44 26 15,-1-5 17-15,4-5-40 16,-3-3 12-16,9 1-16 15,2 6 19-15,0 10-13 16,0 19 2-16,0 14-10 16,0 16-24-16,0 7-7 15,0 7-52-15,0 4-54 16,0 25-105-16,0 3 59 0,0 9-80 16,4-2 23-16,9-6 214 15,-6-3 20-15,0 1-42 16,-5-8 34-16,-2-9 14 15,0-7 218 1,4-7-38-16,-4 0-63 0,7 0-17 16,4 0-32-16,5 0 9 15,6 0 16-15,7-2-22 16,2 0-19-16,3 2-43 16,-1 0-7-16,-2 0-2 15,-2 13-31-15,0 7 1 16,-2 6 11-16,-5 5 13 15,-4 0 3-15,-7 5 3 16,-11 4 66-16,0-5 5 16,-15-3-4-16,-21-6 32 0,-9-8-69 15,-1-8 9-15,1-6-4 16,3-4-12-16,6 0-12 16,7 0-9-16,11 0-2 15,5 0-8-15,9 0-16 16,1 0-88-16,3 0-202 15,0 0-575-15</inkml:trace>
  <inkml:trace contextRef="#ctx0" brushRef="#br0" timeOffset="-194278.84">21322 16092 563 0,'0'0'127'0,"0"0"-63"0,116 118 7 16,-110-57 86-16,-6 6-112 0,-10 13-35 15,-28 6-1-15,-5-11 8 16,-1-8 32-16,4-17-49 16,4-15-26-16,2-17-225 15,5-9-510-15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2T22:03:42.4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3448 12311 32 0,'0'0'137'0,"0"0"-123"0,0 0 37 0,0 0-36 0,0 0 32 0,0 0-41 0,0 0 27 0,0 0-11 0,0 0-5 15,0 0 13 1,0 0-8-16,0 0 6 16,0 0-21-16,0 0 0 15,0 0-4-15,0 0 22 0,0 0-13 16,0 0-9-16,0 0 8 15,-12-3-9-15,-4 3 3 16,-9-4 3-16,-9 4-16 16,0-4 8-16,-25 4-7 15,13 0-8-15,-10 0 10 16,-9 0 2-16,-10 0 3 16,1 8-5-16,3 8 13 0,2 4-15 15,4 4 16 1,-9 4-18-16,-1 0-4 0,1 5 5 15,3-10 6 1,9 1-2-16,9 1 6 0,0-2-2 16,7 9 9-16,-23 8-1 15,4 1-13-15,-3-2 8 16,-6 5-6-16,2 1-3 16,-14-1-5-16,-1 5 7 15,-3 6 4-15,25-7-7 16,18 1 15-16,1-1-16 15,5 7 16-15,7-6-16 16,0 7 12-16,0-8-8 0,9 4 7 16,-9 5-3-16,16-1 0 15,2 0 0-15,4 0 5 16,5 0 2-16,7-3-13 16,-6 3 19-16,6 4-25 15,0 4 16-15,0 0-7 16,0-4 3-16,0 0-2 15,0-3 0-15,6-5 4 16,13-4-9-16,15 12 14 16,0 8-12-16,-9 4 10 15,25 4-1-15,-19-7-2 16,15-1 1-16,10-8-3 16,-9-12-3-16,5-8 1 15,35 0 4-15,-6-8-14 0,12-4 26 16,-6 0-9-16,-35 5-5 15,4-5 0-15,9 0 14 16,16 0-10-16,6-4-1 16,-1-4-3-16,7-4 8 15,0 4-4-15,10-12-1 16,2 8 0-16,-12 4 0 16,-6-4-3-16,-6 4 0 15,5-4-1-15,11 9 3 16,-4-9-7-16,0 7 21 15,6-10-30-15,-6-6 23 16,3-2-18-16,-3-5 14 16,-6 0-11-16,-13 0 6 0,4 0 0 15,-10-17 0 1,0-2 0-16,-15-1 0 0,18-13 9 16,-3 5-17-1,-9 0 16-15,10-4-8 0,-17 0 1 16,10 0 5-16,-9-1-5 15,6-3 9-15,3-8-10 16,-3-4 3-16,-6-12-4 16,9 1 7-16,-16-2-12 15,1 1 17-15,-1 7-10 16,-12 9 6-16,13-8 8 16,-13 4-13-16,-9-8 4 15,9-16-8-15,-6-8 3 16,-16 0-2-16,7-5-5 0,-4 9 6 15,-15 0 1 1,0 12 0-16,0 0 16 0,0 0-16 16,-34-1-1-16,6-7 7 15,-18-9-16-15,-1 6 9 16,-12-10-5-16,7 1-6 16,-23 4 11-16,7 8 0 15,-3 20 2-15,2-9 0 16,-5 13 1-16,3-7-3 15,-10 6-1-15,0 1-1 16,1-1 1-16,-7 10-5 0,-6-5 6 16,0 11-2-1,-9 2 0-15,-4-2 2 0,-2-6-1 16,2-2 5-16,-2 1 0 16,8 8 3-16,-8 0-4 15,3 16 1-15,-4 0-8 16,-9 4 3-16,3 8 1 15,-12 4-4-15,-6 0 4 16,18 0-6-16,-12 0 6 16,-6 4 1-16,21 19 1 15,-3-2-4-15,22 11-7 16,19 0-26-16,-7 16-34 16,1 8-98-16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2T22:06:56.6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22117 5561 137 0,'0'0'42'0,"0"0"12"0,0 0 32 0,0 0-53 0,0 0-13 16,0 0 19-16,-34 33-19 15,34-33-16-15,0 0-3 16,0 0-2-16,0 0-3 15,0 0-5-15,0 0-2 16,0 0 7-16,0-3 2 16,0 3-12-16,0 0-9 0,0 0-25 15,0 0-14 1</inkml:trace>
  <inkml:trace contextRef="#ctx0" brushRef="#br0" timeOffset="154367.96">13882 4916 10 0,'0'0'94'0,"0"0"-72"0,0 0 75 0,0 0-26 0,0 0-24 16,0 0-12-16,0 0 9 15,0 0 0-15,0 13 8 16,0-13 19-16,0 3-26 15,0 1 2-15,-6 1-34 16,-1-2 18-16,7 2-24 16,-9 3-1-16,-3 0-1 15,-7 7-7-15,-9 13 2 16,-6 9-1-16,3 11 1 16,-3 27 5-16,0 18 37 15,28 4-13-15,6 15 10 0,0-8-39 16,34-4 0-16,37-11 0 15,22-17-2-15,16-8-17 16,5-24-70-16,13-25-9 16,1-15-49-16,-17 0-87 15</inkml:trace>
  <inkml:trace contextRef="#ctx0" brushRef="#br0" timeOffset="155086.09">14390 5550 138 0,'0'0'22'0,"0"0"-14"0,0 0 33 0,0 0 11 16,0 0-19-16,0 0-5 16,106 132 11-16,-66-128-10 15,-6-4 7-15,13 0 14 16,-1 0-11-16,1-32 3 15,15-23-15-15,-3-19-8 0,-7-9-19 16,-5-9-14-16,-19 15-27 16,-16 13-59-16,-12 20 35 15,0 16 24 1,-40 16-23-16,-25 12 64 0,-22 0 83 16,0 60-11-16,0 20-9 15,7 13 2-15,11 7-6 16,45-16 2-16,17-20-26 15,7-16-35-15,0-16-1 16,25-11-3-16,22-10 6 16,8-11-3-16,-17 9 1 15,2-9 0-15,0 3 14 16,-6 2-9-16,7 3 3 16,-7 0-5-16,6 12 1 0,7-9-3 15,5 14-2 1,17-17 0-16,-4 0-21 0,3-8-45 15,3 0-68-15,-21 0-20 16,-19 0-44-16</inkml:trace>
  <inkml:trace contextRef="#ctx0" brushRef="#br0" timeOffset="155568.1">16021 4988 425 0,'0'0'71'0,"0"0"-3"0,0 0 25 0,0 0-32 0,19 254-25 0,3-190-33 15,-4 8 1-15,-5-12-4 16,2-4-16-16,-15-4-17 16,0-16-15-16,0 0-31 15,0-12-41-15,0-3-43 16,0-10-108-16</inkml:trace>
  <inkml:trace contextRef="#ctx0" brushRef="#br0" timeOffset="155820.85">15699 5489 441 0,'0'0'51'0,"0"0"-14"16,0 0 37-16,0 0-5 16,0 0-30-16,0 0-19 0,409 57-13 15,-322-57-7-15,0 0-45 16,-13-8-15-16,-15-8-103 15,-31-4-124-15</inkml:trace>
  <inkml:trace contextRef="#ctx0" brushRef="#br0" timeOffset="156521.12">16762 4724 202 0,'0'0'169'0,"0"0"-136"0,0 0 27 0,0 0-21 15,87 248-21-15,-53-179-8 16,-9-9-6-16,-3-4 2 16,-10 8-6-16,4-12 7 15,-4-8 1-15,-12-3 5 16,0-10-5-16,0 2-8 16,0-13 0-16,6-12-5 15,-6-5 5-15,6-3-21 16,-6 0-7-16,7 0 26 15,8-8-7-15,4-20 1 0,9 0-2 16,12 0 7-16,0 17 1 16,13-2 2-16,-7 13 0 15,-5 0-8-15,-7 0 6 16,6 13-7-16,-15 18 8 16,3 5 1-16,-9 0 0 15,-13 5 5-15,-6 7-2 16,0 1 25-16,0 2 6 15,-37 1 21-15,-32-3-1 16,-5-13 5-16,-7-8-48 16,-6-20-4-16,10-8-7 15,9 0-33-15,21-20 2 16,19-29-24-16,-6-6-119 16,9 2-144-16</inkml:trace>
  <inkml:trace contextRef="#ctx0" brushRef="#br0" timeOffset="157033.38">17999 4695 313 0,'0'0'87'0,"0"0"-20"0,0 0 2 0,0 0 1 0,261 218-31 16,-156-166 27-16,10 4-19 15,-6 16-33-15,-16 12 7 16,-22 12-16-16,-15 20 2 16,-50 1-14-16,-6 4-13 15,-6 3 10-15,-69-16-7 16,1-16-8-16,3-36-56 16,21-28-108-16,19-28-235 15</inkml:trace>
  <inkml:trace contextRef="#ctx0" brushRef="#br0" timeOffset="157466.23">19128 5453 99 0,'0'0'165'0,"0"0"-165"0,0 0-8 0,0 0 8 15,0 0 10-15,0 0-10 16,127-92-24-16,-127 81 24 16,0 11 30-16,0 0 42 15,0 0 52-15,-18 0-47 16,11 0-25-16,-2 0-38 15,9 0-14-15,0 0-70 16,0 0-118-16</inkml:trace>
  <inkml:trace contextRef="#ctx0" brushRef="#br0" timeOffset="158065.37">20412 5843 112 0,'0'0'120'0,"0"0"-93"0,0 0 62 0,0 0-9 0,0 0 9 15,0 0 32-15,-248-157-47 16,195 109-8-16,-6-16-36 16,3-12 14-16,16-13-43 15,21-14-1-15,19 3 0 16,0-2-12-16,41 2-22 16,18 4-23-16,9 20-11 15,-15 19-1-15,-1 21 3 0,10 33-55 16,-9 3-35-16</inkml:trace>
  <inkml:trace contextRef="#ctx0" brushRef="#br0" timeOffset="158565.66">20892 5525 106 0,'0'0'144'0,"0"0"-142"0,0 0 15 0,0 0-9 15,0 0 54-15,0 0 4 16,236-23-13-16,-177-41-2 16,-6-16-32-16,2-13-19 15,-30 17-78-15,-19 12-18 16,-6 24-51-16,-12 23-55 15</inkml:trace>
  <inkml:trace contextRef="#ctx0" brushRef="#br0" timeOffset="158764.2">21082 5068 44 0,'0'0'123'0,"0"0"-3"16,0 0-14-16,-255 277-27 15,227-192 11-15,28-21-11 16,0-20-79-16,41-16-21 16,27-16 12-16,19-8-2 15,-10-4 8-15,4 0-4 16,-13 0 7-16,-15 0 4 15,-13 0 8-15,-28 0-9 16,4 0 4-16,-4 0-7 16,16 9 10-16,19-6-10 15,12-3-10-15,21 0-47 0,1 0-64 16,-22 0-137 0</inkml:trace>
  <inkml:trace contextRef="#ctx0" brushRef="#br0" timeOffset="159164.76">22043 5253 432 0,'0'0'76'0,"0"0"-59"0,0 0 31 0,0 0-4 15,0 0-21-15,341 0-8 16,-248 0-15-16,0-19-31 0,3 2-38 16,-31-11-79-1,3 12-77-15</inkml:trace>
  <inkml:trace contextRef="#ctx0" brushRef="#br0" timeOffset="159831.16">23171 4603 355 0,'0'0'81'0,"0"0"-13"16,75 249-31-16,-47-180-22 15,6-2 7-15,-9-3-15 0,3-7-3 16,-4-1 6 0,-2-4-7-16,-16-16-3 15,0-4 0-15,-6-3 0 16,0-14-8-16,0 1-3 0,0-11 7 15,0-5 8-15,0 0-9 16,0 0 11-16,0-21-22 16,0-10 0-16,22-2 14 15,3 10-1-15,9 2 3 16,0 9 2-16,6 9 1 16,7-2-1-16,6-7 1 15,-1 12-6-15,4 0-12 16,-9 0-8-16,-16 0-28 15,-3 9 25-15,-7 14 26 16,-14 17 16-16,-7-3-2 0,0 2 22 16,0 2-18-16,0-2-17 15,-22-3 32-15,-43 0 15 16,-38 0-28 0,-8-7-6-16,-16-5 1 0,12-8-15 15,16 0-7-15,24-8-9 16,29 1-49-16,18-6-26 15,15-3-89-15</inkml:trace>
  <inkml:trace contextRef="#ctx0" brushRef="#br0" timeOffset="160463.37">24102 4515 156 0,'0'0'110'0,"0"0"-8"0,0 0 1 0,0 0-32 0,0 0 8 16,0 0-34-16,294 173 5 16,-229-129-19-16,-3 4-1 15,-3 4-24-15,-6 16 12 16,9 12-6-16,-9 13 0 16,-19 11-12-16,-16 4 0 15,-18 13-1-15,0-5 7 16,-31-3-6-16,-24-30 0 15,14-6-40-15,1-26-98 16,9-30-92-16</inkml:trace>
  <inkml:trace contextRef="#ctx0" brushRef="#br0" timeOffset="161330.92">25714 5534 88 0,'0'0'261'0,"0"0"-187"0,0 0 50 0,0 0-67 16,0 0-34-16,0 0-1 0,326 27 6 16,-246-27-11-16,-12 0-5 15,-15 0 13-15,-13 0-6 16,-21 0-4-16,21 0-12 16,1-3-6-16,5-1-48 15,-12-4-22-15,13-4-64 16,-35-4-91-16</inkml:trace>
  <inkml:trace contextRef="#ctx0" brushRef="#br0" timeOffset="161796.09">25472 5177 174 0,'0'0'95'0,"0"0"51"0,0 0-37 0,0 0-2 16,0 0-24-16,406 0-36 15,-331 0 0-15,-1 0-21 16,-15 0 3-16,15 0-23 16,-15-9 1-16,3-6-3 15,-3 3-8-15,3-8-3 16,10 0-25-16,-17 4 1 16,-14-1-48-16,-29-2-41 15,-12-1-180-15</inkml:trace>
  <inkml:trace contextRef="#ctx0" brushRef="#br0" timeOffset="183576.81">27404 5265 108 0,'0'0'34'0,"0"0"-25"0,0 0-9 0,0 0-13 0,0 0 4 15,0 0 9-15,0 0 31 16,0 0 15-16,0 0 7 16,0 0 33-16,0 0-21 15,0 0-20-15,0 0-43 16,0 0 4-16,0 0 0 15,0 0-7-15,0 0 1 16,0 8 0-16,0-8-6 16,0 12 6-16,0 1 13 15,0 3 3-15,0-1-10 16,0 6 1-16,12-10-7 0,10 9 3 16,-3 13 15-16,8-9-15 15,-2 8 14-15,25-4 0 16,-4-1-11-16,7-10-9 15,6-9 7-15,-3-4-7 16,-3-4 5-16,-1 0-2 16,1-4 16-16,3-24 9 15,3-8 11-15,-7 0-26 16,23-12 11-16,-16-17-21 16,15 13 5-16,-15-16-5 15,3 4-13-15,-22 4-8 16,-21 12 5-16,-19 7 2 15,0 9 14-15,0 17 9 16,-25 2 15-16,-9 13 16 16,-6 0-27-16,-7 0 9 0,7 0-22 15,-7 21-3 1,1 18-1-16,6 14 4 0,-16 3-4 16,19 4 8-16,2-4 5 15,14-4-7-15,8-4 6 16,1-7-3-16,12 6-9 15,0-11 4-15,0-8-7 16,0 1 5-16,31-9-13 16,19 0 14-16,2-9-5 15,7 2-1-15,9-1 14 0,-15 1 7 16,28-6-14 0,-16-3 0-16,22-4-5 0,-1 0 4 15,1 0-1-15,3 0-18 16,-18-19-4-16,2-6-62 15,-28 5-58-15,-11 8-103 16</inkml:trace>
  <inkml:trace contextRef="#ctx0" brushRef="#br0" timeOffset="184425.35">28762 4146 162 0,'0'0'99'0,"0"0"-37"0,0 0-19 0,0 0-29 16,0 0-3-16,0 0 23 15,152-44-7-15,-112 41 3 16,-6 3 7-16,-15 0-18 16,3 0-7-16,2 11 0 15,-2 21-12-15,-3 8 3 16,-10 8 9-16,-9 9-12 16,0 11 9-16,0 8-8 0,-50 4 21 15,10 4 31-15,3-12-12 16,9-15 6-16,0-13-13 15,28-16 3-15,0-13-37 16,0-6-24-16,68-9 15 16,-3 0 9-16,31 0 2 15,-9-24 7-15,-22 3 3 16,-18 2-12-16,-13 15-17 16,-12 4-80-16,-10 0-22 15,-6 16-34-15,-6 21-90 16</inkml:trace>
  <inkml:trace contextRef="#ctx0" brushRef="#br0" timeOffset="188488.65">31723 4346 238 0,'0'0'36'0,"0"0"-28"0,0 0 56 0,0 0 6 0,0 0-24 0,0 0-26 16,12 72 25-16,-12-31-3 15,0 3-42-15,13 17 23 16,15 14 11-16,-10 10 1 16,10 19-28-16,-15-3 14 15,2-1-17-15,-9-4-4 16,-6-12 0-16,13-12 5 15,-13-16-5-15,0-12 0 16,0-16 7-16,0-12-5 0,0-11-4 16,6-5 0-16,0 0-2 15,0 0-54-15,4 0 35 16,2-24 22-16,1-12 2 16,14 3-2-16,-2 2 8 15,9-2-7-15,0 9 4 16,7 4-6-16,5 0 4 15,7 9 3-15,-7-2-5 16,16 13-6-16,-15 0-11 16,6 0 0-16,-13 0 17 15,0 24-22-15,-21 1 19 16,-10 6 3-16,-9-3 9 0,0 4 4 16,0 1 17-1,-87 11 18-15,-15 7-12 0,-25 2-1 16,9-5 2-16,3-16 5 15,22-8-33-15,47-12-9 16,18-12-5-16,16 0-49 16,2 0-65-16,4-16-141 15</inkml:trace>
  <inkml:trace contextRef="#ctx0" brushRef="#br0" timeOffset="189205.22">32870 3822 209 0,'0'0'117'0,"0"0"-62"0,0 0-4 0,0 0-42 16,0 0-9-16,0 0 0 0,0 0 23 16,0 0 21-16,0 0 4 15,0 0-11-15,10 0-9 16,14 0-3-16,11 3-12 16,5 14-13-16,-15 6-5 15,-10 26 1-15,-9-1 4 16,-6 15 10-16,0 3-1 15,0 6 7-15,-12-5 5 16,-16-2 15-16,16-17-6 16,12-12-25-16,0-16-5 15,0-8-24-15,0-8 9 16,46-4 7-16,13 0 7 16,9 0 2-16,4-4 14 0,-4-20-15 15,0-4-9 1,-9 12-27-16,-13 0-24 0,-5 12-11 15,-7-1-49-15,-22 2-65 16</inkml:trace>
  <inkml:trace contextRef="#ctx0" brushRef="#br0" timeOffset="192185.39">30092 5329 106 0,'0'0'49'0,"0"0"-44"0,0 0 10 0,0 0-13 0,0 0 8 16,0 0 2-16,0 0 6 0,40-23 33 16,-40 23-10-16,0 0 23 15,0 0-11-15,0 0-15 16,7 0-7 0,11 0-11-16,10 0 40 0,12 0-26 15,7 0 12-15,24 0-17 16,10 0 32-16,6 0-28 15,9-8-1-15,-3 3 2 16,0-7-27-16,0 4 2 16,-19-12-9-16,13 9 7 15,-6-10-6-15,-10 9 5 16,-3 9-6-16,7-5 0 0,-16-1-2 16,-7 9-9-16,-5 0-14 15,-7 0-50-15,-6 0-53 16,-28-12-186-16</inkml:trace>
  <inkml:trace contextRef="#ctx0" brushRef="#br0" timeOffset="204658.78">5166 13318 70 0,'0'0'65'0,"0"0"9"0,0 0-33 0,0 0 9 0,0 0-15 15,0 0 1-15,0 0 12 0,0 0-9 16,0 0-9 0,0 0-19-16,0 0-5 0,0 0-6 15,0 0-1 1,0 0-2-16,0 0 0 0,0 0 3 16,0 0 12-16,0 0 0 15,0 0-7-15,0 0 6 16,0 0-6-16,0 0 14 15,0 0-10-15,0 0 7 16,0 0-14-16,0 0 12 16,0 0-12-16,0 0 0 15,0 0-4-15,0 0-5 16,0 0 6-16,0 0-4 16,0 0 0-16,0 0 5 0,12-24 5 15,10 12 7-15,3-16-3 16,3 12 16-16,-10 0-15 15,10-12-8-15,6 0 9 16,-21 0-3-16,8-8-8 16,4 12-5-16,-13-4 4 15,4 0 0-15,-4-8-2 16,1-5-1-16,2-3 4 16,4 1 2-16,-4-1 4 0,-8 3-2 15,5-3-3 1,-6-4-1-16,-6 7-6 0,0-6 6 15,0-2 4-15,0 6-4 16,0 2 0 0,0 5 1-16,0-12 10 15,0 4-21-15,0-8 19 0,0-4-18 16,0 4 1-16,0-1 2 16,0 1-7-16,0 4 5 15,0 8-14-15,0-8 17 16,0 7 1-16,0-3 4 15,0-4 5-15,0-4-3 16,0 0-2-16,0 0 0 16,-18 0 4-16,-4 4-13 15,3 3 19-15,4 1-18 16,2 5 16-16,1-10-11 16,-4 9 3-16,10-7-2 0,0-10-9 15,-6-3-14 1,-1 3 23-16,-2 1-17 0,9 4 15 15,-7 5-2-15,-2-14 3 16,15 5 6-16,-13-9-6 16,7 1-4-16,6 8 3 15,-12 1-1-15,12-2-4 16,0 5-1-16,-16-8 2 16,4 4-6-16,12 4 14 15,-6 3 1-15,-7 1 0 16,-2 1 9-16,2-10-9 15,7 4-1-15,-9 2 0 0,2-6 0 16,13 10-4-16,0-1 8 16,0-1-12-16,0 9 16 15,0 0-16-15,0-8 10 16,0-4-4-16,0-1 2 16,0 1-5-16,0 0-8 15,0 8-34-15,0-4 18 16,28 8 2-16,-22-4 18 15,22 0 9-15,-15 0 0 16,5 0 0-16,-2-1 0 16,-4 5 0-16,7 0 3 15,9-4-6-15,-7-4 6 16,26-12 1-16,-7-9-4 16,7-11-12-16,-7 5-13 0,-9 6 25 15,-9 21 8-15,-16 12 23 16,0 12-3-16,0 4-11 15,10-8-3-15,-4-1-8 16,7-7-11-16,2 0 7 16,-2-8-2-16,9 4 0 15,0 0-3-15,-10 0 0 16,-5 4 6-16,15 8-9 16,-16 4 10-16,-6 7-7 15,22-6 3-15,-6 2 0 16,25-10-2-16,-7-10-1 0,13-7-13 15,12-16-18 1,3-1 26-16,6 14-16 0,-21 7 23 16,-13 11 2-1,-15 14 1-15,-9 6 2 0,2 6 5 16,-12 2 1-16,16-6-5 16,-9 2 4-16,14-7-8 15,8-4 5-15,17 1-2 16,-11-6-3-16,11 5-1 15,16 4 0-15,-15 3 0 16,-13 2 0-16,1 7 1 16,12 0 0-16,-13 0 4 15,19-4 2-15,-7 3-6 16,10 2 3-16,4 3-8 16,-11 0-4-16,-14 0 2 0,-1 0-6 15,-15 0 12-15,9 3 37 16,6 2-22-16,1-5 6 15,-7 4-13-15,-10-4 12 16,-8 8-7-16,-10 0-10 16,0-4 1-16,-6 8-3 15,7-8 15-15,-1 4 2 16,0 0 4-16,9 0-22 16,-2 0-48-16,-7-4-126 15</inkml:trace>
  <inkml:trace contextRef="#ctx0" brushRef="#br0" timeOffset="205541.92">7479 7371 66 0,'0'0'48'0,"0"0"1"0,0 0 9 0,0 0-37 16,0 0-21-16,0 0 3 15,0 0-3-15,0 0 44 16,0 0 8-16,0 0 20 16,0 0-31-16,0 0 2 15,0 0-31-15,0 0-4 16,25 0-7-16,9 0 23 16,6 0-14-16,0 11 2 0,13 6-11 15,3-1-1-15,-3 4 4 16,6-1 3-16,-7 10-14 15,4 3 0-15,-9 4 1 16,-13 0 6-16,-28-3 0 16,-6-6 0-16,0 6 1 15,0 3 14-15,-34 0-2 16,-7-13 12-16,-11 2-18 16,24-17 22-16,15-8 0 15,-8 0 4-15,21 0-19 16,-6 0-7-16,-13 8-5 15,13-4 3-15,-22-4-10 0,22 0 4 16,-1 8-7-16,7-8 6 16,0 0-28-16,0 0-66 15,0 0 51-15,0 0 40 16,0 0 5-16,0 0 4 16,13 0-4-16,5-20-47 15,-2-13-131-15</inkml:trace>
  <inkml:trace contextRef="#ctx0" brushRef="#br0" timeOffset="-210966.34">10573 6757 18 0,'0'0'119'0,"0"0"-43"0,0 0-18 0,0 0-3 0,0 0-21 0,0 0-16 16,0 0 0-16,0-60-1 16,0 56 11-16,0 0-17 15,0 4 22-15,0-4-17 16,0 4-8-16,0 0-1 15,0-8-1-15,7-4 8 16,-7-8-12-16,0 7 10 16,0 6-11-16,0 3 30 15,0 4-20-15,0 0 7 16,0 0-15-16,0 0 16 16,0 0 3-16,0 0-22 0,0 0-7 15,0 0-5 1,0 32 12-16,0 12 6 0,-7 12 14 15,-39 13-20-15,6 3 5 16,-13 4-4-16,-15 8-1 16,-1-8 17-16,17-4-17 15,-1-16 7-15,19-4-6 16,15-16 12-16,13-11-13 16,6-14 0-16,0-11-8 15,0 0-13-15,0 0 0 16,0 0-1-16,12 0 19 15,23 0 6-15,5 0 15 0,6 0-13 16,1 0 2 0,6 0-3-16,-7 0-6 0,1 0 2 15,-1 0-4-15,-12 0-6 16,-21 0-14-16,15-11 15 16,-10-1 9-16,-9-1 5 15,-9 5 3-15,13 5-8 16,-13-1 1-16,0-9-1 15,18 2 3-15,-8-14-1 16,15 1-4-16,-10 1-10 16,-3-5 8-16,1 3-6 15,-13 6 6-15,12-2-5 16,-12 17 1-16,0 4 3 0,0 0-4 16,0 0 7-1,0 0-15-15,0 12 17 0,0 32 29 16,-25 8 7-16,-9 12-12 15,6-7 21-15,-3-9-20 16,16-12-17-16,3-12 26 16,12-4-33-16,0-8-2 15,0-4-15-15,0 0-27 16,0 0-42-16,0 4-67 16,0 1-102-16</inkml:trace>
  <inkml:trace contextRef="#ctx0" brushRef="#br0" timeOffset="-210199.93">9510 8076 14 0,'0'0'69'0,"0"0"-35"0,0 0 17 0,0 0 7 16,0 0-7-16,0 0-8 16,-248-36 15-16,229 36 5 15,13 0-26-15,-16 0 17 16,22 0-9-16,-6 0-15 15,0 0 6-15,-7 0-24 16,-8 0 15-16,8 0-12 16,-8 0 18-16,8 0-10 15,7 0 30-15,6 0-14 16,0 0-7-16,0 0-6 0,0 0-17 16,0 0-9-1,0 0-14-15,0 0 9 0,34-3 5 16,53-5 10-16,34-5 17 15,31-7 17-15,34-8 14 16,22 0-18 0,21 4-27-16,-9 4-6 0,-6 9-8 15,-15 11 1-15,-32 0-34 16,-24 0-27-16,-44 19-18 16,-6 13-8-16,-25-8-30 15,-28 1-30-15,-15-14-60 16</inkml:trace>
  <inkml:trace contextRef="#ctx0" brushRef="#br0" timeOffset="-209129.26">8406 9485 250 0,'0'0'60'0,"0"0"3"0,0 0-4 0,0 0 1 16,0 0-34-16,0 0-5 16,34 0-15-16,-22 16 10 15,-2 7 2-15,8 2-13 16,4 7 13-16,-10-1-16 15,1-6 11-15,9-1-10 16,-10-12-6-16,16-4-15 0,-16-8 2 16,7 0 6-16,-4 0-13 15,-2 0 23-15,-1-8 9 16,4-25 19-16,2-11-16 16,-5-8-5-16,8-20-7 15,-2-12-3-15,-3-8-21 16,-4-4 8-16,-12 4-55 15,0-1 12-15,0 13 16 16,-28 8 43-16,-12 11 3 16,15 10 6-16,-3 2 8 15,9 13-6-15,13 12 5 16,6 8-7-16,0 8 17 16,0 4 1-16,0 0 2 0,37 4 23 15,32 0-41 1,11 0 28-16,13 0-33 0,16-4 6 15,-4-5-12-15,10 2-2 16,-16-5-20-16,-6-5-43 16,-12 2-18-16,-29 2-36 15,-24 10-104-15</inkml:trace>
  <inkml:trace contextRef="#ctx0" brushRef="#br0" timeOffset="-208468.3">9104 8951 294 0,'0'0'35'0,"0"0"-29"0,0 0 20 0,0 0 4 0,0 0-4 15,0 0-25-15,173-97-1 16,-160 97 0-16,-7 0-12 16,-6 0 12-16,0 33 13 15,0 6 23-15,0 2-20 16,-6-1-15-16,-16 0-1 15,-3 0 6-15,19 4-5 16,-16-8 4-16,22-3 2 0,0-14-6 16,0 1-1-16,0-7-5 15,16 3 1-15,21-4 0 16,3-9 3-16,16 14 2 16,-16-6 12-16,-15 6-13 15,3 2 0-15,-9 2-9 16,-13 3 9-16,-6 5 20 15,0 2 8-15,-6 2 31 16,-41 6-37-16,-18 2 2 16,9-13-20-16,10-4 6 15,-1-9-8-15,29-10-4 16,-10-5-30-16,3 0-81 0,-15 0-141 16</inkml:trace>
  <inkml:trace contextRef="#ctx0" brushRef="#br0" timeOffset="-208000.92">9950 9208 331 0,'0'0'204'0,"0"0"-161"0,0 0 6 15,0 0-33-15,0 0 69 0,0 0-41 16,316-5-7-16,-244 2-36 15,8-5 14-15,-11 4-15 16,-4 4-26-16,-10 0-63 16,-2 0-56-16,-25 0-82 15</inkml:trace>
  <inkml:trace contextRef="#ctx0" brushRef="#br0" timeOffset="-207549.31">11122 9560 251 0,'0'0'155'16,"0"0"-86"-16,0 0 13 16,0 0-62-16,0 0-18 0,0 0 23 15,-40-213-2 1,40 138-5-16,0-9-16 0,0-4 8 15,0 7-10-15,0 9-2 16,0 24-35-16,0 12 5 16,0 19 22-16,0 9-2 15,0 5 0-15,0 3-3 16,0 0 15-16,0 0 8 16,-28 0-6-16,9 24 2 15,-21 16-8-15,-16 12 4 16,-3 12-23-16,-15 4-33 15,-7 5-87-15,4-21 25 0</inkml:trace>
  <inkml:trace contextRef="#ctx0" brushRef="#br0" timeOffset="-205836.66">12632 8121 114 0,'0'0'25'0,"0"0"1"0,0 0-2 0,0 0 5 0,0 0 10 15,0 0 18-15,-6 0-12 16,6 0 3-16,0 0 1 16,0 0-1-16,0 0-36 15,0 0-12-15,0 0 13 16,0 0 0-16,0 0-8 16,0 0 19-16,-6 3-15 15,6 5 2-15,0-8 17 16,0 0-26-16,0 0-2 15,0 0-1-15,0 0-14 0,0 0-1 16,0 0 13-16,0 0 1 16,12 0 4-16,1 0-3 15,-1-19 3-15,16-6 2 16,-16-3-4-16,-2 0-32 16,-10 12-50-16,0 8 51 15,0 8 3-15,0 0 28 16,-50 0 23-16,25 13 3 15,13 11 14-15,-4-12-5 16,16-1-27-16,0-6-8 0,0-5-6 16,0 0-36-1,0 0 9-15,0 0 21 16,0 0 12-16,0 0 0 0,0 0-13 16,0 0-90-16,16 0-188 15</inkml:trace>
  <inkml:trace contextRef="#ctx0" brushRef="#br0" timeOffset="-188301.87">20833 4407 110 0,'0'0'78'0,"0"0"-10"0,0 0 5 15,0 0-5-15,0 0-17 0,0 0-18 16,0 0 4-16,0 0-13 16,7 0 2-16,-7 0-14 15,0 0 6-15,0 4-11 16,0 0-2-16,0-4 5 15,0 3-10-15,0-3 14 16,0 5-9-16,0 3 10 16,0 0-6-16,6 1-5 15,0 2 7-15,10 5-10 16,-10 1 13-16,12 2-11 16,-2 1 6-16,2 0-2 15,4-7-14-15,-16 2 15 0,7 6-17 16,-7-1 15-16,0-1-6 15,-6 6 0-15,16-17 0 16,-10 0-4-16,0-8 9 16,-6 4-12-16,6-4 10 15,-6 0-6-15,0 0-1 16,0 0 4-16,0 0 0 16,0 0 0-16,0 0-2 15,0 0 4-15,13-20-9 16,2-21 14-16,-2 2-4 15,-7-2-3-15,6-7 0 16,-2-4 0-16,-10 0-9 16,0-8 1-16,0-5 7 15,0 1-3-15,0 0-14 16,0 4 2-16,0 7 16 0,0 14 16 16,0 3 4-16,0 16-12 15,0-8 1-15,0 7 2 16,0 2 4-16,0-6-14 15,0 5 7-15,0 1 2 16,0 2-19-16,0 6 11 16,0-6-3-16,0 6 1 15,0 3 0-15,0-5-8 16,0 1 16-16,6-4-15 16,6-4 16-16,1 4-18 15,-13-4 18-15,21 12-17 16,-21-4 12-16,6-4-4 0,7 3 0 15,-13 6 3-15,15-6 5 16,-15-3-5-16,13 13 13 16,-7-1-15-16,0 0 30 15,0 0-17-15,4-4 6 16,2-5-20-16,0 2 0 16,16-6 0-16,-3 6 0 15,9-1-5-15,0 4 11 16,0 0 8-16,1-5-14 15,5-2 26-15,25-1-13 16,-6-1-2-16,22-2-7 16,-1-1 2-16,1-5-5 15,-1 9 9-15,-5 8-14 0,-29-4 6 16,-21 12-4-16,-16 0-30 16,-2 0-1-16,-7 0-13 15,6 0-23-15,0 0 14 16,0 0-18-16,-6 0-3 15,0 0-81-15</inkml:trace>
  <inkml:trace contextRef="#ctx0" brushRef="#br0" timeOffset="-187118.07">21509 3898 44 0,'0'0'61'0,"0"0"16"0,0 0-23 0,0 0-3 16,0 0-34-16,0 0 10 15,0 0-19-15,-9 0 39 16,-3 0-15-16,12 0 6 16,0 0 10-16,0 0 5 15,0 0 2-15,0 0-25 16,0 0 6-16,0 0-29 16,0 0-7-16,0-4 5 15,0-12-5-15,40-4 1 0,-6 4 2 16,-9 8-1-16,-10 3-1 15,-2 5-2 1,-13 0-6-16,12 0-3 0,-2 0-13 16,-10 0 23-16,0 13-20 15,0 10 15-15,0 10 5 16,-22-1 12-16,-12 0 2 16,-7 0-8-16,29-12 10 15,0-9-16-15,12-6 6 16,0-5 6-16,0 4-24 15,0-4 1-15,0 4-14 16,0-4-4-16,24 0 23 16,23 0 5-16,3 0 2 15,-19 0 5-15,-4 0 0 16,-8 8-12-16,-3-4 11 0,-10 8-5 16,0 4 3-16,0 0 7 15,0 12 11-15,4 8-12 16,-10 0 38-16,0 5-21 15,0-2 21-15,0-14-41 16,-10-6-2-16,4-10-4 16,6-9-17-16,-12 0-49 15,-16 0-40-15,-19 4-111 16</inkml:trace>
  <inkml:trace contextRef="#ctx0" brushRef="#br0" timeOffset="-183421.96">22390 4018 143 0,'0'0'81'0,"0"0"-52"0,0 0 58 0,0 0-35 0,0 0 0 15,0 0-39-15,208-12 25 16,-174 4-18-16,-22 8 8 16,-6-4-3-16,-6 4-6 15,0 0-14-15,0 0 3 16,0 0-16-16,0 0 10 16,0 0-7-16,0 0-6 15,-6 0 9-15,-28 0-10 0,-6 0 7 16,9 8 4-16,9-4 1 15,-3 0 11-15,25 4-1 16,-9-4 32-16,9-4-35 16,0 0 1-16,0 0-8 15,0 3-1-15,0 2-5 16,22 3 6-16,18-4 10 16,13 0-7-16,-1-4 5 15,-5 0-2-15,-13 0-10 16,-12 0 4-16,-16 0 0 15,-6 0-17-15,0 0 11 16,0 0-6-16,-47 0-25 16,1 0 29-16,-4 0 8 0,13 0-2 15,15 0 9 1,10 4 0-16,12-4-4 0,0 0 19 16,0 0-22-16,0 0-24 15,0 0-29-15,47 0 12 16,11 0 9-16,-5 0-59 15,-13 0-87-15</inkml:trace>
  <inkml:trace contextRef="#ctx0" brushRef="#br0" timeOffset="-180642.79">23633 4291 73 0,'0'0'78'0,"0"0"10"0,0 0-43 0,0 0 6 0,0 0-39 15,0 0 15 1,0 0-1-16,0 0 3 0,0 0 10 15,0 0-9-15,-6 0 26 16,0 0-35-16,-16-17 0 16,22 2-19-16,-6 2 18 15,0-6-20-15,0 2 18 16,6-11 14-16,-13-8-19 16,4-4-10-16,9-4 7 15,0-4-10-15,0-4 6 16,0 4-3-16,0 15 1 15,0-3 0-15,-12 5 3 16,12-2-5-16,-7 1-4 16,7-4 14-16,0-4-24 15,0 4 24-15,0 12-17 0,0-1 6 16,0 10-1-16,0 10 0 16,0 2-3-16,0-5 0 15,0 8-4-15,0 0-13 16,0 0 18-16,-6 0-19 15,6 0 36-15,0 0-30 16,0 0 13-16,0 0-9 16,-6 0-4-16,-3 0 13 15,-10 24-7-15,-9 0 9 16,3 16 3-16,-15-4 12 16,-6 4-12-16,-1 1 7 15,1-10 20-15,11-2-19 0,20-9-3 16,9-4-8-1,6-1-10-15,0 6 9 0,-7-1-37 16,7-4 14-16,0-12-75 16,0-4-70-16</inkml:trace>
  <inkml:trace contextRef="#ctx0" brushRef="#br0" timeOffset="-174064.25">13593 9640 100 0,'0'0'36'0,"0"0"-22"0,0 0 12 0,0 0 26 16,0 0 0-16,0 0-9 16,0 0 15-16,0 0-14 15,0 0 29-15,0 0-33 0,0 0 14 16,0 0-32-16,0 0-1 15,0 0-7-15,0 0-3 16,0 0 3-16,0 0-12 16,0 0 8-16,0-8-7 15,-12-7 6-15,0-1-6 16,-16 0 9-16,9-9-2 16,-9-3-2-16,0 0-8 15,-3-4 12-15,3 0-16 16,-6 5 14-16,16-6-15 15,-10-3 10-15,15 3-10 16,-8-6 0-16,14-5 0 16,1-1 5-16,6 6-11 0,0-2 7 15,-12 9 0 1,3 4-5-16,2 4 10 0,7 4-7 16,0 0 12-16,0 0-10 15,0-4 4-15,0 0-2 16,0-8-1-16,0-1-29 15,0-3 26-15,0 5-25 16,0 3 29-16,0 3 0 16,0 6-3-16,0-2-3 15,7 1 3-15,2-4 3 16,3 0-25-16,1 0 14 16,8 0 5-16,-8 4-2 0,-1 8 12 15,4-4-13-15,-16 4 9 16,18-1-7-16,4-3-4 15,-10 1-23-15,16-1 14 16,-15 4-11-16,-7 4 30 16,0 3 6-16,-6 5-6 15,0-3 8-15,6-2-6 16,0-3 1-16,22 0 0 16,-15-4-1-16,2 4-9 15,10-8 8-15,-9 4 4 16,-4 9-6-16,-6-2 10 15,-6 5-12-15,0 0-3 16,0 0 2-16,0 0 7 16,0 0 22-16,0 0 11 15,0 0-2-15,0 0-2 0,0 0-25 16,0 0 8-16,0 0-6 16,0 0-12-16,0 0-3 15,0 0-15-15,0 0-126 16</inkml:trace>
  <inkml:trace contextRef="#ctx0" brushRef="#br0" timeOffset="-172714.91">13621 7852 219 0,'0'0'85'0,"0"0"-69"0,0 0 16 0,0 0-27 16,0 0-1-16,0 0-4 16,0 0 2-16,19 0-2 15,-13 0 8-15,10 0 23 0,2 0-2 16,-2 0 14-16,-4 0-26 16,-6 0 1-16,22 0-10 15,-3 0 11-15,9 0-5 16,0 0 0-16,7 0 14 15,-1 0-1-15,0 0 15 16,0 0-28-16,7-12 7 16,6-8-5-16,-1 0 14 15,23 8-14-15,-10-8 10 16,3 8-21-16,0 3 0 16,-3-2 16-16,10 6-21 15,6-2 11-15,-1-6-6 0,13 5-5 16,-6-3 0-16,6-1-1 15,-12 4-1-15,5 3 4 16,-5 5-6-16,-10 0 11 16,-2 0-15-16,-1 0 20 15,-3 0-21-15,-6 0 22 16,31 0-26-16,-13 0 9 16,10 0 4-16,0 0-5 15,-13 0 12-15,-12 0-17 16,-9 0 20-16,-13 0-15 15,-6 0 12-15,4 0-5 16,2 0 3-16,6 0-1 16,4 0-4-16,-3 0 2 0,-7 0-4 15,6 0 7 1,-15 0-9-16,4 0 18 0,-1 0-24 16,-16 0 18-16,16 5-8 15,-6-5 0-15,6 0 1 16,7 0 0-16,-1 0 5 15,13 0 4-15,-7 0-6 16,-5 0 2-16,-1 0 3 16,-6 0-8-16,3 0 6 15,-9 0-7-15,12 0 1 16,-12 0 0-16,-9 0-2 16,3 0 11-16,-16 0-17 0,-6 0 20 15,0 0-13 1,0 0 6-16,0 0-7 0,0 0 4 15,6 0-1-15,0 0-2 16,13 0 2-16,-4 0-8 16,4 0 12-16,3 0-9 15,-4-5 3-15,10-3-4 16,-3-4-31-16,-25-7-96 16,0 2-219-16</inkml:trace>
  <inkml:trace contextRef="#ctx0" brushRef="#br0" timeOffset="-169734.89">14009 9396 20 0,'0'0'23'0,"0"0"36"0,0 0 21 0,0 0-7 16,0 0-2-16,0 0-33 16,65 8-12-16,-50 1-20 15,-2 6 5-15,9-7-7 16,-10 0 23-16,0 0-13 16,1 8 11-16,-4-8-1 15,10-8 14-15,-7 9-28 16,4-1-3-16,-4-8 2 15,-12 0-6-15,0 0 4 16,0 0-3-16,6 0 19 16,0-17-5-16,4-15 12 0,-4-16-16 15,0-8-14 1,0-9-9-16,-6-2-34 0,0-5 11 16,0 0-11-1,0 0 27-15,0 6 16 0,-34 7 22 16,9-1-16-16,-9 4-5 15,6-1 3-15,-6 13 5 16,16 8 7-16,-4 8-16 16,3 3 33-16,13 2-20 15,6 3-13-15,0 8-12 16,0 0 8-16,0-1 1 16,0 10-9-16,0-5 8 0,6-1-10 15,22 6 9-15,19 3 10 16,18-5 9-16,9-3-7 15,32-7 6-15,2-1-6 16,-2-12-5-16,2 3-2 16,-21 6-9-16,-28 2-14 15,-19 9-41-15,-24 8-37 16,-16 0-98-16</inkml:trace>
  <inkml:trace contextRef="#ctx0" brushRef="#br0" timeOffset="-168984.29">14623 8674 200 0,'0'0'64'0,"0"0"-9"0,0 0-32 15,0 0 21-15,0 0 6 16,0 0-48-16,173-72 6 16,-138 64-4-16,-14 8-5 0,-8 0 1 15,-1 0-7-15,-6 0 1 16,0 24 6-16,-6 4-3 16,0 8 6-16,0 4-6 15,0 1 19-15,-24-5-13 16,2-9 1-1,10-7 2-15,12-7-3 0,0-9 0 16,0 4-6-16,0-5-12 16,0-3 14-16,27 5-13 15,20-5 12-15,-1 0-11 16,-5 0 13-16,-7 3-1 16,-15 2 1-16,-7 3-2 0,-3 0 2 15,-9 4 27-15,0 8 5 16,0 8 33-16,0 12-30 15,-62 8 13 1,-3-4-20-16,-9-8-14 0,12-11-6 16,21-9-6-16,17-8-4 15,11-8-46-15,4 0-51 16,9 0-196-16</inkml:trace>
  <inkml:trace contextRef="#ctx0" brushRef="#br0" timeOffset="-165271.39">15686 8779 80 0,'0'0'85'0,"0"0"-57"0,0 0-16 0,0 0-9 0,0 0 14 16,0 0-9-16,0-13-7 15,0 13 31-15,0 0 16 16,0 0 16-16,0 0-32 16,0 0 9-16,0 0-37 15,0 0 5-15,0 0-9 16,0 0 11-16,0 0 9 15,0 0-8-15,0 0 25 16,0 0-18-16,0 0 29 0,0 0-45 16,0 0-1-1,0-8 2-15,0 4-4 0,0 1 0 16,0 3 1-16,0 0 9 16,0 0-9-16,0 0 24 15,0 0-16-15,0 0-8 16,0 0 0-16,0 7-2 15,0 14 2-15,0 7 8 16,0 8-9-16,0 8 6 16,0 8 11-16,0 4-17 15,0-8 26-15,0-4-22 16,0-12-8-16,0-7-4 16,0-5 1-16,0-4-4 0,0-1-3 15,0 1 12 1,0 1-16-16,0 2 18 0,-12 2-46 15,12-6 19-15,0-15-68 16,0 0-83-16</inkml:trace>
  <inkml:trace contextRef="#ctx0" brushRef="#br0" timeOffset="-164621.47">15460 9108 11 0,'0'0'1'0,"0"0"17"0,0 0 28 0,0 0 13 0,0 0 19 0,0 0 4 16,118-44-7-16,-96 44 1 15,5 0 17 1,4 0-32-16,10 0-27 0,15 0-2 16,2 0-23-16,1 0 5 15,-3 0-12-15,-3 0 12 16,-7-8-7-16,-5-1-14 15,-1-3-6-15,7 5-9 16,-1-2 19-16,1 5-21 16,-13 4 14-16,-10-4-50 15,-14 4-63-15,-10-4-244 16</inkml:trace>
  <inkml:trace contextRef="#ctx0" brushRef="#br0" timeOffset="-163184.02">16762 9452 28 0,'0'0'58'0,"0"0"-58"0,0 0 2 0,0 0 11 16,0 0 16 0,0 0 17-16,-6 8 22 0,6-8-29 15,0 0 7-15,0 0-7 16,0 0 24-16,-6-8-19 15,-10 0-11-15,4-8-14 16,6-8-18-16,-7-8 14 16,13-4-15-16,0-8 9 15,0-1 7-15,0 1-30 16,0-3 26-16,0-1-20 16,0-9 16-16,0 1-16 15,0-4 9-15,13-1-1 0,-13 5 0 16,0 9 12-16,6 2-11 15,-6 5-1-15,6 8 0 16,0 8-1-16,4 4-2 16,2 4 3-16,-12 4 0 15,6 4 1-15,-6-5 1 16,6 6 5-16,1-5 1 16,2 8-11-16,-3-1 3 15,-6 5-13-15,0 0-12 16,6 0 8-16,1 0 7 15,-7 13 10-15,0 11 27 16,0 0-24-16,0 4 10 16,0-4-8-16,0 4-6 15,0 0 11-15,-13 0 0 0,-21 5-9 16,12-6 16-16,4-2-17 16,5-2 7-16,4-2-14 15,3-9-23-15,6 4-27 16,-13-13-106-16,-14-3-190 15</inkml:trace>
  <inkml:trace contextRef="#ctx0" brushRef="#br0" timeOffset="-162490.09">17386 8481 50 0,'0'0'20'0,"0"0"86"0,0 0-14 0,0 0 1 0,0 0-29 0,0 0-8 15,266 157-12-15,-219-117-21 16,-7 4 11-16,0 8-22 16,-15 12 36-16,3 13-26 15,-22 11 21-15,-6 9-13 16,0-5 33-16,0-1-46 15,-25-14-2-15,-2-16-13 16,-8-6 7-16,7-7-18 16,4-20-10-16,11-4-23 0,13-19-55 15,0-5-120-15</inkml:trace>
  <inkml:trace contextRef="#ctx0" brushRef="#br0" timeOffset="-150099.86">14089 7423 10 0,'0'0'50'0,"0"0"-17"0,0 0 35 0,0 0-23 0,0 0 5 0,0 0-5 15,41 76-6-15,-35-76-12 16,-6 0-13-16,12 0 4 15,1-7-8-15,9-26 40 16,12-8 2-16,-10-6-12 16,-2-6-21-16,-3-7-9 15,-4 9 15-15,-2-6-18 16,-7 6 7-16,0-6-6 16,-6-7 6-16,0-8-8 0,6-5 3 15,4 5-3 1,2 8-12-16,-6 16 18 0,-6 16-13 15,0 7 2-15,0 5 0 16,0 9-1-16,0-9 9 16,0-1-20-16,6-2 8 15,7-2-16-15,2 9 6 16,4 5-1-16,-13 6 3 16,10 5-1-16,2 0 8 15,10 0 8-15,19 0 13 16,5-4-14-16,17 1 11 15,-4-5-4-15,15-5-10 16,1-3 4-16,-1 1 0 16,-14 2-4-16,-4 1-19 0,-16 1 16 15,-12 2-17-15,-3 5-26 16,-9 0-66-16,-16 4-58 16</inkml:trace>
  <inkml:trace contextRef="#ctx0" brushRef="#br0" timeOffset="-149401.4">14716 6709 179 0,'0'0'124'0,"0"0"-104"0,0 0 23 0,0 0 2 0,0 0-26 16,0 0 14-16,0 0-27 16,22 0 7-16,2 0-10 15,4-5 6-15,0 5-9 16,-3 0-11-16,-3 0-5 15,-10 0-10-15,-6 0 15 16,-6 9 5-16,0 20 4 16,0 2 4-16,0 10 10 15,0-2-12-15,-18 2 0 16,-4 3 0-16,10-12 1 16,5-5 4-16,7-6 3 0,0-9-16 15,0 0 3 1,0-4 1-16,7 0-20 0,27-5-6 15,12 2 10-15,1-5 0 16,-7 8 15-16,-12-4 5 16,-16-4-7-16,-12 8 13 15,0-8-6-15,0 8 37 16,0-3 64-16,-12 6-54 16,-38 9-2-16,-2 0 1 15,-1 1-12-15,0-2-5 16,7-2-23-16,12 3 2 15,12-9-8-15,16 9-17 16,-1-12-27-16,7-3-59 16,0-5-97-16</inkml:trace>
  <inkml:trace contextRef="#ctx0" brushRef="#br0" timeOffset="-147785.65">15733 6697 83 0,'0'0'22'0,"0"0"-5"0,0 0 37 0,0 0-30 0,0 0-1 0,0 0-8 16,6 37 47 0,-6-29-1-16,0 11-6 0,0 9-8 15,0 17-5-15,0 7-8 16,0 7-25-16,0 10 19 16,0 3-22-16,0-8-6 15,0 1-3-15,0-1-12 16,0-12-24-16,0-4 11 15,-6-12-24-15,-7-20-58 16,-8-16-107-16</inkml:trace>
  <inkml:trace contextRef="#ctx0" brushRef="#br0" timeOffset="-147403.23">15491 7106 83 0,'0'0'115'0,"0"0"-10"0,0 0 22 0,0 0-61 0,0 0-5 0,350 0-56 16,-263-7-5-16,-9-6-30 15,9-7-28-15,-13 8 13 16,-12-8-46-16,-22 8-29 16</inkml:trace>
  <inkml:trace contextRef="#ctx0" brushRef="#br0" timeOffset="-146836.4">16561 7382 182 0,'0'0'140'16,"0"0"-98"-16,0 0 22 15,0 0-44-15,0 0-19 16,0 0 12-16,46-211-8 16,-46 167 0-16,0-1 2 15,0-3 1-15,0-5 26 16,0-6-14-16,0-10-12 0,0 1-8 16,0 8-2-1,10 16-22-15,2 16 22 0,-12 28-10 16,0 0 1-1,0 0 8-15,0 4 3 0,0 24 14 16,-6 0 6-16,-22 1 6 16,3-6-25-16,-3 5 9 15,-6 1-5-15,9 2 1 16,-3 5-6-16,16-8-20 16,3-7-99-16,2-14-124 15</inkml:trace>
  <inkml:trace contextRef="#ctx0" brushRef="#br0" timeOffset="-146353.98">17311 6377 148 0,'0'0'140'0,"0"0"-57"0,0 0-13 0,0 0-14 16,254 224-32-16,-189-144-3 15,-9 9-18-15,-25 6 2 16,-31 6-3-16,0 7 4 0,-31 0-5 16,-49 9 24-16,5-17-7 15,1-20-18-15,34-28-5 16,21-36-134-16,7-16-296 16</inkml:trace>
  <inkml:trace contextRef="#ctx0" brushRef="#br0" timeOffset="-109035.71">18579 8149 6 0,'0'0'250'0,"0"0"-186"0,0 0-3 0,0 0-7 16,0 0-2-16,0 0 0 15,0 0 23-15,0 0-21 16,0 0 23-16,0 0-46 0,341-12-2 16,-285 12-28-16,3 0-1 15,0 0-3-15,-13 0-42 16,17 0-23-16,-17 0-36 15,-12 0-58-15,0 0-143 16</inkml:trace>
  <inkml:trace contextRef="#ctx0" brushRef="#br0" timeOffset="-108569.81">18861 7659 237 0,'0'0'96'0,"0"0"0"0,0 0 6 0,0 0-35 15,394-20-20-15,-295 9-23 16,-9 3-24-16,3 8-5 16,-27 0 4-16,-20 0-72 15,-12 0-36-15,6 3-46 16,-27 10-158-16</inkml:trace>
  <inkml:trace contextRef="#ctx0" brushRef="#br0" timeOffset="-106203.77">1836 13836 22 0,'0'0'56'0,"0"0"21"0,0 0-21 0,0 0-10 15,0 0-18 1,0 0 10-16,6 0-2 0,-6 0-9 16,0 0-4-16,0 0-17 15,0 0 18-15,0 0-11 16,0 0 19-16,0 0-26 15,0 0 39-15,0 4-28 16,0 0 0-16,0-4-14 16,0 0 4-16,0 0 0 15,0 0 0-15,0 8-3 16,0-5 10-16,0 2-15 16,0 3 8-16,0-8-6 0,0 0 16 15,0 0-7-15,0 0-3 16,0 0-7-16,0 0 7 15,0 0 4-15,0 0-9 16,0 0 5-16,0 0 0 16,0 0-3-16,0 0 19 15,0 0-14-15,0 0 13 16,0 0 14-16,0 0-31 16,0 0 1-16,0 0 9 15,0 0-22-15,28 0 7 16,12 0 0-16,34 0 2 15,32 12 8-15,21 12-2 16,47 4-5-16,15 16-6 16,3 4 6-16,-6-7-19 0,-9-2 16 15,-44-11-1-15,7-12-43 16,-41 1-13-16,-25-6-16 16,-46 10-53-16,-28-1-63 15</inkml:trace>
  <inkml:trace contextRef="#ctx0" brushRef="#br0" timeOffset="-105505.3">1789 14353 38 0,'0'0'53'0,"0"0"-11"0,0 0-23 0,0 0 30 16,0 0-26-16,0 0 6 0,68-24-16 15,-61 24-8-15,-7 0 27 16,0 0 4-16,0 0 5 15,0 0-28-15,12 0 23 16,-6 0-19-16,16 0 24 16,-4-9-23-16,23-10 33 15,21-17-4-15,18-28-14 16,32-13 2-16,49-26-23 16,19-14 10-16,0 9-14 15,-6 15 0-15,-78 26-8 16,-19 26-10-16,-27 17-23 15,-38 24 2-15,-12 0-9 16,0 12-3-16,-46 41 27 0,-29 2-70 16,-5 9 8-16,-1-15-88 15</inkml:trace>
  <inkml:trace contextRef="#ctx0" brushRef="#br0" timeOffset="-97612.7">20579 9192 33 0,'0'0'146'0,"0"0"-139"0,0 0-1 0,0 0 11 16,0 0 6-16,0 0 22 15,0 0 0-15,-6 0 17 16,6 0-23-16,0 0 3 16,0 0-25-16,0 0 16 15,0 0-31-15,0 0 4 16,0 0 9-16,0 0 2 16,0 0 22-16,0 0-14 15,0 0 22-15,0 0-45 16,0 0 6-16,0 0-8 15,0 0-1-15,0 0 0 16,0 0 1-16,0 8-6 16,0 3 1-16,-12 9 5 0,12 1 3 15,0 2 3-15,0-2 1 16,0-6-14-16,0 6 7 16,0-6 0-16,0 6-6 15,0-9 3-15,0 8-6 16,18-7 9-16,-12-5-15 15,1-8-4-15,8 0 9 16,-9 0-22-16,7 0 17 16,-1-17 14-16,4-11 1 15,-10-4 14-15,0-1-14 16,-6-3 16-16,12-3-14 0,-12-5 1 16,0-12 5-16,0-13-16 15,0-6-5-15,0-2-2 16,-24 0-15-16,2 10-6 15,-3 11 24-15,3 15 11 16,-2 9 0-16,14 4 2 16,-2 11 4-16,6-2-2 15,-7 2 14-15,4 2-10 16,-3 7 3-16,12 0 23 16,0 0-15-16,0 0 12 15,0-4-30-15,0-4-1 16,0 4 1-16,28-1-7 15,6 13 12-15,3-3-5 0,12 3 0 16,17 0-1-16,8-8-2 16,13-4-23-16,18-1 0 15,-12-3-36-15,3 4-15 16,-15 1-130-16</inkml:trace>
  <inkml:trace contextRef="#ctx0" brushRef="#br0" timeOffset="-96495.83">21001 8766 13 0,'0'0'38'0,"0"0"8"0,0 0 30 15,0 0 0-15,0 0-12 0,0 0 23 16,0 5-31-16,0-5 7 16,0 3-10-16,0-3-3 15,0 0-3-15,0 0-28 16,0 0-4-16,0 0-10 15,0 0-10-15,0 0-2 16,0 0 0-16,0 0 7 16,34 0-6-16,13-3 5 15,11-10-13-15,-5 6 6 16,-13 2-19-16,-5 5 3 16,-8 0-21-16,-8 17 32 0,-13 22-7 15,-6 10 20-15,0 3 16 16,0-4-5-16,0-7-5 15,0-14-4-15,-18-3 3 16,18-11-1-16,0-5-8 16,0-5-1-16,0 1 4 15,0 4-32-15,0 0 26 16,0 0 0-16,0 5 7 16,0-2 0-16,0 6 7 15,0-2-5-15,0 1 9 16,0 12 43-16,0-4-30 15,-16 9 8-15,-30 11-11 16,-26 0-1-16,10-4-20 0,-3 1-8 16,3-18 5-16,37-23-33 15,25 0-59 1,0-36-234-16</inkml:trace>
  <inkml:trace contextRef="#ctx0" brushRef="#br0" timeOffset="-95364.79">21835 8068 136 0,'0'0'78'0,"0"0"-26"0,0 0-9 16,0 0 5-16,0 0 24 15,0 0-18-15,0 0 25 16,0 0-54-16,0 0 29 16,0 0-16-16,0 0 3 15,0 0-33-15,6 0-7 16,10 0-1-16,9 0-2 0,2 0-12 16,-8 0 19-16,15 0-10 15,-6 0-10-15,-3 0 5 16,-3 0 3-16,-16 0-15 15,-6 8-2-15,0 25-4 16,0 11 21-16,-28 4 7 16,-19 4-6-16,1 1 6 15,-1-1 5-15,13-9 7 16,9-6 32-16,10-22-27 16,15-2-13-16,0-5-8 15,0-1 6-15,0 6-9 16,49-10 14-16,-11 6 3 15,18-1-6-15,-10-4 5 16,7 0-3-16,-1-1-5 0,-5-3-1 16,-13 0-15-16,13 0-24 15,-20 0-120-15,-20 0-143 16</inkml:trace>
  <inkml:trace contextRef="#ctx0" brushRef="#br0" timeOffset="-91764.56">22672 9203 93 0,'0'0'34'0,"0"0"-15"0,0 0 8 0,0 0 20 0,0 0 16 16,0 0-15-16,0-3-25 15,0 3 26-15,0 0-7 16,0 0 2-16,0 0-38 15,0 0 43-15,0 0-21 16,0 0-9-16,0 0-10 0,0 0 5 16,0 0-4-16,0 0-9 15,0 0 42-15,0 0-22 16,0 0 10-16,0 0-31 16,0 0 10-16,0 0 2 15,0 0-8 1,0-5-4-16,0 2 1 0,25-1-1 15,9-1 13-15,19-3 0 16,3 0-13-16,30 5 17 16,1-2-12-16,-6 2 2 15,-4-2-7-15,-15 5 5 16,4-4-10-16,-4 4 14 16,-16-3-20-16,1 3 22 15,-1-5-23-15,-12 2 26 0,-21-2-21 16,14 5 7-16,-8 0-3 15,-13-3-7-15,22-10-52 16,-15-2-35-16,-13-14-183 16</inkml:trace>
  <inkml:trace contextRef="#ctx0" brushRef="#br0" timeOffset="-87188.66">24923 9601 116 0,'0'0'41'0,"0"0"-6"0,0 0 30 0,0 0-45 0,0 0 22 0,0 0-23 16,0 0 40-16,6 3 8 15,-6-3 1-15,0 0-11 16,0 0-29-16,0 0-18 15,0 0-1-15,0-8-17 16,0-7 16-16,0-6-15 16,0-2 14-16,0-10-3 15,-6-6-2-15,0-13 3 16,0-1 10-16,6-15-5 16,0-8-10-16,0-1 9 15,0-3-18-15,0 0 1 0,0 8 0 16,0 11-5-16,0 22 13 15,0 14 0-15,0 22 0 16,0 3 25-16,0 0-17 16,0 0 22-16,-13 28-29 15,-42 8-1-15,14 8 0 16,-11-8-11-16,18-8 3 16,9-4-6-16,9-4 11 15,16-4-34-15,0 1-31 16,0-10-82-16,10-7-215 0</inkml:trace>
  <inkml:trace contextRef="#ctx0" brushRef="#br0" timeOffset="-86356.06">25664 8261 31 0,'0'0'136'0,"0"0"-69"0,0 0 35 0,0 0-53 0,0 0-4 15,0 0-13-15,-31 20-9 16,25-16 8-16,6-4 9 16,0 0 13-16,0 0-48 0,0 0-5 15,0 0-14-15,0 0 8 16,0 0 2-16,31 0 4 15,9 0 8-15,-5 0-4 16,-1 4-8-16,-16 13 4 16,16 2-4-16,-12 9-32 15,-22 8 14-15,0 0 16 16,0 13 0-16,-56-1 12 16,4 0-4-16,5-8 32 15,19-8 4-15,22-11 0 16,6-10-33-16,0-3-4 0,0 0 12 15,46 1-12-15,1-6 3 16,27 2-1 0,-15-2-3-16,16 2-14 0,-1-2 1 15,1-3-56-15,-17 0-54 16,-23 0-166-16</inkml:trace>
  <inkml:trace contextRef="#ctx0" brushRef="#br0" timeOffset="-84407.58">20539 7756 63 0,'0'0'78'0,"0"0"-29"0,0 0 14 0,0 0-63 0,0 0-6 0,0 0 4 16,0 0 2-16,0 0 0 15,0 0 20-15,0 0 30 16,0 0-10-16,0 0 30 16,0 0-18-16,0 0 32 15,0 0-47-15,6 0-19 16,10-12-17-16,2-1-1 16,10 6 0-16,-9-1-12 15,2 3 10-15,-2 5 4 16,0-3 21-16,15 3-19 15,-13-5 23-15,20 2-11 0,-10-5 8 16,3 4-10-16,12-4-11 16,-5-5-3-16,21 5 6 15,-10 0-7-15,-5 4 13 16,6 4-15-16,-7 0 12 16,10 0-15-16,-10 0 9 15,7 0-3-15,0 0 0 16,0 0 1-16,2-3-4 15,4-5 12-15,-12 0-14 16,6 0 12-16,9-1-2 16,-16 1 4-16,7 0-9 15,-13 8 0-15,0-3 0 16,7 3-2-16,-13 0 12 0,13 0-12 16,-7 0 10-1,0 0-6-15,7 0 9 0,5 0-16 16,10 0 7-16,-3-5-2 15,6 5 0-15,-3 0 2 16,4 0-9-16,2 0 18 16,6 0-18-16,-3 0 16 15,4 0-15-15,-13 0 12 16,-9 0-8-16,6 0 2 16,-7 0 0-16,4 0-5 15,15 0 10-15,-9 0-11 16,-9 0 17-16,15 0-22 0,-9 0 19 15,22 0-18 1,-16 0 9-16,-3 0-3 0,-9 0 3 16,-13 0 1-16,0 0-10 15,-6 0 20-15,7 0-25 16,5 0 30-16,-5 0-23 16,5 0 19-16,1 0-16 15,-7-4 5-15,-6 0 0 16,19 0-1-16,-19 4 1 15,-3 0-6-15,3 0 12 16,0 0-6-16,0 0 11 16,6 0-20-16,1 0 13 15,11-3-4-15,7 3 0 0,3 0 2 16,4 0-10 0,2 0 14-16,-9 0-12 0,3 0 12 15,-10 0-9-15,1 0 4 16,-6 0-2-16,5 0 2 15,-5 0 1-15,9 0-2 16,-10 0 4-16,1 0-12 16,-7 0 19-16,0 0-14 15,-6 0 10-15,4-5-5 16,11 5-1-16,-2-3 0 16,-1 3-1-16,13-8 0 15,9 3-5-15,-3-3 10 0,4 0-9 16,-4 4 14-1,-3 1-18-15,-22 3 9 0,0 0-2 16,-9 0-5 0,-9 0 3-16,12 0-5 0,7 0 16 15,-17 0-22-15,10 0 30 16,1 0-28-16,-11 0 26 16,10 0-25-16,-21 0 13 15,9-5-3-15,-16 5 1 16,0 0-3-16,-6 0 3 15,0-3-22-15,0-6-2 16,0-10-82-16,0-10-74 16</inkml:trace>
  <inkml:trace contextRef="#ctx0" brushRef="#br0" timeOffset="-60410.51">13045 7564 83 0,'0'0'80'0,"0"0"13"0,0 0-45 0,0 0 1 0,0 0-32 0,0 0 2 16,-7 0 8-1,7 0-1-15,-12 0 9 0,12 0 2 16,-6 0 27-16,-7 0-43 16,-8 0 2-16,8 0-5 15,7 0 8-15,-9 0-8 16,8 0-2-16,1 0 4 15,0 0-17-15,-6 0 5 16,-4-8 2-16,16-5 10 16,-19-2-19-16,4-6 9 15,-4 1-10-15,13-4 0 16,0 0 1-16,-3 3 1 16,9-2 3-16,-7-1-2 15,7-4 0-15,0 0 9 16,0-5-9-16,0 9-1 0,-6 1 13 15,0-5-15 1,6 3 0-16,0 6 1 0,0-2 2 16,0 9-6-16,0-8 14 15,0 0-24-15,0-4 19 16,0 4-7-16,0 4 2 16,0-4-1-16,0 4 0 15,0 0-6-15,6-1 5 16,0 6 1-16,16-14-9 15,-3 6 13-15,2-6-8 16,-2-3-6-16,9 0 7 16,-3 0-15-16,3 4 6 15,0 4 12-15,-16 4-3 16,0 8-8-16,-5-4 15 16,8 4-8-16,-9 0 1 15,7-8 2-15,2-1-15 0,10-6 1 16,-3-9-2-16,-4 7 3 15,4 2 1-15,-3 3 3 16,-13-1 9-16,0 13 1 16,-6 8 4-16,16-3-2 15,-16-9-4-15,18-4-1 16,-5-4 3-16,8 4 0 16,-21-1 2-16,13 9-4 15,2 5 8-15,-9-2-2 16,-6-3 0-16,13 0 0 15,-1-4-1-15,4-4-6 0,2 4 3 16,-12 4 0 0,-6 0 0-16,7 8-1 0,-7 0 0 15,0 0 2-15,9 0-2 16,3-3-2-16,1-10 3 16,15-4 0-16,-16 14 0 15,-12 3-3-15,0-4 3 16,0 4-3-16,0-4-23 15,0 0-60-15,0-8-156 16</inkml:trace>
  <inkml:trace contextRef="#ctx0" brushRef="#br0" timeOffset="-57309.5">13662 7579 64 0,'0'0'61'0,"0"0"2"0,0 0-39 0,0 0-3 0,0 0-14 0,0 0 15 15,0-23-8 1,0 23 31-16,0 0 31 0,0 0-15 16,0 0-12-16,0 0-33 15,0 0 16-15,0-5-24 16,0 1 7-16,0 0-14 16,0 4 5-16,0 0 13 15,0 0-2-15,0-4 9 16,0 0-23-16,0 0-1 15,0-4 6-15,-16 0-12 16,16 0 8-16,0-4 7 16,0 4 7-16,-6-8 1 15,6-1 1-15,-6-2-15 16,-1-1-2-16,7 0 4 16,0 4-11-16,0 0 9 0,0-1-5 15,0 6 1-15,-6-1 27 16,6-4-21-16,-12-1-7 15,12-2 0-15,0-1 8 16,0 7-8-16,0-3 6 16,0 1-7-16,0 2 3 15,0 1-2-15,0 4 0 16,0-3 0-16,0-2 2 16,0 1 4-16,0 1-11 15,0-6 10-15,0 6-10 0,0-2 8 16,0 1-11-1,0-1 4-15,0 2 4 16,0-5-1-16,0 0 1 0,0 0-2 16,0 0-4-16,0-4 2 15,0 4 8-15,0 0-4 16,0-1 4-16,0 2-8 16,0 7 4-16,0 3 0 15,0 2 3-15,0-5 2 16,0 3-10-16,0-3 11 15,0-4-14-15,0 1 8 16,0-6-4-16,12 6-5 16,-6-6 5-16,1 5-1 15,-1-3 5-15,0 2-5 16,-6 1 10-16,0 4-12 16,16-4 14-16,-16-4-13 0,6-4 6 15,6-1 0 1,-12-2-4-16,6 10-4 0,4 2 5 15,-4 3 6-15,-6-4-7 16,0-1 8-16,0 6-8 16,6-6-2-16,0 10 4 15,-6-5-4-15,0 8 6 16,0 0 0-16,0 0 6 16,0 0 16-16,0 0-15 15,0 0 1-15,0 0-2 16,0 0-12-16,0 0-16 0,0 0 21 15,0 0 2 1,0 0 0-16,0 0 4 0,0 0-5 16,0 0 0-16,0 0-16 15,0 0 13-15,0 0 6 16,0 0-6 0,0 0 3-16,0 0 0 0,0 0-2 15,0 0-9-15,0 0 4 16,0 0 7-16,0 8-13 15,0-5 26-15,-6 6-26 16,0-5 13-16,6-4-23 16,-16 7-4-16,10 6 1 15,-12-1 24-15,18 15 2 16,-16-10 8-16,4 11-5 0,-1-9 2 16,1 6 2-16,-4-9-11 15,4-8 4-15,6 4-3 16,0-7-5-16,-4 3-11 15,4 3 8-15,-6 6 9 16,-1-1-5-16,-2-1 14 16,2 1-5-16,1-4 3 15,-4-4-2-15,16-3-3 16,0-5 1-16,0 3-6 16,0 2 10-16,-6 3-16 15,0 0 22-15,0 4-22 0,-7-1 19 16,7 2-8-1,-9-6 1-15,15 1-1 0,0-3 0 16,-13-2 0-16,13 2-3 16,0-1 10-16,0 4-9 15,-6 3 8-15,-9 2-5 16,8-1 2-16,-5-4-3 16,0 0 0-16,12-4 0 15,0-4-4-15,0 8 4 16,0 0-2-16,-10-4 5 15,4 3 5-15,0-2-3 16,6-5 2-16,0 0-2 16,0 0-5-16,0 0 0 15,0 0-12-15,0 0 2 0,0 0 12 16,0 0-7-16,0 0-26 16,0 0 4-1,0 0-68-15,0-16-17 0,22-20-145 16</inkml:trace>
  <inkml:trace contextRef="#ctx0" brushRef="#br0" timeOffset="-56030.26">13814 7279 11 0,'0'0'13'0,"0"0"-13"0,0 0 2 0,0 0 16 0,0 0 7 16,0 0 20-16,0 0 33 16,0 0 13-16,0 0-34 0,0 0 9 15,0 0-3-15,0 0-14 16,0 0-2-16,0 0-16 15,0 0-9-15,0 0-15 16,0 0-13-16,0 0 6 16,0 0-5-16,0-8-26 15,0 3 18-15,0-15 0 16,0 12 13-16,9-8 4 16,-3 9-4-16,-6-1-2 15,0 8-5-15,0 0 4 16,0 0 2-16,0 0-22 15,0 0 3-15,6 0 19 0,28 0-124 16,-3-25-144-16</inkml:trace>
  <inkml:trace contextRef="#ctx0" brushRef="#br0" timeOffset="-46373.4">20926 6524 30 0,'0'0'190'0,"0"0"-170"0,0 0 3 0,0 0 11 0,0 0-8 0,0 0-26 16,0 0 32-1,-18-83 22-15,18 78 0 0,0 5 2 16,0 0 19 0,0 0-19-16,0 0-46 0,0-7-10 15,0-6-10-15,0-3 2 16,0-7 15-16,0 10-9 16,0 5 4-16,0-4 4 15,0 12 9-15,0 0-4 16,0 0 1-16,0 0 0 15,0 0-12-15,0 0-9 16,0 0-1-16,0 24 10 16,-16 8 3-16,-30 17 16 15,-7 6-16-15,-6 22 6 0,-9-5-4 16,0 9 5 0,9-1-9-16,0-8 25 0,19-13-19 15,12-18-8-15,22-17 1 16,6-9-6-16,0-6-9 15,0 3-25-15,12-4 25 16,28-4-16-16,13-4 29 16,-3 0 2-16,21 0-9 15,-18 0 1-15,9 0-15 16,3-12 0-16,-25 0 12 16,0 3 3-16,-6 6-22 15,-12 3 6-15,-3 0-1 16,-7 0 19-16,22 0 6 0,-6 0-10 15,-9 0-2 1,15 0-12-16,-15 0-5 0,-4-8-1 16,-9 4 11-16,0-4-3 15,1 3 18-15,-1-6 7 16,-6-5-8-16,15-16 0 16,-15 3 2-16,13-7-53 15,-7-3-22-15,-6 6 25 16,0 5-35-16,0 8 36 15,0 12 52-15,0 5 114 16,0 3-76-16,0 0-13 16,0 0 36-16,0 0 11 0,0 3-36 15,0 22 22-15,0 14 7 16,0 5-9-16,-6 12-3 16,-7 5-15-16,13-1 8 15,0-4-39-15,0-12 3 16,0 0-10-16,0-16 2 15,0-3-5-15,0-6 3 16,0-7-6-16,0 12-73 16,19 4 2-16,-13-3-31 15,-6-1-110-15</inkml:trace>
  <inkml:trace contextRef="#ctx0" brushRef="#br0" timeOffset="-45773.36">21575 6961 338 0,'0'0'11'0,"0"0"-8"0,0 0 0 0,0 0-3 0,0 0 4 16,0 0-4-16,74 189 18 15,-74-176-1-15,0-5 30 16,0-8-36-16,0 0-11 16,6 0-39-16,-6-33 39 15,0-19 6-15,0-20-2 16,0-8 1-16,0-12 5 16,0-5-10-16,-40-3 7 15,12 4 20-15,9 12-21 16,7-4 12-16,12-5 17 0,0 9 6 15,19 4-41 1,21 27 0-16,6 21 12 0,-12 17-2 16,-6 15 7-16,3 0-15 15,10 0 26-15,21 27 10 16,9-7-5-16,10-3-30 16,5-6 4-16,-11-6-7 15,18-5-14-15,-6 0-16 16,-7 0 4-16,13 0-7 15,-18-16-45-15,-1-9 6 16,-15 5-34-16,-19 1-49 16</inkml:trace>
  <inkml:trace contextRef="#ctx0" brushRef="#br0" timeOffset="-45134.71">22083 6524 69 0,'0'0'189'0,"0"0"-152"15,0 0-11-15,0 0-19 0,0 0 12 16,0 0 27-16,87-52-30 16,-59 48-10-16,-16 4-3 15,1 0-6-15,-7 0 6 0,3 17 8 16,-9 14 35-16,0 21-23 16,0 1 11-16,0-6-14 15,0-6-7-15,0-5-13 16,0-11 1-16,0-6-2 15,0-7-1-15,0-4-5 16,0 0-33-16,19-3 21 16,15 2 19-16,6 1 0 15,0 0 0-15,-9 0 14 16,-3-3-11-16,-6 2-3 16,-16 1-2-16,-6 0 2 15,0 5 2-15,0 10 54 16,-6 10 9-16,-44 6-12 15,-8 6-19-15,11-13-25 0,13-4-6 16,15-16-3-16,4-12-15 16,15 0-48-16,0 0-128 15</inkml:trace>
  <inkml:trace contextRef="#ctx0" brushRef="#br0" timeOffset="-38878.93">23773 6588 230 0,'0'0'164'0,"0"0"-133"0,0 0 33 0,0 0-41 16,0 0-23-16,0 0 0 15,0 0 0-15,0-11 7 16,0 11 3-16,0 0 39 16,0 0 28-16,0 0-1 15,0 0-52-15,0 0-18 16,0 11-1-16,0 14 2 0,0 15-6 16,0 0 7-16,0 1-8 15,0 3 10-15,0 0-12 16,0 7 12-16,0 6-20 15,0-6-16-15,0-2-25 16,0-13-29-16,0-12-58 16,0-15-6-16,15-9-50 15</inkml:trace>
  <inkml:trace contextRef="#ctx0" brushRef="#br0" timeOffset="-38512.47">23395 6917 237 0,'0'0'14'0,"0"0"55"0,0 0-6 0,0 0-61 0,387-44 11 0,-294 13-13 15,0 3-1-15,-12-5-50 16,-7 9 5-16,-15 4-50 16</inkml:trace>
  <inkml:trace contextRef="#ctx0" brushRef="#br0" timeOffset="-37562.86">25072 6300 245 0,'0'0'209'0,"0"0"-151"0,0 0 16 0,0 0-11 15,-149 216-57-15,115-175 16 0,3 3-18 16,-9-5 25 0,0 2-20-16,-1-5 18 0,7-4 17 15,16-8-13-15,-4-4-11 16,16-4-17-16,-1-3-5 16,7-1 2-16,0-9-25 15,0 2-19-15,0-2 7 16,0 5 11-16,25 0 10 15,9 1 6-15,13-9 1 16,9 0 5-16,15 0-13 16,-3 0 2-16,7 0-7 15,-16 0 12-15,-19 0-36 0,-6 0 13 16,-28 0 12-16,13-9 9 16,-4 6-20-16,-9-5 20 15,1 3 10-15,-1-3 4 16,-6-4 9-16,0-4-9 15,12 0-4-15,4-4-12 16,-10-4-21-16,-6 4 21 16,6 4 0-16,-6 4 13 15,0 4-16-15,0 4 17 16,0 4 18-16,0 0 28 16,0 0-18-16,0 0 2 15,0 0 25-15,0 0-20 16,0 8-9-16,0 16-24 15,-18 12 17-15,-4 0 3 0,16 13 18 16,-7 11-13-16,-2-1 2 16,9-2-19-16,-7-9 3 15,13-4-5-15,0-24-6 16,0 0-2-16,0-12-13 16,0-3-32-16,0-5-25 15,0 8-22-15,0-8-119 16</inkml:trace>
  <inkml:trace contextRef="#ctx0" brushRef="#br0" timeOffset="-32183.66">27491 7976 137 0,'0'0'105'0,"0"0"-63"0,0 0 28 0,0 0-18 0,0 0-13 16,0 0-6-16,0 0 8 16,341-72-30-16,-301 60 10 0,-15 5-16 15,-10 7-4 1,-8 0 6-16,-7 0-14 0,27-8-14 16,-8 3-3-16,9-3-14 15,3 4-32-15,-9-4 6 16,-10 5-50-16,-12 3-70 15</inkml:trace>
  <inkml:trace contextRef="#ctx0" brushRef="#br0" timeOffset="-31718.3">27438 7559 79 0,'0'0'328'0,"0"0"-326"0,0 0 39 0,0 0-3 16,0 0 21-16,0 0 1 15,285-72-10-15,-229 68-33 16,3 0 1-16,9 4-9 16,-3-4-4-16,10-4-5 15,-10 4-12-15,9-5-8 16,-6 6-29-16,-15-1 21 16,6-4-62-16,-25-8-37 15</inkml:trace>
  <inkml:trace contextRef="#ctx0" brushRef="#br0" timeOffset="-29670.81">29342 6377 97 0,'0'0'224'0,"0"0"-188"0,0 0-4 0,0 0 17 0,0 0-30 0,0 0 5 15,-19 0 0-15,19 0-2 16,0 0 6-16,0 0 13 15,0 0 20-15,0 0-26 16,0 0 19-16,0 0-51 16,0 0 0-16,0 0-3 0,0 19-1 15,0 6 1-15,0 14 0 16,-22 17-1-16,-2 24 4 16,-17 13 4-16,1 3-7 15,6-8 0-15,6-11-8 16,9-17-13-16,13-9 2 15,6-13 17-15,0-7-2 16,0-19-14-16,0-4 1 16,0 5-13-16,0-13-4 15,40 0-15-15,13 0 38 0,6 0-19 16,3-13 29-16,-15-10 1 16,5 2 1-16,-24 5 6 15,-3 8 5-15,-3 4 17 16,-10 0-22-16,1 4-2 15,2-8-5-15,4 8 0 16,-7-5 0-16,16-2-5 16,-16-5-1-16,16 0-21 15,-9 4 16-15,-10 0-12 16,-3-4 21-16,-6 4 1 16,0-8 1-16,0-4 7 15,0-8 9-15,0 4-16 16,0-1 0-16,0 14 16 15,0 6-5-15,0 5 26 0,0 0-1 16,0 8 17-16,-15 36-21 16,-16 9-3-16,3 11 1 15,9 1 3-15,-2-6-8 16,-7-2-10-16,15-6-1 16,-5 1-13-16,-4-11 5 15,22-13-6-15,0-16-3 16,0-8-88-16,0-4-72 15,40 0-49-15</inkml:trace>
  <inkml:trace contextRef="#ctx0" brushRef="#br0" timeOffset="-29070.85">29816 7002 175 0,'0'0'30'0,"0"0"39"0,0 0 9 0,0 0 14 16,0 0-22-1,0 0 7-15,0 136-32 0,0-111-19 16,6 2-16-16,1-10 1 16,8-2-11-16,-3-10-4 15,-12-5 1-15,13 0-26 16,2 0 4-16,10-5 10 15,9-27 15-15,0-16 7 16,0-4-4-16,-9-8 0 16,-3-12-1-16,-10-8-4 0,1-17-20 15,-4 1 20 1,-9-1-62-16,0 22 31 0,0 11 33 16,0 19 16-16,0 18 45 15,0 18-5-15,0 1 9 16,0 0-18-16,0 8-25 15,0 0-15-15,0 0-2 16,19 0-1-16,15 0 0 16,25 0 2-16,15-8 3 15,13-4 7-15,6-9-16 16,6 2 4-16,10-1-4 16,-22-5-22-16,-7 9-28 15,-21 5-9-15,-25 2-54 16,-12 9-145-16</inkml:trace>
  <inkml:trace contextRef="#ctx0" brushRef="#br0" timeOffset="-28436.7">30343 6581 431 0,'0'0'86'0,"0"0"-79"0,0 0-7 16,0 0-12-16,0 0 12 0,0 0 12 15,202-4-12-15,-149 4 0 16,-13 0 0-16,-12 0-10 0,-10 0 4 15,-8 11 6 1,-10 14 6-16,0 7-2 0,0 8 6 16,0 9 0-1,0-2 1-15,-22-3-11 0,-6-8 0 16,16-16-4-16,12-4-11 16,0-7-6-16,0-6-23 15,0 2 2-15,0 6-46 16,46-2 76-16,10 2-10 15,-3 5 10-15,-13 1 6 16,-15 2-8-16,-10 2-5 16,-15 3 19-16,0-8 5 0,0 8 40 15,-21-7 10 1,-32 2-24-16,-6 5 7 0,-9 5-32 16,0-10-6-16,-4-2-15 15,10-9-43-15,22-8-28 16,15 0-173-16</inkml:trace>
  <inkml:trace contextRef="#ctx0" brushRef="#br0" timeOffset="-27754.64">31984 6516 236 0,'0'0'57'0,"0"0"-12"0,0 0 13 0,0 0-3 16,0 0-19-1,0 0 24-15,0 0-4 0,0 29-18 16,0 7 11-16,0 15-13 16,0 6-13-16,0 3-21 15,0 5 14-15,0-1-16 16,0-4 0-16,0 4-31 15,0-8-11-15,0-15 8 16,0 2-13-16,0-3-29 16,0-7-63-16,0-10-96 15</inkml:trace>
  <inkml:trace contextRef="#ctx0" brushRef="#br0" timeOffset="-27455.92">31701 6753 136 0,'0'0'130'15,"0"0"-61"-15,0 0-17 16,0 0-32-16,0 0-20 16,422 28-2-16,-323-36-46 15,-12-12-120-15</inkml:trace>
  <inkml:trace contextRef="#ctx0" brushRef="#br0" timeOffset="-26687.58">33053 6195 141 0,'0'0'134'0,"0"0"-102"16,0 0 38-16,0 0 11 15,0 0-3-15,0 0 14 16,-21 125-21-16,-38-49-44 16,-3 0-11-16,-3-16-16 15,2-11-1-15,32-9-6 16,-9-16 6-16,12-1 2 15,16-14 1-15,6-1-2 16,6-8-13-16,0 4 1 16,0 0-14-16,0 4-9 15,0-8-10-15,12 0 30 0,13 0 15 16,9 0 9-16,0 0-3 16,-6 0 0-16,12 0 0 15,-9 0-3-15,-9 3-6 16,3-3 12-16,3 0-9 15,-7 0 2-15,4 0-2 16,-3 0 0-16,-3 0-4 16,8 0-15-16,14-11-9 15,-1-29 5-15,7 8-40 16,-16-8 1-16,-10 16-16 16,-15 4 27-16,1 20 51 15,-7 0 40-15,0 0 18 16,0 0 13-16,0 0 3 15,0 20-19-15,0 19-1 0,-25 10-17 16,-9 19 24-16,6-3-31 16,-6 2-10-16,3 2-19 15,15-5-2-15,-9-8-2 16,10 0 1-16,3-16-3 16,5-7-19-16,7-14-29 15,0-11-46-15,0-8-51 16,0 0-238-16</inkml:trace>
  <inkml:trace contextRef="#ctx0" brushRef="#br0" timeOffset="-25856.49">28579 7916 56 0,'0'0'0'0,"0"0"0"0,0 0 19 0,0 0 11 0,0 0 9 16,0 0 16-16,161-44 1 15,-139 44-8-15,-10 0-4 16,-5 0 12-16,-1 0-7 16,22 0 16-16,12 0-9 15,19 0 2-15,21 0-19 16,29 0-3-16,24-12 16 15,25 4-15-15,25 8 5 0,22 0-8 16,18 0 13-16,10 0-36 16,-1 0 17-16,-8 0-24 15,-10 0 0-15,-10 0-4 16,-15 12 0-16,4 1 0 16,-14 2 0-16,-11-11-3 15,-7-4-8-15,0 0 7 16,-21 0 3-16,-19 8-1 15,-22-8-12-15,-31 0 8 16,-21 0 5-16,-35 0-22 16,4 0 8-16,-16 0-52 0,0 0-5 15,0-27-76-15,0-18-212 16</inkml:trace>
  <inkml:trace contextRef="#ctx0" brushRef="#br0" timeOffset="23517.4">20220 9159 107 0,'0'0'105'0,"0"0"-30"0,0 0-16 15,0 0-27-15,0 0 9 0,0 0-37 16,0 0 31-16,0 0-21 15,0 0 11-15,0 0 5 16,0 0-26-16,0 0 14 16,0 0-3-16,0 0-1 15,0 0-13-15,0 0 0 16,0 0 13-16,0 5-11 16,0-2-3-16,0 2 0 15,0-2 1-15,0 2 6 16,0 3-9-16,0-1 11 15,0 1-12-15,0 5 14 16,0-1-14-16,0-1 5 16,0-3-2-16,0-3 5 0,0-5-4 15,0 0 19-15,0 0-20 16,0 0 17 0,0 0-15-16,0 0-4 0,0 0 8 15,0 0-14-15,0 0 8 16,0 0-32-16,0 0 22 15,0-5 10-15,12-23 0 16,13 1 2-16,9-9 25 16,6-12-26-16,0-1 1 15,29-11 2-15,-10 0-4 16,3 0 0-16,-16 4 2 16,7 7-2-16,-13-3 0 15,0 1 13-15,19-2-11 0,-6-7 1 16,15 4 5-16,-9 7-8 15,-12 2-6-15,-13 11-10 16,12 8-19-16,-18 8-1 16,-15 7 31-16,-7 10-20 15,-6 3-22 1,9 0-58-16,-3 0-47 0,7 0 21 16</inkml:trace>
  <inkml:trace contextRef="#ctx0" brushRef="#br0" timeOffset="24573.14">21661 8590 68 0,'0'0'56'0,"0"0"-28"0,0 0 8 0,0 0 13 0,0 0 8 16,0 0-12-16,0 0-10 16,0 0 1-16,0 0 8 15,0 0-29-15,0 0 25 16,0 0 7-16,0 0-5 15,0-8-13-15,0-20-24 16,28-8 26-16,31-16-24 16,22-5-1-16,-1-7 2 15,26 0 1-15,-26 8-2 16,1 7 4-16,-13 13-11 16,-15 9 2-16,-6 7-5 15,-1 0-25-15,-6-1-28 16,7-2-87-16,-1-5-91 15</inkml:trace>
  <inkml:trace contextRef="#ctx0" brushRef="#br0" timeOffset="26349.2">29590 8518 45 0,'0'0'141'0,"0"0"-74"0,0 0-19 0,0 0-16 0,0 0-25 16,0 0 7-16,6-4 0 16,-6 4 5-16,0 0 31 15,0 0-4-15,0 0 46 16,0 0-29-16,0 0-45 15,6 0-10-15,0 0-3 16,-6-8-5-16,28 4 7 16,0-4 2-16,3 0-5 15,16-4 7-15,9-1-8 16,9-6 6-16,9 7-9 16,0 4 0-16,-15 8-16 15,-12 0-9-15,-7 0 4 0,-6 3 21 16,-15 17 5-1,-10 5 3-15,-9-1 6 0,0 7 20 16,0 14-12-16,-56 3 28 16,-9 5-27-16,-3-2 7 15,9-10-16-15,13-5-1 16,24-9-8-16,3-7-6 16,13-3 1-16,6-6-8 15,0 5-5-15,0-3-28 16,6-1 1-16,35-1 6 0,-1 2 17 15,6-1 8 1,1 0 2-16,-22 4 8 0,3 0-1 16,-22 0 0-16,-6 4 2 15,0 13 25-15,-6 3 10 16,-47 3 6-16,-9-3-19 16,3-3 11-16,6-2-25 15,-2-6-4 1,24-6-6-16,-4 2-8 0,8-1-32 15,8 0-60-15,-3-4-30 16,16-4-230-16</inkml:trace>
  <inkml:trace contextRef="#ctx0" brushRef="#br0" timeOffset="28797.37">31060 8895 95 0,'0'0'49'0,"0"0"-39"0,0 0 13 0,0 0 68 0,0 0-8 0,0 0-3 0,0 0 4 16,-13 0-41-16,13 0-10 16,0 0-30-16,0 0 36 15,-6 0-34-15,6 0 14 16,0 0-19-16,0 0 10 16,0 0-8-16,0 0 0 0,0 0 21 15,-6 0-13-15,6 0 28 16,0 0-12-16,0 0 7 15,0 4-33-15,0-4-7 16,0 4-7-16,12 0-12 16,47-4 22-16,22 0 4 15,-1 0 16-15,13 0-15 16,-6 0 23-16,0 0-21 16,-19 0-3-16,-9 0-44 15,-25 0-54-15,-34 0-89 16</inkml:trace>
  <inkml:trace contextRef="#ctx0" brushRef="#br0" timeOffset="32477.96">32384 9188 39 0,'0'0'30'0,"0"0"25"0,0 0 25 0,0 0-10 0,0 0 0 16,0 0 12-16,0 7 2 15,0 1-4-15,0 5-22 16,0 2-38-16,0 1 2 16,0 5-13-16,0-9-4 15,0 4-4-15,0-4 8 16,0-4-4-16,-7 8 14 15,-5-8 20-15,-4-1-13 16,4 6 11-16,6-1-23 0,6-8-3 16,-6-4-6-16,6 0-1 15,0 0 5-15,0 0-9 16,0 0-9-16,0-29 9 16,0-14 33-16,0-14-31 15,0-7 2-15,0-16-4 16,0-12-1-16,6-4-13 15,0-9 6-15,-6 10 3 16,0 10 4-16,0 13 0 16,0 28 2-16,0 16-2 15,0 20-3-15,0 8-16 16,0 0 20-16,0 0 8 16,0 40 2-16,-40 12 1 15,-29 0-2-15,23-3-8 16,-1-10-2-16,7-6-5 0,28-5-10 15,-16 0-31-15,9-1-30 16,-9-10-90-16</inkml:trace>
  <inkml:trace contextRef="#ctx0" brushRef="#br0" timeOffset="33617.17">25866 12336 377 0,'0'0'107'0,"0"0"-97"0,0 0 10 0,0 0-4 0,0 0 8 0,0 0 22 16,0 0 23-1,236 0-17-15,-165-12 10 0,3-1-21 16,-6 10-11-16,-2-1-25 15,-14 0-2-15,17 0-3 16,-29-4-12-16,0 0-40 16,-6-8-79-16,-28-1-93 15</inkml:trace>
  <inkml:trace contextRef="#ctx0" brushRef="#br0" timeOffset="33908.85">25866 11846 390 0,'0'0'101'16,"0"0"-36"-16,0 0 49 16,0 0-47-16,0 0-19 15,387-23-43-15,-284-2-5 16,-26 9-63-16,-2 8-86 16,-47 8-217-16</inkml:trace>
  <inkml:trace contextRef="#ctx0" brushRef="#br0" timeOffset="35192.07">28039 10326 112 0,'0'0'349'0,"0"0"-301"0,0 0-14 0,0 0-4 16,0 0-12-16,0 0-16 15,-127 169 15-15,65-89-16 16,-3 20 28-16,3-8 7 16,9 5 45-16,13-17-10 15,15-16-37-15,16-15 1 16,9-21-35-16,0-4 6 15,0-9-2-15,0 6-8 0,34-5-10 16,13-4 14-16,-1-4-17 16,10 0 17-16,-3-8-4 15,-1 0-6-15,-17 0 6 16,-1 0 4-16,-16 0-4 16,-12 0-15-16,4 0 19 15,-4 0-29-15,6 12 27 16,1-4 2-16,2-5-17 15,-2 6 3-15,-13-5-1 16,0-4 14-16,0 0-14 16,0 0 7-16,0 0-12 15,0 0-14-15,0 0-46 16,0-13 57-16,12 2 21 16,-6-1 4-16,4 8-4 15,-4 4 10-15,-6 0-1 0,0 0-7 16,0 0 0-1,0 0 17-15,0 16 41 0,0 28-11 16,0 20-21-16,-16 8 34 16,4 8-37-16,6-8 2 15,6-15-17-15,0-12-8 16,0-9 2-16,0-9-4 16,-7-3-34-16,-8-8-20 15,3-3-36-15,-7-13-84 16,19 0-198-16</inkml:trace>
  <inkml:trace contextRef="#ctx0" brushRef="#br0" timeOffset="35891.49">28641 11237 174 0,'0'0'290'0,"0"0"-279"0,0 0-8 0,0 0 3 16,0 0-2 0,0 0-2-16,-6 216 7 0,6-191-7 15,0-1 12-15,0-4 39 16,0-9-27-16,0-11 4 16,6 0-30-16,0 0-18 15,7-8-63-15,2-43 58 16,4-18 8-16,-7-19 10 15,-12 0-10-15,0-17-22 16,0 10 33-16,0-10 8 16,0 0 3-16,0-3-7 15,28 12 5-15,6 9-5 16,6 18 2-16,7 17 10 16,-7 16-4-16,7 11 33 15,-1 5 8-15,13 1 28 0,9-9-32 16,7 0-3-16,12 3-7 15,-10 6-12-15,4 2-16 16,-1 9-6-16,1 4 5 16,-7 0 2-16,-8 4-16 15,8 0-64-15,0-3-20 16,-9-6-56-16,-9 1-45 16</inkml:trace>
  <inkml:trace contextRef="#ctx0" brushRef="#br0" timeOffset="36490.92">29140 10615 283 0,'0'0'49'0,"0"0"-39"0,0 0-10 0,0 0 7 16,0 0 3-16,0 0-5 0,168 44-3 16,-153-23 35-16,-9 2-8 15,-6 2 18-15,0 14-17 16,0 2-11-16,-12 11-9 16,-28 9 3-16,-1-2-13 15,7-2-2-15,6-13 0 16,16-8 4-16,12-13-4 15,0 2-8-15,0-5 8 16,53-8-22-16,-7-5 14 16,10-2-22-16,-10-2 25 0,-5-3 7 15,-16 13 1-15,-13-9 5 16,3 12-4-16,-15 4 52 16,0 8-7-16,0 4 29 15,-6 1-34-15,-34 6-12 16,-22-6-30-16,-9 3-26 15,-16 3-26-15,-16-2-41 16,10-10 58-16,19-2-1 16,34-17-106-16,15-8-175 15</inkml:trace>
  <inkml:trace contextRef="#ctx0" brushRef="#br0" timeOffset="37174.49">30867 10583 157 0,'0'0'247'0,"0"0"-174"0,0 0 4 0,0 0-6 0,0 0-14 15,-68 264-34-15,49-183-2 0,-2-5-18 16,2-7-1 0,-3-10 5-16,10-6-9 0,-10-1 8 15,10 12-6 1,0 8 0-16,-23-3-30 0,8-6-20 16,-4-2-81-16,9-30-41 15</inkml:trace>
  <inkml:trace contextRef="#ctx0" brushRef="#br0" timeOffset="37506.4">30256 11209 288 0,'0'0'79'0,"0"0"51"15,0 0-27-15,0 0-19 16,0 0-31-16,404 64-40 15,-318-59-9-15,7-5-4 16,7 0-9-16,2 0-47 16,3 0-20-16,-2-17-80 0,-26-7-126 15</inkml:trace>
  <inkml:trace contextRef="#ctx0" brushRef="#br0" timeOffset="38356.99">31922 10374 346 0,'0'0'84'0,"0"0"-16"0,0 0 5 0,0 0-52 0,-152 209 11 0,124-169-1 16,9 1-9-16,-3 6-9 15,4-3 16-15,2-3-14 16,10-9-12-16,6-8-3 16,0-8-3-16,0 1-9 15,12-6-25-15,29 1 26 0,5-8-25 16,16 5 30-16,-9-2-12 15,9-3 15-15,-9 4 2 16,-13 1 2-16,-6-9-2 16,-9 0-6-16,-3 0 4 15,-4 0-17-15,-5 0 15 16,-4 0-5-16,3-9 3 16,-5-15-8-16,11 4 13 15,-2-8-11-15,-16 4 4 16,18-4 6-16,-12 12-4 15,-6-1 2-15,22 17 3 16,-22 0-9-16,6 0 11 16,-6 0 8-16,0 0 1 15,0 28 20-15,0 25 47 0,0 15-8 16,0 21-3-16,-34 7-9 16,-18-1 3-16,5 10-42 15,7-21 3-15,-1-7-10 16,14-17 4-16,8-12-14 15,-3-8-12-15,10-12-21 16,12-8-72-16,0-12-80 16,0-8-136-16</inkml:trace>
  <inkml:trace contextRef="#ctx0" brushRef="#br0" timeOffset="39408.06">27630 12247 239 0,'0'0'139'0,"0"0"-127"0,0 0 24 0,0 0-29 16,0 0 10-16,0 0-12 16,-6 0 34-16,6 0-5 15,12 0 22-15,-2 8 8 16,8 1-8-16,16-1-17 15,-9 3-7-15,25 2 10 16,3-1-34-16,5-1 25 16,29 2-30-16,6-1 26 15,22 4-18-15,12 0 4 16,19 4 2-16,3-4-1 16,12 0 15-16,-3-8-6 15,3-4 5-15,-6 8-29 0,-9-4 0 16,-13 4 8-16,-5-4-14 15,11 8 6-15,16-8-1 16,6 4 0-16,-21-4 7 16,15-3-13-16,-16-5 14 15,1 8-11-15,-1-8 11 16,-2 0-10-16,-13 0 3 16,-3 7-2-16,-13 1-1 15,-15 5 2-15,-6 3-4 16,0-4 8-16,-6 4-13 15,-7 4 18-15,13-4-11 0,-10-4 8 16,-2 4-10-16,12-8 8 16,-19 12-3-16,-15-12-1 15,-7-5-3-15,-18-3-24 16,-28 0-65-16,0-3-52 16,-16-33-162-16</inkml:trace>
  <inkml:trace contextRef="#ctx0" brushRef="#br0" timeOffset="42251.66">29757 13174 132 0,'0'0'120'0,"0"0"-55"0,0 0 1 0,0 0-47 15,0 0-4-15,0 0-8 16,0 0 24-16,0 0 17 16,0 0-16-16,0 0 43 15,-15 0-23-15,9 0 1 0,-13 0-40 16,13 0 5-16,-10 0-12 15,16 0 15-15,0 0-6 16,0 0-4-16,0 0 27 16,0 0-27-16,0 0-2 15,0 0-9-15,0-12-11 16,0-17 11-16,41-2 8 16,21-5-8-16,-4 3-1 15,4 14 1-15,-3 2-14 16,-6 6 12-16,-6 11-1 15,-7 0-6-15,-6 0 8 16,0 3-2-16,-15 33 3 16,-4 17 16-16,-15 10-10 15,0 10-6-15,-28 15 0 0,-46-3 6 16,-13-1-4-16,6-12 7 16,-5-20-15-16,21-8 6 15,9-11-10-15,9-14-13 16,7-7 13-16,15-4-2 15,3-8-9-15,10 5 17 16,12-5-6-16,0 0-15 16,0 0-15-16,0 11 37 15,6 1 3-15,41 4 34 16,9-7 10-16,9-6 10 16,15-3-11-16,-5 0-43 0,18 0 10 15,-19-12 0-15,-15-4-20 16,-19 4-15-16,-12 1 9 15,-15-2-30 1,-7-7-23-16,6 1 37 0,-6-18 13 16,10 13-21-16,3-8-56 15,2 0-49-15</inkml:trace>
  <inkml:trace contextRef="#ctx0" brushRef="#br0" timeOffset="53908.86">25026 16483 32 0,'0'0'76'0,"0"0"-30"0,0 0 15 0,0 0 4 0,0 0-65 16,0 0-14-16,0 0 13 16,0-4 1-16,0 4 35 0,0 0 38 15,0 0 3-15,-16 0-54 16,16 0-3-16,0 0-14 15,0 0 2-15,0 0-7 16,0 0 26-16,0 0 2 16,0 0 13-16,0 0-19 15,-6 0-14-15,6 0 14 16,0 0-17-16,0 0 19 16,0 0-23-16,0 0 13 0,0 0 4 15,0 0-9-15,0 0-2 16,46 0 11-16,7 0 25 15,28 0-25-15,-7 0 13 16,-6-4-26-16,-3-1 5 16,10-3-10-16,-16 5-9 15,-6-2-19-15,9 5-30 16,-22 0-2-16,-15 0-61 16,-25 0-75-16</inkml:trace>
  <inkml:trace contextRef="#ctx0" brushRef="#br0" timeOffset="54295.52">24923 16230 277 0,'0'0'55'0,"0"0"-46"0,0 0 96 0,0 0-2 0,0 0 8 0,394-24-56 0,-292 24 16 0,10 0-48 15,-3 0-18-15,18-12-5 16,-16-5-33-16,10 2-35 16,-34-1-58-16,-25 8-54 15</inkml:trace>
  <inkml:trace contextRef="#ctx0" brushRef="#br0" timeOffset="68499.21">26883 15797 73 0,'0'0'73'0,"0"0"1"0,0 0-17 0,0 0-25 0,0 0-24 16,0 0 26-16,0 0-27 15,0 0 9-15,0 0-6 16,0 0 19-16,0 0-5 15,0 0 8-15,0 0 6 16,0 0-8-16,0 0 2 16,0 0-30-16,0 0 32 15,0 0-19-15,0 0 26 16,0 0-13-16,0 0 4 16,0 0-9-16,0-4-12 15,0-5-11-15,0-6 2 16,0-9 22-16,0-1-22 15,0-2-2-15,19 2 2 16,15 10-3-16,-13-6 1 0,10 9-29 16,10 4 28-1,5 0-12-15,-12 8 9 0,0 0-17 16,-27 25 17-16,-7 27 4 16,0 23 15-16,-28 22-11 15,-65 19 2-15,0 1-6 16,-22-1 5-16,22-12-5 15,6-23 3-15,28-9 1 16,6-20 0-16,19-12-3 16,0-12 10-16,34-4-21 15,0 0 10-15,0 4 0 16,0 4 6-16,75 0 2 0,30-7 26 16,16-9-19-16,12-4 13 15,-12-12-26-15,-15 0 8 16,-20 0-8-16,-24 0-4 15,-27 0 2-15,-11 0-39 16,-8 0-14-16,-16 0-46 16,0 0-73-16,0 0-127 15</inkml:trace>
  <inkml:trace contextRef="#ctx0" brushRef="#br0" timeOffset="69082.01">27329 16470 276 0,'0'0'59'0,"0"0"-29"0,0 0 28 16,0 0 15-16,0 0-19 16,0 0-17-16,28 105 0 0,-9-89-32 15,-13-4 21-15,3-4-26 16,-2-4 13-16,-1-4-11 15,-6 0 3-15,6 0-5 16,-6 0-5-16,12-28-16 16,4-20 21-16,9-21 29 15,-10-6-18-15,-9-18-7 16,1 1-4-16,-1-5-10 16,0-3-9-16,16 4 19 15,-4 8 0-15,23 7-32 16,-1 14 32-16,6 6 8 15,1 21-8-15,-13 0 1 16,13 12-8-16,-7 0 7 0,13-4-5 16,15 4 5-16,6 4 4 15,4 7 9-15,9 10-9 16,15 3 6-16,-3 0-10 16,3-1 14-16,10-3-14 15,-13-3-25-15,-9-1-21 16,-12 4-14-16,-38 8-46 15,-6 0-74-15</inkml:trace>
  <inkml:trace contextRef="#ctx0" brushRef="#br0" timeOffset="69711.32">28105 15901 148 0,'0'0'116'0,"0"0"-78"0,0 0 25 0,0 0 5 15,0 0-34-15,0 0-10 16,161-24-12-16,-121 20-6 15,13 4-6-15,-25 0-11 16,-10 0 11-16,4 24 27 16,-22 20 13-16,6 9-15 15,-6 6-8-15,0-2-10 16,0-13-4-16,0-4-4 16,-6-16 6-16,6 1-10 0,0-18-6 15,0 1-2 1,12-8-41-16,50 0 19 0,16 0 19 15,3 0 16-15,-1 0 0 16,-18 8-8-16,-15 8 8 16,-22 4 3-16,-19 1 18 15,-6 10 23-15,0 2 18 16,-19 6-10-16,-55 22-12 16,-1-1 1-16,-24 4 0 15,6-12-1-15,6-20-18 16,19-16-21-16,9-11-1 15,41-5-19-15,2 0-105 16,10 0-121-16</inkml:trace>
  <inkml:trace contextRef="#ctx0" brushRef="#br0" timeOffset="72343.18">29850 15869 239 0,'0'0'13'0,"0"0"-13"0,0 0-3 0,0 0 3 15,0 0 49-15,0 0-14 0,28-24 42 16,-28 24-12-16,0 0 3 15,0 0-45-15,0 0 0 16,0 0-12-16,0 0 1 16,0 5 0-16,0 26-2 15,6 21 28-15,1 17-17 16,-1 15 9-16,0-4-10 16,0 4 2-16,3-11-20 15,-9-9-2-15,0 3 0 16,0-15 0-16,0-11-7 15,0-13-42-15,0-20 19 16,7-8-93-16,-7 0-166 16</inkml:trace>
  <inkml:trace contextRef="#ctx0" brushRef="#br0" timeOffset="72660.51">29643 16166 323 0,'0'0'60'0,"0"0"-34"0,0 0 26 0,0 0 1 15,362-28-20-15,-269 20-28 16,7 8-5-16,-7 0-48 16,-19 0-79-16,-21 0-215 15</inkml:trace>
  <inkml:trace contextRef="#ctx0" brushRef="#br0" timeOffset="73342.56">30846 15789 114 0,'0'0'51'0,"0"0"22"0,0 0-1 0,0 0-29 0,0 0 7 0,387-49-9 15,-325 49-7-15,-15 8 4 16,-16 17-18-16,-22 15 22 16,-9 8-24-16,0 21-7 0,-28 11-6 15,-46 15-1-15,-13 6 0 16,0-5 0-16,16-11 38 16,9-5-20-16,15-16 16 15,19-16-37-15,10-12 11 16,18-12-7-16,0-4 0 15,0 1-5-15,28-10-2 16,43 1-2-16,22-4 8 16,28-3-1-16,6-5 8 15,22 0 3-15,-3 0 4 16,-7 0 33-16,-37 0-30 16,-9 0-15-16,-34 0-6 0,-18 0 0 15,-1 11-4-15,-6 1-4 16,-6 4-1-16,-9-4-65 15,-19-4-43-15,0-8-163 16</inkml:trace>
  <inkml:trace contextRef="#ctx0" brushRef="#br0" timeOffset="76189.46">30734 14722 183 0,'0'0'3'0,"0"0"39"0,0 0 34 0,0 0-3 16,0 0-5-16,0 0-11 15,-22 8 21-15,10-4-17 16,6 0-21-16,-10-4-6 15,4 0-6-15,6 0-27 16,-10 0 6-16,4 0-3 16,-7 0 5-16,-3 0-18 15,4 0 21-15,-16 0-12 16,6 0 0-16,-13 0 13 16,-5 0-12-16,-7 0-1 15,-6 0 0-15,3 0-12 0,-2 0 8 16,-1 0-2-16,-3 0-2 15,-4-4 11-15,-2 0-7 16,9 0 5-16,4 4-1 16,2-4 0-16,-6 0-5 15,-3-4-13-15,-9 0-10 16,-10 0 21-16,-6 4 14 16,-6 0 4-16,-9 4-10 15,3 0 2-15,-29 0-3 16,8 0 0-16,-14 0-1 15,-5 0-7-15,-1-4 5 16,-2 4 3-16,8 0-4 16,7 0 16-16,6 0-19 0,10 20 15 15,8 0-2-15,4-8-5 16,6 5 0-16,-6-6-1 16,-10 1 11-16,-6 1-11 15,-2 2 4-15,8 6 12 16,10-6-14-16,6 21 12 15,-3-7-9-15,18 11 0 16,-2-4-5-16,5 0 7 16,1 4-14-16,9 0 16 15,-4 9-15-15,4-2 14 16,-3 6-6-16,9-1 1 16,-15-1 4-16,6-2 15 0,-4-5-18 15,10 0 1-15,10-12 6 16,5 9-10-16,1-2 4 15,11 2 4-15,1 3-5 16,-6 0-4-16,15 12 1 16,-9 0 0-16,6 1-1 15,16-6 0-15,-1-2 2 16,7-5 7-16,-9 0-18 16,15 0 13-16,0 4-8 15,0 8 6-15,0 4-4 16,0 4 2-16,0 0 0 15,40 1 0-15,-6-9 4 16,19-4-12-16,0-4 9 0,9-4-5 16,12-4-9-1,13 0 2-15,-10 5 3 0,26 7 4 16,-4 0 1 0,-6-4 3-16,15 0-9 0,-2-8 23 15,9-4-22-15,-1-8 13 16,-2-3-10-16,3-6-3 15,-1-2 0-15,10 6 2 16,-15 1-3-16,-4 4 7 16,-2 8-9-16,-17 0 7 15,7 9 0-15,-6-13-3 16,22 1 11-16,-4-10-4 16,4-3 4-16,9 1-2 0,-4 2-4 15,7 6 2-15,6 2-4 16,-15 5 8-1,3-3-8-15,-1-5 11 0,-2-12-15 16,-3-8 8-16,-4-4-15 16,-3-4 1-16,-21 0 14 15,-4 0-6-15,-8 0 14 16,-4 0-3-16,9 0-5 16,7 0 14-16,-1 4-14 15,13 8 1-15,7 0-1 16,2 0 0-16,3-5-1 15,4-2 7-15,-10-5-15 0,0 4 18 16,-12-4-14-16,0 8 18 16,-13-4-24-1,-5 5 15-15,-4-1-4 0,9 3 8 16,13 1-8-16,-6 1-1 16,-7-6 1-16,13-3 8 15,-7 0-2-15,-8 0-9 16,21 0 7-16,-13-4-4 15,1 5 7-15,0-5 4 16,-7 0-7-16,7 0 0 16,-4 0-3-16,13 0 6 15,-12 0-7-15,-4-13 4 0,-6 1 1 16,-3-4-4-16,-3 4 4 16,-3 1-1-16,-6-2 4 15,9-3 6-15,-3-4-8 16,0-5-12-16,3-11 1 15,-3 0 4-15,3-3-7 16,-9-2 8-16,-7 10 3 16,-6-2-3-16,-6 5 3 15,-3 0 2-15,4-4-4 16,-1-4 6-16,6-4-14 16,0-4 12-16,1 0-13 15,-1-5 7-15,0-2-4 16,-15 7 4-16,3-1 0 15,0 9-2-15,-10-4 6 16,-5-4-4-16,9-4 4 0,-10-8-6 16,-6-9-7-16,0 1 3 15,4 0-19-15,-10 4 8 16,0 7 14-16,0 10 8 16,0 3-12-16,-16 3 17 15,-9 1-3-15,-15 0-6 16,0-8-4-16,-1-3 4 15,-11-2 8-15,-10-4-6 16,3 2 1-16,-3 11 3 16,3-8-4-16,0 15 29 15,12-3-30-15,-15 4 14 16,10 0-7-16,-1 0-8 0,-15-8-8 16,3 8 8-16,-4-4 5 15,-5 0-2-15,-7-1 8 16,4-2-3-16,-13 2-12 15,19-3 18-15,-10 12-24 16,7-8 16-16,9 8-10 16,-4-4 4-16,10-1-9 15,-15 2 9-15,0 3-7 16,-7 0 0-16,10-8 14 16,-4 7-20-16,1-7 4 15,21 0 6-15,-6 13 2 16,-3 6 1-16,-3 1 4 15,-9 4-1-15,5 4-3 0,-8-5 12 16,-19-2-18 0,-3 3 14-16,-1-8-15 0,4 4 14 15,9 12-5-15,16-1 14 16,3 5 5-16,9 0 4 16,6 0-25-16,13 0-1 15,6 0-44-15,-6-8-24 16,-1-3-133-16,7-9-234 15</inkml:trace>
  <inkml:trace contextRef="#ctx0" brushRef="#br0" timeOffset="83653.17">3467 12267 281 0,'0'0'16'16,"0"0"4"-16,0 0-20 0,0 0 6 0,0 0 36 0,0 0 12 16,0 0 19-16,0 0-15 15,-72-12-19-15,57 4-10 16,2 8-27-16,1-3 14 15,-4-2-16-15,-8-3-8 16,2 5 5-16,-3-1-5 16,-3 4 0-16,-6 0-3 15,0 0 2-15,3 0 9 16,-3 0 23-16,12 0-18 16,4 0 4-16,5 0-9 15,-15 0 6-15,10 0-6 0,-23 0 1 16,13 0-1-16,-12 0-2 15,-6 0-2-15,-1 7-4 16,1 1 2-16,-7 0 2 16,-15 5 4-16,9-6 0 15,3-2 3-15,-3 6-6 16,6 2-12-16,-2-1 7 16,2-1-14-16,6 6 6 15,-12 11-14-15,-9-1 26 16,-37 10-6-16,2-1 10 0,-2 1 1 15,6-9 3-15,43-13-2 16,9 1-1-16,7 0-2 16,6 1 4-16,3-6-13 15,-3 2 9-15,12 10-10 16,-3 2-7-16,-9-1 12 16,0 4 3-16,9-8 6 15,-3 0-8-15,22 1 10 16,-6 2-11-16,-4-3 14 15,4 12-17-15,0-4 16 16,-10 5-11-16,3-2 4 0,-15 10 0 16,6 3 1-1,16-5 2-15,-16 6 11 0,9-5-13 16,13-12 4 0,0 8 1-16,6-8-12 0,0 8 12 15,0 0-6-15,0 8 11 16,0 9-4-16,0-1 6 15,0-4-7-15,0 1 1 16,0-13 7-16,0 0-19 16,0-5 8-16,25 5-3 15,9 13 1-15,0 3 0 16,0 4 5-16,-9 16-2 16,3 0-7-16,-3-3 13 15,2-10-10-15,1-10 4 16,19-10-4-16,-7-6 0 0,-9-2-3 15,19 2 3 1,-13 0 0-16,3 3-1 0,-6-8 8 16,13-1-14-16,-1-2 4 15,-5-10 3-15,-1 9 0 16,0-7 0-16,-18 2-2 16,31-7 2-16,-7 4 11 15,1 9-10-15,-7 3 6 16,-12 8-5-16,-9 4 10 15,2-4-10-15,10 0 1 16,-9-4 2-16,3-4-3 16,9 1 8-16,-6-9-10 0,-3 4 3 15,3-1 4 1,-7-6-5-16,-2 2 1 0,-13-2 5 16,28-6-8-16,-15 2-2 15,9-9-10-15,0 12 12 16,3-8 3-16,3 4-2 15,12-4-2-15,1 4-8 16,-1-5 9-16,4 6 2 16,3 7 15-16,-1-4-13 15,-5 12 5-15,-1-8-2 16,-12-4 15-16,-6-8-22 16,13-4-5-16,-10-4 4 15,9 0 1-15,-6 0 1 16,6 0-1-16,1 0 8 15,-13 0-8-15,18 5 3 0,-15-5 1 16,25 0-3 0,3 0-1-16,0 0-11 0,21 0 11 15,-11-9 0-15,-4-7 1 16,-9 0 6-16,-10 4 0 16,-12 1-7-16,-3 6 0 15,-3-7-6-15,12-12 2 16,7-16 2-16,6-8-10 15,9 0 2-15,-10-1 20 16,-5 18-6-16,-13 6-4 0,-22 9 0 16,16 1 1-1,-9-6 8-15,21-7-14 0,-6-12 5 16,7 0-8 0,-1 0-1-16,-6 0 9 0,-9 8 0 15,-4 3-16-15,4 6 12 16,-3-2 8-16,3 1 7 15,-3 1-8-15,2-5-1 16,-2-8-2-16,6-5-4 16,3 5-8-16,-16-4 8 15,4 3 4-15,-7-2 1 16,-12 3-1-16,0 3 1 16,0 10 3-16,0-2-2 15,0 1 8-15,0-4-10 16,0-3-8-16,0-6 4 15,0 5 4-15,-18-4 3 0,18 0-2 16,-13-5-1-16,-2 2-6 16,15-2 6-16,-12 10 0 15,12-2 0-15,-19 5 0 16,19 4-5-16,-16 1 3 16,-2-6-9-16,-10 1 4 15,9-17-5-15,-21 14 12 16,18-5 0-16,-12 0 0 15,-3 0-14-15,9-5 12 16,6 13-3-16,4-8-2 16,12 8 4-16,-1 0-11 0,-2 4-3 15,3 8 17 1,0-1 1-16,-1 6 9 0,7-5-20 16,-6-1 9-1,6-6-3-15,0-5-29 0,0 4 14 16,0 4 7-16,0 4 12 15,0 4-4-15,0 12 14 16,0-5-12-16,-12 2 4 16,-10-5-4-16,4-5 4 15,-17-7-2-15,14 0 0 16,-20 1 0-16,-5 2 14 16,-1 1-14-16,-5 0 18 15,-1 0-15-15,0 4 20 16,4 0-1-16,-4-7-15 15,13-2-7-15,-1 4-6 0,-5-2 6 16,-1 7 3-16,-5-4 8 16,11 4-3-16,-5 4-13 15,5-8 10-15,-5-1-10 16,-1-6 1-16,7 10 4 16,6 2 3-16,0 11-3 15,-6 0 0-15,9 0 17 16,-19 0-17-16,3 0 7 15,-5 0 2-15,11 0-7 16,7 0-4-16,3 0-7 16,22 0 9-16,-3 0 0 15,5 0-8-15,7 0-51 0,0 0-151 16,0 0-87 0</inkml:trace>
  <inkml:trace contextRef="#ctx0" brushRef="#br0" timeOffset="93791.57">23773 13547 180 0,'0'0'149'0,"0"0"-102"0,0 0 14 0,0 0 23 0,0 0-3 16,0 0 10-16,0 0-57 15,0 0 1-15,-59-32-33 16,59 32 24-16,0 0-6 0,0 0 7 15,0 0-21-15,0 0-5 16,0 0-1 0,0 0-3-16,0 0 3 0,6 8-11 15,62 24 11-15,32 28 16 16,33 16 22-16,34 13-18 16,35 11-1-16,12 8-17 15,25-12 2-15,3 1 1 16,-22-13-1-16,-25-8-8 15,-37-8 15-15,-15-11-26 16,-38-18 11-16,-24-6 1 16,-22-18-29-16,-25-7 12 15,-28-8-10-15,10 0-9 16,-16 0 28-16,0 0-25 16,0-20-30-16,0-24-109 0,-56-3-97 15</inkml:trace>
  <inkml:trace contextRef="#ctx0" brushRef="#br0" timeOffset="94640.12">25785 14445 22 0,'0'0'100'0,"0"0"-59"0,0 0 42 0,0 0-19 0,0 0-51 15,0 0-2-15,-80 93 32 16,39-70 10-16,10 2 1 0,3-6-22 16,-6-2 13-16,16-9 1 15,-4 3 6-15,22-6-20 16,0-1-1-1,0 0-30-15,0 4-1 0,0-4-1 16,74 4-14-16,13-8 1 16,22 3 9-16,9-3 5 15,9 0 9-15,0 0-1 16,-6 0-8-16,-13 0-8 16,-21 0-3-16,-22 0-21 15,-24 0 14-15,-14 0-12 16,-14 0 13-16,-13 0-4 0,0 0 21 15,0 0 1 1,0 0 10-16,0 0 11 0,0-15-22 16,0-21-45-16,-28-8-3 15,-25-16 33-15,1-9 15 16,-17 10 16-16,10 6 4 16,13 17 18-16,6 12 39 15,5 8-11-15,17 16 0 16,2-4-13-16,16 4-15 15,0 0-31-15,0 0-7 16,0 0-23-16,0 0-3 16,0 0-3-16,0 0-6 15,0 0 31-15,22 4 4 16,-3 8-4-16,-13-5 9 16,9-7-10-16,-15 0-12 0,0 0 8 15,0 0-7-15,0-7 16 16,-15-22 13-16,-16 1 0 15,-9 9-6-15,-1 11 6 16,20 4 26-16,2 4-18 16,7 0-16-16,-4 0-5 15,10 20-4-15,0 4-65 16,6-17-105-16,-13 1-346 16</inkml:trace>
  <inkml:trace contextRef="#ctx0" brushRef="#br0" timeOffset="128679.17">25150 8153 236 0,'0'0'27'0,"0"0"35"0,0 0-9 0,0 0-24 0,0 0-16 15,0 0 13-15,0 0 7 16,0 0 29-16,-348 23-3 16,324-18 7-16,-11-1-32 15,8 0-19-15,8 0-15 16,-15 7 3-16,6 2-10 15,-3 7 14-15,-16 8-18 16,-8 0 20-16,-4 1-13 0,0-1 7 16,-9 3-6-16,9 2 6 15,3-2-3-15,9 2 0 16,-5-1 3-16,24 0-8 16,3 4 2-16,-3 0-6 15,9 4-16-15,-15 5 19 16,6 2 0-16,-3-3 6 15,-18 9 0-15,18-1 2 16,-16 0-9-16,-2 4 16 16,24-3-16-16,3-9 17 0,10 3-15 15,12-2 6-15,0-1-2 16,0 0-1-16,0 4 2 16,0 0-2-16,0-3 3 15,0 2-2-15,0-11 2 16,34 0 2-16,19 0-3 15,-1-8-5-15,16 5-11 16,-2-9 11-16,-4 4-4 16,-4 0 2-16,-2 0 5 15,-3 5 4-15,-6-2-10 16,-1 13 17-16,1-8-7 16,-1 5-1-16,1 3 4 15,5-1-4-15,10 1-1 0,-3-3-6 16,16-13-25-1,-1-4 23-15,-15-4-11 0,22-4 18 16,-13 1-11-16,3-6 9 16,-3-3 3-16,-9-8 0 15,9 0 0-15,-2 0-5 16,8 0-6-16,19-4-4 16,-6-28 11-16,-7-8 4 15,13 4 13-15,-18 0 0 16,-1 0-11-16,-21 16-2 15,-7 0 0-15,-11-4 0 16,11-1 8-16,7-3 2 16,0-3-10-16,9-2 5 15,-4-3-4-15,-11 0-2 16,21 4 7-16,-21 0-10 16,-7 4 4-16,-6 4-2 0,-15-4 0 15,15-5 4-15,6 2 4 16,-6-6-5-16,-9 1 18 15,3 0-19 1,-3-4-11-16,-4 4 4 0,14-13 2 16,-11 10 5-16,-8 3 3 15,-4 0-3-15,-6 0-1 16,7 3-3-16,2-3-5 16,-8-8 9-16,-1 0 10 15,6-4-10-15,-3-4 0 16,-2 4 8-16,-7-1-8 15,0 2 5-15,0 2 1 0,0-2 0 16,0-2 3-16,0 5-8 16,0 4 3-1,-16 8-3-15,-24 4 6 0,21 3 2 16,-15-3-3-16,0 0-11 16,3-4 10-16,-3 1 0 15,0-2-5-15,-6 2-4 16,-1 3-3-16,-5-1-3 15,-1 9-2-15,13 0 12 16,-19 4 20-16,7-4-18 16,-1-4 1-16,-15-12-3 0,22 4-17 15,-6-4 17 1,-7-1 6-16,13 17-6 0,-13 0 5 16,6 12 12-16,-15 8-10 15,-3 0 7-15,-15 0-2 16,-1 12-11-16,7 4 2 15,2 0 21-15,4-4-16 16,-6 4-5-16,-4 1 13 16,-3-6-12-16,1-3 14 15,5-3-15-15,29-2 11 16,-1 2-11-16,7-1 0 16,0 4-3-16,-1 12-3 0,-5 16-62 15,-7 4-139 1,1-4-256-16</inkml:trace>
  <inkml:trace contextRef="#ctx0" brushRef="#br0" timeOffset="153607.55">8173 12155 61 0,'0'0'217'0,"0"0"-157"0,0 0 9 16,0 0-50-16,0 0 4 15,0 0-17-15,47-4 24 16,-25 4 41-16,-4 0-9 0,-5 0 4 15,8 0-40-15,4 0 18 16,3 0-31-16,19 0 5 16,-1 0-13-16,7 0 5 15,3 0-9-15,-4 0 11 16,-5 0-4-16,6 0-7 16,-7 0 21-16,10 0-21 15,9-7 3-15,-3-6-7 16,-3 1 3-16,9 8-25 15,-15 4-20-15,-7 0-1 16,-5 0-12-16,-7 0-90 16,-34 0-201-16</inkml:trace>
  <inkml:trace contextRef="#ctx0" brushRef="#br0" timeOffset="154456.29">10024 12609 149 0,'0'0'41'0,"0"0"31"0,0 0-5 0,0 0-42 0,0 0 21 0,0 0-13 15,0 20 4 1,0-20 10-16,0 0 25 15,0 0 3-15,0 0-33 16,0 0-15-16,0 0-18 0,0 0 23 16,0-25-16-16,0-19 1 15,0-12-8-15,0-16-9 16,0-5 18-16,0-6-12 16,0-14-7-16,0-7 1 15,0-13-5-15,0 9-37 16,0 16 3-16,0 24 7 15,0 28 31-15,0 24 1 16,0 8 2-16,0 4 7 0,0-4-9 16,0-5 0-1,0-2-3-15,22 2-3 0,-16 5-35 16,7 5-5-16,-13 3 40 16,0 0-9-16,0 11-36 15,-41 42 51-15,-24 7 0 16,3 4-2-16,3-8-37 15,25-7-35-15,13-21-113 16</inkml:trace>
  <inkml:trace contextRef="#ctx0" brushRef="#br0" timeOffset="155423.51">8018 11314 296 0,'0'0'58'0,"0"0"26"0,0 0 3 0,0 0-30 0,0 0-40 15,0 0 16-15,-80 23-27 16,49-10 12-16,3 2-11 16,-6 9 31-16,-38 9-20 15,-8 11 0-15,-1 7 11 16,-18 10-1-16,31 7 4 15,9 4-30-15,9 4 12 0,25 12-7 16,-3-3 9 0,28-1-12-16,0 1-4 0,0-13 0 15,0-8-21-15,16-4 10 16,37-4-25-16,6-4-3 16,9 12-23-16,-3 0-65 15,3-8-137-15</inkml:trace>
  <inkml:trace contextRef="#ctx0" brushRef="#br0" timeOffset="156437.83">10487 11394 218 0,'0'0'210'0,"0"0"-162"0,0 0-1 0,0 0-32 15,0 0 13-15,0 0 28 0,186 80-22 16,-93-40-6-16,-7 7-28 15,-5 6 7-15,-7 7-7 16,-15 12 0-16,-3 8-6 16,-16 4-8-16,-15 9 10 15,-12 7 4-15,-13 5-3 16,0-5 10-16,0-17 4 16,0-10-9-16,-7-21 2 15,-11-16-4-15,5-4-43 16,-14-7-71-16,-8-17-111 0</inkml:trace>
  <inkml:trace contextRef="#ctx0" brushRef="#br0" timeOffset="157205.63">11107 10885 67 0,'0'0'83'0,"0"0"14"0,0 0 15 0,0 0-48 0,0 0-2 15,0 0-24 1,207 11 8-16,-185 14-8 0,3-2-4 16,-3 5-6-16,-16-4-6 15,6 9 2-15,-12-2-18 16,0 18 17-16,0-1-13 15,0-1 21-15,0-6-30 16,0-1-1-16,13-8-5 16,27 1 1-16,0-10 1 15,16-2 5-15,-3-14-4 16,-1-7-3-16,-5 0 4 16,6 0-10-16,-13 0 6 15,0-7-8-15,-12-6-23 16,-9 10-39-16,3 3-16 0,-10 0-18 15,10 0-138-15</inkml:trace>
  <inkml:trace contextRef="#ctx0" brushRef="#br0" timeOffset="157787.17">11978 12364 390 0,'0'0'101'0,"0"0"-60"0,0 0 72 0,0 0-53 0,0 0-45 0,406-12-2 16,-319 7-3-16,-19 2-10 16,-15 3 0-16,-13 0 6 15,-15 0-16-15,-10 0 5 16,-15 0-47-16,19 0-48 0,-13 0-23 16,-6 0-109-16</inkml:trace>
  <inkml:trace contextRef="#ctx0" brushRef="#br0" timeOffset="158020.57">12090 12119 467 0,'0'0'51'16,"0"0"69"-16,0 0-66 15,0 0-45-15,0 0-9 16,415-4-99-16,-341-20-244 16</inkml:trace>
  <inkml:trace contextRef="#ctx0" brushRef="#br0" timeOffset="159103.25">7907 14782 186 0,'0'0'163'0,"0"0"-121"0,0 0 0 0,0 0 7 16,0 0-1-16,0 0 15 15,12-20 3-15,16 20-18 16,3 0 12-16,19 0-14 16,-4 0-16-16,25 0-14 15,-2 0-7-15,11 0-9 0,13 0 2 16,7 0-7-16,14-11-11 15,1 3-45-15,-16-5-44 16,-12 1-95-16</inkml:trace>
  <inkml:trace contextRef="#ctx0" brushRef="#br0" timeOffset="159856.7">9683 15436 394 0,'0'0'58'0,"0"0"33"0,0 0 0 0,0 0-29 0,0 0-17 16,0 0-36-16,0-84-8 15,0 28 17-15,0-16 36 16,0-5-26-16,0-15-12 15,0-4-13-15,0-9 3 16,0 2-6-16,0-2-9 16,0 20-10-16,0 21-22 15,0 25 29-15,0 26 12 16,0 13 6-16,0 0-1 16,0 0-5-16,0 0-11 15,0 0-15-15,0 21 14 0,0 7-4 16,0 8-2-1,-18 16 3-15,-22 4 13 0,-7 0-19 16,0-4-70-16,-2-11-51 16,24-18-247-16</inkml:trace>
  <inkml:trace contextRef="#ctx0" brushRef="#br0" timeOffset="160667.59">10273 13791 342 0,'0'0'121'0,"0"0"-33"0,0 0-19 0,0 0-29 0,0 0-38 0,0 0 12 16,40-60-11-16,-15 53 31 15,3-1-3-15,12 3 34 16,-12 2-34-16,-3 3-31 16,3 0 0-16,6 0-4 15,-16 0-4-15,-5 28-26 16,-13 24 23-16,0 20 2 16,0 12 9-16,-41 4 6 15,10-3 4-15,-3-18-1 0,22-14 1 16,2-13-8-16,10-20 1 15,0-3-3-15,0-6-16 16,0-7 4-16,28-4-5 16,31 0 13-16,10 0 4 15,-1-9 0-15,-3-14-6 16,3 10 5-16,-15 2-4 16,-19 11-72-16,-16 0-122 15</inkml:trace>
  <inkml:trace contextRef="#ctx0" brushRef="#br0" timeOffset="161701.73">11677 14903 207 0,'0'0'152'0,"0"0"-92"0,0 0 23 0,0 0-2 0,0 0-29 16,0 0-12-16,0 0 16 15,146 12-20-15,-106-12 28 16,13 0-39-16,0 0-6 16,9 0-15-16,-10 0-7 15,7 3 3-15,-18 2-36 16,-7-2-55-16,-6-3-20 0,-16 0-123 15</inkml:trace>
  <inkml:trace contextRef="#ctx0" brushRef="#br0" timeOffset="161983.42">11662 14690 376 0,'0'0'46'15,"0"0"47"-15,0 0 39 16,0 0-51-16,0 0-45 15,387-28 8-15,-294 12-34 16,-18 3-10-16,-7 2-60 16,-22-1-56-16,-27 4-139 15</inkml:trace>
  <inkml:trace contextRef="#ctx0" brushRef="#br0" timeOffset="173841.16">13454 12537 47 0,'0'0'157'0,"0"0"-83"0,0 0-10 0,0 0 7 16,0 0-30-16,0 0 2 16,0 0-39-16,0 0 23 15,0 0-14-15,0 0 23 16,0 0 5-16,0 0-7 15,0 0 6-15,0 0-17 16,0 0-1-16,0 0-10 16,0-25-2-16,-6-7-9 0,-7 0 6 15,-15-8 6-15,16 0 0 16,-10-9 16-16,4-6-18 16,8-14 6-16,10-7-13 15,0-8-8-15,0 0-9 16,34 0-32-16,28 11-14 15,4 14 24-15,-4 6-61 16,-4 13-160-16</inkml:trace>
  <inkml:trace contextRef="#ctx0" brushRef="#br0" timeOffset="174439.19">13928 11947 41 0,'0'0'139'0,"0"0"3"0,0 0-42 0,0 0-19 0,0 0-5 16,0 0-5-16,13 0-9 16,42 0 1-16,11 0 15 15,8 0-34-15,0 0-8 16,4 0-25-16,3 0-6 16,-7 0-5-16,-6 0-1 15,-3-4-23-15,-3-8-32 16,-9 7-63-16,-28 2-116 15</inkml:trace>
  <inkml:trace contextRef="#ctx0" brushRef="#br0" timeOffset="174873.38">14924 12480 237 0,'0'0'209'0,"0"0"-172"16,0 0 35-16,0 0-50 16,0 0-19-16,34-233 2 15,0 145-4-15,-9 0 2 16,-4 7-3-16,-8 6-9 16,-7 6 1-16,-6 17-20 15,0 20 2-15,0 16 26 16,0 16 24-16,0 0 21 15,0 0-26-15,0 16 20 0,-19 24-15 16,-43 20 3-16,3-7-27 16,0 7-13-16,13-16-86 15,6-4-85-15</inkml:trace>
  <inkml:trace contextRef="#ctx0" brushRef="#br0" timeOffset="175322.69">15565 11497 549 0,'0'0'101'16,"0"0"-72"-16,0 0 19 0,0 0 9 0,149 225-49 0,-102-149 9 15,-7-7 0-15,-21 11 0 16,-19 1 18-16,0-1-13 16,0 3 4-16,0-2-25 15,-13-1-2-15,-15-11-21 16,10-14-45-16,2-10-81 15,-2-22-131-15</inkml:trace>
  <inkml:trace contextRef="#ctx0" brushRef="#br0" timeOffset="175705.92">16213 12031 315 0,'0'0'4'0,"0"0"-4"0,0 0-24 0,0 0-83 0,0 0-51 15</inkml:trace>
  <inkml:trace contextRef="#ctx0" brushRef="#br0" timeOffset="175787.84">16213 12031 156 0,'0'-52'132'0,"-24"52"26"15,8 0-15-15,4 0-99 16,12 0-44-16,0 0-20 0,0 0-98 16,0 0-175-16</inkml:trace>
  <inkml:trace contextRef="#ctx0" brushRef="#br0" timeOffset="176239.11">16775 12529 459 0,'0'0'48'0,"0"0"-18"0,-47-282 33 0,47 166-53 16,0 4 9-16,0 16-17 0,16 16 14 15,15 11-16-15,3 13-29 16,0 9-28-16,6 11 10 16,1 19-83-16,-7 1-254 15</inkml:trace>
  <inkml:trace contextRef="#ctx0" brushRef="#br0" timeOffset="176604.26">17184 12019 536 0,'0'0'136'0,"0"0"-96"0,0 0 2 15,0 0 14-15,0 0-23 16,0 0 1-16,214-12-31 15,-140 8 3-15,-9-4-6 16,4 3-45-16,-10-6-49 16,-13 7-123-16</inkml:trace>
  <inkml:trace contextRef="#ctx0" brushRef="#br0" timeOffset="176987.54">18114 12288 432 0,'0'0'0'0,"0"0"-2"16,-15-221-2-16,15 121 3 15,0 0 2-15,0 7-2 16,0 13 6-16,0 16 1 16,0 20 0-16,0 24-3 15,0 12 0-15,0 8-3 0,0 3 0 16,-25 33 13-16,3 9 38 15,-12 3-11-15,9-8-26 16,10-12-14-16,-10-7-75 16,-3-13-245-16</inkml:trace>
  <inkml:trace contextRef="#ctx0" brushRef="#br0" timeOffset="177471.7">18595 11442 422 0,'0'0'117'0,"0"0"-16"0,0 0 39 0,0 0-17 16,180 268-77-16,-146-176-6 16,-16 13-26-16,-5 7-13 15,-13 0 0-15,0 4-2 16,0-3-5-16,-53-9-39 15,0 0-10-15,13-19-102 0,-13-21-85 16</inkml:trace>
  <inkml:trace contextRef="#ctx0" brushRef="#br0" timeOffset="178353.58">19336 12144 432 0,'0'0'32'0,"0"0"2"0,0 0 51 0,0 0-1 0,0 0-52 16,0 0 0-16,369 7-25 15,-323-7-2-15,-15 0-4 16,-3 0 5-16,-6 0-6 15,-10 0-5-15,-5 0-1 16,5 0-57-16,-12 0-69 16,0 0-127-16</inkml:trace>
  <inkml:trace contextRef="#ctx0" brushRef="#br0" timeOffset="178602.13">19175 11879 545 0,'0'0'77'15,"0"0"-45"-15,0 0 51 16,0 0-3-16,0 0-22 0,381-36-40 15,-272 19-18 1,-4 1-41-16,-24 0-101 0,-29 1-207 16</inkml:trace>
  <inkml:trace contextRef="#ctx0" brushRef="#br0" timeOffset="179085.59">20626 11602 572 0,'0'0'53'0,"0"0"35"0,6 213-11 0,9-125-48 0,4 4-25 16,0 8-6-1,2 0 2-15,-8-7-40 0,2-5-14 16,-9-16 15-16,-6-19-52 15,7-17-30-15,-7-13-204 16</inkml:trace>
  <inkml:trace contextRef="#ctx0" brushRef="#br0" timeOffset="179405.21">20551 11923 558 0,'0'0'110'15,"0"0"-31"-15,0 0 26 16,0 0-27-16,0 0-29 0,422 0-46 16,-289-8-3-1,1-4-14-15,-20-1-50 0,-21 10-74 16,-18-2-103-16</inkml:trace>
  <inkml:trace contextRef="#ctx0" brushRef="#br0" timeOffset="180669.56">22009 12460 69 0,'0'0'25'0,"0"0"-5"0,0 0 40 0,0 0 51 0,0 0-10 16,0 0 3-16,0 4-25 15,-7-4 19-15,7 0-51 16,0 0 4-16,0 0-6 0,0-12-14 16,0-24-24-16,0-12 10 15,0-20-11-15,0-24 3 16,0-13-1-16,0-19-8 16,0-9-2-1,0 9-9-15,7 12 8 0,-1 24 3 16,-6 19 0-16,0 21 8 15,0 16 13-15,0 12 11 16,9 9-30-16,-3 6-2 16,1 5-21-16,-1 0 0 15,-6 0-12-15,0 21-21 16,0 38 39-16,-13 13-38 0,-55 8-30 16,3 5-56-16,9-21-7 15,16-20-196-15</inkml:trace>
  <inkml:trace contextRef="#ctx0" brushRef="#br0" timeOffset="190243.94">12998 14770 47 0,'0'0'116'0,"0"0"-62"0,0 0-5 0,0 0-49 15,0 0-13-15,0 0-10 0,0 0 23 16,0-19 4-16,0 19 27 15,0 0 45-15,0 0 9 16,0 0-17-16,0 0-31 16,0 0-6-16,0 0-31 15,0 0-1-15,0 0-9 16,0 0 9-16,0 0 1 16,0 0-15-16,0 0 1 15,0 0 14-15,0 0 14 16,0 0-12-16,0 0 12 0,0 0-13 15,0 0 8 1,0 0-7-16,0 0 6 0,0 0 1 16,0 0-9-16,0 0 19 15,0 0-12-15,0 0 9 16,0 0-14-16,0 0-2 16,0 0-3-16,0 0 3 15,0 0 17-15,0 0 4 16,0 0 8-16,0 0-21 15,0 0 19-15,0 0-17 16,0 0 1-16,0 0-11 16,0 0 6-16,0 0-5 15,0 0 1-15,0 0 12 16,22 0-8-16,3 0 19 16,37 0-17-16,-10 0-3 0,23 0 8 15,5 0-20-15,-8 0 14 16,2 0-1-16,-6 0-2 15,-9 0 1-15,0 0 8 16,9 0-8-16,1 0 1 16,-17 0-1-16,1 0-4 15,0 0 0-15,-19 0 0 16,-13 0-2-16,-8 0-1 16,-13 0-1-16,0 0 4 15,0 0-2-15,0 0-12 16,6 0 11-16,0 0-15 15,0-8-3-15,-6-5-48 0,0 5 16 16,0 4-8-16,0-4-11 16,0 5-36-16,0-10-197 15</inkml:trace>
  <inkml:trace contextRef="#ctx0" brushRef="#br0" timeOffset="192377.82">14803 15216 174 0,'0'0'138'0,"0"0"-70"0,0 0 36 0,0 0-29 16,0 0-30 0,0 0-13-16,-152-129 16 0,124 68-21 15,15-11 16-15,13-15-40 16,0-22 6-16,0-19 22 15,28-21-31-15,50-27-3 16,24 0-39-16,10 7-13 16,-4 28-40-16,-8 46-6 15,-14 30-33-15,-17 42-131 16</inkml:trace>
  <inkml:trace contextRef="#ctx0" brushRef="#br0" timeOffset="196088.84">15680 15003 262 0,'0'0'154'0,"0"0"-114"0,0 0 26 0,0 0 5 0,0 0-7 15,0 0-23-15,0 0-9 16,-6 0-11-16,6 0 12 16,0 0 16-16,0-20-15 15,0-20-34-15,0-5 13 16,0-23-10-16,0-16 0 15,0-21-3-15,12-6-1 16,1-5-4-16,-13 3 10 16,0 13-14-16,0 16 8 15,0 24-4-15,0 24 5 16,0 31-4-16,0 5-12 16,-13 0-8-16,-27 41 24 0,0 19 9 15,-7 7 19 1,1-11-10-16,18-7-18 0,15-18-21 15,13-1-108-15,-12-11-98 16</inkml:trace>
  <inkml:trace contextRef="#ctx0" brushRef="#br0" timeOffset="196589.34">16970 14561 124 0,'0'0'51'0,"0"0"-37"0,0 0 86 0,0 0-38 0,0 0-58 0,0 0 14 15,-121 0 51-15,115 0 8 16,0 8 11-16,6-8-27 16,-16 0 25-16,16 0-48 15,0 0-38-15,0 0-2 16,-6 13-46-16,-13-1-18 16,-9 4-17-16,4-8 55 15,-4-4 28-15,6-4 11 16,3 0 19-16,13 0-30 0,6-17-82 15,0-27-189 1</inkml:trace>
  <inkml:trace contextRef="#ctx0" brushRef="#br0" timeOffset="197120.66">18105 14743 97 0,'0'0'294'0,"0"0"-149"0,0 0-6 16,0 0-38-16,0 0-77 16,0 0-15-16,-71-205-9 0,61 125 0 15,10-1 1-15,0 5-1 16,-6 0 0-16,6 11-35 16,0-2 3-16,0 11-45 15,0 20-38-15,0 19 55 16,0 17 60-16,-25 4 23 15,-21 56-5-15,-29 29 8 16,-18 7-25-16,0-9-2 16,31-21 1-16,28-27-122 15</inkml:trace>
  <inkml:trace contextRef="#ctx0" brushRef="#br0" timeOffset="197587.62">18815 13764 435 0,'0'0'102'0,"0"0"50"0,301 224-23 16,-202-119-57-16,-6 3-35 16,-19 8-32-16,-33 8 13 0,-41 4-10 15,0 13-16-15,-53 28 1 16,-49-17-3-16,2-8-57 15,14-28-100-15,20-44-213 16</inkml:trace>
  <inkml:trace contextRef="#ctx0" brushRef="#br0" timeOffset="198136.21">20018 14538 298 0,'0'0'322'0,"0"0"-252"0,0 0 65 0,388-8-56 0,-295 0-66 16,-13 8-13-16,-27 0-7 16,-19 0-52-16,-15 0-70 15,2 0-68-15,-21 0-117 16</inkml:trace>
  <inkml:trace contextRef="#ctx0" brushRef="#br0" timeOffset="198352.01">20058 14261 374 0,'0'0'426'0,"0"0"-380"0,0 0 31 16,0 0-28-16,0 0-42 15,0 0-7-15,267-41-5 16,-180 22-81-16,-19 7-125 16</inkml:trace>
  <inkml:trace contextRef="#ctx0" brushRef="#br0" timeOffset="198785.83">21249 14602 566 0,'0'0'147'0,"0"0"-30"0,0 0 3 0,0 0-86 15,0 0-10-15,419-20-24 16,-317 15-34-16,-3 5-69 16,-18 0-69-16,-22 0-233 15</inkml:trace>
  <inkml:trace contextRef="#ctx0" brushRef="#br0" timeOffset="199251.62">22899 14677 49 0,'0'0'71'0,"0"-232"-71"16,0 112-10-16,0-4-77 16,0 32 87-16,0 12 3 15,6 23 60-15,0 17 41 16,-6 29-3-16,0-2-53 16,0 13 43-16,0 0 34 15,0 36-24-15,0 13-42 16,0 2 7-16,-19-7-45 15,-2 0-13-15,8-3-8 0,7-2 0 16,-16 2-6 0,-2-5-25-16,-29 20-15 0,-22-12-79 15,13-3-123-15</inkml:trace>
  <inkml:trace contextRef="#ctx0" brushRef="#br0" timeOffset="210141.79">8335 15717 187 0,'0'0'34'0,"0"0"21"0,0 0-37 0,0 0 24 0,0 0-32 16,0 0 37-16,0 0-16 15,0 0-13-15,-62-33 12 16,55 33 15-16,1 0 2 16,6 0-15-16,0-3-2 15,0-2-15-15,0-3 6 16,0 8-13-16,-12-3-4 15,12 3-3-15,-6 0 9 16,6-5-2-16,0 5-1 16,0 0 11-16,0 0-15 0,0 0 10 15,0 0-3-15,0 0-20 16,0 0 11-16,0 0-3 16,0 0-6-16,0 0 3 15,0 0 3-15,0 0 2 16,12 8-2-16,13 17 9 15,9-1 6-15,12-1-7 16,1 2-12-16,9-9-4 16,-16 0 7-16,19 0 2 15,-13-9 1-15,-5 10 6 16,5-1-5-16,-5 4 4 16,-1 1-2-16,0-6 4 15,7 1 0-15,12 0-14 0,3-7 6 16,3 2 1-16,-9-3-2 15,3 9 4-15,-7-1 7 16,16 7-8-16,-2 2 23 16,2-1-23-16,-3-1 10 15,3 2-9-15,7-6 2 16,11-6-8-16,-5 7 12 16,6-12-19-16,-7 4 22 15,-2 0-11-15,-16 0 1 16,-3 8-1-16,3-4 14 15,-3 0-19-15,0-4 5 16,21 0 0-16,1 0-8 16,0-12 8-16,12 12 2 0,0-7 6 15,-7 6-16-15,1-2 21 16,0-6-16-16,0 10 4 16,0-2-2-16,9 1 1 15,-3-7 0-15,12 6 0 16,-2-3-2-16,-4-8-2 15,0 4 8-15,22-4-6 16,-6 0 8-16,6 0-6 16,-10 8 0-16,10 0 1 15,6 5-9-15,-6-9 9 16,19-1-4-16,-13-3 2 16,-12 0-1-16,-4 0-25 0,-30 0 24 15,-1 0-3 1,7 0 6-16,-6 0 0 0,6 0 0 15,18 0 0-15,-3 0 6 16,4 0-19-16,9 0 29 16,5 0-32-16,1 0 22 15,-9-12-11-15,-10 4 5 16,-15 8 0-16,-22 0-1 16,16 0 6-16,-7 0-12 15,-2 0 14-15,8 0-15 16,13-16 13-16,10 1-10 15,2-10 7-15,-3 1-4 16,4 8-1-16,-13 1 3 0,0-2 0 16,3 1 1-1,-3 8-5-15,0-8 7 0,0 1-6 16,0-10 1-16,9 1 2 16,-2 7 1-16,-1 2 1 15,-3-1 0-15,3 0-1 16,-6 8-2-16,0-1-8 15,0 9 2-15,10 0 8 16,2 0-1-16,16-3 0 16,6-5-5-16,0-4 2 15,0-4 2-15,7-5-7 16,-13 1-15-16,-7 9 20 16,-27-1 0-16,-16 4 0 15,-2 3 3-15,-17-3-5 0,23-8 4 16,24-12 0-16,0-8-5 15,3-12 0-15,4 7-6 16,-19 5-30-16,-19 8 38 16,-15 12-12-16,-13 9 16 15,-6 7 0-15,0-4 22 16,13-5-8-16,24-2-1 16,16-14-13-16,21 9-1 15,7 1-2-15,-16-1-25 16,7 8 20-16,-32-1-9 15,-21 9 15-15,3 0 4 16,-10 0 16-16,7 0 11 16,12 0-20-16,31-16-9 0,3-8-6 15,16-4 3-15,-10-8-26 16,-12 4 11-16,-12 8 12 16,-28 8 6-16,-25 4 1 15,-16 12 7-15,4-5 29 16,-4 5-2-16,22-3-16 15,6-5-13-15,13-4-3 16,0-9 4-16,9-2-14 16,-3 3 3-16,-13-1-3 15,-12 10 3-15,-21 3-1 16,15 4 3-16,-22-1 4 16,0 5 10-16,7-3-10 0,8-5 18 15,7 0-20-15,3-4 10 16,-3 4-8-16,19-5 2 15,-13-2-4-15,6 7-1 16,-15 0-1-16,-10-5-4 16,-9 13 4-16,1 0-25 15,-7 0 20-15,6 0-32 16,-6 0-54-16,0-4-210 16</inkml:trace>
  <inkml:trace contextRef="#ctx0" brushRef="#br0" timeOffset="210797.29">20827 15159 307 0,'0'0'54'0,"0"0"-24"0,0 0 10 16,0 0-12-16,0 0-25 15,0 0 20-15,0 0 1 16,6 0 4-16,1 0-2 15,21 0 0-15,-4 8-16 16,17-8 10-16,21 0-15 16,-10 0 2-16,14 0-10 0,-11 0 6 15,-8 0-6-15,-13 0-3 16,-9 0 3-16,-13 0-13 16,4 5 6-16,-4-2-14 15,0 5 24-15,-2 4 0 16,-4 4-24-16,-6 4 10 15,0 9 14-15,0 14 1 16,0 6 16-16,-6 7 0 16,-35-1-7-16,7-2 8 15,6-4-18-15,-6-10-8 16,16 2 0-16,-1-5-8 16,4-8 9-16,15-4-34 0,0-12 15 15,0-12-97-15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2T22:18:50.8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15258 9396 53 0,'0'0'28'0,"0"0"-28"0,0 0-18 0,0 0-32 0</inkml:trace>
  <inkml:trace contextRef="#ctx0" brushRef="#br0" timeOffset="82.47">15258 9396 10 0,'-34'8'51'0,"22"-4"-43"16,-10-4 36-16,16 0-33 15,0 0-11-15,6 0-26 16</inkml:trace>
  <inkml:trace contextRef="#ctx0" brushRef="#br0" timeOffset="1180.84">15311 9380 47 0,'0'0'38'0,"0"0"-10"16,0 0 32-16,0 0-18 0,0 0-1 0,0 0-20 16,0 0 21-16,0 0-23 15,0 0 0-15,-6 0-3 16,0 0-10-16,0 0 17 15,6 0-15-15,-7 0 10 16,7 0-7-16,0 0-4 16,0 0-3-16,0 0 3 15,0 0-7-15,-9 16-2 16,3 9 2-16,0-2 12 16,-7 1-11-16,7-7 9 0,0 2 16 15,-3-15-5-15,2 4 27 16,7 0-27-16,-6-8 16 15,6 0-14-15,0 0-2 16,0 0-12-16,0-52-4 16,0-32 16-16,22-29-19 15,9-11 17-15,3 8-15 16,-22 16 16-16,4 11-20 16,-16 17 4-16,0 20-4 15,0 16 0-15,0 21 14 16,0 10-11-16,0 5-3 0,0 0-26 15,0 0 3 1,6 0-148-16,13 0 28 0,-4 0-190 16</inkml:trace>
  <inkml:trace contextRef="#ctx0" brushRef="#br0" timeOffset="9308.02">17184 9681 45 0,'0'0'69'0,"0"0"-23"0,0 0-8 0,0 0-10 16,0 0-28-16,0 0-2 16,0 0 2-16,0-16 0 15,0 16 7-15,0 0 26 16,0 0 13-16,0 0-11 0,0 0-7 16,0 0-27-16,0 0 18 15,0 0-18-15,0 0-2 16,0 0 2-16,0 0 3 15,0 0-4-15,0 0-19 16,0 0 14-16,0 0 8 16,0 0-8-16,0 0 0 15,0 0 5-15,0 0 0 16,0 0-8-16,0 0 3 16,0 0 5-16,0 0-6 15,0 0 17-15,-6 0-11 16,6 11 2-16,0-6 11 15,0 7-13-15,0-12-3 0,0 4 0 16,0 0 0-16,0-1-2 16,0-3 10-16,0 8-10 15,-6-8 13-15,6 5-9 16,0-5 7-16,0 4-6 16,0-4 0-16,0 0-5 15,0 0 5-15,0 4 5 16,0-4 15-16,0 0-20 15,0 0 35-15,0 0-20 16,0 0 29-16,0 0-19 16,0 0-21-16,0 0-4 15,0 0 0-15,0 0 9 16,0 0-7-16,0 0 37 16,0 0-34-16,0 0 8 0,0 0 2 15,0-21-4-15,0-2-5 16,0-9-4-16,0 7 4 15,0 5 2-15,0 1-8 16,0 2 10-16,6-7-24 16,6-4 31-16,7-3-27 15,2 6 20-15,-8 1-9 16,-7 1-1-16,3 14 1 16,-2-7 4-16,-1-4-5 15,6-4 0-15,4-9 10 16,2 5-20-16,1-3 18 15,3-2-16-15,-4 2 3 0,-8 2 4 16,2 1-3-16,-6 0 8 16,7 0-8-16,-7 4 10 15,9 4-12-15,-15 0 16 16,6 1-19-16,-6-2 9 16,13 1 0-16,-7 0-3 15,3 0 1-15,-2-1 0 16,5 2 4-16,-6-6 1 15,7 2 1-15,2-5-7 16,4-1 3-16,-4-7 0 16,-9-4 3-16,7 0-3 15,-1 4-24-15,-3 12 21 16,-2 4 3-16,-7 4 4 0,6 0-4 16,-6 0 3-1,0 0-11-15,0 7 15 0,0 1-7 16,0 8 9-16,0 0-3 15,0 0-7-15,0 0 4 16,0 0-6-16,0 0-18 16,0-3-28-16,0-5-136 15</inkml:trace>
  <inkml:trace contextRef="#ctx0" brushRef="#br0" timeOffset="9875.27">16998 9649 26 0,'0'0'13'0,"0"0"-13"0,0 0-14 0,0 0-2 16</inkml:trace>
  <inkml:trace contextRef="#ctx0" brushRef="#br0" timeOffset="10905.75">16998 9649 25 0,'53'-56'75'16,"-53"51"-46"-16,0-2-22 15,0-1-7-15,0 0-18 16,6-5 11-16,-6 5 7 0,0 4 2 16,0 1 22-1,0-2 33-15,0 2 23 0,0 3-19 16,0-13-41-16,0 5-10 15,0 1-10-15,0-9-19 16,0-1-13-16,0 9 30 16,6 0 2-16,-6 8 4 15,0 0 46-15,0 0-5 16,0 0-19-16,0 0-17 16,0 0-5-16,0 0-2 15,0 0-2-15,0 0-1 16,0 0-25-16,0 0 25 0,0 0 1 15,0 8 4 1,0 8-4-16,0 1 0 0,0 6 7 16,0 5-3-16,0 9 21 15,0-1-21-15,12 4 6 16,10-8 0-16,-3-4-9 16,-4-3 1-16,4-10-1 15,3 6-1-15,-16-6 5 16,0 1-8-16,0-4 6 15,-6-4 14-15,0-4-10 16,0-4-3-16,6 0 1 16,-6 0-5-16,0 0 6 15,7 0-6-15,-7 0 6 16,0 0 8-16,0 0 12 16,6 0-22-16,3 0-8 15,-9 0-3-15,6 0 5 0,7 0-10 16,8-12 12-16,10-12 5 15,4-4 0-15,-1 4-3 16,0 0 5-16,-3 0-14 16,-10 0 6-16,14 8-9 15,-23 4 0-15,0-1 10 16,-5 10 3-16,-7 3 0 16,0-5 3-16,0 5 5 15,0 0 8-15,0-7-17 16,0 7-4-16,0-5-8 15,0 2 10-15,0 3 0 0,0-5 7 16,0 5-6-16,0-3 4 16,0-5 2-16,0 0 0 15,0-1-14-15,0 1 12 16,0 5-5-16,-19-2 0 16,-28-3-2-16,7 8 2 15,-6-3 27-15,-1-2 1 16,1 5-14-16,5-4 4 15,1 4-12-15,6-3 6 16,0 3-9-16,15 0 13 16,-3 0-8-16,22 0 0 15,0 0-8-15,0 0-4 16,0 0 3-16,0 0-2 0,0 0-9 16,0 0 20-1,0 0-18-15,0 0 15 0,0 0-5 16,0 0 0-16,0 0 0 15,0 0 13-15,0 0-10 16,0 0 25-16,0 0-20 16,0 0 3-16,0 0-6 15,0 0-3-15,-12 0 6 16,6 0 11-16,-7-5-5 16,-8 5-12-16,-4 0-4 15,3 0 4-15,10 0-8 16,12 0-12-16,0-8-20 0,0-8-100 15,0 4-360-15</inkml:trace>
  <inkml:trace contextRef="#ctx0" brushRef="#br0" timeOffset="14369.08">18989 9645 97 0,'0'0'9'0,"0"0"9"0,0 0 43 0,0 0 11 0,0 0-45 0,0 0-3 16,0 0 2-16,0 0-3 15,0 0-3-15,0 0-18 16,0 0 22-16,0 0-22 15,0 0 21-15,0 0-3 16,0 0 10-16,0 0-7 16,0 0 1-16,0 0 5 15,0 0-28-15,0 0-1 16,0 0-5-16,0 0 0 16,0 0 5-16,0 0-3 15,0 0-11-15,0 0-9 16,0 0 1-16,0 0 22 0,0 0 18 15,0 0-3-15,0 0-3 16,6 0-12-16,-6 0 31 16,0-5-25-16,0-18-3 15,6-1-3-15,16-17 3 16,9-3-3-16,18-12 7 16,4-16-7-16,12 0 0 15,10-5 0-15,-7-3 0 16,3 4-2-16,-9 4-4 0,-3-5 2 15,-6 5-8-15,-7 5-28 16,-18 10 30-16,6 13 10 16,-21 8-3-16,-7 16 7 15,9 4 10-15,-8 4-4 16,11-4-10-16,-2-9-30 16,8-3-30-16,11-3-34 15,-1 3-65-15,-16 12-1 16</inkml:trace>
  <inkml:trace contextRef="#ctx0" brushRef="#br0" timeOffset="15069.54">19054 9368 61 0,'0'0'75'0,"0"0"-35"0,0 0-37 0,0 0 1 16,0 0 0-16,0 0 3 16,21 0-5-16,-14 0-4 15,5 0 4-15,-3 0 15 16,-3 0 7-16,1 0-4 16,-7 4 24-16,6 4-33 15,0 8 16-15,6 1-22 16,4 2 16-16,3 1-21 15,-13 4 2-15,22 4 3 0,-7-3-4 16,-2-2 3 0,-13-7-8-16,7 1-14 0,-4-6-60 15,-9-3-49-15</inkml:trace>
  <inkml:trace contextRef="#ctx0" brushRef="#br0" timeOffset="15312.93">19054 9368 108 0</inkml:trace>
  <inkml:trace contextRef="#ctx0" brushRef="#br0" timeOffset="15869.67">19054 9368 108 0,'-348'128'52'0,"348"-128"-45"0,0 0 12 16,0 0 29-16,0 0-30 15,0 5-13-15,0 2 14 16,16 1-19-16,-10 13 9 15,0-6 1-15,7 1 1 16,-13 1 16-16,6 2-11 0,-6-6 6 16,0 7-15-16,0-8-1 15,0-4-5-15,0 3 18 16,0-3-14 0,0 5-3-16,15-9-2 0,-8 0 5 15,5-4-5-15,-6 0-26 16,10 0-4-16,2 0 30 15,16 0 6-15,7 0-2 16,-1-21-4-16,-6-2 11 16,-15 10-6-16,2 2-10 15,-14 11 10-15,-7 0-7 16,0 0 7-16,0 0 4 16,0 0-9-16,0 0-7 0,0 0 6 15,0 0 1 1,0 0 20-16,0 0-20 0,0 0 8 15,0 0 0-15,0 0-4 16,0 0-4-16,0 0-2 16,0 0-1-16,6 0-23 15,6 0 1-15,-6-5-5 16,10-2 26-16,-10 7 2 16,-6 0-8-16,0 0-4 15,0 0 13-15,6 0-17 16,-6 0-3-16,0 0-3 15,0 0 24-15,0 0 0 0,0 0 1 16,0 0 3-16,0 0 7 16,0 0 12-16,0 0-5 15,0 0-15-15,0 0-3 16,0 0-22-16,0 0-13 16,0 0-36-16,7-8-48 15</inkml:trace>
  <inkml:trace contextRef="#ctx0" brushRef="#br0" timeOffset="16336.06">18855 9681 66 0,'0'0'0'0,"0"0"-9"16,0 0 7-16,0 0-22 0,34-20 17 0</inkml:trace>
  <inkml:trace contextRef="#ctx0" brushRef="#br0" timeOffset="32636.58">13441 12164 202 0,'0'0'62'0,"0"0"-29"0,0 0 30 0,0 0-30 15,0 0-4-15,0 0-9 16,0 0 23-16,-46 0-17 16,30 0-19-16,-8 0 17 15,24 0 6-15,-22 0 2 16,3 3-27-16,-2-3 11 15,-4 0-16-15,3 0 10 16,-12 0-7-16,9 0-6 0,-15 0 8 16,12 0-2-16,-19 0-3 15,1 0 4-15,6 0-10 16,6 8 8-16,3-3-7 16,-4-2-8-16,1 5 13 15,6 1-4-15,-12-1 4 16,9 8 0-16,-3-9 0 15,0 6-5-15,6 3 11 16,3-9-12-16,13 6 11 16,-10-5-15-16,3-5 16 15,4 6-10-15,-10-1 4 16,-3-5 0-16,0 14 1 0,10-9 1 16,-10 8 4-16,9-4-1 15,-9 0-5-15,16 0 7 16,0 0-14-1,-10 4 5-15,9 0 2 0,-8 4-3 16,2-8 6-16,7 12-9 16,-4 0 12-16,4 1-13 15,-1 3 8-15,4-5-7 16,-3 6-8-16,5 2 12 16,-5 2-4-16,-3-5 6 15,8-4 2-15,1-4-1 16,6-4-2-16,0 4 5 0,-6-4-11 15,0 0 14 1,0 8-12-16,-10 0 6 0,10-7-1 16,-7 11 0-16,13-12-6 15,0 4 5-15,0-4-2 16,0 4 2-16,0 8 2 16,-6 4-2-16,6 0 3 15,-6-8-2-15,-3 4 0 16,9-8-7-16,0-4-8 15,0 0 0-15,0-4 15 16,0 1-12-16,0 2 12 16,0 1 1-16,0-8-1 15,0 12 0-15,0-4 6 16,15-4-1-16,-2 4-5 16,-7-8-3-16,6 8 3 0,-2-4-7 15,-4 1 14-15,-6-5-7 16,6 4 3-16,-6 4 0 15,0-4-2-15,6-1 2 16,0-3 2-16,1 0-2 16,8 5-6-16,-9-1 3 15,7 0-11-15,-7 4 17 16,0 4-11-16,3 4 7 16,-9 0-2-16,7-4 3 15,-7-8-1-15,0 4-1 16,6-4 4-16,-6-4-8 15,6-4 13-15,0 8-17 0,0-4 14 16,-6 4-7-16,10 4 0 16,-10-4 0-16,6 4 2 15,0-3 4-15,0 2 1 16,13-7 0-16,-4 8-14 16,-8 4 19-1,5-4-3-15,-6-3-8 0,10-1 0 16,-4-9-1-16,-6 14-8 15,16-9 7-15,-3-8-13 16,2 8 14-16,-2 0-19 16,9 0 19-16,-3 0 0 15,3 7 10-15,-1-2-6 16,14-9-4-16,-10 9-1 16,-10-10-18-16,14-3 16 15,-17 0 3-15,1 0-2 0,-4 0 4 16,10 8 6-16,-9 0-8 15,15-4 2-15,-10 0-2 16,7 5 3-16,-3-2-2 16,15 5 2-16,-12-4-4 15,13 4 18-15,-17-4-22 16,4-8 7-16,0 4-4 16,3 4 2-16,-9-3-7 15,12-2 3-15,-9 2 4 16,3-2 5-16,-3 5-5 15,2-4 1-15,20 0 10 0,-13 5-21 16,0-6 14-16,0 2-5 16,-9-2 1-16,3 2 0 15,-9-5 0-15,2 7 9 16,-8-3-9-16,15-4 4 16,-4 0-8-16,10 4-3 15,1-4 4-15,5 0-3 16,0 0-6-16,-15 0 12 15,9 0 4-15,-6 0 3 16,-9 0-5-16,-7 0 13 16,16 0-14-16,0 0 5 15,3 0-6-15,3 0 0 16,0 0 1-16,-6 0 1 16,-9 0 0-16,-7 0 3 0,3 0-10 15,-2 0 14-15,15 0-9 16,-10 0 0-16,17 0 7 15,-1 0-7-15,6 0 0 16,0-4 0-16,1 0 1 16,-17 4 5-16,4 0-4 15,-9 0-3-15,3 0 7 16,-4 0-2-16,10 0-4 16,-3-7 0-16,9 7-4 15,0-5 4-15,0 2-3 0,0-2 12 16,-9 5-11-1,3 0 11-15,-9 0-11 0,9 0 5 16,-4-3-3-16,10 3 2 16,7-5 0-16,-7 1-2 15,6 0 2-15,-12 4-9 16,3-4 9-16,-3 4-6 16,-9 0 8-16,9-3-3 15,-1 3 4-15,4 0-5 16,10-5 5-16,-1 5-5 15,0-8 0-15,7 0 4 16,-1 0-11-16,-12-4-1 16,-6 9 7-16,-9-6 2 15,3 9-2-15,-10 0 0 16,16-4 1-16,-9 4 0 0,15-8 7 16,-6 0-2-16,-4 8-5 15,-11 0 0-15,15 0 1 16,0 0-5-16,-16 0 5 15,22 0-4-15,-15 0 3 16,9 0 0-16,-10 0 0 16,4 0 6-16,-10 0 1 15,1 0 4-15,15 0-17 16,-7 0 12-16,10 0-8 16,-3 0 4-16,6 0-4 15,1 0 2-15,-11 0-5 16,4 0 5-16,-9 0 3 15,3 0-3-15,-4 0 3 16,4 0 9-16,-4 0-12 0,10 0 1 16,-3 0-6-16,3 0 10 15,12 0-7-15,-12-4 10 16,-3 4-8-16,3 0 0 16,-3 0 0-16,3 0 0 15,-16 0 1-15,16 0-1 16,0 0 3-16,-16 0-3 15,16 0 0-15,-9 0 0 16,9 0 3-16,-10 0-5 16,10 0 5-16,-3 0-6 0,9 0 2 15,-6 0 1 1,3 0 0-16,-3 0-2 16,0 0-4-16,-3 0 12 0,-4 0 2 15,4 0-7 1,-3 0 0-16,-3 0-1 0,2 0-3 15,-15 0 2-15,22 0 2 16,-9 0-3-16,3 0 6 16,2 0-12-16,4 0 16 15,-9 0-16-15,3 0 15 16,-10 0-10-16,0 0 4 16,16 0-1-16,0 0 0 15,3 0-7-15,3 0 3 0,7-3 8 16,-1-14-3-1,-6 1 5-15,0 8-10 0,-9 0 4 16,3-4 0-16,-9 7-3 16,-4-3 3-1,-3 5 0-15,16-1 4 0,-9-12-8 16,0 8 13-16,15-12-14 16,-13-1 14-16,20 1-13 15,-17-4 4-15,-2 12 0 16,-3-4 4-16,-4 8-4 15,-15 1 16-15,25-9-14 16,3-5 14-16,6-2-14 16,6-14 4-16,-9 13-1 15,10-4-9-15,-7 8 4 16,-16-1 0-16,-8 10 0 0,-4 7 6 16,-6-8-1-16,0 3 3 15,6-2 4-15,-6-5-10 16,6-1-4-16,1-3 3 15,-1 4-1-15,-6-4 0 16,0 4 3-16,0 1 6 16,0-1-7-16,0-1 9 15,0-7-2-15,0 4-14 16,0-4 7-16,9 4-4 16,-3 0-1-16,-6 1 3 15,0 6-4-15,0-7 10 16,0 4-11-16,0-1 12 15,0-6-13-15,0 2 10 0,0-2-8 16,0-1-5-16,0 4 9 16,0 0 0-16,-28 7 5 15,-6 2-4-15,16-6 2 16,-10 6 16-16,9-6-6 16,-3 1-21-16,10 0 9 15,-7 1-2-15,-8-1 1 16,5-4 0-16,-9 3 0 15,-3-3 2-15,0 0-7 16,-1 0 16-16,11-4-22 16,-4 7 18-16,9 2-12 15,-9 2 5-15,-6 2-2 16,16-1 0-16,-17 4 2 0,14 0-6 16,-4 0 17-16,-3-4-16 15,3-1 12-15,-3 2-11 16,0-1 10-16,4 4-7 15,-11 3 1-15,8-6-5 16,-4 2 2-16,-10-7-14 16,20 13 13-16,-14-10 8 15,17 5 0-15,-10-7 4 16,3 7-8-16,-3-1 1 16,-6 1-1-16,16 5-1 15,-17-10-24-15,1 13 22 0,0-8 3 16,9 0 11-1,-9 0-3-15,16 1-15 0,-10-2 14 16,-6 1-7-16,9 8 0 16,-9 0-1-16,6-4 1 15,3 4 5-15,3 0 13 16,4 0-11-16,-4-4 0 16,3 0-4-16,-15 0-5 15,22-4 2-15,-16 0 0 16,-6 0-1-16,0 8 7 15,9 0-12-15,-3-4 12 16,3 4-4-16,4-5 6 16,-7 5-13-16,3-3 5 15,3 3 0-15,-3-5 0 16,-9-2 2-16,0 7-7 0,-6-4 14 16,0 4-23-16,9-4 28 15,-4 4-27-15,7-4 26 16,10 0-22-16,-10-9 9 15,0 2-28-15,9 3 3 16,-15-1 25-16,0 1 10 16,3 1-6-16,-9 3-7 15,6 4 9-15,6-4-3 16,-6 4 2-16,9-5-1 16,-3 2-3-16,3-2-1 15,-3 2 0-15,0 3 7 16,-3 0-18-16,-3 0 16 0,-6 0-13 15,6 0 8-15,-6 0 0 16,15 0 0-16,-15 0 4 16,18 0-4-16,-12 0-2 15,3 0-9-15,-3 0 20 16,0 3-12-16,-1-3 5 16,11 5-4-16,-11-5 4 15,8 0-2-15,2 0 0 16,-3 0 6-16,0 0-16 15,9 0 21-15,-2 0-19 16,2 0 16-16,7 0-16 16,-4 0 13-16,-2 0-8 15,5 0 6-15,-9 0-2 16,10 0 8-16,-16 0-6 16,3 0-6-16,-9 0 8 0,0 0-8 15,0 0 3 1,0 0 0-16,3 0-6 0,9 0 5 15,-3 0-3-15,-9 0-3 16,13-8 3-16,-10 0-33 16,9 8 37-16,-12-5 1 15,9 2-1-15,-3-1 8 16,0 4-7-16,-3-5-1 16,3 5-2-16,-6-8-4 15,9 8 6-15,-9 0 0 16,6 0 7-16,3 0-19 15,4 0 21-15,2 0-18 0,-3 0 9 16,4 0-3-16,-10-3 3 16,0 3-3-16,3 0-4 15,4 0 13-15,2 0-16 16,7 0 15-16,-4-5-10 16,4 5 6-16,-1 0-5 15,-2 0 4-15,-4 0 0 16,7 0-4-16,-16 0 4 15,22 0 0-15,-10 0 1 16,16-3-2-16,0 3-2 16,-12-5 0-16,5 5 6 15,-11 0-4-15,2 0 1 16,16 0 0-16,-12-3 0 0,6 3 1 16,-10 0-6-16,-2-4 10 15,5 4-16-15,7 0 15 16,-3-5-10-16,3 5 12 15,6 0-8-15,0 0 4 16,0 0-2-16,0 0 0 16,0 0-8-16,0 0 5 15,0 0-14-15,0 0 14 16,0 0 5-16,-7 0-2 16,7 0 0-16,0 0-3 15,0 0-4-15,0 0-90 16,0 0-47-16,0 0-93 0</inkml:trace>
  <inkml:trace contextRef="#ctx0" brushRef="#br0" timeOffset="105824.5">16989 11124 143 0,'0'0'140'0,"0"0"-134"0,0 0-6 0,0 0 58 16,0 0-27-16,0 0-7 16,0 0-2-16,0 0 10 15,0 0-9-15,0 0 19 16,9 0 10-16,-9 0-12 16,0 0-14-16,0 0-24 0,0 0 17 15,0 0-8-15,0 0 9 16,0 0-19-1,0 0 0-15,6 0 4 0,0 0-5 16,7 8 0-16,-1-3 1 16,4-2-1-16,-4 5-1 15,28 5-8-15,-12 7 12 16,19 0-6-16,-7 0 3 16,7 4 0-16,-1 0 2 15,-6 0-1-15,7 0-2 16,-13 1 2-16,-9 6-8 15,3-3 14-15,-16-7-9 16,-6-1 5-16,1-1-2 0,8-6 1 16,-3 2 3-16,-5-2-2 15,-7 2 0-15,6 1 3 16,-6 5-5-16,15 3 18 16,-15 0-6-16,19 0 2 15,-13 0-12-15,10 0-1 16,-4 0-2-16,-6 0 1 15,0-8 0-15,16 0-1 16,-16-8-1-16,1-8-32 16,-7 0 9-16,0 0-52 15,0 0-60-15,0 0-145 0</inkml:trace>
  <inkml:trace contextRef="#ctx0" brushRef="#br0" timeOffset="106891.06">17035 11289 35 0,'0'0'60'0,"0"0"0"0,0 0-7 0,0 0-12 0,0 0-24 15,0 0-9-15,0 20 1 16,0-20-9-16,0 0 30 16,0 5 2-16,0-5 14 15,0 3-5-15,0-3-15 16,0 16-19-16,0-7-4 15,-6-1 5-15,0 0-5 16,6-8-6-16,0 7 6 16,-13-7-5-16,13 13 4 15,0-10-2-15,-6 5 5 16,0-3 6-16,6-5-7 16,-9 7 1-16,9-3-6 0,0-4 1 15,0 0-7-15,0 0 7 16,0 0 9-16,0 0 11 15,0 0 25-15,0 0-24 16,0 0-2-16,0 0-12 16,0 0-7-16,0 0 0 15,0 0 10-15,0 0-5 16,0-16 1-16,21-15 6 16,20 6 2-16,5-15-3 15,13 12-7-15,-6-8 6 0,3 4-20 16,-10 8 15-1,-33 12-10-15,8 8-10 16,-21 4-10-16,0 0 17 16,0 0 8-16,0 0 10 0,0 0-10 15,6 0-5-15,1-9-20 16,-1 9-15-16,0 0 33 16,0 0 4-16,-6 0-31 15,0 0-10-15,0 0-63 16,0 0-113-16</inkml:trace>
  <inkml:trace contextRef="#ctx0" brushRef="#br0" timeOffset="108007.97">16796 11481 93 0,'0'0'21'0,"0"0"-8"0,0 0 31 0,0 0-25 16,0 0 15-16,0 0-2 16,0 5-32-16,0-5 3 15,0 0 25-15,0 0 26 16,0 0-27-16,0 0-1 16,0 0-26-16,0 0-9 15,0 0 2-15,7-20 7 16,11-9 22-16,16 6-18 15,-12 3 3-15,-16 7-2 16,0-3 4-16,-6 16 11 16,0-12 13-16,0 1-22 15,13-6-6-15,-7-7-5 16,3 16 4-16,-2-12 2 16,5 0-2-16,-6 12-4 0,-6 0 9 15,16 0-9 1,-16 8 1-16,0-4 29 0,0 0 4 15,6-5 15-15,-6 6-39 16,6-5-3-16,6-8 1 16,4-1-8-16,-4-3-1 15,13 12 1-15,-16 0 1 16,-2 8-1-16,-1 0-2 16,-6 0 2-16,0 0 2 15,0 0 10-15,0 0 5 16,0 0-2-16,0 0-12 15,6 0-6-15,6 0 8 0,16 0-5 16,0 0 0-16,-3 0-1 16,3 0-3-16,-3 0 4 15,9 0 1-15,6 0 1 16,1 0 2-16,-1 8-3 16,-6-3-2-16,-15-2-12 15,2 6 5-15,-15-5 8 16,7 0-16-16,-7-4 15 15,10 3 0-15,-16 2-6 16,6-2 8-16,-6 2-3 16,0 3 2-16,0-8-10 15,0 0 10-15,0 0 5 16,0 0 1-16,0 0-6 16,0 0 16-16,-6 0-10 0,-29 0 2 15,-5 0-3-15,6 0 18 16,0 0-19-16,15 0 7 15,1 0 10-15,2 0-3 16,10 0 9-16,0 0-14 16,6 0 1-16,0 0-14 15,0 0-4-15,0 0-12 16,0 0 12-16,0 0-11 16,0 0-7-16,0 0 20 15,0 0-12-15,0 0 0 16,0 0-7-16,0 0 19 0,0 0-22 15,0 0-9 1,6 0-3-16,-6 0 5 16,0 0 4-16,0 0-12 0,0 0 28 15,-12 0 8-15,-29 0 2 16,1 0 1-16,-13 0 6 16,25 20-4-16,-12 0 1 15,28-12-1-15,12-8-2 16,0 0-70-16,0 0-343 15</inkml:trace>
  <inkml:trace contextRef="#ctx0" brushRef="#br0" timeOffset="-161925.2">15680 11867 94 0,'0'0'207'0,"0"0"-186"0,0 0-10 0,0 0 15 0,0 0-20 0,0 0 10 0,0 0 41 16,-6 0 6-16,6 0-5 15,0 0-7-15,0 0 9 16,0 0-42-16,0 0-18 16,0-16-7-16,19-25 7 15,33-7 8-15,10-4 7 16,-3 4 1-16,3-4-15 15,-15 8 5-15,-7 0 2 16,0 11-16-16,-21 5 1 16,-13 9-32-16,7 7-43 0,-13 4-29 15,0 0-83 1</inkml:trace>
  <inkml:trace contextRef="#ctx0" brushRef="#br0" timeOffset="-161409.89">15953 11314 64 0,'0'0'144'0,"0"0"-141"0,0 0 81 0,0 0-33 0,0 0-25 15,0 0-19-15,248-36-1 0,-195 23-12 16,-7 1-1-16,-24 12-1 16,3 0 7-16,-25 0-5 15,0 0-22-15,0 0 28 16,0 25 74-1,0 6-16-15,0 2-27 0,0 6 0 16,-13 13-6-16,-5 4 23 16,-4 1-16-16,10-9-32 15,12-12 0-15,0-20-21 16,0-16-68-16,12 0-128 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2T22:21:26.5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3609 11522 37 0,'0'0'35'0,"0"0"-35"0,0 0-41 15</inkml:trace>
  <inkml:trace contextRef="#ctx0" brushRef="#br0" timeOffset="23730.02">2050 11469 118 0,'0'0'26'0,"0"0"-5"0,0 0 27 0,0 0 1 0,0 0-8 16,0 0 29-16,0 0-43 15,0 5 2-15,0-5-12 16,0 0 2-16,0 0-1 16,0 0-7-16,0 0 3 15,0 0 2-15,0 0 17 16,0 0-26-16,0 0-1 0,0 0-4 15,0 0-2-15,0 4 10 16,0-4-9-16,0 0-1 16,0 3-8-16,0-3 3 15,-7 5 7-15,7-2-9 16,-6 2 5-16,6-2 2 16,0-3 5-16,0 5-2 15,0-2-6-15,0-3 6 16,0 9-3-16,0-6 5 15,0 5-9-15,0 5 4 16,0-5-1-16,0 4 0 16,0-1 1-16,0 2-2 0,0-1 6 15,0 4-10 1,0 0 12-16,0-7-7 16,0 10 5-16,0-7-8 0,0 4 8 15,0-4-6-15,0 4 2 16,0-4 0-16,0 4-1 15,-6 4 6-15,-6 4 2 16,2-8-7-16,10 1 10 16,-6-6-8-16,6-2-4 15,-6 2 4-15,6 5-2 16,-6 1 1-16,-16 2 1 16,22-2 17-16,-6-1-10 15,6-4 3-15,0-4-10 16,0 3 2-16,0 2-3 15,0-1 3-15,-6-4 10 0,-1 12-11 16,1-4 0 0,0-4 2-16,6 4 2 0,0-8-1 15,0-4-12-15,0 0 14 16,0 0-8-16,0-4 2 16,0 4-2-16,-6 0 14 15,6 0-10-15,0-4 5 16,0 4-7-16,-10 1-2 15,10-5 5-15,0 3 0 16,0-3-3-16,0 5 1 16,0-5 10-16,0 3 11 15,0 1 5-15,0-4-26 0,0 4 3 16,0-4 2 0,0 0-11-16,0 0 3 15,0 0-2-15,0 0-2 0,0 0 4 16,0 0 0-16,0 0 3 15,0 0 0-15,0 0 3 16,0 0 5-16,0 0-8 16,0 0-3-16,0 0-4 15,0 0-9-15,0 0 8 16,0 0 5-16,0 0 14 16,0 0-11-16,0 0 25 15,0 0-8-15,0 0 10 16,0 0-30-16,0 0-10 0,0 0-4 15,0 0-18 1,0 0-32-16,0-4-34 0,0-8-28 16,0-8-162-1</inkml:trace>
  <inkml:trace contextRef="#ctx0" brushRef="#br0" timeOffset="43612.34">6316 11225 182 0,'0'0'141'0,"0"0"-80"0,0 0-9 0,0 0-23 0,0 0-19 16,0 0 9-16,0 0 10 15,0 0-3-15,0-13 28 16,0 13-15 0,0 0-10-16,0-3-12 0,0-17-16 15,31-1 3-15,9-2-4 16,7-1 0-16,-7 7-3 15,-6 9-6-15,0-3 13 16,-6 11-8-16,3 0 7 16,-9 0-6-16,-16 0-6 15,7 0-13-15,2 19 22 16,-15 25 0-16,0 20 22 0,0 2-17 16,-28 6 7-16,-12-17-9 15,0-10-3-15,27-17-6 16,-8-12 6-16,21-8 0 15,0-8-3-15,0 0-37 16,0 0-55-16,21 0 41 16,20 0 45-16,17 3 6 15,11-3 6-15,-10 17 15 16,-7 3-18-16,-5 4 7 16,-13 4 0-16,-12 4-6 15,-22 4 22-15,0 9 12 16,0 2 17-16,-34 9-26 15,-35 1 24-15,4-9-42 0,-3-12 2 16,15-8-10-16,-6-12-3 16,25-16-50-16,-18 0-142 15</inkml:trace>
  <inkml:trace contextRef="#ctx0" brushRef="#br0" timeOffset="44312.95">7299 11486 359 0,'0'0'150'0,"0"0"-70"0,0 0 10 0,0 0-43 0,0 0 43 16,37 272-52-16,-37-184 22 15,0 9-26-15,0-9-12 16,-25-4-4-16,-3-4-5 16,-12-15-13-16,15-6-32 15,-3-18-19-15,22-25-68 16,6-16-89-16,0-4-340 15</inkml:trace>
  <inkml:trace contextRef="#ctx0" brushRef="#br0" timeOffset="45477.54">7866 10932 132 0,'0'0'83'0,"0"0"-23"0,0 0-60 0,0 0 7 0,0 0 20 15,0 0 16-15,7 8-24 16,-7-4 21-16,6 4 12 16,-6-3 13-16,0 6-6 15,0 14-24-15,0 3 14 16,0 32 7-16,-13 7 27 15,-33 6-70-15,6-5 6 16,-13-7-18-16,31-10 2 0,4-2 2 16,-4-13-6-1,16 0 1-15,-1-8 0 0,7-12 0 16,0 0-11-16,0-8-3 16,0-4-28-16,35-4-5 15,23 0-6-15,17 0 53 16,12 0 7-16,0-8-3 15,-7-9-2-15,-15 6-2 16,-24-1-8-16,5-1-35 16,-18 5-2-16,-9 8-3 15,-4-3 19-15,-15 3-16 16,0 0 36-16,0 0 2 16,0-5 3-16,0 2-4 15,0-6 6-15,0-7-22 16,0 5-19-16,0-9 11 15,0-1-93-15,0 1 8 16,0-3 52-16,0-6 30 0,0 6 28 16</inkml:trace>
  <inkml:trace contextRef="#ctx0" brushRef="#br0" timeOffset="45676.84">8273 11285 35 0,'0'0'104'0,"0"0"-99"0,0 0 93 0,0 0-12 0,0 0-7 16,0 0 5-16,-121 80 2 15,108-23-9-15,-5-1-32 16,11-1-7-16,-8 2-11 16,3 3 7-16,-16-12-22 15,3 8 0-15,-3-8-8 16,0-4-4-16,22-3-9 0,-7-2-36 16,1-11-16-16,3 5-101 15,3-25-67-15,-7-8-85 16</inkml:trace>
  <inkml:trace contextRef="#ctx0" brushRef="#br0" timeOffset="46727.34">8682 11076 101 0,'0'0'82'0,"0"0"-39"0,0 0-41 0,0 0 2 16,0 0-4-16,0 0 5 0,0 9 10 15,0-9 9-15,0 0 6 16,0 0 5-16,0 0 0 15,0 0 11-15,0 0-19 16,0 0-1-16,0 0-7 16,0 0 9-16,0 0 5 0,0 0-27 15,0 0 6 1,0 0-10-16,0 0 3 0,0 0 24 16,0 16 5-16,-28 7-25 15,-6 1 2-15,-6 4 1 16,-13 0 11-16,28-3 15 15,3-9-8-15,10-8 5 16,6 0-6-16,6-8-26 16,0 0-3-16,0 0-14 15,0 0-27-15,0 0-6 16,40 0 27-16,19 0 20 16,-6 0 12-16,9 0-8 15,-3 4 0-15,15 4-4 0,-3 12-9 16,-2 1-19-1,-17 2-20-15,-5-2-40 16,-13 10 57-16,-22-6 25 16,4 3 6-16,-16 8 20 0,0 0 12 15,0 4 28-15,-22 0-21 16,-9 1-13-16,-3-10-26 16,-13-3 7-16,7-8-5 15,-6-12-1-15,-1 8-1 16,-15-3 0-16,-12-6-7 15,2 6-12-15,-14-5-64 16,17-5 32-16,10-3-8 16,13 0-98-16,18-3-92 15</inkml:trace>
  <inkml:trace contextRef="#ctx0" brushRef="#br0" timeOffset="47091.91">9001 10896 160 0,'0'0'169'0,"0"0"-120"0,0 0 77 0,0 0-10 16,0 0-58-16,0 0-33 15,307 36-13-15,-226-36-12 16,-13 0-11-16,-9 0-45 15,-6-11-40-15,-13-2-27 16,-6 13-86-16</inkml:trace>
  <inkml:trace contextRef="#ctx0" brushRef="#br0" timeOffset="54386.13">9838 11622 89 0,'0'0'54'0,"0"0"-5"0,0 0 35 15,0 0-43-15,0 0-10 0,0 0-11 16,0 0 14-16,0 0-14 15,0 0 1-15,0 0-2 16,0 0-12-16,0 0 8 16,0 0-5-16,0 0-1 15,0 0-2-15,0-4 13 16,0 4-13-16,0 0 15 16,0 0 13-16,0 0-16 15,0 0 10-15,0 0 0 0,0 0 0 16,0 0-17-1,0 0-3-15,0 0-7 0,0 0-4 16,0 0 2-16,0 0-3 16,0 0-2-16,19 0-22 15,9-13 22-15,6-2 5 16,6-9 5-16,-2 0-5 16,-11-4-14-16,-5 0-8 15,-16 0-2-15,-6 7-12 16,0 6 33-16,0 15 2 15,0 0 1-15,-34 0-3 16,0 11 25-16,0 22-8 16,9 3 8-16,4-8 23 15,21-12-45-15,0-1-5 0,0-7 5 16,0 1-2-16,0-9-3 16,0 0-5-16,0 0 8 15,0 0 4-15,21 0-2 16,-15-9 0-16,-6-2-1 15,0 7 0-15,0 4-6 16,0 0-5-16,-34 4 0 16,-6 24 12-16,15 0 3 15,4-7 4-15,21-10-7 16,0-11-89-16,0 0-95 16</inkml:trace>
  <inkml:trace contextRef="#ctx0" brushRef="#br0" timeOffset="55584.98">10880 12059 161 0,'0'0'92'0,"0"0"-71"0,0 0 22 0,0 0-14 15,0 0-7-15,0 0 23 16,0 8 20-16,0-8-13 15,0 0-14-15,0 0 14 16,0 0-25-16,0 0-27 0,0 0 0 16,0 0 17-1,0-8-7-15,-6 4 6 0,6-8 7 16,-6 4 8-16,6 4 6 16,0-12-28-16,0-4 12 15,0-4-21-15,0-8 0 16,0-4-4-16,0-16 4 15,0 11 4-15,0-7 1 16,6 0-5-16,0-4 2 16,7 4-2-16,2-5 0 15,-2-3 0-15,5 1-13 16,-2-1-2-16,-10 4-22 0,6 3 36 16,-12 25-2-16,0 3 6 15,0 2-2-15,0 2 5 16,0-6-3-16,0-5-3 15,0-1-7-15,0 14 7 16,0 10 0-16,0 5-9 16,0 0-19-16,0 0 28 15,0 0 4-15,0 9 4 16,0 15-3-16,-18 16-10 16,-16 0 3-16,-1 13-1 15,-5 2-9-15,0 1-7 16,-7 5 11-16,13-6 5 15,3-2-8-15,10-14-7 0,14-6-85 16,1-13-102-16</inkml:trace>
  <inkml:trace contextRef="#ctx0" brushRef="#br0" timeOffset="56768.64">11321 11489 145 0,'0'0'73'0,"0"0"-45"0,0 0 19 0,0 0-5 0,0 0-9 0,0 0-10 16,-53 36 12-16,47-19 13 15,-16-1-10-15,16-5-18 16,0 14 11-16,-1-1-26 15,1-7 2-15,6 10-4 16,0-7-3-16,0-4 8 16,0 8-7-16,0 8 3 15,0 1 10-15,0-5 16 16,0 0-2-16,0-4-23 16,6-1-5-16,13-3 0 15,3 1 3-15,-4-1-3 16,10 0-2-16,0-12-3 15,-3 8 5-15,15-4-4 0,-12-8 4 16,6 0 0-16,-3-4-8 16,3 0 2-16,0 0 6 15,-15 0 0-15,21-12 0 16,1-12 4-16,-7-1-4 16,0-3 4-1,0-8-1-15,-3-3 2 0,-3 6-1 16,6-6-2-16,-15-5-2 15,-4-1 0-15,10-3-2 16,-3 0-21-16,-16 4 13 16,-6-4 2-16,0 12 4 15,0-8 4-15,0 16-4 0,0-8 9 16,0 11 7-16,-6-7 16 16,-22 9-19-16,0-7 3 15,3 11-10-15,3-1 6 16,4 8-5-16,-4 4-5 15,10 4 4-15,-7 4 3 16,-3-4 31-16,4-1-12 16,-10 2-17-16,9-5-7 15,-9-9-3-15,0 14-29 16,10-2 30-16,-10 5-6 16,3 0 4-16,-3 0 8 15,-6 0 17-15,-6 21-7 16,-7 7-5-16,7 8 8 15,15-8 12-15,-3 8-12 16,0 0-12-16,3-3 4 0,10-10-2 16,3 1 5-16,12-12-12 15,0 1-20-15,0 7-51 16,0-1-70-16,0 9-282 16</inkml:trace>
  <inkml:trace contextRef="#ctx0" brushRef="#br0" timeOffset="69473.06">4710 11478 133 0,'0'0'29'0,"0"0"23"0,0 0-8 0,0 0-30 0,0 0-8 16,0 0 20-16,0 0-8 15,0 0 21-15,0 0 17 16,0 0-4-16,0 0-2 15,0 0-34-15,0 0 14 16,0 0-19-16,0 0 18 16,0 0-27-16,0 0 13 15,0 0 1-15,0 0 1 0,0 0 6 16,0 0-10 0,0 0-10-16,0 0 1 0,0 0 6 15,0 0-10-15,0 0-2 16,0 3 2-16,0 18 9 15,-12-1-5-15,12 4 2 16,-19-1 0-16,19 13-6 16,-16 5 7-16,4 7-4 15,6-4-1-15,-10 5 4 16,4-1-2-16,0-4-3 16,-4-8 3-16,4-4 0 15,-7 0 0-15,3 0-4 16,4-8 0-16,6 8 0 15,0-12 0-15,6-4-16 0,0-4-30 16,0-8-71-16,0-4-199 16</inkml:trace>
  <inkml:trace contextRef="#ctx0" brushRef="#br0" timeOffset="78216.39">12344 10611 114 0,'0'0'85'0,"0"0"-56"0,0 0 5 0,0 0 10 15,0 0-28-15,0 0 14 16,0 0-14-16,0-3-7 15,0 3 6-15,0 0 30 16,0 0 25-16,0 0-16 0,0 0 6 16,0 0-12-16,0 0-7 15,0 0-28-15,0 0-11 16,0-8-2-16,0 8 4 16,0 0 40-16,0 0-20 15,-6-5 5-15,-16 2-24 16,3 3-9-16,-9-5 4 15,-3 5-4-15,-3 0-19 16,0 0 7-16,-12 0 12 16,5 0 0-16,-5 21 3 15,-7-1 1-15,13 3 0 16,6 1 8-16,0-4-10 0,15 1 2 16,13-9-1-16,6 4-2 15,0 0-19-15,0-1 11 16,0 6-2-16,6-6 10 15,28-2 6-15,3-5-4 16,19-4 2-16,9-4-1 16,10 0 0-16,5 0-8 15,1 4 8-15,-16 0-22 16,-25-1-13-16,1 10-7 16,-13-5 27-16,-10-8-4 0,4 12 13 15,3-7 8 1,-10-2-4-16,10 9-13 0,-10 0-19 15,4 4 4-15,-13 8 22 16,-6 0 8-16,0-4 1 16,0 5 11-16,0-14 9 15,0 1-3-15,-12-4-11 16,-28-3 8-16,-7-2-14 16,-6 13 4-16,-15-7-3 15,9-1 3-15,13 0-10 16,-4-5-22-16,13 2 18 15,15-5 9-15,16 0-12 16,6 0-37-16,0-13-149 0</inkml:trace>
  <inkml:trace contextRef="#ctx0" brushRef="#br0" timeOffset="78815.44">12083 10615 81 0,'0'0'219'0,"0"0"-139"0,0 0-12 0,0 0-12 16,0 0-11-16,0 0-15 15,155-20 8-15,-68-4-23 16,25-12-1-16,-10 8-13 16,4 0 13-16,-20 8-13 0,-33 4-1 15,3 8-34 1,-44-4-23-16,1 4-77 0</inkml:trace>
  <inkml:trace contextRef="#ctx0" brushRef="#br0" timeOffset="126392.05">2344 13230 89 0,'0'0'67'0,"0"0"-48"0,0 0 12 0,0 0 5 16,0 0 19-16,0 0-23 16,0 0 18-16,0 0-4 15,-65-8-22-15,65 4 11 16,0 4-4-16,-9 0 19 15,2 0-24-15,1 0-1 16,6 0-15-16,-6 0-2 0,6 0 1 16,-6 0 2-1,0 0-9-15,6 0 5 0,-7 0 21 16,-2 0-27-16,3 0 14 16,-6 0-8-16,12 0 2 15,0 0-3-15,0 0 10 16,-7 0-4-16,7 0-8 15,0 0-5-15,0 0 10 16,0 0 5-16,0 0-11 16,0 0 6-16,0 0 2 15,0 0-4-15,0 0-7 16,0 0 4-16,0 0-8 16,0 0-1-16,0 0 3 15,0 0 2-15,0 0-5 16,0 0-1-16,0 0 3 0,0 0 2 15,0 0 2 1,0 0 1-16,0 0 1 0,0 0-3 16,13 0 5-16,8 4-12 15,4-4 14-15,-3 4-10 16,-10-4 9-16,-5 4-4 16,21 4-2-16,-10 0 0 15,16-8 1-15,19 8 6 16,9-8-13-16,-16 8 18 15,13-4-15-15,-31 1 3 16,19 3-5-16,-13-5 5 16,6 2-5-16,-15-2 6 0,9-3-2 15,6 4 1 1,-5-4 0-16,-4 8 8 16,15-3-7-16,-12-2-1 0,0-3 4 15,7 0-3-15,-1 0-1 16,0 0-8-16,0 0 4 15,-21 0 8-15,15 0 4 16,-6 0-8-16,-15 8 17 16,5-8-16-16,-2 0 1 15,2 0 5-15,10 0-14 16,-3 0 7-16,15 0-7 16,-12 0 5-16,0 0 4 15,-9 0 5-15,-7 0 4 16,4 0-13-16,-4 0 4 15,0 0-2-15,-2 0 1 16,8 0 2-16,-5 0-6 0,2 0 11 16,-2 0-16-16,-1 0 8 15,-12 0-23-15,0 0-35 16,6-11-2-16,4-9-39 16,-10-5-157-16</inkml:trace>
  <inkml:trace contextRef="#ctx0" brushRef="#br0" timeOffset="127174.02">3494 13102 102 0,'0'0'100'0,"0"0"-19"0,0 0-11 0,0 0 2 16,0 0-34-16,0 0-9 15,0 0-7-15,0 0 7 16,0 0-9-16,0 0 17 0,0 0-1 16,0 0 3-16,0 0-3 15,0 0-20-15,0 0-14 16,0 0-2-16,0 0 0 15,0 0 0-15,41 0-1 16,5 0 3-16,-5 0 1 16,5 0 8-16,-6 8-13 15,-5 0 2-15,-11 0-3 16,4 4 3-16,-15-9 0 16,2 10-4-16,4-1-9 15,-19-4 2-15,0 0-16 16,0 12 21-16,0 0 6 15,0 4 14-15,0 20 2 16,-28-8-3-16,3 0-5 16,-9-8-4-16,15-11-3 0,4-6 7 15,2-6-5-15,1-2 1 16,-3 5-6-16,-4 9 2 16,-9 3-18-16,3 7-19 15,3-2-50-15,16-14-28 16,6-11-149-16</inkml:trace>
  <inkml:trace contextRef="#ctx0" brushRef="#br0" timeOffset="131103.94">2812 14497 39 0,'0'0'41'0,"0"0"1"0,0 0-32 0,0 0-1 0,0 0-8 15,0 0-2-15,0 0 2 16,-12 0-2-16,12 0-1 16,0 0 2-16,0 0 6 15,0 0 3-15,0 0-5 16,0 0-2-16,0 0 0 16,0 0-2-16,0 0 0 0,0 0 0 15,0 0 5-15,0 0 35 16,0 0-17-16,0 0-4 15,0 0-15-15,0 0-8 16,0 0-11-16,0 0 5 16,0 0-8-16,0 8 6 15,-6 1 12-15,6-6 21 16,0 2-3-16,0-5-11 16,0 0-7-16,0 8 0 15,0-5 6-15,0 2-6 16,0-2-3-16,0 2 3 15,0 7 22-15,0-9-4 16,0 5-7-16,0 0-9 0,0 1 0 16,0-9 6-1,0 11-8-15,0 2-3 0,0-5 3 16,0 7 1-16,6-2 2 16,-6-1 6-16,0-4-9 15,0-4 10-15,0 3-19 16,0 2 18-16,0-1-7 15,6 5-2-15,-6 2-5 16,0 1 1-16,0-3 1 16,0 10 3-16,0-7 16 15,0-4 31-15,0 1-30 0,0-13 12 16,0 8-25-16,0-5-4 16,0 5 7-16,0-4-7 15,0 12-1-15,0-3-1 16,0-6 1-16,0-2 2 15,0 3 9-15,0-8-9 16,0 0-2-16,0 0 1 16,0 0-56-16,0 0-65 15</inkml:trace>
  <inkml:trace contextRef="#ctx0" brushRef="#br0" timeOffset="142843.88">4639 14314 1 0,'0'0'50'0,"0"0"18"0,0 0 2 0,0 0-32 16,0 0-26-16,0 0-8 16,0-25-3-16,0 25-1 15,0 0 0-15,0 0 2 16,0 0 3-16,0 0-1 16,0 0 15-16,0 0 13 15,0 0-17-15,0 0 3 16,0 0-15-16,0 0 4 15,0 0-3-15,0 0 4 16,0 0 5-16,0 0-3 16,0 0-5-16,0 0-3 15,0 0-1-15,0 0 5 0,0 0-4 16,0 0 0 0,0 8-1-16,0 0 0 0,0-8 6 15,0 12-7-15,0-9 0 16,0 6 5-16,6-9-3 15,-6 12-1-15,0-12 2 16,0 4 0-16,0 4 15 16,0-8-13-16,0 8 3 15,0-4-8-15,0 0 0 16,0 8 14-16,0 1-13 16,0-13 7-16,0 11-8 15,0-7 0-15,0 4 0 16,0 0 0-16,0 0 3 15,0 4-4-15,0 1 2 0,0-2 2 16,0 1-3-16,0 1 5 16,0-2-3-16,0 1 0 15,0 1-2-15,0-5 1 16,0 0 5-16,0-1-4 16,0 1 11-16,0 0-10 15,-6 0 2-15,6 1-2 16,-10 2-6-16,-2 2-5 15,12-1 8-15,-12-4 0 16,12 0 0-16,-7 0 6 16,-2 0-6-16,9 0 5 15,-6 4-3-15,6-4-2 16,-6 0 10-16,-1 0-8 0,-5-4 12 16,6 1-10-16,-4-2-2 15,4-3 2-15,6 0-4 16,0 8 3-16,0 0-3 15,0 0 3-15,-6 4-3 16,0-7 2-16,0 6-2 16,6 1-3-16,-7 1 3 15,-2-6 7-15,9 6-6 16,-6-10 0-16,6 2 0 16,0 3 15-16,-6-1-8 15,0 1 4-15,6-8 3 16,0 13-14-16,-7-10-2 15,7 5-5-15,-6-8-7 0,6 5-36 16,-6 2-50-16,-3-2-96 16</inkml:trace>
  <inkml:trace contextRef="#ctx0" brushRef="#br0" timeOffset="144231.31">6635 13904 133 0,'0'0'113'0,"0"0"-109"0,0 0 11 15,0 0 17-15,0 0-7 0,0 0 20 16,53 0-14-16,-25 0 7 16,0 0-6-16,3 0-5 15,15-21-8-15,4 14-15 16,-3-9-4-16,-7 0-2 16,-21 16 1-16,-7 0-15 15,-3 0-18-15,-9 0 15 16,0 8 19-16,6 16 30 15,-6 8-11-15,13 4-18 16,-7 13 5-16,6 6-5 16,-2 6 0-16,-10 6-1 0,0 5 3 15,0 0-2 1,0 2 18-16,0-2 9 0,0 0-28 16,-10-13 0-16,4-2 2 15,6-4-2-15,0-14-12 16,0-3-18-16,-6-11 24 15,6-9-21-15,-6-9-30 16,0 1-39-16,-1-8 37 16,1 0-29-16,-3 0-94 15</inkml:trace>
  <inkml:trace contextRef="#ctx0" brushRef="#br0" timeOffset="144560.41">6670 14417 259 0,'0'0'169'0,"0"0"-139"0,0 0 53 0,0 0-19 15,0 0 5-15,0 0-2 16,179-92-25-16,-138 87-20 16,5-1-19-16,16-7-3 0,-3 1-31 15,0 0-13 1,3-4-75-16,-3 3-43 0,-13-2-83 15</inkml:trace>
  <inkml:trace contextRef="#ctx0" brushRef="#br0" timeOffset="144942.19">7377 14240 325 0,'0'0'62'0,"0"0"-49"16,0 0-9-16,0 0 37 16,0 0-15-16,-25 210 22 0,19-155-4 15,-4-2 9 1,4-1-23-16,-6-12-17 0,5 0-13 16,-21 0-3-16,22 0-12 15,-22 0-63-15,16-4 20 16,-7-3-27-16,-9-9-53 15</inkml:trace>
  <inkml:trace contextRef="#ctx0" brushRef="#br0" timeOffset="145924.76">7804 14433 285 0,'0'0'68'0,"0"0"-30"0,0 0-33 0,0 0 3 0,0 0-6 15,0 0-1-15,128-152 11 16,-48 96-8-16,1-9 3 15,-7 9-2 1,-21 4 2-16,-7 4-6 0,-11 1-2 16,5-6 0-16,-15 1-16 15,3-4-10-15,-16 12-19 16,3-5 2-16,-8 10 21 16,-7 11 23-16,0 7 11 15,-7 13 36-15,-20 1 13 16,-8 7 1-16,4 0-17 15,4 0-6-15,-8 0-15 16,11 0-16-16,8 0 14 16,-2 0-20-16,-10 11 33 0,15 1-15 15,-9 12-5 1,10 1-12-16,12 6 1 0,-12 2-3 16,12-2 2-16,0-2-10 15,0 2 7-15,0 2 0 16,0-2-19-16,12 10 20 15,16 3 1-15,3 4-1 16,3 1-2-16,6 10 1 16,1-2-9-16,-7-9-20 15,0-1 23-15,-15 6-12 16,-7-13 18-16,-12 0-19 16,0 1 18-16,0-10-6 0,0-3 8 15,0-7 10 1,0-6-7-16,0-7 10 15,0 8-6-15,0 1 25 16,-12-6-5-16,-23 10 18 0,4-6-16 16,-18-2 0-16,18-5-13 15,-9-4-7-15,-7 4-9 16,-21-8-4-16,3 0-20 16,3 0-9-16,15 0 1 15,29-20-52-15,18-8-14 16,0-1-185-16</inkml:trace>
  <inkml:trace contextRef="#ctx0" brushRef="#br0" timeOffset="150638.07">8849 14353 33 0,'0'0'42'0,"0"0"-10"0,0 0-3 0,0 0-8 0,0 0 17 16,0 0 4-16,0 0 6 15,0 24-6-15,0-24 12 16,0 0-33-16,0 0 6 16,0 0 11-16,0 0-16 15,0 0-4-15,0 0 7 16,0 0-15-16,0 0 9 16,0 0 3-16,0 0-22 0,0 0 22 15,0 0-21 1,0 0 17-16,0 4 5 0,0-4-21 15,0 0-4-15,0 0-13 16,0 0 8-16,0 0-5 16,0 0 5-16,0 0-17 15,0 0 17-15,0 0 3 16,0 0 4-16,0-12 18 16,0 8-15-16,0-11 9 15,0 10 2-15,0 1-19 16,0 4 9-16,0 0-8 15,0 0 7-15,0 0-3 16,0 0 19-16,0 4-2 0,0 1 6 16,0-5-19-1,0 0-4-15,0 0-12 0,0 0 8 16,0 0-31-16,0 0 29 16,0 0 6-16,0 0 7 15,0 0-2-15,0 0 0 16,0 0 12-16,0 0-16 15,0 0 3-15,0 0 4 16,0 0-7-16,0-5-2 16,0 5-7-16,0-4-3 15,0 0-8-15,0-4-53 16,0 4-65-16,7-4-34 16</inkml:trace>
  <inkml:trace contextRef="#ctx0" brushRef="#br0" timeOffset="151952.89">9758 14707 92 0,'0'0'148'0,"0"0"-57"0,0 0-23 15,0 0-39-15,0 0-24 16,0 0-5-16,0-30 36 16,0 11-11-16,0-6 19 15,0-6 22-15,0-13-31 16,0-33-20-16,0-15-8 16,0-32-14-16,0-12 1 15,25 8-18-15,-4 23-56 16,-2 41 78-16,-10 28 4 0,-3 20 4 15,-6 16 13-15,0 0-16 16,0 0 43-16,0 0-16 16,0 11 3-16,0 30-6 15,-27 7 0-15,-20 20-11 16,-12 5 8-16,-3-6 11 16,22-7-35-16,-1-11-1 15,17-6-59-15,2-18 12 16,3-6-82-16,19-2-5 15,-15-13 9-15,15-4 9 16,0 0-50-16</inkml:trace>
  <inkml:trace contextRef="#ctx0" brushRef="#br0" timeOffset="152770.31">10186 14173 43 0,'0'0'163'0,"0"0"-150"16,0 0 57-16,0 0-4 0,0 0-23 0,0 0-9 15,-109 116 16 1,103-80-20-16,0 0 24 16,6-3-14-16,0 3-28 0,0-8-1 15,0 11 1-15,6-3-10 16,22-8 7-16,6 13 0 15,-3-13-9-15,9-8-11 16,1-4 0-16,-7-5 5 16,12-11-11-16,-5 0-1 15,-7 0-4-15,12 0 22 16,-5-19 3-16,17-21 3 16,-11-9-1-16,-1 2 7 0,-11-17-3 15,5 0-3 1,0-16-6-16,-12-14-4 0,12 3-25 15,-21 6-16-15,-7 17-16 16,-12 13 48-16,0 14 5 16,0 5 8-16,0 8 1 15,-18 3 28 1,-16 9 9-16,-7 5-22 0,-5 2 14 16,6 9 18-16,-1 0 15 15,-11 0-38-15,-1 20 4 16,-15 9-15-16,15 11 0 15,0-4-13-15,7-8 18 16,5-4 6-16,13-8-24 16,10 0-1-16,-4 0-15 15,16 0 12-15,-6 12-23 0,5 5 11 16,7 14-17 0,0 6-27-16,0-1-112 0</inkml:trace>
  <inkml:trace contextRef="#ctx0" brushRef="#br0" timeOffset="157983.21">2344 14201 67 0,'0'0'25'0,"0"0"46"0,0 0-20 0,0 0 6 15,0 0 16-15,0 0-11 16,0 0-18-16,0 16-19 15,0-16-1-15,0 0-2 16,0 0-11-16,0 0-5 16,0 0-5-16,0 0 7 15,0 0-4-15,0 0 23 16,0 0 1-16,0 0 12 16,0 0-19-16,0 0 5 15,-12 3-20-15,12-3-1 16,-6 5-3-16,-16-5-2 0,22 0 0 15,-6 0-1-15,6 8-1 16,-7-1-5 0,7 6 0-16,-6-5 14 0,6 4-14 15,-6-8 12-15,-10 0-8 16,10-1 5-16,0 2-2 16,6 7 3-16,0 1 1 15,0-7 0-15,0 3-2 16,0 3-2-16,0-3 4 15,0-6-4-15,0 13 2 16,-6-4-3-16,0-4 1 16,6 4 0-16,0 1-3 15,0 3 9-15,0-5-9 16,-7 1 12-16,-2-7-17 0,9 6 11 16,-6 1-3-16,0 4 1 15,6 1 1-15,-6-1-2 16,6 0 3-16,-7-1-2 15,7 1-1-15,-6 1 1 16,-3-1 2-16,9 7-6 16,-13-2 5-16,7-1-4 15,0-4 0-15,0 1 2 16,-3-2-1-16,2 1-1 16,-17 12-3-16,17 4 10 0,-8-7 0 15,2-2 1 1,13-2-8-16,-6-9 6 0,0-1-7 15,-3-6 3-15,3-2 0 16,6 2-2-16,0-5 3 16,0 0-3-16,0 0 4 15,0 0-4-15,0 0 7 16,0 0-10-16,0 0 6 16,0 0-4-16,0 0 1 15,0 0 2-15,0 0 2 16,0 0 0-16,0 0 3 15,0 0 0-15,0 0-9 16,0 0 4-16,0 0-35 16,0 0-91-16,15-5-96 15</inkml:trace>
  <inkml:trace contextRef="#ctx0" brushRef="#br0" timeOffset="176365.84">1755 3845 335 0,'0'0'4'0,"0"0"-4"0,0 0-4 0,0 0 4 0,0 0 28 15,0 0 1-15,0 0 36 16,0 0-7-16,9 0-21 16,-9 0-35-16,13 0 22 15,15 0-5-15,-4 0-2 16,11 0-15-16,-1 0 11 16,0 0 15-16,-3 0-21 0,9 0 6 15,0 0-12 1,22 0 11-16,3 0-10 0,10 0-4 15,12 0 4-15,34 0 4 16,6 0-6-16,31-3-9 16,-3-10 9-16,-28-2-13 15,13 2 9-15,-19 5 7 16,24 4-11-16,-18 4 5 16,-6 0 3-16,0 0 0 15,0-8-3-15,6-3-3 16,0-6-32-16,19-2 28 15,-6-2-8-15,-7 1 12 16,3 4 7-16,-18 7-1 16,-3 6 0-16,0 3 18 15,-10 0-13-15,-12 0-1 0,16 0-4 16,-4 0 0-16,4-3 0 16,2-6 6-16,10-7-14 15,6 11 10-15,0 2-4 16,-18 3 2-16,-10 0-6 15,-12 0 6-15,-6 8 1 16,33 0 5-16,13-8-4 16,19 0-4-16,15-13-17 15,-2-6 15-15,-4 2 8 16,-16 9-3-16,-12 8-1 16,0 0 0-16,22 17 5 15,-3 10-3-15,9 3 4 0,-3-7-2 16,-25-7-8-16,-6-8 1 15,6-4-8-15,-6-4 5 16,12 0-3-16,1 0 9 16,-1 0 4-16,-6 0-1 15,-6 0 5-15,-22 0-12 16,10 0 8-16,-16 0-5 16,6 0 1-16,3 0 0 15,10 0 1-15,-3-4 0 16,-10-4-2-16,0 5 7 15,-18-2-9-15,-1 5 11 16,-12 0-16-16,25 0 7 16,0 0-8-16,7 0-80 0,-20-8-93 15</inkml:trace>
  <inkml:trace contextRef="#ctx0" brushRef="#br0" timeOffset="179813.86">1302 3729 19 0,'0'0'61'0,"0"0"-8"0,0 0-38 0,0 0 18 0,0 0-7 15,0 0 7-15,25 0-14 16,-16 0 5-16,4 0 0 15,-1 13-11-15,10-6-8 16,-3 9-5-16,8-3 0 16,-2-5-17-16,-3 4 3 15,6-4-29-15,-3 0-2 16,-4-5 26-16,-8-3-3 16,5 5 21-16,-8-2 2 0,-4-3 2 15,0 0 8 1,-6 0 27-16,0 0 39 0,0 0-13 15,0 0-18-15,0 0-5 16,0 0 10-16,0 0 12 16,0 4 17-16,0-4-50 15,0 8 2-15,0-3-25 16,0 3-7-16,0 4 5 16,0 7 10-16,0 2-5 15,0 11-5-15,-12 12-2 16,-10 0-2-16,3 4 11 15,-2 4-10-15,2 8 14 16,13-4-13-16,-3 5-6 16,9-1 10-16,0 4-14 15,0 5 5-15,0 11 2 0,0-4 0 16,0-4 2-16,0 8-6 16,-13-16 4-16,1-4-4 15,-10 1 4-15,-9-5 8 16,3-9-5-16,0 10-3 15,3-4 0-15,4-2 4 16,8 6-8-16,-8 7 13 16,-4 8-16-16,-9 8 13 15,-13 0-10-15,13-11 8 16,0-5-3-16,3-4-1 0,3-1-12 16,22-2 8-1,0 7 4-15,-4 4-5 0,-2-3 9 16,12 2-12-16,-6-3 10 15,6-3-4-15,0-1 2 16,-6 1 0-16,-1 3-2 16,7-4-11-16,-15 4 10 15,9 0 3-15,-1 8-3 16,-11 5 2-16,-4 3-4 16,-3-1-13-16,-9 1 18 15,0-11 2-15,6 3 0 16,3-8-4-16,19 1 1 15,-3-1 0-15,9-5 0 16,0 7-3-16,0-11 8 0,0-2-4 16,0-1 2-16,0-8 0 15,0 0-4-15,-6 8 7 16,-1 0-7-16,7-8 4 16,0-3-4-16,0-10-3 15,0 2-2-15,13-5-14 16,15 8 21-16,6-4-1 15,0 4 2-15,-9-4-5 16,-4 4 9-16,4-4-12 16,9 4 14-16,1 0-9 15,-1-3 3-15,12 10-2 16,1 1-2-16,-1 5 3 16,19-1 0-16,-3-8-17 0,3 0-12 15,-9-12-19 1,-3-7 12-16,6-6 10 0,3 1 26 15,-3 0 0-15,15 12 5 16,1-3 5-16,2 6-7 16,4-2-3-16,6-9 0 15,-1-4 1-15,10-12 5 16,38-1-9-16,5-3 6 16,-5 0-1-16,21 0 4 15,-56-3-3-15,16-1 2 16,-22 4-1-16,-13 0 1 15,7 0 2-15,0 0-5 16,0 0 0-16,12 0 10 16,0 0-12-16,4 0-6 15,2 0 6-15,16-8 5 16,0 3 4-16,0 5-1 0,6 0-11 16,-16 0 7-16,10 13 2 15,0 2-3-15,0 2 14 16,-3-1-17-16,3-8-6 15,-6 0-1-15,6-4-5 16,12 0 11-16,-6 4 2 16,13-4 7-16,-1 4-1 15,4 0 2-15,9 8-9 16,-3 8-2-16,-10 4-2 16,-6 8-8-16,-12-4 12 15,-9-12-9-15,-10-4-3 0,-9-11 3 16,0 2 6-1,0-7 3-15,0 8 0 0,16 5-3 16,12 3-2-16,6 4 8 16,6 0-3-16,19-4 0 15,-3-8-6-15,-9 0-4 16,-19-8 7-16,-22 0 1 16,3 0-12-16,-3 0 4 15,7-8 10-15,2-5 4 16,-2 2 7-16,-4-1 5 15,-3-4 1-15,-6-4-13 16,-12-1-4-16,-1-2-13 16,-27-2 8-16,15-3-7 0,4-8-4 15,-16 0-22 1,9-4 20-16,9 4 14 0,-15 0 8 16,9-4 25-16,13-1 17 15,-1 2 12-15,1-10-26 16,6-3 5-16,0 0-20 15,-10 0-16-15,-2 3-1 16,11 10-15-16,-11 6 12 16,5 10-11-16,-14 2 13 15,2 1 2-15,6-4 0 16,-2-4 1-16,2-3 1 16,13-2-3-16,6-7 4 0,9-12 5 15,25-8-5 1,-9-4-4-16,-3 3-2 0,-16-7-4 15,-12 12-17-15,-13 4-8 16,-21 0 12-16,9 4 19 16,-22 3-3-16,-9 6 9 15,19-10-6-15,3-3 20 16,12-8 15-16,15-4-24 16,13 4-8-16,3-12 0 15,-3 8 6-15,-6-9-9 16,6-3 4-16,-6 7-2 15,0-3 4-15,6 5-1 16,-12-2 13-16,-1 1 16 0,7 0-34 16,-6-4 6-1,12 4 0-15,-13 4-6 16,1 3 0-16,-16 5 0 16,3-4 18-16,-15-9-8 0,15 2 6 15,-3-2-8-15,3 9-13 16,4 7 12-16,-4 10-6 15,0-1 15-15,-3 8-9 16,4-13 20-16,-11 10-20 16,4-18 10-16,4-11-16 15,14-4 3-15,1 4-4 16,-1 7-3-16,-8 14-10 16,-10 14 7-16,-9 21 0 15,-19-7 6-15,12 11-2 16,1-9 10-16,5-11-3 0,1 4-4 15,3-16 0-15,-3 8 1 16,5 7-4-16,-11 2-2 16,-7 2 0-16,1 14 2 15,-13-9 2-15,12 3 10 16,6-10-10-16,13-18 4 16,9-11-4-16,7-7-8 15,-16 2-13-15,-13 5-30 16,-12 0 5-16,-21-8 10 15,-13 4-13-15,0-1 8 16,0-7 41-16,-53 3 1 0,0-6 10 16,-2-10-11-16,-4 2 0 15,6 11 2-15,0 11 5 16,-15 17 47-16,15 12-3 16,-9 4 35-16,-9 0-52 15,-10-4-33-15,-5-4-1 16,5-4 0-16,-12-8-21 15,0-4 5-15,-9-5 14 16,-19 5 4-16,3 12-4 16,-9 8 4-16,-7 8 12 15,7-1-14-15,0 6 0 16,0 7-9-16,12 4-6 16,10 0 14-16,-10 0-32 15,0 0 23-15,-6 20 5 16,-12 11 1-16,6-1-6 0,22-3 1 15,12-7-4-15,12-8 2 16,13 4 8-16,3-8 6 16,-10 0 1-16,-18 1 1 15,0-1-10-15,-15 0 15 16,2-8-26-16,19 0 21 16,1 0-5-16,-17 0 15 15,-2-5-15-15,-16-6-15 16,-6 6 15-16,-13 5-1 15,-2 0 3-15,8 0 7 16,16 5-9-16,10 6 12 16,15-3-11-16,6 4 0 0,0 1 7 15,0-2-8-15,7 1-1 16,12 4-15-16,3 1 16 16,2 2-8-16,32-6 8 15,16-13-41-15,15 0-106 16,0-16-275-16</inkml:trace>
  <inkml:trace contextRef="#ctx0" brushRef="#br0" timeOffset="196882.92">10927 13459 93 0,'0'0'153'0,"0"0"-96"0,0 0-7 0,0 0-16 0,0 0-1 16,0 0-16-16,0 0-6 16,0 0 8-16,0 0 11 15,0 0 5-15,0 0 16 16,0 0-3-16,0 0-13 15,0 0-13-15,0 0-3 16,0 0 11-16,0 0 0 16,0 0-16-16,0 0 12 15,0 0-12-15,0 0 2 16,0 0-16-16,12 0 2 16,38 0 8-16,3 0 9 15,12 0-10-15,3 0 5 16,19 0-6-16,-1-8-7 0,-5-9-1 15,-16 14 1-15,-9-5-5 16,-25 0-5-16,-3 8-14 16,-16 0-16-16,-5 0-25 15,2 0-30-15,3 0-60 16,1 3-94-16</inkml:trace>
  <inkml:trace contextRef="#ctx0" brushRef="#br0" timeOffset="197800">12049 13086 155 0,'0'0'41'0,"0"0"-25"0,0 0-16 0,0 0-12 0,0 0 12 15,0 0 1-15,28-36 18 16,-28 36 24-16,0 0 40 16,0 0 7-16,0 0-22 15,0 0-21-15,0 0-29 16,0 0 13-16,0 0-18 15,-6 0-1-15,-28 0-5 16,6 4 2-16,3 11 6 16,-3 2 8-16,16-9 8 15,12 8-26-15,-6-8-1 16,6 4-4-16,0-1-3 16,0 6-6-16,0 3 9 0,31-4 7 15,9-3-7 1,34 6-3-16,-5-2 3 0,8 2 0 15,4 1-11-15,-1 8 9 16,1-4-27-16,-13 4 6 16,-3 0-19-16,-12-3 18 15,-3-6 9-15,-26 6 4 16,4-9-2-16,-9 4 3 16,-13 0 8-16,10 4 2 15,-16 1 6-15,0 11 0 16,0 0-5-16,-28 0 2 15,-13 8 16-15,-5-5-8 16,-7 2-6-16,19-18 6 16,-6 2 4-16,12-14-7 15,3-6 14-15,-3-5-22 16,10 0-29-16,-23 0 19 0,13-16-16 16,-6-9-3-16,3 2-24 15,-3-6-105-15,12 1-103 16</inkml:trace>
  <inkml:trace contextRef="#ctx0" brushRef="#br0" timeOffset="198630.36">12136 13038 265 0,'0'0'4'0,"0"0"15"0,0 0-12 0,0 0-1 15,0 0 20-15,0 0 25 0,47-33-20 16,-32 33-4-16,-3 0-12 16,1 0 10-1,9 0 3-15,-4-3-3 0,10-10 2 16,6 10 3-16,7-9 1 16,5 7 0-16,7 2 7 15,12-2-20-15,25-6 9 16,15-2-8-16,22-10 14 15,19-5-18-15,-3 0-15 16,-16-1 3-16,-40 14-5 16,-35 6 2-16,-39 9-60 15,-13 0-33-15,-25 0-98 16</inkml:trace>
  <inkml:trace contextRef="#ctx0" brushRef="#br0" timeOffset="-168234.73">1944 17525 149 0,'0'0'93'0,"0"0"-10"0,0 0 1 0,0 0 10 0</inkml:trace>
  <inkml:trace contextRef="#ctx0" brushRef="#br0" timeOffset="-166338.46">1557 17538 19 0,'0'0'95'0,"0"0"-95"0,0 0-50 0,0 0 2 0,0 0 32 16,0 0 16-16,-22 80 0 15</inkml:trace>
  <inkml:trace contextRef="#ctx0" brushRef="#br0" timeOffset="-165156.24">1557 17538 64 0,'-81'136'116'0,"81"-120"-15"15,-6-8-34 1,6 4-38-16,-16-4-27 0,16-4 2 16,0-4-4-16,0 0-10 15,0 0 10-15,0 0 26 16,0 0 18-16,0 0 16 16,0 0 12-16,0 0-22 15,0 0-21-15,0 0-24 16,0 0-7-16,0 0 12 15,0 0-11-15,0 0 2 16,0 0 7-16,0 0 7 16,0 0 0-16,0 0 17 0,0 0-20 15,0 0-8 1,0 0 8-16,0 0-22 0,0 0 17 16,0 8-10-16,16-4 3 15,-4 0-1-15,1-4 1 16,-4 4 1-16,-3-4-1 15,0 7 6-15,13-2-11 16,9 3 12-16,24 0-14 16,10 1 4-16,-9-1-2 15,-6-1 4-15,-29-3 1 16,-2 4 0-16,-10-4 6 16,0-4-5-16,0 8 6 15,16-3 2-15,-16 2-2 16,1 5-8-16,11-3 5 15,-18-6-2-15,0 2 0 0,22-5-4 16,-16 0 1 0,6 0-26-16,-2 0 24 0,-10 0 6 15,0 0 0-15,0 3 2 16,0-3 4-16,0 0 7 16,12 0-9-16,-6 0 0 15,-6 0-3-15,13 0-8 16,-7 0 4-16,16 0-4 15,-4 0 8-15,-8 0 0 16,8 0 0-16,1 0 0 16,15 0-4-16,0 0 7 15,6 0-5-15,-6 0 0 0,7 0-4 16,-1 0 1 0,-21-3-3-16,2-2 8 0,-8 5-6 15,-1-3 2-15,1-2-1 16,14 1 0-16,-5-4 2 15,9 0-7-15,9 0 12 16,1 0-12-16,-7 4 15 16,-16 4-18-16,10-4 10 15,-6 4-3-15,-10 0 2 16,1 0 0-16,9 0 2 16,-4 0 12-16,16-4-18 15,0 0 11-15,7 0-5 16,-10 4 4-16,3 0-11 0,-6 0 5 15,-10 0-7 1,-2 0 7-16,2 0 0 0,-5 0 1 16,2 0 3-16,-2 0-3 15,5 0 6-15,-8 0-8 16,-10 0 3-16,18 0 2 16,-12 0-4-16,-6 0 0 15,7 0-9-15,8 0 18 16,-2 0-17-16,-1 0 16 15,3 0-10-15,-2 0 6 16,-13 0-6-16,0 0 4 16,0 0 4-16,0 0-5 15,6 0 3-15,-6 0-4 16,0 0 2-16,0 0-6 0,0 0 21 16,0 0-5-16,0 0-6 15,0 0-6-15,0 0 21 16,0 0-16-16,0 0-10 15,0-3 17-15,0-2-17 16,0 5 10-16,0-3 7 16,0-6-6-16,0 1-6 15,0 0-4-15,0-4 0 16,0 8 3-16,0 4-2 16,0 0-8-16,0 0-1 15,0 0 6-15,0 0-9 16,0 0-9-16,0-8-26 15,-12 4-31-15,-4-9-80 0,-9 2-266 16</inkml:trace>
  <inkml:trace contextRef="#ctx0" brushRef="#br0" timeOffset="-162774.95">22238 10230 276 0,'0'0'43'0,"0"0"1"0,0 0 31 0,0 0-19 16,0 0-26-16,0 0 12 15,0 0-5-15,-9 0 8 16,9 0 12-16,0 0 3 16,0 0-6-16,0 0-5 15,0 0-36-15,-6 0-13 16,6-20-1-16,-7-19-2 16,7-26 3-16,0-8 0 15,0-15 1-15,0-12 1 16,0 0 11-16,0 8-11 15,0 4-1-15,0-1 1 16,0 13-4-16,0 16-10 16,0 12-18-16,0 24 29 15,0 16 2-15,0 8 5 0,0 0-6 16,0 0-4-16,0 0-30 16,0 20 34-16,-40 28 13 15,-19 12-9-15,-3 4-1 16,-9 8-3-16,9-3-19 15,-3-1-58-15,31-8 19 16,12-16-134-16,22-24-225 16</inkml:trace>
  <inkml:trace contextRef="#ctx0" brushRef="#br0" timeOffset="-161874.2">22933 9092 233 0,'0'0'81'0,"0"0"27"0,0 0-1 0,0 0-23 0,0 0-26 15,0 0-26-15,-149 59-6 0,108-7 9 16,1 5-10-16,9 7-21 15,-3-8 0-15,-6 8-4 16,27-7 1-16,-8-14-1 16,21-6 5-16,0-6-16 15,0-3 11-15,0-7-2 16,28-9-38-16,24-9-5 16,7-3 21-16,16 0 0 15,5 0 19-15,-5 0-14 16,-1 0 4-16,-9 0-12 15,-18 0-19-15,-13 0 22 16,-16 5 5-16,-18-5 2 16,0 8 17-16,16-4 4 0,-16-4-2 15,0 0 5-15,6 0-7 16,-6 0-2-16,12 0-9 16,10-12-7-16,9-12 0 15,-3-9 6-15,12 5-16 16,-27 0-5-16,9 12 3 15,-22 8 20-15,12 4 10 16,-12 4 0-16,0 0 30 16,0 0-19-16,0 0 4 15,0 0-11-15,0 12-3 16,0 29 26-16,-34 15 39 16,9 12-2-16,-3 4-29 15,10 4-3-15,-4-8-26 16,3-4 0-16,19-19-6 0,-9 3 3 15,9-16-15-15,0-8-10 16,0-16-36-16,0 0-63 16,-6-8-163-16</inkml:trace>
  <inkml:trace contextRef="#ctx0" brushRef="#br0" timeOffset="-161225.37">23881 9344 245 0,'0'0'115'0,"0"0"-47"0,0 0 27 0,0 0-29 0,0 0-13 16,0 0-21-16,-148 28-12 16,148-28-16-16,0 4 6 15,0 0-3-15,0 16-6 16,0-7 20-16,0 14-9 15,34-2-8-15,12-5-4 16,16 11 5-16,10 2-4 16,2-6-1-16,7 1 7 0,-1 5 0 15,-5 3-14 1,-16-5 8-16,-7 10-4 16,-11-1-25-16,-7 4 18 0,-22-8 0 15,-6 5 4-15,-6-9 4 16,0 8-6-16,-18 7 8 15,-41 2 3-15,-16-1 15 16,1-16-17-16,15-15 11 16,6-14-12-16,4-3-7 15,-4 0-28-15,6-8-33 16,13-36 6-16,-12-12-65 16,27-8-114-16</inkml:trace>
  <inkml:trace contextRef="#ctx0" brushRef="#br0" timeOffset="-160958.46">24195 9159 246 0,'0'0'148'0,"0"0"-52"0,0 0-3 0,0 0-22 16,362-3-57-16,-296-2-14 16,8-2-44-16,-21-6-83 15,-13 1-219-15</inkml:trace>
  <inkml:trace contextRef="#ctx0" brushRef="#br0" timeOffset="-150249.8">26046 10014 221 0,'0'0'102'0,"0"0"-64"0,0 0 27 0,0 0-22 16,0 0-27-16,0 0-14 16,0 0 8-16,28 0 0 15,-28 0 14-15,6 0 45 16,-6 0 6-16,6 0-27 16,10 0-35-16,24 0 23 15,13 0-25-15,12 0 13 0,3 0-21 16,6-12-3-1,-2 12 1-15,-10-5-1 0,-3-6-14 16,-13 11-36-16,-12-8 1 16,-6-1-51-16,-16-2-93 15</inkml:trace>
  <inkml:trace contextRef="#ctx0" brushRef="#br0" timeOffset="-149868.39">26027 9853 304 0,'0'0'112'0,"0"0"-34"0,0 0-6 0,0 0 30 0,0 0-37 0,0 0 7 15,313-28-2-15,-192 12-25 16,13 0 15-16,-14 4-52 16,8-4-8-16,-23 8-11 15,-9-4-56-15,-25 0-85 16,-36 0-95-16</inkml:trace>
  <inkml:trace contextRef="#ctx0" brushRef="#br0" timeOffset="-146504.75">25072 9881 72 0,'0'0'38'0,"0"0"-29"0,0 0-6 0,0 0 25 0,0 0 15 16,0 0 4-16,13 0-6 15,-13 0 24-15,0 5-20 16,0-5 12-16,0 0-16 0,0 0-25 16,0 0-6-16,0 0-2 15,0 0 6-15,0 0-12 16,0 0 20-16,0 0-8 16,0 3 10-16,0 2-14 15,0-2-1-15,0-3-2 16,0 9-5-16,0-9-2 15,0 3 7-15,0 2-13 16,0 3 14-16,0 0-5 16,0 0 3-16,0 7 8 15,0-7-11-15,0 5-1 16,0-1 8-16,0-1-7 16,0-6-6-16,0 7 8 0,0-4-8 15,0-5 5 1,0 14-2-16,0-1 1 15,0-8 3-15,12 4-2 0,-12-4-2 16,0 8 1-16,0-4 5 16,0 0-6-16,0 0 6 15,0 4-12-15,0 1 11 16,0-2-5-16,0 1 2 16,0-3-1-16,0-2 3 15,0-2-1-15,0-1 5 16,0-5-5-16,0 5-6 15,0 0 8-15,0 1-6 16,0-1 1-16,0 3 0 16,-12 1 0-16,12 1 0 0,0-2 1 15,-7 1 0-15,1 1 12 16,-3-5-10-16,9 0-4 16,-6-4 4-16,6-1-4 15,-7 5 1-15,-11 5 0 16,18-1 0-16,-16-1 4 15,10 2-5-15,0-1 6 16,-7-8-2-16,-2 11-1 16,15-6 1-16,-6-1 2 15,0-4-5-15,-1 0 2 16,1 12-1-16,0-8 6 16,-10 12-7-16,10-16 16 15,-6 8-11-15,6-8 10 16,-1 4-12-16,-2 0 6 0,9-4-2 15,-6 0-3-15,6-4-4 16,-6 12 4-16,0-4-6 16,-1-3 6-16,1 3-7 15,-9-5 3-15,15 1 0 16,0-4 1-16,0 0 0 16,0 0-1-16,0 8 2 15,0-3-5-15,-7 3 8 16,-5-5-6-16,6 5 6 15,0-4-5-15,-4 0 1 16,10 0-1-16,0-4 0 0,0 0 0 16,0 5-3-1,0-5 8-15,0 0-7 0,0 0 4 16,0 0-4-16,0 0 2 16,0 0 0-16,0 0 1 15,0 0-1-15,0 0 0 16,0 0-8-16,0 0-10 15,0 0 7-15,0 0 7 16,0 0-5-16,0 0 0 16,0 0 9-16,0-9 8 15,0 5 1-15,0-8-8 16,10 12 10-16,2-11-11 16,0-2 9-16,10 6-6 0,3-9 3 15,-3-1-4-15,2 1-4 16,-8-8-18-1,3 12 20-15,-7 0 0 16,3 4 2-16,-8 0 0 0,-7 0 0 16,0 8-1-16,0 0 3 15,6-8-4-15,0-4-31 16,0-8 31-16,4 8 11 16,-4 0-11-16,-6 0-9 15,0 4 9-15,12 4-1 16,-12 0 2-16,6-1-2 15,-6-3-3-15,7 5-2 16,8-5-1-16,-2-4-8 16,-13 7 15-16,12-6 7 0,-6 6-6 15,-6-2 6 1,0-6-7-16,0 10 0 0,0-5 0 16,16-5 0-16,-10 1 0 15,6-4-9-15,-12 1 0 16,6-1 5-16,-6 7 8 15,7-2-9-15,-7 3 5 16,0 3 0-16,0-7 0 16,0 12-6-16,0-4 6 15,0-4-2-15,0 1-8 16,0-10-6-16,0 9-1 16,0-8 5-16,0 0-18 15,0-1 5-15,0 2 13 0,0 7-4 16,0 0 14-16,0 0 1 15,0 0 1-15,0 0 13 16,0 8-7-16,0-9-6 16,0 1-36-16,0-7-63 15,0-9-116-15</inkml:trace>
  <inkml:trace contextRef="#ctx0" brushRef="#br0" timeOffset="-137012.49">24235 11104 18 0,'0'0'101'0,"0"0"-33"0,0 0-15 0,0 0 1 15,0 0-21-15,0 0-9 16,0 0 4-16,0 0 11 16,0 0-8-16,0 0 9 15,0 0-7-15,0 0 18 16,0 0-32-16,0 0-7 15,0 0-11-15,0 0 3 16,0 0 3-16,0 0-2 0,0 0 19 16,0 0-13-16,0 0 14 15,0 0-13-15,0 0 10 16,0 0-14-16,0 0 15 16,0 0-19-16,0 0 5 15,0 0 1-15,0 0-3 16,0 0 14-16,0 0-19 15,0 0 14-15,0 0-10 16,0 0 14-16,0 0-17 16,-6 0 4-16,-22 5-7 15,-3 7 0-15,-16-1-2 16,-9 5 12-16,-2-7-13 0,5 2 6 16,13-3 15-16,-1-3-9 15,7-1-7 1,-6 0-4-16,12-4 4 0,9 0-4 15,-9 0 4-15,16 0 0 16,-16 0 4-16,-3 0-2 16,-3 8-3-16,-6-1-2 15,-1-2-2-15,1-2 3 16,6 6 2-16,9-5-2 16,-9-4 0-16,6 0 1 15,10 0-4-15,-10 0-11 16,9 0 11-16,-15 0 6 15,6 0-6-15,-12 0 2 16,-1 4 1-16,23-4 9 0,-4 8-3 16,10-8 1-16,5 0-1 15,-5 0-10-15,12 0 7 16,0 0-4-16,0 0 1 16,0 0-1-16,0 0-3 15,0 0 5-15,0 0-5 16,0 0 0-16,0 0-13 15,0 0-68-15,-15 0-28 16,-4 11-26-16,-9-11-51 16,3 0 43-16,4 0 28 15</inkml:trace>
  <inkml:trace contextRef="#ctx0" brushRef="#br0" timeOffset="-136280.2">23078 11073 114 0,'0'0'221'0,"0"0"-175"0,0 0 9 0,0 0-1 15,0 0-20-15,0 0 0 16,-272 196 4-16,219-164-5 16,3 4-26-16,13-15 9 15,3-1 0-15,0-4 7 16,21-5-7-16,7 1-5 16,-9 1 4-16,15-1-4 15,0-4-11-15,0 3 6 16,0-3-1-16,0-3-5 15,34 2-4-15,12 6 4 0,1-5 4 16,-7 4 6-16,7-4-10 16,-1 0 9-16,1 0-7 15,-7-4-4-15,0-4 2 16,-6 4-1-16,-12-4 1 16,-16 4 2-16,7-4-2 15,-13 0-14-15,12 0-35 16,-6 0-9-16,-6-12 40 15,28-4-46-15,-22-1-53 16,1 9-201-16</inkml:trace>
  <inkml:trace contextRef="#ctx0" brushRef="#br0" timeOffset="-134066.02">22585 9961 51 0,'0'0'69'0,"0"0"-60"0,0 0-6 0,0 0 0 0,0 0-1 16,0 0 10-16,7 0 4 15,-7 0 25-15,0 0 8 16,0 0 15-16,0 13 1 16,0-9-3-16,0 4-32 15,0-8-28-15,0 0 3 16,0 0-4-16,0 0 4 16,0 0-5-16,0 0 21 15,0 0 4-15,0 8-9 16,0 0-6-16,0 4 5 15,0-4 1-15,0 3-11 16,0-2-5-16,0-9 7 0,0 8-11 16,0 0 8-1,0-5-3-15,0 2 7 0,0 11-7 16,0-8 6-16,0 8 0 16,0-8-1-16,0 0-5 15,0 0-2-15,0 8 5 16,0-8-4-16,0 12 4 15,0-4-3-15,0-4 4 16,0 4-1-16,0-4 3 16,0 1 1-16,0-2-3 15,0-3-2-15,0 9 10 16,0-6-11-16,0 6 14 0,0-6-16 16,0 2 8-16,-7-1 0 15,7-4 5 1,0 0-7-16,-6-8-5 0,6 8 2 15,-9-4-1-15,9-1 8 16,0 2-8-16,-6-2 5 16,6 10-4-16,0-9 0 15,-7 8-2-15,-5 0-1 16,12 0 7-16,0 0 2 16,0-5-5-16,-6 1-2 15,6 1-2-15,0-1 6 16,0-4-8-16,-9 0 4 0,2-4-1 15,1 8-1-15,0-8 0 16,6 8 8-16,-6 0-2 16,6-8 11-16,0 8-11 15,-13-8 0-15,13 0-2 16,-9 9-8-16,3-9 4 16,6 3-1-16,0-3-1 15,0 0-63-15,0-20-101 16,15-32-322-16</inkml:trace>
  <inkml:trace contextRef="#ctx0" brushRef="#br0" timeOffset="-132567.33">27509 10415 148 0,'0'0'142'0,"0"0"-101"0,0 0 50 0,0 0-9 0,0 0-49 0,0 0-8 15,-25-72-16-15,25 31-7 16,0-10 2-16,0-10 21 16,0-15-23-16,0 4 12 15,0-9 0-15,13 9-13 16,-7 4-1-16,0 8 0 16,4 3 8-16,-10 10-6 15,6-1-2-15,0-1-5 16,6 5-14-16,4 13-10 15,-10 18-2-15,-6 13-18 16,0 0 27-16,0 0 16 0,0 13 6 16,-22 31 7-16,-2 8-4 15,-23 7 12-15,-9-2-14 16,4 3 2-16,-7 0-2 16,12-8-1-16,13 1-7 15,6-17-20-15,16-16-118 16</inkml:trace>
  <inkml:trace contextRef="#ctx0" brushRef="#br0" timeOffset="-132198.81">28012 10050 12 0,'0'0'478'0,"0"0"-459"0,0 0 11 0,0 0 21 0,-152 244 18 16,102-179-46-16,3-1 3 15,7-16-16 1,22-12-10-16,5-20-7 0,13-8-30 16,0-4-20-16,0-4-117 15,0 0-96-15</inkml:trace>
  <inkml:trace contextRef="#ctx0" brushRef="#br0" timeOffset="-131417.77">28501 9372 439 0,'0'0'96'15,"0"0"-82"-15,0 0 31 0,0 0 10 16,0 0-26-16,-310 232-17 16,245-175 4-16,13-14-14 15,11-2 2-15,13-8-5 16,16-2 3-16,12-7 13 15,0 8-13-15,0-11 2 16,0-10-4-16,40 1-4 16,25-7-15-16,16-5 6 15,-7 0 12-15,-8 8 2 16,-20 0-2-16,-12-5-2 16,-12-3-2-16,-4 5 5 15,-11-5-1-15,-1 0-23 0,3 0-24 16,-9 0 8-16,0 7 5 15,6-2 8-15,-6-5 10 16,0 0 17-16,0 0 4 16,0 0-4-16,7 0-16 15,-7 0-6-15,0-17-49 16,12-7 43-16,3 1 5 16,4-5-31-16,9 3 19 15,3 13-61-15,-3 0 0 16,-16 12 73-16,-6 0 23 15,-6 8 89-15,0 25 72 16,0 6-25-16,0 10-37 0,0 7-10 16,-31 0-32-16,-15 0-24 15,18 9-14-15,-18-6 4 16,5 1-17-16,7-7-3 16,0-14-3-16,15-3 0 15,13-15-22-15,6-13-23 16,0-8-21-16,0 0-142 15,0 0-123-15</inkml:trace>
  <inkml:trace contextRef="#ctx0" brushRef="#br0" timeOffset="-130632.83">29196 9576 3 0,'0'0'77'0,"0"0"1"0,0 0 4 0,0 0-33 0,0 0 10 15,0 0-3-15,-254-3 14 16,207 15-14-16,1 4 4 15,5-5 18-15,7 6-46 16,13 3 11-16,14-1-42 16,7 6 2-16,0 3-3 15,0-4-1-15,0 0-1 16,41 0 4-16,33 0-6 16,7-8-3-16,6 1 1 15,6-6-1-15,-7 1 5 16,-11 4-7-16,-10 1 8 15,-19 2-11-15,-11 1-5 16,-8-4 15-16,-8 9-10 0,-3-1 11 16,-16-1 2-16,0 10 15 15,0 7-14-15,-28 4 5 16,-25-4 7 0,-21 8-12-16,-1-7 12 0,-5-5-14 15,8-8 13-15,4-12-9 16,9-1 15-16,25-15-19 15,6 0-1-15,3 0-31 16,-3 0-17-16,-6 0-24 16,9-23 1-16,4-18-50 15,8-7-67-15</inkml:trace>
  <inkml:trace contextRef="#ctx0" brushRef="#br0" timeOffset="-130418.47">29029 9601 531 0,'0'0'5'0,"0"0"43"0,0 0 66 0,0 0-54 0,0 0 4 0,427-69-54 16,-327 45-10-16,-7 1-58 15,-25 6-89-15,-3-7-208 16</inkml:trace>
  <inkml:trace contextRef="#ctx0" brushRef="#br0" timeOffset="-129952.02">29909 9894 297 0,'0'0'49'16,"0"0"-48"-16,0 0-1 0,0 0 0 15,0 0-19 1,0 0 19-16,40 0 29 0,-33 0 20 16,-7 0-18-16,0 0-10 15,0 0-16-15,0 0-3 16,0 0 0-16,0 0-2 16,0 0 0-16,0 0-23 15,0 0-63-15</inkml:trace>
  <inkml:trace contextRef="#ctx0" brushRef="#br0" timeOffset="-129368.77">30852 10374 150 0,'0'0'266'0,"0"0"-221"0,0 0 23 15,0 0-6-15,0 0-14 16,0 0-11-16,-59-48 0 15,31 4-16-15,3-20 22 16,-3-16 8-16,10-16-36 16,2-8-14-16,16-1-1 15,0 9-23-15,0 8-23 16,0 15 4-16,0 26-2 16,0 26 3-16,0 17 35 15,0 4 5-15,0 0 1 0,-12 25 16 16,-22 22 26-16,-7 14-13 15,-5 3-14-15,-1 4-15 16,13-8-4-16,9-3-25 16,4-10-9-16,8-2-18 15,1-6-71-15,12-14-173 16</inkml:trace>
  <inkml:trace contextRef="#ctx0" brushRef="#br0" timeOffset="-128887.02">31025 10097 211 0,'0'0'57'0,"0"0"9"0,0 0-6 0,0 0 16 0,0 0-32 0,0 0-23 15,168 193 7 1,-106-184 19-16,-3-6 4 0,9-3-9 15,-3 0-25 1,10-15 8-16,-1-34 29 0,3-18-20 16,4-14-13-16,-13 1-7 15,-9-16-14-15,-18 15-10 16,-20-10-8-16,-21 10-48 16,0 1 11-16,-40 15-22 15,-35 25 54-15,1 16 4 16,-13 24 19-16,-12 8 10 15,-9 48 5-15,-17 24 6 16,5 5-18-16,11-9-6 16,38-16-1-16,37-16-77 0,18-19-172 15</inkml:trace>
  <inkml:trace contextRef="#ctx0" brushRef="#br0" timeOffset="-128153.71">32228 8826 246 0,'0'0'189'0,"0"0"-143"0,0 0 44 0,0 0 3 0,0 0-45 15,0 0-32-15,0-31-16 16,16 26-7-16,24-3 7 16,-9 8 12-16,-9 0-12 0,12 0-8 15,-21 0 8 1,5 13-2-16,4 18 6 0,-16 10-8 15,-6 10-14-15,0 10 3 16,0 3 3-16,-19-4 6 16,10-12-2-16,3-7 16 15,6-14-16-15,0-2 18 16,0-17-17-16,34 4 7 16,13-12-8-16,15 0-15 15,3 0 16-15,9 0 6 0,-15 0 1 16,3-12 4-1,-9 4 4-15,-13 0-16 0,-15 3 7 16,3-7-51-16,-22 9-82 16</inkml:trace>
  <inkml:trace contextRef="#ctx0" brushRef="#br0" timeOffset="-120277.08">6536 17413 113 0,'0'0'124'0,"0"0"-53"0,0 0 12 0,0 0-18 15,0 0-20-15,0 0-18 16,0 0 20-16,-6 0-24 16,6 0 11-16,0 0-4 15,-15-8-13-15,15-8 5 16,0 0-7-16,0-12-15 0,0-8 5 16,0 0 3-16,0-12-1 15,0-12 11-15,0-13-7 16,0-11 5-16,0-20-16 15,0-9-4-15,21-3-13 16,4 8-29-16,-9 24-4 16,2 27-7-16,-12 37 35 15,-6 20 12-15,0 0 1 16,0 0 1-16,0 33 2 16,0 18 4-16,-12 14 4 15,-28 7 9-15,6 0 32 16,9 1-21-16,-9-1-11 15,0-8 11-15,9-16-22 16,9-16-11-16,16-16-78 0,0-16-147 16</inkml:trace>
  <inkml:trace contextRef="#ctx0" brushRef="#br0" timeOffset="-119842.64">6989 17092 403 0,'0'0'69'0,"0"0"6"0,0 0 13 0,-59 241-10 0,47-169-48 16,-4 0-22-16,-2 0-7 15,-10-8-2-15,3-3-3 16,-3-25-57-16,9-24-121 16</inkml:trace>
  <inkml:trace contextRef="#ctx0" brushRef="#br0" timeOffset="-119045.92">7538 16370 257 0,'0'0'39'0,"0"0"-32"0,0 0 0 0,0 0 8 15,0 0-15-15,0 0 56 16,-53 40-15-16,19 9-21 15,-19 7 19-15,7 4 44 16,-23 1-19-16,29-17-18 16,9-8-15-16,9-13 16 15,16-7-25-15,6-8-5 0,0-4-16 16,0 1-1 0,6-2 0-16,41 2-10 0,15-2 5 15,-3-3-15 1,-13 0 16-16,7 0 4 0,-6 5-6 15,-7-5 2-15,-6 0-17 16,0 0 10-16,-15 0-3 16,-4 0-11-16,-9 0-33 15,1 0-5-15,-7 0-7 16,12 0 5-16,-12 0 19 16,0-16 16-16,0-1-21 15,0-2-57-15,0-6 59 16,0 5 12-16,0 4 37 15,0 4 2-15,0 12 13 16,0 0 46-16,0 0 13 0,0 0-23 16,0 24-21-16,0 25 47 15,0 18 21-15,0 6-3 16,0 3-33-16,0 1-36 16,-12-10-24-16,-1-7 7 15,13-12-5-15,-9-7-8 16,3-5-7-16,6 0-53 15,-19-8-76-15,13-12-83 16</inkml:trace>
  <inkml:trace contextRef="#ctx0" brushRef="#br0" timeOffset="-118495.52">7947 16570 232 0,'0'0'44'0,"0"0"-6"0,0 0 67 0,0 0-48 16,0 0-29-16,0 0-8 15,-115 77 14-15,115-57-5 16,0 0 3-16,0-4-12 15,7-3-19-15,20-2-1 16,14 1 2-16,5 4-13 16,-5 9 23-16,5-2-22 15,-6 10 17-15,-6 7-7 16,-3-8 3-16,-3 4 1 16,-15 0-4-16,2 4 1 0,-15 13 12 15,0 3 10 1,-28 4 30-16,-24-1-24 0,-4-18 26 15,25-13-39-15,-3-12-7 16,21-16-9-16,-15 0-13 16,7-16-67-16,2-40-31 15,-9-9-109-15,3-11-166 16</inkml:trace>
  <inkml:trace contextRef="#ctx0" brushRef="#br0" timeOffset="-118294.3">8018 16490 617 0,'0'0'55'16,"0"0"-49"-16,0 0 15 0,0 0-7 16,0 0-11-16,0 0 31 15,202 0-26-15,-134 0-8 16,-9-3-23-16,-6-5-73 15,-19-1-152-15</inkml:trace>
  <inkml:trace contextRef="#ctx0" brushRef="#br0" timeOffset="-117712.7">8747 16936 607 0,'0'0'15'0,"0"0"3"0,0 0-18 16,0 0-5-16,0 0-18 0,0 0 11 15,0-48-5-15,6 23-55 16,-6 17 23-16,0 5 49 16,0 3 17-16,0 0 25 15,0 0 41-15,0 0-24 16,0 0-26-16,0 0-22 16,0 0-11-16,0 0-50 15,0-5-140-15</inkml:trace>
  <inkml:trace contextRef="#ctx0" brushRef="#br0" timeOffset="-116863.58">9215 17165 6 0,'0'0'110'0,"0"0"-94"0,0 0 25 0,0 0 33 0,0 0-1 16,0 0-9-16,0 27 3 15,0-18-8-15,0-6-10 16,0-3-14-16,0 5 6 16,0-2-5-16,0 5 8 15,0-3-12-15,0-5 29 16,0 0-3-16,0 0-39 16,0 0-8-16,0 0 3 0,0 0-14 15,0-5-5 1,0-23 5-16,0-16 0 0,0-8 0 15,0-7 0-15,22-2-4 16,-3 1 4-16,-7 7-1 16,10 1-4-16,-4 8 4 15,-2 8-8-15,-4 8-18 16,16 8 23-16,-16 4-4 16,1 4 6-16,2 4-18 15,-15 5 20-15,0 3-8 16,0 0 8-16,0 0-38 0,0 15 17 15,0 34 14-15,0 3 7 16,-9 7 2-16,-22-2-1 16,31-17-1-16,-6-4-76 15,-16-12-97-15,22-7 23 16</inkml:trace>
  <inkml:trace contextRef="#ctx0" brushRef="#br0" timeOffset="-116397.36">9637 16916 122 0,'0'0'282'0,"0"0"-217"0,0 0 8 16,0 0-16-16,0 0-22 15,-28 213-19-15,28-174-11 16,0-15-10-16,0-12-2 0,0-12 4 15,9 0 3 1,16 0 7-16,9-3 17 0,7-38 5 16,11-7-13-16,-11-12-11 15,11-8-5-15,-11-12-13 16,5-13-31-16,-18-2-48 16,-22-2-41-16,-6 12-75 15,0 30 33-15,-12 30 175 16,-35 25 153-16,-15 5-150 15,-9 59 170-15,-10 24-136 16,-5 4-37-16,11-7-9 16,35-26-121-16</inkml:trace>
  <inkml:trace contextRef="#ctx0" brushRef="#br0" timeOffset="-115714.36">10238 16061 373 0,'0'0'172'0,"0"0"-120"0,0 0 18 0,0 0-53 0,0 0-4 16,0 0-13-16,75-20 0 16,-57 20-23-16,-11 0 10 15,8 9 11-15,-15 23 2 16,0 12 2-16,0 7 18 16,0 10-15-16,-34-5 21 15,12-4 15-15,10-11 25 16,12-5-37-16,0-16-19 0,0-12-10 15,53-8 9 1,15 0-16-16,0 0 7 16,-3-5 0-16,-6-15 2 0,-19 0-2 15,10 1-18-15,-25 2-31 16,3 17 9-16,-3-8-22 16,-10 8-77-16,-15-3-246 15</inkml:trace>
  <inkml:trace contextRef="#ctx0" brushRef="#br0" timeOffset="-113066.33">10598 16880 228 0,'0'0'23'0,"0"0"-23"0,0 0 2 0,0 0 15 0,0 0 14 0,0 0 7 16,9 0 3-16,-9 0-4 15,0 0 15-15,0 0-13 16,0 0 22-16,0 0-14 16,0 0-3-16,0 3-14 15,0-3-12-15,0 5-18 16,0-5 4-16,25 0-8 15,-9 0-8-15,9 0 7 0,2 0 7 16,-2-8-4 0,-9-9-12-16,-4 6 14 0,-6 3-16 15,-6 0-24-15,0 8 25 16,0 0 15-16,0 0 15 16,0 0-7-16,0 0 10 15,0 0-18-15,0 0-56 16,0 0-210-16</inkml:trace>
  <inkml:trace contextRef="#ctx0" brushRef="#br0" timeOffset="-112266.68">11442 17240 185 0,'0'0'129'0,"0"0"-122"0,0 0 29 0,0 0 36 0,0 0-39 16,0 0-30-1,0-80 9-15,0 37 13 16,0-9 12-16,0-14 41 0,0-9-33 16,12-5-8-16,10-4-17 15,6-4-20-15,-10 11-22 16,1 8 8-16,-10 30-1 16,-3 22-13-16,-6 17 28 15,0 0 17-15,0 13 4 16,0 30-8-16,-21 14-8 15,-20 4-4-15,-5-2 3 16,5-2-8-16,17-14-19 16,2-6-47-16,16-5-101 15</inkml:trace>
  <inkml:trace contextRef="#ctx0" brushRef="#br0" timeOffset="-111867.45">11835 17076 93 0,'0'0'294'0,"0"0"-253"0,0 0 30 0,0 0-33 16,0 0-20-16,0 0-10 15,56 80 11-15,-3-68 6 16,12-4-3-16,3-3-18 15,-3-5 24-15,3 0-23 16,1-28-3-16,8-45-2 16,4-23 0-16,-7-16-48 15,-6-8-110-15,-43 12-77 16</inkml:trace>
  <inkml:trace contextRef="#ctx0" brushRef="#br0" timeOffset="-111767.83">12310 16410 413 0,'0'0'134'0,"0"0"-91"0,-307 221 17 15,214-144-31-15,24-25-29 16,23-21-73-16,34-14-134 16</inkml:trace>
  <inkml:trace contextRef="#ctx0" brushRef="#br0" timeOffset="-110951.45">12685 15813 275 0,'0'0'89'16,"0"0"-5"-16,0 0-28 0,-106 209-29 0,38-149-15 0,28-12 45 0,0-4 35 15,21-24-53 1,19-4 12-16,0-13-15 0,0-3-30 16,6 0-6-16,53 0-10 15,28 0-5-15,6 0-9 16,3-7-6-16,-9-9-14 16,-6-4-3-16,-16 4-39 15,-25-8 15-15,-6 12-35 16,-22-9-52-16,-5 10 19 15,-7 2 45-15,0-2 94 16,0 3 98-16,0 0-1 16,0-17-85-16,0 10-12 15,0-1-82-15,0-1 68 16,0 1 14-16,0 16 112 16,0 0-16-16,0 0 17 0,0 0 9 15,0 0-74 1,0 0-46-16,0 33 0 0,0 14 27 15,0 14 18 1,-13 3 2-16,-15 4-12 0,16-20-5 16,12 0 9-16,0-16-21 15,-6-7-11-15,6-6-4 16,-6-15-8-16,-1 12 3 16,-14-8-58-16,8-3-110 15,-8-5-183-15</inkml:trace>
  <inkml:trace contextRef="#ctx0" brushRef="#br0" timeOffset="-106387.53">14731 15901 297 0,'0'0'119'0,"0"0"-119"0,0 0 0 0,0 0 1 0,0 0 20 15,0 0-8-15,0 0 43 16,0 0-35-16,0 4 26 15,0-4-6-15,0 0 14 16,0 0-22-16,0 0-12 16,0 0-12-16,0 0 2 15,0 0-5-15,0 0-4 16,0 4 13-16,0-4-11 16,25 0 13-16,31 0 5 0,9 0-14 15,16 0 19 1,12-8-11-16,0-16-16 0,15-8-1 15,-2 0-6 1,-4 3-39-16,-21 1-13 0,-22 5-16 16,-25 7-51-16,-28 0-91 15</inkml:trace>
  <inkml:trace contextRef="#ctx0" brushRef="#br0" timeOffset="-106022.29">14638 15668 535 0,'0'0'63'0,"0"0"-14"0,0 0-49 0,0 0 67 0,0 0 2 0,434-80-28 15,-288 44-35-15,-6-4-6 16,-26 12-77-16,-33-4-110 16,-56 28-187-16</inkml:trace>
  <inkml:trace contextRef="#ctx0" brushRef="#br0" timeOffset="-82870.14">16982 16002 352 0,'0'0'106'0,"0"0"-41"0,0 0 15 0,0 0-28 15,0 0-32-15,0 0 19 16,0 0-16-16,0 0 7 15,0 0-8-15,-40-16 23 16,28-17-25-16,-1-23-20 16,13-21 0-16,0-14 0 0,0-21 3 15,0-5 12-15,0 5-28 16,0-4 30-16,0 16-22 16,0 15 14-16,0 21-6 15,0 24-3-15,0 19-12 16,0 13 10-16,0 8-16 15,0 0-38-15,-28 65 56 16,-40 27 19-16,-9 36-16 16,-19 9-4-16,9-13 1 15,15-20-82-15,10-24-80 16,22-16-199-16</inkml:trace>
  <inkml:trace contextRef="#ctx0" brushRef="#br0" timeOffset="-82508.58">17525 15601 613 0,'0'0'68'0,"0"0"-53"0,0 0 31 0,-167 249 5 0,133-190-49 0,21 1-2 16,1-7-18-16,12-14-48 16,0-10-77-16,0-9-71 15</inkml:trace>
  <inkml:trace contextRef="#ctx0" brushRef="#br0" timeOffset="-81893.71">18145 14686 386 0,'0'0'141'16,"0"0"-116"-16,0 0 42 16,0 0-27-16,-127 240-27 15,102-199-10-15,4-5 1 16,8 0-4-16,7-5 0 15,0-6 20-15,6-1-18 16,0-12 13-16,0 1-15 16,12-10-15-16,41 1 3 15,9-4 12-15,9 0 4 16,4 0-4-16,-16 0 18 16,-13 0-18-16,-12 0-6 15,-28 0-21-15,10 0 16 0,-10 0-36 16,-6 0-1-1,0 0-9-15,0-15 31 0,0-2-4 16,0-7-45-16,0-8-39 16,0 0-12-16,6 8-18 15,-6 20 144-15,0 4 106 16,0 0 0-16,0 4-48 16,0 52 36-16,0 17-14 15,0 27 0-15,0 4-5 16,0 4-40-16,-6-4-31 15,-16-11 3-15,16-9-7 16,-19-16-5-16,4-9-48 0,-4-21-30 16,9-31-207-1</inkml:trace>
  <inkml:trace contextRef="#ctx0" brushRef="#br0" timeOffset="-81393.57">18920 14751 224 0,'0'0'108'0,"0"0"-55"0,0 0 43 0,0 0-45 16,0 0-7-16,0 0 25 15,-152 64-23-15,152-41-16 16,0-2-28-16,0-1 16 15,35 4-18-15,30-9-5 16,9 1-1-16,7 9 6 16,-1 3 14-16,-8 8-14 0,-17 4-1 15,-8 0 1-15,-28 1 10 16,-19-2-10-16,0 14 15 16,0-6 12-16,-19 10-7 15,-49 7-1-15,-13 0-4 16,0-3-13-16,1-10-2 15,15-27-16-15,12-11-14 16,7-13 11-16,-4-13-73 16,13-43-40-16,3-29-63 15</inkml:trace>
  <inkml:trace contextRef="#ctx0" brushRef="#br0" timeOffset="-81210.32">18908 14586 578 0,'0'0'34'0,"0"0"-19"15,0 0 18-15,0 0 6 16,440-141-35-16,-285 65-8 16,7-4-21-16,-23 3-262 15</inkml:trace>
  <inkml:trace contextRef="#ctx0" brushRef="#br0" timeOffset="-80593.58">19857 15231 204 0,'0'0'277'0,"0"0"-211"0,0 0-15 0,0 0-51 0,0 0 0 16,0 0-2-16,108 13-3 15,-77-13-2-15,3 0 7 16,-6 0 5-16,-9-5 0 15,-13-10 35-15,-6-1-8 16,0 3 14-16,0 9-46 16,0 4 33-16,-6 0-19 15,-19 0 11-15,10 4-6 16,2 12-15-16,13-8-4 16,0-8-97-16,0 0-228 15</inkml:trace>
  <inkml:trace contextRef="#ctx0" brushRef="#br0" timeOffset="-77191.13">21382 15476 113 0,'0'0'11'0,"0"0"19"0,0 0 1 0,0 0-29 0,0 0-2 0,0 0-1 0,-62 64-3 0,44-47 8 0,2-1 5 0,10-9 43 0,0-7 2 16,0 8-21-16,6-3 5 15,-7 3-13-15,-5-5 10 16,12 13-2-16,-16-4-6 15,4 1-2-15,0-2 0 16,2-2 3-16,-2-6 16 16,6-3-12-16,6 0-28 15,-13 0 3-15,13 0 4 0,0 0 3 16,0 0 14-16,0 0 3 16,0-23-22-16,0-34 5 15,-15-27 2-15,9-16-10 16,-1-16-6-16,-5 0-6 15,-3 11-32-15,15 17 37 16,-7 24-10-16,1 28 7 16,6 19 5-16,0 17-8 15,0 0-17-15,-6 17 24 16,-34 43 10-16,-13 24-10 16,-15 0-1-16,9-8-63 15,12-23-8-15,19-14-14 16,10-18-29-16,8-9-99 15</inkml:trace>
  <inkml:trace contextRef="#ctx0" brushRef="#br0" timeOffset="-76793.76">21454 15159 454 0,'0'0'22'0,"0"0"-15"0,0 0 17 0,0 0-21 0,0 0 1 0,68 224-2 0,-3-187 1 0,9-5-3 0,19-12 16 0,10-8-8 15,8-8-8-15,-2-4-6 0,-10-12 6 16,10-48 0-16,-16-32-2 16,-13-21-2-16,-21-7-29 15,-37 4-9-15,-22 11-4 16,0 25 3 0,-75 20-2-16,-33 24 45 0,-10 28 44 15,-25 8-14-15,4 16 61 0,-16 52-62 16,9 24-29-1,13 13-5-15,40-5-18 0,31-23-89 16</inkml:trace>
  <inkml:trace contextRef="#ctx0" brushRef="#br0" timeOffset="-76030.82">23472 13615 360 0,'0'0'104'0,"0"0"-29"0,0 0 2 0,0 0-25 16,0 0-34-16,0 0 1 0,-245 60-4 15,189 4-10-15,16 24 21 16,9 9-4-16,16 8 15 16,15-10-21-16,0-2-5 15,68-9-3-15,25-8-8 16,0-12 0-16,22-8-2 15,5-12 0-15,-8-16-3 16,3-28-6-16,-22 0-55 16,-13-8 32-16,-5-56 5 15,-29-16-7-15,-33-8 12 16,-13 7-3-16,0 9 15 16,-59 16 9-16,-16 20 3 15,-11 25 4-15,5 11 34 16,0 31 41-16,-12 49-59 15,0 17-12-15,19 8-1 0,21-17-7 16,53-24-93 0,0-33-231-16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2T22:28:25.6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2205 8638 76 0,'0'0'87'0,"0"0"-12"0,0 0-7 0,0 0-22 16,0 0-21-16,0 0-3 15,0 0-10-15,0 0 9 16,0 0-17-16,-140 0 18 16,118 0-1-16,4 0 3 15,-4-3 3-15,10-6-27 16,5 5 0-16,7 0-5 0,0 4-1 16,-15-4 12-16,9 4 16 15,6-4-20-15,-6 0 15 16,-7 0 10-16,7-1-24 15,0 5 6-15,-4 0 0 16,10 0 5-16,-6 0-7 16,6 0 7-16,0 0-14 15,0 0 0-15,0-3 0 16,0 3 13-16,0 0-13 16,0-4-6-16,0 4 6 0,0 0 3 15,0 0 13 1,0 0-10-16,0 0 20 0,0 0-25 15,0 0 16-15,0 0-8 16,0 0-9-16,0 0-8 16,0 0 3-16,0 0 0 15,0 0 10-15,0 0-10 16,0 0 0-16,0 0-17 16,0 0 3-16,0 0 13 15,0 0 6-15,16 0 7 16,2 0-7-16,16 7-5 15,-15 6 0-15,9-1-17 16,-3-4 10-16,-10 4-1 16,4 4 13-16,-4-3 0 15,4-2 6-15,0 1-2 0,2 1-2 16,7-2 6-16,12 1-4 16,-2 4-2-1,11-4 3-15,-18 1-5 16,10 3 4-16,-20-4-4 0,10 4 1 15,3-5 1-15,-12-2-2 16,12-1-9-16,-15-5 7 16,9 2 4-16,-10 3 7 15,4 0-5-15,-3-1-6 16,15 6 4-16,0-1 1 16,12-4-3-16,-15 0-12 15,19 0 6-15,-3 0 6 0,-23 0 0 16,10-4 5-16,-15 0-5 15,-3-4 4-15,8 4-8 16,-2-4-1-16,18 0-19 16,-6 0 16-16,7 0 8 15,-4 3 13-15,-3-3-9 16,0 5-5-16,-6-1 15 16,3 0-15-16,-3 0 1 15,0-4 0-15,3 0 2 16,-3 4 3-16,6-4 0 15,-9 0-3-15,-4 0-4 16,14 0 4-16,-11 0-5 16,4 0 4-16,0 0-1 0,3 0 6 15,-3 0-3 1,0 0-2-16,-3 0-1 0,9 0-3 16,-6 0-15-16,12 0 17 15,7-16-4-15,-16 0 5 16,18-1 3-16,-12 6 4 15,-2 7-2-15,-8 0 1 16,-8-4-11-16,9 4 10 16,0-4-5-16,12 0 8 15,-15 0-9-15,3 0 3 16,-16 4 1-16,16-1-3 16,-9 2 0-16,3-2-2 15,2-3 4-15,4 5-12 16,-3-1 18-16,-3-1-16 0,-4 2 4 15,16-2 4-15,-6 2 0 16,13-5 2-16,-7 3-2 16,-3 2 2-16,-9-6-2 15,12 6 0-15,-10-2 0 16,-8 2-11-16,3-5 7 16,8 0 5-16,-8-1-3 15,15 1 2-15,-9-3 0 16,9 6-1-16,0-7 2 15,0 4 4-15,7-3 0 16,-1-2-10-16,0-2 8 16,1-2-10-16,-10 1 8 15,-10 4-3-15,13 4 2 0,-21 4 0 16,12-4 3-16,-4-1 2 16,-8-2-6-16,21-5 3 15,-6-4-1 1,3 8-1-16,-3-1 0 0,-7 6-1 15,4 3 1-15,-19 0-4 16,16 0 8-16,-10-5-4 16,10 1 1-16,3 0 6 15,3-3-7-15,6-1 5 16,-3-1-5-16,-3 6 0 16,-16-1-3-16,10 0 3 15,-3 0 0-15,-4 3 5 0,-3-3-12 16,-5-4 7-1,5-4-3-15,10 8 6 0,-4-4 0 16,-2 1-2-16,2 2-1 16,-18 1 0-16,7 8 5 15,-7 0-14-15,0 0 0 16,0 0 7-16,0 0 4 16,0 0-2-16,0 0 2 15,0 0 0-15,0 0-2 16,0 0-33-16,0 0-54 15,0-16-167-15</inkml:trace>
  <inkml:trace contextRef="#ctx0" brushRef="#br0" timeOffset="1736.48">10620 7543 272 0,'0'0'102'0,"0"0"-73"0,0 0 11 0,0 0 21 16,0 0-54-16,0 0 20 15,-115 85-14-15,90-54 4 16,-3 10 1 0,-6 3 37-16,0 0 0 0,3 8-24 15,3 4-8-15,0 5-19 16,16-2 11-16,6-2-7 16,6 2 14-16,0 2-21 15,0-1 7-15,0 9-7 16,28 3 6-16,18 0-5 15,13 0 3-15,3 0-3 16,3-8-1-16,3-12-2 16,-2-12-5-16,-14-16 4 15,4-7-8-15,-16-14-9 16,-15-3 11-16,3 0 6 0,-16 0 1 16,16-23 2-1,-3-21 13-15,-3-17-4 0,-3-3 20 16,-10 4-30-16,-9 8-1 15,0 7-5-15,0 17 6 16,-28 12-6-16,-34 8 5 16,-3 8 1-16,-10 0 40 15,4 0-32-15,3 5-3 16,15 23-10-16,13 11 9 16,0 18-4-16,12 11 0 0,28 0-1 15,0-7 0 1,0-14-53-16,28-22-57 0,52-17-190 15</inkml:trace>
  <inkml:trace contextRef="#ctx0" brushRef="#br0" timeOffset="2832.14">11556 8414 131 0,'0'0'67'0,"0"0"23"0,0 0-6 0,0 0 0 0,0 0-32 15,0 0-15 1,6 0-32-16,-6 0 3 0,0 0-2 16,0 0 13-16,0 0 4 15,7 0-23-15,-7 0-8 16,0 0-1-16,0 0 3 16,0 0 10-16,0-5-4 15,0-3 24-15,0 4-14 16,0-4 23-16,0 8-32 15,0 0-2-15,-19 0 23 16,-15 0-17-16,0 20-3 0,6 4 23 16,9 4-22-1,13-3-1-15,6-5-2 0,0-8-2 16,0-5-5-16,13-2-20 16,14-5 16-16,8 0-13 15,-17 0 24-15,10-16 0 16,-9-12 19-16,-7 0-14 15,-12 0-5-15,0 12-16 16,0 8-6-16,0 8 20 16,0 0-7-16,-6 0 9 15,0 0 24-15,6 19-24 16,0-2-27-16,0-17-106 16,6 0-184-16</inkml:trace>
  <inkml:trace contextRef="#ctx0" brushRef="#br0" timeOffset="6461.2">3600 8261 26 0,'0'0'53'0,"0"0"-9"0,0 0-25 0,0 0 13 16,0 0 2-16,0 0 23 15,0 0-46-15,0 0-11 16,0 0 0-16,0 0 6 0,0 0-6 16,0 0-5-16,0 0 5 15,0 0 6-15,0 0 8 16,0 0-4-16,0 0 30 15,0 0-19-15,0 0-18 16,0 0-3-16,0 0-31 16,0 0 11-16,0 0-12 15,0 0 26-15,0 0 4 16,0 0 0-16,0 0-53 16,0 4 11-16,0 4 29 15,0 4 15-15,0-8 13 16,0 4-4-16,0-8 22 0,0 0 16 15,0 0 9-15,0 0-30 16,0 0-9-16,0 0-16 16,0 0 0-16,0 0-1 15,0 0 1-15,0 4-4 16,0 1 6-16,0-2 4 16,0 2-6-16,0-5 5 15,0 3-5-15,9 2 3 16,4-2-2-16,5 5 5 15,-8 4-4-15,2 1-3 16,0-1 23-16,-5-1-18 0,14 2 2 16,-8-1-3-1,-1-1 10-15,10 2 4 0,-16-5-10 16,0-4 7 0,7 7-8-16,2 2 6 0,4-5-12 15,9 4-2-15,-1-4-1 16,-2 8 1-16,3-4 2 15,-15-1 1-15,8 6 3 16,-2-6 1-16,-7 2 11 16,10-1-11-16,-3-1 4 15,8 2-10-15,-2-1-7 16,3-4 4-16,-6 0 3 16,-3 4 6-16,-13 1-5 15,9-5 3-15,-9 3-4 0,19-7 20 16,-3 9-18-1,12-2-2-15,-9-3 4 0,15 4-8 16,-18-4 8-16,3 0 3 16,-4 0-7-16,-8 1 0 15,5 2 3-15,-8-3-3 16,8 0 15-16,10 1-5 16,-3 2-7-16,9-3 4 15,-6 9-7-15,12-6 1 16,-21 2 5-16,15 2-2 15,-22-7-1-15,23 5-3 16,-23-5 5-16,16 4 12 16,-22-4-11-16,22-5 14 0,-3 6-15 15,3-1 1 1,6 0-6-16,-3 0 3 0,9 0-9 16,0 0 0-16,-6-4 5 15,-6 4 1-15,-3-3 4 16,-3-2 0-16,-3 1-4 15,2 0 8-15,4 0-7 16,-3-4 0-16,12 4 2 16,-9 0-3-16,3 4 3 15,-10 0-9-15,10 0 11 16,6-4-10-16,0 4 10 16,-3-8 0-16,3 5-5 15,-6-5 0-15,-3 0-8 16,9 0-3-16,-6 0 11 0,-3 0 1 15,9 0 14-15,0 0-12 16,6 3-3-16,7 2 5 16,-1-5-1-16,1 0-4 15,-1 0 0-15,-5 0-1 16,5 0 2-16,-12 0 5 16,-21 0-5-16,21 0 3 15,-12 0 1-15,2 0-2 16,4 0-3-16,-3 0 0 15,9 0-3-15,7 0 11 16,-14-5-20-16,14 2 23 16,-16-2-24-16,-4-3 15 15,4 4-4-15,3-4-5 0,-16 0 3 16,16 4 4-16,-9-8 3 16,-4 4 4-16,20-4-6 15,-11 0 4-15,4 4-1 16,-15 4-8-16,8 0 8 15,-2-4-5-15,-7 0 1 16,-2 0-14-16,8-1 10 16,-12-2 4-16,22-1-1 15,-9-4 3-15,9-8 4 16,6-1 2-16,6 5-6 0,-15 4-1 16,-3 1-1-1,3 10 0-15,-19 2 0 0,3-2-2 16,-3-3 4-1,7 0-5-15,-1-7 8 0,10-2-16 16,12-2 22-16,-9-6-19 16,3 9 8-16,-10 0-9 15,-2 4 0-15,-10 9 4 16,0-2-4-16,-6 5 15 16,0-4-11-16,6 0 5 15,1-4-2-15,8-9-6 16,-3 6 16-16,7-9-18 15,-3 8 17-15,-4 4-14 16,-6 0 14-16,0 8-14 16,-6-5 15-16,0 5-6 0,0 0-2 15,7-3-2-15,-7-5-6 16,0-4 8 0,15-1 0-16,-3 2 2 0,-12-1-7 15,22 8 11-15,-22 4-6 16,0-4 2-16,0-1 1 15,0 5-3-15,0-3 2 16,0 3 2-16,0 0-3 16,0 0 0-16,0 0 6 15,0 0-11-15,0 0 14 16,0 0-9-16,0 0 2 16,0-5 9-16,0 2-12 0,0-2-6 15,0-2 4 1,6 2 4-16,1 2-2 0,-7-2 8 15,0 5-12 1,0 0 8-16,0 0-8 0,0 0 3 16,0 0-7-16,0 0 6 15,0 0 1-15,0 0-1 16,0 0 2-16,0 0-12 16,0-3 19-16,0-2-8 15,0 2 2-15,12-2 12 16,-12 5-7-16,0 0 0 15,0 0-2-15,0-3 0 16,0-2-8-16,0-2 8 0,0-6-14 16,6 5 9-1,0 0 0-15,-6 4-1 16,0 4 2-16,0 0-1 0,0 0-31 16,0 0-78-16,-6 0-180 15</inkml:trace>
  <inkml:trace contextRef="#ctx0" brushRef="#br0" timeOffset="9642.69">12539 8702 192 0,'0'0'70'0,"0"0"-7"0,0 0-16 0,0 0 9 16,0 0-8-16,0 0-5 15,0 0 10-15,-28 5-6 16,28-5 27-16,0 0-44 16,0 0 9-16,0 0-39 15,0 0 15-15,0 0-12 0,0 0 2 16,-6-13-1-16,-16-15 9 16,4-16 0-16,5-12-7 15,4-13-12-15,9-11 14 16,0-8-21-16,0-4 8 15,0 0-9-15,0 12-9 16,0 0 2-16,0-1 7 16,0 17-15-16,9 7 10 15,-9 10 1-15,0 22 18 16,0 17 5-16,0 8-3 16,0 0 9-16,0 0 12 15,-34 44-13-15,6 17-6 16,-12 16-8-16,0 6-42 15,-7-6-19-15,7-5-34 0,-7-8-96 16</inkml:trace>
  <inkml:trace contextRef="#ctx0" brushRef="#br0" timeOffset="10127.9">12871 8414 226 0,'0'0'107'0,"0"0"-102"16,0 0-4-16,0 0 12 0,0 0-5 15,149 208-2-15,-84-176-2 16,-3 0 46-16,3-3-20 16,9-14-12-16,13-7 25 15,0-8-25-15,-6 0-15 16,-1-31 6-16,1-30 33 0,-16-24 0 15,3-15-5-15,-3-8-35 16,-24-8-2 0,-35 8-24-16,-6 16-24 0,-19 27 36 15,-61 21 12-15,-26 20 16 16,-9 16 0-16,-5 8 39 16,-1 0-32-16,15 8-12 15,26 28-4-15,-1 9 3 16,0 15-10-16,41 8-11 15,-6 4-99-15,15-8-89 16</inkml:trace>
  <inkml:trace contextRef="#ctx0" brushRef="#br0" timeOffset="11590.59">14362 7315 171 0,'0'0'30'0,"0"0"-19"0,0 0 49 0,0 0 12 0,0 0-9 16,0 0-8 0,-24 92-19-16,24-88-32 0,0 0 9 15,0-1 0-15,18 6-5 16,10-5-2-16,3-4 3 15,3 0-9-15,0 0 5 16,-6 0-2-16,12 0 1 16,-2 0 2-16,2-32 31 15,0 0-34-15,1-8 19 16,-7 3-20-16,-16 5-4 16,4 1 2-16,-16-2-13 15,0 2-18-15,-6 6-7 0,0 14 30 16,0 2 6-16,-34 9-2 15,-18 0 4-15,-7 24 0 16,-3 16 7-16,-3 5 7 16,24-14-6-16,7 10-8 15,9-13 0-15,10-9 4 16,9 6 8-16,6-6-8 16,0-2 8-16,0-6-12 15,0-2-9-15,6-1-8 16,34-8 8-16,-6 0-7 15,7 0-12-15,-7 0 20 16,-16 0 4-16,16 0 2 16,-21 0 4-16,-13 0 8 0,6-4-10 15,-6-4 10 1,0 0-5-16,9 4-4 0,-9 4-1 16,0 0 0-16,0 0-6 15,0 0 4-15,0 0 2 16,0 16 7-16,0 4 10 15,0 8-15-15,0-4-2 16,7 8 0-16,11-4 0 16,4 8-5-16,-4 5-2 15,10-2 2-15,-15 6 2 16,5-9-2-16,-2 8 6 16,-10-12-2-16,0-12-1 15,-6 0 2-15,0-7 3 16,0-13 1-16,0 7 17 0,0-7 7 15,0 4 48-15,-18-4-22 16,-38 8-16-16,-3-8 0 16,-22 12-1-16,1 0 7 15,-7 9-23-15,6-2 5 16,10 6-24-16,15-10 0 16,31-2-2-16,10-13-39 15,15 0-62-15,0 0-147 16</inkml:trace>
  <inkml:trace contextRef="#ctx0" brushRef="#br0" timeOffset="19055.77">16768 7820 106 0,'0'0'95'0,"0"0"16"0,0 0-39 16,0 0-26-16,0 0 1 16,0 0-30-16,0 0-13 0,7-32 2 15,2 32 5 1,-9 0-2-16,0 0 2 0,0 0 4 16,0 0 37-16,0 0 2 15,0 12-34-15,0 28 16 16,0 16-28-16,0 20 17 15,0 9 21-15,0 11-43 16,0 0 14-16,0 5-14 16,0-13 6-16,0-8-5 15,0-16-3-15,0-20 10 16,0-12-11-16,19-19-7 16,40-13-6-16,43-25-30 0,56-71 25 15,56-45 18 1,40-39 7-16,35-12-7 0,-17 4 15 15,-24 6-15-15,-40 35 3 16,-47 17-1-16,-27 22 6 16,-41 20-7-16,0 24-1 15,-53 33-34-15,-28 22-85 16,-12 9-117-16</inkml:trace>
  <inkml:trace contextRef="#ctx0" brushRef="#br0" timeOffset="47759.75">5352 12079 47 0,'0'0'44'0,"0"0"-35"0,0 0 32 16,0 0 24-16,0 0 3 15,0 0-21-15,0 0-34 16,0 0-1-16,-6-8-10 0,6 8-2 16,0-4 23-16,0 4-2 15,0 0 9-15,0-8-1 16,0 8 12-16,0 0 5 15,0 0-19-15,0 0-15 16,0 0-10-16,0-4 12 16,0-8-14-16,0 0 6 15,0-8 0-15,0-12 6 16,0 7-10-16,0 2 14 16,0-1-10-16,0-4-6 15,0 0 0-15,0 0 1 16,0-8 0-16,0 3 2 15,0-7-3-15,0 0 0 0,6 1-3 16,9 18-14-16,-2 9 11 16,-1 4 6-16,-6 4-8 15,10 4-24-15,2 0 0 16,16 0-1-16,7 0 6 16,5 0 24-16,-5 20-11 15,-1 5-11-15,-6 2-43 16,-3 9 22-16,-9 12 42 15,-16 8 8-15,-6 9 6 16,0 15-4-16,-12 4 23 16,-44 0-20-16,-3 4 9 15,-9-3-5-15,2-9-5 16,-2-12-7-16,3-12 9 16,-9-11 13-16,27-18-5 0,1-15 8 15,12 5 19 1,6-13-43-16,9 0-2 0,1 0-5 15,2-13 5-15,10 1 0 16,6 1-23-16,0 11 23 16,0 0 0-16,0 0-8 15,6 8-19-15,41 23 27 16,8 2 22-16,4-5-9 16,-12 0 0-16,12-17-11 15,3-6-2-15,-3-5-10 16,3 0 10-16,-3 0-2 15,-1-44 2-15,4-9-13 0,-9-19-82 16,-6-8-88-16</inkml:trace>
  <inkml:trace contextRef="#ctx0" brushRef="#br0" timeOffset="48976.53">6542 12304 187 0,'0'0'83'0,"0"0"-30"0,0 0-15 0,0 0-27 16,0 0 0-16,0 0-3 15,-12 20-1-15,12-20 20 16,0 0 11-16,0 0 24 16,0 0-28-16,0 0 3 15,0 0-35-15,0 0-2 16,0 0-9-16,0 0-5 16,0 0-14-16,0 0 16 15,0 0 12-15,0 0 8 16,-15 0 7-16,8 0 5 15,7 0-1-15,0 0 20 16,0 0-9-16,0 0-30 0,0 0 0 16,0 0-17-16,0 0-28 15,0 0 45-15,0 0 21 16,0 0 17-16,0 0-25 16,0 0-13-16,0 0-7 15,0 0-49-15,0 0-21 16,0-5-163-16</inkml:trace>
  <inkml:trace contextRef="#ctx0" brushRef="#br0" timeOffset="56940.7">7225 12757 82 0,'0'0'18'0,"0"0"34"0,0 0-5 0,0 0-34 15,0 0-6-15,0 0 10 16,0 0 3-16,0 0-5 15,0 0 17-15,0 0 0 16,0 0-1-16,0 0-19 16,0 0 15-16,0 0 10 15,0 0 5-15,0 0-16 16,0 0 9-16,0 0-16 16,0 0-17-16,0 0 2 15,0 0-2-15,0 0 15 16,0 0 1-16,0 0 34 15,0 0-35-15,0 0 11 0,0 0-14 16,0 0-14-16,0-32 7 16,0-25-2-16,0-23 22 15,0-12-9-15,24-4-16 16,4 7 14-16,0-6-19 16,-9-2 5-16,3 6-4 15,-4 14-39-15,-5 33 33 16,-4 19 5-16,-9 10 3 15,0 15-2-15,0 0-5 16,0 0 0-16,0 0-44 16,0 0 28-16,0 15-16 15,0 26 36-15,-16 15-4 16,-36 24-64-16,-23 8-106 16,-5-4-174-16</inkml:trace>
  <inkml:trace contextRef="#ctx0" brushRef="#br0" timeOffset="57585.28">8059 12383 25 0,'0'0'39'0,"0"0"-34"0,0 0 12 16,0 0 65-16,0 0-33 16,0 0 18-16,-7 169-18 0,20-133-22 15,15-15-14-15,-7-1 11 16,-2-9-24-16,-13-6 14 15,7 3-12-15,2-8 20 16,-2 0 14-16,8 0-11 16,-2-5 1-16,9-34 7 15,3-5 26-15,-3-17-32 16,6-3-2-16,-16-12-23 16,-2-5 0-16,-4-2-2 15,-12 2-7-15,0 13-15 16,0 12 9-16,0 15 13 15,-46 30 0-15,-1 7-16 0,-21 4 16 16,-13 4 45-16,-5 48-41 16,-14 12-2-16,14-4-3 15,17 16 6-15,29-11-10 16,34-6 2-16,6-2-30 16,0-5-74-16,46-28-124 15</inkml:trace>
  <inkml:trace contextRef="#ctx0" brushRef="#br0" timeOffset="60885.83">8428 11101 246 0,'0'0'23'0,"0"0"-11"0,0 0 22 0,0 0 9 16,0 0-4-16,0 0 8 15,0 0-9-15,-7 8 3 16,7-8-20-16,0 0 10 16,0 0-1-16,0 0-11 0,0 0-19 15,0 0-7-15,0 0-1 16,0 0-10-16,0-8 18 16,13-8 6-16,21-1 14 15,12 1-20-15,-11 8-4 16,5 8-26-16,-9 0 1 15,-3 0 14-15,-10 0-20 16,-2 0 2-16,-16 4 30 16,0 29 3-16,0 3 30 15,0 8 2-15,-22 4-8 16,-18-4-6-16,9-12-6 16,3-16-7-16,22 0-3 15,6-16-2-15,0 8-12 16,0-4-31-16,0-4-15 15,6 0 10-15,28 0-12 0,0 0 21 16,-3 0 9-16,-15 0 18 16,-10 8-15-16,-6 5 27 15,0 2 55-15,0 1 15 16,0 8-19-16,-34 8-6 16,-19 9-25-16,-15 3-19 15,3 3-1-15,3 10-8 16,9-9 4-16,13-15-37 0,21-18-42 15,10-15-120 1</inkml:trace>
  <inkml:trace contextRef="#ctx0" brushRef="#br0" timeOffset="61302.29">9023 11278 243 0,'0'0'203'0,"0"0"-172"0,0 0 6 0,0 0 17 15,0 0-30-15,0 0-5 16,25 0-6-16,-4 0 9 15,14 0 10-15,5 0 9 0,19 0-10 16,6 0-17-16,16 0-10 16,-1 0-4-16,-12-9-29 15,-9-7-67-15,-25 8-108 16</inkml:trace>
  <inkml:trace contextRef="#ctx0" brushRef="#br0" timeOffset="61814.87">10118 11029 122 0,'0'0'72'0,"0"0"8"0,0 0 10 0,0 0-41 0,0 0 17 0,0 0-37 16,27 216-10-16,-27-147-10 15,13-2 18-15,9 10-10 16,-10-10 0-16,0-2-17 15,4-5 7-15,-16 0-7 16,0-8 0-16,0 1-8 16,0-9-4-16,0-13-3 15,0-14-23-15,0-17-60 16,0 0-23-16,0 0-150 16</inkml:trace>
  <inkml:trace contextRef="#ctx0" brushRef="#br0" timeOffset="62048.67">9978 11430 507 0,'0'0'20'0,"0"0"1"16,0 0 38-1,0 0 8-15,0 0-31 0,0 0-20 16,260-29-3-16,-191 9-13 16,-10 4-36-16,-1-12-81 15,-8 8-66-15,-25 12-166 16</inkml:trace>
  <inkml:trace contextRef="#ctx0" brushRef="#br0" timeOffset="62564.25">9851 10976 180 0,'0'0'81'0,"0"0"-58"0,0 0 20 0,0 0 9 16,0 0-40-16,0 0-12 15,288 9-6-15,-247-9-84 16,-23 0-135-16</inkml:trace>
  <inkml:trace contextRef="#ctx0" brushRef="#br0" timeOffset="63397.54">10632 12629 177 0,'0'0'325'0,"0"0"-300"0,0 0-1 0,0 0 3 16,0 0 15-16,0 0 17 16,208-53-19-16,-134 42-30 0,1-2 0 15,-16 13-6-15,0-8-8 16,-19 8 2-16,0-4-61 15,-12 4-42-15,-15 0-9 16,-13 0-48-16</inkml:trace>
  <inkml:trace contextRef="#ctx0" brushRef="#br0" timeOffset="63613.44">10459 12311 586 0,'0'0'12'0,"0"0"21"16,0 0 48-16,0 0-31 16,0 0-47-16,427 0-3 15,-333 0-10-15,-20-3-49 16,7-14-79-16,-41 6-54 15</inkml:trace>
  <inkml:trace contextRef="#ctx0" brushRef="#br0" timeOffset="64482.29">12524 11802 396 0,'0'0'175'0,"0"0"-133"0,0 0 27 15,0 0-39-15,0 0-28 16,0 0 13-16,-25-40 11 16,25 16-19-16,6-4 7 15,28-8-10-15,31 8 16 16,-12 4-20-16,15 4-6 15,-9 15-8-15,-12 5 7 0,-7 0-16 16,-18 61-20-16,-22 27 22 16,-22 28-15-16,-71 17-11 15,-28 16-9-15,-6-5 36 16,15-4 20-16,4-16 20 16,21-11 11-16,22-33 38 15,31-32-23-15,15-24-26 16,19-12-11-16,0-8-3 15,0 4-12-15,47-4 15 16,24-4-19-16,37 0 20 16,20 0-3-16,5 0 15 15,0 0-5-15,-12 0 7 16,-28 0-16-16,-12 0 1 0,-22 20-8 16,-13 12-2-1,-6 8-4-15,1 4-8 0,-19-3-115 16,-16-17-178-16</inkml:trace>
  <inkml:trace contextRef="#ctx0" brushRef="#br0" timeOffset="64861.77">13646 12472 666 0,'0'0'28'0,"0"0"-28"0,0 0-5 0,0 0-17 15,0 0-13-15,0 0-15 16,0-60 10-16,0 60 29 16,0 0 11-16,0 0 54 0,0 0-40 15,0 0-14-15,0 0-97 16,0 0-345-16</inkml:trace>
  <inkml:trace contextRef="#ctx0" brushRef="#br0" timeOffset="65511.36">14889 12817 107 0,'0'0'158'0,"0"0"-126"0,0 0 17 0,0 0-1 16,0 0-10-16,0 0 20 15,0 4 44-15,0-8-4 16,0-48-50-16,10-24-24 15,2-32-19-15,7-21-3 16,2-15 6-16,-21-13-16 0,0 1-20 16,0 12-9-16,0 31 19 15,-27 37-28-15,14 36 46 16,1 28 21-16,2 12-8 16,4 0 12-16,-12 48-25 15,-16 48 0-15,-35 37 7 16,-2 11-6-16,-10-11-1 15,22-17-38-15,19-36-129 16,6-19-145-16</inkml:trace>
  <inkml:trace contextRef="#ctx0" brushRef="#br0" timeOffset="65945.86">15293 12645 224 0,'0'0'26'0,"0"0"17"0,0 0-8 0,0 0-29 0,353 172-2 15,-266-172-4-15,-7 0 27 16,1-12-7-16,6-48 30 16,0-28-10-16,-13-25 41 15,-15-15-53-15,-19-5-28 16,-40 9-7-16,0 8-23 15,-40 27 30-15,-53 25 5 16,-22 36 8-16,-6 28-1 16,-6 0 111-16,9 69-102 15,-2 35-4-15,17 8 19 16,32-12-36-16,49-15-8 0,22-41-179 16</inkml:trace>
  <inkml:trace contextRef="#ctx0" brushRef="#br0" timeOffset="67360.64">16375 11442 363 0,'0'0'61'0,"0"0"-42"0,0 0 30 0,0 0 24 0,0 0-35 0,0 0 5 16,369 19-26-16,-304-27-2 16,3-3-7-16,-21 6 2 15,-1-2-10-15,-12-1-19 16,-15 0-131-16,-13-1-290 15</inkml:trace>
  <inkml:trace contextRef="#ctx0" brushRef="#br0" timeOffset="68042.91">17311 10824 196 0,'0'0'15'0,"0"0"0"0,0 0-8 0,0 0 45 16,0 0 7-16,0 0 19 0,6 108 24 15,-6-52-34-15,0 8-6 16,0 5-22-16,0-9-24 15,-12-4-6-15,-4-8-9 16,10-8 33-16,6-7-17 16,0-10-7-16,0 1-10 15,0-7-7-15,0-2-6 16,28-10 10-16,25-5-18 16,6 0-2-16,-3 0 8 15,-10-20-26-15,-12-13-4 16,-3 2-8-16,-9 15 29 15,-4 7-11-15,4 5 17 0,-9 4-22 16,8 0 3-16,-8 0-7 16,11 0 14-16,-8 0-45 15,-10 0-83-15</inkml:trace>
  <inkml:trace contextRef="#ctx0" brushRef="#br0" timeOffset="68259.78">17751 11225 202 0,'0'0'138'0,"0"0"-17"16,-28 225-33-16,16-133 20 0,0 1-47 16,12-18-22-16,-13-14-34 15,13-22 10-15,0-11-15 16,0-15-15-16,0-13-16 15,0 0-18-15,0 0-71 16,0 0-127-16</inkml:trace>
  <inkml:trace contextRef="#ctx0" brushRef="#br0" timeOffset="77169.03">20037 11939 79 0,'0'0'43'0,"0"0"14"0,0 0-34 0,0 0-23 15,0 0 0-15,0 0 2 16,0 0 20-16,0 0 37 16,9-36 33-16,-9 31 13 15,0 5 9-15,0 0-19 16,0 0-81-16,0 0 17 0,0 0-31 15,0 5-14-15,0 23 7 16,6 28 7-16,13 16 5 16,21 20-4-16,0 4 6 15,7-7-6-15,12-17 9 16,3-20-10-16,12-16-4 16,4-20 3-16,24-16 1 15,10-24-44-15,30-56 2 16,10-45 30-16,37-27-12 15,25-28 4-15,19-17 3 16,27-11-22-16,7 12-21 16,-13 22 52-16,-34 38 4 0,-30 48-70 15,-57 40-105-15</inkml:trace>
  <inkml:trace contextRef="#ctx0" brushRef="#br0" timeOffset="95536.51">4818 15324 158 0,'0'0'29'0,"0"0"-14"0,0 0 13 0,0 0-28 0,0 0-13 15,0 0 13-15,0 0 7 16,0 0 7-16,0 0 52 16,0 0 9-16,0 0-10 15,0 0-27-15,0 0-36 16,0 0 8-16,0 0-3 16,0-5 4-16,0 2-1 0,0-5 3 15,0-4-9-15,0 4 20 16,0-5-3-16,0-2-12 15,-15 7 11-15,9-5-19 16,0-2 6-16,-1 10-3 16,-5-3-4-16,6-8 0 15,-16 4 3-15,16 4 8 16,-7 0-3-16,-2-8-1 16,3 1-5-16,5 6-4 15,-5-7 3-15,-16 0-6 16,16 12 5-16,-10 0 0 0,10 0-1 15,-10-9-5-15,-3 13 6 16,3-7 0-16,-3-1 9 16,-2-4-9-16,-8 0 0 15,11 7-4-15,-4-2 2 16,-6 7-30-16,9 0 17 16,-9 0 15-16,6 0 3 15,3-4 13-15,-9-4-16 16,6-9-1-16,-6 10-11 15,3-1 7-15,-3 0 7 16,0 8-4-16,0-5-5 16,-7 5 4-16,10 0 3 15,-9 0 1-15,0 0 6 16,-1 0-7-16,1 0 0 0,0 0 4 16,-7 0 11-16,1 0-15 15,-1 0 1-15,1 0 1 16,12 0-1-16,-13 0 3 15,1 13-1-15,5 2 0 16,-5 10 0-16,-10 3 13 16,3-1-7-16,7 10-4 15,-1-8-5-15,7-10 0 16,0-2 8-16,12-6-8 16,-3-11 4-16,3 8-4 0,6-4-10 15,-3-4-11 1,-3 5 17-16,4 6-8 0,2 2 9 15,3 7-38-15,-9-4-47 16,0 12-5-16,10-8-17 16,12-4 23-16,6-8-12 15</inkml:trace>
  <inkml:trace contextRef="#ctx0" brushRef="#br0" timeOffset="97034.8">4698 15344 113 0,'0'0'17'0,"0"0"-17"0,0 0-26 16,0 0-8-16,0 0 34 15,0 0 2-15,40 0 11 0,-40 0 12 16,0 0 58 0,0 0 11-16,0 0-26 0,0 0-39 15,0 0-27-15,0 0 4 16,0-4 13-16,0 0-8 15,0 0 16-15,0-9-21 16,0 5 3-16,0-3-8 16,0 2 2-16,0 1-3 15,0 0 0-15,0 0 1 16,0 1 0-16,0 2 4 16,0 2-5-16,0-2 13 15,0 5-10-15,0 0 21 16,0-3-4-16,0 3 0 15,0-5-12-15,0 2-2 0,-13 3-4 16,-2 0-2-16,3 0-12 16,-7 0 12-16,3-5-8 15,4 5 11-15,0 0-6 16,-10 0-1-16,10 0-2 16,-4 0-10-16,-15 0 2 15,9 0 14-15,-3 0 1 16,-2 0 17-16,14 0-17 15,-9 0-1-15,4 0-6 16,2 0-17-16,-2 5 5 16,-4 3 18-16,3 3 4 0,7-6-4 15,-16 7 13 1,16-12-12-16,-4 0 5 0,-9 3 1 16,13-3-5-16,-10 5 3 15,10-2-5-15,-4 5-3 16,-2 1-24-16,-10-1 27 15,9 3 0-15,-9-6 6 16,10 11-6-16,2-9 13 16,4 6-8-16,-1 3-5 15,1-4 0-15,-3 8 5 16,-4-1-5-16,3 2 4 16,-2-1-2-16,-1 8 0 0,-2-8 19 15,8 16-12 1,-2-8 4-16,15-4-13 0,-13-8 1 15,13 9-3-15,0-10-5 16,0-7-32-16,0-8-68 16,0 0-128-16</inkml:trace>
  <inkml:trace contextRef="#ctx0" brushRef="#br0" timeOffset="99371.12">6942 15355 70 0,'0'0'187'0,"0"0"-156"0,0 0-22 0,0 0 16 0,0 0 4 16,0 0-7-16,0-103-1 15,16 82-4-15,-4 6 27 16,-5-1-10-16,5 7 18 0,10-10-20 16,2-6-3-16,11-3-26 15,-1 0-5-15,6 7 2 16,-6 6 0-16,6 7-7 15,-9 8 5-15,-3 0 2 16,0 4 17-16,-9 36 26 16,-7 13-18-16,4 3 4 15,-16 11-19-15,0 6 0 16,0 11-3-16,-6 8-7 16,-63 21-2-16,-18-9 2 0,1 0 13 15,-14-8-10 1,14-27-2-16,11-18 0 15,35-22 9-15,27-21-10 16,13-8-8-16,0 0-61 0,0 0-57 16,19 0 103-16,43 0 11 15,3 0 12-15,10 28 21 16,-16 4 56-16,15 0 0 16,-28-4-32-16,1-12-23 15,-7-12-22-15,7-4-18 16,-1 0-14-16,16-12-40 15,-15-20-42-15,-1-13-88 16</inkml:trace>
  <inkml:trace contextRef="#ctx0" brushRef="#br0" timeOffset="100431.85">7637 14533 236 0,'0'0'102'0,"0"0"-36"0,0 0 20 0,0 0-19 15,0 0-7-15,0 0-2 16,0 0-44-16,0-3-14 15,0-5 5-15,0-9-5 16,22 6 5-16,18-6 10 16,-12-2-9-16,9 6-6 15,-3 1-7-15,-12 12-16 0,-10 0 14 16,-5 0-34-16,-1 8 23 16,-6 28 20-16,0 9 50 15,0 2-28-15,-25-6 4 16,3-10 2-16,4-10-22 15,2-9-2-15,10-4 0 16,6 0-4-16,0-4-11 16,0 0-32-16,0 0-20 15,15 4 50-15,10 4-4 16,9 4 15-16,0 4 4 16,-21 4 1-16,15 1 26 15,-16-6-1-15,-12 6-10 0,0 3 4 16,0 3 16-1,0 13-15-15,-28 0-4 0,-24 5-9 16,-23-1-10-16,10-7-2 16,-3-5-19-16,15-13 18 15,13-18-26-15,21-5-79 16,19 0-164-16</inkml:trace>
  <inkml:trace contextRef="#ctx0" brushRef="#br0" timeOffset="101400.26">8220 15557 309 0,'0'0'46'0,"0"0"-42"0,0 0 23 0,0 0-27 0,0 0 3 15,0 0-5-15,99 0 4 16,-90-17-4-16,-2 6-1 16,-7-2 3-16,0 1 9 15,0 4-8-15,0 8 1 16,0 0-1-16,0 0 35 0,0 8 29 16,-7 17-6-16,7-2-5 15,-9-7 13-15,9-8-67 16,0-8-4-16,0 0-28 15,22 0-58-15,3-3 42 16,-16-18-50-16,-9 6 6 16,0 7-89-16</inkml:trace>
  <inkml:trace contextRef="#ctx0" brushRef="#br0" timeOffset="102381.3">9268 16010 209 0,'0'0'42'0,"0"0"4"0,0 0-10 0,0 0-12 0,0 0 6 15,0 0 13-15,0 0 30 16,0 0-26-16,0 0 2 0,0 0-32 16,0 0 21-16,0 0-17 15,0 0-12-15,0 0-9 16,0 0 0-16,0 0 7 15,0 0 0-15,0 0 2 16,0 0-4-16,0 0 8 16,0 0 3-16,0 0 5 15,0 0-21-15,0 0 2 16,0 0-2-16,0 0 0 16,0-13-18-16,0-15 5 0,0-11 13 15,0-22 28 1,9-11-28-16,4-8 11 0,-1-20-6 15,-6-9-5 1,10-3-22-16,-10 12 20 0,-6 20-17 16,0 19 19-16,0 25 0 15,0 12 3-15,0 20-2 16,0 4-2-16,0 0-21 16,0 0 20-16,0 0-5 15,0 12-5-15,-6 21 10 16,-10 6-19-16,-9 10-48 15,4 18-100-15,-4-3-172 16</inkml:trace>
  <inkml:trace contextRef="#ctx0" brushRef="#br0" timeOffset="102864.01">9671 15745 307 0,'0'0'29'0,"0"0"-10"0,0 0 4 0,0 0-20 0,0 0 13 0,0 0 6 0,140 144-5 16,-113-144-12-16,-2 0 17 16,-3 0 18-16,-10-8 7 15,16-23 17-15,6-22-32 16,-9-11 19-16,15-13-50 15,1-6 4-15,-13-6-5 16,-16 5-14-16,-12 8-4 16,0 24-5-16,0 19 23 0,-34 13 8 15,-19 17 24 1,-6 3-22-16,-15 0 13 0,-7 44-8 16,-5 7-14-16,27 1-2 15,3-3 1-15,31-17-64 16,16-13-73-16,9-6-70 15</inkml:trace>
  <inkml:trace contextRef="#ctx0" brushRef="#br0" timeOffset="103579.98">10400 14522 474 0,'0'0'43'0,"0"0"-43"0,0 0-15 0,0 0 12 16,0 0 0-16,0 0 3 16,167-25-40-16,-127 25 19 15,-9 0-8-15,-21 8 29 0,2 25 10 16,-12-2 32-16,0 5-9 15,0-15-1-15,0-6-14 16,0 2-15-16,-12-5 5 16,2-5-3-16,10-2-5 15,0-5-10-15,0 0-23 16,0 0-17-16,22 0 18 16,18 0-27-16,13 0-19 15,-19 12-18-15,-9 4 38 16,-3 0 54-16,-16 9 4 15,-6-2 39-15,0 10 43 16,0-2 24-16,-12 1-50 0,-23 1 1 16,-17 7 5-1,5-16-16-15,1-1 10 16,-10-15-56-16,9-8-8 0,7 0-98 16,-6 0-56-16,21 0-203 15</inkml:trace>
  <inkml:trace contextRef="#ctx0" brushRef="#br0" timeOffset="104344.94">8794 16090 56 0,'0'0'138'0,"0"0"-4"0,0 0-31 0,0 0-5 15,0 0-30-15,0 0-15 16,0 0-24-16,-13-44-2 15,1 0-3-15,-10-17-8 16,10-7 12-16,5-16-12 0,1-4-13 16,6-1 10-1,0-7-13-15,19 0 0 0,34 0-12 16,15 8 10-16,6 3-23 16,-9 4-20-1,3 26-79-15,-21 7-81 0</inkml:trace>
  <inkml:trace contextRef="#ctx0" brushRef="#br0" timeOffset="105128.54">11007 14826 268 0,'0'0'83'0,"0"0"25"0,0 0 2 0,0 0-46 15,0 0-19-15,208 225-29 16,-143-169 6-16,-9 4-19 16,-3 17 14-16,-28 3 16 15,-4 12-5-15,-21 8 0 16,0 13-4-16,-21 6-3 16,-32 2-19-16,0-13 23 0,7-24-15 15,12-23-10-15,6-29-37 16,21-12-12-16,-11-20-28 15,18 0-124-15,-6-44-224 16</inkml:trace>
  <inkml:trace contextRef="#ctx0" brushRef="#br0" timeOffset="105944.62">11361 14369 352 0,'0'0'113'0,"0"0"-102"0,0 0 17 0,0 0-24 0,0 0 7 15,0 0-2-15,155 0-5 16,-109 0-4-16,-5 0-1 16,-23 12-13-16,-2 12 14 15,-16 4 44-15,0 13 14 16,0 2 4-16,-9 1-33 15,-16-3-2-15,3-10-13 16,10-10-1-16,5-13-13 16,7-4-4-16,0 0-21 0,0 0-62 15,41 4 19 1,18 0 24-16,3 0 19 16,3 4-1-16,-3 4 20 0,-22 1 3 15,-3-9 3-15,-21 11 0 16,-4 1 1-16,-12 0 32 15,0 4-2-15,0-4 14 16,0 0 18-16,-40 1 3 16,-35 2-53-16,-11-2-10 15,-14-1-3-15,7-12-4 16,13-8-24-16,27 0-212 16,13 0 104-16</inkml:trace>
  <inkml:trace contextRef="#ctx0" brushRef="#br0" timeOffset="108776.47">12579 15668 386 0,'0'0'162'0,"0"0"-161"0,0 0 15 0,0 0 29 0,0 0 13 0,366 33-23 0,-273-30-2 16,-6-3-31-1,0 0 18-15,-19 0-17 0,-9 0 1 16,-25 0-4-16,-12-3-15 15,-10 3-29-15,-12 0-36 16,0-4 6 0,0 4-43-16,0-4-131 0</inkml:trace>
  <inkml:trace contextRef="#ctx0" brushRef="#br0" timeOffset="108992.3">12579 15540 454 0,'0'0'238'0,"0"0"-225"16,0 0 24-16,0 0 36 16,394-3-21-16,-282-10-52 15,-4-3-17-15,-8-4-56 16,-14-5-56-16,-30 6-211 15</inkml:trace>
  <inkml:trace contextRef="#ctx0" brushRef="#br0" timeOffset="111524.15">14756 15684 146 0,'0'0'227'0,"0"0"-220"0,0 0-2 15,0 0 21-15,0 0 18 0,0 0-15 0,133-160 25 16,-83 112-26-16,-3-1 13 16,-1-6 1-16,1-6 7 15,-1-3-35-15,1 0-7 16,-19-8-7-16,-4 0-1 15,-24 0-6-15,0 0 2 16,-12 7 5-16,-41 9 0 16,-9 12 19-16,-3 12-1 15,3 11 31-15,16 10-18 16,-1 11-12-16,22 0-8 0,-3 0 3 16,16 0-14-16,-4 32-15 15,16 16 11 1,0 13 0-16,0 6-6 0,62 2-6 15,19 3 3-15,18 0 11 16,7 0-26-16,21 0-1 16,6 0-41-16,-12 1-21 15,-19-1 4-15,-30-4 43 16,-16-4 9-16,-50 1 32 16,-6-1 3-16,-41-8 61 15,-52-8 38-15,-21-8-63 16,-1-12 19-16,-6-15-34 15,3-13 16-15,16 0-32 0,21 0-5 16,16 0-44-16,19-25-80 16,12 6-87-16</inkml:trace>
  <inkml:trace contextRef="#ctx0" brushRef="#br0" timeOffset="112275.24">16530 15396 139 0,'0'0'250'0,"0"0"-232"0,0 0 3 0,0 0 0 16,0 0-14-16,0 0 4 15,0-24-9-15,0 24 0 16,0 0 17-16,0 0 16 15,0 0 22-15,0 0-34 16,0 0-16-16,0 0-14 16,25-4-27-16,2-24-7 15,-2-9 28-15,-3 6-13 16,-22 3-6-16,0 8 32 16,0 20 6-16,0 0 7 15,-6 0 21-15,-16 0-2 16,10 0-12-16,5 0-20 15,1 0-5-15,6 0-30 0,0 0-32 16,0 0-347 0</inkml:trace>
  <inkml:trace contextRef="#ctx0" brushRef="#br0" timeOffset="116085.51">17792 15850 206 0,'0'0'135'0,"0"0"-128"0,0 0 21 0,0 0-18 16,0 0 0-16,0 0-4 0,0 0 23 15,0 39 17 1,0-31 14-16,-6-4 9 0,-1 0-16 16,1 4-11-16,-16-4-35 15,22 1 8-15,-6 3-8 16,0-5 16-16,0 5-12 15,-4-4 8-15,10-4-1 16,-6 0-3-16,6 0-15 16,-6-4-2-16,-6-36-21 15,-1-28 23-15,4-32 9 16,3-13 0-16,6-23-18 16,0-16 9-16,0-5-12 15,0 13-12-15,0 16-25 16,0 27-4-16,0 25-37 15,0 20 66-15,0 27 24 0,0 21 8 16,-19 8 45-16,-9 5 19 16,-31 43-34-16,4 24-34 15,-11 8 20-15,20 8-20 16,6-7-2-16,18-9-2 16,22-7-105-16,0-26-143 15</inkml:trace>
  <inkml:trace contextRef="#ctx0" brushRef="#br0" timeOffset="116587.15">18213 15504 498 0,'0'0'32'0,"0"0"-27"0,0 0 11 0,0 0-3 0,0 0-13 0,100 205 14 15,-48-169-7 1,10 0 0-16,-9-8 12 0,-6-17 15 16,-1 6-7-16,-12-17-27 15,0 0 3-15,7-24-3 16,5-33 7-16,1-18 8 16,5-30-12-16,10-11 5 15,-31-4-8-15,-9 4-3 16,-22 11-3-16,0 17 6 15,-40 19 23-15,-35 17 2 16,-5 21 3-16,-1 19-18 16,-6 12 31-16,0 7-7 0,-18 62-10 15,-10 14-23-15,4 2-1 16,15-5-2-16,24-19-21 16,32-22-29-16,12-19-96 15,16-12-113-15</inkml:trace>
  <inkml:trace contextRef="#ctx0" brushRef="#br0" timeOffset="117484.94">19230 14052 373 0,'0'0'63'0,"0"0"-45"0,0 0 39 15,0 0-16-15,0 0-16 16,0 0 3-16,-15 121 5 15,15-118 0-15,6-3-28 16,28 0-5-16,13 0 5 16,5-11-10-16,10-25 10 0,-15-5-8 15,-7-3 3 1,1-7-10-16,-7-10-8 0,-16 9-34 16,-5-1-11-16,-13 6-57 15,0 6 14-15,0 18 6 16,-6 23 100-16,-47 0 74 15,-6 0-56-15,-9 39 96 16,-1 22-81-16,11 3-6 16,11 0-4-16,28-7-23 15,19-18-11-15,0-6 9 16,0-10-26-16,38-2-6 16,11-9-2-16,16-4 6 15,-12-8-20-15,3 0-19 16,-16 0-6-16,-15-20-88 15</inkml:trace>
  <inkml:trace contextRef="#ctx0" brushRef="#br0" timeOffset="117548.9">19230 14052 180 0</inkml:trace>
  <inkml:trace contextRef="#ctx0" brushRef="#br0" timeOffset="117802.52">19230 14052 180 0,'360'-169'148'0,"-382"230"-98"0,10-9-2 16,12 0-18-16,0 4-36 15,12-7-1-15,29-1 2 16,-1 16-1-16,-6-4 6 16,-6-4-12-16,-9-7-11 15,-13-2 19-15,-6-10 4 0,0-10 9 16,0-7 22-16,0-12 45 16,-31 9 18-16,-25-17-15 15,-9 11-33-15,-16-3 10 16,13 1-21-16,-13 7 18 15,-18 4-19-15,12 4-13 16,1-4-21-16,5-4 2 16,47-4-4-16,21-12-25 15,13 4-17-15,0 0-114 16,7 0-213-16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215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6C12C-C08F-C991-4B7F-AD990F93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398B84-390B-20C6-EC11-FE6BF8ACC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7691B5-A4C5-9289-B9B3-87F882B11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24597-D117-FA8C-F838-0B297846E0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02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12.png"/><Relationship Id="rId18" Type="http://schemas.openxmlformats.org/officeDocument/2006/relationships/customXml" Target="../ink/ink10.xml"/><Relationship Id="rId3" Type="http://schemas.openxmlformats.org/officeDocument/2006/relationships/image" Target="../media/image7.png"/><Relationship Id="rId21" Type="http://schemas.openxmlformats.org/officeDocument/2006/relationships/image" Target="../media/image16.png"/><Relationship Id="rId7" Type="http://schemas.openxmlformats.org/officeDocument/2006/relationships/image" Target="../media/image9.png"/><Relationship Id="rId12" Type="http://schemas.openxmlformats.org/officeDocument/2006/relationships/customXml" Target="../ink/ink7.xml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9.xml"/><Relationship Id="rId20" Type="http://schemas.openxmlformats.org/officeDocument/2006/relationships/customXml" Target="../ink/ink1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.xm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5" Type="http://schemas.openxmlformats.org/officeDocument/2006/relationships/image" Target="../media/image13.png"/><Relationship Id="rId23" Type="http://schemas.openxmlformats.org/officeDocument/2006/relationships/image" Target="../media/image17.png"/><Relationship Id="rId10" Type="http://schemas.openxmlformats.org/officeDocument/2006/relationships/customXml" Target="../ink/ink6.xml"/><Relationship Id="rId19" Type="http://schemas.openxmlformats.org/officeDocument/2006/relationships/image" Target="../media/image15.png"/><Relationship Id="rId4" Type="http://schemas.openxmlformats.org/officeDocument/2006/relationships/customXml" Target="../ink/ink3.xml"/><Relationship Id="rId9" Type="http://schemas.openxmlformats.org/officeDocument/2006/relationships/image" Target="../media/image10.png"/><Relationship Id="rId14" Type="http://schemas.openxmlformats.org/officeDocument/2006/relationships/customXml" Target="../ink/ink8.xml"/><Relationship Id="rId22" Type="http://schemas.openxmlformats.org/officeDocument/2006/relationships/customXml" Target="../ink/ink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customXml" Target="../ink/ink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customXml" Target="../ink/ink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customXml" Target="../ink/ink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customXml" Target="../ink/ink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8.xml"/><Relationship Id="rId5" Type="http://schemas.openxmlformats.org/officeDocument/2006/relationships/image" Target="../media/image27.png"/><Relationship Id="rId4" Type="http://schemas.openxmlformats.org/officeDocument/2006/relationships/customXml" Target="../ink/ink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customXml" Target="../ink/ink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1.xml"/><Relationship Id="rId5" Type="http://schemas.openxmlformats.org/officeDocument/2006/relationships/image" Target="../media/image32.png"/><Relationship Id="rId4" Type="http://schemas.openxmlformats.org/officeDocument/2006/relationships/customXml" Target="../ink/ink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3.xml"/><Relationship Id="rId5" Type="http://schemas.openxmlformats.org/officeDocument/2006/relationships/image" Target="../media/image35.png"/><Relationship Id="rId4" Type="http://schemas.openxmlformats.org/officeDocument/2006/relationships/customXml" Target="../ink/ink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customXml" Target="../ink/ink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customXml" Target="../ink/ink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customXml" Target="../ink/ink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customXml" Target="../ink/ink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tipo, Ícone&#10;&#10;O conteúdo gerado por IA pode estar incorreto.">
            <a:extLst>
              <a:ext uri="{FF2B5EF4-FFF2-40B4-BE49-F238E27FC236}">
                <a16:creationId xmlns:a16="http://schemas.microsoft.com/office/drawing/2014/main" id="{1AB5C0BD-8426-4075-3B5D-20A1D0163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483" y="476759"/>
            <a:ext cx="1067033" cy="10670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D78CC4CC-A152-04FA-A5C2-624E33841221}"/>
                  </a:ext>
                </a:extLst>
              </p14:cNvPr>
              <p14:cNvContentPartPr/>
              <p14:nvPr/>
            </p14:nvContentPartPr>
            <p14:xfrm>
              <a:off x="7464240" y="3049200"/>
              <a:ext cx="1558800" cy="370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D78CC4CC-A152-04FA-A5C2-624E3384122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54880" y="3039840"/>
                <a:ext cx="1577520" cy="55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69579847-245D-1FBA-C688-A5381ED5A964}"/>
                  </a:ext>
                </a:extLst>
              </p14:cNvPr>
              <p14:cNvContentPartPr/>
              <p14:nvPr/>
            </p14:nvContentPartPr>
            <p14:xfrm>
              <a:off x="1491840" y="608400"/>
              <a:ext cx="5232240" cy="550332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69579847-245D-1FBA-C688-A5381ED5A9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82480" y="599040"/>
                <a:ext cx="5250960" cy="5522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68EDCD9D-E6A6-89ED-3762-C84D92FF72F1}"/>
              </a:ext>
            </a:extLst>
          </p:cNvPr>
          <p:cNvGrpSpPr/>
          <p:nvPr/>
        </p:nvGrpSpPr>
        <p:grpSpPr>
          <a:xfrm>
            <a:off x="1437752" y="1828521"/>
            <a:ext cx="2248920" cy="1038960"/>
            <a:chOff x="1437752" y="1828521"/>
            <a:chExt cx="2248920" cy="103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Tinta 1">
                  <a:extLst>
                    <a:ext uri="{FF2B5EF4-FFF2-40B4-BE49-F238E27FC236}">
                      <a16:creationId xmlns:a16="http://schemas.microsoft.com/office/drawing/2014/main" id="{423E3EE2-8630-64FA-BFC3-C020D1E63E93}"/>
                    </a:ext>
                  </a:extLst>
                </p14:cNvPr>
                <p14:cNvContentPartPr/>
                <p14:nvPr/>
              </p14:nvContentPartPr>
              <p14:xfrm>
                <a:off x="1437752" y="1828521"/>
                <a:ext cx="39240" cy="97920"/>
              </p14:xfrm>
            </p:contentPart>
          </mc:Choice>
          <mc:Fallback xmlns="">
            <p:pic>
              <p:nvPicPr>
                <p:cNvPr id="2" name="Tinta 1">
                  <a:extLst>
                    <a:ext uri="{FF2B5EF4-FFF2-40B4-BE49-F238E27FC236}">
                      <a16:creationId xmlns:a16="http://schemas.microsoft.com/office/drawing/2014/main" id="{423E3EE2-8630-64FA-BFC3-C020D1E63E9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33432" y="1824201"/>
                  <a:ext cx="47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5354E206-C822-321C-8CAE-DDDB564E7E07}"/>
                    </a:ext>
                  </a:extLst>
                </p14:cNvPr>
                <p14:cNvContentPartPr/>
                <p14:nvPr/>
              </p14:nvContentPartPr>
              <p14:xfrm>
                <a:off x="1636832" y="2026881"/>
                <a:ext cx="213840" cy="20520"/>
              </p14:xfrm>
            </p:contentPart>
          </mc:Choice>
          <mc:Fallback xmlns=""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5354E206-C822-321C-8CAE-DDDB564E7E0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32512" y="2022561"/>
                  <a:ext cx="222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71AE45C3-9976-AFC2-9FF3-5960D77D5B9A}"/>
                    </a:ext>
                  </a:extLst>
                </p14:cNvPr>
                <p14:cNvContentPartPr/>
                <p14:nvPr/>
              </p14:nvContentPartPr>
              <p14:xfrm>
                <a:off x="2518472" y="2052441"/>
                <a:ext cx="804240" cy="511200"/>
              </p14:xfrm>
            </p:contentPart>
          </mc:Choice>
          <mc:Fallback xmlns=""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71AE45C3-9976-AFC2-9FF3-5960D77D5B9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12352" y="2046321"/>
                  <a:ext cx="81648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0231959C-9201-EFA1-A993-EF6D91CA35B1}"/>
                    </a:ext>
                  </a:extLst>
                </p14:cNvPr>
                <p14:cNvContentPartPr/>
                <p14:nvPr/>
              </p14:nvContentPartPr>
              <p14:xfrm>
                <a:off x="1812512" y="2234961"/>
                <a:ext cx="1028160" cy="63252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0231959C-9201-EFA1-A993-EF6D91CA35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06392" y="2228841"/>
                  <a:ext cx="104040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DBC850E2-910D-6AB1-50E3-6C35268FB5D3}"/>
                    </a:ext>
                  </a:extLst>
                </p14:cNvPr>
                <p14:cNvContentPartPr/>
                <p14:nvPr/>
              </p14:nvContentPartPr>
              <p14:xfrm>
                <a:off x="2888552" y="2471121"/>
                <a:ext cx="30960" cy="5436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DBC850E2-910D-6AB1-50E3-6C35268FB5D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82432" y="2465001"/>
                  <a:ext cx="432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87B59332-B183-A1CD-E636-0B81DBE60B0C}"/>
                    </a:ext>
                  </a:extLst>
                </p14:cNvPr>
                <p14:cNvContentPartPr/>
                <p14:nvPr/>
              </p14:nvContentPartPr>
              <p14:xfrm>
                <a:off x="2910872" y="2432961"/>
                <a:ext cx="25200" cy="3960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87B59332-B183-A1CD-E636-0B81DBE60B0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04752" y="2426841"/>
                  <a:ext cx="374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1881902D-281E-1B45-E811-8B3A1EC732BE}"/>
                    </a:ext>
                  </a:extLst>
                </p14:cNvPr>
                <p14:cNvContentPartPr/>
                <p14:nvPr/>
              </p14:nvContentPartPr>
              <p14:xfrm>
                <a:off x="3050192" y="2436201"/>
                <a:ext cx="15840" cy="5436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1881902D-281E-1B45-E811-8B3A1EC732B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44072" y="2430081"/>
                  <a:ext cx="280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4344CE26-AB6C-0026-4295-28DD01F30558}"/>
                    </a:ext>
                  </a:extLst>
                </p14:cNvPr>
                <p14:cNvContentPartPr/>
                <p14:nvPr/>
              </p14:nvContentPartPr>
              <p14:xfrm>
                <a:off x="3290312" y="2517921"/>
                <a:ext cx="42840" cy="9792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4344CE26-AB6C-0026-4295-28DD01F3055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84192" y="2511801"/>
                  <a:ext cx="550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AF31CB06-4EEF-7D75-B310-F17C6FC735FA}"/>
                    </a:ext>
                  </a:extLst>
                </p14:cNvPr>
                <p14:cNvContentPartPr/>
                <p14:nvPr/>
              </p14:nvContentPartPr>
              <p14:xfrm>
                <a:off x="3621512" y="2825361"/>
                <a:ext cx="65160" cy="360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AF31CB06-4EEF-7D75-B310-F17C6FC735F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15392" y="2819241"/>
                  <a:ext cx="77400" cy="1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00654270-1C5B-4589-54FD-ABC4CF2E24F5}"/>
                  </a:ext>
                </a:extLst>
              </p14:cNvPr>
              <p14:cNvContentPartPr/>
              <p14:nvPr/>
            </p14:nvContentPartPr>
            <p14:xfrm>
              <a:off x="1659600" y="812520"/>
              <a:ext cx="7695720" cy="4272480"/>
            </p14:xfrm>
          </p:contentPart>
        </mc:Choice>
        <mc:Fallback xmlns=""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00654270-1C5B-4589-54FD-ABC4CF2E24F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50240" y="803160"/>
                <a:ext cx="7714440" cy="4291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23DA41DE-8769-7EA1-8562-398A5F0241FB}"/>
                  </a:ext>
                </a:extLst>
              </p14:cNvPr>
              <p14:cNvContentPartPr/>
              <p14:nvPr/>
            </p14:nvContentPartPr>
            <p14:xfrm>
              <a:off x="5623920" y="3116520"/>
              <a:ext cx="1337760" cy="77904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23DA41DE-8769-7EA1-8562-398A5F0241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14560" y="3107160"/>
                <a:ext cx="1356480" cy="79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534423B9-AFBB-C7FA-28BC-1A4D6D5F4D0C}"/>
                  </a:ext>
                </a:extLst>
              </p14:cNvPr>
              <p14:cNvContentPartPr/>
              <p14:nvPr/>
            </p14:nvContentPartPr>
            <p14:xfrm>
              <a:off x="2570760" y="1855080"/>
              <a:ext cx="6846120" cy="23176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534423B9-AFBB-C7FA-28BC-1A4D6D5F4D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61400" y="1845720"/>
                <a:ext cx="6864840" cy="2336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53286B3C-14AB-B570-9F67-5239AFC0A8B3}"/>
                  </a:ext>
                </a:extLst>
              </p14:cNvPr>
              <p14:cNvContentPartPr/>
              <p14:nvPr/>
            </p14:nvContentPartPr>
            <p14:xfrm>
              <a:off x="333360" y="2103120"/>
              <a:ext cx="6923160" cy="384624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53286B3C-14AB-B570-9F67-5239AFC0A8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4000" y="2093760"/>
                <a:ext cx="6941880" cy="3864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3BDF0A55-98AA-7137-1099-D5BC1B4AD812}"/>
                  </a:ext>
                </a:extLst>
              </p14:cNvPr>
              <p14:cNvContentPartPr/>
              <p14:nvPr/>
            </p14:nvContentPartPr>
            <p14:xfrm>
              <a:off x="4120200" y="673560"/>
              <a:ext cx="6718320" cy="50896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3BDF0A55-98AA-7137-1099-D5BC1B4AD8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10840" y="664200"/>
                <a:ext cx="6737040" cy="5108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5FA85188-B10B-37C4-C892-1E616B1D7B24}"/>
                  </a:ext>
                </a:extLst>
              </p14:cNvPr>
              <p14:cNvContentPartPr/>
              <p14:nvPr/>
            </p14:nvContentPartPr>
            <p14:xfrm>
              <a:off x="584640" y="576000"/>
              <a:ext cx="10900800" cy="569952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5FA85188-B10B-37C4-C892-1E616B1D7B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5280" y="566640"/>
                <a:ext cx="10919520" cy="57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2CB9127-A9C7-6E96-8EFB-351AADDD82B7}"/>
                  </a:ext>
                </a:extLst>
              </p14:cNvPr>
              <p14:cNvContentPartPr/>
              <p14:nvPr/>
            </p14:nvContentPartPr>
            <p14:xfrm>
              <a:off x="3160800" y="3134880"/>
              <a:ext cx="1264680" cy="164340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2CB9127-A9C7-6E96-8EFB-351AADDD82B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51440" y="3125520"/>
                <a:ext cx="1283400" cy="1662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183F2082-8F7F-B4FA-258F-0146F2815E62}"/>
                  </a:ext>
                </a:extLst>
              </p14:cNvPr>
              <p14:cNvContentPartPr/>
              <p14:nvPr/>
            </p14:nvContentPartPr>
            <p14:xfrm>
              <a:off x="5241600" y="1884600"/>
              <a:ext cx="4739760" cy="401724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183F2082-8F7F-B4FA-258F-0146F2815E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32240" y="1875240"/>
                <a:ext cx="4758480" cy="4035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1A546866-5C19-0F5C-CEB0-2C067B0785E6}"/>
                  </a:ext>
                </a:extLst>
              </p14:cNvPr>
              <p14:cNvContentPartPr/>
              <p14:nvPr/>
            </p14:nvContentPartPr>
            <p14:xfrm>
              <a:off x="740880" y="609840"/>
              <a:ext cx="9799200" cy="584640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1A546866-5C19-0F5C-CEB0-2C067B0785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1520" y="600480"/>
                <a:ext cx="9817920" cy="58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A1D843ED-ECB6-CE04-9B1B-6A2272AC9028}"/>
                  </a:ext>
                </a:extLst>
              </p14:cNvPr>
              <p14:cNvContentPartPr/>
              <p14:nvPr/>
            </p14:nvContentPartPr>
            <p14:xfrm>
              <a:off x="2662920" y="749880"/>
              <a:ext cx="9528480" cy="59241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A1D843ED-ECB6-CE04-9B1B-6A2272AC902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53560" y="740520"/>
                <a:ext cx="9547200" cy="5942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226497AA-8EDF-6CD4-86C5-F109E0914D66}"/>
                  </a:ext>
                </a:extLst>
              </p14:cNvPr>
              <p14:cNvContentPartPr/>
              <p14:nvPr/>
            </p14:nvContentPartPr>
            <p14:xfrm>
              <a:off x="546840" y="353880"/>
              <a:ext cx="11611080" cy="637056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226497AA-8EDF-6CD4-86C5-F109E0914D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7480" y="344520"/>
                <a:ext cx="11629800" cy="63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D30884D-2E0A-D60D-1160-3703CF2325F3}"/>
                  </a:ext>
                </a:extLst>
              </p14:cNvPr>
              <p14:cNvContentPartPr/>
              <p14:nvPr/>
            </p14:nvContentPartPr>
            <p14:xfrm>
              <a:off x="435240" y="4428000"/>
              <a:ext cx="1485000" cy="107028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1D30884D-2E0A-D60D-1160-3703CF2325F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5880" y="4418640"/>
                <a:ext cx="1503720" cy="108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89782-31FB-07C2-8DDA-6B89F2F14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FBA5B29-E962-C2C6-6EB6-655ED788FFE5}"/>
                  </a:ext>
                </a:extLst>
              </p14:cNvPr>
              <p14:cNvContentPartPr/>
              <p14:nvPr/>
            </p14:nvContentPartPr>
            <p14:xfrm>
              <a:off x="387360" y="1183680"/>
              <a:ext cx="11689560" cy="524304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FBA5B29-E962-C2C6-6EB6-655ED788FF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8000" y="1174320"/>
                <a:ext cx="11708280" cy="526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3673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BC3FFD7E-FDF4-EF23-2304-396A3F41D456}"/>
                  </a:ext>
                </a:extLst>
              </p14:cNvPr>
              <p14:cNvContentPartPr/>
              <p14:nvPr/>
            </p14:nvContentPartPr>
            <p14:xfrm>
              <a:off x="4354560" y="3044880"/>
              <a:ext cx="2810880" cy="20271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BC3FFD7E-FDF4-EF23-2304-396A3F41D4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45200" y="3035520"/>
                <a:ext cx="2829600" cy="2045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353D409E-1908-4C63-3504-49333559CC92}"/>
                  </a:ext>
                </a:extLst>
              </p14:cNvPr>
              <p14:cNvContentPartPr/>
              <p14:nvPr/>
            </p14:nvContentPartPr>
            <p14:xfrm>
              <a:off x="271080" y="1291680"/>
              <a:ext cx="11591640" cy="51390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353D409E-1908-4C63-3504-49333559CC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1720" y="1282320"/>
                <a:ext cx="11610360" cy="5157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C6B140CD-8EB8-B2CF-4A61-9CAE7A0AD80A}"/>
                  </a:ext>
                </a:extLst>
              </p14:cNvPr>
              <p14:cNvContentPartPr/>
              <p14:nvPr/>
            </p14:nvContentPartPr>
            <p14:xfrm>
              <a:off x="689760" y="2552400"/>
              <a:ext cx="7568640" cy="32907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C6B140CD-8EB8-B2CF-4A61-9CAE7A0AD8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0400" y="2543040"/>
                <a:ext cx="7587360" cy="330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16</Words>
  <Application>Microsoft Office PowerPoint</Application>
  <PresentationFormat>Widescreen</PresentationFormat>
  <Paragraphs>16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Pré-Vestibular</dc:title>
  <dc:subject>PptxGenJS Presentation</dc:subject>
  <dc:creator>Created by Marp</dc:creator>
  <cp:lastModifiedBy>Éderson Passos Silva</cp:lastModifiedBy>
  <cp:revision>5</cp:revision>
  <dcterms:created xsi:type="dcterms:W3CDTF">2026-04-09T21:15:14Z</dcterms:created>
  <dcterms:modified xsi:type="dcterms:W3CDTF">2026-05-12T22:30:45Z</dcterms:modified>
</cp:coreProperties>
</file>