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2:57:28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17764 14846 50 0,'0'0'165'16,"0"0"-165"-16,0 0-164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2:59:25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2037 3588 167 0,'0'0'303'0,"0"0"-255"0,0 0-9 0,0 0 24 0,0 0-21 16,0 0 1-16,0 0 12 15,0 0 34-15,0 0 0 16,0 0 8-16,0 0-26 16,0 0-12-16,0 0-31 15,0 0-28-15,0 0 15 0,0 0-10 16,47 0 6-16,21 0 6 15,12 0 14-15,14 0-19 16,5 0 2-16,22 0-12 16,12 0-1-16,41-3-1 15,-1-14 10 1,-5 1-11-16,-13 5 5 0,-22-1-5 16,-21 4 2-16,-19 0-2 15,-19 4-14-15,-27 4 10 16,-1 0-12-16,-18 0-47 15,6 0-62-15,-15 0-247 16</inkml:trace>
  <inkml:trace contextRef="#ctx0" brushRef="#br0" timeOffset="1715.01">5473 3613 152 0,'0'0'284'0,"0"0"-204"0,0 0-23 0,0 0 1 0,0 0-3 0,0 0-5 16,-53 0 7 0,53 0 1-16,-6 0 3 0,6 0 21 15,0 0-26 1,0 0-7-16,0 0-34 0,0 0-2 15,0 0-8-15,0 0 9 16,0 0-9-16,0 0-2 16,0 0-6-16,0 0 7 15,0 0-3-15,25 0 6 16,21 0-10-16,10 0 8 16,3 4-4-16,0-4 3 15,9 0-1-15,-9 0 2 16,21 0-1-16,-17 0-8 15,8-12 10-15,-9 8-10 16,-9-1 8-16,5 5-8 16,-2 0 11-16,3-8-7 15,9 5 1-15,-2 3 0 0,14 0 6 16,-12 0-2-16,-15 0 4 16,0-4-4-16,-7 4-9 15,22-8 9-15,4 8-7 16,-10 0 2-16,12 0 0 15,-2 0-5-15,-10 0 11 16,-4 0-10-16,1 0 13 16,-3 0-7-16,-3 0 7 15,-7 0-15-15,-5 0 8 16,-13 0-3-16,12 0 1 0,-3 0 0 16,13-5-1-1,-4 2 7-15,-15-5-9 0,-3 3 9 16,-6 5-10-16,3 0 7 15,3 0-5-15,-4 0 3 16,11 0-1-16,5-7 7 16,0 3-7-16,-6-5 19 15,0 6-17-15,-3 3 6 16,-3 0 0-16,6 0-3 16,0 0-2-16,4 0 4 15,11 0-6-15,-2-5 2 16,-1 5 2-16,-5-8-4 15,-17 5 11-15,4 3-7 16,-9-4-1-16,-4 4 0 16,-2 0 15-16,-7 0-12 0,22-4 4 15,-3 0-1 1,9-1-5-16,-6 2 18 0,-10-2-22 16,4 2 6-16,-10 3 0 15,1 0-13-15,2 0 8 16,-2 0-4-16,15 0 2 15,3 0-3-15,9 0 0 16,7 0 6-16,2 0-3 16,-12 0 6-16,-3 0-12 15,-12 0 6-15,3 0-3 16,-10 0-16-16,-2 0-2 16,-7 0-9-16,-6-8-14 0,0-4-63 15,0 4-386 1</inkml:trace>
  <inkml:trace contextRef="#ctx0" brushRef="#br0" timeOffset="18902.54">11200 3392 263 0,'0'0'293'0,"0"0"-265"0,0 0 22 0,0 0 54 0,0 0-33 16,0 0-27-16,0 0-14 15,0 0 15 1,-31 0-3-16,24 0 27 0,-8 0-19 16,15 0-5-16,-12 0-20 15,5 0-9-15,1 0-8 16,-9 0-5-16,2 0 1 15,-5 0-1-15,-4 0 10 16,10 0 0-16,-10 0-4 16,-3 0-6-16,-9 0-3 15,6 0 6-15,-6 0-3 16,3 0 15-16,-3 0-15 16,0 0-3-16,-7 0 4 0,7 0-7 15,3 0 7 1,-15 0-7-16,18 0 5 0,-12 0-2 15,12 0 10-15,-3 0 2 16,-10 0-3-16,-5 0-4 16,18 0 4-16,-12 0-9 15,5 0 4-15,1 0-3 16,-3 0 4-16,-12 0-5 16,2 8 2-16,1 5-6 15,5-5 11-15,1 0-11 16,0-1 13-16,2-2-16 15,-2-2 11-15,0 2-4 16,-1-5 0-16,7 0 1 16,-6 3-6-16,-6 2 11 15,11-5-10-15,-11 0 10 0,-1 0-10 16,1 0 7-16,-16 0-3 16,25 0 0-16,-13 0 0 15,13 0-1-15,-13 0 2 16,19 0-3-16,-9 0 6 15,6 0-6-15,-6 0 9 16,-1 0-13-16,7 0 9 16,3 0-3-16,-3 0 0 15,6 0 5-15,-12 0-9 16,6 0 6-16,3 0-3 16,-3 0 2-16,12 0-2 15,9 0 4-15,1 0-4 0,-16 0 1 16,0 3-5-16,-9 2 4 15,-3 2 1 1,-7 6-2-16,-2-2 10 16,2 2-10-16,16-1 5 0,-3-4-6 15,6 0 5-15,-6-4-5 16,15 4 6-16,7-8-5 16,-22 3 2-16,12 2 0 15,-9 6 10-15,-3-6-8 16,12 7-4-16,-2 4 8 15,-4 0-10-15,-13-1 4 16,-11 6 0-16,-1-1-1 0,13-4 7 16,5 4-18-1,8-4 20-15,14 4-18 0,1-3 20 16,6-1-19-16,-16-1 11 16,22 1-2-16,-13-3 0 15,-8 2 7-15,15 1-16 16,-13-4 14-16,3 4-8 15,10-3 6-15,-6-5-6 16,6 4 2-16,6-1 1 16,-7-2 0-16,7 2-4 15,0 6 3-15,-9 3 1 16,9 0-4-16,-6-4 7 16,0 4-7-16,-1-3 7 0,7-6-6 15,0-3 2 1,0 0-7-16,0 4 2 0,7-4-1 15,14 4 5-15,4-4-3 16,9 0-1-16,-6 4 12 16,3-4-10-16,-3 0 9 15,-9 0-8-15,9-3 3 16,12-2 0-16,0-3-1 16,-6 5 7-16,7-5-16 15,-17 0 19-15,4 0-18 16,7 0 16-16,-1 0-12 15,-16 0 5-15,23 0 0 0,-14 0 0 16,-8 0 5-16,28 0-11 16,-7 0 15-1,-6 0-20-15,19 0 22 0,-13 0-13 16,6 0 8-16,-5 0-6 16,-7 0 0-16,6 0 2 15,1 0-8-15,-10 0 10 16,18 0-11-16,-12 0 14 15,4 0-7-15,-1 0 5 16,-6 0-9-16,-6 0 4 16,-3 0 0-16,3 0-1 15,6 0 2-15,0 0-2 16,3 0 8-16,-3 0-14 16,7 0 11-16,-1 0-4 15,0 0 0-15,0 0 0 16,-12 0 2-16,25 0 0 0,-13 3-2 15,1-3 0-15,5 0-1 16,-5 0 5-16,11 0-5 16,1 0 7-16,-7 0-12 15,1 0 7-15,-7 0-1 16,-6 0 0-16,13 4 5 16,-7 1-11-16,13 3 14 15,-13-8-12-15,22 0 11 16,-9 0-14-16,0 0 12 0,-7 0-6 15,1 0 2 1,-1 0-1-16,-6 0 0 0,-5 3 1 16,5 2-5-16,0-2 11 15,1-3-12-15,-1 5 9 16,13-5-8-16,-13 0 4 16,13 0 0-16,9 0-1 15,-10 0 1-15,7 0-5 16,-9 0 10-16,-4 0-8 15,-5 0 10-15,-4 0-9 16,-3 7 2-16,19 1 0 16,-13-3-2-16,0 3 2 15,1-5-3-15,14 6 8 16,4-1-6-16,-6 3 6 16,9 6-9-16,-15-6 11 0,5 5-9 15,1-11 5-15,9-1-3 16,-3 0 0-16,0 0 0 15,-3-4-5-15,-10 3 14 16,7 5-12-16,-7 1 7 16,7-1-7-16,-6 0 6 15,-1-8-2-15,16 0-1 16,-15 0-1-16,5 0 0 16,10 0 2-16,-9 0-6 15,0 0 15-15,-7 0-16 16,7 0 12-16,15 0-12 15,-9-4 6-15,9 0 0 0,-15 4 0 16,15 0 2 0,-3 0-6-16,-9 0 10 0,9 0-11 15,4 0 11 1,-11 0-10-16,11 0 10 0,-4 0-6 16,-13 0 0-16,4 0 0 15,-3 0-2-15,-7 0 2 16,-5 0-3-16,5 0 10 15,7 0-14-15,-6 0 14 16,-1-4-11-16,-6-4 5 16,16-5-1-16,-3 2 0 15,-7-1 1-15,-5 4-8 16,-7 3 14-16,-3-2-16 16,3-6 20-16,0 5-15 15,6-3 5-15,-6 3-1 0,1-9 0 16,2 6 0-16,3-1-7 15,0-4 14-15,1 3-14 16,-1-2 13-16,-6 2-12 16,0 1 12-16,-9 1-5 15,3-6 0-15,0 1-2 16,3-4 2-16,-3 4-1 16,0 5 0-16,-10 2 4 15,4 5-6-15,-16-4 8 16,7-1-6-16,-7 2 4 15,0-5-3-15,9-5-1 16,-8 2 0-16,5-1 0 0,-6-8 2 16,-6 7 0-16,0 9 2 15,0-3-2-15,0-6 0 16,0 9 4-16,0-7-5 16,0-1 7-16,0-4-6 15,0-4-1-15,-12 4-2 16,-7-1 0-16,-2 1-6 15,2-4 13-15,-3 9-13 16,4-6 10-16,-4 6-3 16,3-2 2-16,4 1-2 15,2 4 0-15,1-4 4 16,-3 0-8-16,2-1 11 16,-5 6-9-16,2 3 6 15,4 0-8-15,-7-1 4 16,-3-7-2-16,4 5 2 0,-4-6 0 15,-3 1-5-15,-3 1 13 16,-6-1-9-16,-6 7 11 16,-7-2-13-16,1 6 3 15,-1-3 0-15,13-4 0 16,0 4-2-16,9 0-1 16,-3 0 6-16,10 0-6 15,-16 0 3-15,-7 1-8 16,-11 2 14-16,-10-3-6 15,3 4 0-15,0-4 0 16,-3 4-1-16,3 0 2 16,3-4-4-16,3 5 7 0,-12 3-8 15,9 0 11-15,-9 0-10 16,13 0 3 0,-10 0-2-16,21 0 2 0,-11 0 0 15,-1 0 0-15,13 0 0 16,-7 0 2-16,7-5 3 15,-7-3-8-15,7 4 5 16,6 0-4-16,0-5-2 16,-7 3 4-16,1-7 0 15,-13 13 0-15,7-4-6 16,-7 4 12-16,-9 0-7 16,3 0 7-16,13 0-6 15,-1 0 0-15,7 0-7 0,0 0 4 16,-1 0-4-16,7-8 7 15,-6 8-1-15,-7 0-2 16,-5 0 6-16,-7 0-6 16,-3 0 6-16,3 0-1 15,-3 0-2-15,15 0-2 16,1 0-1-16,5 0 6 16,-5 0-2-16,21 8 3 15,-15-4-6-15,6-4 4 16,-7 4 4-16,1 8-1 15,0-9-2-15,-13 10 1 16,7-9-4-16,-16 9 0 0,21-2 2 16,-5-7-8-16,5 8 12 15,-5-3-12-15,12-1 10 16,3-1-6-16,-9 1 2 16,-1 0-2-16,1 0-2 15,0-3 3-15,-1 2-5 16,1-3 12-16,6 0-8 15,-6 1 5-15,15-5-6 16,-3 3 4-16,3 2-2 16,-15-5 1-16,12 3-11 15,6 2 9-15,-3-2 4 16,4 2-6-16,-4-5 9 16,9 3-8-16,-8-3 6 15,-4 4-6-15,21-4 3 0,-11 5 0 16,2-2-3-16,4 2 3 15,-10-2-5-15,-3 5 10 16,4-3-12-16,8-2 14 16,1 1-11-16,6-4 5 15,-4 5-1-15,4-5 0 16,0 3 0-16,0 2-2 16,-7-2 6-16,-8 2-7 15,8-5 7-15,1 0 2 0,-4 3-4 16,4-3 0-1,-7 0-2-15,10 0-11 0,-10 0-39 16,19-19-207 0,0-9-539-16</inkml:trace>
  <inkml:trace contextRef="#ctx0" brushRef="#br0" timeOffset="32405.06">19869 6938 335 0,'0'0'194'0,"0"0"-182"0,0 0-5 0,0 0 65 0,0 0 11 16,0 0-28-16,0 0 19 15,28-4-41-15,-16 4 14 16,4 0 1-16,3 0 8 16,-7 0-7-16,10 0-26 15,-4 0 3-15,4 0-7 16,-3 0 14-16,2 0-19 15,13 0 0-15,-3 0-2 0,10 0-7 16,5 0 10-16,-12 0-5 16,19 0 8-16,-3 0-17 15,-4 0 7-15,7 0-6 16,0 0 5-16,9 0-4 16,9 0-1-16,3 0 1 15,-9 0-2-15,4 0 2 16,-1 0 3-16,-3 0 2 15,-3 0-4-15,-3 0 1 16,0 0-2-16,9 0 1 16,-9 0 3-16,9 0-6 0,-9 0 5 15,22 0-3 1,-1 0-3-16,1 0 7 0,-7 0-6 16,-2 0 1-16,-10 0 8 15,3 0-7-15,-9 0 6 16,-4 0-2-16,-5 0-1 15,-7 0 3-15,13 0-4 16,27 0-8-16,-5 0 6 16,-4 0-4-16,10 0 2 15,-13 0-2-15,3 0 2 16,-15 0 3-16,3 0-4 16,-6 0 5-16,21 0-4 0,-21 0 2 15,21 0-5-15,1 0 8 16,5 0-10-16,7 0 8 15,-6 0-4-15,-4 0 4 16,-2 0-3-16,-16 0-1 16,15 0 4-16,-12 0-8 15,9 0 9-15,-9 0-10 16,10 0 1-16,-10 0 4 16,12 0 1-16,-27 0 0 15,-7 0-1-15,6 0 4 16,-21-4-7-16,22-1 11 15,-1 5-15-15,10 0 15 16,3-3-12-16,15-5 7 0,1 0-3 16,-4-4 0-1,22-1 4-15,-12 5-7 0,-1-4 8 16,-5 9-7-16,-10-2 8 16,-9 2-5-16,-3 3 2 15,5 0-1-15,4 0-2 16,4 0 1-16,8-8-2 15,7 0 3-15,-1 3-3 16,-8-7 11-16,2 9-11 16,-12-2 4-16,-16 2-6 15,1 3 0-15,-7 0 3 16,-9 0-2-16,25-9 6 16,-9 1-10-16,-1 4 13 0,13-3-14 15,-12 7 14-15,-7-5-13 16,0 5 15-1,0 0-10-15,1 0 1 0,5 0 0 16,1-3-1-16,-1-2 2 16,-5 1-4-16,14 0 6 15,-2 0-6-15,-13 4 7 16,7-4-8-16,-1 4 4 16,-11 0 0-16,23 0 2 15,-17 0 0-15,5 0-4 16,7 0 4-16,-13 0-6 15,16 0 12-15,-9 0-12 16,12 0 6-16,-13 0-2 16,7 0 0-16,-19 0 0 0,12 0-6 15,7 0 11 1,3 0-10-16,3 0 10 0,3-4-3 16,-3 1-1-16,0-2 2 15,3 2-2-15,-3-2-1 16,-7 1 0-16,-5 4 1 15,2 0-5-15,-2 0 7 16,-1 0-8-16,7 0 10 16,6 0-11-16,-3 0 8 15,-3 0-4-15,-7 0 2 16,7 0 0-16,-7 0 4 16,10 0 0-16,-3-4-7 0,0 0 6 15,-1 0-6 1,10 0 6-16,-3-1 1 0,-12 2-3 15,21-1 0-15,-15 0 1 16,6 0-1-16,3 4 0 16,3 0 5-16,-3 0-10 15,3-4 14-15,3 0-16 16,6 0 13-16,-2-5-7 16,8-2 1-16,-5 7 2 15,-1-4 0-15,-2 3 3 16,-10-3 1-16,3 8-2 15,-10 0-4-15,4-7 4 16,-12 3-8-16,6 4 3 16,-7-8 0-16,-6 4-1 15,7-4 5-15,-7-5-8 0,7 13 10 16,27-7-1-16,-12 3 1 16,16-8-6-16,-4 4 6 15,13-4-6-15,0-1 0 16,0-3 0-16,-7 13-1 15,1-6 5-15,-22-2 3 16,-13 11-5-16,-5 0 6 16,-1 0-6-16,0 0 18 15,0 0-9-15,13 0-6 16,3 0-3-16,3 0-2 16,9 0 0-16,-3 0-1 0,-3 0-3 15,-9 0 4 1,-19 0-4-16,3 0 4 0,-9 0-7 15,-6 0-22-15,-10 0-11 16,-6 0-20-16,-6 0-61 16,0-21-125-16,0-10-376 15</inkml:trace>
  <inkml:trace contextRef="#ctx0" brushRef="#br0" timeOffset="33506.37">31280 6264 316 0,'0'0'196'0,"0"0"-122"0,0 0 31 0,0 0-22 0,0 0-15 16,0 0-39-16,201 40-15 15,-142-40-10-15,-3 0 23 16,-10 0 6-16,-5 0 14 15,-10 0 13-15,-10 0-5 16,-2 0 51-16,-3 0-82 16,-16 0 19-16,0 7-18 15,0 10 1-15,0 7-5 16,0 12 2-16,-10 0-12 16,-27 8-9-16,3 4-4 0,-6-7 2 15,-1 3-2 1,-5-5-11-16,6-2-15 0,12-13-34 15,3-4-41-15,9-7-131 16,16-10-178-16</inkml:trace>
  <inkml:trace contextRef="#ctx0" brushRef="#br0" timeOffset="34220.42">32024 6729 174 0,'0'0'284'0,"0"0"-153"0,0 0-61 0,0 0 31 0,0 0 1 16,0 0-4-16,139-56-35 15,-98 28 7-15,11-4-22 16,7 0 17-16,3-12-60 16,-9 11-5-16,0-3 0 15,-19 9-15-15,-6 2-43 16,-3 5-13-16,-4 9-30 16,-21-2-33-16,0 9 20 0,0-4-4 15,0 4-60 1</inkml:trace>
  <inkml:trace contextRef="#ctx0" brushRef="#br0" timeOffset="34503.55">32290 6311 611 0,'0'0'190'0,"0"0"-24"15,0 0-36-15,0 0-44 0,0 0-55 16,140 234-15-16,-100-198-11 16,-6 4-5-16,1-4-2 15,-11 4-2-15,4-8-34 16,-15 4-28-16,-7 0-39 15,0-3-122-15,-6-9-67 16</inkml:trace>
  <inkml:trace contextRef="#ctx0" brushRef="#br0" timeOffset="36536.92">25773 6311 102 0,'0'0'85'0,"0"0"-53"0,0 0 37 0,0 0 99 15,0 0-85-15,0 0-60 16,12 0-23-16,-12 0 1 15,0 0 8-15,0 0 21 16,0 0 23-16,0 0 6 16,0 0 3-16,0 0-28 15,0 0-19-15,0 0-10 16,0 13 0-16,0 7 23 16,0 8 64-16,0 21 25 0,0 10-11 15,0 18-29 1,16 6-44-16,-10 6-14 0,0-4-19 15,0-13-4-15,7-20-23 16,2-9-78-16,4-22-113 16,-7-21-335-16</inkml:trace>
  <inkml:trace contextRef="#ctx0" brushRef="#br0" timeOffset="37617.24">25785 7788 502 0,'0'0'55'0,"0"0"-43"0,0 0 1 0,0 0 1 15,0 0 2-15,0 0 8 16,47 108 12-16,-32-100-3 15,4-4 15-15,-7 4 27 16,10-8-18-16,6 8-8 16,-3-8-1-16,9 0 3 15,-6 0-14-15,3 0 18 0,-16 0-45 16,4 0 39 0,3-8-31-16,-4-12-4 0,4-12-14 15,-4-12 0-15,1-1-6 16,-3 6-14-16,-16-5 17 15,0 3-19-15,0-2 12 16,0 7 2-16,-16 7 2 16,-15 6 9-16,-15 6-3 15,18 9 2-15,-19 5-2 16,19 3 6-16,-6 0-3 16,-3 0 6-16,-13 11-6 0,4 17-6 15,-1 8-35-15,29-8-48 16,-4 16-78-16,22 0-16 15,0 9-62-15</inkml:trace>
  <inkml:trace contextRef="#ctx0" brushRef="#br0" timeOffset="41532.87">28914 7171 470 0,'0'0'0'0,"0"0"-312"0</inkml:trace>
  <inkml:trace contextRef="#ctx0" brushRef="#br0" timeOffset="42496.93">28976 6368 334 0,'0'0'238'0,"0"0"-188"0,0 0 10 0,0 0 26 0,0 0-41 15,0 0-14-15,-9 0 6 16,9 0 32-16,0 0 11 15,0 0-3-15,0 4-37 16,0 1 10-16,0 14-28 16,0 1 3-16,0 5 12 0,0 6-19 15,9 10 14-15,9 3-17 16,1 0 14-16,9 8-23 16,0 12 8-16,6-8-12 15,-9-4-2-15,9-7 0 16,-15-21-24-16,8-9-22 15,-8-7-57-15,-10-3-220 16</inkml:trace>
  <inkml:trace contextRef="#ctx0" brushRef="#br0" timeOffset="50839.08">29227 7371 523 0,'0'0'178'0,"0"0"-76"0,0 0 41 0,0 0-67 0,0 0-45 16,0 0-17-16,0 0 6 0,9 0 17 15,-9 0-16 1,0 0 8-16,0 0 3 15,0-4 11-15,0 4-42 0,0-4 9 16,0 4 0-16,0 0 4 16,13 0-11-16,-1-4-2 15,10-4 3-15,-4 0-2 16,4 0-4-16,-9 8 6 16,5 0-5-16,-2 0 4 15,2 0-5-15,-2 0 4 16,-10 19-4-16,6 2-1 15,1 3-7-15,2-8 5 16,-2-4-4-16,-1-4 4 16,4-4-15-16,2 4 11 0,22-4-11 15,7 4 19-15,12-4-7 16,-9 0 8-16,-13 4-10 16,-3 0-25-16,-19 8 30 15,-8 5 3-15,-7-2 2 16,0 14 17-16,0-10 26 15,-16 10-29-15,-24-2-6 16,-19-10-2-16,-22-9-5 16,-18-1-2-16,0 2 4 15,3 2 22-15,15 6-23 16,28-5-4-16,7 4-18 16,12 0-61-16,15-20-245 15,19 0-181-15</inkml:trace>
  <inkml:trace contextRef="#ctx0" brushRef="#br0" timeOffset="61396.66">26790 6545 383 0,'0'0'131'0,"0"0"-81"0,0 0-12 16,0 0-26-16,0 0-4 0,0 0 4 15,0 0-12-15,0 0 27 16,0 0-18-16,0 0 15 15,0 0 46-15,0 0-37 16,0 0-2-16,0 0 15 16,0 0 2-16,0 0-24 15,0 0-23-15,0 0 0 16,0 0-2-16,0 0 2 16,0 0 6-16,0 0 7 15,0 0 21-15,0 0-4 16,0 4-10-16,0-4-9 15,0 0-12-15,0 0 0 0,0 0 0 16,0 0-5-16,0 8 2 16,0 3 1-16,0 2 2 15,0 7 19-15,0 0-1 16,0-1-11-16,0 6 7 16,0 3-12-16,0 4 32 15,0 4 4-15,0 4-38 16,0-7 4-16,0-9-9 15,0-12-12-15,0-1-52 16,0-6-32-16,0-5-188 16,0 0-301-16</inkml:trace>
  <inkml:trace contextRef="#ctx0" brushRef="#br0" timeOffset="62663.59">27959 6557 88 0,'0'0'190'0,"0"0"-79"0,0 0 25 0,0 0-86 0,0 0-8 15,0 0 10-15,12 52 12 16,-12-40 31-16,0 7 16 16,0 6-21-16,6-1-20 0,4 8-3 15,8 8-30-15,1 5 2 16,3-1-11-16,-10 0-17 15,4-8-6-15,-4-8-6 16,-6-5 1-16,0-7-2 16,-6-11-52-16,0 3-93 15,0-8-267-15</inkml:trace>
  <inkml:trace contextRef="#ctx0" brushRef="#br0" timeOffset="76987">21968 9552 498 0,'0'0'157'0,"0"0"-119"0,0 0 27 0,0 0 27 0,0 0-20 0,0 0-4 16,0 0-41-16,0 0 7 15,0-23 7-15,0 23-2 16,0 0 14-16,0 0-13 16,0 0-19-16,0 0-14 15,0 20-7-15,0 12 4 16,0 4-4-16,0 0 3 16,0 0-3-16,0-4-2 15,0 4-31-15,0 0-21 0,0-4-71 16,0-7-227-1,0-14-209-15</inkml:trace>
  <inkml:trace contextRef="#ctx0" brushRef="#br0" timeOffset="77366.63">21668 10022 123 0,'0'0'420'0,"0"0"-392"16,0 0 12-16,0 0 43 16,0 0-26-16,0 0 8 15,189-12-15-15,-158-1 48 0,-10-6-36 16,-2-9 7-16,15-13-4 15,-6-7-16-15,-9-7-13 16,2 6-18-16,-8-4 5 16,-13 22-14-16,0-2-2 15,0 10-1-15,0 2-6 16,0 6 0-16,0-1-6 16,-41 0-4-16,-33 4-24 15,15 12-31-15,-9 0 7 16,21 0 30-16,-5 0-35 0,11 15-165 15,-5 9-123 1</inkml:trace>
  <inkml:trace contextRef="#ctx0" brushRef="#br0" timeOffset="77717.14">22325 9845 43 0,'0'0'726'0,"0"0"-680"0,0 0-24 0,0 0 4 0,0 0-26 15,0 0-3-15,0 80-4 16,0-75 4-16,0-5-11 16,0 0-16-16,0 0-1 15,0-16-78-15,0-12-424 0</inkml:trace>
  <inkml:trace contextRef="#ctx0" brushRef="#br0" timeOffset="77867.57">22325 9845 682 0,'65'-264'422'0,"-65"264"-419"16,0 0-3-16,0-5-7 15,0-19-288-15,12-4-112 16</inkml:trace>
  <inkml:trace contextRef="#ctx0" brushRef="#br0" timeOffset="78282.53">22840 9421 670 0,'0'0'38'16,"0"0"-26"-16,0 0 130 16,0 0-116-16,0 0-26 0,0 0 10 15,-81 55-7 1,65-35-6-16,16 0 1 15,0-4 1-15,0-4-6 16,0-4-5-16,0 5 7 0,22-2 10 16,12 1-6-16,-9 4 6 15,3 4-5-15,0 1 5 16,-16-1 27-16,1-4-9 16,-13 7 55-16,0 6-29 15,0-1-13-15,0 4-12 16,-34 0-22-16,3 1-3 15,-3-5 1-15,12-17-5 16,16-2-55-16,6-9-87 16,0 0-135-16,0-45-153 15</inkml:trace>
  <inkml:trace contextRef="#ctx0" brushRef="#br0" timeOffset="78598.81">23441 9516 856 0,'0'0'51'0,"0"0"-50"0,0 0 36 0,0 0 9 0,0 0-31 15,0 0-5-15,127 229 15 16,-121-205-23-16,1-8 6 16,-7-8-8-16,0-4-12 15,0-4-88-15,0 0-112 16,0 0-4-16</inkml:trace>
  <inkml:trace contextRef="#ctx0" brushRef="#br0" timeOffset="78799.25">23441 9516 1052 0,'-108'-31'1'16,"114"31"11"-16,50 0-12 15,15-9 30-15,3-15-22 16,1 12-8-16,-16-7-8 16,-7-2-73-16,-11 1-110 15,-20 12-35-15,-8-4-345 16</inkml:trace>
  <inkml:trace contextRef="#ctx0" brushRef="#br0" timeOffset="79131.74">23819 9565 591 0,'0'0'242'0,"0"0"-152"15,0 0 41-15,0 0-68 16,0 0-61-16,0 0 3 15,75-69-2-15,-60 49-6 16,-8 12-1-16,-7 8 3 16,0 0-5-16,0 0-10 15,6 0 11-15,12 17 5 16,4 22 0-16,-10 10 1 16,23-5 1-16,-17-4 0 0,16-8-4 15,-12-9 2-15,-3-2-42 16,-13-9-128-16,-6-4-6 15,0-4 58-15,0-4-144 16</inkml:trace>
  <inkml:trace contextRef="#ctx0" brushRef="#br0" timeOffset="79273.53">23819 9565 617 0</inkml:trace>
  <inkml:trace contextRef="#ctx0" brushRef="#br0" timeOffset="79365.35">23819 9565 617 0,'97'39'225'0,"-66"-39"-192"0,18-8 161 16,-18 5-65-16,9 3-129 15,-12-5-5-15,0 2-62 16,-15-1-84-16,-13-1-244 15</inkml:trace>
  <inkml:trace contextRef="#ctx0" brushRef="#br0" timeOffset="79681.83">23881 9216 828 0,'0'0'302'15,"0"0"-302"-15,0 0 0 16,0 0 16-16,0 0-12 0,193-121-8 15,-138 118-15 1,-14 3-9-16,-16 0 11 0,-4 36 17 16,-14 3-3-16,-7-3-26 15,0-3-199-15,0-17-115 16</inkml:trace>
  <inkml:trace contextRef="#ctx0" brushRef="#br0" timeOffset="80050.03">24362 9601 157 0,'0'0'448'0,"0"0"-448"0,0 0 0 15,0 0 63-15,0 0-30 16,0 0-12-16,127-141-21 16,-121 141 0-16,10 0-4 15,-4 8 4-15,7 17 40 16,3-2 17-16,-10-2-1 16,10-9-47-16,3-9 2 15,-13-3-6-15,16 0 15 16,6 0-14-16,-15 0 33 15,8-20 1-15,1-11-40 0,-9-2 0 16,15 5-57-16,-15-4-24 16,-4 4-67-16,-2 4-44 15,-7 4-274-15</inkml:trace>
  <inkml:trace contextRef="#ctx0" brushRef="#br0" timeOffset="80448.35">25212 9311 483 0,'0'0'217'0,"0"0"-156"16,0 0 69-16,0 0-5 15,0 0-91-15,0 0-28 16,6 21 4-16,-40 11-20 16,0 4 20-16,15 0-2 15,-9-4 36-15,28-4-19 16,0-16-20-16,0 4-4 16,16-8-2-16,24-8-6 15,6 0 3-15,7 0-1 16,-19 0 4-16,0 0-3 0,-9 5 2 15,3 2 2-15,-16-2 0 16,-5 6 5-16,8-3 0 16,-2 5 15-16,-7 2-17 15,0 1-5-15,0 1 2 16,0-9-32-16,-6-8-164 16,0 0-250-16</inkml:trace>
  <inkml:trace contextRef="#ctx0" brushRef="#br0" timeOffset="80557.21">25212 9311 1192 0</inkml:trace>
  <inkml:trace contextRef="#ctx0" brushRef="#br0" timeOffset="80599.67">25212 9311 1192 0,'387'-136'0'0,"-374"136"-2"0,15 0-46 16,-4-8-544-16</inkml:trace>
  <inkml:trace contextRef="#ctx0" brushRef="#br0" timeOffset="80931.1">25974 9432 578 0,'0'0'266'0,"0"0"-196"0,0 0 43 16,0 0-94-16,0 0-19 15,87-116 6-15,-62 96-9 16,-9 7 3-16,-16 10-19 16,12 3 18-16,-12 0-2 15,6 0 3-15,0 20 0 16,10 12 14-16,-10 4-5 15,6 4-7-15,7-4-2 16,-3-4-9-16,2 0-30 16,4 0-10-16,-16-4 9 15,-6-8-72-15,0-4-15 16,0-16-113-16</inkml:trace>
  <inkml:trace contextRef="#ctx0" brushRef="#br0" timeOffset="81036.17">25974 9432 765 0</inkml:trace>
  <inkml:trace contextRef="#ctx0" brushRef="#br0" timeOffset="81115.28">25974 9432 765 0,'100'-28'351'0,"-72"28"-350"0,24 0-1 15,1 0 17-15,6-12-37 16,-3-4-166-16,-50 8-408 0</inkml:trace>
  <inkml:trace contextRef="#ctx0" brushRef="#br0" timeOffset="82396.67">27571 9188 57 0,'0'0'659'0,"0"0"-521"0,0 0-46 0,0 0-8 0,0 0-30 16,106-73-22-16,-60 53-24 16,-6 8-16-16,-18 8 17 15,3 4-10-15,-3 0 2 16,-10 8 20-16,-6 24 40 16,-6 5-26-16,0-1-28 15,0-9-7-15,0 1 0 16,0-11-10-16,0-1 5 0,0-13 0 15,0-3-9 1,16 0-29-16,15 0 19 0,18 0 20 16,-8 0 0-16,-10 0 0 15,-3 0-17-15,-16 21 14 16,-12 3-4-16,0 16 11 16,0 5 23-16,-12 10-3 15,-47 1 15-15,3-12 0 16,9-11-28-16,13-10 4 15,16-7-22-15,-4-3-4 16,22-1-98-16,-12-9-390 16</inkml:trace>
  <inkml:trace contextRef="#ctx0" brushRef="#br0" timeOffset="83027.75">28474 9347 435 0,'0'0'215'0,"0"0"-208"0,0 0 104 0,0 0 25 0,0 0-75 16,0 0-6-16,-35-3-22 16,35-1 28-16,0 0-22 15,0 4 42-15,7-4-65 16,21 0 3-16,37 0 11 16,15-4-4-16,7 0 10 15,9 0-31-15,-9 4-5 16,0 0-8-16,-10 4-2 15,-2-9-24-15,-7 9-16 0,-15 0-19 16,-13 0-18 0,-12 0-60-16,-16-3-171 0,-12 3-121 15</inkml:trace>
  <inkml:trace contextRef="#ctx0" brushRef="#br0" timeOffset="83429.08">29196 9156 575 0,'0'0'225'16,"0"0"-121"-16,0 0 38 16,0 0-101-16,0 0 4 15,0 0 12-15,0 0-9 16,140 8-23-16,-106 0-2 16,-10 0-5-16,-2 0-17 0,-16 7 4 15,1 1 1 1,-7 9-2-16,0 6-3 0,0 10 7 15,-7 3-8-15,-33-4-10 16,-6-4-11 0,11-12-16-16,17-12-41 15,2-12-11-15,16 0-76 0,0 0-171 16</inkml:trace>
  <inkml:trace contextRef="#ctx0" brushRef="#br0" timeOffset="83829.17">29763 9413 78 0,'0'0'373'0,"0"0"-283"0,0 0-32 0,0 0 25 16,0 0 1-16,0 0 41 15,320-69-26-15,-258 25-30 16,-9-4-16-16,-13-4-27 15,-22 3-16-15,-8 9 8 0,-10 8-18 16,0 12 2 0,-16 8-5-16,-49 12-21 0,-15 0 20 15,-14 28-37-15,8 16 28 16,17-4-4-16,29-4-50 16,28-12-189-16,12-4-12 15</inkml:trace>
  <inkml:trace contextRef="#ctx0" brushRef="#br0" timeOffset="84344.78">30985 9485 848 0,'0'0'256'0,"0"0"-159"0,0 0-14 0,0 0-51 16,0 0-20-16,0 0 8 15,155-57-7-15,-102 50-9 16,-7-1-8-16,-12 3-13 16,-6 5-7-16,-15-4-53 0,-7 0-90 15,-6-4-219-15,0-4-150 16</inkml:trace>
  <inkml:trace contextRef="#ctx0" brushRef="#br0" timeOffset="84560.37">30985 9485 1097 0,'-25'-282'73'0,"38"282"-45"0,21 0 38 16,12 0-20 0,-5 0-34-16,-7 0-12 0,-3 0-13 15,-3-8-73-15,-22 5-199 16,-6 3-472-16</inkml:trace>
  <inkml:trace contextRef="#ctx0" brushRef="#br0" timeOffset="85410.91">31788 9108 33 0,'0'0'393'0,"0"0"-267"0,0 0-54 0,0 0 39 15,0 0-1-15,0 0-49 16,0 3-9-16,0-3-15 16,0 0 8-16,0 0 7 0,0 0-8 15,0 0 29-15,0 0-30 16,0 0-22-16,0 0-16 15,0 0 13-15,0 0-17 16,0 0 12-16,0 0-10 16,0 0-2-16,0 0 4 15,0 0-7-15,6 0 3 16,16 0-1-16,-3 8 4 16,2-4 0-16,10 9-3 15,-15 7 4-15,3-1-10 16,-13 9 4-16,3 5-3 15,-3-1-9-15,-6 0 5 0,0 0 1 16,0-8 0 0,0-12 4-16,0 0-12 0,0-4 14 15,19 0-30-15,27 4 18 16,-5 1-6-16,-7-2 19 16,-22 9 1-16,-12 13 20 15,0-2 21-15,0 18-27 16,-12-2 5-16,-29-2-4 15,7-13 28-15,10-4-28 16,2-16-11-16,22-12-5 16,0 0-33-16,-6 0-52 0,-13 0-317 15</inkml:trace>
  <inkml:trace contextRef="#ctx0" brushRef="#br0" timeOffset="92437.11">22204 6729 19 0,'0'0'233'0,"0"0"-188"0,0 0-33 15,0 0 33-15,0 0 16 16,0 0 19-16,0 0-14 15,0 0-24-15,0 0-16 16,0 0-16-16,0 0 6 16,0 0-11-16,0 0 5 15,0 0-5-15,0 0 12 16,0 0 73-16,0 0-4 16,0 0-13-16,0 0-15 15,0 0-27-15,0 0 3 0,0 20-16 16,0 20 42-16,0 13-1 15,0 2-17-15,6 6-23 16,-6-5-11-16,6-4 5 16,-6-8-15-16,0-12 2 15,0 0-6-15,0-4-44 16,0-23-91-16,0-5-277 16</inkml:trace>
  <inkml:trace contextRef="#ctx0" brushRef="#br0" timeOffset="93487.68">21788 7775 580 0,'0'0'97'0,"0"0"4"0,0 0 43 0,0 0-73 0,0 0-38 0,0 0-10 15,0 0 39-15,13 0-30 16,15 0 30-16,0 0-29 16,18 0-9-16,1 0-7 15,-7 0-16-15,13 0 4 16,-1 0-5-16,4 0-5 0,-9 0-27 16,-16 0-8-16,3 0-56 15,-19 0-56-15,-8 0-179 16,-7 0-274-16</inkml:trace>
  <inkml:trace contextRef="#ctx0" brushRef="#br0" timeOffset="94551.69">22579 7583 135 0,'0'0'168'0,"0"0"-157"0,0 0 29 0,0 0 91 0,0 0-51 0,0 0-5 16,6 0 27-16,-6 0 31 0,0 0-64 16,0 0 5-1,0 0-32-15,0 0-33 0,0 0-9 16,0 0-9-16,7 0 6 15,-1 0 0-15,-6 0-2 16,12 0 10-16,-6 0-1 16,16 0-3-16,-10 0 6 15,4 0-7-15,-10 0 0 16,0 0-1-16,7 0 5 16,-13 0-5-16,12 0 9 15,-3 9-12-15,4 2 8 16,5-3-3-16,4 4-1 15,12 1 0-15,-3-5 0 0,10 4-10 16,-1-1-2-16,6 2 6 16,-11-1 5-16,5 7 1 15,-28 6 0-15,10-5 0 16,-16-1 8-16,-6 14 6 16,0-1-12-16,0 5 10 15,0 2-1-15,-46-3-11 16,-13-3 4-16,-9-2-3 15,-7-7 7-15,22-4-16 16,13-12 1-16,34-8-26 16,6 0-58-16,0 0-88 15,6 0 11-15,47-19 108 0,3-6-304 16</inkml:trace>
  <inkml:trace contextRef="#ctx0" brushRef="#br0" timeOffset="96084.93">22632 7647 22 0,'0'0'218'0,"0"0"-144"0,0 0 43 16,0 0 6-16,0 0-94 0,0 0-10 15,0 0-17-15,0 0 16 16,0 0 7-16,0 0 17 16,0 0 22-16,0 0 19 15,0 0-5-15,0 0-31 16,0 0-1-16,0 0-17 16,0 0-16-16,0 0-11 15,0 0-4-15,12-19-1 16,16-1 0-16,12-1 2 15,-9 6 1-15,-3 2-1 0,-15 10 1 16,9-2-5 0,-22 5 4-16,24 0 1 0,-2-4 3 15,12 0-3 1,6-4-2-16,1 1-2 0,-1 2-6 16,-15 2-4-16,-13 3 0 15,-12 0-10-15,0 0 24 16,0 0 4-16,16 0 15 15,-10 8-18-15,0-5-1 16,-6 1-7-16,0 4 3 16,0 0 1-16,0 8 3 15,0 12 14-15,-12 0-14 0,-29 5 4 16,1-9-4-16,6-4-5 16,0-12-71-16,28-8-140 15</inkml:trace>
  <inkml:trace contextRef="#ctx0" brushRef="#br0" timeOffset="101579.66">24675 6713 139 0,'0'0'137'0,"0"0"-15"0,0 0-62 0,0 0-26 16,0 0-22 0,0 0-5-16,0 0-2 0,0 0 18 15,0 0 4-15,0 0 4 16,0 0 38-16,0 0-41 15,0 0-10-15,0 0-16 16,0 0 17-16,0 0-15 16,0 0 23-16,0 0 11 15,0 0-5-15,0 0 7 16,0 0-17-16,0 0 3 16,0 0-12-16,0 0 4 15,0 0-16-15,0 0 12 16,0 24 8-16,0 4 8 15,0 4-3-15,0 5-7 0,0-6 5 16,-12 1-18-16,12-4 14 16,0 0-21-16,-6 0 4 15,-1-7-4-15,7-1-3 16,0-12-58-16,-15-8-253 16,15 0-344-16</inkml:trace>
  <inkml:trace contextRef="#ctx0" brushRef="#br0" timeOffset="103379.9">23187 6873 312 0,'0'0'11'0,"0"0"0"0,0 0-22 0,0 0 11 0,0 0 0 15,0 0 37-15,12-8 51 16,-12 8-8-16,0 0-38 15,0 0-6-15,6 0-24 16,1 0-4-16,-7 0-8 16,6 0 0-16,3 0 0 15,-9 0 3-15,6 0-3 16,-6 0 19-16,0 0 5 16,0 0-5-16,0 0-14 15,0 0-1-15,0 0-4 16,0 0 11-16,0 0 30 15,0 0-3-15,0 0-28 16,0 0-10-16,13 0 11 16,-13 0-22-16,0 0 22 0,0 0-13 15,0 0 3-15,0 0-1 16,6 0 0-16,-6 0 11 16,0 0-11-16,6 0 0 15,-6 0-12-15,10 0 22 16,-10 0-28-16,0 0 17 15,0 0 0-15,0 0 1 16,0 0-1-16,0 0 2 16,0 0-1-16,0 0 0 15,0 0-5-15,0 0 4 16,0 0 1-16,0 0-3 0,0 0 12 16,0 0-9-16,0 0 8 15,0 0 12 1,0 0-20-16,0 0 4 0,0 0-5 15,6 0 4-15,-6 0 3 16,0 0-6-16,0 0 10 16,0 0 3-16,6 8 25 15,0 5 40-15,-6 10 2 16,0 2-19-16,0-1-30 16,0-1-25-16,0-2 0 15,13-1-8-15,-4-8 7 16,-3 4-10-16,0-5-38 15,0 6-72-15,-6-1-127 16,0-4-169-16</inkml:trace>
  <inkml:trace contextRef="#ctx0" brushRef="#br0" timeOffset="119897.15">21556 10836 280 0,'0'0'116'0,"0"0"-23"0,0 0-18 0,0 0-22 0,0 0 20 0,0 0-2 15,0 0-57-15,0 0 16 16,19 0 5-16,-19 0 50 15,0 0-28-15,0 0-12 16,0 0-30-16,0 0-9 16,0 0-5-16,0 0 2 15,6 0 31-15,-6 0 10 16,0 4 21-16,6 20-55 16,3 12 36-16,4 8-19 15,-7 5-21-15,6-2 0 16,-2 14-6-16,-10-5 0 0,0-1-19 15,0-2-1 1,0-17-34-16,0-20-35 0,0-16-308 16,0 0-202-16</inkml:trace>
  <inkml:trace contextRef="#ctx0" brushRef="#br0" timeOffset="120380.33">21509 10819 645 0,'0'0'112'0,"0"0"-69"0,0 0 14 0,0 0-17 0,0 0-5 0,0 0 57 16,100-75-28-16,-60 59-24 15,0 7 1-15,-6 9-6 16,7 0-24-16,-10 0-9 15,3 0 1-15,-6 0 3 0,12 9-12 16,-28 7 12-16,23 7-15 16,-23 10 16-16,-12 14-7 15,0 14 1-15,0 7 2 16,-28 4-3-16,-43-3-13 16,-4-10-10-16,-18-6 6 15,-15-4 14-15,15-18-23 16,12-11-2-16,28-12 8 15,41-8-118-15,12 0-209 16</inkml:trace>
  <inkml:trace contextRef="#ctx0" brushRef="#br0" timeOffset="120713.89">22043 11148 609 0,'0'0'111'0,"0"0"-101"0,0 0 84 0,0 0 19 0,0 0-80 0,0 0-32 16,28 177 2-16,-22-169-6 16,-6-4-25-16,0-4-109 15,0 0-69-15,0 0-269 16</inkml:trace>
  <inkml:trace contextRef="#ctx0" brushRef="#br0" timeOffset="120896.22">22117 10783 1037 0,'0'0'221'0,"0"0"-220"15,0 0-2-15,0 0-68 16,0 0-98-16,0 0-74 16,140-28-29-16</inkml:trace>
  <inkml:trace contextRef="#ctx0" brushRef="#br0" timeOffset="121345.85">22638 10719 632 0,'0'0'166'15,"0"0"-19"-15,0 0-21 16,0 0-66-16,0 0-31 15,0 0-14-15,-74 9-10 16,49 7-2-16,-3 4 16 16,0-4-9-16,16 4 5 0,-1-4-8 15,13 0-7 1,0 4 0-16,0-4 0 16,6 1-10-16,35-2 10 15,-1-3-2-15,13 4 4 0,-1-4-4 16,-11 0 5-1,-13 8-9-15,-16-4 13 0,10 4-14 16,-22 4 12-16,0 1-5 16,0 3 7-16,0 8-4 15,-28-9 12-15,-25 14-15 16,-3-9 0-16,10 0-20 16,-7 4-37-16,13-11-18 15,21-10 18-15,13-15-148 16,6 0-75-16</inkml:trace>
  <inkml:trace contextRef="#ctx0" brushRef="#br0" timeOffset="121746.77">23233 10631 641 0,'0'0'85'0,"0"0"21"16,0 0 67-16,0 0-114 0,0 0-47 0,0 0-6 15,0 205-11-15,0-173 11 16,0 8-5-16,0-4 10 16,0 5 10-16,0 6-5 15,0-3-16-15,-6 1 2 16,-16-9 5-16,16-17-14 16,6-6-14-16,0-13-30 15,0 0-87-15,0 0-31 16,0-28 78-16,0-9-52 15,6 9-268-15</inkml:trace>
  <inkml:trace contextRef="#ctx0" brushRef="#br0" timeOffset="122013.53">23094 10692 505 0,'0'0'173'16,"0"0"26"-16,0 0 9 0,0 0-73 16,0 0-73-1,0 0-36-15,267 0-25 0,-233 0-2 16,3 0-13-16,-9 0-22 15,0-12-81-15,-10 4-138 16,-5-5-316-16</inkml:trace>
  <inkml:trace contextRef="#ctx0" brushRef="#br0" timeOffset="122628.08">23655 11029 577 0,'0'0'407'0,"0"0"-303"0,0 0-6 0,0 0-31 15,0 0-32-15,0 0-35 16,19 0 0-16,-7-8-59 15,-3-9-108-15,-9 6-351 16</inkml:trace>
  <inkml:trace contextRef="#ctx0" brushRef="#br0" timeOffset="124626.48">26595 10800 569 0,'0'0'274'0,"0"0"-157"0,0 0 6 0,0 0-60 0,0 0-30 15,0 0 4-15,0 0-7 16,46 0-11-16,-18 0-2 16,-3 0 23-16,15 0 3 15,16 0 14-15,-10 0-23 16,1 0-9-16,-1 0-17 16,-5 0-5-16,-7 0-6 0,-9 0-12 15,3 0-11-15,-10 0-18 16,10-8-5-16,-9-4-38 15,2-4-38-15,-21-4-215 16</inkml:trace>
  <inkml:trace contextRef="#ctx0" brushRef="#br0" timeOffset="125625.62">27410 10511 302 0,'0'0'194'0,"0"0"-115"0,0 0-19 0,0 0-29 0,0 0 4 0,0 0 6 16,0 0 40-16,0 0 29 15,0 0 7-15,0 8-39 16,0-8 16-16,0 0-60 16,0 0-13-16,6 0-1 0,16 0-17 15,24 0 11-15,1 0-12 16,-1-8 2-16,-5 8 2 15,-1 0-10-15,-6 0 5 16,-9 0-1-16,-10 0 0 16,-2 0-4-16,-13 0-3 15,0 12-11-15,0 16 17 16,0-4-21-16,0 1 3 16,0 3-10-16,0-9 3 15,-6-2 3-15,6-1 15 0,0-8 2 16,0-4-28-1,0-1 27-15,12 2 7 0,22-2-4 16,-9 13 8-16,-9-7 8 16,-10 15 15-16,0-9-13 15,-6 14 7-15,0-1 1 16,0 0 6-16,-34 12-23 16,-25 0 15-16,-16 8-18 15,-5 4-2-15,9-8-4 16,9-11-7-16,21-10-32 15,23-15-62-15,18-8-172 16,0 0-147-16</inkml:trace>
  <inkml:trace contextRef="#ctx0" brushRef="#br0" timeOffset="126510.15">28145 10828 68 0,'0'0'388'0,"0"0"-260"0,0 0-23 0,0 0 8 16,0 0 20-16,0 0-46 15,0-4-2-15,0 4-12 16,0 0-17-16,0 0-16 15,0 0-8-15,6 0 2 16,3 0-27-16,-2 0 6 16,11 0-10-16,16 0 10 15,19 0 3-15,15-5 5 0,4-3-13 16,8 5-6-16,1-5-4 16,-13 8 2-1,-9 0-1-15,-13 0-24 0,-5-4 3 16,-7 0-19-16,0-5 7 15,-9 9-28-15,-10-16-43 16,-9 9-143-16,-6-9-205 16</inkml:trace>
  <inkml:trace contextRef="#ctx0" brushRef="#br0" timeOffset="126973.38">28774 10615 186 0,'0'0'158'0,"0"0"40"0,0 0-86 0,0 0 17 0,0 0-14 16,0 0-29-16,168 24-35 0,-150-24-36 15,4 12 3-15,-10-8-7 16,16 5 26-16,-21 7-18 15,11 7 39-15,-12 2-36 16,-6 14-9-16,0 2 5 16,0-2-16-16,-12-1-1 15,-16-11 8-15,3-7-18 16,4 0 16-16,8-8-14 16,1-8 1-16,12 0-2 15,-6-4-57-15,6 0-111 16,0 0-335-16</inkml:trace>
  <inkml:trace contextRef="#ctx0" brushRef="#br0" timeOffset="127656.97">29463 10844 3 0,'0'0'695'0,"0"0"-610"0,0 0 27 0,0 0 30 0,0 0-101 0,0 0-31 16,-22 124 1-16,22-107 22 16,9-6-16-16,10 5 43 15,9-7-31-15,3-9-11 16,3 8-13-16,6-8 11 15,7 0-1-15,-1-8-4 16,1-28 3-16,21-17-6 16,0-11-5-16,-21 7 3 15,-1-2-7-15,-12 2 1 0,-15 1-2 16,-7 17-2 0,-12 6 4-16,0 13 4 0,0 8-4 15,-31 5-6-15,-25 7-18 16,4 0 20-16,-1 0-5 15,0 15-9-15,4 9-16 16,24-4 29-16,13 4-46 16,-16 4-111-16,6-3-231 15</inkml:trace>
  <inkml:trace contextRef="#ctx0" brushRef="#br0" timeOffset="128325.56">30532 10957 648 0,'0'0'188'0,"0"0"-10"0,0 0-52 0,0 0-47 0,0 0-49 16,0 0-4-16,0 0 26 16,112 0-22-16,-56 0 20 15,-3 0-36-15,-1 0 13 16,-5 0-18-16,-1 0 4 15,-18 0-13-15,6 0 2 16,-9 0-4-16,-3 0-20 16,-16-5 17-16,-6-3-32 15,0 4 6-15,0-8-21 16,0-8-13-16,0 0-98 16,-28-4-137-16,-3 7-291 15</inkml:trace>
  <inkml:trace contextRef="#ctx0" brushRef="#br0" timeOffset="128442.8">30532 10957 214 0</inkml:trace>
  <inkml:trace contextRef="#ctx0" brushRef="#br0" timeOffset="128556.32">30532 10957 214 0,'93'-165'746'0,"-93"165"-621"0,0 0-31 15,0 0 39-15,0 0-119 0,0 0 4 16,0 0-17 0,28-9 0-16,-3 6-1 0,3-10-33 15,0 10-48-15,-3-17-211 16,-4 15-453-16</inkml:trace>
  <inkml:trace contextRef="#ctx0" brushRef="#br0" timeOffset="129572.23">31528 10664 60 0,'0'0'483'0,"0"0"-365"0,0 0 47 0,0 0-22 0,-6 11-41 16,6-11-44-16,0 0 26 16,0 0-44-16,0 0-26 15,6 0-8-15,28 0-1 16,6 0 14-16,0-11-13 16,-9 11 9-16,-3 0-13 15,-6 0 11-15,-3 0-1 16,-1 0-9-16,4 0-3 15,-10 0 4-15,4 24-8 16,-10-9-15-16,0 10 8 16,-6-9-22-16,0 4 15 15,0-17-13-15,0 5 30 16,0-3-8-16,6-2 6 16,1-3-47-16,-1 9 40 0,3 3 9 15,-3-5 2-15,7 10 31 16,-7-1 0-16,-6 0-6 15,0 9-12-15,0-2 2 16,0 13 6-16,-25 5-14 16,-24 3-8-16,2 0 2 15,16-13-15-15,3-11 21 16,22-12-16-16,0-8-16 16,6 0-84-16,0-11-276 0</inkml:trace>
  <inkml:trace contextRef="#ctx0" brushRef="#br0" timeOffset="137515.04">26743 9051 218 0,'0'0'31'0,"0"0"-8"0,0 0 11 0,0 0 17 0,0 0 50 16,0 0-29-16,0 0-30 16,0 0-28-16,-9 52 6 15,9-40 3-15,0 1 16 16,0 3-11-16,0-1-2 15,0 6-7-15,0-1 23 16,0-1-10-16,0 9 19 16,0-7-41-16,0-6-6 15,0 13 2-15,0-3-3 16,0-1 9-16,0-4-10 0,0 8-4 16,0-4 11-16,-19 4-9 15,19-3 0-15,-6-2 16 16,0 1-16-16,-3 4 2 15,3 0-4-15,6 8 5 16,0-3-3-16,0-1 7 16,0 0 24-16,0-8-15 15,0 0-3-15,0 8-7 16,0-8-5-16,0 1 0 0,-7-2-1 16,-5 1 0-1,0 12-20-15,-10-8 19 16,3 13-14-16,-2-5 9 0,8 0 6 15,-9 4-8-15,-2-8 12 16,8 4-8 0,4-11 4-16,-1-6 0 0,7-2-8 15,-9 2 1-15,15 1 5 16,-13 0-2-16,7 4 4 16,-16 4-5-16,22-3 5 15,-12-1 0-15,6-4 10 16,-7 0-16-16,4-1 6 15,3 2 0-15,-7-1-8 16,1 5-3-16,-10-2-11 0,10 1 22 16,-16 1-1-16,16-2 7 15,-10 5 3-15,16 1-8 16,-7-6-1-16,1 2 8 16,-4-9-17-16,4 7 13 15,0 2-4-15,5 2 0 16,-2 9-1-16,3 9 0 15,-7-1 1-15,7-3-1 16,-6-10 10-16,-4-3-18 16,10 1 18-16,0-9-14 15,-6 4 5-15,12-4 0 16,0 4 15-16,0 0-5 16,0-5 17-16,-16-2-19 0,16-9 1 15,0 0-9-15,0-8 8 16,0 11-1-16,0 6-7 15,0-4 0-15,0 18 11 16,0-7-11-16,0 1 0 16,0-2-3-16,0-3 11 15,0-7-13-15,0 3 11 16,0-9-11-16,0 9 5 16,0 0 0-16,0-7 0 15,16 2 1-15,2-3-6 16,-5 0 13-16,8-8-16 15,-15 0 7-15,13 0 1 16,-10 0 1-16,-2 0-1 0,11 0 1 16,4 0-2-1,3 0 2-15,9 9 0 16,0-9-1-16,6 0 6 0,-6 0-9 16,13 0 12-16,-7 0-6 15,7 0-2-15,-13 0 8 16,3 0-6-16,-3 0-3 15,0 0-1-15,0 0 1 16,0 0 6-16,-3 0-2 16,10 0-6-16,-7 0 6 15,0 0-6-15,12 0 4 16,-18 0-2-16,19 0 0 16,-22-9-3-16,9 9 3 15,-16 0 0-15,10 0 0 0,0 0 9 16,-3 0-18-16,3 0 4 15,0 0 5-15,3 0 2 16,-10 0-2 0,14 0-7-16,-11 0 7 0,11 0-5 15,-8 0-3-15,-8 0-1 16,9 0 7-16,-3 0 0 16,-4 0-3-16,-8 0-12 15,-1 0-9-15,4 0 11 16,-10 0 3-16,0 0 12 15,0 0-3-15,-6 0 13 16,0 0-8-16,16 0-1 0,-4 0-1 16,-6 0 2-1,7 0 0-15,-7 0 3 0,10 0-4 16,-4 0 10-16,0 0-7 16,-2 0 0-16,2 0-4 15,0 0 0-15,-5-3-2 16,8-2 4-16,-9 5-6 15,7-3 10-15,-7-5-10 16,9 0 10-16,-2-1-6 16,-7 1 2-16,16 0-2 15,-10-3 0-15,7 6-4 16,3 1 1-16,-10 1-7 16,0-5 6-16,-2 8 2 15,2-8-4-15,0-1 12 16,10 1-7-16,-9 0 1 0,5 0 0 15,4 8 0-15,-22-3 1 16,6 3 5-16,-6 0-1 16,0-5-8-16,0 5 9 15,0-8-4-15,0 1 0 16,6-9 5-16,16-1-4 16,-3-7 0-16,-7 1-2 15,10-2 0-15,-16 1-2 16,0 7 6-16,0 2 9 15,4-6-14-15,-4-7 0 0,0 4 0 16,6 4-4 0,-5-3 2-16,8 2 1 15,-15 1-7-15,6 1 16 0,-6-6-1 16,0 9-6-16,19-7 4 16,-13-10-1-16,16 5-8 15,-10-8 4-15,-6 12-3 16,10 7 2-16,-16 2 2 15,6 3 11-15,-6 3 4 16,6-7-10-16,0 4 1 16,1-4-14-16,-7-4 4 15,21 12-1-15,-14-8-5 16,-1-4 9-16,0-4-5 16,16-4 12-16,-10-8-14 0,1 0 16 15,8 13-12 1,-15-6 7-16,-6 1-5 0,7 11 1 15,-1 2 0-15,0-6 0 16,-6 6 1-16,22-9 25 16,-10-4-20-16,10-5-1 15,3-3 8-15,3-3-20 16,6-2 7-16,-10 1-3 16,4 0 1-16,-15 4 2 15,2 0 2-15,-9 0 2 16,1 0-6-16,-1 3 8 15,0-3-12-15,0-4 5 16,0-4 0-16,4-3-17 0,2 2 7 16,1 1 1-16,2 0 7 15,-9 3 1-15,7 2 4 16,-13-2-4-16,0 2-5 16,0-2-3-16,0 5-29 15,0-8-4-15,0 8-10 16,0 4 51-16,0 8 0 15,0 4 4-15,0 7 21 16,0 2 1-16,0-1 7 16,0-4-29-16,0-4-4 15,0-1 0-15,0 1-5 16,0 0 4-16,0 4 3 16,0 5 1-16,0 2-1 15,0-3 13-15,0 0-8 16,0-4-10-16,-13 4-7 0,13-4 1 15,-6 4-3-15,-3-4-2 16,-10 0 5-16,-3 8-1 16,4-4 12-16,-1 4 6 15,-2 4 24-15,2-4-24 16,-3 0-12-16,4 3 4 16,-16 2-15-16,6 3-47 15,-19 0 15-15,1 0 49 16,-1 0 8-16,1 0-6 15,5 0 11-15,1 0-12 0,0-4 20 16,-1 0 13 0,7 4-31-16,3-4 3 0,-9 4-6 15,6 0-4-15,-6 0-2 16,5 0 11-16,1 0-10 16,-6 0 7-16,15 0-2 15,13 0 0-15,-10 0-4 16,3 0 0-16,-2 0 4 15,-13-4 6-15,9 0-2 16,-9 4 20-16,-7 0-14 16,7 0 23-16,0 0-13 15,3 0-14-15,3 0-5 16,0 0 1-16,10 0-4 16,-4 0 8-16,4 0 5 0,-1 0-8 15,-3 0 15-15,-6 0-14 16,3 0 8-16,-2 0-4 15,2 0 25-15,3 0-27 16,16 0 3-16,-7 0-9 16,-2 4 4-16,-4 0-3 15,-2 0-1-15,8 4 0 16,-5-5-1-16,-10 2 1 16,15-5 15-16,-21 3-15 15,6-3-5-15,-3 0 5 16,10 0 3-16,8 0 2 15,-2 0-10-15,15 0-18 16,0 5-29-16,0 3-155 0,0 7-109 16</inkml:trace>
  <inkml:trace contextRef="#ctx0" brushRef="#br0" timeOffset="141479.72">31683 8642 137 0,'0'0'82'0,"0"0"-63"0,0 0 63 0,0 0-6 16,0 0-10-16,0 0-13 15,0 0-17-15,31-32-1 0,-31 32 19 16,0 0 3-16,0 0 4 15,0 0-9-15,0 0-40 16,0 0 18-16,0 0-6 16,0 0 18-16,0 0-10 15,0 0 28-15,0 0-21 16,0 0-20-16,0 0-1 16,0 0-18-16,0 0 9 15,0 0-9-15,0 0 3 16,0 4-3-16,-13 8 0 15,-5 8-1-15,-4 0 0 0,10 0-1 16,-1 1 2 0,-2-2 3-16,9-2-3 0,-1 3-1 15,1-4 1-15,-9 4-2 16,2 7 6-16,-5-2-8 16,-4 6 8-16,-3 2-2 15,-3-1-2-15,7-4 0 16,2 0-3-16,6-8-12 15,-8 0 9-15,15-4-27 16,-1 0 25-16,1 4-19 16,0-4 0-16,6 4 8 15,0-4 15-15,0 4 0 0,0 1 4 16,0-1-6 0,0 0-29-16,-9 4-4 0,2 4-14 15,-5 0 31-15,6 0 16 16,-7 0 5-16,-2-4 1 15,-4 1 0-15,19-2-4 16,-15 1 4-16,9-8-3 16,-7 9 0-16,13-10-10 15,-6 6 17-15,0 2-5 16,6-2 2-16,-6-1 4 16,6 3-5-16,0 6 4 15,0-1-9-15,0 3 4 16,0 2-10-16,0 3 10 15,0 0-6-15,-10-3 9 16,10-2-3-16,0-6 1 0,0 2-6 16,-6-7-4-16,6 5-10 15,0-1 16-15,0 7-10 16,-6 2 11-16,-6 7-17 16,-10 0 18-16,-3 4 2 15,10-8 0-15,-4-8 0 16,7 5 0-16,2-18 10 15,10 1-6-15,0-3-8 16,0-6 6-16,0 6-2 16,0 7 0-16,0 4 1 15,0 4-1-15,-18 11 0 16,5-2-2-16,-8-1 4 0,2 4 3 16,3 0-4-16,-2-4 13 15,-4-7-13-15,10-6 19 16,-1 2 0-1,7-9-13-15,0 7-7 0,-3 2 5 16,-4 2-12-16,7 6 15 16,-6 3-6-16,-4-3 2 15,-3-2 7-15,-2 2-8 16,21-6 38-16,-6 5-11 16,6-8-22-16,-7 4-8 15,1-3 5-15,0 2-5 16,0 6 0-16,-4-5 7 15,10-8-6-15,-6 4 15 0,6-4-6 16,-6 0 1-16,6 4-11 16,0-4 1-16,-6 1 7 15,6-1-6-15,0-1 12 16,0-2-13-16,0-1-1 16,0-4 2-16,0 4-2 15,0 4 0-15,0-1 0 16,0 6 4-16,0-5-3 15,-6-1 4-15,6-2-1 16,0-9 14-16,0 0-17 16,0-5 3-16,0 2-3 15,0-2-1-15,0 2 0 0,0-5 2 16,0 4-3 0,6-4 3-16,12 0 4 0,4 0-2 15,-3 0 14-15,9 0-17 16,-10 4 6-16,4-4-7 15,6 4 18-15,-16-4 13 16,13 0-14-16,9 0 16 16,0 0-2-16,7 0 13 15,-1 0-38-15,-6 0 13 16,19 0-18-16,-19 0 3 16,-3 0-4-16,3 0 8 15,0 0-8-15,-6 0 10 16,-3 0 10-16,9 0-19 15,-6 0 14-15,3 0-15 16,3 0 9-16,0 0-8 0,0 0 1 16,6 0-2-16,1-4 0 15,-1 4 1-15,7-4 4 16,-7 4-2-16,-15 0-2 16,-4 0-2-16,4 0 0 15,-9 0 1-15,-4 0-1 16,-6 0 4-16,1 0-11 15,-1 0 16-15,9 0-14 16,-9 0 12-16,7 0-6 16,-1 0 1-16,4-4 2 15,-4-1-2-15,1 2 3 16,2-5-4-16,-3 4 3 16,1-4 0-16,2-5 7 15,-2 5-13-15,-1-11 8 0,16-1-2 16,-9-5-3-1,2 2 5-15,-14 2 4 0,11 1-4 16,-9 9 3-16,-2-6-4 16,-7 1-5-16,18-8 10 15,-12 1-13-15,16-18 5 16,-3 5-2-16,-4-8 0 16,4-1 1-16,-7 6 0 15,-2 6 0-15,-4-3-1 16,0 8 7-16,-6-16-7 15,12 5 2-15,4-14 0 0,3-7-1 16,-7-1 0-16,3 14-1 16,-15 3 3-16,13 7-6 15,-13 5 11 1,0 1-8-16,0-10 2 0,0 1 0 16,6-4-1-16,0-8-1 15,-6-9-3-15,6 1-1 16,10-4-2-16,-4 0 6 15,7 0-8-15,3 4 18 16,-4 4-15-16,-2 3 8 16,-16 1-2-16,18 0 0 15,-18 1-1-15,7-2-2 16,8 4 6-16,-9 5-7 16,0 5 8-16,7-2-8 0,-13 5 9 15,15-4-10-15,-8 0 10 16,-1-8-10-16,6-4 5 15,4-1-22-15,-10 1 5 16,6 9-1-16,-12 6 9 16,6 9 15-16,-6 0-11 15,0-3 10-15,0-2-8 16,0-3 5-16,0 0-2 16,0 0 0-16,0 3 5 15,0 2-11-15,0 7 6 16,0 7-4-16,0 6 8 15,-6-1-5-15,-28-1 1 16,22 10 0-16,-10-5-2 0,3 0 6 16,-2-4-9-16,2-1 3 15,-9-3-1-15,3 4-18 16,-9-4 20-16,-6 4-26 16,0 1 15-16,-13 6 8 15,13-3-6-15,-7 4 6 16,1 0 1-16,-1-4-3 15,1 1 12-15,5-2-11 16,1-7 5-16,6 8-1 16,0 0 1-16,21 8 1 15,-14 0 13-15,2 0 4 0,-3 0-14 16,-13 8-4-16,7 8-3 16,0 4-16-16,9 0 1 15,-2-7-35-15,14-6 9 16,-9-7-30-16,10 0-269 15</inkml:trace>
  <inkml:trace contextRef="#ctx0" brushRef="#br0" timeOffset="197215.27">22477 10010 543 0,'0'0'142'0,"0"0"-141"0,0 0 94 0,0 0 8 15,0 0-60-15,0 0-14 16,0 0-14-16,53 0 7 16,-44 0 3-16,-3 0 53 0,-6 0 4 15,19 0-32-15,2 0-10 16,10 0 9-16,19 4-7 15,9 4-20-15,22-5-1 16,39-3-19-16,20 0 7 16,12 0-8-16,25 0-2 15,-4 0-1-15,-8 0-4 16,-17-11-4-16,-14-6-22 16,-26 6-14-16,-21-14-45 15,-16 17-118-15,-30 0-422 16</inkml:trace>
  <inkml:trace contextRef="#ctx0" brushRef="#br0" timeOffset="197931.17">21869 11718 53 0,'0'0'908'0,"0"0"-809"0,0 0 21 0,468 4-20 0,-282-8-40 15,16-16-32-15,-22-4-14 16,-19 8-14-16,-28 12-7 16,-24 4-39-16,-32 0-8 15,-43 0-130-15,-6 20-337 16</inkml:trace>
  <inkml:trace contextRef="#ctx0" brushRef="#br0" timeOffset="208609.55">3650 12448 148 0,'0'0'141'0,"0"0"-19"0,0 0-18 0,0 0-49 15,0 0-33-15,0 0-8 16,0 0 27-16,0 0 13 16,0-8 21-16,0 8-11 0,0 0 5 15,0 0-14 1,0 0 7-16,0 0-33 0,0 0-4 15,0 0-4-15,0 0-5 16,0 0 5-16,0 0-17 16,0 0-1-16,0 0 0 15,0 0-4-15,0 0 1 16,0 0-2-16,0 8-11 16,0 8 13-16,0 8 21 15,0-8-19-15,0 4-2 16,0 0 6-16,0 4-6 15,0 1 3-15,0 6 11 16,0-2-7-16,0-1 6 0,0 0 0 16,0-4-11-1,0 0-4-15,0-3 8 0,0 2-11 16,0-3 12 0,0 0-13-16,0 0 10 0,0 5-5 15,0-2 1-15,0 1 0 16,0 1-3-16,-10-2 7 15,10-15-9-15,-6 13 13 16,6-9-16-16,0 4 19 16,0 7-17-16,0-6 6 15,0 15 0-15,-12-9-1 16,12 6 2-16,0-9 1 0,-13 5 1 16,13-6-3-16,0 1 6 15,0 5-9-15,-9-6 7 16,9 1-2-16,-6 1 5 15,-1-6-6-15,7-2 12 16,-6-10-8-16,6 2 1 16,0-1-4-16,0-1-4 15,0 2 7-15,0 3-12 16,0-5 7-16,0-3-10 16,0 0-2-16,0 0-44 15,0 0-13-15,0 8 3 16,0-8 7-16,0 0-149 15,0 0-114-15</inkml:trace>
  <inkml:trace contextRef="#ctx0" brushRef="#br0" timeOffset="210169.87">4195 12709 61 0,'0'0'88'0,"0"0"-88"0,0 0-4 0,0 0 4 16,0 0 15-16,0 0 29 16,0 0 9-16,0 0 5 15,0 0 13-15,0 0 31 16,0 0-52-16,0 0-15 15,0 0-5-15,0 0 24 16,0 0-15-16,6 0 16 0,-6 0 18 16,0 0 2-16,0 0 24 15,0 0-58-15,0 0-3 16,10-8-21-16,-4-12 4 16,-6 12-21-16,12-8-1 15,10-1 1-15,-10 6 0 16,1-1-1-16,21-1 6 15,-15 2-9-15,15 11 7 16,-13-5-6-16,-2 5-3 16,3 0-22-16,-10 5 3 15,0 19 24-15,4 7-2 16,-10-6 6-16,-6 11-12 0,0-8 14 16,0 4-11-16,0 0 3 15,-15-12 0-15,-4 0-5 16,7-8 8-16,12-12-3 15,0 0 0-15,0 0-20 16,0 0-71-16,0 0 11 16,0 0 70-16,0 0 11 15,0 0 4-15,0 5 9 16,0 10 27-16,0 6 12 16,0 2 10-16,0 1-31 15,0 4 5-15,-41 5-8 16,-5 3 12-16,-16 4-4 15,-3 0-2-15,-3-8-28 16,21-4-4-16,7-16 0 16,21-12-23-16,10 0-28 0,9 0-112 15,0-32-181-15</inkml:trace>
  <inkml:trace contextRef="#ctx0" brushRef="#br0" timeOffset="211569.19">4905 12512 250 0,'0'0'0'16,"0"0"0"-16,0 0-8 0,0 0-11 0,0 0 19 0,0 0 4 16,6 0 101-16,-6 0 77 15,0 0-117-15,0 0 13 16,0 0-34-16,0 0-27 16,0 0-7-16,0 0 36 15,0 0-45-15,0 0 1 16,0 0-1-16,0 0 38 15,0 0-2-15,0 4-16 16,0 9-13-16,0-2-1 0,0 1 8 16,0 4-1-16,0 9 17 15,0 6-6-15,0 2 15 16,0 3-29-16,0-4 7 16,-6-4-7-16,0-3-1 15,-3-6 19-15,9 5-24 16,0-4 9-16,-6 4-14 15,6-3 10-15,-7 7-7 16,1-5-3-16,-6 9 0 16,6 1 0-16,-4 3 2 15,4 0 8-15,0 0 34 16,6-5-38-16,-6 6 11 16,6-8-14-16,0-10 13 0,0 1-14 15,0-4 8-15,0-7-10 16,0 2-2-1,0-6-1-15,0-2 6 0,0-3-6 16,0 4-20-16,0-4 11 16,0 16-13-16,-7-8 19 15,1 8 1-15,6-7-10 16,0-9-24-16,0 0-87 16,-9-5-241-16</inkml:trace>
  <inkml:trace contextRef="#ctx0" brushRef="#br0" timeOffset="213418.69">4939 12432 373 0,'0'0'31'0,"0"0"-17"0,0 0-3 0,0 0 17 16,0 0-26-16,0 0 8 15,0 0 4-15,0 0 28 16,0 0 6-16,0 0 12 15,0 0-7-15,0 0-26 16,0 0-24-16,0 0-6 16,0 0-18-16,0 0 10 15,0 0 11-15,0 0 1 0,0 0 0 16,0 0 31-16,0 0 15 16,0 0-15-16,0 4-15 15,0-4-7-15,0 0-6 16,-9 4-2-16,9 4-2 15,-6 1 0-15,6 6 3 16,-6-7-1-16,-1 8 1 16,7-8 3-16,-6 4 11 15,0 1 28-15,6 10 3 16,0-7 11-16,0 9-33 16,-9-9-25-16,3 4 1 0,-1-1-3 15,1-2 1-15,6-9-6 16,0 0 4-16,0 4-1 15,0-4-2-15,0 3-16 16,0-2-63-16,0-5-25 16,0 0-47-16,0 4-86 15</inkml:trace>
  <inkml:trace contextRef="#ctx0" brushRef="#br0" timeOffset="-201474.54">5454 13097 102 0,'0'0'318'0,"0"0"-223"0,0 0-39 16,0 0 4-16,0 0-15 15,0 0 6-15,0 0 27 16,0-3 6-16,0 3-4 15,0 0-26-15,0 0 4 16,0 0-21-16,0 0 1 16,0 0 0-16,0 0-15 15,0 0-17-15,0 0-4 16,0 0 11-16,0 0-7 0,0 0-6 16,0 0 8-16,0-4-2 15,19-8-4-15,9 12-1 16,-4-9-1-16,4 6-5 15,0-9-22-15,-3 8-49 16,3 0-22-16,-9-4-136 16,-13 3-86-16</inkml:trace>
  <inkml:trace contextRef="#ctx0" brushRef="#br0" timeOffset="-200940.66">5426 12901 549 0,'0'0'87'0,"0"0"-22"0,0 0 31 0,0 0-14 0,0 0 6 16,0 0-10-16,53 0-40 15,-38 0-15-15,4 0-22 0,9 0-2 16,-3 0-1-16,9-7-23 16,6-1-18-16,-6 3-118 15,7-3-87-15,-17 0-184 16</inkml:trace>
  <inkml:trace contextRef="#ctx0" brushRef="#br0" timeOffset="-200043.09">6282 12665 391 0,'0'0'265'0,"0"0"-209"0,0 0 15 0,0 0-68 0,0 0 8 15,0 0 28-15,0 0 0 16,6 0 16-16,7 0-8 16,-13 0-2-16,9 0-35 15,-3 0 8-15,6 3-13 0,1 22 19 16,2 3-17-1,-8 4-7-15,-7 4-9 0,0-8-13 16,0-4 3-16,0-4 7 16,0-8 11-16,0-4-12 15,24-3-18-15,11 6-43 16,-8-7 62-16,8 4 8 16,-11 0 4-16,-2 0 1 15,-16 8 0-15,0 1 41 16,-6 11 23-16,0 11-6 15,0 5-13-15,-27 1 10 16,-4-5-8-16,-19-4 2 16,3-4-10-16,1-8-18 15,-7-8-19-15,7-7-3 16,5-9-10-16,1 0-31 16,6 0-74-16,3 0-330 0</inkml:trace>
  <inkml:trace contextRef="#ctx0" brushRef="#br0" timeOffset="-194613.15">3380 15376 79 0,'0'0'471'0,"0"0"-438"0,0 0-33 0,0 0 28 0,0 0 16 16,0 0 5-1,0 0 49-15,0 4-37 0,0-4 20 16,0 0-15 0,0 3-10-16,0-3-23 0,0 0-4 15,0 0 1-15,0 0-1 16,0 0 3-16,0 0-7 15,0 0 4-15,0 0-15 16,0 0 20-16,0 0-22 16,0 0 3-16,0 0-10 15,0-7 3-15,0-9-4 16,0-4-2-16,0-9 15 16,0-7-9-16,0-8 2 0,0-12-7 15,0 0 2 1,0 0-3-16,6-4 2 0,9 0-1 15,-2 12 1 1,-13 4 2-16,6 8-3 0,-6 3 8 16,6 2-8-16,-6-10 5 15,10 5-5-15,-4 3-5 16,0 6 4-16,0 7-2 16,0-5 0-16,-6 9 2 15,0-7-5-15,7-2 9 16,-7 1-11-16,0 9 13 15,6-1-11-15,-6-1 6 16,0 1-6-16,0-7 3 16,0-2-2-16,15 9 1 15,-15-8-9-15,13 9 9 16,-13 6 2-16,0 5-10 0,6-8 16 16,-6 12-10-16,6 0 4 15,-6-5-2-15,0 5-7 16,0 0-15-16,0 0-18 15,0 0-30-15,0 0-65 16,0 0-246-16,-6 17-401 16</inkml:trace>
  <inkml:trace contextRef="#ctx0" brushRef="#br0" timeOffset="-193613.01">3721 14862 218 0,'0'0'274'0,"0"0"-228"0,0 0-25 0,0 0 17 0,0 0-13 0,0 0 34 16,0-11 21-16,0 11 4 15,0 0-12-15,0 0-10 16,0 0 1-16,0 0-28 16,0 0 2-16,0 0-4 15,0 0 4-15,0 0-15 16,0 0 16-16,0 0-21 15,0 0 15-15,0 0-14 0,0 0-11 16,0 0 1-16,15 0 3 16,10 0-8-16,15 0 1 15,1 0 16-15,5 0-19 16,-5 0 3-16,5 0-4 16,-6 0-14-16,1 0-1 15,-7 0-13-15,-16 0-9 16,4 0-29-16,-9 0-41 15,-7 0-100-15,-6 0-184 16</inkml:trace>
  <inkml:trace contextRef="#ctx0" brushRef="#br0" timeOffset="-192465.21">4518 14474 1 0,'0'0'412'0,"0"0"-323"0,0 0-55 0,0 0 24 16,0 0 23-16,0 0 37 16,0 0-1-16,0 0-67 15,0 0-23-15,0 0-4 0,0 0 36 16,0 0-35-16,0 0 7 16,0 0 0-16,0 0 6 15,0 0-18-15,0 0-5 16,0 0-14-16,0 0 3 15,0 0-7-15,6 0 0 16,0 0-2-16,6 0-6 16,-2 0-1-16,-4 0-4 15,-6 7-6-15,0 17 19 16,0 9-16-16,0-2 13 16,0 2-19-16,0-9 2 15,-6-9-32-15,6-10-30 16,0-5-13-16,0 0-15 0,6 0 44 15,41 0 33-15,-1-5 37 16,-6 2-6-16,-6 3 6 16,-15 0 6-16,3 0 14 15,-10 0-3-15,-6 16 3 16,1 12 1-16,-7 0 16 16,0 8-21-16,0 0 23 15,-7 5-1-15,-52 3-30 16,-15-1 21-16,12-10 11 15,9-1 7-15,7-17-47 16,21-7-2-16,9-3-14 16,4-1-8-16,-10 4-96 15,-9 8-95-15</inkml:trace>
  <inkml:trace contextRef="#ctx0" brushRef="#br0" timeOffset="-191433.21">5160 14353 340 0,'0'0'182'0,"0"0"-122"0,0 0 3 0,0 0 4 0,0 0-3 0,0 0-17 15,0 0-31-15,0 0-10 16,0 0 8-16,0 8 43 16,0 8 3-16,0 1-12 15,0 14-14-15,0 2-3 16,0 6-3-16,0 10-18 16,0 23 16-16,0-4 18 15,0 4-26-15,0 0-1 16,0-7-13-16,0 7 3 15,0 4-5-15,0-8-2 0,0 4 5 16,0-3-12-16,0-2 18 16,0 2-21-16,-7-5 10 15,-8-8-15-15,15-7-46 16,-19-18-30-16,13-15-142 16,-16-16-140-16</inkml:trace>
  <inkml:trace contextRef="#ctx0" brushRef="#br0" timeOffset="-190516.56">5519 15083 66 0,'0'0'603'0,"0"0"-487"0,0 0 12 0,0 0-9 15,0 0-84-15,0 0-23 16,22-13-5-16,3 13 31 16,9 0 31-16,0 0-37 15,-9 0-17-15,3 0-10 0,0 0-10 16,-4 0 5-16,-2 0-36 16,-3 0-79-16,2 0-62 15,-8 0-80-15,-13 0-49 16</inkml:trace>
  <inkml:trace contextRef="#ctx0" brushRef="#br0" timeOffset="-190050.68">5541 14918 694 0,'0'0'162'0,"0"0"-13"0,0 0-58 0,0 0-19 15,6-8-33-15,34 1 25 16,7-1-18-16,-7 0 1 16,1 0-32-16,-10-1-13 15,3-2-2-15,6 6-39 16,-12 5-26-16,-3 0-157 16,-16 0-267-16</inkml:trace>
  <inkml:trace contextRef="#ctx0" brushRef="#br0" timeOffset="-133991.93">7125 9195 5 0,'0'0'196'0,"0"0"-96"0,0 0-8 0,0 0 24 0,0 0-59 16,0 0-38-16,0 0 9 15,-15-3-13-15,15-1 36 16,0-4-3-16,0 3-26 16,0 2 1-16,-6 3-10 15,6 0 54-15,-7 0-13 16,1 0 10-16,6 0-26 15,-6 0-16-15,6 0-10 16,0 0-5-16,0 0-1 16,0 0-5-16,0 0 13 0,0 0-12 15,0 0 9-15,0 0-10 16,0 0 3-16,0 0 1 16,0 0-7-16,0 0 2 15,0 0-7-15,0 0 6 16,0 0 2-16,0 0-8 15,0 0 14-15,0 8-7 16,0 4 1-16,6-1 1 16,7-3 0-16,15 0 0 15,-4 4-4-15,-2 1 4 16,-10-5-4-16,16 8 6 0,-21-4-4 16,11 0 2-1,-2 0 0-15,2 0 0 0,-12 0-3 16,16-4 1-16,-9-4-5 15,-7 0 4-15,6-1 1 16,10 6-4-16,-3-1 12 16,2 4-15-16,7 0 18 15,-9 0-17-15,9-4 7 16,-4 5-1-16,4-2 0 16,-3 1 0-16,3-4-7 15,0 8 15-15,18-12-17 16,-5 0 16-16,-7-4-7 15,-3 9 0-15,-16-1 2 16,-2-5-2-16,-1 5 0 0,4-4-2 16,-10 4 3-16,6-8-8 15,1 8 14-15,15-3-11 16,-10-2 10-16,-2 2-10 16,9-2 8-16,-10-3 0 15,4 4 4-15,2-4-4 16,-8 0 0-16,15 5 4 15,-10-5-11-15,1 0 7 16,3 3 5-16,-10-3-8 16,3 0-2-16,-2 0 2 15,5 0 12-15,-2 8 8 16,-4-8-18-16,7 0 12 16,-10 5-14-16,-2-5 10 15,11 0-10-15,-2 0 17 16,-4 0-18-16,0 0 1 0,1 0 6 15,2 0-7-15,4 0 11 16,3 0-9-16,-10 0 1 16,16 0 4-16,-9 0-9 15,-7 0 4-15,10 0-4 16,-10 0 3-16,0 0-1 16,4 0 8-16,-4 0-7 15,1 0 7-15,-4 0-1 16,10 0-7-16,-13 0 3 15,22 0-3-15,-10 0 0 0,-2 0 0 16,-4 0-4-16,1-5 4 16,-7 5-1-16,-6 0 3 15,15-8-8-15,-15 8 14 16,13 0-14-16,-7 0 7 16,0-3-2-16,10-2-8 15,-10 1-12-15,0 1-15 16,7-2-42-16,2 2-10 15,-3-10-122-15,7 5-24 16,-13-4-145-16</inkml:trace>
  <inkml:trace contextRef="#ctx0" brushRef="#br0" timeOffset="-133432.02">8648 9452 83 0,'0'0'225'0,"0"0"-147"0,0 0 38 0,0 0-56 16,0 0-9-16,0 0 27 15,0 0-1-15,12 0-14 16,16 0-26-16,-9 0 8 16,2 0-15-16,-2-8-3 0,-3 8-20 15,2 0 3 1,-5 0-6-16,2 0 0 0,-9 0-4 15,0 0 7-15,-6 24 4 16,0 4 14-16,0 5 30 16,0-2-46-16,0-6 11 15,0-9-20-15,0 0-3 16,0-9-22-16,0-7-85 16,0 0-270-16</inkml:trace>
  <inkml:trace contextRef="#ctx0" brushRef="#br0" timeOffset="-125855.68">6502 14926 205 0,'0'0'99'0,"0"0"-20"0,0 0 15 15,0 0-24-15,0 0-48 0,0 0 9 16,0 0 38-16,0 0 17 15,0 0-7-15,0 0-18 16,0 0 6-16,0 0-15 16,0 0-17-16,0 0 0 15,0 0-12-15,0 0 13 16,0 0-26-16,0 0 22 16,0 0-23-16,0 0 11 15,0 0-9-15,0 0 5 16,0 0-5-16,0 0-3 15,0 0-8-15,0 0 0 16,0 0 2-16,13 0 2 16,21 0 26-16,12 0-18 0,-6 0 6 15,22 0-16 1,4 0 10-16,-8 0-6 0,11 0-6 16,-10 0 0-16,-10 0 2 15,-24 0-8-15,-3 0-16 16,-4 0-18-16,4 0-24 15,-10 0-96-15,-5 0-177 16,-7 0-219-16</inkml:trace>
  <inkml:trace contextRef="#ctx0" brushRef="#br0" timeOffset="-124939.73">7525 15332 228 0,'0'0'73'0,"0"0"78"0,0 0-12 0,0 0-71 0,0 0 16 15,0 0 17-15,0 0-2 16,0 0-29 0,0 0-27-16,0 0-7 15,0 0-24-15,0-13 13 0,-12 2-21 16,-10-6 16-16,4 1-12 15,-4-4 33-15,10 1-12 16,-10-9-15-16,3-5 3 16,7 2-13-16,3-18 8 15,2 9-10-15,7-8-4 16,0 0 6-16,0 4-4 16,0-9 0-16,0 1-1 0,7-7-1 15,33 15 0 1,6-1 2-16,-12 13 0 0,-6 16-2 15,-3-4-4-15,15-5-10 16,16-6-49-16,-3-2-10 16,6 17-46-16,-13 8-140 15,-18 8-65-15</inkml:trace>
  <inkml:trace contextRef="#ctx0" brushRef="#br0" timeOffset="-124139.59">7780 14943 354 0,'0'0'373'0,"0"0"-263"0,0 0 17 0,0 0-46 15,0 0-68-15,0 0 6 16,0 0 12-1,0 0 52-15,6 0-36 0,28 0-5 16,-9 0-11-16,9 0-1 16,12 0-24-16,-5 0-5 15,11 0 4-15,-5 0-2 16,2 0-6-16,-2 0-16 16,-22 0 16-16,9 0-47 15,-6 0 24-15,-16 0-49 16,1-4-82-16,-13-4-235 15</inkml:trace>
  <inkml:trace contextRef="#ctx0" brushRef="#br0" timeOffset="-123240.67">8521 14610 556 0,'0'0'99'0,"0"0"-28"0,0 0 54 0,0 0-67 16,0 0-26-16,0 0 59 0,52-24-25 15,-24 20-50-15,-9 4 35 16,3 0-13-16,-10 0 0 15,10 0-36-15,3 0 11 16,2 20-9-16,-14 8 0 16,-1 4-4-16,-2-4-6 15,2 8-8-15,0-11-6 16,-5-2 9-16,8-7-14 16,-9-8-2-16,7-8-26 15,21 0-5-15,0 0 23 16,6 0 13-16,0 0 9 15,1 9-8-15,-16-1-1 16,2 7 8-16,-14 1 8 0,-13 8 6 16,0 4 30-1,0 5 15-15,0 11-8 0,-34 4 1 16,-13-1-29-16,-5 10 15 16,-1-9-22-16,0-7 21 15,-3-13-15-15,16-5-8 16,9-10 0-16,9-10-10 15,4-3-69-15,18 0-143 16,0 0-85-16</inkml:trace>
  <inkml:trace contextRef="#ctx0" brushRef="#br0" timeOffset="-122571.47">9231 14433 525 0,'0'0'142'0,"0"0"-116"0,0 0 80 0,0 0-22 0,0 0-38 0,0 0 17 16,0 0-18-16,173 136-8 15,-148-100 13-15,3 5-27 16,12 3 18-16,-21 4-26 16,-4 4 9-16,-8 4-8 15,-1 8 10-15,-6 5-7 16,0 3-6-16,0 8 5 15,0 0-10-15,-13 0-8 16,-36-8 0-16,-4-15-22 16,19-17-30-16,15-12-77 15,7-23-195-15,12-5-163 0</inkml:trace>
  <inkml:trace contextRef="#ctx0" brushRef="#br0" timeOffset="-121791.39">9978 15055 36 0,'0'0'570'0,"0"0"-398"0,0 0 28 0,0 0-72 0,0 0-68 0,0 0-38 16,19 0 16-16,-10 0-8 16,-9 0 21-16,12 0-19 15,-6 0 0-15,16 0-14 16,-3 0-9-16,9 0-9 15,-3 0 8-15,21 0-16 16,-12 0 2-16,6 0-4 16,-5 0-13-16,-11 0 13 0,-8 0-22 15,2 0-2-15,-11 0 2 16,-7 0-63-16,0 0-36 16,0 0-143-16,0 0 15 15</inkml:trace>
  <inkml:trace contextRef="#ctx0" brushRef="#br0" timeOffset="-121492.02">9978 15055 78 0</inkml:trace>
  <inkml:trace contextRef="#ctx0" brushRef="#br0" timeOffset="-121309.53">9978 15055 78 0,'0'-181'535'0,"0"177"-486"15,0 1-44-15,0 3 227 0,0 0-133 16,0 0-4-16,0 0-40 16,0 0 30-16,0 0-56 15,0 0 11-15,19 0-11 16,21 0 16-16,16 0-20 15,-10 0-18-15,7 0-7 16,-7 0-3-16,-11 0-8 16,5 0-34-16,-15 0 9 15,-4 0-37-15,-14 0-74 16,-7-8-275-16</inkml:trace>
  <inkml:trace contextRef="#ctx0" brushRef="#br0" timeOffset="-118395.68">10899 14710 233 0,'0'0'210'0,"0"0"-177"0,0 0 39 16,0 0-56-16,0 0-4 16,9 0 3-16,-9 0 43 0,0 0 24 15,0 0 26-15,0 0-4 16,0 0-40-16,0 0-9 16,0 0-19-16,0 0 21 15,0 0-4-15,0 0-8 16,6 0-19-16,-6 0-7 15,0 0 12-15,0 0-26 16,7 0 14-16,-1 0-19 16,6 0 0-16,10 0-1 15,6 0-5-15,3 0 8 16,15 0-2-16,1 0 2 16,2 0 1-16,-11 24-3 15,2 0-6-15,-12 5 1 0,-16-1-1 16,-2 3 1-1,-4 2-19-15,-6-9 22 0,0-4 2 16,0-4-1-16,0-4 1 16,0-9-6-16,0 2 3 15,0-5-28-15,0 0-6 16,0 0-30-16,18 0 66 16,-11 8 1-16,8 8 0 15,4 4 33-15,-13 8 5 16,9 4-13-16,-8 8 0 15,-7 1 6-15,0-2-21 16,0 14 10-16,-22-1-13 0,-18-8 9 16,9-4-15-16,-4-24 11 15,1-4 4-15,13-12-12 16,-4 0-4-16,25 0-22 16,-13 0-5-16,-8 0-78 15,-13 0-75-15,3 4-322 16</inkml:trace>
  <inkml:trace contextRef="#ctx0" brushRef="#br0" timeOffset="-93181.8">6375 15740 151 0,'0'0'176'0,"0"0"-47"0,0 0-60 0,0 0-56 0,0 0-12 15,0 0 7-15,0 0 4 16,0 0 29-16,0-7 34 16,0 7 11-16,0 0-11 15,0 0-11-15,0 0 12 16,0 0-49-16,0 0 6 15,0 0-21-15,0 12-3 16,0-9-4-16,0 5-5 0,0 1 2 16,0-5 4-16,0 8 0 15,0 4 1-15,6-8 11 16,0 0-16-16,16 8-1 16,-9-8 6-16,14 8-11 15,-20-8 12-15,21 4-16 16,-10 1 5-16,-5-2 3 15,14 1-3-15,-8 1 6 16,15 2-6-16,-6 1 5 16,-9-8-4-16,9 4-2 15,-22-8 4-15,6-4 0 0,-3 0-19 16,4 0 15 0,-1 0-10-16,16 0 13 15,-9 0 2-15,9 0 1 16,6 0-1-16,-9 4 0 0,9 1-1 15,0-2-4 1,0-3 0-16,-3 0-2 0,3 0 5 16,0 0-25-16,-6 0 26 15,-9 0-7-15,2 0 4 16,-14 0 3-16,11 0-2 16,-5 0-7-16,8 0 9 15,-15 0-3-15,22 0 7 16,-9-3-6-16,-7-2 6 15,22-7-7-15,7 1 7 0,-7-6 1 16,0 1-4-16,0 4-1 16,-3 0 2-16,-3 8 2 15,-9 1-4-15,-4-2-3 16,4 2-1 0,-7 3 8-16,10-5-2 0,-4-3 1 15,23-4 7-15,-1 4-4 16,0-8-3-16,1 12 3 15,-13-9-1-15,-10 6 1 16,4 7-3-16,3 0 15 16,-10-8-15-16,16 0 5 15,-3 0-4-15,0-8 8 16,-3 8-10-16,-3-1 0 16,2 1 1-16,4 5 6 15,-9-9-13-15,3 12 11 0,-4 0-5 16,-2 0-1-1,-4 0 22-15,16 0 0 16,-9 0-16-16,9 0 1 16,6-4-4-16,-10 4-2 0,4 0 2 15,-3 0-1-15,3 0 1 16,0 0 1-16,-16 0-3 16,7 0 3-16,3 0-1 15,-10 0-1-15,16 0-1 16,-3 0 1-16,-16 0-2 15,16 0 6-15,-25 0-12 16,22 0 9-16,-10 0-4 0,0 4 0 16,10-4-2-1,-3 12 2-15,9-9 0 0,-10 5 4 16,-2 9 3-16,-4-9-14 16,1 0 14-16,2 0-14 15,-3 8 7-15,1 0 0 16,-7 0 0-16,-6 0 4 15,0 4-12-15,0-7 16 16,0-6-11-16,6-7 6 16,-6 4-4-16,0-4 1 15,0 0 0-15,0 0-2 16,0 0-1-16,0 0 0 16,10 0 1-16,-10 0 1 15,6 0 2-15,-6 0-2 16,0 0 2-16,0 0-1 0,0 0 0 15,0 0-6-15,6 0-6 16,6 0 10-16,4 0-3 16,-10-4 10-16,13-3-14 15,-4-10 19-15,10 1-21 16,3-8 9-16,-3 0-1 16,-4 8-14-16,-2 8 10 15,-13 0 6-15,10 0-4 16,-16 8 1-16,0 0 5 15,0 0-1-15,6 0 0 0,6 0 8 16,10 0-7-16,3-4 1 16,3-9-1-16,0 13 8 15,-10-8-13-15,10 8 12 16,-3 0-16-16,3 0 16 16,0 0-15-16,3 0 10 15,-3 0-6-15,-10 0 3 16,23 0 0-16,-14 0 0 15,1 0 3-15,-3 0-10 16,3 0 14-16,-9 0-11 16,2 0 8-16,13 0 1 15,-3 0-5-15,-3 8 1 16,0 1-2-16,3-1 4 16,-3-8-9-16,0 8 12 15,3 0-5-15,-9-4 7 16,3 8-14-16,3-8 12 0,-7 7 3 15,4-11-6-15,-3 13-2 16,-4-9-1-16,4 4 12 16,3-3-22-16,-10-2 12 15,10 0-2-15,9 2 0 16,-6-5-2-16,-9 8 2 16,-7-4 5-16,16-4-5 15,-15 4 3-15,14 5-7 16,-8-6 11-16,3 5-3 15,3-4-1-15,2 0-4 16,8-4 2-16,5 0-2 0,-15 0 2 16,21 0 0-16,-6 0-1 15,-12 0-2-15,0 0 2 16,-9 0 0-16,3 4 0 16,-16 0-2-16,19 0 2 15,-4 1 0-15,-2-5 6 16,-4 0-12-16,10 0 14 15,-9 0-14-15,-4 0 13 16,1 0-14-16,-13 0 14 16,15 0-14-16,-9 0 12 15,-6 0-5-15,6 0 0 16,-6 0 1-16,13 0-5 16,-1 0 9-16,4 0-9 15,9 0 4-15,-4 0 0 16,-2 0 1-16,3 0-1 0,-4 0-4 15,10 0 4-15,-9 0 1 16,-13 0 1-16,9 0-4 16,-8 0 4-16,-1 0-5 15,6 0 6-15,4 0-3 16,-10-5 0-16,13 1-3 16,2-4 3-16,-8 4 2 15,-1-3-2-15,10 2 0 16,-16-3-2-16,22 0 4 15,-10-4-4-15,4 4 5 0,-9-8-3 16,-1 8 3 0,-12-1-2-16,22 9-1 0,-16-7 2 15,-6 7-11-15,12-8 20 16,1-8-19-16,15-8 17 16,-1-8-18-16,-2 0 8 15,-9 7-6-15,9 14 3 16,-25 6-3-16,0 5 7 15,0 0 7-15,0 0 3 16,0 0-8-16,0 0 4 16,0 0-6-16,0 0-2 15,0 0 0-15,0 0-2 16,0 0-54-16,0-15-137 16,0 15-336-16</inkml:trace>
  <inkml:trace contextRef="#ctx0" brushRef="#br0" timeOffset="-75631.62">14744 13294 340 0,'0'0'184'0,"0"0"-156"0,0 0 22 0,0 0 8 0,0 0-29 15,0 0 17-15,0 0 37 16,0 0-20-16,0 13 25 15,0-13-40-15,0 0-20 16,0 0-23-16,0 0 3 16,0 0-3-16,0 0 9 15,0 3 17-15,0-3-6 0,0 8 3 16,0 8-15 0,0-4-7-16,0 1-1 0,-6 2-2 15,-1-2-1-15,7-2 17 16,0 1-4-16,0 1-2 15,0-5 0-15,0-5-12 16,0 10 3-16,0-1 1 16,0 0-4-16,0 0 1 15,0-5 17-15,0 1-5 16,0-8 11-16,0 0-2 16,0 0-14-16,0 0 7 15,0 0-4-15,0 0 8 16,0-23-20-16,0-21 18 15,0-13-12-15,0-10 2 16,0-10-3-16,19 5-3 0,-13 4-2 16,16 0 0-16,-4 7-2 15,-2 5 4-15,3 4-4 16,-7 4-4-16,-3 8-6 16,-3 12-25-16,1 12-15 15,-1 12-20-15,0 4-63 16,0 0-159-16,-6 0-147 15</inkml:trace>
  <inkml:trace contextRef="#ctx0" brushRef="#br0" timeOffset="-74765.65">15444 13318 483 0,'0'0'183'0,"0"0"-59"0,0 0 46 0,0 0-60 0,0 0-61 0,0 0 13 15,16 8-17-15,-16-8 2 16,0 0-6-16,0 0-1 16,0 0-10-16,0-16-12 15,0-12-8-15,0-11-7 16,0-10 7-16,0 5-8 15,12-4 14-15,-5 0-13 16,-1 8-5-16,0 12 6 16,-6 3-8-16,0 14-4 15,0 11-2-15,0 0 5 16,0 0-14-16,0 0-13 0,0 0-34 16,0 0-16-1,0 0-114-15,0 0-192 0,0 8-114 16</inkml:trace>
  <inkml:trace contextRef="#ctx0" brushRef="#br0" timeOffset="-74331.34">15200 13202 778 0,'0'0'324'0,"0"0"-192"0,0 0-18 0,0 0-57 0,0 0-17 15,0 0-5-15,12 5-10 0,22 2 10 16,6-7-18 0,7 0 4-16,6 0-18 0,-7 0 2 15,7 0-5-15,3 0-5 16,3 0-11-16,9 0-8 15,-9 0-16-15,0-7-17 16,-4 2 9-16,-17-7-30 16,-4-4-34-16,-13 0-174 15,-14-1-262-15</inkml:trace>
  <inkml:trace contextRef="#ctx0" brushRef="#br0" timeOffset="-73749.35">16062 12657 515 0,'0'0'238'0,"0"0"-176"0,0 0 51 0,0 0 3 0,0 0-66 15,0 0-12-15,40 24 35 16,-22 12-5-16,4 0-23 15,-9 0 7-15,5 8-25 16,-2-4 1-16,-4 9-14 16,7-2-13-16,-10 6-1 0,-9-1 4 15,0 0-8-15,0 0 4 16,0-8-14-16,0-4-10 16,0-8 1-16,0 0-4 15,0 1-7 1,0-10-8-16,0 2-17 0,0-6-70 15,-9-11-148-15,-10 5-109 16</inkml:trace>
  <inkml:trace contextRef="#ctx0" brushRef="#br0" timeOffset="-73165.99">16635 13254 587 0,'0'0'438'0,"0"0"-313"0,0 0 7 0,0 0-72 0,0 0-25 0,0 0 2 15,161-8 15-15,-108 8-25 16,0 0-12-1,3 0-11-15,-4 0-1 0,1 0-3 16,-6 0-24-16,-13-3-1 16,-6-10-26-16,-10 13 7 15,1-4-19-15,-4-4-28 16,-9-3-53-16,-6-6-154 16,0 5-87-16</inkml:trace>
  <inkml:trace contextRef="#ctx0" brushRef="#br0" timeOffset="-72827.3">16756 13054 650 0,'0'0'192'0,"0"0"-93"0,0 0 59 15,0 0-65-15,0 0-31 16,0 0-4-16,47 0-18 15,-13 0-16-15,6 0-24 16,0 0 0-16,1 0-18 16,5 0-18-16,1 0-74 15,-1 0-103-15,1 0-232 16</inkml:trace>
  <inkml:trace contextRef="#ctx0" brushRef="#br0" timeOffset="-70769.09">15553 12576 215 0,'0'0'329'0,"0"0"-301"0,0 0 13 16,0 0 37-16,0 0-20 0,0 0 20 15,0 0 29-15,0 0 4 16,0 0-24-16,0 0-6 16,0 0-56-16,12-8-19 15,1-16-2-15,27 1-4 16,-12-10 0-16,19 5 0 15,-7 0-5-15,-6-4 17 16,12 8-23-16,-5 8 15 16,-7 3-4-16,6-2 3 15,1-6 3-15,5 18-6 16,1-9 5-16,5 4 6 0,7 3-11 16,22-6 11-16,6 6-11 15,6 2 0-15,3-6 2 16,3 1 1-16,-12 8-3 15,-7 0 0-15,-5 0-2 16,-10 0 6-16,9 0-12 16,-9 0 16-16,-9 0-14 15,9 13 8-15,-12-1-2 16,-3-4 0-16,2 3-2 16,-5 2 2-16,-13-6-15 15,6 14 15-15,-9-6-7 16,3 6 0-16,13 2 10 15,-1-2-4-15,-5 3 1 16,5 0 0-16,-12-4-2 16,-6 1 4-16,-3-6-4 0,-3-2 6 15,-10 2-11-15,10 9 9 16,-3-4-2-16,-13-4 0 16,0-3-2-16,-6 2-7 15,0-2-49-15,0-1-104 16,0 4-233-1</inkml:trace>
  <inkml:trace contextRef="#ctx0" brushRef="#br0" timeOffset="-70019.65">17739 12717 577 0,'0'0'196'0,"0"0"-121"0,0 0 30 0,0 0-47 15,0 0-54-15,0 0 31 0,40 4 1 16,-21 0-18-16,3 0-9 15,-10 0 25 1,0 0 7-16,10-1-35 0,-9 2 24 16,-1-2-12-16,3 2-10 15,-8-1-5-15,-7-4-3 16,6 0 0-16,-6 0-9 16,0 0-8-16,6 0 5 15,-6 0 4-15,0 0 4 16,0 0 1-16,0 0 6 15,0-17-3-15,0-6 0 0,12-13 0 16,4 8-1 0,-4-8-22-16,-5 12 2 0,-1 7-14 15,-6 9 27-15,0 8-6 16,9 0 14-16,-9 0 7 16,0 0 12-16,6 25-19 15,0-9-15-15,-6 4-170 16,0-4-353-16</inkml:trace>
  <inkml:trace contextRef="#ctx0" brushRef="#br0" timeOffset="-68287.99">17972 13102 737 0,'0'0'173'0,"0"0"-104"0,0 0 59 0,0 0-82 0,0 0-36 16,0 0-3-16,0-5 33 16,0 5-1-16,0 0 4 15,0 0 16-15,0 0-14 16,0 0-11-16,0 0-22 16,0 0 2-16,0 21-9 0,0 2-8 15,0 18 4-15,0-9-2 16,0 0-3-16,0 9 1 15,0-2-2-15,0-6-4 16,0 3-3-16,0-5-21 16,0-3-1-16,-7-3-17 15,-5-9-23-15,-4-13-75 16,4-3-118-16,12 0 55 16,0 0 24-16,-12 0-40 15,5-11 81-15</inkml:trace>
  <inkml:trace contextRef="#ctx0" brushRef="#br0" timeOffset="-67983.99">17779 13307 373 0,'0'0'318'0,"0"0"-194"0,0 0 25 0,0 0-32 16,0 0-33-16,0 0-6 0,112-5-41 16,-66 5 24-16,16 0-33 15,-9-8-1-15,9 8-26 16,-3 0-1-16,-6-4-21 15,0 1-29-15,-26-2-38 16,-20 2-146-16,-7-5-298 16</inkml:trace>
  <inkml:trace contextRef="#ctx0" brushRef="#br0" timeOffset="-66289.12">14651 15463 462 0,'0'0'199'0,"0"0"-196"0,0 0 75 0,0 0 57 0,0 0-56 16,0 0 6-16,34-172-22 16,-22 125 1-16,-6-6 4 15,1-7-3-15,-1-4-29 16,-6 4 4-16,0 20-17 15,0-9 2-15,0 10-17 16,0-6-8-16,9 1-1 0,-3 0-7 16,7-4 8-16,5 0-36 15,4 8 5-15,-10 12-4 16,-5 15 1-16,2 13-19 16,-9 0-37-16,0 17-100 15,0 23-148-15</inkml:trace>
  <inkml:trace contextRef="#ctx0" brushRef="#br0" timeOffset="-65655.91">15231 15031 502 0,'0'0'304'0,"0"0"-252"0,0 0 35 0,0 0-7 0,0 0-41 0,0 0 28 16,102-24 35-16,-68 20-60 15,12-1-6-15,1-3 6 16,6 8-22-16,-7-3 4 16,-5-5-23-16,-1-4 3 15,0 7-4-15,-21 2-3 16,21-2-15-16,-18-6-8 16,-16 11-9-16,13-9-44 15,-19 9-125-15,0 0-279 16</inkml:trace>
  <inkml:trace contextRef="#ctx0" brushRef="#br0" timeOffset="-64774.04">16322 15195 88 0,'0'0'175'0,"0"0"-64"0,0 0-20 0,0 0-29 0,0 0-19 16,0 0-10-16,0 16 11 0,0-11-19 15,0-5 55 1,0 0-25-16,0 0-10 0,0 0-18 16,0 0 6-16,0 0-11 15,0 0-10-15,0 0 14 16,0 0 16-16,0 0-30 15,0 3-11-15,0-3 32 16,0 0 2-16,0 0 23 16,0 5-1-16,0 2-32 15,0-2-24-15,0 3 1 16,0-8-2-16,0 0 0 16,0 0-3-16,0 0 7 15,0-8-10-15,0-28 12 16,0-9 6-16,0-15-2 15,19-4 6-15,8-8-6 16,-8 0-1-16,21 0-9 16,-12 8-1-16,0 11 1 0,-9-4 0 15,-7 10-1 1,-12 11-8-16,0 8-11 0,0 12-21 16,0-1-31-16,0 17-38 15,0 0-109-15,0 0-125 16</inkml:trace>
  <inkml:trace contextRef="#ctx0" brushRef="#br0" timeOffset="-64190.99">16976 14979 503 0,'0'0'142'0,"0"0"-10"0,0 0 51 0,0 0-97 0,0 0-47 16,0 0-20-16,227-36-19 15,-206 36-1-15,-2 0 0 16,-13 0-21-16,3 0 1 16,-2 0-51-16,-1 0-56 15,0 0-112-15,0 0-230 16</inkml:trace>
  <inkml:trace contextRef="#ctx0" brushRef="#br0" timeOffset="-63997.6">16976 14979 16 0</inkml:trace>
  <inkml:trace contextRef="#ctx0" brushRef="#br0" timeOffset="-63891.84">16976 14979 16 0,'121'-209'645'0,"-121"209"-569"16,25 0 47-16,31 0 272 16,3 0-387-16,-31 0-8 0,6-4-13 15,-9-11-66-15,-4 7-126 16,-15 8-299-16</inkml:trace>
  <inkml:trace contextRef="#ctx0" brushRef="#br0" timeOffset="-61392.72">17953 14802 39 0,'0'0'470'0,"0"0"-435"0,0 0 7 0,0 0 65 0,0 0-6 15,0 0-11-15,0 0 5 16,0-4-4-16,0 4-38 15,0 0 36-15,0 0-48 16,0 0-15-16,0 0-18 16,0 0 8-16,0 0-6 15,0 0 17-15,0 0-8 16,0 0 0-16,0 0 10 16,0 0-22-16,0 0 15 15,0 0-5-15,0 0-2 16,0 0-8-16,25 0 6 15,9 0-6-15,6 0 7 16,22-4-14-16,-3 0 4 0,0 4-2 16,-3-3 1-16,-10 3-6 15,-15 0 4-15,10 0-5 16,-7 0-6-16,-13 0-14 16,-2 0-23-16,-13 0-21 15,0 0-9-15,-6 0-84 16,0 0-288-16</inkml:trace>
  <inkml:trace contextRef="#ctx0" brushRef="#br0" timeOffset="-60627.65">18861 15119 149 0,'0'0'362'0,"0"0"-326"0,0 0 24 0,0 0 67 0,0 0-8 16,0 0-12-16,-27-204-28 15,27 163-14-15,0 5 9 16,0-4-9-16,0-7-40 0,0 6-15 16,21-7-3-16,4-4-14 15,15-5 1-15,1 1-2 16,-1 17 0-16,6 6-6 16,-18 9 7-16,-9 9-20 15,3-2 21-15,2-2-51 16,11-2 37-16,-7-3-82 15,-10 8-195-15,-2 16-274 16</inkml:trace>
  <inkml:trace contextRef="#ctx0" brushRef="#br0" timeOffset="-59978.73">19302 14738 346 0,'0'0'486'0,"0"0"-344"0,0 0-28 0,0 0-55 0,0 0 20 0,0 0-48 16,68-28-5-16,-43 28 6 16,3 0 5-16,12 0-7 15,-6 0 1-15,19 0-18 16,-13 0-12-16,0 0-2 16,13 0-5-16,0 0 5 15,-7 0-21-15,4 0 4 16,-13 0-22-16,-9 0-7 15,-16 0-21-15,4 0-119 16,-16 0-164-16,0 0-134 0</inkml:trace>
  <inkml:trace contextRef="#ctx0" brushRef="#br0" timeOffset="-59428.81">20083 14394 752 0,'0'0'144'0,"0"0"-124"0,0 0 90 0,0 0-53 0,0 0-23 0,0 0 19 0,137 83 2 15,-113-46-26 1,4 7-28-16,-9 0 22 0,-13 4-6 16,-6 4-5-16,0-3 7 15,0 15-1-15,0 0 3 16,0 11-13-16,-19-3 1 15,-15 5-4-15,10-13-5 16,2-7 0-16,9-21 4 16,-8-16-4-16,15-17-23 15,6-3-14-15,0 0-91 16,0-16-214-16,0-20-461 16</inkml:trace>
  <inkml:trace contextRef="#ctx0" brushRef="#br0" timeOffset="-58827.98">20821 14923 573 0,'0'0'311'16,"0"0"-131"-16,0 0-5 0,0 0-82 0,0 0-50 16,0 0-1-16,0 0-29 15,192-36 0-15,-151 28-13 16,5-1-1-16,-6 1-21 15,1 5-10-15,-13 3-1 16,-16-5-21-16,16 5-14 16,-28 0-95-16,12 0-102 15,-12 0-79-15</inkml:trace>
  <inkml:trace contextRef="#ctx0" brushRef="#br0" timeOffset="-58527.67">21072 14646 840 0,'0'0'255'0,"0"0"-246"15,0 0 23-15,0 0-32 16,0 0-63-16,0 0 10 16,143-13-71-16,-109 2-52 15,-3 3 53-15,-9 8-2 16,2 0-246-16</inkml:trace>
  <inkml:trace contextRef="#ctx0" brushRef="#br0" timeOffset="-57912.66">21990 14514 548 0,'0'0'351'0,"0"0"-267"0,0 0 2 0,0 0 14 16,0 0-34-16,0 0-18 15,0 0 7-15,0 32-5 16,0 4-37-16,0 12 15 15,0-1-21-15,0 6-7 16,0-1-2-16,0 0-10 16,0 1-11-16,-6-1-20 15,6-4 23-15,-6-4-32 16,6-8-24-16,0-8-77 16,0-16-155-16,0-12-170 0</inkml:trace>
  <inkml:trace contextRef="#ctx0" brushRef="#br0" timeOffset="-57596.57">21770 14854 231 0,'0'0'639'0,"0"0"-471"0,0 0-51 15,0 0 7-15,0 0-83 16,0 0-6-16,180-47-29 15,-140 38-6-15,0 5-1 16,1 0-17-16,-17 4-35 16,-2-3-91-16,-3-2-294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3:06:32.8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8186 8614 47 0,'0'0'86'0,"0"0"-8"0,0 0-26 0,0 0-13 15,0 0 31-15,0 0 0 16,0 0 7-16,0 0-30 15,0 0-9-15,0 0 36 16,0 0-6-16,0 0-15 16,0 0-18-16,0 0-16 0,0 0-9 15,0 0 8-15,0 0 16 16,0 0 13-16,0 0 3 16,0 0-31-16,0 0 17 15,0 0-20-15,0 0-1 16,0 0 1-16,0 0-3 15,0 0 7-15,0 0-13 16,0 0 14-16,0-4-2 16,0 4 6-16,0 0-21 15,0-4 4-15,0-5-7 16,0 6-2-16,0-1 1 16,0-4-2-16,0 0-3 15,0 0 1-15,0-4-2 0,6 4 9 16,3-5-4-1,-2 5 1-15,-1-3-2 0,0 3-5 16,0 4-11-16,0-1 5 16,4 5-11-16,-4-3 16 15,0 3 0-15,0 0 5 16,0 0 5-16,1-5-8 16,-1 2 7-16,3 3-1 15,-3-5 0-15,7 5 4 16,-7 0-10-16,0 0 13 15,10 0-7-15,-10 0 1 16,0 0-1-16,13 0 4 0,-4 0-7 16,-9 0 3-16,13 0 0 15,9 0-1-15,-10 0 6 16,10 0-11-16,-6 0 14 16,3 0-16-16,3 0 15 15,-10 8-7-15,-2 0 0 16,2-3-2-16,-5 3 0 15,9 0 0-15,-10-1 2 16,10 1 0-16,-4 5-3 16,-11-5 6-16,14-1 2 15,-8 2-1-15,-1-1-8 16,4 0 1-16,-4-4 3 16,-6 8-1-16,0-4 8 15,1-4-16-15,2 0 18 0,-3 0-9 16,0 0 2-16,13 0 0 15,-10 1 3-15,10-2 5 16,-1 1-7-16,4 0 2 16,-3 0-9-16,2-4 8 15,-2 0-6-15,3 0 16 16,-4 0-28-16,4 0 26 16,3 0-12-16,-10 0 0 15,4-8 0-15,-7 4 0 16,-2 4 1-16,2-8-7 15,7 0 5-15,2 0-3 16,4-4 3-16,-3 0 0 16,-10 4-1-16,4 0 2 0,-16 0-5 15,6 0 11-15,0-4-16 16,13-9 7-16,-4 6 1 16,-9-1-16-16,7 3 13 15,-13 6-3-15,6 7 3 16,-6-4 5-16,0 0 0 15,6-4 1-15,-6-8 5 16,16-1-12-16,-10 1-9 16,-6 4-5-16,6 4-28 15,-6 5 42-15,0-2 4 16,13 5 1-16,-13-3 2 16,0 3 2-16,9-5-3 0,-3 2-1 15,-6 3-4-15,12 0 10 16,-12 0 2-16,0 0-6 15,0 0 1-15,0 0 0 16,0 0-2-16,7 0 0 16,-1 0 2-16,9 0-3 15,-2 0 4-15,-1 0-3 16,28 11 0-16,-12 2 0 16,13-6 0-16,-17 6 1 15,4-5-1-15,-9 0 0 16,-3-5 0-16,2 2 5 15,-2-1-13-15,-10-4 18 16,6 0-13-16,1 8 7 16,8-5 0-16,4 2 1 0,-3-5-5 15,3 0-3-15,-4 0 3 16,-14 0-4-16,14 0 8 16,-2 0-7-16,-13 0 3 15,0 0 0-15,16 0 0 16,-10 0 0-16,-5 0 0 15,14 0 1-15,-15 0-2 16,13-5 2-16,3 5-1 16,-10-3 0-16,1 3 0 15,2 0-1-15,-3 0-2 16,10 0 3-16,-3 0 0 0,9 0 0 16,-3 0 1-16,2 0-4 15,-8 8 5-15,3 4-7 16,-10 4 2-16,-6 4-1 15,1 4 3-15,-7-8 1 16,0-1 0-16,9-2-52 16,-9-9-160-16,0 0-128 15</inkml:trace>
  <inkml:trace contextRef="#ctx0" brushRef="#br0" timeOffset="1199.57">8769 7852 303 0,'0'0'199'0,"0"0"-130"0,0 0-4 0,0 0 21 0,0 0-2 16,0 0-41-16,0 0-20 16,0 0-11-16,0 0 16 15,0 0 4-15,0 0 23 16,0 0-3-16,0 0-21 15,0 0-1-15,0 0-7 16,0 0 4-16,0 0-19 16,0 0-2-16,0 0-3 15,0 0-2-15,0 0 2 16,0 0-3-16,0 0 4 16,0 0-2-16,0 0-2 15,0 12 1-15,0 20 29 0,0-12-24 16,0 13 6-16,0-6 0 15,0 1-7-15,6-3 5 16,-6-2-8-16,6 1 7 16,0 4-6-16,-6 0 7 15,0-3-4-15,0-9-12 16,0-4-1-16,0-8-12 16,7 0-24-16,-7-4-22 15,0 0 16-15,9 0-54 16,-9 0-93-16,0 0-19 0,0 0-6 15</inkml:trace>
  <inkml:trace contextRef="#ctx0" brushRef="#br0" timeOffset="1799.63">8595 8049 461 0,'0'0'144'0,"0"0"-64"0,0 0 33 0,0 0-30 0,0 0-21 16,0 0 5-16,0-17-25 15,0 17-11-15,0 0-16 0,0 0 33 16,0 0 0-16,0 0 13 16,0 0-28-16,0 0-4 15,0 0-20-15,0 0-7 16,0 0-2-16,25 0 0 15,15-3-6-15,1-5 13 16,-1 3-6-16,-6 2 4 16,6-6-10-16,1 6-2 15,-7-5-6-15,6 3-10 16,-15 2-15-16,-4-2-5 16,-2 5-62-16,-7 0-81 15,-2-8-179-15</inkml:trace>
  <inkml:trace contextRef="#ctx0" brushRef="#br0" timeOffset="2615.05">9349 7916 393 0,'0'0'145'0,"0"0"-125"0,0 0 15 0,0 0 26 0,0 0-7 15,0 0 19-15,-25 0-28 16,25 0-29-16,0 0 18 15,-16 12 0-15,16-12-5 0,0 12-24 16,0-3 18 0,0-1 0-16,0 3-9 15,0-3-6-15,0 1-3 0,0-1 3 16,0 0-7-16,28 4 9 16,0-9-10-16,3 5 8 15,3-8-8-15,6 0-3 16,-12 0-2-16,6 0-5 15,-9 0 8-15,-3-11 3 16,-10-17-9-16,1-5 2 16,-13-3-2-16,0 5-50 15,0 10 4-15,0 9-27 16,-34 9 43-16,-4 3 38 16,-11 0 19-16,18 0-19 15,-3 0 3-15,0 3-8 16,9 9 5-16,3 9-13 15,-6-10-12-15,22-3-23 0,-6 4-48 16,12 0-62-16,0-4-181 16</inkml:trace>
  <inkml:trace contextRef="#ctx0" brushRef="#br0" timeOffset="3148.68">9671 7924 183 0,'0'0'95'0,"0"0"-90"0,0 0 13 0,0 0 40 0,0 0-4 15,0 0-2-15,99 64 15 16,-77-64-20-16,-3 0-34 16,-7 0-2-16,3 0 8 15,-2 0 41-15,-1-12-3 16,-12 1-14-16,16 3-40 16,-10-5 18-16,-6 5 0 15,0-4-16-15,6-8 4 16,-6 1-9-16,6-2-41 15,1-3-17-15,-7 0 4 16,0 8-27-16,0 4 37 16,0 12 33-16,0 0-58 15,0 0-18-15,0 0 68 16,0 0-29-16,0 0-192 0</inkml:trace>
  <inkml:trace contextRef="#ctx0" brushRef="#br0" timeOffset="4047.98">10412 7924 317 0,'0'0'80'0,"0"0"-58"0,0 0 81 0,0 0-50 0,0 0-17 16,0 0 20-16,-46 0-4 16,46 0 13-16,0 0 16 15,0 0 10-15,0 0 13 16,0 0-51-16,0 0 3 16,0 0-10-16,0 0-8 15,0 0-23-15,0 0-12 16,0 0 9-16,0 0-8 15,0 0 20-15,27 0-17 16,14 0 22-16,-1 0-13 16,7-8-10-16,-1 0-6 15,7-4-33-15,0 1-1 0,-1-10-16 16,-11 9-23 0,-1 9-75-16,-18 3-124 15,-22 0-85-15</inkml:trace>
  <inkml:trace contextRef="#ctx0" brushRef="#br0" timeOffset="47176.07">20446 5674 232 0,'0'0'320'0,"0"0"-275"0,0 0 15 0,0 0 10 16,0 0-25-16,0 0 11 15,0 0 14-15,6 0-27 16,-6 0 26-16,6 0-3 16,-6 0 13-16,0 0-23 15,0 0-4-15,0 0-21 16,0 0-2-16,0 0 4 15,0 0-13-15,0 0 7 0,0 0-25 16,6 0 27-16,-6 0-18 16,0 0 16-16,0-3-14 15,0-30 8-15,0-23-21 16,0-20 0-16,0-8-2 16,0-9 7-16,0 6-13 15,0 13 6-15,0-1-10 16,0 19-5-16,0 15 7 15,0 17-7-15,0 17 16 16,0 7-2-16,-6 0-7 16,-28 3-2-16,-19 37-3 15,-5 17-6-15,-23 3-8 0,7 0 5 16,-1-11-50 0,22-10 29-16,19-6-29 0,28-14-62 15,6-15-214 1,0-4-264-16</inkml:trace>
  <inkml:trace contextRef="#ctx0" brushRef="#br0" timeOffset="47860.9">20713 5045 189 0,'0'0'163'0,"0"0"-128"0,0 0-5 0,0 0-18 16,0 0 57-16,0 0-2 16,21 0-29-16,-15 0-17 15,-6 0 25-15,0 0 53 16,0 0-9-16,7 0-59 15,5 0 7-15,-6 0 30 0,16 0-36 16,-10-8 23-16,29-21-13 16,-7-7 7-16,0 0-42 15,-9-4 3-15,3 12-5 16,-22 1 0-16,-6 2-5 16,0 14 4-16,0-2-1 15,0 13-1-15,-41 0 4 16,-11 0-6-16,-1 16-18 15,3 20-30-15,-2 5-112 16,18-5-154-16,15-8-250 16</inkml:trace>
  <inkml:trace contextRef="#ctx0" brushRef="#br0" timeOffset="48776.46">21587 5157 327 0,'0'0'323'0,"0"0"-166"0,0 0 16 0,0 0-66 15,0 0-49-15,0 0 5 16,0 0-18-16,0 0-12 15,0 0 1-15,0 0 4 16,0 8 4-16,-6-5-23 16,-41 2-15-16,-5 7 2 15,-1 4-5-15,-9 0 3 16,9 9-1-16,7-2-2 0,11 10 12 16,11-2-13-16,8-2 0 15,16 2-1-15,0 2-11 16,0-5 11-16,0-4-28 15,22-4 6-15,37-4-1 16,15-4 15-16,1-4-12 16,2-8-11-16,4 0-10 15,-7-5-50-15,-15-18-43 16,-19 10-168-16,-18 2-54 16</inkml:trace>
  <inkml:trace contextRef="#ctx0" brushRef="#br0" timeOffset="49192.25">21909 5478 609 0,'0'0'279'0,"0"0"-201"0,0 0-24 0,0 0 6 15,0 0-47-15,0 0 45 16,0 0-37-16,227-236 31 0,-199 211-50 16,-22 9-2-1,0 4 0-15,10 12-6 16,-4 0 5-16,0 0-6 0,16 0 3 15,-3 9 6-15,9 14-4 16,7 9 1-16,-1 0 0 16,-12 0-8-16,-10 9-13 15,-5 3 9-15,-13-4-20 16,0-8 3-16,0-4-25 16,0-12 1-16,0 0-16 15,-31-12-15-15,-3-4-30 16,0 0-114-16,-13 0-262 15</inkml:trace>
  <inkml:trace contextRef="#ctx0" brushRef="#br0" timeOffset="49277.63">21909 5478 605 0</inkml:trace>
  <inkml:trace contextRef="#ctx0" brushRef="#br0" timeOffset="49358.11">21909 5478 605 0,'221'-117'502'0,"-221"117"-406"16,62 0-41-16,9 0 8 15,22 0-91-15,-19 0-37 16,-12 0-79-16,3-3-211 0,-24-5-175 16</inkml:trace>
  <inkml:trace contextRef="#ctx0" brushRef="#br0" timeOffset="49757.71">22830 5261 278 0,'0'0'393'0,"0"0"-219"15,0 0 16-15,0-8-79 16,0 8-46-16,0 0-3 16,-12 0-44-16,-7 0-14 15,4 0 3-15,-4 0-9 16,7 0 4-16,12 0-4 16,0 0 5-16,0 8-8 15,0 4-3-15,0 0 7 16,6 1-2-16,41 6-1 15,18 1 4-15,15 1 0 0,1-1 1 16,-1-9 4-16,-21 14-10 16,3-5 1-16,-9-4 1 15,-25-5 2-15,-16 2-4 16,-12-1-1-16,0 8 6 16,-27-1-1-16,-39 6 3 15,-14-9 16-15,-1 0-12 16,1-7 23-16,14-6-14 15,-2-3-14-15,40 0-1 16,16 0-18-16,12 0-20 16,0 0-96-16,0-24-119 15,22 8-93-15,24 0-144 16</inkml:trace>
  <inkml:trace contextRef="#ctx0" brushRef="#br0" timeOffset="50108.53">23559 5518 646 0,'0'0'262'0,"0"0"-256"0,0 0 3 0,0 0 7 16,0 0-6-16,0 0 22 15,229 0-23-15,-142-8 40 0,0 0 4 16,-6-8 26 0,-22 0-22-16,-7-4-26 0,-18-8-31 15,-21 4 19-15,-13-4-10 16,0-5-8-16,0 2-2 16,-31 18-24-16,-56 5 8 15,-9 8-13-15,-31 0 26 16,15 13-17-16,10 14 13 15,43-15 7-15,19 1-7 16,40-2-91-16,0-2-234 16,0-9-93-16</inkml:trace>
  <inkml:trace contextRef="#ctx0" brushRef="#br0" timeOffset="50540.91">24374 4841 451 0,'0'0'419'0,"0"0"-334"0,0 0-14 0,0 0 74 0,0 0-41 16,0 0-50-16,416 131-12 15,-335-71-8-15,-23 12-21 16,-23 1-9-16,-35 23 3 16,0 1-2-16,-7 7-5 15,-61 4 3-15,-19-16-6 16,1-15-29-16,5-18-50 0,16-26-156 16,-3-30-820-1</inkml:trace>
  <inkml:trace contextRef="#ctx0" brushRef="#br0" timeOffset="54354.63">26877 4944 659 0,'0'0'100'0,"0"0"36"0,0 0 1 0,0 0-43 0,0 0-49 16,0 0 36-16,0 0-43 15,0 0 1-15,0 0-21 16,0 0 19-16,0 0 1 15,0 0-13-15,0 0 9 16,0 0-23-16,0 0-7 16,0 13-3-16,0 18-2 0,0 10 2 15,0 11 2 1,0-1-3-16,0 6-3 0,6-12-1 16,-6 6-17-16,0 1 9 15,0-8-35-15,0 5 3 16,0-13 3-16,0-8-17 15,0-12-84-15,0-12-82 16,0-4-94-16,0 0-198 16</inkml:trace>
  <inkml:trace contextRef="#ctx0" brushRef="#br0" timeOffset="54721.16">26393 5325 570 0,'0'0'148'0,"0"0"-67"0,0 0 56 0,0 0-16 0,0 0-67 16,0 0 24-16,56-8-16 15,-16 8 2-15,13 0-3 0,27 0-27 16,7 0-7-16,6-11-26 16,7-2-1-16,-14 1-5 15,-11-4-26-15,5 4-51 16,-27 1 3-16,0 3-79 15,-32 8-191-15,-21 0-158 16</inkml:trace>
  <inkml:trace contextRef="#ctx0" brushRef="#br0" timeOffset="55356.12">26821 4932 342 0,'0'0'310'0,"0"0"-154"0,0 0 30 0,0 0-100 0,0 0-30 15,0 0-1-15,-301 125-8 16,270-78-24-16,3 2 0 15,16-1-14-15,12-7 3 16,0 2-12-16,0-3 0 16,12-7-3-16,35 7-9 15,15-4 4-15,9 0-4 16,3-8 9-16,19-4 2 16,-6-4 0-16,0-12 1 15,-6-8 0-15,-22 0 0 16,9 0 3-16,-15-12 6 15,-1-28-9-15,-2-8 8 0,3-13-5 16,-13-11 7-16,13 4-10 16,-13-8 0-16,-28-4-3 15,10 8-6-15,-22-5-14 16,0 10-40-16,0 14 38 16,-22 21 25-16,-37 20 11 15,-27 12 29-15,-29 0-10 16,16 0-11-16,-10 28-18 15,22 0-2-15,7 0-6 16,21 8-28-16,0 5-207 16,-3 6-307-16</inkml:trace>
  <inkml:trace contextRef="#ctx0" brushRef="#br0" timeOffset="58434.93">20973 6938 138 0,'0'0'444'0,"0"0"-344"0,0 0 3 0,0 0 20 0,0 0-24 16,0 0-27-16,0 0-13 15,0-41-9-15,6 22-8 0,41-6-13 16,9 1 23-1,-10 4-33-15,7 0 7 0,-13 9-17 16,13 3-8-16,-7 3-1 16,-12 1 3-16,-6 4-6 15,-15 0-11-15,-13 17 2 16,0 30-7-16,0 14 17 16,-28 14-13-16,-25 6-3 15,-12-13 9-15,25 4 9 16,-1-16-1-16,13-15 2 15,16-13-7-15,12-17 12 16,0-6-14-16,0-5 0 16,6 0 0-16,53 0 0 15,9-16 8-15,7-12 3 0,-16 0-2 16,-7 15-2 0,-11 2-62-16,-13 11-94 0,-16 0-226 15,-12 0-174-15</inkml:trace>
  <inkml:trace contextRef="#ctx0" brushRef="#br0" timeOffset="58966.29">21689 7327 287 0,'0'0'281'0,"0"0"-178"0,0 0 25 0,0 0-2 0,0 0-16 0,0 0-33 16,41-37 37-16,17-2-76 15,4-5 10-15,-3 0-32 16,10-1-7-16,-17-7-9 16,-5 11-1-16,-7 2-6 15,-15 6-21-15,-16 10-9 16,4 10-46-16,-13 13-33 15,0 0-92-15,0 0-33 0,0 0-92 16</inkml:trace>
  <inkml:trace contextRef="#ctx0" brushRef="#br0" timeOffset="59234.45">21730 6917 728 0,'0'0'111'0,"0"0"-66"15,0 0 100-15,0 0 9 0,0 0-61 16,0 0-16-16,232 213-31 16,-170-169-15-16,-9-3-25 15,0-10-6-15,-13 2-2 16,-6-10-13-16,-9-7-5 15,-4-3-38-15,-8-9-33 16,-7-4-184-16,-6 0-235 16</inkml:trace>
  <inkml:trace contextRef="#ctx0" brushRef="#br0" timeOffset="59949.93">22545 7078 389 0,'0'0'309'0,"0"0"-163"0,0 0 0 0,0 0-40 0,0 0-78 16,0 0 3-16,25 0 44 16,37 0-7-16,3 0-14 15,22 0-19-15,-13 0-6 0,19 0-28 16,-18 0 0-16,-1 0-1 16,-21 4-9-16,6 4-38 15,-19-4-15-15,-6-4-87 16,-21 0-195-16,-13 0-319 15</inkml:trace>
  <inkml:trace contextRef="#ctx0" brushRef="#br0" timeOffset="60766.11">23934 6581 510 0,'0'0'72'0,"0"0"8"0,0 0 13 0,0 0-6 15,0 0-4-15,0 0 11 16,0 0-16-16,0 0 18 15,0 0-22-15,-18 0-42 0,-23 0-22 16,-5 20-8 0,-10 0 9-16,9 12-11 0,-5 4 12 15,18 12-8-15,-7 0-7 16,29 9 3-16,-1-5-2 16,13 4-1-16,0-4-6 15,0-8 6-15,0-4-5 16,25-8 7-16,31-8-14 15,15 8 14-15,-9-12-13 16,25 1 2-16,-15-14-24 16,-4-7-32-16,-34 0 19 15,0 0 2-15,-22 0 32 0,-12-20-38 16,0-11 36 0,0-2-6-16,-12 1 13 0,-22 8-26 15,-6 16 36-15,-7 0 15 16,1 8 74-16,-10 0-29 15,3 8-46-15,7 17 13 16,11-6-26-16,4-7-2 16,10 8-35-16,14-7-48 15,7-2-47-15,0 5-102 16,0 1 2-16</inkml:trace>
  <inkml:trace contextRef="#ctx0" brushRef="#br0" timeOffset="61482.05">24731 7171 162 0,'0'0'548'0,"0"0"-444"0,0 0-44 0,0 0 103 16,0 0-86-16,0 0 0 16,0 0-48-16,319 0 3 0,-266 0-32 15,9 0 5-15,-9-8-5 16,-25 8-12-16,-3-5-42 15,-10-3-77-15,-9 8-156 16,-6-8-147-16</inkml:trace>
  <inkml:trace contextRef="#ctx0" brushRef="#br0" timeOffset="61798.16">24898 6966 654 0,'0'0'364'0,"0"0"-323"16,0 0 108-16,0 0-81 0,0 0-18 15,0 0-48 1,342-36-2-16,-311 31-36 0,3-3-19 16,-13 0-60-16,-2 5-107 15,-19 3-146-15</inkml:trace>
  <inkml:trace contextRef="#ctx0" brushRef="#br0" timeOffset="62547.71">26300 7246 522 0,'0'0'107'0,"0"0"-9"0,0 0 74 0,0 0-44 0,0 0-60 16,0 0 16-1,0 0-30-15,0 0-9 0,0-19-23 16,15-6 12-16,-2-19-22 16,15-15 6-16,3-18-15 15,3-11 1-15,0-1-8 16,-15 5-5-16,9 16 7 15,-10 20-22-15,-18 16 23 16,0 15 2-16,0 9-6 16,0 8 5-16,0 0 0 0,-12 0-4 15,-22 0 6-15,-7 33-4 16,1 11-48-16,-13 4-70 16,13 0-114-16,-7 0-181 15</inkml:trace>
  <inkml:trace contextRef="#ctx0" brushRef="#br0" timeOffset="63230.04">26762 7002 116 0,'0'0'118'0,"0"0"-96"0,0 0 116 0,0 0 33 16,0 0-110-16,0 0 55 15,0 84-28-15,0-76-25 16,0-3-20-16,6 2 28 16,0-3-23-16,-6 4-18 15,16 4-21-15,-4-4 15 16,1-4-5-16,8 4 2 16,-8-8-12-16,21 0 7 15,12 0 7-15,1 0-21 16,6-8 15-16,-1-28-11 0,10-20-6 15,-9-8-16 1,9-5-61-16,-15 5 2 0,-7 12-5 16,-15 12 26-1,-19 8 31-15,-6 12 23 16,0 8 84-16,-12 4-50 0,-47 0-8 16,-22 8 8-16,7 0-21 15,-13 0-9-15,0 32 7 16,-6 8-10-16,25 4-1 15,3-4-14-15,30-7-45 16,35-17-182-16,0-5-338 16</inkml:trace>
  <inkml:trace contextRef="#ctx0" brushRef="#br0" timeOffset="94353.52">19944 12155 113 0,'0'0'473'0,"0"0"-384"0,0 0 35 0,0 0 30 16,0 0-75-16,0 0-41 15,0 0 24-15,12 0-16 16,-3 0 1-16,-3 0-20 0,-6 0 14 16,7 0-15-1,-7 0 2-15,0-4-27 0,12-11 4 16,-6-2 0-16,22 6-2 15,-6-6 3-15,-10 9 0 16,7 4 1-16,3-4-5 16,2 8-2-16,11 0-4 15,-8 0-3-15,8 0 4 16,-17 29-7-16,-18 18 8 16,0 14-4-16,0 11-6 15,-18 3 4-15,-23 2-8 16,-5-5-7-16,-4-8 23 15,19-3-5-15,3-9 5 0,16-12 19 16,-4-16-4-16,16-16-12 16,0-4 5-16,0-4-11 15,0 0 8-15,16 0-5 16,18 0 6-16,-3-12 7 16,-3 4-6-16,-10 4-6 15,-8 0-2-15,2 4-11 16,-12 0-14-1,13 0-38-15,8-4-56 0,-2 0-99 16,3-5-85-16,-4-10-181 16</inkml:trace>
  <inkml:trace contextRef="#ctx0" brushRef="#br0" timeOffset="94803.34">20592 12247 290 0,'0'0'386'0,"0"0"-311"0,0 0 24 0,0 0 21 0,0 0-88 16,0 0 8-16,127-75-11 16,-87 50-6-16,-6-3 1 15,-15 9-18-15,-4 2 32 16,-15 1-35-16,0 4 27 15,0 0-6-15,-6 4-19 16,-34 8-5-16,-1 0 0 16,7 0 3-16,6 0-2 0,-3 0-1 15,-3 24 7 1,13 17-16-16,8-13 9 0,7-9-37 16,6-2-104-16,0-9-189 15,0 3-158-15</inkml:trace>
  <inkml:trace contextRef="#ctx0" brushRef="#br0" timeOffset="95836.49">21187 12244 124 0,'0'0'239'0,"0"0"-83"0,0 0-75 0,0 0 25 15,0 0 36-15,0 0-11 16,12 0-40-16,-12 0-7 16,0 0-8-16,0 3-7 15,0-3-27-15,0 13-9 16,0-9-31-16,-31 4-4 15,3 11 0-15,-6 9-2 16,-12 13 3-16,21 7 1 0,-9 1 28 16,12-2-7-16,16-7-5 15,6-3-13-15,0-17-6 16,0 3-7-16,6-15-7 16,50 5-8-16,3-5 5 15,15-8-2-15,-9 0-27 16,-3 0 1-16,-3 0-105 15,-12-8-196-15,-19-8-191 16</inkml:trace>
  <inkml:trace contextRef="#ctx0" brushRef="#br0" timeOffset="96186.15">21534 12701 723 0,'0'0'119'16,"0"0"-64"-16,0 0 28 16,0 0-39-16,0 0-11 15,208-205-33-15,-162 169-7 16,-18 12 7-16,-15 12-18 16,-1 12 16-16,-12 0 2 15,0 0-15-15,9 0 16 16,-2 24-2-16,18 4 1 15,-4 8 0-15,-2 4 0 16,-13 1 1-16,10 6 25 0,-16-6 2 16,0 3-3-16,6-16-25 15,-6-12-2-15,0-7-37 16,0-9-24-16,0 0-110 16,0 0-51-16,0-5 59 15,0-20-157-15</inkml:trace>
  <inkml:trace contextRef="#ctx0" brushRef="#br0" timeOffset="96352.09">21534 12701 713 0,'410'-92'461'0,"-410"92"-378"0,0-5-28 16,0 2-28-16,0-5-24 15,0 8-3-15,0 0-8 16,0 0-24-16,0-5 8 15,6-2-10-15,12-6-79 16,4-3-74-16,18 4-184 16</inkml:trace>
  <inkml:trace contextRef="#ctx0" brushRef="#br0" timeOffset="96751.13">22458 12368 110 0,'0'0'391'0,"0"0"-259"16,0 0 27-16,0 0-38 16,0 0-106-16,0 0 4 15,-167 48 72-15,154-36-18 16,-2 0 31-16,9 0-52 15,6 0-29-15,0 0-21 16,0 0-4-16,0-4-9 16,0 8-27-16,28 1-6 15,3-2-5-15,3 9 43 0,0-4-1 16,-6 1 3 0,-16-1-21-16,-6-4 2 0,-6-4-14 15,0 4 1-15,0 0 34 16,0-4 2-16,0-1 7 15,-18-2-6-15,-10-5 13 16,0-4-12-16,9 0-2 16,7 0-55-16,12-32-146 15,0 12-299-15</inkml:trace>
  <inkml:trace contextRef="#ctx0" brushRef="#br0" timeOffset="96871.3">22458 12368 555 0</inkml:trace>
  <inkml:trace contextRef="#ctx0" brushRef="#br0" timeOffset="97052.93">22458 12368 555 0,'208'277'67'0,"-171"-277"-62"0,13 0 29 0,15-28 38 15,-3-8-70-15,-31-1 32 16,15-3 6-16,-18 0 19 15,-21 16 16-15,-7 0 20 16,0 8-44-16,0 16-22 16,-25 0-4-16,-31 0-3 15,-15 0 18-15,15 12-40 0,3 24-31 16,13-4 17 0,21-8-27-16,19-7-122 15,0-14-175-15,0-3-214 0</inkml:trace>
  <inkml:trace contextRef="#ctx0" brushRef="#br0" timeOffset="97667.28">23782 11698 768 0,'0'0'197'0,"0"0"-95"0,0 0 4 16,0 0-46-16,0 0-42 16,72 64-3-16,-32-28-12 15,13 9 14-15,-4 15-14 16,-30 12 5-16,-13 12-6 15,-6 12 3-15,0 9-5 16,0 3-8-16,-19-4 0 0,-36 0-65 16,2-12 68-16,0-12 5 15,13-14-1-15,6-27-7 16,28-19-44-16,6-20-159 16,0 0-271-16</inkml:trace>
  <inkml:trace contextRef="#ctx0" brushRef="#br0" timeOffset="98883.19">25444 12347 591 0,'0'0'219'0,"0"0"-129"0,0 0 66 15,0 0-103-15,0 0-16 0,0 0 17 0,56 0 11 16,-31 0-15-16,9 0 1 16,12 0-2-16,1 0-9 15,6 0-27-15,2 0-8 16,4-3-10-16,0-9 3 15,9-1-2-15,-27 5-19 16,12 5-4-16,-32-1-26 16,4 4 1-16,-9 0-39 15,-16 0-109-15,0 0-194 0</inkml:trace>
  <inkml:trace contextRef="#ctx0" brushRef="#br0" timeOffset="99515.59">25419 12175 367 0,'0'0'240'0,"0"0"-240"0,0 0 0 16,0 0 3-16,0 0 22 0,0 0 16 15,-93-3 81 1,72 22 55-16,-13 6-71 0,15-2-16 16,-15 5-36-16,6 1-21 15,3 7-27-15,-3-4-6 16,16 4 14-16,6 4-9 15,6 0 0-15,0 1 0 16,0-2-10-16,0-6 8 16,46 3-6-16,19-8-10 15,-3-4-4-15,19-4-21 16,-4-12-8-16,4-8 0 16,15 0 1-16,-9 0 24 15,-16 0-37-15,10-16 10 16,-7-12-33-16,-9-13-21 15,4-2 11-15,-1-9 31 0,-22-1 37 16,-15 1 1 0,3-4 10-16,-21-8 5 0,2-1-23 15,-15-7-122-15,0 8-173 16</inkml:trace>
  <inkml:trace contextRef="#ctx0" brushRef="#br0" timeOffset="99599.85">26086 11967 64 0,'0'0'550'16,"0"0"-371"-16,0 0-158 15,0 0 44-15,0 0 44 16,-372 68-109-16,344-48-376 16</inkml:trace>
  <inkml:trace contextRef="#ctx0" brushRef="#br0" timeOffset="110890.02">19677 14377 598 0,'0'0'110'0,"0"0"-1"0,0 0 15 0,0 0-74 16,0 0 7-16,0 0-19 15,0 0 11-15,0 0-2 16,19 0-13-16,-19 0-6 15,9 0 5-15,-9 0-6 16,0 0-3-16,0 0 5 0,6 0-11 16,6 0-6-16,16 0-8 15,13 0 13-15,11 0 1 16,23 0-1-16,2 0-2 16,26 0-11-16,-17 0 8 15,20 0-12-15,-13 0 10 16,-6 0-6-16,-7 0-8 15,-18 0 0-15,3 0-5 16,-24 0-16-16,-20 0-10 16,-14 0-10-16,5 0-43 15,-12 0-70-15,0 0-223 16,0-8-302-16</inkml:trace>
  <inkml:trace contextRef="#ctx0" brushRef="#br0" timeOffset="111921.81">21407 14939 394 0,'0'0'175'0,"0"0"-172"0,0 0 30 0,0 0-31 0,0 0-2 16,0 0 0-16,0 0 56 15,0 12 43-15,0-12 22 16,0 0 7-16,0 0-50 15,0 0 5-15,0 0-17 16,0 0-9-16,0 0-35 16,0 0 8-16,0-17-15 15,-6-7 6-15,-19-7-4 16,-9 6-8-16,6-6 11 16,9-5-16-16,-2-8 3 15,-4-9 3-15,16-7-7 16,-10-9-3-16,7-3 0 15,2-12-7-15,4-4 7 16,6-9-2-16,0-3-19 16,0 1 21-16,16 10-21 0,-4 17-1 15,16 16-22-15,-16 27 13 16,1 6 11-16,-1 7-14 16,4-4-37-16,8 4-133 15,4-4-168-15</inkml:trace>
  <inkml:trace contextRef="#ctx0" brushRef="#br0" timeOffset="113552.95">21695 14084 393 0,'0'0'275'0,"0"0"-135"0,0 0 0 0,0 0-63 0,0 0-24 16,0 0-22-16,134-108 8 16,-106 96-13-16,-3 8 17 15,-4 4-31-15,-15 0 11 16,13 0-10-16,15 0-8 15,-12 12-5-15,-4 24-11 16,-5 8 10-16,-13 13-26 16,0 10 15-16,0 5-16 0,-13 0 16 15,-21 2 5-15,-6-15 7 16,21-15 33-16,-2 0 5 16,15-24-2-16,-1 1-28 15,7-17 15-15,0 4-22 16,0-8 8-16,0 0-9 15,0 0 0-15,0 0 0 16,7 0 1-16,39 0 16 16,10 0 2-16,-3 0 22 15,5 0-36-15,-2-8 8 16,3 8-10-16,-12 0-6 16,-1 0-28-16,-12 0-20 15,0 0-35-15,-15 0-137 16,-13-4-253-16</inkml:trace>
  <inkml:trace contextRef="#ctx0" brushRef="#br0" timeOffset="114104.47">22356 14646 185 0,'0'0'494'0,"0"0"-336"0,0 0-8 0,0 0-69 0,0 0-37 15,0 0 61-15,56-85-60 16,-10 46 5-16,-12-2-24 16,19 5-3-16,-6-4-15 15,-1 0-7-15,-6 4 0 16,7 4 1-16,-19 8-2 16,-10-1-9-16,-5 2 1 15,2-1-15-15,-8 7-3 16,5 1-39-16,-12 8-36 15,0 1-84-15,0 7-83 16,0 0 2-16</inkml:trace>
  <inkml:trace contextRef="#ctx0" brushRef="#br0" timeOffset="114403.42">22464 14233 739 0,'0'0'236'16,"0"0"-176"-16,0 0 28 0,0 0-3 15,0 0-67 1,0 0 12-16,121 197-25 0,-96-169-3 15,3-5 5-15,0 13-13 16,-3-7 6-16,3 2-1 16,-4-6-33-16,4-9-40 15,7-4-9-15,-1-1-61 16,6 2-30-16,-21 3-28 16,-7-4-263-16</inkml:trace>
  <inkml:trace contextRef="#ctx0" brushRef="#br0" timeOffset="114920.11">23193 14389 762 0,'0'0'304'0,"0"0"-194"0,0 0-20 15,0 0-44-15,0 0-19 16,0 0 6-16,81 0-21 16,-29-3 1-16,-5-14-11 0,-7 1-3 15,1 8 1-15,-23 0-31 16,29-4-36-16,-19 12-60 16,12 0-158-16,0 0-84 15</inkml:trace>
  <inkml:trace contextRef="#ctx0" brushRef="#br0" timeOffset="120248.08">24281 14240 298 0,'0'0'287'16,"0"0"-258"-16,0 0 65 0,0 0 24 0,0 0-47 0,0 0-3 16,-80 234-3-16,74-191-4 15,6 1-32-15,0 0-2 0,0 5 16 16,0-13 0-16,15 8-38 16,32-8 6-16,5 1-10 15,1-6-1-15,9 5-4 16,3-7 1-16,10-1 2 15,-4-8-9-15,10-4 3 16,-7-8 12-16,-21-8-11 16,2 0 6-16,-24 0 0 15,-9-24-12-15,-9-17 2 16,-13-2 1-16,0 2-1 16,0 13 10-16,-7 4 2 0,-39 24 38 15,-7 0-22 1,-15 0 29-16,9 0-45 0,-9 33-2 15,15 6-3-15,25 5 3 16,10-3-3-16,18-13-15 16,0-4-38-16,0-9-117 15,0-6-174-15</inkml:trace>
  <inkml:trace contextRef="#ctx0" brushRef="#br0" timeOffset="121097.77">25292 14052 253 0,'0'0'347'0,"0"0"-342"0,0 0-3 0,0 0-4 16,0 0 1-16,0 0 1 16,-46-12 12-16,46 12 91 15,0 0 93-15,0 0-30 16,-6 0-22-16,-4 0-80 0,10 0-44 15,0 0 0-15,0 0-8 16,0 0-12-16,0 12-3 16,41 16 3-16,27 9 12 15,6 11 20-15,-3 4-12 16,4 8-3-16,-29 8-17 16,7 1 0-16,-25 11 2 15,-22 8-2-15,-6-8-11 16,0 1-15-16,-6-9 9 15,-28-20-31-15,-6-9 2 16,6-19-110-16,15-15-245 16</inkml:trace>
  <inkml:trace contextRef="#ctx0" brushRef="#br0" timeOffset="121765.95">26253 14586 336 0,'0'0'397'0,"0"0"-279"0,0 0 58 0,0 0-83 16,0 0 9-16,0 0-59 15,208 16 15-15,-133-16-29 16,-4 0 0-16,3 0-25 0,-12 0-1 15,-15-8-3-15,-1 0-22 16,-21 4-4-16,-9-1-36 16,-16-3-41-16,0 8-158 15,0-8-68-15,-7 5-142 16</inkml:trace>
  <inkml:trace contextRef="#ctx0" brushRef="#br0" timeOffset="121996.76">26266 14389 793 0,'0'0'237'0,"0"0"-140"0,0 0 76 16,0 0-101-16,0 0-25 15,0 0-28-15,363-12-19 16,-317 4-7-16,-12 8-50 16,0-4-19-16,-15 0-139 15,-13 4-325-15</inkml:trace>
  <inkml:trace contextRef="#ctx0" brushRef="#br0" timeOffset="122679.44">27519 14810 409 0,'0'0'118'0,"0"0"-86"0,0 0 25 0,0 0-2 16,0 0-4-16,0 0 12 16,6 5 43-16,0-5 30 15,-6 0-18-15,6 0-10 16,0-28-58-16,10-16-33 16,9-25-12-16,9-11 6 15,6-17-8-15,-6 5-1 16,-3 4-1-16,-9 11-2 15,-16 18-3-15,6 15 1 16,-2 27-1-16,-10 9 4 16,0 8 1-16,0 0 0 15,-10 0-2-15,-14 0-26 0,-10 8-4 16,6 9-29-16,-3 11-29 16,3 4-119-1,-6 8 22-15,-7 4 85 0,17 0-160 16</inkml:trace>
  <inkml:trace contextRef="#ctx0" brushRef="#br0" timeOffset="123163.37">27987 14569 439 0,'0'0'113'0,"0"0"-97"0,0 0-14 0,0 0 17 0,0 0-9 15,0 0 1-15,59 141 0 16,-41-117 36-16,4-12 46 16,12-12-40-16,6 0-22 0,13 0 13 15,22-20-33-15,-4-29 17 16,-3-6 31-16,-9-6-27 16,-25 5-3-16,-15 4 7 15,-19 0 12-15,0 4-17 16,0 20-24-16,-25 4-7 15,-15 12 0-15,-7 12 3 16,-21 0 39-16,-13 36-42 16,-6 8-11-16,16 1 8 15,9-9-6-15,22-9 2 16,15-7-61-16,25-12-215 16,0-8-431-16</inkml:trace>
  <inkml:trace contextRef="#ctx0" brushRef="#br0" timeOffset="135535.48">21984 8257 328 0,'0'0'136'15,"0"0"-110"-15,0 0 31 0,0 0-21 0,0 0-7 16,0 0 69-16,0 0 22 16,0 0-27-16,0-4-8 15,0 4-8-15,0 0-30 16,0 0-8-16,0 0 9 15,0 0-27-15,0 0-12 0,0 0-7 16,0 0 23 0,0 0-6-16,0 0 8 0,0 0-11 15,0 0 5-15,0-8-14 16,0 5 9-16,0-10-2 16,0 1-7-16,0-4 1 15,18-12-8-15,17 4 0 16,5-1-3-16,-6 14 0 15,-15 7-12-15,2 4-11 16,-8 0-2-16,-7 4-11 16,-6 32 15-16,0 12 18 15,0 8 5-15,0 16-10 16,-34-3 5-16,-13 3-4 16,1-5 10-16,12-6 0 0,3-1 2 15,9-12-5-15,10-15 0 16,12-10 2-16,0-15 2 15,0-3-2-15,6-5 5 16,34 0-4-16,25 0 13 16,-3 0-8-16,-9-13-5 15,6-2-2-15,-10-6-19 16,-11 9-132-16,-4 1-167 16,-28 6-252-16</inkml:trace>
  <inkml:trace contextRef="#ctx0" brushRef="#br0" timeOffset="135985.26">22557 8722 638 0,'0'0'229'0,"0"0"-114"0,0 0-23 0,0 0-39 0,0 0 3 15,0 0-8-15,168-125-35 16,-122 98-6-16,1-1-2 16,-7 0-7-16,-12 8 6 15,-3 0-8-15,-3 4-12 16,-10 0-29-16,0 7-28 15,-12 1-25-15,0 5-24 0,0-5-77 16,0 3 42 0,-6 5-276-16</inkml:trace>
  <inkml:trace contextRef="#ctx0" brushRef="#br0" timeOffset="136234.65">22592 8361 321 0,'0'0'293'15,"0"0"-201"-15,0 0 29 16,0 0 23-16,0 0-50 0,0 0-11 16,0 0-4-1,207 225-40-15,-154-176-18 0,0-10-19 16,-7 2-4-16,-5-13-8 15,-14 0 4-15,-2-12-50 16,-9-4-65-16,-4-9-125 16,1-3-152-16</inkml:trace>
  <inkml:trace contextRef="#ctx0" brushRef="#br0" timeOffset="137033.74">23708 8646 226 0,'0'0'459'0,"0"0"-333"0,0 0-18 0,0 0 26 0,0 0-96 16,0 0-2-16,59-24 11 15,-19 16-2-15,-6 0-37 16,13-1 6-16,-19 2-14 16,18 3-1-16,-34 0-3 15,16 0-26-15,-9 4-39 16,-13 0-73-16,-6 0-89 16,16 0-16-16,-16 0-201 15</inkml:trace>
  <inkml:trace contextRef="#ctx0" brushRef="#br0" timeOffset="137217.69">23708 8646 320 0</inkml:trace>
  <inkml:trace contextRef="#ctx0" brushRef="#br0" timeOffset="137384.57">23708 8646 320 0,'-109'-140'311'0,"109"140"-222"0,0 0 21 0,0 0 151 16,0 0-172 0,0 0-25-16,0 0-21 0,34-4-9 15,-12-4-8-15,9 0-14 16,3 0-12-16,0 0 0 15,0-1-1-15,7 1-6 16,-10 0-37-16,18 1-10 16,-11 2-76-16,2-3-203 15,-12 0-115-15</inkml:trace>
  <inkml:trace contextRef="#ctx0" brushRef="#br0" timeOffset="138099.64">24737 8826 204 0,'0'0'423'0,"0"0"-393"0,0 0 3 0,0 0 93 16,0 0-70-16,0-39-37 15,0 10 64-15,0-11-6 16,0-7-40-16,0-14-19 15,0-3 3-15,0-4-11 16,0-1-10-16,0 13 0 16,6 12-2-16,1 13-3 15,-7 18-2-15,0 9 7 16,0 4 13-16,0 0 9 16,0 0-22-16,0 0-18 0,0 0-38 15,0 0-53 1,0 0 23-16,0 28-8 0,-7 8 19 15,-27 4 27-15,0 4 25 16,-6-3-90-16,9-5-312 16</inkml:trace>
  <inkml:trace contextRef="#ctx0" brushRef="#br0" timeOffset="138669.89">25199 8466 541 0,'0'0'38'0,"0"0"-18"0,0 0 91 0,0 0 12 0,0 0-39 16,0 0-8-1,-114 140-37-15,114-111-17 0,0 2-18 16,0-3 9-16,0 4-12 15,0-4 4-15,0 0 0 16,0-8-2-16,18-4-3 16,16-8-1-16,-6-8 0 15,25 0 1-15,0 0-3 16,2-19 7-16,4-22-4 16,-6-10 0-16,-7-10-10 15,-11 1-11-15,-23 4 8 16,-12-1 1-16,0 14-45 15,0 6 50-15,-6 17 0 16,-47 20 7-16,-21 0 32 0,2 0-4 16,-8 33-13-1,-1-2 12-15,19 2-27 0,16-5-22 16,15-4-8-16,9 7-55 16,16-2-145-16,6-1-11 15,0-4-103-15</inkml:trace>
  <inkml:trace contextRef="#ctx0" brushRef="#br0" timeOffset="139681.88">26102 8293 549 0,'0'0'220'0,"0"0"-133"0,0 0 25 0,0 0-24 0,0 0-64 0,0 0-4 15,0 0-3-15,0 16 41 16,0 12-30-16,0 0-9 16,0 8-12-16,0 1-2 15,0-1-10-15,0-4 7 16,0 0-6-16,0-4-27 16,0-8-33-16,0-9-45 15,0 2-98-15,0-13-18 16,0 0-129-16</inkml:trace>
  <inkml:trace contextRef="#ctx0" brushRef="#br0" timeOffset="139983.17">25981 8489 660 0,'0'0'142'16,"0"0"-70"-16,0 0 62 16,0 0-85-16,0 0-32 15,0 0-12-15,0 0-3 0,24 0 1 16,-2 0-3-16,6 0 8 15,3 0-16-15,3 0-32 16,6 0-116-16,-5-3-111 16,-11-2-177-16</inkml:trace>
  <inkml:trace contextRef="#ctx0" brushRef="#br0" timeOffset="140597.81">26883 8197 662 0,'0'0'160'0,"0"0"-150"0,0 0 109 0,0 0-43 0,0 0-36 15,0 0-16-15,-155 28-1 16,130 12-22-16,-9 9-1 16,6 2 3-1,9 1 1-15,13-3-8 0,6-5 8 16,0-8-3-16,0 0 2 16,0-8 0-16,19-3-3 15,9-10-15-15,3 1 5 0,-10-11 10 16,14-2 0-1,5-3-4-15,-9 0-1 0,-3 0 10 16,-7-20-11-16,-8-8 10 16,-13 4-4-16,0 4 0 15,0 4 5-15,0 8-10 16,0 8 16-16,-6 0-12 16,-35 0 5-16,-21 0-8 15,3 8 2-15,13 23-20 16,-1 10-38-16,7-8-2 15,28-2-95-15,12-11-48 16,0-7-59-16</inkml:trace>
  <inkml:trace contextRef="#ctx0" brushRef="#br0" timeOffset="142580.06">22545 9516 402 0,'0'0'164'0,"0"0"-147"0,0 0 90 0,0 0 39 0,0 0-24 15,0 0-37-15,-6 0-35 16,6 0-7-16,0 0-23 15,0 0 16-15,0 0-6 16,0 0 4-16,0 0-29 0,0 0 2 16,0 0-6-16,0 0-1 15,0 8 0-15,6 8 2 16,-6 12 3-16,12 13 1 16,-12 7-4-16,0 7 3 15,0 2-9-15,-12 7 9 16,-22 0-10-16,15-11 3 15,-2-6 2-15,8-11 0 16,13-11 0-16,0-9-2 16,0-8 3-16,0-4-3 15,34-4-8-15,31 0 6 16,10 0 8-16,5-12-10 16,-8-12 0-16,-4 12-41 0,-21 7 2 15,-13 5 9-15,-10 0 25 16,-2 0-48-16,6-8-88 15,-3-7-181-15</inkml:trace>
  <inkml:trace contextRef="#ctx0" brushRef="#br0" timeOffset="143046.9">23227 9930 436 0,'0'0'246'0,"0"0"-113"0,0 0-4 0,0 0-33 16,0 0-69-16,0 0 0 15,81-65 7-15,-28 33-9 16,-19 5-6-16,18-1 4 16,-27 3-20-16,15 5-3 15,-18-1-24-15,-9 6-16 16,8-1-35-16,-21 11-101 16,0 2-62-16,0 3 36 15,0 0-141-15</inkml:trace>
  <inkml:trace contextRef="#ctx0" brushRef="#br0" timeOffset="143262.17">23227 9930 624 0,'-15'-233'233'0,"15"257"-154"16,21 8 38-16,26 8-55 15,6-8-26-15,-13 4-20 16,0-3-16-16,-6-13-14 16,-9 4-31-16,-25-1-19 15,0-6-112-15,0-1-168 16</inkml:trace>
  <inkml:trace contextRef="#ctx0" brushRef="#br0" timeOffset="143994.92">22325 9609 398 0,'0'0'153'0,"0"0"-113"0,0 0 25 0,0 0 39 0,0 0-5 15,0 0 35-15,99-57-74 16,-65 37-35-16,0 4-18 15,-9 1-7-15,-3-1-17 16,-4 7-110-16,-5 5-160 16,-4 4-133-16</inkml:trace>
  <inkml:trace contextRef="#ctx0" brushRef="#br0" timeOffset="144744.09">24235 9873 666 0,'0'0'402'0,"0"0"-351"0,0 0-20 0,0 0 13 0,0 0-28 15,0 0 4-15,189-20-19 16,-124 9-1-16,-12-2-26 15,-13 9-42-15,-18 0-3 16,-16 4-66-16,-6-4-57 16,0 4 34-16,0-8-169 15</inkml:trace>
  <inkml:trace contextRef="#ctx0" brushRef="#br0" timeOffset="144926.82">24235 9873 173 0,'22'-256'877'15,"-4"256"-869"-15,16 0-3 16,13 0 39-16,-7-8-43 16,13 0-2-16,0 0-47 15,-13 0-113-15,-12 4-150 16</inkml:trace>
  <inkml:trace contextRef="#ctx0" brushRef="#br0" timeOffset="145477.71">25311 9881 550 0,'0'0'27'0,"0"0"39"0,0 0 52 16,0 0-25-16,0 0-44 16,0 0 22-16,28 8 7 15,-28-8-24-15,0 0 18 16,0 0-25-16,0-20-11 16,0-20-28-16,0-4-8 15,0-8-3-15,0-5 3 16,0 10 13-16,0-6-12 15,0 6-1-15,0 3-1 16,0 3-1-16,6 10-37 0,-6 6 35 16,0 13-1-16,0 8 4 15,0 4 1-15,0 0 0 16,0 4-2-16,-19 33-1 16,-43 18-10-16,-12 1-72 15,9-7-45-15,25-10-13 16,27-11 18-16,4-7 22 15,9-6 34-15,0-10-66 16,0-5-111-16</inkml:trace>
  <inkml:trace contextRef="#ctx0" brushRef="#br0" timeOffset="145978.06">25813 9496 181 0,'0'0'417'0,"0"0"-360"0,0 0 62 0,0 0-18 0,0 0-39 0,0 0 0 16,0 0-5-16,-161 105-10 15,136-69 12-15,-3 0 16 16,7 3-55-16,21-6-10 16,0 15-8-16,0-8-2 15,0 0 9-15,0-7-17 16,27-9 9-16,1-9-2 15,-3-2 0-15,3-10-2 16,0-3 0-16,3 0 3 16,9 0 0-16,-12 0-11 15,0-31-13-15,-16-5-25 16,1 3 5-16,-13 5-5 16,0 16 26-16,0 12 23 15,0 0 17-15,-34 0-4 16,3 0 16-16,-10 29-29 15,-5 10-11-15,18-3 8 0,6-8-82 16,22-20-242-16,0 0-268 16</inkml:trace>
  <inkml:trace contextRef="#ctx0" brushRef="#br0" timeOffset="146792.46">23702 10819 542 0,'0'0'133'0,"0"0"-27"0,0 0 9 0,0 0-15 0,0 0-66 16,0 0 23-16,0 0-22 0,0 0 19 16,0 0 1-1,12-15-23-15,28-22 8 0,19-11-20 16,3 9 8-16,-3-5-24 15,-19 3 1-15,7 13 1 16,-19-4-12-16,-3 20 4 16,-4-4-9-16,-14 8 0 15,-1 4-7-15,9-4-12 16,-15 0-17-16,6 0-19 16,-6 4-65-16,0-4-137 15,0 3-32-15</inkml:trace>
  <inkml:trace contextRef="#ctx0" brushRef="#br0" timeOffset="147075.48">23888 10454 227 0,'0'0'338'16,"0"0"-258"-16,0 0 97 16,0 0 8-16,0 0-55 15,0 0-54-15,139 129-41 16,-92-97-34-16,2-8 4 16,-18 1-3-16,16 3 0 0,-13-17-4 15,-6 5-9-15,-3-7-66 16,3-9-53-16,-10 0-144 15,4 0-173-15</inkml:trace>
  <inkml:trace contextRef="#ctx0" brushRef="#br0" timeOffset="147625.1">24635 10728 570 0,'0'0'158'0,"0"0"-18"0,0 0 25 0,0 0-109 0,0 0-19 16,0 0 39-16,155 0-27 15,-102 0-35-15,21 0-4 16,-15 0-7-16,-3 0-3 0,-10 0 0 15,-21 0-3-15,15 0-1 16,-18 0-37-16,-3 0-61 16,-13-9-104-16,-6-7-173 15</inkml:trace>
  <inkml:trace contextRef="#ctx0" brushRef="#br0" timeOffset="147941.1">24731 10559 589 0,'0'0'216'15,"0"0"-162"-15,0 0 16 16,0 0 21-16,0 0-84 16,0 0-7-16,239 8-59 15,-183-16-67-15,-10 0-88 16,-15 0-76-16</inkml:trace>
  <inkml:trace contextRef="#ctx0" brushRef="#br0" timeOffset="148775.25">25807 10924 530 0,'0'0'116'0,"0"0"-98"0,0 0 100 0,0 0-57 0,0 0-56 15,0 0 80-15,0-39 21 16,0 22-43-16,25-7-20 16,9-9 13-16,6-11-50 15,28-4 4-15,-15 1-2 16,6-2-13-16,9 1 5 15,-34 8 0-15,-9 8 2 16,-3 0-1-16,-22 8 4 16,0 0-5-16,0-4 0 15,0 4 0-15,0 4-3 16,-22 4-6-16,4 7 4 16,-4 9 1-16,9 0 4 0,-14 0 8 15,8 0-7 1,-9 20-2-16,16 8 5 0,-1 5-13 15,-2-5 16-15,9-1-15 16,6-2 5-16,0-5-20 16,0 4-12-16,0-4 1 15,0 4 3-15,21 1 2 16,-2 6 6-16,3-3-14 16,-4-7 11-16,-12 2 5 15,1 2 15-15,-7-1 6 16,0-9 21-16,0-2-7 15,0 3-9-15,0-4 17 16,-7 8-8-16,-45-1-14 16,-7-6-6-16,9-5 3 0,-9 0-54 15,25-8-108-15,9 0-64 16,-3 0-218-16</inkml:trace>
  <inkml:trace contextRef="#ctx0" brushRef="#br0" timeOffset="150805.22">23488 10262 228 0,'0'0'142'0,"0"0"-64"0,0 0 43 0,0 0-33 0,0 0 16 15,0 0-5-15,-16 0-40 16,16 0-25-16,0 0-28 16,0 0 30-16,0 9-2 15,0 10 16-15,0 17 15 16,-12 12-4-16,6 1-42 16,-1 15-1-16,-8 0-2 0,2 0-15 15,7 1 8-15,6-17-8 16,0-9 8-1,0 5-6-15,0-11-2 0,0-9 5 16,0 4-10-16,0-8 8 16,0-4-8-16,0-8-4 15,0 1-3-15,0-6 7 16,0 2-13-16,19 6 13 16,15-7 8-16,-12 0 2 15,9 5-2-15,-3-6 10 16,12 5-9-16,0 8-3 0,7-7-2 15,-1 2 2-15,-5-3-3 16,5-4 3-16,7 0-4 16,3-4 7-16,15 9-10 15,9-6 8-15,1 13-4 16,0-7 1-16,-7 7 0 16,-15-8-1-16,3 0 4 15,-9-8-11-15,18 0 15 16,-9 0-14-16,19 0 10 15,-1 0-5-15,-8-16 2 16,8 0 0-16,1 7-2 16,0 6 4-16,-1-2-6 15,1-3 12-15,-10 8-16 16,-9 0 15-16,-9 0-7 16,-1 0 0-16,-11 0 1 0,-1 0 0 15,0 0 1-15,7 0-4 16,-7-3 4-16,13-10-6 15,-13-2 8-15,16 7 1 16,-19-1-3-16,13 1-2 16,-13 0 0-16,-3 8 4 15,-6 0-4-15,6-3 2 16,-9-5-6-16,9 3 8 16,-6-3-11-16,-16 4 12 15,7 4-10-15,-10 0 6 0,-2 0-1 16,5 0 0-1,0-4 0-15,4 4-1 0,-4-7 3 16,1 2-8-16,-7-3 6 16,16-4-11-16,-10 1-29 15,-12-2 10-15,15 1 9 16,-8 4 21-16,-7 5 0 16,0-6 27-16,0 9 4 15,0-8-15-15,0 0-13 16,6-8 4-16,-6 0-10 15,0-4 3-15,12-5-2 16,4 2-11-16,-10 2 9 16,6 1 0-16,-5 4 8 15,5 5-6-15,-3-9 6 16,10-1-5-16,-7-15 1 0,16-4 0 16,-15-7-13-1,8 2-3-15,-21 5 3 0,0 4 13 16,0 0 6-1,7 3 1-15,-7 2 9 0,6 3-8 16,-6 3-7-16,0 1-1 16,0 4 0-16,0 0 4 15,0 4-1-15,-6-4 5 16,-22 4-7-16,3 0 2 16,3 0-2-16,10 7-2 15,-10 2 2-15,3-1-4 16,1 0 2-16,-10 0 1 15,-6 8-2-15,-7-5 8 16,-17 5-13-16,-4 0 15 0,-16 0-17 16,-12 0 9-16,3 0-3 15,16 5 1-15,3 7 1 16,-7 0 2-16,16 0 9 16,-15 0-10-16,-19 0 1 15,-6-8-3-15,0 4 7 16,-4-4-8-16,10-4 14 15,6 0-16-15,7 4 12 16,-7 0 6-16,28 12-7 16,-9 0 1-16,9 4-7 15,12 4-12-15,-8-4 9 16,-4 0-23-16,0 4-9 16,-9-4-17-16,-1-4 33 0,4-7-17 15,12-9-139-15,-9 0-202 16</inkml:trace>
  <inkml:trace contextRef="#ctx0" brushRef="#br0" timeOffset="171856.13">27075 10639 198 0,'0'0'701'0,"0"0"-599"0,0 0-43 0,0 0 14 15,0 0-38-15,0 0 8 0,0 0-14 16,34-3 13-16,-34 3-14 15,0 0 14-15,0 0-22 16,6-5 4-16,-6 5-22 16,0-3 16-16,0 3-1 15,0 0-7-15,0 0 11 16,0 0-9-16,0 0 22 16,0 0-13-16,0 0 10 15,0 0-15-15,0 0-2 16,0 0-9-16,0 11-5 15,0 30-6-15,0 7-5 16,0 24 5-16,0-12 2 16,7-8 0-16,21-20-1 15,12-19 1-15,0-13 1 0,47 0-2 16,28-57-14-16,30-43 4 16,29-25 6-16,6-15-6 15,0 12-3-15,-3 8-25 16,-32 19 10-16,-30 29-27 15,-44 32-12-15,-49 32-1 16,-22 8-55-16,-28 48-100 16,-77 28 47-16</inkml:trace>
  <inkml:trace contextRef="#ctx0" brushRef="#br0" timeOffset="193186.4">19798 16162 367 0,'0'0'165'0,"0"0"-120"0,0 0 13 0,0 0-1 0,0 0 0 16,0 0 2-16,0 0 24 15,0-16-2-15,0 16 7 16,0 0-37-16,0 0 19 16,0 0-20-16,0 0-14 15,0 0-19-15,0 0-8 16,0 0-2-16,0 0 0 15,0 0 4-15,0 0-2 16,6 0 23-16,6 0-26 16,10 0-6-16,3 0-3 15,9 4 3-15,6 0 0 0,1 4-3 16,11 0 3 0,-5-4-20-16,-1-4 6 0,-5 0-36 15,-1 0-31-15,-12 0-138 16,-16-24-221-16</inkml:trace>
  <inkml:trace contextRef="#ctx0" brushRef="#br0" timeOffset="193902.74">20424 15833 384 0,'0'0'424'0,"0"0"-366"0,0 0-25 0,0 0-12 0,0 0 70 16,0 0-48 0,289-77-1-16,-231 69 3 0,-8 5 17 15,-3 3-13 1,-23 0-40-16,4 0 6 0,-22 0-12 15,-6 24 0-15,0 12-3 16,0 12-3-16,0 4 3 16,0 1 0-16,-6-1-3 15,-6-4 2-15,-4 7-3 16,10-6 4-16,6-1 0 16,0-8-6-16,0-11-2 15,0-14-6-15,0-3-9 16,13-12 8-16,14 9 15 15,14-9-3-15,-7 0 13 16,0 0-17-16,3-17 7 16,-9-7 0-16,6-7-40 15,-15 14-19-15,-4 1-57 0,-15 0-154 16,0 16-71 0</inkml:trace>
  <inkml:trace contextRef="#ctx0" brushRef="#br0" timeOffset="194768.92">21274 16306 327 0,'0'0'174'0,"0"0"-150"0,0 0 41 0,0 0 2 15,0 0 17-15,0 0-4 16,0 12 58-16,0-12-46 16,0 0-26-16,0 0 6 15,0 0-25-15,0-16-21 16,21-16-17-16,10-12 17 0,-3-5-21 16,19 2 7-16,-13 7-5 15,13 3-8-15,-13 6 3 16,-10-2-4-16,11 5-6 15,-8 0-26-15,-14 12-8 16,9 0-43-16,-16 12 0 16,0 4-85-16,-6 0-32 15,0 0 63-15,0 0-115 16</inkml:trace>
  <inkml:trace contextRef="#ctx0" brushRef="#br0" timeOffset="195070.5">21274 15925 409 0,'0'0'140'0,"0"0"-106"15,0 0 26-15,0 0 64 16,0 0 29-16,0 0-3 16,121 157-64-16,-62-121-14 15,9 0-36-15,-9-8-35 16,-3-4 3-16,-4 4-4 0,-11-8-1 16,-7 5-14-16,-10 2-21 15,-11 1-41 1,-13 0-11-16,0-8-114 0,0-7-111 15</inkml:trace>
  <inkml:trace contextRef="#ctx0" brushRef="#br0" timeOffset="197683.38">22316 15961 127 0,'0'0'394'0,"0"0"-316"0,0 0 1 0,0 0 31 15,0 0-49-15,0 0 2 16,0-3-56-16,0 3 18 16,0 0 8-16,0 0 62 15,0 0-34-15,0 0-2 16,0 0-24-16,0 0-14 16,0 0-9-16,0 0-12 15,0 0 12-15,0 0-3 16,0 19 8-16,0 6-6 15,0 14-1-15,0-3-7 16,0 9-2-16,0-1-2 16,0 8 5-16,0 0-11 15,0-7 10-15,0-6-8 16,0-11-8-16,0-7-14 0,0-21-58 16,0 0-114-16,0 0-128 15,9-16-3-15</inkml:trace>
  <inkml:trace contextRef="#ctx0" brushRef="#br0" timeOffset="198099.12">22170 16258 124 0,'0'0'388'0,"0"0"-320"0,0 0-26 16,0 0 8-16,0 0-43 15,0 0-3-15,0 0 46 16,6 0 80-16,34 0-2 0,-6 0-61 16,13 0-7-16,0 0-16 15,-1 0-37-15,-6-4-6 16,22-7-2-16,-9-6-27 15,-6 1-48-15,-1 0-152 16,-12-1-44-16</inkml:trace>
  <inkml:trace contextRef="#ctx0" brushRef="#br0" timeOffset="198815.65">23246 15773 85 0,'0'0'488'0,"0"0"-472"0,0 0-11 0,0 0 46 15,0 0 32-15,0 0-11 16,-220 47 29-16,186-6 21 16,9 7-33-16,-3 1-32 15,15 3 0-15,-2-1-48 16,15-7-8-16,0 5-1 15,0-9 4-15,28 4-3 0,6-3 6 16,19-14-14 0,-1 5 1-16,10-8 5 0,-3 1-19 15,-6-14-8-15,3-3-10 16,-25-8 9-16,15 0 4 16,-18 0-13-16,6-24 22 15,-21-12-5-15,-1 5 7 16,-12-2-7-16,0 9 20 15,0 0 0-15,0 3-2 16,-25 14 3-16,-27 7 16 16,-4 0-16-16,-3 0 8 15,-9 4 5-15,9 16-11 16,18 4 6-16,7-4-8 0,28-4 0 16,6 0-8-1,0-7-140-15,28-1-112 0,25 3-330 16</inkml:trace>
  <inkml:trace contextRef="#ctx0" brushRef="#br0" timeOffset="199499.11">24108 16238 328 0,'0'0'390'0,"0"0"-298"0,0 0 10 0,0 0 19 16,0 0-99-16,0 0-18 15,282 0-4-15,-223 0-8 16,-6 0-23-16,2 0-61 16,-14 0-30-16,-16 0-59 15,-13 0-89-15</inkml:trace>
  <inkml:trace contextRef="#ctx0" brushRef="#br0" timeOffset="199797.15">24142 16102 558 0,'0'0'84'15,"0"0"28"1,0 0 74-16,0 0-93 0,0 0-47 16,0 0-27-16,127 24-13 15,-93-20-6-15,6-4-3 16,-9 0-29-16,10 0-96 16,-13 0-121-16,0 0-98 15</inkml:trace>
  <inkml:trace contextRef="#ctx0" brushRef="#br0" timeOffset="200481.21">25271 16526 420 0,'0'0'150'0,"0"0"-63"0,0 0 77 0,0 0-37 16,0 0-46-16,0 0-14 0,40-72-29 16,-25 16-7-16,10-19 17 15,3 2-11-15,-9-15-32 16,9 3 18-16,-10 5-12 15,-2 13 7-15,-10 10-9 16,0 17-9-16,-6 4 0 16,0 23-7-16,0 2 5 15,0 11-23-15,0 0 16 16,0 0-11-16,0 0 15 16,0 24-9-16,0 16-12 15,-28 9-45-15,-3-2-13 16,9-7 9-16,4 0 9 0,-4 0-84 15,16-3 16-15,6-9 89 16,-6-8-112-16</inkml:trace>
  <inkml:trace contextRef="#ctx0" brushRef="#br0" timeOffset="201097.81">25767 16146 257 0,'0'0'316'0,"0"0"-251"0,0 0 88 0,0 0-40 16,0 0-56-16,0 0-24 15,-69 88 24-15,63-72-7 16,6 4-10-16,0 0 25 16,0-4-33-16,0 12-12 15,0 0-13-15,0-3-7 16,0-2 10-16,6 1-8 16,22-4 0-16,-9-7 1 15,9-10 4-15,12-3-9 16,-12 0 2-16,9-24 0 15,4-24-9-15,-7-16 19 16,-6 0-21-16,-10 7 11 16,-12 10-4-16,-6 11-13 0,0 8 10 15,0 3 2-15,0 6 5 16,-24 2-2-16,-11 9-8 16,-5 8 8-16,6 0-9 15,9 0 9-15,-3 0-24 16,10 0-5-16,-10 8 6 15,15 28-66-15,-2 5-160 16,-4-5-318-16</inkml:trace>
  <inkml:trace contextRef="#ctx0" brushRef="#br0" timeOffset="206742.78">19798 17196 587 0,'0'0'84'0,"0"0"-80"0,0 0 25 0,0 0 18 0,0 0-41 15,0 0 17-15,0 0 39 16,18 0-14-16,-2 0 66 16,-16 0-36-16,6 0 16 15,13 0-56-15,9 5-6 16,6 3-21-16,3-5 8 16,3 5-10-16,16-3-2 15,-3-1-7-15,-7 0 0 16,-12-4-3-16,1 0-15 15,-17 0-9-15,-12 0-68 16,-6 0-47-16,0 0-209 16,0 0-208-16</inkml:trace>
  <inkml:trace contextRef="#ctx0" brushRef="#br0" timeOffset="207341.99">20545 16927 306 0,'0'0'198'0,"0"0"-132"0,0 0 18 0,0 0-3 0,0 0-15 15,0 0-1-15,81-11-38 0,-75 11 18 16,9 0-33 0,-15 11 13-16,7 18-22 0,-7 8 12 15,0 2-3-15,0 5-1 16,0 0-11-16,0 1 4 15,0-6-9-15,-7 5 10 16,7-8-10-16,0 0 12 16,0-7-3-16,0-13-4 15,0-4 1-15,19-12-2 16,15 0 2-16,6 0-8 16,7 0 14-16,-13 0-4 15,-3 0-2-15,-9 0-1 0,-10 0-1 16,-6-4-18-1,10 0-97-15,-16 4-100 0,0 0-14 16</inkml:trace>
  <inkml:trace contextRef="#ctx0" brushRef="#br0" timeOffset="207990.56">21106 17430 547 0,'0'0'93'0,"0"0"-23"0,0 0 37 0,0 0-57 0,0 0 59 16,0 0-28 0,134-165 3-16,-94 129-16 0,6-9-36 15,-5 17-18 1,-7 1-14-16,-6 7 0 0,-3-1-27 15,-4 6-15-15,-8 2-49 16,-13 1-80-16,0 12-63 16,0 0-37-16</inkml:trace>
  <inkml:trace contextRef="#ctx0" brushRef="#br0" timeOffset="208324.65">21134 17084 518 0,'0'0'34'0,"0"0"-1"15,0 0 128-15,0 0 6 16,0 0-37-16,0 0-40 16,168 61 0-16,-128-33-53 15,-6 3-22-15,-3 2-9 16,-3-5 2-16,0 4-16 0,-3 0-9 16,-4 4 9-16,4-4-16 15,-19 1-46-15,29-10-12 16,-23-10-179-16,-12-2-70 15</inkml:trace>
  <inkml:trace contextRef="#ctx0" brushRef="#br0" timeOffset="209158.11">22024 17349 621 0,'0'0'276'0,"0"0"-127"0,0 0-34 15,0 0-51-15,0 0-32 16,0 0-25-16,6 0 24 0,7 0-19 16,-13 0 2-16,21 0-1 15,-2 0 5-15,9 0-15 16,-9 0 1-16,15 0-8 15,-6 0-3-15,-4 0-3 16,-2-4-42-16,-10 0 17 16,1 0-70-16,-7 0-45 15,10-4-118-15,-10 3 58 16,-6-6-55-16,0-1 12 16</inkml:trace>
  <inkml:trace contextRef="#ctx0" brushRef="#br0" timeOffset="209342.16">22024 17349 202 0</inkml:trace>
  <inkml:trace contextRef="#ctx0" brushRef="#br0" timeOffset="209491.46">22024 17349 202 0,'13'-229'349'0,"-13"229"-260"0,0 0 77 16,0 0 93-16,0 0-231 16,6 0-20-16,6 0-1 15,10-3 10-15,-4-2 24 16,17 2-2-16,-14-2-27 15,20 5-10-15,-17 0-2 16,17 0-27-16,-7-3-64 16,0-10-102-16,-15 1-150 15</inkml:trace>
  <inkml:trace contextRef="#ctx0" brushRef="#br0" timeOffset="210531.12">22933 16808 22 0,'0'0'0'15</inkml:trace>
  <inkml:trace contextRef="#ctx0" brushRef="#br0" timeOffset="211238.07">22933 16808 11 0,'0'0'90'0,"40"-33"37"16,-40 33 10-16,0 0-10 15,0 0-77-15,0 0-27 16,0 0-20-16,0 0-3 16,0 0 0-16,0 0 9 15,0 0 19-15,0 0 29 16,0-3 62-16,0 3-23 16,0 0 10-16,0 0-39 0,0 0-8 15,0 0-10 1,0 0-21-16,0 0-6 0,0 0-13 15,0 3 14-15,0 18-17 16,-28 7 2-16,-6 8-1 16,9 3 4-16,-3 10 7 15,-6-4 0-15,-6 2-10 16,21 1-6-16,-15-7 1 16,28-5-1-16,-16-5-4 15,16-10 6-15,0-5-10 16,6-4-3-16,0-4 0 15,0 0-13-15,0-4 5 0,0 4 5 16,0-8-10 0,21 0 17-16,-2 0-1 15,21 0-2-15,-5 0 12 0,-11 0-8 16,-2 0 3-16,-3 0-1 16,2 0-2-16,-8 0-10 15,-7 0-11-15,22 0 12 16,-16 0-4-16,10 0-37 15,-10 0 21-15,-5 0-27 16,14 0-4-16,-8-20 27 16,-13 0 37-16,6 12-1 15,-6 3 2-15,0 2 31 16,0 3 5-16,0-8-15 16,0-5-20-16,0 6-4 15,0 2-12-15,0 2 5 16,0 3 9-16,0 0 8 0,-6 0 49 15,6 0-22-15,-7 0 10 16,-5 3-27-16,-3 14-11 16,8 2 2-16,-11 6-9 15,2 3 12-15,-2 12 18 16,-4 0 9-16,10 12-11 16,5-4-9-16,1-7-15 15,0-2 3-15,6-11-2 16,0 1-9-16,0-9 4 15,0-8-11-15,0-1-22 16,0-6-53-16,0-2-90 0,0 2-149 16,0-5 20-1</inkml:trace>
  <inkml:trace contextRef="#ctx0" brushRef="#br0" timeOffset="-209816.71">23968 17486 30 0,'0'0'594'0,"0"0"-580"0,0 0-6 0,0 0 50 0,0 0 28 16,0 0-54-16,0 0 64 15,-46 0-15-15,46 0-28 16,0 0-13-16,0 0-5 16,0 0-1-16,0 0-15 15,0 0 6-15,0 0-20 16,0 0 20-16,0 0-2 15,-6 0 0-15,6 0-15 16,-22 0 15-16,22 0-12 16,0 0-1-16,0 0 3 15,0 0-13-15,0 0 13 16,0 0-13-16,0 0-2 0,62 0-3 16,25 0 5-16,18 0 10 15,28 0-8-15,22 0 6 16,13-5 2-16,18-3-4 15,-12 1-1-15,-19 2-6 16,-16 5 1-16,-24 0-2 16,-28 0-9-16,-22 0-5 15,-25 0 7-15,-6 0-9 16,-21 0 7-16,15 0-26 16,-16 0 5-16,0-3-69 0,10-18-50 15,-16-7-277-15</inkml:trace>
  <inkml:trace contextRef="#ctx0" brushRef="#br0" timeOffset="-209249.77">25339 17256 555 0,'0'0'104'0,"0"0"-77"0,0 0 53 0,0 0 2 0,0 0-39 0,0 0 33 16,99 0-6-16,-65 0-20 16,0 5-38-16,7-1 3 15,-10 4-11-15,-4 3 1 16,1 6-5-16,-9-1 0 16,-13 12-1-16,0 4 5 15,-6 16 18-15,0 8-4 16,0-4-6-16,-6 5-2 15,-19-14-20-15,-3-7 10 16,1-7-19-16,20-14-12 16,-5-2-81-16,6-5-157 0,0-8-138 15</inkml:trace>
  <inkml:trace contextRef="#ctx0" brushRef="#br0" timeOffset="-208300.75">26315 17669 169 0,'0'0'435'0,"0"0"-422"0,0 0 2 0,0 0 67 0,0 0-13 0,0 0-27 16,7 5 40-16,-1-5-8 16,-6 0 8-16,0 0 0 15,0 0-17-15,12 0-26 16,4 0-30-16,2-25 29 15,10-14-16-15,25-18 7 16,-6 1-21-16,-7-4 19 16,13 4-16-16,-13 8-8 15,-6 12-6-15,-9 12-1 16,-10 12-9-16,-9 7-13 16,-6 2 2-16,13 3-32 15,-13-5 12-15,15 2-70 16,-8-2-57-16,5 5-78 0,-6 0-26 15</inkml:trace>
  <inkml:trace contextRef="#ctx0" brushRef="#br0" timeOffset="-207884.3">26461 17305 168 0,'0'0'334'0,"0"0"-294"0,0 0-10 0,0 0 31 0,0 0-8 15,0 0 75-15,0 32-58 16,13-13 49-16,2 11-37 16,4 1 23-16,9 5-44 15,6-3-32-15,-9-2-6 16,21 1-13-16,-18 1-10 16,6-2 1-16,6 10-1 15,-15-9 3-15,9 0-3 0,0-8 0 16,-9-17-20-16,9-2-12 15,0-5-35-15,-6 0-62 16,-9-16-189-16,-7-16-197 16</inkml:trace>
  <inkml:trace contextRef="#ctx0" brushRef="#br0" timeOffset="-207101.6">27283 17530 752 0,'0'0'202'0,"0"0"-110"0,0 0-31 0,0 0-36 0,0 0-25 15,0 0 0-15,40 0 2 16,-34 0 1-16,10 0 43 16,9 0-18-16,-4 0-2 15,-2 0-21-15,3 0-7 0,3 0 4 16,-4 0-4-16,-8 0 1 15,-1 0-12-15,4 0-5 16,-10 0-37-16,6 0 13 16,-6 0-46-16,-6 0-45 15,0 0-112-15,0 0 39 16,0 0-175-16</inkml:trace>
  <inkml:trace contextRef="#ctx0" brushRef="#br0" timeOffset="-206402.6">27190 17329 282 0,'0'0'103'0,"0"0"7"0,0 0-30 0,0 0-24 0,0 0 6 0,0 0 3 15,0 0 13-15,18 0-15 16,-18 0 36-16,10 0-41 16,-4 0-7-16,0 0 4 15,13 8 6-15,2-8-38 16,-8 0-16-16,21 0-4 0,-6 0 8 16,-3 0-17-1,-4 0 6-15,-2 0-4 0,3 0-98 16,-4 0-48-16,-5 0-196 15,-4 0-268-15</inkml:trace>
  <inkml:trace contextRef="#ctx0" brushRef="#br0" timeOffset="-205486.4">27884 17458 413 0,'0'0'150'0,"0"0"-101"0,0 0 55 0,0 0 29 0,0 0-18 16,0 0-14-16,-6 0-49 15,6 0-7-15,0 0 16 16,0 0-34-16,0 0 7 16,0 0-24-16,0 0 27 15,0 0-23-15,0 0 7 16,19 0 0-16,21 0 5 16,0 0-8-16,7 0-17 15,3-9 0-15,2 9 9 16,1 0-20-16,-7 0 7 15,1 0 0-15,0 0-24 16,-7 0 16-16,6-4-29 16,-5-4-23-16,-1-4-30 15,-6-4-132-15,-22-1-188 16</inkml:trace>
  <inkml:trace contextRef="#ctx0" brushRef="#br0" timeOffset="-204787.49">28753 17120 676 0,'0'0'126'0,"0"0"-43"0,0 0 68 0,0 0-113 0,0 0-23 15,0 0-15-15,0 9 19 16,0-9-2-16,0 0 0 15,0 3 63-15,0 5-66 16,15 0 4-16,4 9-16 16,9 2 10-16,-10 17-12 15,4 13 0-15,-10 7-2 16,-12 8-1-16,0 0-1 16,0 5-3-16,0-1-1 15,-12-12 14-15,-10-16-11 0,10-16 9 16,6-8-4-1,-1-16 0-15,7 0 1 0,0 0-5 16,0 0-8-16,0 0 7 16,0 0 5-16,25 0 8 15,9 0-2-15,0-13 19 16,1 10-16-16,-4-1 2 16,-4 0-5-16,8 0-4 15,11 0-4-15,-6 0-14 16,-6 0-7-16,7 4-82 15,-23 0-99-15,-11 0-252 16</inkml:trace>
  <inkml:trace contextRef="#ctx0" brushRef="#br0" timeOffset="-153414.64">26266 16948 339 0,'0'0'230'0,"0"0"-180"0,0 0 105 0,0 0-25 0,0 0-48 0,0 0-51 16,0 0-2-1,-6-60-26-15,-7 55 7 0,13 2 3 16,0 3 48-16,-6 0 12 15,6 0-26-15,0 0-11 16,0 0-29-16,0 0 11 16,0 0-17-16,0 0-2 15,0 8 5-15,0 20-3 16,0 16 0-16,0 8 1 16,0 12 2-16,0 13 1 15,0 3-10-15,0 7 17 16,0 2-23-16,0 4 16 15,0 2-9-15,0-6 8 16,0 4-8-16,0-10 6 16,0-6-2-16,0-18 0 0,0-10-10 15,0-17 5-15,0-12 6 16,0 0-2-16,0-12 2 16,0 7-2-16,0-6 4 15,0 3-4-15,0 0 1 16,0-7 0-16,0 2-1 15,12-3 3-15,23 4-2 16,5 4 2-16,13 0 3 16,-7 9-5-16,1-2 0 15,15 6 1-15,-16-5 2 0,13-4-6 16,3-1 9 0,-15-10-13-16,5 6 16 0,7-6-18 15,3 7 14-15,3-8-5 16,10 0 0-16,12-4 1 15,12 0-2-15,-3 0 2 16,16-20-3-16,-10-5 1 16,-3 6-5-16,-6 6 11 15,-6 6-10-15,-6 7 1 16,5 0 4-16,1 0-2 16,12-5 1-16,10-6 0 15,-10 3-3-15,3-9-2 16,-9 6 3-16,-6-2 3 15,0 9 0-15,-6 4-5 16,-10 0 4-16,3-4 2 16,7-3-2-16,-16 2-10 0,-3-3 8 15,-9-4-14-15,-13 4 16 16,1 0-16-16,-7 0 15 16,0 8-2-16,3 0 4 15,-3 0-3-15,6-4 3 16,1 0-1-16,5-4 2 15,-12-1-4-15,-6 6 3 16,-15-5-1-16,-7-4-3 16,-6 4-1-16,6-8 5 15,-6 0 17-15,0 0 11 16,0-8-17-16,0-4 4 0,0-4-15 16,-6-8 1-16,0-17 6 15,-1-2-12-15,7-10 5 16,0-8 0-16,0 13 0 15,0-3 0-15,-6-6 0 16,-3 5 1-16,-3 0 5 16,-1 4-4-16,-9 3-2 15,16 2 0-15,-6 7-2 16,-1 3 2-16,4 13-2 16,3 8 2-16,0 3 0 15,-7 6 1-15,7-6 0 16,-3 10-1-16,3 7 4 15,-1 3 1-15,1 5-5 0,-6 0 4 16,-10 0-4 0,3 0-5-16,-15 0 3 15,-18 0-18-15,-1 0 20 0,-28 0-13 16,7 0 8-16,-1-8 5 16,1 5 0-16,9-1 4 15,-9 4 6-15,-26 0-6 16,-27 0 3-16,-28 0-14 15,-12 0 14-15,-7 0-16 16,16 0 14-16,-3 12-6 16,6 8 1-16,9 12 0 15,-9 8 11-15,-3 4 3 0,-3 5 7 16,6-5-14 0,27-5 13-16,35-14-13 0,34-10-10 15,32-15 3-15,27 0-30 16,0 0-104-16,0-28-321 15,0 5-254-15</inkml:trace>
  <inkml:trace contextRef="#ctx0" brushRef="#br0" timeOffset="-152427.75">30297 17333 207 0,'0'0'463'0,"0"0"-422"0,0 0 43 0,0 0 40 15,0 0-57-15,0 0-48 16,0 0 21-16,34 23 4 16,-28 10 32-16,0 19-12 15,-6-4-34-15,10 9-14 16,-4-9-12-16,0-4 0 16,6-5 4-16,10 2 12 15,-3-5-11-15,2-8 5 16,4-8-10-16,22-16-7 15,15-4 3-15,18-16-2 16,26-52-5-16,15-36 3 0,12-20 1 16,7-17-8-16,2-3 4 15,-15 11-4-15,-9 20 5 16,-9 13-26-16,-16 25 17 16,-13 18 8-16,-27 21-4 15,-19 21 7-15,-34 15-52 16,0 11-109-16,-34 45-166 15</inkml:trace>
  <inkml:trace contextRef="#ctx0" brushRef="#br0" timeOffset="-56796.18">4490 12488 568 0,'0'0'369'0,"0"0"-325"0,0 0 31 0,0 0 45 16,0 0-50-1,0 0-14-15,0 0-27 0,12 0 0 16,-3 0-28-16,-2 0 27 16,-7 0-4-16,6 0 3 15,6 0-10-15,10 0-16 16,25 0 7-16,11 0-8 16,17 0 1-16,12 0-1 15,-7 0-17-15,-5 0-49 16,-16 0-45-16,-31 0-213 15</inkml:trace>
  <inkml:trace contextRef="#ctx0" brushRef="#br0" timeOffset="-56078.85">5445 11635 836 0,'0'0'142'0,"0"0"-101"0,0 0 69 0,0 0-58 0,0 0-46 0,0 0-5 16,49 0 12-16,-2 0-13 15,-7 0 9-15,-9 0-4 16,3 15 11-16,-21 29-11 16,-13 24 3-16,0 21 7 15,0 27-15-15,-53 8 0 16,0-7-21-16,1-6-4 16,17-9-12-16,8-19 27 15,20-19 8-15,7-3 2 0,0-22 21 16,0-14-9-16,28 3 10 15,31-16-15-15,16-12 11 16,-1 0-12-16,4 0 13 16,-16 0-12-16,3 0-4 15,-19 0-3-15,4 0-7 16,-19 0 5-16,-9-4-27 16,2-4-45-16,-8-1-102 15,-16 6-244-15</inkml:trace>
  <inkml:trace contextRef="#ctx0" brushRef="#br0" timeOffset="-55595.87">6195 12653 247 0,'0'0'414'0,"0"0"-256"0,0 0 31 0,0 0-34 0,0 0-53 16,0 0-51-16,-6-29 2 15,18-2-46-15,41-10 21 16,9 1-3-16,-15-8-8 15,12 8-17-15,3-12-4 16,-4-9-8-16,1 10-31 16,3-6-4-16,-15 13-41 15,-13 13-24-15,-28 11-54 16,-6 12-26-16,0 8-25 0,-22 0-326 16</inkml:trace>
  <inkml:trace contextRef="#ctx0" brushRef="#br0" timeOffset="-55346.88">6316 12067 733 0,'0'0'238'0,"0"0"-215"15,0 0 77-15,0 0 32 0,0 0-62 16,81 213-31-16,-29-149-2 15,7 0-35 1,-6 0 3-16,-13 4-5 16,1-4-6-16,5 0-15 0,-12-11-27 15,0-17-14-15,7-9-125 16,-7-18-234-16</inkml:trace>
  <inkml:trace contextRef="#ctx0" brushRef="#br0" timeOffset="-54897.73">7346 12448 522 0,'0'0'540'0,"0"0"-509"0,0 0 50 0,0 0-2 0,0 0-31 16,0 0-33-16,300 9-3 15,-194-9-12-15,-13 0-6 16,-31 0-13-16,-3 0-18 15,-25 0-34-15,-16 0-136 16,-18-5-215-16</inkml:trace>
  <inkml:trace contextRef="#ctx0" brushRef="#br0" timeOffset="-54630.35">7283 12267 185 0,'0'0'528'0,"0"0"-484"16,0 0 154-1,0 0-31-15,0 0-53 0,0 0-53 16,354-7-46-16,-286 2-7 15,-9-3-8-15,-3 8-18 16,-10 0-65 0,-5 0-156-16,-10 0-378 0</inkml:trace>
  <inkml:trace contextRef="#ctx0" brushRef="#br0" timeOffset="-53565.72">8880 11417 370 0,'0'0'282'0,"0"0"-133"16,0 0 20-16,0 0-33 0,0 0-82 0,0 0 11 15,0 0-36-15,-6 5 11 16,-12 39-24-16,-10 7 2 16,-6 18 7-16,3-9-21 15,-4 1 9-15,8-6-8 0,8-7 13 16,-3-7-15-1,10-10 8-15,6-6-6 0,-1-9-10 16,7 0 5-16,0-1-5 16,0-2-3-16,41-1-14 15,11 4 20-15,7-8 4 16,10-4-12-16,-11 0 4 16,4-4-11-16,-15 0-12 15,-7 0 6-15,-9 0-1 16,-9 0 1-16,-3 0 11 15,-4 0 12-15,-2 0-3 16,-13 0-9-16,6 0-5 0,-6 0-9 16,0 0 11-1,0 0 15-15,0 0 1 0,0 0 3 16,0 0-2-16,0 4 7 16,0 0-5-16,0 12 24 15,0 4-20-15,-13 16 31 16,-8 12-9-16,8 8 4 15,-5 9 12-15,2 3-24 16,4 4-1-16,-1 8-15 16,-2-8 7-16,2-7-8 15,13-9-8-15,-6-4 3 16,6-8 0-16,0-4-12 16,0-8-28-16,0-15-44 15,0-14-122-15,6-3-333 16</inkml:trace>
  <inkml:trace contextRef="#ctx0" brushRef="#br0" timeOffset="-29401.01">5941 12347 104 0,'0'0'179'0,"0"0"-147"0,0 0 58 0,0 0 16 15,0 0-82-15,0 0-9 0,0 0 0 16,0 0-1-16,0 0 4 16,0 0 32-16,0 0 8 15,0 0 32-15,0 0 14 16,0 0-21-16,0 0-9 15,0 5-26-15,0-5 13 16,0 3-7-16,0-3-16 16,0 0-18-16,0 0 7 15,0 0-12-15,0 0 18 16,0 0-19-16,0 0 14 16,0 0-11-16,0 0-1 15,0 0 2-15,0 0-12 16,0 0-6-16,0-8-37 15,0-28-61-15,0 13-612 16</inkml:trace>
  <inkml:trace contextRef="#ctx0" brushRef="#br0" timeOffset="-23990.54">5532 16623 361 0,'0'0'126'0,"0"0"-112"0,0 0 41 15,0 0-34-15,0 0 11 16,0 0 8-16,0 0-11 16,-7 28 15-16,7-24 27 15,0 0 29-15,0 0-16 16,0-4-31-16,0 0-13 15,0 0-21-15,0 0-6 16,0 0-13-16,0 0 5 0,0 0 3 16,0 0 24-16,0 0-13 15,0 0 18-15,0-4-18 16,0-28 2-16,0-16-16 16,41-16 2-16,5-8-6 15,10-9 1-15,-9 1-4 16,-1 11-10-16,-6 6-10 15,-9 3-45-15,-3 23 14 16,-6 9-51-16,-22 20-58 16,0 8-4-16,0 0-21 15,0 0-285-15</inkml:trace>
  <inkml:trace contextRef="#ctx0" brushRef="#br0" timeOffset="-23575.39">5485 16162 539 0,'0'0'296'0,"0"0"-205"0,0 0 38 0,0 0-52 15,0 0-33-15,0 0-16 16,47 96 23-16,-7-56-33 16,0-8-10-16,-6-3 7 15,-6-6-12-15,-3 1-6 0,-3-4 1 16,-4 5-5-16,4-1-35 16,-3-1-63-16,-13-2-84 15,9-6-226-15</inkml:trace>
  <inkml:trace contextRef="#ctx0" brushRef="#br0" timeOffset="-22791.12">6577 16462 683 0,'0'0'128'0,"0"0"-40"0,0 0 29 0,0 0-95 16,0 0-15-16,0 0 28 0,105 0-24 16,-71 0 2-1,6 0-10-15,-6 0 36 0,7 0-20 16,-1 5-14-16,-9-2-5 16,3-3-26-16,-6 0-21 15,-3 0-55-15,-3 0-33 16,-10 0-46-16,-6 0 41 15,-6-11-192-15</inkml:trace>
  <inkml:trace contextRef="#ctx0" brushRef="#br0" timeOffset="-22125.32">6577 16118 272 0,'0'0'232'0,"0"0"-163"0,0 0 54 0,0 0 32 0,0 0-34 16,0 0-35-16,24 0-20 15,32 0 54-15,3 0-75 16,9 0-5-16,4-5-33 15,2-3 1-15,0-7-8 16,-8 2-37-16,14-3-55 16,-12 1-247-16,-37 2-360 15</inkml:trace>
  <inkml:trace contextRef="#ctx0" brushRef="#br0" timeOffset="2586.76">5367 16426 234 0,'0'0'68'0,"0"0"-18"0,0 0-5 0,0 0-32 16,0 0-6-16,0 0 1 0,0 0 49 15,0 0-9-15,0 0 18 16,0 0 0-16,0 0 13 16,0 0-36-16,0 0-33 15,0 0-4-15,0 0 2 16,0 0 18-16,0 0-20 16,0 0 24-16,0 0-25 15,0 0-4-15,0 0 0 16,0 0-1-16,0-16-16 15,0 1-138-15,0-10-131 16</inkml:trace>
  <inkml:trace contextRef="#ctx0" brushRef="#br0" timeOffset="11879.48">4725 13002 218 0,'0'0'251'0,"0"0"-159"0,0 0-33 15,0 0-8-15,0 0-41 0,0 0 30 16,0 0-9-16,0 0-30 16,13 0 10-16,-13 0-11 15,6 0 31-15,6 0 18 16,-2 0 21-16,-4 0 6 16,-6 0-27-16,6 0-37 15,0 0-5-15,1 0-3 16,-1 0 15-16,9 0-9 15,-9 0 7-15,7 0 16 16,-1 0-10-16,10 0 6 16,-10 0-9-16,16 0 2 15,-9 0-22-15,15 0 8 16,-6 0-3-16,3 0-5 0,-3 0 0 16,6 0 1-1,-9 0-5-15,-10 0 8 0,19 0 5 16,-21 0-6-16,21 0 16 15,-9 0-18-15,9 0 5 16,-6 0-6-16,3 0-3 16,-3 0 3-16,6 0 2 15,6 0-2-15,-15 0 5 16,-4 0-12-16,-2 0 15 16,3 0-16-16,-4 0 9 0,4 0-1 15,-3 0 4 1,2 0-2-16,-2 0 2 0,9 0-2 15,-9 0 0 1,8 0 2-16,-2 0 6 0,9-5-6 16,0 5-8-16,1-8 8 15,5 8-4-15,-6 0 0 16,3 0 0-16,-3 0-1 16,0 0 6-16,13 0-7 15,-7 0 4-15,-12 0-4 16,3 0-2-16,3 0 1 15,-12-3 3-15,3 3 0 16,3 0-2-16,0-5 6 16,-10 5-4-16,10 0 2 15,3 0-4-15,-3 0 4 0,6 0-2 16,0 0 0-16,-9 0-3 16,9 0 2-1,0 0 2-15,-21 0-4 0,15 0 6 16,-4 0-8-16,4 0 10 15,0 0-10-15,-3 0 8 16,3 0-4-16,6 0 1 16,-9 0 0-16,9 0-3 15,-16 0-1-15,4-7-1 16,-9 7 9-16,2 0-9 16,-2 0 10-16,-13 0-10 15,6-5 2-15,-6 5-1 0,0 0 2 16,0 0 1-1,0 0-5-15,0 0 10 0,0 0-9 16,0-3-7-16,0-2-11 16,0-6-100-16,0 2-122 15,-6-10-339-15</inkml:trace>
  <inkml:trace contextRef="#ctx0" brushRef="#br0" timeOffset="13211.25">5138 13739 373 0,'0'0'229'0,"0"0"-182"0,0 0 7 0,0 0-8 0,0 0-11 0,0 0-3 15,-6 0-16-15,6 0-2 16,0 0 3-16,0 0 60 16,0 0 5-16,0 0-42 15,0 0-22-15,0 0 5 16,0 0-11-16,0 0 15 15,28 0 14-15,3 0-14 16,3 0-2-16,28 0-14 16,-16 0 13-16,13-8-24 15,3 8 7-15,-9-4-7 16,-7 4 0-16,-5 0 0 16,-7 0-1-16,-3 0 0 0,-10 0-5 15,-8 0 4-15,-1 0-39 16,-12 0-67-16,0-16-157 15,0-4-103-15</inkml:trace>
  <inkml:trace contextRef="#ctx0" brushRef="#br0" timeOffset="14427.66">6022 13434 18 0,'0'0'120'0,"0"0"-100"0,0 0 20 0,0 0 0 0,0 0 45 16,0 0 16-16,86-52-22 16,-73 44-43-16,-1 8-17 15,4-3-6-15,-10 3 10 0,6 0 10 16,4 0-13-1,-4-4 10-15,7-1-25 0,2 5-5 16,4 0 0-16,-3 0 0 16,-10 0-1-16,-5 0 1 15,8 9 1-15,-15 15 21 16,0-1 17-16,0 13-38 16,0-3 8-16,0-1-9 15,0 0-3-15,0 4 3 16,0 0 14-16,0 0 40 15,-6-4-31-15,-3 4-12 16,2-8-6-16,1 5 0 16,0-5-5-16,6-4-2 15,0-9-1-15,0-2 2 16,0-1-9-16,0-12-5 0,0 0-14 16,0 0 2-16,0 0 19 15,12 0 8-15,10 0 43 16,3 0-2-16,-3 0-33 15,2 0 9-15,11 0-5 16,-8 0-7-16,8 0 1 16,-17 0 5-16,-12 0-5 15,16 0-8-15,-16 0 2 16,0 0-13-16,1 0-12 16,14 0-17-16,-21 0-102 15,0 0-89-15</inkml:trace>
  <inkml:trace contextRef="#ctx0" brushRef="#br0" timeOffset="24317.64">4437 12950 303 0,'0'0'225'0,"0"0"-225"0,0 0 10 0,0 0-7 0,0 0-3 16,0 0-2-16,0 0 2 15,-12 0 10-15,12 0-2 16,0 0 18-16,0 0-10 16,0 8 3-16,0-8-11 15,0 3 0-15,0-3-6 16,0 0-2-16,0 0 9 16,0 0 0-16,0 0 20 15,-10 0 27-15,10 0 37 16,0 0-49-16,0 0 6 0,0 0 0 15,0 0-22 1,0 0-24-16,16-24 1 0,43-27-4 16,40-21 9-16,22-30-4 15,28-17-6-15,24-14 0 16,20-16 0-16,8-3 1 16,-15 4-1-16,-25 27-6 15,-52 33-42-15,-38 40-209 16,-55 40-105-16</inkml:trace>
  <inkml:trace contextRef="#ctx0" brushRef="#br0" timeOffset="25435.52">5253 14201 338 0,'0'0'139'0,"0"0"-77"0,0 0 16 0,0 0-28 0,241-233-20 16,-148 156 35-16,13-3 48 15,9 0-42-15,-16 13 3 16,9 10-37-16,-27 9-29 16,-16 4-8-16,3-4 4 15,-3-4-6-15,4-4 6 0,-10 4-5 16,-7 11 1-16,-18 18-7 15,-12 10 3-15,-10 13-24 16,-12 0 2 0,0 0-3-16,7 0 12 0,5 0 5 15,-3 0 10 1,-9-4-4-16,0 4 0 0,0 0 0 16,0 0-111-16,0 0-41 15,0 4-24-15,0 4-124 16</inkml:trace>
  <inkml:trace contextRef="#ctx0" brushRef="#br0" timeOffset="48879.88">8279 13118 117 0,'0'0'122'0,"0"0"-112"0,0 0-10 15,0 0 25-15,0 0 67 16,0 0-28-16,0 0 15 16,22 0-38-16,-22 0-40 0,6 0 14 15,-6 0 30 1,0 0 47-16,0 0 13 0,0 0-14 16,0 0-51-16,6 0 10 15,-6 0-25-15,6 0-19 16,-6 0-6-1,0 0 0-15,0 0 23 0,0 0-4 16,0 0 21-16,0 0-34 16,0 0 38-16,0 0-11 15,0 0 6-15,0 0-20 16,0 0-9-16,0 0 19 16,0 0-9-16,16 0 4 15,8 0-20-15,23 0 21 16,9 0-7-16,9 8-4 15,22-4-7-15,-7 4 3 0,7-5-3 16,0-3-6-16,-6 13 0 16,-1-9 1-16,1-4 3 15,-1 0 1-15,7 0 3 16,0 0-2-16,18 0 1 16,-18 0-7-16,-6 0 0 15,-13 0-2-15,-28-4 6 16,13-9-13-16,-28 10 9 15,3 3-2-15,-16 0-7 16,-12-5-2-16,0 5-28 0,0 0-19 16,0-7-52-1,0-1-233-15,0 0-159 0</inkml:trace>
  <inkml:trace contextRef="#ctx0" brushRef="#br0" timeOffset="50113.61">8294 13883 231 0,'0'0'294'0,"0"0"-243"0,0 0 6 0,0 0-8 15,0 0 44-15,0 0-15 16,0 0 7-16,-6 8-11 16,6-8-45-16,0 0 36 15,0 0 29-15,0 0-34 16,0 0-36-16,0 0 7 15,0 0-24-15,0 0 4 16,6 0-7-16,19 0 12 16,3 0 1-16,19 0-11 15,-7-11-7-15,13-1 10 0,-7 4-11 16,28 8 2-16,-21-5 0 16,3 5 0-16,-9 0 2 15,-7 0-2-15,-15 0-1 16,9 0-1-16,-16 0-22 15,-8 0-2-15,-4 0-41 16,-6-3-46-16,0-5-108 16,0 0-138-16</inkml:trace>
  <inkml:trace contextRef="#ctx0" brushRef="#br0" timeOffset="50945.94">9135 13600 353 0,'0'0'218'0,"0"0"-134"0,0 0 28 16,0 0-23-16,0 0 22 0,0 0-34 16,0 0-25-16,0 0-8 15,28 0 24-15,12-13-31 16,13-3-20-16,15-4 11 16,-9 3-10-16,9 2-6 15,-22 7-7-15,-5 8-10 16,-10 0 8-16,-10 0-6 15,-14 8-4-15,-7 24 2 16,0 12-4-16,0 12-22 16,-35 1-4-16,-30 10-19 15,19-2 26-15,-1-1 12 16,7-8 16-16,12-12 24 0,22-8 29 16,0-16-39-16,6-12-8 15,0-3-6-15,0-5-16 16,40 0 13-16,13 0 3 15,-1 0 6-15,17 0 8 16,2-16 3-16,10-4-11 16,-13-1 18-16,-15 9-1 15,-13 4-18-15,-6 0-4 16,-15 8 7-16,2 0-16 16,-2 0 4-16,-13 0-18 15,3 0-34-15,-9 0-68 16,0 0-154-16,0 0-220 15</inkml:trace>
  <inkml:trace contextRef="#ctx0" brushRef="#br0" timeOffset="62170.56">7659 16213 307 0,'0'0'200'0,"0"0"-168"0,0 0 9 0,0 0 0 15,0 0 6-15,0 0 24 16,0 0 22-16,-7-7 0 15,7 7-39-15,0 0-2 16,0 0-37-16,0 0-4 16,19 0-11-16,-19 0 22 15,0 0-6-15,6 0 2 0,10 0 29 16,-4 0-7-16,22 0-3 16,0 0-36-1,-3 0 23-15,10 0-10 0,21-4 1 16,-16-4-1-16,7 8 10 15,-7 0-13-15,-5 0-3 16,-1 0-7-16,0 0 9 16,-5 0-20-16,-11 0-3 15,4-4 7-15,-15-9-59 16,2 2-37-16,-15-9-192 16,0 4-457-16</inkml:trace>
  <inkml:trace contextRef="#ctx0" brushRef="#br0" timeOffset="63818.18">8828 15845 255 0,'0'0'162'0,"0"0"-87"0,0 0-8 0,0 0-48 16,0 0-10-16,0 0 2 15,0 0 26-15,0 0-5 16,0 0 19-16,0 0 45 16,0 0 8-16,0 0-56 15,0 0-7-15,0 0-5 16,0 0-20-16,0 0 2 15,0 0-3-15,0 0-15 16,0 0 12-16,6 0-7 16,3-12-1-16,10-1 5 0,-7 2-9 15,16-1 1 1,12-4 0-16,-6 0 1 0,7-1-2 16,-10 9 1-16,3 1 7 15,0 7-1-15,-15 0-1 16,2 0-5-16,-2 36-1 15,-19 4 5-15,0 20 1 16,0 8-6-16,-6 8-37 16,-47 1-2-16,6 15-8 15,-15-4 40-15,16-4 4 16,-1-12 3-16,7-11 28 16,28-22 5-16,-1-14-9 15,13-13-23-15,0-8-2 16,0-4-9-16,0 0-12 15,13 0 22-15,27 0 2 0,7 0 18 16,5 3 30-16,4-3 9 16,-3 0-21-16,0 0-5 15,15 0-28-15,-3 0 10 16,3 0-9-16,-3 0-6 16,3 0-7-16,-15 5-18 15,-13 3-48-15,-12 4-116 16,-21-1-227-16</inkml:trace>
  <inkml:trace contextRef="#ctx0" brushRef="#br0" timeOffset="152943.37">12223 11954 683 0,'0'0'329'0,"0"0"-318"0,0 0 21 0,0 0 57 0,0 0-44 16,0 0 3-16,0 0-37 15,-6 0 20-15,6 0-14 16,0 0 32-16,0 0 0 15,0 0-10-15,0 0-27 0,0 0 0 16,28 0-4 0,24 0-7-16,35 0 24 0,6 0-18 15,9 0 3-15,-9 0-4 16,-6 0-12-16,-15 0-3 16,-10 0-5-16,-22 0-24 15,-15 0-49-15,-16-11-39 16,-9-1-362-16</inkml:trace>
  <inkml:trace contextRef="#ctx0" brushRef="#br0" timeOffset="153591.26">13321 11481 750 0,'0'0'175'0,"0"0"-76"0,0 0 7 0,0 0-56 16,0 0 1-16,0 0-29 15,12 5 23-15,10-5-27 16,9 0 24-16,3 0-13 16,12 0-12-16,-5 0-14 15,-7 8-2-15,6 20-2 16,-12 19-7-16,-28 34-3 16,0 27-6-16,0 21 5 15,-28 3-19-15,-25 8 3 0,13-16 26 16,6-19 2-16,0-33 0 15,34-28 2-15,0-19 13 16,0-25-14-16,0 0-1 16,28 0 3-16,37-8-2 15,15-25 9-15,7-3-4 16,-12 12-6-16,-7 8 0 16,-9 4-4-16,-19 12-10 15,-6 0 6-15,-9 0-18 16,-3 24 15-16,-16-8-87 15,6-8-87-15,-12-4-215 16</inkml:trace>
  <inkml:trace contextRef="#ctx0" brushRef="#br0" timeOffset="154175.68">14015 12336 400 0,'0'0'130'0,"0"0"-43"0,0 0-14 0,0 0 36 0,0 0 66 0,0 0-63 15,28-8 24-15,-3-20-62 16,21-12 3-16,10-17-37 15,3-7-3-15,9-8-29 16,4 0-5-16,-4 3-3 16,-9 5-13-16,-13 20-16 15,-12 8-20-15,-21 16 0 16,-4 9-22-16,-9-2-24 16,0 5-42-16,0 0-121 15,-28 8-113-15</inkml:trace>
  <inkml:trace contextRef="#ctx0" brushRef="#br0" timeOffset="154409.49">14223 11835 988 0,'0'0'135'0,"0"0"-132"16,0 0 90-16,0 0-44 15,0 0-30-15,214 220 2 16,-149-172-14-16,-9 4-7 16,-10 1 3-16,-5 11-8 0,-17 8-6 15,-8 0-9-15,2-12-78 16,4-15-59-16,9-22-224 16,-3-23-255-16</inkml:trace>
  <inkml:trace contextRef="#ctx0" brushRef="#br0" timeOffset="154879.4">15265 12280 699 0,'0'0'377'0,"0"0"-319"0,0 0 41 0,0 0-42 15,0 0-17-15,0 0-29 16,288 0 2-16,-229 0-13 15,-3 0-14-15,-10-13-29 16,-15 1-2-16,-9 1-108 16,-22-2-160-16,0 1-88 15</inkml:trace>
  <inkml:trace contextRef="#ctx0" brushRef="#br0" timeOffset="155107.14">15265 12280 1057 0,'74'-285'243'0,"-74"285"-241"16,0 0 32-16,28 0-6 16,25 0 3-16,6 0-21 15,3 0 1-15,3 0-11 16,-3 0-7-16,-16-8-32 15,1-4-9-15,-16 4-95 16,-3 8-250-16,-28 0-350 16</inkml:trace>
  <inkml:trace contextRef="#ctx0" brushRef="#br0" timeOffset="156305.88">16496 11317 413 0,'0'0'611'0,"0"0"-580"0,0 0 21 0,0 0 63 0,0 0-71 16,0 0-43-16,0 105 24 15,-7-22-24-15,-27 14-1 16,13-5 4-16,-10-12-2 16,3-8 8-16,9-11-3 15,10-21 16-15,9-12-22 16,0-8-1-16,0-12-4 16,21 0 3-16,32-4-12 0,15-4 10 15,-2 0-3 1,2 0 3-16,-16 0 0 0,-11 0-8 15,-13 0 3-15,-22 0-14 16,6 0 20-16,-12 0-8 16,0-20 4-16,0 0-8 15,0-8 6-15,0-4 2 16,0 4-12-16,-6 8 12 16,0 4 5-16,6 16 1 15,-6 0 22-15,6 0 16 16,0 0-23-16,0 0 3 15,0 11-9-15,0 25 5 16,-10 17 13-16,10 15-13 0,0 4 15 16,0 4-15-1,0 1 8-15,0-10-21 0,0-2-2 16,0-13-5-16,0-8-21 16,0-12-28-16,0-24-129 15,0-8-362-15</inkml:trace>
  <inkml:trace contextRef="#ctx0" brushRef="#br0" timeOffset="173691.52">13956 12043 106 0,'0'0'109'0,"0"0"-107"0,0 0 13 16,0 0 17-16,0 0 13 15,0 0-3-15,0 0 16 16,0 0-58-16,0-24-9 16,0 20-14-16,0 4 23 0,0 0 90 15,0 0-3-15,0 0-9 16,0 0-32-16,0 0-5 15,0 0-24-15,0 0 1 16,0 0-15-16,0 0 1 16,0 0 18-16,0-4 38 15,13 4 19-15,-13 0-3 16,0 0-14-16,0 0-34 16,0 0-16-16,0 0-9 15,0 0-5-15,0 0 4 16,0 0-2-16,0 0 16 0,6 0 26 15,-6 0 2-15,0 0-27 16,0 0 15-16,0 0-32 16,0 0 11-16,0 0-11 15,0 0 12-15,0 0-2 16,0 0-1-16,0 0 4 16,0 0-11-16,6 0-4 15,-6-4-35-15,6-16-82 16,-6-5-318-16</inkml:trace>
  <inkml:trace contextRef="#ctx0" brushRef="#br0" timeOffset="175977.2">13900 14481 245 0,'0'0'292'0,"0"0"-239"0,0 0 17 16,0 0-15-16,0 0-36 15,0 0-1-15,0 0-1 0,0 0 14 16,0 0 25-16,0 0 33 15,0 0-23-15,0 8-22 16,0-8-29-16,0 0 7 16,0 0-18-16,0 5-1 15,0-5-3-15,0 0 5 16,0 0 9-16,0 0 24 16,0 0 34-16,0 0-40 15,0 0-11-15,0 0-13 16,0-17 7-16,0-19 4 15,47-16-5-15,2-8 6 16,4-4-14-16,0 0-3 0,-7 0 4 16,16 15-8-16,-15 1 6 15,-16 16-10-15,-3 12 2 16,-6 0-12-16,-4 9-1 16,-12-2-20-16,1 9-6 15,-7 4-44-15,0 0-26 16,0 0-75-16,0 0-25 15,0 0 20-15,0 0-150 16</inkml:trace>
  <inkml:trace contextRef="#ctx0" brushRef="#br0" timeOffset="176388.84">13987 13964 477 0,'0'0'135'0,"0"0"-57"0,0 0 65 0,0 0-70 0,0 0-51 16,0 0 7 0,0 0 60-16,0 0-35 0,0 0 28 15,0 0-22-15,0 12-32 16,0 16-3-16,34 5 11 16,13 10 5-16,-1 9-35 15,1 5 14-15,-7-6-17 16,0-2-6-16,-12 7 9 15,13-7-6-15,-13-2 0 16,-4-7 0-16,-2-16-1 16,-3 1-10-16,2-9-2 15,-2-1-47-15,-7-15-40 16,-12 0-312-16</inkml:trace>
  <inkml:trace contextRef="#ctx0" brushRef="#br0" timeOffset="178321.66">14905 14453 496 0,'0'0'81'0,"0"0"-8"0,0 0 29 0,0 0-14 0,0 0-19 0,0 0 33 15,0-8-46-15,0 8-19 16,0 0-16-16,0 0 48 15,0 0-37-15,12 0-12 16,16 0-4-16,-3 0 5 16,3 0-2-16,6 0-19 15,-9 0 6-15,9 0-5 16,-6 0-2-16,-9 0-23 16,8 0-6-16,-8 0-35 0,-3-12-73 15,2 4-61-15,-18-8-82 16,0 1-267-16</inkml:trace>
  <inkml:trace contextRef="#ctx0" brushRef="#br0" timeOffset="178787.73">14899 14225 499 0,'0'0'171'0,"0"0"-111"0,0 0 4 15,0 0 27-15,0 0 3 0,0 0 7 16,0-13-48-16,6 13 45 15,28 0-48-15,-3 0-5 16,3 0-32-16,7 0-5 16,-7 0-8-16,12 0-13 15,-12-3-3-15,7-5-46 16,-17 4-49-16,4-4-149 16,-9 3-166-16</inkml:trace>
  <inkml:trace contextRef="#ctx0" brushRef="#br0" timeOffset="180785.64">15906 14481 430 0,'0'0'118'0,"0"0"-74"0,0 0 9 0,0 0-4 16,0 0 8-16,0 0 43 15,7-7 23-15,27 2-37 16,6 5-27-16,7 0 59 16,21 0-71-16,12 0 0 15,7 0-12-15,6 0-19 16,0 0-9-16,7 0-5 15,2-3 1-15,-3 3 8 0,-18 0-22 16,-10-8 10-16,-3 8-1 16,-21-8-31-16,-7-9 9 15,7 1-16-15,-7-7-23 16,-6-2-59-16,-15 9-168 16,-19 13-309-16</inkml:trace>
  <inkml:trace contextRef="#ctx0" brushRef="#br0" timeOffset="181908.81">16555 13214 257 0,'0'0'333'0,"0"0"-239"0,0 0 7 0,0 0 2 0,0 0-8 0,0 0-54 0,21-32 5 16,-21 32-39-16,0 0 10 15,0 32 14-15,0 0 16 16,0 16 1-16,0 12-42 16,-6 1-2-16,-16-1 3 15,4-12-14-15,2 0 14 16,10-16-12-16,6-8 5 15,0-4-1-15,0-8 1 16,0-4-22-16,6-8 7 16,28 5-29-16,7-5 41 15,-7 0-2-15,0 0 1 16,-16 0-33-16,-5 0 8 16,2 0 10-16,4 0-26 15,-13 0 12-15,10 0 9 0,-10 0 22 16,0-5-10-16,-6 2 10 15,12-10-26-15,-12-2-2 16,7-10-67-16,2-3-11 16,-9 4 26-16,0 4 44 15,0 4 38-15,0 8 5 16,0 4 1-16,6 4 10 16,-6 0 15-16,0 0 6 15,0 0 24-15,0 0-16 16,0 20-24-16,0 8 46 0,0 13-7 15,0 6 37 1,0 6-26-16,0 2-13 0,-6 6 9 16,6-17-30-1,0-4-37-15,0-16 0 0,0-4-20 16,0-16-92-16,0-4-156 16,0 0-191-16</inkml:trace>
  <inkml:trace contextRef="#ctx0" brushRef="#br0" timeOffset="203717.9">15900 15255 477 0,'0'0'336'0,"0"0"-211"0,0 0-45 0,0 0-41 15,0 0-31-15,0 0 9 16,0 0-2-16,0 0 26 16,193-19 26-16,-159 19-14 15,6 0 2-15,6 0-13 0,-5 0-12 16,5 0-28 0,-5 0-2-16,-1 0 11 15,-12 0-22-15,-3 0 9 0,-16 0-8 16,3 0-26-16,-12 0-40 15,0 0-64-15,0-12-225 16</inkml:trace>
  <inkml:trace contextRef="#ctx0" brushRef="#br0" timeOffset="204398.59">16762 14934 590 0,'0'0'185'0,"0"0"-103"0,0 0-43 0,0 0-1 0,0 0 34 16,0 0-34-16,242-55-36 15,-202 55 16-15,-21 0-13 16,15 0 12-16,-21 11 6 15,-7 22-5-15,-6 6-18 16,0 6 1-16,0 15-1 16,0-8 0-16,-25 4-2 0,-9-7 9 15,12 2 8-15,-3-10 9 16,19-13-1-16,0-4-13 16,6-12-10-16,0-4-1 15,0 0-5-15,0-4 0 16,0-4-5-16,12 4 2 15,29-4 12-15,-17 0-10 16,23 0 3-16,3 0 1 16,-4 0 0-16,1-8-6 15,-13-8-17-15,-9-4-45 0,-13 7-120 16,-12 6-126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3:12:26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22198 4439 278 0,'0'0'269'0,"0"0"-238"0,0 0 57 0,0 0 22 16,0 0-38-16,0 0-14 16,0 0-7-16,12-12-9 15,-12 8-27-15,6 4 40 0,-6 0-27 16,0 0 12-16,0 0-34 16,7 0 12-16,-7 0-1 15,0 0 14-15,0 0-9 16,0 0-19-16,0 0 24 15,0 0-22-15,0 0 19 16,0 0-24-16,-19 0 0 16,-15 0-2-16,-19 0 1 15,19 20 0-15,-19 16-2 16,7 8 2-16,6 8 1 0,5 12-13 16,8 0 19-1,14 1-15-15,1-5 9 16,12-16-1-16,0 0-4 0,0-3 5 15,0 6-7 1,46 6-1-16,-21-1 6 16,15 4-11-16,-18 0 6 0,-3 4-2 15,-13 4 4-15,-6 5 5 16,0 6 0-16,0 2 0 16,0-1 2-16,0-3-8 15,-25-14 14-15,-3-10-15 16,16-13 9-16,-10-16-3 15,22-12 1-15,-6-8-21 16,-7 0-39-16,13 0-46 16,-12-20-244-16</inkml:trace>
  <inkml:trace contextRef="#ctx0" brushRef="#br0" timeOffset="467.1">21695 5261 752 0,'0'0'180'0,"0"0"-68"0,0 0-29 0,0 0 14 0,0 0-49 16,0 0-3-16,100-19 5 16,-72 11-15-16,-1 8-3 15,-8 0-31-15,15 0-2 16,-9-5 1-16,15-3-15 16,-6 8-27-16,1 0-12 0,-1 0-27 15,6-12-103-15,0 9-109 16,-15-14 29-16</inkml:trace>
  <inkml:trace contextRef="#ctx0" brushRef="#br0" timeOffset="1249.27">22585 5478 661 0,'0'0'125'0,"0"0"-39"0,0 0 97 0,0 0-88 0,0 0-19 16,0 0-30-16,-189-225-15 16,183 181-25-16,0 0-4 0,6 4 19 15,0-4-17-15,0 0-8 16,18 0-15-16,32 3-5 15,3 2-38-15,-1 11-28 16,1 3-60-16,-13 14-151 16,1 11-82-16</inkml:trace>
  <inkml:trace contextRef="#ctx0" brushRef="#br0" timeOffset="1749.12">22712 5273 174 0,'0'0'420'16,"0"0"-382"-16,0 0 40 0,0 0 74 0,0 0-43 0,0 0-38 16,-15 0-31-16,15 0-20 15,0-20-15-15,34-4 11 16,-6 1-6-16,-3-6 0 16,15 9-6-16,-6 0-8 15,0 0-2-15,-15-4-18 0,15 8-15 16,-6-1-28-16,-9 9-46 15,-4 1-47-15,-15 3 36 16,0 4-38-16</inkml:trace>
  <inkml:trace contextRef="#ctx0" brushRef="#br0" timeOffset="2015.65">22719 4957 643 0,'0'0'156'15,"0"0"-141"-15,0 0 90 16,0 0 9-16,0 0-66 16,0 0-4-16,180 175 3 0,-140-150-32 15,-6 7-9-15,-15-4 2 16,8-3-6-16,-8-6-1 15,-13 1-1-15,10-3-17 16,-4-9-34-16,-6 0-25 16,10-8-100-16,-10 0-115 15,19-8-96-15</inkml:trace>
  <inkml:trace contextRef="#ctx0" brushRef="#br0" timeOffset="2499.67">23268 4808 9 0,'0'0'584'0,"0"0"-549"0,0 0 12 0,0 0 29 16,0 0-38-16,0 0-3 16,-10 16-5-16,38 9 80 15,25 6-48-15,3 10 10 16,-10-5-45-16,-15 11 21 16,3 1-48-16,-21 1 16 15,-4 7-13-15,-9 4 0 16,0 4-3-16,0-8-2 0,-9-15-9 15,2-17-65-15,7-20-104 16,0-4-197-16</inkml:trace>
  <inkml:trace contextRef="#ctx0" brushRef="#br0" timeOffset="3997.32">24002 5273 136 0,'0'0'264'0,"0"0"-103"0,0 0-34 0,0 0 21 0,0 0-49 15,0 0-15-15,-6 0-18 16,6 0-6-16,0 0-35 15,0 0 7-15,0 0 7 16,0 0-13-16,0 0-15 16,0 0-10-16,0 0-2 15,13-8 15-15,5-4-13 16,22 8 2-16,-5-3-5 16,-1 7 2-16,0-8-6 15,-9 8-13-15,3-5-9 16,-4-3-11-16,4 4-50 0,-15-4-14 15,2 0-116-15,-15 5-4 16,0-6-170-16</inkml:trace>
  <inkml:trace contextRef="#ctx0" brushRef="#br0" timeOffset="4260.78">24002 5273 681 0</inkml:trace>
  <inkml:trace contextRef="#ctx0" brushRef="#br0" timeOffset="4363.97">24002 5273 681 0,'-28'-257'147'0,"28"257"-25"0,35 0-3 16,5 0 57-16,6-3-143 15,1 3-19-15,-1-9-14 0,1 6 0 16,-1-5-8-16,1-5-41 15,-1 5-89-15,-11 4-255 16</inkml:trace>
  <inkml:trace contextRef="#ctx0" brushRef="#br0" timeOffset="5829.61">25085 5389 87 0,'0'0'113'0,"0"0"-56"0,0 0-12 0,0 0 25 16,0 17 40-16,0-17-63 15,0 0-44-15,0 0 26 16,0 0 14-16,0 0 39 15,0 0-15-15,0 0 13 16,0 0-42-16,0 0-21 0,0 0-10 16,0 0 1-1,0 0 1-15,0 0 28 0,0 0 25 16,0 0-6-16,0 0-16 16,0 3-1-16,0-3-9 15,-7 0-3-15,7 0 24 16,0 0-26-16,0 0-6 15,0-11-3-15,7-29-13 16,39-4-2-16,13-9 0 16,9-2 11-16,0-2-8 15,19-4-7-15,-9 2 3 16,-10 10-15-16,-22 13-24 16,-18 16-25-16,-21 17-62 15,-7 3-164-15,0 0 17 0</inkml:trace>
  <inkml:trace contextRef="#ctx0" brushRef="#br0" timeOffset="6446.27">25125 4868 494 0,'0'0'56'0,"0"0"-33"0,0 0 59 0,0 0 22 16,0 0 6-16,0 0 35 15,12 17-68-15,50 22 62 16,3 2-98-16,-3 2 17 16,-3-6-48-16,0 3-9 15,-12-8-1-15,-7 0 0 0,7-4-1 16,-20 1-17 0,-20-6 0-16,14-3-45 15,-14-4-58-15,-7-8-206 0,0-8-80 16</inkml:trace>
  <inkml:trace contextRef="#ctx0" brushRef="#br0" timeOffset="-123357.2">23974 7644 174 0,'0'0'83'0,"0"0"-45"0,0 0 11 0,0 0-44 16,0 0-5-16,0 0 37 16,0 0 53-16,0 0-39 15,35-21-29-15,-35 21-5 0,0 0-8 16,0 0-8-16,0 0 12 16,0 0 10-16,0 0 3 15,0 0-10-15,6 0 33 16,-6 0 5-16,0 0-42 15,6 0-3-15,-6 0-6 16,0 0 29-16,0 0-11 16,0 0 15-16,0 0-17 15,0 5 32-15,0 14-3 16,0-7-11-16,6 17-26 16,-6-6-8-16,0 2 2 15,0 7-1-15,0-4-1 0,0 4-2 16,16 0 4-16,-16 4 2 15,6 4 0-15,-6 4-5 16,0-3 8 0,0-2-5-16,0 5 0 0,0 1 3 15,0-1-2-15,0 0 13 16,0-3-17-16,0 3 2 16,0 4-3-16,0-4-2 15,12 3 0-15,1-2 1 16,8-1 2-16,-14 0-1 15,-1 4-1-15,9 0 0 16,-9 8 19-16,1-3-17 16,-7-1 13-16,6 4-10 0,-6-4-4 15,0 0 4-15,0-4 1 16,0 1-12-16,6-6 14 16,-6 6-13-16,0-5 10 15,0 4-5-15,0-4 1 16,0 0-2-16,0-3-1 15,0 3 2-15,0-1 0 16,0 1 7-16,0 8-6 16,0 1 2-16,0-6 5 15,0 10-7-15,0-9-1 16,0 1 0-16,0-1 0 16,0-4-1-16,0-8 7 0,6 11-13 15,-6-2 14-15,0 3-17 16,16 4 19-16,-16 5-18 15,0-2 14-15,0-2-6 16,0-1 1-16,0 0-4 16,0 8-1-16,0-3-4 15,0-6 5-15,0-7 8 16,0 0-7-16,0-3 7 16,0-5-5-16,0 0 2 15,0 0 0-15,0 4 4 16,0 0-5-16,0 8 0 15,0 1 3-15,0-5-7 16,0 0 12-16,0 4-15 16,0-1 9-16,0 14-2 0,0-5 0 15,0-4 1-15,0-3-5 16,0-5 10 0,0-1-8-16,0-2 6 0,0-2 13 15,0 6-17-15,0-5 4 16,0 0-1-16,0 0-6 15,0 8 5-15,0 1-2 16,6 2 0-16,-6 1 3 16,0 1-9-16,0-9 15 15,0 5-12-15,0-2 3 16,0-2 0-16,0-1-2 16,0 0 2-16,0-4-1 15,0 4 3-15,0-4 5 0,0 8-5 16,0-4 8-1,0 4-6-15,0-7 2 0,0 6-4 16,0-6-3-16,0-1 1 16,0-4 0-16,0 12-2 15,0-8 6-15,0-4-6 16,0 0 8-16,0-3-11 16,0 6 12-16,0 2-4 15,0-2-3-15,0-6 1 16,0 6-2-16,0-2 3 15,0-1-5-15,0 4 7 16,0 13-6-16,0-6 8 16,0 6-10-16,0-6 8 0,0-3-7 15,0 1 3 1,0-5 0-16,0 4-3 0,0 1 7 16,0-1-10-16,0-5 16 15,0 10-18-15,0-1 10 16,0-4-2-16,0 0 0 15,0-4 0-15,0 1 1 16,0-2 3-16,0 2-8 16,0 3 8-16,0 0-2 15,0-8-1-15,0 4 1 16,0 0 1-16,0-4-3 16,0 12 1-16,0-4 3 0,0-3-8 15,0-10 8-15,0 10-8 16,0-10 10-16,0 2-8 15,0-2 6-15,0-2-5 16,0 3 1-16,0 4 0 16,0 0-1-16,-6 5 2 15,-10-5-1-15,4-8 6 16,6-4-10-16,-1 4 12 16,1 0-13-16,-9 0 6 15,9 8-2-15,-1 4 0 16,-5-8 1-16,12 9-1 15,-16-5 6-15,10 0-10 0,-6-5 12 16,6-3-10 0,-10 5 6-16,16-9-5 15,-12 12 2-15,6 0 0 0,-7-5 1 16,13 10 3-16,0-13 3 16,-9 5-3-16,9-5-6 15,-13-5 8-15,13 17-9 16,0 0 4-16,-6 1-1 15,0-9 0-15,0 8 3 16,-3-20-6-16,9-8-2 16,0-12-22-16,0 0-146 15,0-36-377-15</inkml:trace>
  <inkml:trace contextRef="#ctx0" brushRef="#br0" timeOffset="-120909.05">19891 11578 156 0,'0'0'356'0,"0"0"-324"0,0 0-8 0,0 0-3 15,0 0 28-15,0 0-24 16,-22 0-5-16,22 0 11 16,0 0 24-16,0 0-10 15,0 0 27-15,0 0-28 16,0 0-9-16,0 0 1 15,0 0-14-15,0 0 12 16,0 0-31-16,0 0 0 0,0 0-3 16,0 4-3-1,0 8-1-15,22-1 4 0,12 2 2 16,6-1-2-16,7 0 15 16,-1 0-11-16,1-4-2 15,-1 1 5-15,7-6-7 16,0-3 3-16,3 8-3 15,2-4 11-15,-5-4-8 16,22 0 16-16,-1 0 3 16,7 0 16-16,-16 0-26 15,15 0 21-15,13 0-33 16,-6 0 11-16,16 0-9 16,-4 0 0-16,6 0-2 15,4-4 1-15,5-4-4 0,-8 5 6 16,9-2-7-16,-16 1 8 15,-19 0-7-15,1 0 3 16,-7 0 0-16,-8 0 0 16,8-7 5-16,13 11-11 15,0-9 15-15,6 9-15 16,15-4 12-16,-9 4-6 16,7-4 1-16,21 4-1 15,-19 0-1-15,-2 0 1 16,2-4-3-16,-15 4 6 15,-6 0-12-15,0-4 15 16,0-1-14-16,0 2 16 16,-7 3-12-16,1 0 9 0,-7 0-8 15,-9 0 4-15,10 0-1 16,5 0 13-16,-8 3-13 16,2 6 6-16,-6-9 2 15,25 4-12-15,-12-4 13 16,0 0-14-16,-4 4 5 15,4-4 0-15,6 8 0 16,-7 4 5-16,-5 0-3 16,5 0 0-16,-15-4 9 15,10 8-10-15,-22-8 12 0,21-8-7 16,-21 0-6 0,21 0 0-16,-15 0 0 0,9 0 5 15,-9 9-3 1,9-9 5-16,7 3-3 0,-4-3-5 15,3 4 6-15,-5-4-5 16,-4 0 0-16,-3 0 0 16,-9 0-2-16,5 0 4 15,-11 0-6-15,21 0 11 16,-15 0-8-16,0 4 7 16,15 0 1-16,12 4-6 15,-8 0 8-15,8-8-7 16,-5 8-2-16,12-8-1 15,-13 0 1-15,-9 0-6 0,3 0 16 16,-15 0-17 0,0 0 14-16,3 0-12 0,-16 0 9 15,19 0-4-15,-6 0 0 16,15 0 2-16,3 0-6 16,10 0 12-16,21 0-16 15,-9 0 16-15,0-8-10 16,-6 8 2-16,0 0-2 15,-7 0 1-15,-5 0 1 16,-4 0-3-16,3 0 8 16,-5 0-7-16,2 0 7 15,-3 0-10-15,-9 0 11 16,9 0-11-16,-3 0 5 0,-3 0-1 16,4 0 1-1,-4 0 0-15,12 0-5 0,-15 0 13 16,15 0-17-16,-15 0 20 15,0 0-19-15,3 0 10 16,-3 0-4-16,15 0-3 16,-15 0 5-16,22-3 0 15,0 3 8-15,-7 0-17 16,-9-5 22-16,-3 5-26 16,-9-8 5-16,-19 4-19 15,-9 0-49-15,-16-3-66 16,-9-2-144-16,0 5-259 15</inkml:trace>
  <inkml:trace contextRef="#ctx0" brushRef="#br0" timeOffset="-120223.61">29742 11481 174 0,'0'0'178'0,"0"0"-84"0,0 0 3 0,0 0-50 15,0 0 10-15,0 0 35 16,102 13-24-16,-68-13-14 15,-3 3-25-15,-3 2 10 16,0-5 28-16,-3 0-38 16,3 3 0-16,-10-3-21 15,-2 9 1-15,-10 2-3 16,0 10-2-16,-6 2-3 16,0 22 1-16,0-1 27 15,0 8-19-15,0 0 15 0,-6 1 20 16,-16-6-3-16,4-6-40 15,-4-13 3-15,16-8-5 16,6-9-31-16,0-11-100 16,0 0-211-16,0 0-263 15</inkml:trace>
  <inkml:trace contextRef="#ctx0" brushRef="#br0" timeOffset="-118993.52">23909 8040 192 0,'0'0'23'0,"0"0"37"0,0 0 71 0,0 0-47 0,0 0-43 16,0 0 10-16,0 0-21 15,0 0 13-15,0 0-16 16,0 0 30-16,0 0-21 15,0 0-20-15,0 0 21 16,0 0 26-16,0 0 23 16,0 0-50-16,0 0-5 15,0 0-27-15,0 0 14 0,0 0-13 16,0 0 1 0,0 0 4-16,0 0-1 0,0-3 14 15,0-10-6 1,7-10 25-16,17-26-25 0,10-7 12 15,13-20-25-15,-7 3-7 16,1 6 3-16,-14 2-11 16,-8 14-23-16,3 7-3 15,-22 16 35-15,6 11-13 16,-6 9 8-16,0 8 14 16,0 0 7-16,0 12-10 15,0 29-1-15,0 11-3 16,0 4-9-16,0 16 9 15,34-4-13-15,-9-4 10 16,28 0-30-16,2-20-50 16,-2-16-182-16,6-11-137 0</inkml:trace>
  <inkml:trace contextRef="#ctx0" brushRef="#br0" timeOffset="-117059.45">30926 11995 577 0,'0'0'197'0,"0"0"-143"0,0 0 108 0,0 0-54 0,0 0-57 16,0 0 13-16,168-172-37 15,-128 136-10-15,-6 3-17 16,-9 1 15-16,-3 4-15 0,-4 5 0 16,-2 2-16-16,-10 6-21 15,0 6-44-15,-6-3-49 16,0 3-100-16,0 1 3 16,0 5-275-16</inkml:trace>
  <inkml:trace contextRef="#ctx0" brushRef="#br0" timeOffset="-116844.09">30898 11594 854 0,'0'0'176'0,"0"0"-75"0,0 0 27 15,0 0-80 1,351 180-16-16,-274-139-29 0,-9-5 1 15,-9 3-1-15,-3-3-6 16,-25-15-20-16,-15-6-12 16,-10 2-14-16,-6-6-61 15,0-6-55-15,-6-5-294 16</inkml:trace>
  <inkml:trace contextRef="#ctx0" brushRef="#br0" timeOffset="-115763.29">23212 6837 450 0,'0'0'161'0,"0"0"-159"0,0 0 64 0,0 0 1 16,0 0-7-16,0 0 1 15,-41 0-30-15,41 0 42 16,0 0-37-16,0 0 0 15,0 0 3-15,0 0 2 16,0 0-4-16,0 0-8 16,0 0-13-16,0 8-6 15,0 12-16-15,0 12 17 16,0 1-4-16,22 3 2 0,-3 0-7 16,2 4-2-1,-2-8-4-15,-3-7 1 0,-10-6-31 16,6-7-22-16,-12 0-73 15,13-12-68-15,-13 0-106 16</inkml:trace>
  <inkml:trace contextRef="#ctx0" brushRef="#br0" timeOffset="-115279.68">23078 7503 227 0,'0'0'73'0,"0"0"60"0,0 0 7 16,0 0-109-16,0 0-18 0,0 0 38 15,-6 17 16-15,6-17-11 16,0 0-24-16,0 0 20 15,0 0-36 1,0 0 11-16,0-9 9 0,13-27 16 16,33-16-17-16,16-4-26 15,3-1 0-15,10-7 8 16,5 0 3-16,1 12-10 16,-16 4-20-16,-9 8 2 15,-16 12-31-15,-21 3-56 16,15 6-97-16,-22 2 39 15,-6 2-176-15</inkml:trace>
  <inkml:trace contextRef="#ctx0" brushRef="#br0" timeOffset="-90451.46">24142 11690 95 0,'0'0'156'0,"0"0"-146"0,0 0 4 0,0 0 13 0,0 0 55 16,0 0-36-16,0 0 9 15,12-8-32-15,-12 0-16 0,0 8 9 16,0 0-2 0,0 0 2-16,16-3-11 0,-16-2 18 15,6 1 15-15,-6 4 21 16,0 0 38-16,0 0 15 15,0 0-39-15,0 0-38 16,0 0-15-16,0 0-13 16,0 0-6-16,6 0 8 15,-6 0-14-15,0 0 15 16,0 0-15-16,0 0 10 16,0 0 3-16,0 0-1 15,0 0 3-15,0 0-10 16,0 0 7-16,0 0 0 15,0 0 11-15,0 0 18 0,0 0-24 16,0 0 23 0,0 0-18-16,0 0-8 0,0 0 3 15,0 0-8-15,0 0 7 16,0-4-9-16,6-8 9 16,-6 1-6-16,0-2-8 15,0 5 9-15,7-1-6 16,-7 9 1-16,0-8 2 15,6-3-3-15,9-6 12 16,-2-2-18-16,5-1 15 16,4-8-14-16,-3 7 7 15,2 1-2-15,-8 1 0 16,8 10 2-16,-2-2-2 16,-7-6 1-16,10 1-3 15,6-8 9-15,-3 1-12 0,3-2 10 16,12 9-10-16,-9-7 5 15,-3-2 0 1,0 9-2-16,-3 4-6 0,-4-1 6 16,-8 2 2-16,15-9-5 15,-3 4 14-15,2-4-13 16,-8-1 9-16,3 6-8 16,-4-9 3-16,10 12-2 15,0-9 1-15,-9 1 0 16,9 9-2-16,-10-14 6 0,10 1-9 15,-3-8 12-15,3 0-12 16,0-8 11 0,3 12-8-16,3-1 3 0,-6 1 0 15,6 9-2-15,-9-1 4 16,3-5-5-16,0 6 9 16,3-6-12-16,-10 9 11 15,13-7-8-15,-15 2 3 16,9 1 0-16,-3-4-1 15,9 0 4-15,-16 5-8 16,4-2 10-16,6 1-10 16,-9 4 14-16,-7-8-15 15,22 0 8-15,-6 0-3 0,6-8 1 16,-9 3-4 0,3 6 2-16,-3 2 0 0,3 6-5 15,-16-10 14 1,16 14-13-16,0-10 13 0,-16 1-10 15,7 0 4-15,-4 0-1 16,4 0 0-16,-7 0 2 16,16-12 1-16,-6 8 1 15,3-9-5-15,3 2 8 16,6-2-14-16,-3 2 10 16,-3 7-4-16,0 4 1 15,-10-1 0-15,4 9-2 16,-10-4 6-16,7-4-7 15,3-4 6-15,-4 1-6 0,4-2 6 16,3 1-5-16,-4-1 2 16,-2 2 0-16,9 3-3 15,-16-1 6-15,16-2-11 16,-3 2 16-16,-3-2-14 16,-4-6 13-16,10 1-11 15,0 8 4-15,-9 0 0 16,2-4-1-16,-8 8 3 15,15 1-6-15,-16-6 10 16,13 1-13-16,-10-4 15 16,4-8-14-16,21 0 11 15,-12 0-5-15,6 0 0 16,-15 7 0-16,9-3-6 16,-10 9 12-16,-5-1-11 15,9-1 12-15,-4 1-7 16,4 0 4-16,-3-4-5 0,8 1 4 15,-8-2-3-15,9 1 0 16,0 4-1-16,-16-4-3 16,22 4 8-16,-3-5-15 15,3-2 25-15,1 2-22 16,-8-3 14-16,-8 8-11 16,9-4 5-16,-3 9 0 15,-4-6 0-15,4 9-1 16,-3-4-3-16,-10-4 8 15,4 4-5-15,15-8 2 0,3-4-2 16,-6 0-7-16,6 0 4 16,-9 3-6-1,-13 10 10-15,10 3-9 0,-16 3 18 16,0 1-17 0,10 0 18-16,-10 1-11 0,0-6 1 15,7-3 0-15,15-4 0 16,-10 1 1-16,10-6-1 15,6 5 0-15,-15 1-1 16,9-1 3-16,-16 4-4 16,22-5 5-16,-15 6-3 15,9-2 0-15,-10 6 1 16,-2-6-1-16,2 1 0 16,4-4 0-16,3-1 7 0,9-2-9 15,-6-9 11 1,18 4-9-16,-5-5 3 0,5 2 3 15,-21 6-6-15,3 5 9 16,-9 4-9-16,-4 0 5 16,-3 0-4-16,-5 4 5 15,14 0-8-15,-14-7 9 16,5 6-13-16,10-7 9 16,-10 0-4-16,22-4 1 15,-9 4 0-15,3-4 0 16,-9-4 6-16,8 8-10 15,8-8 8-15,-8-1-6 0,-2 9 5 16,-3 1-6-16,3-6-2 16,3 5 5-16,6-4-3 15,-9 1 8-15,9-2-6 16,-6 5 9-16,-4 0-16 16,4 0 16-16,0-8-12 15,3 0 4-15,10-5 0 16,5 2-4-16,1-2 4 15,-1 1 0-15,-6 1 3 16,1 11-5-16,-7-5 4 16,-13 6-1-16,-8-2 1 15,15 9 0-15,-10-8-1 16,10 4 1-16,-3-12-2 16,9-4 7-16,7 0-13 15,-7 0 15-15,0 0-15 0,-3 3 10 16,-10 9-4-16,-8 4 0 15,9 1 0-15,-10-1-1 16,7-4 3-16,8 4-10 16,-14 3 15-16,2 5-14 15,-15 4-3-15,0 4-6 16,0 0-63-16,0 0-157 16,0 33-425-16</inkml:trace>
  <inkml:trace contextRef="#ctx0" brushRef="#br0" timeOffset="-86337.07">30846 5502 374 0,'0'0'61'0,"0"0"5"0,0 0-8 0,0 0-17 15,0 0-16-15,0 0 16 0,0 0-13 16,0 0 27-16,0 0 19 15,0 4 13-15,0-4-1 16,0 0-69-16,0 0-5 16,0 0-10-16,0 4 17 15,0 0-3-15,0 0-2 16,-7 3-13-16,-21-2 3 16,10-1 12-16,-10 4-12 15,3 4 11-15,-9 4-14 16,0 5-2-16,0 6-2 0,-13 5 1 15,7 4-1 1,-7 5 6-16,13-5-5 0,3 0 13 16,-3-4-15-16,13-4 13 15,2 4-17-15,-3 0 14 16,10-1-10-16,6-1 4 16,6-7 0-16,0-2 3 15,0-2 2-15,0 6-4 16,0 3 3-16,0-5-3 15,0 6 3-15,0-1-3 16,0-5-1-16,12 5 0 16,-6-3-2-16,4-1 4 0,-4 0-6 15,-6 4 11 1,6 8-10-16,-6-4 14 16,0 0-14-16,0 1 7 0,0-5-5 15,0 3 2-15,0 10 4 16,-6-5-2-16,-28 3 7 15,6-6-11-15,3-9 12 16,19-12-22-16,6-12 6 16,0 0-26-16,0 0-99 15,0 0-199-15,0-5 85 16</inkml:trace>
  <inkml:trace contextRef="#ctx0" brushRef="#br0" timeOffset="-85655.34">30238 6364 307 0,'0'0'200'0,"0"0"-152"0,0 0-26 0,0 0 46 0,0 0-6 15,0 0 24-15,0 0-38 16,0 0 15-16,0 0 14 16,0 0-17-16,0 0-19 15,0 0-41-15,0 0 16 16,0 0-12-16,0 0 11 15,0 0-13-15,0-4 32 16,0 0 1-16,0-8-1 16,0 4-5-16,28-17-16 15,3 14 0-15,9-9-8 16,16-4-9-16,-3 4 4 16,-1 0-2-16,1 4-30 0,-6 4-18 15,-7 4-25-15,-12 3-100 16,-10 2-173-16</inkml:trace>
  <inkml:trace contextRef="#ctx0" brushRef="#br0" timeOffset="-85004.69">31035 6432 430 0,'0'0'191'0,"0"0"-24"0,0 0 11 0,0 0-49 0,0 0-78 16,0 0-10-16,0-24-32 15,0 8 0-15,0-16 1 16,-16 0 5-16,4-4 15 16,-10 0-29-16,16 4-1 15,0 3 10-15,6 6-18 16,0-5 8-16,0-8-6 15,12 0-44-15,38-8-30 16,9 3-51-16,-7 8-181 16</inkml:trace>
  <inkml:trace contextRef="#ctx0" brushRef="#br0" timeOffset="-84454.33">31146 6377 497 0,'0'0'61'0,"0"0"-32"0,0 0 56 15,0 0 20-15,0 0-17 0,0 0-10 16,255-149-59-16,-221 124-7 15,0-3-8-15,-9 12-8 16,-4 1-6-16,-8 2-65 16,-7 5-69-16,0 5 23 15,-6-2 20-15,0 1-56 16,0 4-209-16</inkml:trace>
  <inkml:trace contextRef="#ctx0" brushRef="#br0" timeOffset="-84221.43">31301 6084 130 0,'0'0'536'0,"0"0"-440"16,0 0 16-16,0 0 19 15,0 0-100-15,0 0 9 16,34 88-10-16,4-60-25 15,-4 0-5-15,0-4-9 16,-6-4-4-16,-16 0-11 16,1-4-9-16,-7-4-79 15,3-4-3-15,-9-8-57 16,0 0-110-16</inkml:trace>
  <inkml:trace contextRef="#ctx0" brushRef="#br0" timeOffset="-83905">31301 6084 230 0,'366'-33'92'0,"-350"33"-38"15,9 0 120-15,9 13-122 0,12-2 16 16,-6 9 0-16,1 5-17 16,-7-1-41-1,-15 7 18-15,-13 5-6 16,-6 13 12-16,0-1 18 0,0 8-29 16,0-4-15-16,-31 0-8 15,-10-16-10-15,20-3-147 16,-13-13-43-16</inkml:trace>
  <inkml:trace contextRef="#ctx0" brushRef="#br0" timeOffset="-71233.74">10065 13980 549 0,'0'0'117'0,"0"0"-94"0,0 0 57 0,0 0 30 15,0 0-33-15,0 0-18 0,0 0 35 16,0-4-45-16,0 4 25 16,-13 0-34-16,-15 0-5 15,-12 12-30-15,0 16-5 16,-7 8 0-16,1 5 1 16,-7-2-3-16,13 2 5 15,0 3 10-15,12-4-9 16,15 4 7-16,7 8-8 15,6 9-3-15,0 6 0 16,0 5 0-16,25 5-4 16,24-5 8-16,4 0-12 15,0 5 16-15,0-2-15 16,2 2 7-16,-8 3 0 16,-16-4-2-16,3 1 5 15,-28-5-8-15,10-4 11 0,-16-8-11 16,0-8 5-16,0-11-3 15,0-13-30-15,-16-5-2 16,-24-2-25-16,-13-18-67 16,-12-3-167-16,-3 0-322 15</inkml:trace>
  <inkml:trace contextRef="#ctx0" brushRef="#br0" timeOffset="-70801.37">9637 15055 956 0,'0'0'115'0,"0"0"-71"0,0 0 60 0,0 0-22 0,0 0-30 0,0 0-29 0,322-152-23 0,-257 128-15 16,-12 12-63-16,-25-1-103 15,0 5-297-15</inkml:trace>
  <inkml:trace contextRef="#ctx0" brushRef="#br0" timeOffset="-70365.08">10592 15095 169 0,'0'0'819'16,"0"0"-800"-16,0 0 25 15,0 0 60-15,-133-208-44 16,133 151-53-16,0 1-7 0,0-8 0 15,52 0-9 1,-11 4-104-16,-1 12-138 0,-12 15-196 16</inkml:trace>
  <inkml:trace contextRef="#ctx0" brushRef="#br0" timeOffset="-69918.18">10908 14979 700 0,'0'0'276'0,"0"0"-199"0,0 0 5 0,0 0 26 0,0 0-69 0,239-233-9 16,-186 181-22-16,9 4 2 16,-28 7-9-16,-9 13-2 15,-10 12 1-15,-15 13-22 16,0 3-4-16,0 0-64 16,0 0-31-16,0 0-88 15,0 0-48-15,-40 0-232 16</inkml:trace>
  <inkml:trace contextRef="#ctx0" brushRef="#br0" timeOffset="-69668.7">11035 14546 769 0,'0'0'291'0,"0"0"-282"15,0 0 60-15,0 0 23 0,0 0-59 16,0 0-21-16,87 161 6 16,-40-130-15-16,-16 1 1 15,9-4-4-15,-12 0-18 16,0 5 13-16,-3-2-48 16,-10 10 11-16,-3-5-22 15,-5 4-64-15,-7-8-142 16,0-20-111-16</inkml:trace>
  <inkml:trace contextRef="#ctx0" brushRef="#br0" timeOffset="-69301.7">11535 14386 628 0,'0'0'203'15,"0"0"-116"-15,0 0 77 16,0 0-35-16,0 0-82 16,0 0-33-16,282 208 5 15,-258-161-17-15,-2 10 8 16,-22 7-1-16,0 4-18 16,0 5 3-16,-46-1-53 15,-1-16-153-15,7-20-249 16</inkml:trace>
  <inkml:trace contextRef="#ctx0" brushRef="#br0" timeOffset="-68719.43">12297 14895 738 0,'0'0'228'0,"0"0"-125"0,0 0-20 0,0 0-4 0,0 0-28 15,0 0-11-15,214-25 9 16,-121 17-44-16,-12 0 7 15,-13 0-12-15,-9 0-4 16,-25 8-28-16,0-4-24 16,-21 0-59-16,-13-3-200 15,0-1-210-15</inkml:trace>
  <inkml:trace contextRef="#ctx0" brushRef="#br0" timeOffset="-68501.62">12384 14686 825 0,'0'0'66'0,"0"0"-1"15,0 0 50-15,0 0-60 16,0 0 5-16,0 0-3 15,180-32-46-15,-112 19-11 16,13 2-6-16,-22 3-141 16,-13 0-186-16</inkml:trace>
  <inkml:trace contextRef="#ctx0" brushRef="#br0" timeOffset="-68001.77">13420 14080 663 0,'0'0'135'0,"0"0"-114"0,0 0 86 0,0 0 6 0,0 0-46 15,0 221 49-15,21-136-49 16,10 6-23-16,4-7-35 16,-1 5-3-16,-6-5-2 15,-4-3-2-15,-24 7-4 16,16-8-3-16,-16-12-8 15,0-8-2-15,0-20-29 16,0-24-87-16,0-16-238 16</inkml:trace>
  <inkml:trace contextRef="#ctx0" brushRef="#br0" timeOffset="-67453.95">13941 15023 351 0,'0'0'449'0,"0"0"-337"0,0 0-12 0,0 0-28 0,0 0-18 15,0 0 21-15,195-208-7 16,-136 151-18-1,3 1-15-15,-9 0-28 0,-7 4-1 16,-12 4-6-16,0 7-18 16,-9 10-30-16,-19 7-43 15,-6 7-101-15,0 17-169 16,0 0-169-16</inkml:trace>
  <inkml:trace contextRef="#ctx0" brushRef="#br0" timeOffset="-67120.32">14015 14430 37 0,'0'0'784'0,"0"0"-715"15,0 0 73-15,0 0-44 16,0 0-3-16,0 0-53 16,323 192 5-16,-252-160-7 0,-9 4-34 15,-9-4 2-15,-7 8 0 16,-12-4-16-16,0-4-3 15,-21-8-9-15,-1-8-33 16,1-7-56-16,-13-9-250 16,0 0-263-16</inkml:trace>
  <inkml:trace contextRef="#ctx0" brushRef="#br0" timeOffset="-66570.05">14877 13880 728 0,'0'0'223'0,"0"0"-122"0,0 0-25 0,0 0 23 0,34 273-40 16,-15-178-10-16,9-2-18 0,0-9-27 15,-4-4 10 1,4 1-7-16,-9-5 7 0,-4-4-5 16,-8-4 1-16,5-8-10 15,-6-7-13-15,-6-6-28 16,0-2-27-16,0-9-108 16,0-9-309-16</inkml:trace>
  <inkml:trace contextRef="#ctx0" brushRef="#br0" timeOffset="-10968.65">23841 11915 420 0,'0'0'208'0,"0"0"-147"0,0 0 51 0,0 0-3 16,0 0-41-16,0 0-30 15,-6 0-21-15,6 0-13 16,0 0 13-16,0 0-6 16,0 0 36-16,0 0-9 15,0 0 12-15,0 0-13 16,0 8-14-16,-6-5-5 16,6 2-12-16,0-5 13 15,-10 8-19-15,4 4 7 16,-19-1 3-16,19 6-15 0,-15-1 7 15,-7 17-2-15,-3-2 0 16,-16 5 0-16,13 5-3 16,-6-2-17-16,6 2 4 15,6-13-58-15,9-8-80 16,13-12-292-16</inkml:trace>
  <inkml:trace contextRef="#ctx0" brushRef="#br0" timeOffset="-10501.65">22806 12961 461 0,'0'0'200'0,"0"0"-102"0,0 0 39 0,0 0-61 16,0 0-35-16,0 0-2 16,-140 157 4-16,112-137-36 15,0 4-2-15,10-4-10 16,-4-4 11-16,9 0-12 0,1-4-3 15,-3 0-64 1,8-7-225-16,-5-2-234 0</inkml:trace>
  <inkml:trace contextRef="#ctx0" brushRef="#br0" timeOffset="-10052.53">22291 13836 265 0,'0'0'193'16,"0"0"-119"-16,0 0-4 15,0 0 0-15,0 0 16 0,0 0 27 16,-93 172 3-16,65-140-58 15,9 1-37-15,10-5 13 16,-16 0-12-16,3 0-21 16,10-1-1-16,-16 6-1 15,3-10-7-15,4 2-54 16,-4 7-23-16,9-9-34 16,-2-2-15-16,-4-9-17 15,16 0-167-15</inkml:trace>
  <inkml:trace contextRef="#ctx0" brushRef="#br0" timeOffset="-9585.58">21286 14859 332 0,'0'0'454'0,"0"0"-442"0,0 0 108 0,0 0-40 0,0 0-45 15,0 0 16-15,-198 144-12 16,170-124 6-16,15 0-3 15,-8-8-19-15,2 3-19 16,-9 2-7-16,16 3 3 16,-7 4-27-16,-9 4-46 15,0-4-12-15,4 9-118 0,-11-10-53 16</inkml:trace>
  <inkml:trace contextRef="#ctx0" brushRef="#br0" timeOffset="-9203.46">20297 15797 525 0,'0'0'120'16,"0"0"-80"-16,0 0 103 15,0 0-15-15,0 0-70 16,0 0-21-16,-118 133 10 15,90-110-23-15,0 5 26 16,-3 1-13-16,-3-1-14 16,13 0-23-16,2-4 0 15,-3-1-17-15,4 2-64 16,11-1-57-16,-8 0-139 0,-4 0 9 16</inkml:trace>
  <inkml:trace contextRef="#ctx0" brushRef="#br0" timeOffset="-8920.37">19237 16863 594 0,'0'0'254'0,"0"0"-227"16,0 0 38-16,-276 225-41 16,235-184-24-16,1-14-20 15,9-10-41-15,-3-17-195 16</inkml:trace>
  <inkml:trace contextRef="#ctx0" brushRef="#br0" timeOffset="-2274.07">24067 11546 319 0,'0'0'66'0,"0"0"-55"0,0 0 15 0,0 0 109 15,0 0-90-15,0 0 35 16,7 23-9-16,2-23-7 0,-9 9-31 15,12-9-13 1,-5 0 23-16,-7 0 31 0,0 0-16 16,0 0-12-1,0 0 58-15,0 0-44 0,0 4-8 16,0-4-28-16,0 0-22 16,0 0-2-16,0 0-1 15,0 0-2-15,0 0 6 16,0 0-7-16,0 0 9 15,0 0 2-15,0 4 10 16,0-4 14-16,0 0-21 16,0 0-4-16,0 0 3 15,0 0-3-15,0 0 2 0,0 0-3 16,-19-8 6-16,-21-4-4 16,-1 0 2-16,1-4-9 15,-6-5-4 1,5-2 4-16,7 3-10 0,-6 4 8 15,6-5 4-15,-7 6-4 16,10-6 5-16,-9 1 2 16,0 4-2-16,-1 4 4 15,-5-8-6-15,6 1-1 16,-1-2-3-16,1 1 0 16,6 0-5-16,0 4 10 15,15 8-7-15,-15-9 10 16,22 9-5-16,-16-7 0 15,-6 2-3-15,9-6 3 0,-9-14-9 16,0 13 5-16,9 1 1 16,-9-6-5-16,6 13 16 15,-12-7-5-15,21 2-3 16,-9 1 0-16,9 0-2 16,-8-7-3-16,14-2 2 15,-15 1-12-15,22-4 13 16,-6 8 2-16,-4 7-3 15,-2-2 8-15,11 7 2 16,-21-8-5-16,-12-9 0 16,12 9 0-16,-3-7 1 15,-3 7-6-15,-6-12 4 16,27 3-7-16,-8-3 2 16,2-4 1-16,4 17 4 0,-4-2-1 15,0 5 7-15,-9-8 2 16,-6 12-7-16,16-7 4 15,-4-2-12-15,-12 1 10 16,15 0-11-16,-15-4 2 16,22 4 4-16,-16-4 1 15,9 12 0-15,4 0 7 16,-4 0 0-16,7-1-2 16,-10-2-1-16,10-1-8 0,-1-1 7 15,-8-3-11-15,2 4 11 16,-9-4-6-16,9 0 6 15,-2 1-4 1,-7-2 2-16,3 6 2 0,-3-10-3 16,-6 1 5-16,3-4-13 15,-9 4 14-15,18 0-12 16,-12 0 7-16,15 0-2 16,-9 4 0-16,10 8-2 15,-10-8 1-15,3 0 4 16,-3-1-3-16,0-2 6 15,3-1-10-15,-2 0-1 16,8 4 6-16,3-4-1 0,-2 7 1 16,-16-3-2-16,9 1 8 15,-3-6-12-15,0 1 12 16,9-4-12 0,-15-4 13-16,-6-4-10 0,6 8 3 15,3 0 0-15,3 4 3 16,6 0-2-16,-9 0 5 15,16 4 0-15,-10-12-12 16,10 12 13-16,-10-4-16 16,-3-1 16-16,3 1-9 15,-9-4 4-15,6 9-1 16,3-1 11-16,-15-1-11 16,6 1 9-16,6 4-6 15,-19-7-8-15,19-2 10 0,-3 1-8 16,-3 0 2-16,-6-4-1 15,0 4-1-15,-1 4 4 16,7-1-8-16,3 2 13 16,3-1-14-16,-12 0 17 15,6-4-17-15,0-4 9 16,-3-1-4-16,3-3-6 16,-1 0 4-16,-5 0 2 15,6 1 4-15,-6 2-6 16,-13 1 9-16,25 0-4 15,-9 0 2-15,9-4-6 16,-12 0 0-16,12-1 3 16,-3 1-1-16,-19-3 2 15,19 3-5-15,-3 4 10 16,0-4-7-16,0 8 4 16,15-5-3-16,-2 6 1 0,-10-10-2 15,15 1 0-15,-3-4-3 16,-2-4 1-16,2 8 6 15,-15-4-4-15,22 4 3 16,-10 0-4-16,-3-8 8 16,3 3-6-16,10-3 0 15,-7 0 0-15,-2 8-4 16,8 4 8-16,-8 0-5 16,-4 8 4-16,3 0 10 15,-3 3-10-15,4 2 2 16,-7-1 0-16,9-9-6 0,0 6 1 15,-8-1 0-15,5-1-5 16,3 1 10-16,-15 5-11 16,22-6 12-16,-1 6-10 15,-8-2 9-15,8 1 3 16,-9 1-6-16,10-6-1 16,-7-2-1-16,-2-2-2 15,2 1-2-15,-3 8 8 16,-12 1-7-16,22-2 7 15,-7 1 9-15,-9 1-10 0,1-6 0 16,2 5-3 0,-9-12 3-16,-7 3-7 15,13 2 4-15,-3-6-5 16,-15 10 10-16,24-9-3 16,-6 12 2-16,-3-1 2 0,10 2-6 15,-14-6 2-15,11 6-4 16,8-9-1-16,-9 4-2 15,-3-4-2-15,10-1 3 16,-16-2 8-16,0 6-8 16,21 1 8-1,-8 8-4-15,2 0 2 0,13 0 0 16,0-9-4-16,-10 6-1 16,10-5-3-16,-7 4 6 15,-8-4-6-15,2 4 12 16,-3 0-5-16,10 4 1 15,0-5 1-15,-1 2-3 0,4-1-3 16,3-4-6-16,-1 3 11 16,1 1-8-16,-6 4 12 15,12 5-6-15,-16 3 1 16,10-8 0-16,0-5 0 16,-6 1 2-16,2 4-6 15,4-3 3-15,-6-1-6 16,12 4 12-16,-7-5-5 15,1 13 0-15,0-12 7 16,-3 4-3-16,-10-3-2 16,7-10 1-16,-16 9-1 15,0-8 20-15,9 9-8 16,-9 2 7-16,10 1-15 16,5 4 6-16,-2-8-13 0,3 12 0 15,5-8-1-15,-21 4 4 16,16 0-7-16,-4-4 10 15,-8 0-12-15,24 4 14 16,0-1-16-16,-13 2 8 16,13-1 0-16,-9 0 0 15,-3 0 2-15,-1-4-6 16,-9 8 8-16,16 0-8 16,0-8 11-16,0 8-14 15,6-5 5-15,0 5-17 16,0 0-45-16,0 0-31 0,-13 0-70 15,-21 0-625-15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3:20:12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21956 5013 631 0,'0'0'106'0,"0"0"-96"0,0 0 87 0,0 0 31 0,0 0-78 16,0 0-28-16,0 0 11 0,0 0-32 15,0-36 10 1,0 36 22-16,0 0 45 0,0 0-29 16,0 0-11-16,0 0-10 15,0 0 1-15,0 0-20 16,0 0-6-16,0 0-6 16,0 0-2-16,0 0 2 15,0 3-21-15,0 30 22 16,-6 6 1-16,-16 10 1 15,16-1 10-15,-7 9-8 16,13 2-2-16,-12 13 10 16,-3 0-5-16,8 0 0 15,-11-3-2-15,18-5-2 16,0 1 6-16,0-6-3 16,0 2-3-16,0-1-1 0,-7 4 2 15,7 0-4-15,0 5 9 16,0-5-13-16,0-4 13 15,0-4-13-15,0 0 9 16,0 4-5-16,7 4 3 16,-7 5-1-16,12 3 2 15,-12 3 3-15,0 10 2 16,0 4 4-16,0 2-19 16,0-2 17-16,0-9-13 15,0-8 4-15,0-8 0 16,0-8-2-16,0 9 2 15,0-6-1-15,0 2 6 0,0 11-10 16,0 5 11-16,0 6-12 16,-12 10 4-16,5-9 2 15,-14 13 0-15,8-9 1 16,-2-1-7-16,15 2 12 16,0-5-12-16,0-8 14 15,0-4-16-15,0-3 8 16,0 7-5-16,0 5 4 15,0 2 1-15,0 1 0 16,15-7 4-16,-15 0-6 16,13-5 4-16,-7 3-1 15,-6 5 0-15,6 5-1 16,-6 3 0-16,0-4 0 0,0 13-2 16,0-2 7-16,0-6-6 15,0 7 2-15,0 1 5 16,0-5-2-16,0 8-4 15,0-7 3-15,0-2-5 16,16-6 2-16,2-9 0 16,10 12-4-16,-9-8 9 15,9 1-1-15,-10-1 2 16,4 8-10-16,-3 1 8 16,-4-1-1-16,-2 7-3 15,-13-2 3-15,6-4 10 16,-6-5-7-16,0-1 11 15,12-3-13-15,-12-3 21 16,0-5-24-16,0 0 10 0,0 0-6 16,0 1-10-16,0-1 5 15,0 4 0-15,0 8 0 16,0 1 3-16,0-5-8 16,0 0 13-16,0 1-14 15,0-9 12-15,0 0-10 16,0 0 8-16,0-3-4 15,0 3 1-15,0 0 3 16,9 3-7-16,-2 10 7 16,-1 4-8-16,0 6 10 15,-6 1-10-15,6-4 11 16,0-7-14-16,-6-9 12 16,16 4-5-16,-10-7 0 15,-6-9 6-15,13 8-12 0,-1-4 15 16,-3 4-11-16,-9 1 8 15,13-1-12-15,-7 8 6 16,-6 9 0-16,6 6-2 16,-6-2 7-16,0-5-10 15,0-7 13-15,0-17-13 16,0 0 9-16,0-9-8 16,0-10-26-16,0-17-20 15,0-9-45-15,0-19-145 16,0 0-334-16</inkml:trace>
  <inkml:trace contextRef="#ctx0" brushRef="#br0" timeOffset="1866.21">19029 11248 317 0,'0'0'218'0,"0"0"-156"0,0 0 47 16,0 0 16-16,0 0-41 16,0 0-12-16,-53-19-30 0,44 19 9 15,3 0-13-15,6 0 29 16,0 0-8-16,0 0-25 15,0 0-32-15,0 0 5 16,0 0-1-16,0 0-4 16,0 0 0-16,0 0 3 15,0 0 5-15,40 0 10 16,28 0 12-16,3 0-16 16,26 0 10-16,14 0-7 15,16 0 3-15,22 0-12 16,3 0-4-16,-3 0 18 15,-3 0-21-15,3 8 18 16,-16 3-12-16,-6-6 10 0,0 3-10 16,0 0 0-16,7-4 2 15,11 8-8-15,4-4 15 16,15 8-14-16,10 4 10 16,9-7-11-16,-9 10-2 15,12-7 2-15,-13 4-3 16,7-16 0-16,9-4 3 15,-9 9-3-15,6-6 8 16,-6 2-13-16,-3 6 13 16,-13-2 1-16,19 2-8 15,-19-3 5-15,4 0-6 16,-7-3 0-16,0-5-1 16,7 0 1-16,18 0-2 0,-13 7 9 15,1-2-14-15,0 6 15 16,-13-3-13-16,13 4 5 15,-7-4-2-15,-12-3 2 16,-15-2 1-16,27 6-1 16,-15-5 2-16,22 0-6 15,15-4 11-15,-3 4-7 16,9-4 5-16,4 0-5 16,-10 0 0-16,-16 0 1 15,-27 0-2-15,0 0 5 16,-10 0-11-16,-9 0 14 15,1 0-11-15,11 0 10 0,1 0-10 16,-1 0 6-16,10 0-2 16,-16 0 2-16,7 0-1 15,9 0 0-15,-4 0 3 16,1 0 2-16,3 0-2 16,-10 0 5-16,10 0-3 15,-9 0-7-15,-13 4 2 16,-6 4 7-16,-22-5-4 15,16 10-1-15,-4-9 6 16,4 4-8-16,12 0 6 16,-6-5 10-16,13 2 3 15,-1-1-17-15,0 0 11 16,-6 4-6-16,-12-4 2 16,-16 1-6-16,7 2 8 15,-10 1-20-15,3 0 21 0,-6 0-22 16,-12 0 10-16,-7-8-2 15,-21 8 1-15,0-4 0 16,-13 0-1-16,-12-4-4 16,3 4 2-16,-10 0-18 15,-2-4 14-15,-10 0-31 16,4 0-3-16,-13 0-24 16,0 0-25-16,0 0-69 15,-62 0-205-15</inkml:trace>
  <inkml:trace contextRef="#ctx0" brushRef="#br0" timeOffset="8059.17">5225 13398 499 0,'0'0'190'0,"0"0"-189"0,0 0 61 0,0 0 166 15,0 0-100-15,0 0-25 16,0 0-28-16,0-55-13 16,-19 55-46-16,4 0 18 15,-10 0-16-15,19 0 10 16,-16 31-28-16,3 21-12 15,4 17 12-15,2 7 2 16,13 0-2-16,0 4 9 16,0-3-10-16,0-1 10 15,7 1-14-15,27-2 6 16,0 2-2-16,12-5-6 16,-18-5-6-16,3 2 6 0,-15 3-17 15,-4-3 14-15,-12-5 3 16,0-4-4-16,0-12 10 15,-12-12 1-15,-22-12-33 16,6-4-12-16,-6-4-27 16,-13-12-67-16,-6-4-146 15,1 0-306-15</inkml:trace>
  <inkml:trace contextRef="#ctx0" brushRef="#br0" timeOffset="8276.45">4766 14233 1291 0,'0'0'0'0,"0"0"19"16,0 0-20-16,0 0 1 16,0 0-5-16,0 0 5 15,198-88 0-15,-136 47-9 16,-15 5-53-16,-1 5-54 15,-21 15-158-15,-3 3-228 16</inkml:trace>
  <inkml:trace contextRef="#ctx0" brushRef="#br0" timeOffset="8693.75">5907 14240 621 0,'0'0'555'16,"0"0"-550"-16,0 0 78 15,0 0-43-15,0 0-28 16,-273-219-12-16,251 166 3 15,16 6-6-15,6 6-15 16,0 16-3-16,0 10-34 16,0 2-29-16,34 5-144 15,-6 8-124-15</inkml:trace>
  <inkml:trace contextRef="#ctx0" brushRef="#br0" timeOffset="8975.57">6155 14080 984 0,'0'0'67'16,"0"0"-65"-16,0 0 31 0,0 0-6 16,0 0-27-16,0 0-2 15,294-225-1-15,-259 202-60 16,-35 2-89-16,0 6-89 16,0-1-39-16</inkml:trace>
  <inkml:trace contextRef="#ctx0" brushRef="#br0" timeOffset="9159.99">6220 13667 1041 0,'0'0'72'0,"0"0"-69"0,0 0 78 16,0 0-61-16,68 265-15 16,-28-201 2-16,-5-8-14 15,11-4-13-15,-21-8-47 16,-3-16-40-16,-4-11-51 15,-18-17-102-15,0 0-238 16</inkml:trace>
  <inkml:trace contextRef="#ctx0" brushRef="#br0" timeOffset="9364.89">6601 13780 852 0,'0'0'273'0,"0"0"-263"16,0 0 6 0,0 0 56-16,0 0-71 0,214 208 7 15,-173-172-7-15,-26 0 6 16,-9 0-7-16,-6 5-6 16,0 3-34-16,0 0-67 15,-34 4-171-15,-6-16-93 16</inkml:trace>
  <inkml:trace contextRef="#ctx0" brushRef="#br0" timeOffset="9794.82">7584 14080 735 0,'0'0'105'0,"0"0"-60"0,0 0 75 0,0 0-54 15,0 0-15-15,0 0 14 16,143 8-60-16,-97-8-5 15,-15 0-50-15,-15 0-40 16,-4 0-145-16,-12-20-117 16</inkml:trace>
  <inkml:trace contextRef="#ctx0" brushRef="#br0" timeOffset="9975.2">7584 14080 1131 0,'-121'-180'71'0,"121"180"-71"16,22 0 42-16,12 0-36 15,6 0-12-15,7-4-16 16,-16-12-65-16,3-4-248 16,-18 4-439-16</inkml:trace>
  <inkml:trace contextRef="#ctx0" brushRef="#br0" timeOffset="10609.23">8642 14112 326 0,'0'0'254'0,"0"0"-224"16,0 0 51-16,0 0 87 16,0 0-81-16,0 0 0 15,-35 48-31-15,35-27-26 16,0-9-15-16,22-4-1 16,9 0 8-16,10-8-3 15,5 0 26-15,10-25-24 0,3-27 22 16,-7-23-15-1,-5-10-3-15,-13-4-19 0,-12 10-4 16,-22 14-2-16,0 9-11 16,0 12 11-16,-50 16-13 15,-21 20 5-15,-10 8-10 16,-6 0 5-16,1 20-14 16,24 29 11-16,9 6 14 15,28-2 2-15,25 7 31 16,0-20-22-16,0-12-2 15,25-12-7-15,55-8-11 16,1-8-7-16,0 0 18 16,6 0-4-16,-13 8 4 15,-3 12 2-15,-24 8 1 16,-1 5-3-16,-18 6-5 0,6-3-1 16,-9-8-61-16,3-4-227 15,-22-12-122-15</inkml:trace>
  <inkml:trace contextRef="#ctx0" brushRef="#br0" timeOffset="11007.08">9457 14265 22 0,'0'0'806'0,"0"0"-629"0,0 0-50 16,0 0-35-16,0 0-73 16,0 0-17-16,192-120 60 15,-96 40-20-15,22-5-20 0,-22 13-16 16,-9 8-6 0,-28 16-8-16,-19 24-20 0,-12 7-57 15,-21 9-57 1,-7 8-36-16,0-8-25 0,-41 8 21 15</inkml:trace>
  <inkml:trace contextRef="#ctx0" brushRef="#br0" timeOffset="11206.09">9690 13691 729 0,'0'0'217'15,"0"0"-147"-15,0 0 54 0,46 213-26 16,16-141-80-16,-9 4-18 16,0-4 0-16,2-12-100 15,-8-11-50-15,-29-17-101 16,4-13 17-16</inkml:trace>
  <inkml:trace contextRef="#ctx0" brushRef="#br0" timeOffset="11724.02">10186 13431 830 0,'0'0'87'0,"0"0"-85"0,0 0 131 16,0 0-94-16,0 0-26 16,0 0-11-16,266-33 26 15,-244 69-4-15,-16 9 29 16,1-1-11-16,-7 8-4 16,0-4 5-16,0-12-25 15,0-12-6-15,0-16-9 16,0-8-6-16,0 0 7 15,0 0-10-15,12 0 4 16,0 0-3-16,4 0 9 0,9 0-4 16,-4 0 0-1,4 0-5-15,-3 0-16 0,6 0-69 16,-3 0-77 0,2-4-117-16,-14-8-11 0</inkml:trace>
  <inkml:trace contextRef="#ctx0" brushRef="#br0" timeOffset="12105.45">10961 13791 714 0,'0'0'176'0,"0"0"-49"0,0 0-29 0,0 0-34 0,0 0-5 0,0 0-34 16,87 133-23-16,-69-85-2 16,-2 9-15-16,-16-2-8 0,0-2-12 15,0 3-26 1,0-24-2-16,0-4-69 0,0-28-119 16,-6 0 30-16,-22-13-196 15</inkml:trace>
  <inkml:trace contextRef="#ctx0" brushRef="#br0" timeOffset="12306.11">10874 13880 957 0,'0'0'72'0,"0"0"-47"16,0 0-25-16,0 0 3 15,0 0-7-15,0 0 0 16,161 0-53-16,-130 0-81 0,3 0-37 16,-12 0 15-16,-9 0-241 15</inkml:trace>
  <inkml:trace contextRef="#ctx0" brushRef="#br0" timeOffset="12954.43">11690 13271 594 0,'0'0'191'0,"0"0"-116"16,0 0 6-16,0 0-38 15,0 0 22-15,0 0 3 0,52 188-29 16,-46-108-13-16,-6-4-2 15,0-8 5-15,0-4-23 16,0-7 8-16,0-6-13 16,0-2 12-16,0-9-9 15,0 0-2-15,0-16-2 16,0-11 6-16,0-10-15 16,0-3 12-16,0 0-3 15,0 0 2-15,0-16 4 16,0-12 2-16,22-8-3 15,3 0 0-15,15 8 4 16,1 3 1-16,-1 6-10 16,0 2 0-16,7 2 6 15,-13 7-14-15,0 8-11 16,-15 0 2-16,-4 0-7 0,-3 0 24 16,-12 31-1-16,0 10 2 15,0 12 18-15,0-2-9 16,-12 6 17-16,-44-2-22 15,-9-7 20-15,9-4-14 16,-9-8 1-16,25-11-12 16,12-14-1-16,28-11-17 15,0 0-60-15,0-8-159 16,0-23-339-16</inkml:trace>
  <inkml:trace contextRef="#ctx0" brushRef="#br0" timeOffset="13422.32">12552 14212 666 0,'0'0'300'0,"0"0"-183"0,0 0 4 0,0 0-81 16,179-211-27-16,-86 142-10 16,-18 5-6-16,-16 15 1 15,-10 21-10-15,-18 4-20 0,-24 12-4 16,14 4-4-1,-15 0-24-15,-6 0-56 0,0-7-47 16,0 7-66-16,0-9-128 16</inkml:trace>
  <inkml:trace contextRef="#ctx0" brushRef="#br0" timeOffset="13623.6">12691 13683 848 0,'0'0'144'16,"0"0"-52"-16,0 0-9 16,0 0-15-16,0 0-48 15,0 0 17-15,195 153-30 0,-142-121-2 16,-6 0-5-16,-13 0-4 16,-16 8-18-16,4 9-36 15,-16-2-108-15,-6 2-221 16,0-18-218-16</inkml:trace>
  <inkml:trace contextRef="#ctx0" brushRef="#br0" timeOffset="14087.56">13640 13755 523 0,'0'0'505'0,"0"0"-417"0,0 0 22 0,0 0-47 0,0 0-24 15,0 0-32-15,40 169 6 16,-18-125-6-16,3-4-10 15,-4 9 15-15,-8-2-12 16,-7 9 0-16,10 1-2 16,-16-1-19-16,0-4-39 15,0-16-52-15,0-16-141 16,0-12-136-16</inkml:trace>
  <inkml:trace contextRef="#ctx0" brushRef="#br0" timeOffset="14305.34">13441 14153 836 0,'0'0'323'16,"0"0"-322"-16,0 0 37 16,0 0 14-16,0 0-1 15,0 0-21-15,118-65 0 16,-68 50-30-16,-13 15 0 15,25-8-11-15,-15-5-46 16,-1-2-63-16,-12-6-190 16,0 1-335-16</inkml:trace>
  <inkml:trace contextRef="#ctx0" brushRef="#br0" timeOffset="14729.35">14437 13752 502 0,'0'0'111'0,"0"0"-57"16,0 0 57-16,0 0 30 15,0 0-25-15,0 0-48 16,6-21 74-16,-46 21-98 16,-13 24 48-16,-15 25-83 15,9 15 20-15,6 0-24 16,19 0 5-16,22 8-2 15,12-11-4-15,0-6-8 16,0-6 2-16,18-21-5 16,29-24-19-16,15-4 12 15,9 0-29-15,10-25 13 0,12-6-22 16,0-2-41 0,-13 10-87-16,-5 15-109 0,-35 0 110 15</inkml:trace>
  <inkml:trace contextRef="#ctx0" brushRef="#br0" timeOffset="18783.45">19798 4592 487 0,'0'0'116'0,"0"0"-107"0,0 0-4 0,0 0 3 0,0 0 2 15,0 0 10-15,0 0 30 16,0-5 48-16,0 5 3 15,6 0-31-15,-6 0-36 16,0 0-22-16,6 0-3 16,-6 0 7-16,0-3 9 15,0 3 18-15,0 0 8 16,0 0 18-16,0 0-44 16,0 0 12-16,0 0-16 0,0 0 4 15,-12 0-24-15,-22 0 4 16,-13 8-4-16,-5 8 1 15,-4 7-2-15,-3 10 1 16,6-9-3-16,0 12 8 16,19 4-5-16,13-8 3 15,2 8-8-15,19-4 3 16,0 5-10-16,0-2-6 16,0 2-13-16,34-2 20 15,6-3 10-15,-9 9-12 16,25-1 25-16,-3 0-20 15,-7-3 7-15,7 2-1 16,0 1-16-16,-7-3-16 16,-18-5 31-16,-22 3 2 0,-6 2 0 15,0 11 1-15,-6-4 27 16,-34 1-25-16,-7-5-1 16,1-8 8-16,-1-5 0 15,7-14-10-15,0-6-2 16,6-11-1-16,9 0-76 15,3-11-91-15,16-34-133 16</inkml:trace>
  <inkml:trace contextRef="#ctx0" brushRef="#br0" timeOffset="19117.36">19410 5350 509 0,'0'0'379'0,"0"0"-240"0,0 0-14 15,0 0 2-15,0 0-58 0,0 0-43 16,388 0-26 0,-295-13-3-16,-13 1-47 0,-14 1-54 15,-45 11-233-15,-21 0-425 16</inkml:trace>
  <inkml:trace contextRef="#ctx0" brushRef="#br0" timeOffset="28209.32">8254 13110 130 0,'0'0'28'0,"0"0"-19"0,0 0 86 0,0 0 27 0,0 0-2 15,0 0-88-15,0 0 2 16,0 0-13-16,0-16 12 15,0 16 2-15,0-4-26 0,0 0-9 16,0 4 6-16,0 0 8 16,0 0 27-16,0 0 29 15,0 0-15-15,0 0 5 16,0 0-16-16,0 0 0 16,0 0-17-16,0 0-18 15,0 0 25-15,0 0-14 16,0 0 19-16,0 0-32 15,0 0 28-15,0 0-26 16,0 0-6-16,0 0 0 16,0 0 9-16,0 0-10 15,0 0 1-15,0 0 3 16,0 0-4-16,0 0 20 16,0 4-17-16,0 8 16 15,0 4-17-15,0 7-3 0,0 2 1 16,0 11-1-16,6 0 8 15,7 8-2-15,-7-8-10 16,16 13 14-16,-4-1-21 16,-2-4 17-16,-4 8-8 15,0-4 1-15,-5 0 0 16,-7 9-1-16,9 3 5 16,-3 4-2-16,0 3-2 15,7 2 8-15,-7 15-5 16,22 17 7-16,-10 7-9 0,-2 4 10 15,-16 4-11-15,0-15-2 16,0-6-5-16,0-26-9 16,0-17 14-16,0-27-19 15,0-18-3-15,0-7-48 16,12 0-95-16,1-7-251 16</inkml:trace>
  <inkml:trace contextRef="#ctx0" brushRef="#br0" timeOffset="29791.33">15333 12914 310 0,'0'0'290'0,"0"0"-256"0,0 0 3 0,0 0 49 16,0 0-35-16,0 0 3 15,0-5 3-15,0 5 53 16,0 0-32-16,0 0 44 16,0 0-80-16,0 0-17 15,0 0-13-15,0 0-8 0,6 0-4 16,6 0 8-16,10 16-9 15,-3 9 7-15,2-1 8 16,-8 4-11-16,5 3 13 16,-2 5-9-16,-4-3 1 15,7 6-3-15,-3 10-4 16,-10-1-2-16,6 4 11 16,-6 4-15-16,4 1 10 15,-10-1-9-15,0 8 8 16,0 0-4-16,0 0 0 0,0 9 1 15,0-1-6 1,0 8 3-16,0 1-3 0,0-1 10 16,0 3-11-16,0 9 12 15,0 1-6-15,0 3 13 16,6-16-4-16,6 0 0 16,1-15-6-16,-7-5-6 15,-6-12-1-15,0-8 2 16,0-12-20-16,0-4 9 15,0-12-28-15,0 1-48 16,0-10-137-16,0-3-289 16</inkml:trace>
  <inkml:trace contextRef="#ctx0" brushRef="#br0" timeOffset="59766.32">21395 11810 394 0,'0'0'98'0,"0"0"-68"0,0 0-1 0,0 0-4 0,0 0 13 0,0 0 37 0,0 0-12 16,0 0-2-16,0 0 12 15,34 0 7-15,-34 0-44 16,18 0-13-16,-2 0-18 0,-4 0 19 16,1 0-18-16,8 0-6 15,-2 0 5-15,9-8-1 16,-3 8-4-16,3-4 0 16,6-7 0-16,-9 11 8 15,2-13-18-15,1-3-13 16,3-4-96-16,-3 4-131 15,-15 8-195-15</inkml:trace>
  <inkml:trace contextRef="#ctx0" brushRef="#br0" timeOffset="60582.25">21342 12111 381 0,'0'0'163'0,"0"0"-120"0,0 0-9 0,0 0 0 0,0 0 4 16,0 0 5-16,0 0-14 15,0 4-16-15,0-4 48 16,0 0-6-16,0 0 6 16,0 0-27-16,0 0-18 15,0 0-10-15,0 0-4 16,6 0 1-16,13 0 0 15,-4 0 0-15,10 0-3 16,-9 0-4-16,-4 0-1 16,16 0-13-16,-16 0-24 0,13 0-50 15,-3 0-64 1,-4-4 21-16,17-4-221 0</inkml:trace>
  <inkml:trace contextRef="#ctx0" brushRef="#br0" timeOffset="61531.49">21463 12421 41 0,'0'0'244'0,"0"0"-177"0,0 0 0 0,0 0-5 0,0 0-5 0,0 0-2 16,0 0-15-16,0 0 10 15,0 0 3-15,12 0 42 16,-5 0-22-16,-1 0-10 16,15 0-24-16,-8 0-13 15,5 0-12-15,17 0-4 16,-1 0 25-16,-6 0-19 16,3 0 36-16,-10 0-27 15,4 0-12-15,-3 0-9 16,-10-5-8-16,4 1-11 15,-10-8-65-15,0 12-114 0,-6-4-131 16</inkml:trace>
  <inkml:trace contextRef="#ctx0" brushRef="#br0" timeOffset="62266.19">21435 12784 257 0,'0'0'250'0,"0"0"-207"0,0 0-4 0,0 0 4 0,0 0-12 15,0 0 61-15,121 33 1 0,-90-33 3 16,-3 4-23-16,0-4-14 16,-3 0 7-16,9 0-2 15,0 0-28-15,0 0-25 16,-3 0 5-16,-9 0-13 16,-4 0-6-16,-2 0-6 15,-4 0-18-15,-12-4-90 16,0-12-210-16,-12 4-462 15</inkml:trace>
  <inkml:trace contextRef="#ctx0" brushRef="#br0" timeOffset="73321.38">20337 6581 639 0,'0'0'25'0,"0"0"-8"0,0 0-13 16,0 0 10-16,0 0 23 0,0 0 87 16,0 0-27-16,0 0-29 15,0 0-16-15,0 0-9 16,0 0 17-16,10 0-40 15,-4 7-1-15,6 1-15 16,-6-3 6-16,7 7 9 16,2 7 9-16,-2-6 2 15,-7 10-4-15,0-2-7 16,16-1-18-16,-16-4-1 16,6 1 7-16,4 2-10 15,-4-2 10-15,-5 6-7 16,14 1 6-16,-2 4-2 15,-7 0 7-15,-2 0-11 16,14 1 2-16,-2-9 7 0,-3 0-12 16,-7-4 8-16,4 0-8 15,-4-4 10-15,-12 0-1 16,12 0 0-16,-5 3 4 16,8 2-3-16,-2-1 3 15,8 0-16-15,-8 4 12 16,11 8-7-16,4-4 2 15,-6 1-2-15,3-5 3 16,-19-1-2-16,16 1 5 16,-4-7-3-16,-2 10 2 15,-4-2 1-15,-6-1-7 0,16 0 9 16,-9 4-11 0,-1-4 11-16,-6 0-11 0,22 0 4 15,-15 8 0-15,2 4-4 16,-3 4 9-16,1 0-8 15,-13 0 9-15,22 0-11 16,-16-4 12-16,6-4-12 16,-6-3 5-16,1-5 0 15,8-1-2-15,-9 6 5 16,0-5-7-16,1 9 16 16,-1-1-18-16,9-1 15 15,-15 9-14-15,19-8 5 0,-7-3 0 16,4 3-8-16,2 0 8 15,-2-1-3-15,3 1 7 16,-1 0-7-16,-2 5 8 16,2-5-6-16,-2-4 5 15,2-4-8-15,-5-4 3 16,8 1-1-16,-8 2 2 16,-7-2 0-16,16 2-3 15,-4 1 13-15,-2 5-10 16,3 2 1-16,-13-2 1 15,22 3 1-15,-10-8-5 16,10-4 4-16,-15 8-1 16,8-9-1-16,-2 10 3 0,3-1-1 15,-10-1 1 1,7 10 1-16,-4-9 0 16,4 0-4-16,2 5 0 0,-2-6 0 15,3-2-2-15,-4 7 6 16,1 0-6-16,3 0 7 15,-4 8-9-15,10 0 13 16,-9 0-12-16,2-4 9 16,-2 0-6-16,9 0 0 15,-6 0 0-15,-10 5-2 16,22-1 10-16,-15-5-7 16,9 2 4-16,-4-5-9 15,-2 4 11-15,12-4-10 0,-15 0 3 16,3 4 0-16,2-8 0 15,4 9 3 1,-3-6-9-16,3 1 15 0,0 0-8 16,-9 0 3-16,-7-3-4 15,22-1 6-15,-22-1-6 16,16-2 5-16,-15 2-3 16,8 2 2-16,-2-9 1 15,9 7 1-15,0 10-2 16,-3-5 2-16,3-4-2 15,-4 8-1-15,4-8 0 16,0 4 0-16,3 8-3 16,-3-7 0-16,6-6-1 15,-15 2 6-15,15-1-9 0,-12-9 11 16,-4 10-9 0,16-9 8-16,0 4-4 0,-9-4 2 15,3 4-4-15,0-4 0 16,3 0 9-16,-3 4-16 15,0-4 15-15,-3 4-11 16,3 0 10-16,-4-4-8 16,4-8 3-16,-9 9-2 15,-4-9 0-15,4 7 0 16,3-2-5-16,3-2 10 16,-4 2-9-16,-2-1 11 15,3 4-13-15,2-4 8 0,4-1-2 16,0 10 0-16,3-9-1 15,-9-4-1-15,3 8 4 16,-10-1-6-16,-2-2 14 16,8 3-18-16,-2 0 12 15,-7-4-8-15,22 8 3 16,-12 0 1-16,-3-4-5 16,2-8 14-16,-8 9-21 15,-1-9 25-15,1 7-22 16,2 1 14-16,-2-8-10 15,-1 4 2-15,3 1-7 16,-2-2 8-16,-7 2 2 16,6 2 0-16,10 1 2 15,-9 4-9-15,8 1 17 16,-2-6-15-16,-4 6 10 0,-8-6-10 16,17 2 2-16,-8 2 3 15,-4 2-1-15,-6-1 8 16,7 0-15-16,2-4 18 15,-8 0-19-15,11 1 18 16,-18-10-16-16,22 9 7 16,-10 0 0-16,-6 0 0 15,10 4-1-15,3-4-1 16,-13 4 4-16,15-3-6 16,-2 2 16-16,-13-6-18 15,16-6 6-15,-16 9 0 16,7-11-3-16,-13 7 3 15,6-8 0-15,3 3 2 16,4 10-7-16,-1-5 13 0,10 3-14 16,-4 2 12-16,-5 2-12 15,2-6 6-15,-2-9 0 16,-13 0 0-16,6 0 1 16,0 1-5-16,0 2 11 15,3 1-11-15,4 13 12 16,5-6-10-16,-2-2 4 15,-10-5-4-15,7 0 0 16,-7-8-2-16,3 0 0 0,3 7 8 16,1-7-10-1,-7 8 12-15,-6-3-9 0,6-2 9 16,4-3-12-16,-10 0 0 16,0 0-3-16,0 0 1 15,0 0 8-15,0 0 2 16,0 0 3-16,0 0-1 15,0 0 2-15,0 0-12 16,0 0-3-16,0 0-34 16,0 0-50-16,0 0-78 15,0 0-264-15</inkml:trace>
  <inkml:trace contextRef="#ctx0" brushRef="#br0" timeOffset="78633.64">30210 11442 244 0,'0'0'11'0,"0"0"24"0,0 0 105 0,0 0-12 16,0 0-75-16,0 0 32 15,0 0-7-15,0 0-30 16,0 0-7-16,0 0-15 15,0 0 47-15,0 0-15 16,0 0-51-16,0 0-7 16,0 0-16-16,0 0-51 15,0 0 20-15,0 0 47 16,0 0 15-16,0 0 75 16,0 0-32-16,0 0-30 15,0 0-22-15,0-5 2 0,0-18-6 16,0 6-4-16,15 1-26 15,-8 0 22-15,-1 9 6 16,6-9 5-16,4-1 15 16,-4 6-5-16,7-14-3 15,2 1-6-15,4-4-5 16,3-5 4-16,0-3-7 16,-22 0 8-16,28 0-6 15,-15-3 0-15,3 3 10 16,-4-9 12-16,4 1-15 15,-3 12 5-15,-1-4-7 16,4 4-3-16,-10 11 0 16,4-7 13-16,-10 9-14 15,6-1 1-15,1-8 3 16,2-8 2-16,4 7-2 16,3-7-1-16,-10 13 2 0,0 2-1 15,4 1 2-15,-10 12-3 16,13-12-1-16,-7 0-3 15,10-12-1-15,6 0-3 16,-10 0 4-16,10-16-5 16,3 7 11-16,-3 2 0 15,0-5 3-15,-3-1 19 16,3 9-27-16,0-12 0 16,3 8-1-16,-3-12 8 0,12-1-17 15,-15 14 22 1,3-10-18-16,0 5 16 0,-4 0-19 15,-2 1 17-15,-3-6 7 16,2 1 4-16,13-9-18 16,-3-2-2-16,4-2 0 15,-8 6-3-15,5 2 6 16,-11 9-1-16,7 3 1 16,-9 5 2-16,9-8 4 15,-10-4-2-15,4-4-7 16,3-4 0-16,3 4-3 15,-4 0 10-15,4 7-12 0,-6 1 19 16,9 0-14 0,-9 8 3-16,-10-4-3 15,1 4 0-15,2 0 1 0,-3-4-4 16,1 0 9-16,2-4-12 16,10 8 12-16,-3 0-14 15,-10 8 11-15,1 4-3 16,2-4 7-16,-2 0 4 15,-7-8-6-15,22-8 2 16,-10-1-12-16,-2 1 13 16,2 8-15-16,-5 4 19 15,-4 7-13-15,4 10 2 16,-7-1 17-16,-6-1 8 16,6-7-6-16,0-7-19 15,16-10 3-15,-4-7-8 0,-2 4 3 16,3 0-3-16,-7 11 8 15,-6 10-9-15,10 2 10 16,-16 6-4-16,0 2 2 16,12 2 3-16,-6-6-12 15,0 1 12-15,-6 4-15 16,22-7 16-16,-16-1-14 16,7-5 11-16,2 6-7 15,-9 2 3-15,7 1-1 16,-7 0-4-16,0-4 10 15,10-4-10-15,-10-4 5 16,6-8-3-16,10-4-10 16,-9-4 4-16,5 3 2 15,-9 17 7-15,4 12 1 16,-13 4 5-16,0 8 27 16,0-3-32-16,0-17-1 15,12-1 0-15,10-15-3 0,-10-4-30 16,7 4 11-16,3 4 9 15,-16 12 13-15,6 8 0 16,-12 4 4-16,0 8 23 16,0-8-21-16,0 0-10 15,10-16 4-15,-4-8-6 16,-6-4-5-16,18-5-5 16,-5 5 15-16,2 12 1 15,-9 4 5-15,7 9-2 16,-7 2 13-16,-6-3-10 0,9-3 10 15,-2-6-16-15,5-3-3 16,-6 0-9-16,16-9-3 16,-16 14 8-16,0-6-12 15,0 14 14-15,1 2 10 16,-7 6 0-16,6-13-2 16,3 4 0-16,-3-1-3 15,7-10 0-15,-1 2 0 16,-3-7-5-16,10 5 2 15,-13 2 6-15,0 5-10 16,-6 1 16-16,16 2-3 16,-10-7-5-16,7 0-1 15,8-8 0-15,-2 4-5 0,-7 4 3 16,4-1 1-16,-16 10-9 16,6-9 19-16,-6 0-17 15,19-4 11-15,-13-4-5 16,16 0 2-16,-10 7 0 15,-6 6 0-15,3 2 8 16,-9 9-16-16,0 4 14 16,0 0-14-16,0 0 8 15,0 0-9-15,0 0-48 16,0-4-34-16,7-4-40 16,-1-7-75-16,6 2-27 15,-6 9 94-15,1-4 41 16,-7 8 27-16,0 0-26 0</inkml:trace>
  <inkml:trace contextRef="#ctx0" brushRef="#br0" timeOffset="86292.35">24529 11365 183 0,'0'0'107'0,"0"0"78"0,0 0-102 0,0 0-42 0,0 0-29 15,0 0 19-15,0 0-28 16,-6 0-1-16,6 0 12 16,-6 0 14-16,6 0 5 15,-6 0-27-15,6 0 52 16,0 0-33-16,-9-7 30 16,9 7-35-16,0 0 17 15,0 0-35-15,0 0 6 16,-7 0-7-16,7 0 31 15,0 0 3-15,-6 0-32 16,6 0-3-16,0 0 10 16,0 0-16-16,0 0 12 0,0 0-4 15,0 0-2-15,0 0-6 16,0 0 6-16,-12 7 2 16,6 9 23-16,-4-8 1 15,4 0-7-15,0 0-12 16,0-8-2-16,-1 12-4 15,-5-7 2-15,12-5 14 16,0 0 6-16,0 0 3 16,0 0-24-16,0 0-4 15,0 0 11-15,0 0-16 0,0 0 10 16,0 0-3 0,0 0 0-16,0 0 2 0,0-8 5 15,0-12-3-15,0-16 10 16,0 7-12-16,19-7 7 15,-7 16-4-15,4-5-9 16,-10 6 4-16,-6 2 0 16,0 6 2-16,12-5 0 15,-6-4-4-15,1-8 4 16,2 3-12-16,3-2 8 16,-6 2-1-16,7 13-18 15,-7-4 20-15,3 5-7 16,-2 6 8-16,-7-3 1 15,6-4 1-15,-6 9 15 0,0-14-15 16,0-2-2 0,12 2 0-16,-12-2-4 15,22-2-16-15,-16 1 14 0,13 4 3 16,-13-1 6-16,9 2-9 16,-2-1 13-16,-1-4-3 15,-2-1 2-15,8 6-12 16,-5-1 1-16,8 0 4 15,-2 7-11-15,-4-7-3 16,4 5 8-16,3-6 9 16,-4 1-8-16,-5-4 12 15,2 12 8-15,-2-8-11 16,-1 9-5-16,3-6 2 16,-2 5-11-16,-7-4-1 0,16 8 0 15,-4-8 10-15,1 0 2 16,3-4-5-1,-4 4 13-15,-2 4-12 0,9 0 7 16,-10 0-3-16,-2-4 0 16,5 0 0-16,-2 3 6 15,2 6-2-15,4-9-4 16,3 4 4-16,3 0 31 16,0-8-20-16,-10 4-10 15,10-1-2-15,-9 5-1 16,2 0-1-16,-8 5 0 15,-7-1 20-15,-6-4-18 16,19 3 19-16,2-3-21 16,7-3 14-16,-3-6-9 0,3 6 10 15,-3-2-6 1,-10 6-3-16,4-1 4 0,-13 3-2 16,16 2 0-16,-10-2-4 15,1-7-4-15,8 9 2 16,-8-10-5-16,15 5 3 15,-4-4-1-15,-8 9 7 16,2-2-6-16,-2 2 15 16,3 3-15-16,-7-5 10 15,10-7-6-15,-4 12-1 16,10-8-4-16,0-3 5 16,3 2 4-16,-9 1 0 0,3 0-1 15,-10 4-5-15,4 4 3 16,-7 0-4-16,4-4 9 15,2 4-8-15,10-8 5 16,6 4-6-16,7-8-1 16,-1 4-1-16,-3-1 4 15,-3 2-7-15,0 3 9 16,-15 4-8-16,-4 0 7 16,-2-4-4-16,-7 4 4 15,22-4-3-15,-16 0 9 16,22-4-5-16,-6 8 4 15,-3-8-6-15,9 8-6 16,-21-8 9-16,15 8-14 0,-10 0 14 16,-9 0-10-1,-2 0 4-15,11 0-1 0,-2 0 0 16,-4 0 2-16,22-8-8 16,-9 8 15-16,9-4-14 15,0-1 11-15,0 5-7 16,-3-8 2-16,3 8 1 15,-6 0 7-15,-15 0-7 16,21 0 5-16,-9-8 1 16,15 5-12-16,-12-9 17 15,0 12-22-15,-16 0 16 16,1 0-7-16,15 0 0 0,-22 0-1 16,22 0-4-16,3-5 10 15,9 2-10-15,6-5 12 16,-5 8-14-16,5-8 14 15,-12 8-9-15,1 0 2 16,-8 0 0-16,-2-4 2 16,-3 4 0-16,-3 0-4 15,-4 0 6-15,10 0-9 16,3 0 12-16,6 0-10 16,3 0 6-16,-3 0-6 15,6 0-1-15,1 0 3 16,-1 0-4-16,-6 0 10 0,-9 4-10 15,9-4 15 1,-12 0-14-16,9 8 8 0,-9-8-7 16,5 0 4-1,-2 8-1-15,-3 0 0 0,18-8 2 16,-15 12-8-16,15-9 12 16,-12 2-12-16,19-5 14 15,-7 3-13-15,-21-3 10 16,9 0-7-16,-16 0 2 15,4 8 0-15,-4-3-3 16,-6-1 6-16,13-4-7 16,-4 0 15-16,4 8-17 15,9 0 13-15,-10-5-10 16,4 2 3-16,12 7 0 16,-21-4 0-16,21-4 3 0,-3-4-12 15,-22 12 20 1,16-8-22-16,3-4 21 0,-4 8-18 15,4-8 9-15,-6 12-1 16,-3-8 0-16,-1 8 0 16,4 0-4-16,6-4 11 15,-9 4-15-15,8-4 17 16,-2 0-18-16,9 1 15 16,-12-1-10-16,9 0 4 15,-9-5-3-15,3 1 3 16,-10 0 0-16,-3 5-7 15,7-6 17-15,-3 2-16 0,-4-2 12 16,0 2-12-16,10-2-2 16,-3-3 3-16,2 8 4 15,-2-4 1-15,3 4-7 16,-4 0 16-16,4-3-15 16,-3 2 13-16,2 1-14 15,-8 0 8-15,5 0-1 16,4 0 0-16,-3-3 0 15,-10 2-6-15,3 1 12 16,-5 0-12-16,5-3 12 16,10 10-10-16,-10 1 10 15,10 1-10-15,-4-6 4 16,10 6 0-16,-15-5 0 16,-1-5 2-16,10 6-8 15,-16-9 13-15,0 12-17 16,7 0 16-16,2 0-14 0,-3 0 10 15,1-4-3-15,2 0 1 16,-8-4 0-16,-1 0-4 16,0-8 1-16,0 12-3 15,0 1 12-15,10-2-12 16,-4 1 14-16,-5 4-13 16,-1 0 5-16,9-7 0 15,-9-1-3-15,1-5-3 16,-1 2 4-16,0 7 2 15,10-1-6-15,-10 5 17 0,0 1-18 16,6 2 11-16,1-7-7 16,2 4 3-1,-9 1-4-15,7-9-1 0,-7 0-4 16,3-5 1-16,-2 2 15 16,-1-1-12-16,0 8 10 15,6 0-4-15,4 4 0 16,-4-4-1-16,1 0 0 15,8-8-4-15,-2 0-3 16,-4 4 5-16,-8-4-4 16,-7 8 9-16,12-4-10 15,0 9 12-15,4-2-5 0,-4-3 1 16,1 5 2 0,2-6-3-16,-9-7 2 0,1 9-4 15,-1-5 7 1,0 0-9-16,0-1 8 0,0 6-2 15,4-2 7-15,2 6-4 16,-6 7-3-16,7-9 2 16,-4-2-8-16,-3-2 9 15,7-2-13-15,-7 2 15 16,0 6-13-16,10-5 9 16,-10 3-3-16,0 10 4 15,0-9-3-15,0 9-1 16,-6-14 8-16,16 1-16 15,-10-4 14-15,0-3-14 0,-6-2 11 16,7 5-4-16,-1 0 1 16,-6 1 0-16,6-9 0 15,-6 11 3-15,9-6-6 16,-9 2 6-16,0-7-9 16,0 8 13-16,0-3-12 15,0-2 9-15,6-3-4 16,-6 8 0-16,0-3 1 15,0 2-3-15,7-3 8 16,-7 8-12-16,0-7 14 16,6-5-16-16,-6 8 11 15,0-5-3-15,0-3 0 16,12 9 1-16,-12-9-5 16,0 16 10-16,0-5 5 15,0 1-4-15,0-4 18 0,0-3-20 16,0-5-3-16,6 0-2 15,-6 0-11-15,0 0-16 16,0 0-35-16,0-16-63 16,0-12-259-16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600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292A681-E0FD-5AAC-00B8-8E76C0D947C6}"/>
                  </a:ext>
                </a:extLst>
              </p14:cNvPr>
              <p14:cNvContentPartPr/>
              <p14:nvPr/>
            </p14:nvContentPartPr>
            <p14:xfrm>
              <a:off x="6395040" y="5344560"/>
              <a:ext cx="360" cy="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292A681-E0FD-5AAC-00B8-8E76C0D947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5680" y="53352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606A98B-E9AB-0012-8BF7-C99144112ED0}"/>
                  </a:ext>
                </a:extLst>
              </p14:cNvPr>
              <p14:cNvContentPartPr/>
              <p14:nvPr/>
            </p14:nvContentPartPr>
            <p14:xfrm>
              <a:off x="733320" y="1167840"/>
              <a:ext cx="11035440" cy="45885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606A98B-E9AB-0012-8BF7-C99144112E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3960" y="1158480"/>
                <a:ext cx="11054160" cy="460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954207E-5BC3-FBE1-7DBE-262066C7C543}"/>
                  </a:ext>
                </a:extLst>
              </p14:cNvPr>
              <p14:cNvContentPartPr/>
              <p14:nvPr/>
            </p14:nvContentPartPr>
            <p14:xfrm>
              <a:off x="1589400" y="1720800"/>
              <a:ext cx="9898200" cy="4896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954207E-5BC3-FBE1-7DBE-262066C7C5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0040" y="1711440"/>
                <a:ext cx="9916920" cy="491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8C31B83-1134-1BA1-8AC4-7EB0F97C1515}"/>
                  </a:ext>
                </a:extLst>
              </p14:cNvPr>
              <p14:cNvContentPartPr/>
              <p14:nvPr/>
            </p14:nvContentPartPr>
            <p14:xfrm>
              <a:off x="3469320" y="1592280"/>
              <a:ext cx="8025120" cy="4590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8C31B83-1134-1BA1-8AC4-7EB0F97C15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9960" y="1582920"/>
                <a:ext cx="8043840" cy="460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83602107-8402-BFC1-0643-7F6788B678F2}"/>
                  </a:ext>
                </a:extLst>
              </p14:cNvPr>
              <p14:cNvContentPartPr/>
              <p14:nvPr/>
            </p14:nvContentPartPr>
            <p14:xfrm>
              <a:off x="1715760" y="1650240"/>
              <a:ext cx="10166040" cy="37594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83602107-8402-BFC1-0643-7F6788B678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6400" y="1640880"/>
                <a:ext cx="10184760" cy="3778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</Words>
  <Application>Microsoft Office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2</cp:revision>
  <dcterms:created xsi:type="dcterms:W3CDTF">2026-08-03T18:02:20Z</dcterms:created>
  <dcterms:modified xsi:type="dcterms:W3CDTF">2026-08-18T23:24:41Z</dcterms:modified>
</cp:coreProperties>
</file>