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7.xml" ContentType="application/inkml+xml"/>
  <Override PartName="/ppt/notesSlides/notesSlide6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notesSlides/notesSlide7.xml" ContentType="application/vnd.openxmlformats-officedocument.presentationml.notesSlide+xml"/>
  <Override PartName="/ppt/ink/ink10.xml" ContentType="application/inkml+xml"/>
  <Override PartName="/ppt/notesSlides/notesSlide8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9.xml" ContentType="application/vnd.openxmlformats-officedocument.presentationml.notesSlide+xml"/>
  <Override PartName="/ppt/ink/ink13.xml" ContentType="application/inkml+xml"/>
  <Override PartName="/ppt/notesSlides/notesSlide10.xml" ContentType="application/vnd.openxmlformats-officedocument.presentationml.notesSlide+xml"/>
  <Override PartName="/ppt/ink/ink14.xml" ContentType="application/inkml+xml"/>
  <Override PartName="/ppt/notesSlides/notesSlide11.xml" ContentType="application/vnd.openxmlformats-officedocument.presentationml.notesSlide+xml"/>
  <Override PartName="/ppt/ink/ink15.xml" ContentType="application/inkml+xml"/>
  <Override PartName="/ppt/notesSlides/notesSlide12.xml" ContentType="application/vnd.openxmlformats-officedocument.presentationml.notesSlide+xml"/>
  <Override PartName="/ppt/ink/ink16.xml" ContentType="application/inkml+xml"/>
  <Override PartName="/ppt/notesSlides/notesSlide13.xml" ContentType="application/vnd.openxmlformats-officedocument.presentationml.notesSlide+xml"/>
  <Override PartName="/ppt/ink/ink17.xml" ContentType="application/inkml+xml"/>
  <Override PartName="/ppt/notesSlides/notesSlide14.xml" ContentType="application/vnd.openxmlformats-officedocument.presentationml.notesSlide+xml"/>
  <Override PartName="/ppt/ink/ink18.xml" ContentType="application/inkml+xml"/>
  <Override PartName="/ppt/notesSlides/notesSlide15.xml" ContentType="application/vnd.openxmlformats-officedocument.presentationml.notesSlide+xml"/>
  <Override PartName="/ppt/ink/ink19.xml" ContentType="application/inkml+xml"/>
  <Override PartName="/ppt/notesSlides/notesSlide16.xml" ContentType="application/vnd.openxmlformats-officedocument.presentationml.notesSlide+xml"/>
  <Override PartName="/ppt/ink/ink20.xml" ContentType="application/inkml+xml"/>
  <Override PartName="/ppt/notesSlides/notesSlide17.xml" ContentType="application/vnd.openxmlformats-officedocument.presentationml.notesSlide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1T22:00:33.4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9181 10171 185 0,'0'0'78'0,"0"0"-26"0,0 0 39 0,0 0-38 0,0 0-8 0,0 0-2 0,0 0-14 0,0 0 21 0,0 0-28 0,0 0 34 0,0 0-34 0,0 0 13 0,0 0-21 0,0 0 19 0,0 0 5 0,0 0 4 0,0 0-2 0,0 0-24 0,0 0 27 15,0 0-41-15,0 0 36 16,0 0-17-16,0 0 2 15,0 0-15-15,0 0 10 16,0 0-2-16,0 0-13 0,0 0 3 16,16-5-3-16,30-31 22 15,19-20-15-15,31-32 23 16,10-9-29-16,9-23 7 16,5 4-11-16,-2 0-7 15,-22 11 6-15,-3 13-15 16,-27 4 7-16,-20 16-33 15,-6 11 15-15,-6 13-66 16,-12 20 39-16,-22 20-112 16,0 8-9-16</inkml:trace>
  <inkml:trace contextRef="#ctx0" brushRef="#br0" timeOffset="846.98">9457 8995 167 0,'0'0'173'0,"0"0"-127"0,0 0 59 0,0 0-23 0,0 0-26 15,0 0 27-15,0 0-38 0,0 0 19 16,0 0 0-16,0 0 25 16,0-20-15-16,0-32-31 15,19-25-20-15,2-6-18 16,4-2 13-16,-9 4-8 15,-10 9-20-15,-6 8 17 16,0 12-14-16,0 13 3 16,0 14-6-16,0 9 10 15,0 12-10-15,0-4 0 16,0 8-4-16,0 0 7 16,0 0-33-16,-28 28 18 0,-6 8-34 15,-3 13-23 1,9-5-22-16,6-8-65 0,22-13-58 15,0-14-29-15</inkml:trace>
  <inkml:trace contextRef="#ctx0" brushRef="#br0" timeOffset="1678.95">9838 8433 113 0,'0'0'58'0,"0"0"11"0,0 0 18 0,0 0 8 0,0 0-23 0,0 0-37 15,-6 0-6-15,6 0-9 16,0 0 21-16,0 0-26 16,0 0 36-16,0 0-17 15,-9 0 9-15,9 0 12 16,0 0 16-16,0 0-27 16,0 0-21-16,0 0 11 15,0 0-25-15,-12 0 22 16,12 0-22-16,-7 0 20 15,-5 0-19-15,-4 0 4 16,-15 0-9-16,16 0-1 0,-4 5 3 16,4 2-7-16,2 1 8 15,7 5 0-15,0-5-7 16,6 4 7-16,0-1-16 16,0 2 7-16,0-5-11 15,0 4-3-15,12-4 13 16,35 4-8-16,-1 4 20 15,16 0-12-15,-3-1 13 16,-6 6-12-16,-6-1 1 16,-7 0-4-16,-6 4 3 15,-6-7 2-15,-9 2-6 16,-19 6 4-16,15-5-8 16,-15 4 13-16,0 4-6 15,0-8 4-15,-15 8 12 16,-26-4-14-16,10 0 0 15,-31 4-7-15,3-4-17 16,-3 5 12-16,10-10-20 0,11-7 18 16,7-4-27-16,16-8 29 15,11 0-41-15,7 0-80 16,0-32 83-16,0-8-131 16,0 4-106-16</inkml:trace>
  <inkml:trace contextRef="#ctx0" brushRef="#br0" timeOffset="2545.19">9879 8433 50 0,'0'0'83'0,"0"0"30"0,0 0 5 16,0 0-40-16,0 0-57 16,0 0 1-16,0 0-3 15,0 0-8-15,0 0 6 0,0 0-13 16,0 0 17 0,0 0-3-16,0 0 24 0,0 0-19 15,0 0 9-15,0 0-26 16,0 0 17-16,0 0 15 15,0 0-19-15,0 0 20 16,0 0-28-16,0 0 39 16,0 0-24-16,0 0 14 15,0 0-35-15,0 0 11 16,0 0-8-16,0 0 0 16,0 0 23-16,0 0-18 15,0 0 21-15,0 0-19 16,0 0-5-16,6 0 5 15,34-3-5-15,7-5-4 0,5-5 3 16,-5 1-6 0,0 1-2-16,8-5-2 0,-17 4-40 15,-4-1-3-15,-6 1-68 16,-10 8-102-16,-12 4-202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8T21:59:46.1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9745 8618 167 0,'0'0'35'0,"0"0"-31"0,0 0 32 0,0 0-3 0,19 0-30 0,-13 0 1 0,-6 0 2 0,0 0 34 0,0 0 89 0,0 0-1 0,0 0-39 16,0 0 3 0,0 0-60-16,0-4-32 0,0 4 0 15,0 0-8-15,0 0 6 16,0 0 2-16,0 0 6 15,0 0 2-15,0 0 15 16,0 0-21-16,0 0 1 16,0 0-3-16,-25 0 0 15,-2 4 0-15,5 16 4 16,-9 5 39-16,-9-2-27 16,18 1 35-16,-12-4-49 15,9 4 7-15,3-4-3 16,-3 5 5-16,-3-1-5 15,10-1 0-15,-4-2 24 16,-3-1-21-16,16-4 26 0,-3-4-31 16,-7-4 16-16,19 0-9 15,-6-4 13-15,-3 8-15 16,-4-5-4-16,13 2-5 16,0-1 3-16,-6-4 7 15,6-4-7-15,0 0 19 16,0 0-18-16,0 0 10 15,0 0-14-15,28-21-3 16,59-34 2-16,24-29 2 16,29-29-11-16,27-23 18 15,22-13-22-15,4-15 24 16,14-1-21-16,-11 5 15 0,-16 20-8 16,-47 40-4-16,-18 20-82 15,-50 31-81 1,-31 25-98-16,-34 24-164 0</inkml:trace>
  <inkml:trace contextRef="#ctx0" brushRef="#br0" timeOffset="880.94">9711 7567 603 0,'0'0'229'16,"0"0"-170"-16,0 0 48 0,0 0-14 0,0 0-68 15,0 0 18-15,25-216-18 16,9 92 37-16,0-21-29 16,0-23 4-16,-9-12-9 15,3-5-13-15,-28 4-10 0,0 21 1 16,-6 19-11-1,-28 28 17-15,6 34-17 0,9 39 20 16,7 28-29-16,-4 12 14 16,-2 4-2-16,-10 56-4 15,-12 28-4-15,-7 24 9 16,-12 4-27-16,-9 1 25 16,3-1-34-16,-22-3 11 15,25-17-56-15,3-12 16 16,31-35-88-16,28-26-75 15,0-23 2-15</inkml:trace>
  <inkml:trace contextRef="#ctx0" brushRef="#br0" timeOffset="1636.7">10204 6360 173 0,'0'0'155'0,"0"0"-118"0,0 0 29 0,0 0-29 16,0 0-15-16,0 0-7 15,0-16 39-15,0 16-23 16,0 0 14-16,0 0 4 15,0 0 25-15,0 0 31 16,0 0-51-16,0 0 27 16,0 0-46-16,0 0 1 0,0 0-17 15,0 0 30-15,-18 0-24 16,-10 0-7-16,-12 20-14 16,-1 20 1-16,1 13-10 15,-13 6 16-15,0 26-15 16,19 11 19-16,16 8-10 15,18 12-3-15,0 1 8 16,0-1-10-16,25 0 0 16,55-11-3-16,1-13 0 15,18-12-5-15,16-20-5 16,6-16 11-16,-16-24-8 16,-18-20 1-16,-13 0 18 15,-15-44-6-15,-18-23 11 16,-14-22-12-16,-20-7 4 15,-7 4 2-15,0 7-10 0,-75 21 16 16,16 16-21-16,0 16 13 16,-9 16-6-16,9 16 11 15,-9 0-4-15,-6 32-7 16,15 32-2-16,0 13-7 16,12 15 18-16,32-1-19 15,15-10 16-15,0-17-12 16,0-16-16-16,62-20-64 15,3-16-106-15,-12-7-261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04T22:47:12.3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6856 5975 180 0,'0'0'12'0,"0"0"-12"0,0 0 0 16,0 0 14-16,0 0 57 16,0 0 87-16,0 0-78 15,15-21-6-15,-15 21-24 16,0 0 11-16,0 0-20 15,6 0-16-15,-6-3-7 0,0 3-10 16,0 0 25 0,0 0-25-16,0 0 27 0,0 0-22 15,0 0 38-15,0 0-19 16,0 0 8-16,0 0-31 16,0 0-9-16,0 0 0 15,0 0 5-15,0 0-20 16,0 0 29-16,0 3-32 15,0 18 36-15,0-1-29 16,0 13 22-16,0-5-11 16,0 3 18-16,0 2-12 15,-6-6-2-15,6 6 10 16,-15 7-27-16,8-4 29 16,7 0-24-16,-6 0 16 15,6-8-13-15,0 4 5 0,0-4 0 16,0 5 0-16,-12 3 5 15,12-5-14-15,-10 10 25 16,4-10-29-16,0-6 29 16,0 7-28-16,6 0 17 15,-6-5-7-15,-1 11 2 16,1-2 0-16,-3 0-6 16,3-5 17-16,6 2-25 15,0-2 29-15,0-2-28 16,-6 3 13-16,-1-5 0 15,1-2-7-15,0-5-2 16,-3-1 8-16,2-2 2 0,1-5 0 16,0-3 6-16,6 2-14 15,-6 9 19-15,6-8-22 16,-6 4 16 0,-1-3-11-16,7-10 5 0,0 13 0 15,0-12-1-15,0-4 6 16,0 8-10-16,0-8 18 15,0 0-23-15,0 5 19 16,0-5-11-16,0 8 4 16,0 4 3-16,19-4-5 15,9-5 0-15,12-3 19 16,7 0-10-16,6 0-10 16,5 0 15-16,4 0-16 0,-3 0 10 15,-6 0-3 1,9 0-5-16,-15 0 0 0,11 0 4 15,11 0-2-15,-10 0 8 16,3 0 3-16,-10 0-12 16,7 0 5-16,-6 0 4 15,3 0-10-15,-4 0-4 16,23 0 0-16,-4 0 8 16,4 0-8-16,5 0 17 15,-21 0-24-15,9 0 21 16,-9 0-20-16,3-3 18 15,3-5-12-15,-18 3 4 0,15-2 0 16,-3 7-5 0,-6-8 19-16,2 8-28 0,-2 0 32 15,0-5-31 1,-13-3 26-16,7 4-18 0,5-4 5 16,-2 0-1-16,3 5 1 15,-1-5 0-15,1 8 15 16,3 0-8-16,-3 0 4 15,-7 0 0-15,13 0-18 16,-12 0 17-16,8 0-12 16,-2 0 2-16,-13 0 0 15,13-5-7-15,-13 5 21 16,-5 0-27-16,11 0 26 0,-12 0-21 16,6-8 18-1,7 8-13-15,-1 0 4 0,1-8-1 16,-1-4 0-16,7 9 7 15,0-6-18-15,-13 9 24 16,1 0-23-16,-1 0 26 16,0 0-30-16,7 0 25 15,5 0-14-15,4 0 3 16,-3 0-1-16,-7 0-8 16,1-8 18-16,-7 8-17 15,1 0 24-15,-1 0-16 16,0 0 9-16,0 0-1 15,1 0-8-15,11 0 0 16,-5 0-5-16,-1 0 15 0,-5 0-20 16,-7 0 23-16,6 0-29 15,1 0 32-15,-7 0-27 16,-3 0 22-16,3 0-12 16,-6 0 1-16,-4 0-2 15,11 0-2-15,5 0 8 16,0 0-12-16,-12 0 24 15,12 0-28-15,-15 0 15 16,9 0-6-16,0 0-1 16,1 0 4-16,-11-4-1 15,4 4 8-15,-3 0-15 16,9 0 16-16,-6 0-16 16,6 0 26-16,-9 0-25 0,9 0 12 15,0-7-10 1,-9 7 1-16,3 0 4 0,6 0-7 15,-9 0 20-15,3 0-29 16,-10-5 32-16,10 5-20 16,0 0 6-16,12 0-4 15,-15 0-2-15,9-4 4 16,-6 0-2-16,-3 0 7 16,3 0-15-16,0 0 23 15,-10-4-27-15,10 8 33 16,-9 0-34-16,-7 0 20 15,10-5-6-15,-3 2 1 0,-4 3 0 16,10-4-7-16,-9 0 17 16,8 4-23-16,4-4 28 15,-3 0-25-15,3-4 18 16,6-1-15-16,-9 6 11 16,9-1-4-16,6 0 0 15,1 4 2-15,5 0-9 16,-6-4 20-16,1 4-23 15,-1 0 26-15,-12 0-26 16,-16 0 12-16,16 0-2 16,-15 0 0-16,-7-8 4 15,0 8-12-15,-6 0 20 16,0 0-22-16,0 0 24 0,0 0-18 16,16 0 15-1,-16 0-9-15,0 0-1 0,0 0 0 16,0-5-1-16,0 5 2 15,0-3-6-15,0-2 21 16,12-3-13-16,0-7 3 16,10-13-2-16,-16 12 3 15,7-4-8-15,8 7 0 16,-21-3 1-16,7-4 0 16,-7-4 14-16,0-12-26 15,6-4 27-15,-6-4-28 16,0 3 21-16,0 5-17 15,0 5 13-15,0 7-5 16,-6 4 4-16,-10-5-4 16,-9-3 0-16,19-8 17 0,-9 0-29 15,8-4 24-15,7 8-24 16,-6 0 18-16,0 4-13 16,-6 3 6-16,12 6 1 15,-16-6-4-15,4 2 14 16,-1-5-20-16,-15 0 12 15,7 4-10-15,2 4 1 16,7-1 0-16,-4 6 12 16,4-1-5-16,-7-12 0 15,-3 3 6-15,4-3-18 16,-4 4 20-16,3-4-28 16,4 12 39-16,3 0-29 0,-1 4 12 15,1 12-4 1,-10 0 3-16,3-4-1 0,-2 4 0 15,-7 0 7 1,3 0-23-16,3 0 24 0,4 0-16 16,-4 0-2-16,-3 0 9 15,-9 0-11-15,-6 0 5 16,-13 4 4-16,0 8 3 16,-2-4-15-16,-4-8 30 15,6 8-20-15,-15-4 20 16,3-4-20-16,-10 12 11 15,7-12-6-15,-3 16 0 0,-4-4 1 16,7 0-5 0,15-4 14-16,-6-4-18 0,4 5 21 15,-4-6-26-15,0 5 22 16,-9 4-12-16,2 9 3 16,-14 2 0-16,12-2-1 15,-7-1 10-15,10-9-25 16,3 1 35-16,3-7-34 15,6-2 30-15,1 2-27 16,-16-2 16-16,9 10-8 16,-10-5 4-16,-5 4 0 15,9-4-8-15,-3-5 20 16,15-3-29-16,6 0 28 16,1 0-22-16,-1 0 11 15,1 0-6-15,-10 0-18 0,3 0 24 16,-12 0-2-16,-3 0 7 15,-6 0-10-15,2 0 20 16,-2 0-24-16,-1 0 20 16,1 0-9-16,-13 0-2 15,22 0 0-15,-9 0 0 16,15 0-6-16,-3 0-1 16,15 0 14-16,1 0-21 15,5-3 28-15,-5-5-16 16,-7-4 13-16,-21-1-11 15,-1 2 8-15,4 3-8 16,-3-1-3-16,5 1 3 16,17 5-4-16,-7-2 13 15,12-3-14-15,1 0 17 0,-1 1-22 16,19-1 10-16,-18 0 0 16,6-5-1-16,-1 5 1 15,-5 1-9-15,12-6 23 16,-7 13-30-16,-11 0 34 15,-1 0-30-15,6-8 24 16,1 4-14-16,6-4 2 16,-10 8 0-16,13 0-1 15,3 0 5-15,6 0-21 16,-6 0 35-16,3 0-15 16,3 0-2-16,-6 0 1 15,-13 0-2-15,1-8-7 16,-1 8 1-16,1-12-19 0,11 8 20 15,8-4 5-15,8 8-2 16,-9 0 14-16,3 0-6 16,-9 0 2-16,6 0-16 15,-3 0 8-15,3 0 0 16,7 0 0-16,2 0 9 16,-9-9-11-16,3 9 11 15,-9 0-15-15,-6 0 17 16,0 0-2-16,5 0-7 15,17 0-4-15,-4 0-1 16,10 0-22-16,-1 0-1 16,-8 0-134-16,8-15-333 0</inkml:trace>
  <inkml:trace contextRef="#ctx0" brushRef="#br0" timeOffset="6028.61">20771 3128 284 0,'0'0'138'0,"0"0"-117"0,0 0 26 0,0 0-22 0,0 0-13 16,0 0 26 0,0 0 17-16,0 0 22 0,0 0 4 15,0 0 36-15,0 0-36 16,0 0-26-16,0 0-33 16,0 0-6-16,0 0-1 15,0 0-8-15,0 0 35 16,0 0-32-16,0 0 15 15,0 0-12-15,0 0 2 16,-6 0-5-16,0 0-10 16,-13 0 0-16,19 0 3 15,-21 0-10-15,15 0 16 16,-7 0-19-16,-2 8 21 16,-4 8-20-16,13-1 18 15,0 6-8-15,-10 3-1 16,4 0 0-16,-1 0-11 0,-2 4 16 15,9-8-9-15,-1 13 8 16,1-10-7-16,6 5 7 16,0 1-7-16,0 2 3 15,0-3-4-15,0 1-9 16,0-6 5-16,0-3-3 16,0 1 12-16,0 7-12 15,0-12 8-15,0 12-2 16,6-5-13-16,16 7 4 15,-16 1 13-15,7 2 1 16,-7 3-3-16,0 0 6 16,3-8-7-16,-2 4 9 0,-1-12-8 15,-6 11 5-15,0 10-3 16,0-5 2-16,-13 8 3 16,-21-4-3-16,0 4 2 15,-6-12 4-15,21-7 2 16,-2-14-13-16,21-2 20 15,-19-9-28-15,19 0 12 16,-22 0-4-16,16 0-5 16,-6 0-57-16,-4 0-97 15,16-12-45-15,-6-17-47 16</inkml:trace>
  <inkml:trace contextRef="#ctx0" brushRef="#br0" timeOffset="6627.88">20561 3817 93 0,'0'0'248'0,"0"0"-240"0,0 0 76 0,0 0 20 15,0 0-57-15,0 0 12 16,0-3 71-16,0 3-43 16,0 0-19-16,12 0 18 15,0 0-49-15,10 0-20 16,3-5-2-16,9 2 30 16,0-2-43-16,6 2-1 15,-9-6 8-15,-3 6-18 16,13-5 1-16,-13 0 3 15,-10 0-31-15,-5-1-21 0,-4 1-90 16,-9-3-144-16</inkml:trace>
  <inkml:trace contextRef="#ctx0" brushRef="#br0" timeOffset="7262.51">21314 3945 270 0,'0'0'300'0,"0"0"-225"0,0 0 27 0,0 0 12 16,0 0-30-16,0 0-7 15,0 0 7-15,0-3-39 16,-12-14 2-16,12 1-4 16,-16-7-13-16,10 2-25 15,6-2-6-15,0-13 1 16,0 0-13-16,0 3 1 15,0-3-45-15,0 3-21 0,6 14-87 16,10 2 21-16,-16 17 9 16,0 0-26-16,0 0-187 15</inkml:trace>
  <inkml:trace contextRef="#ctx0" brushRef="#br0" timeOffset="7649.49">21407 3822 617 0,'0'0'62'0,"0"0"1"0,0 0 53 0,0 0 0 16,0 0-80-16,0 0-35 0,202-69-2 15,-184 58-5-15,10-6 5 16,-15 5-70-16,2 0 4 16,-3-4-60-16,-5-1 11 15,5 2-39-15,-12-6-144 16</inkml:trace>
  <inkml:trace contextRef="#ctx0" brushRef="#br0" timeOffset="7911.22">21568 3585 89 0,'0'0'552'0,"0"0"-548"16,0 0 8-16,0 0 81 15,0 0-58-15,0 0-20 16,28 108-12-16,-9-88 0 15,-19-4 2-15,28-3-9 16,-22-2 4-16,0 1-68 16,0 1-1-16,-6 2 2 15,0-2 13-15,0 3-132 16,0-4-77-16</inkml:trace>
  <inkml:trace contextRef="#ctx0" brushRef="#br0" timeOffset="8477.84">22002 3529 488 0,'0'0'164'0,"0"0"-86"0,0 0 33 0,0 0-68 0,0 0-12 15,0 0-17-15,81 188 3 16,-69-163 19-16,10 6-5 16,-22 2 26-16,0-2-44 15,0-3-10-15,0 1-3 16,0-21-125-16,0-1-202 15,-22-7-277-15</inkml:trace>
  <inkml:trace contextRef="#ctx0" brushRef="#br0" timeOffset="9575.78">22344 3845 575 0,'0'0'88'0,"0"0"-24"0,0 0 6 15,0 0-5-15,0 0-19 16,0 0-6-16,6 0 53 0,15 0-70 15,4 5 13-15,-9 3-14 16,2-1 2-16,16 1-21 16,-6-3 7-16,-9-2-7 15,0-3-3-15,-4 0-12 16,4 5-30-16,-13-5 12 16,9 8-79-16,-8-8-27 15,-1 0 29-15,6 0 3 16,-12 0-139-16</inkml:trace>
  <inkml:trace contextRef="#ctx0" brushRef="#br0" timeOffset="9751.02">22344 3845 524 0</inkml:trace>
  <inkml:trace contextRef="#ctx0" brushRef="#br0" timeOffset="9792.82">22344 3845 524 0,'201'-177'41'0,"-167"177"-41"16,-15 0-14-16</inkml:trace>
  <inkml:trace contextRef="#ctx0" brushRef="#br0" timeOffset="11573.61">6356 2795 668 0,'0'0'127'0,"0"0"-101"0,0 0 71 15,0 0-37-15,0 0-36 16,0 0 1-16,19 4-14 16,28-1 27-16,21 10 1 15,37-5 79-15,35 0-85 16,36-4 28-16,29-4-38 15,15 0-3-15,10-16 9 16,-32-21-18-16,-9 6-11 16,-21-5 9-16,-16 12-21 0,-25-1 9 15,-13 17-2 1,-21-4-20-16,-12 8 0 0,-22-8-21 16,-3 9 10-16,-25-10-33 15,-9 1-102-15,-16 4-184 16</inkml:trace>
  <inkml:trace contextRef="#ctx0" brushRef="#br0" timeOffset="13405.98">10781 926 198 0,'0'0'82'0,"0"0"23"0,0 0-19 0,0 0-16 0,0 0-68 16,0 0 0-16,0-12-2 15,0 4 17-15,0 8 12 16,0-4 11-16,0 4 21 15,0 0 14-15,0 0 0 16,0 0-12-16,0 0-19 16,0 0 15-16,0 0-29 15,0 0-8-15,0 0-22 16,0-4 35-16,12-8-21 0,23-1 33 16,-1 2-7-16,12-6 7 15,-5 6-27-15,5 3-13 16,-15-1-7-16,-3 9 9 15,-16 0-18-15,-2 0-10 16,-10 33 18-16,0 7-30 16,-10 23 18-16,-36 3-12 15,-1 1 13-15,1-7 6 16,18-4 6-16,15-12-2 16,13-7 9-16,0-5-16 15,0-8 22-15,0-8-27 16,0-4 11-16,22-12 0 0,19 0-1 15,-1 0 2 1,6 0-1-16,1 0 6 0,-16 0-5 16,-3 0 11-16,-22 0-18 15,22 0-50-15,-28 0-298 16</inkml:trace>
  <inkml:trace contextRef="#ctx0" brushRef="#br0" timeOffset="16771.59">24328 4042 402 0,'0'0'44'0,"0"0"-44"0,0 0 25 0,0 0 13 0,0 0-10 0,0 0 28 16,0 0 28 0,0 0-28-16,0 0 12 0,0 0-41 15,0 4 23-15,0-4 8 16,0 4 14-16,0-4-31 16,0 0-13-16,0 0-12 15,0 0-5-15,0 0 17 16,0 0-18-16,0 0 20 15,0 0-22-15,0 0 34 16,0 0-13-16,0 0 4 16,0 0-13-16,0 0 2 15,0 0-8-15,0-16-13 16,40-29 4-16,16-10 4 16,9-14-11-16,10-10 13 15,18-6-22-15,0-3 10 16,0 12-10-16,-25 19-13 0,-22 21-16 15,-27 16 19-15,-4 9-22 16,-15 11 31-16,0 0-58 16,0-5-153-16,-15 2-443 15</inkml:trace>
  <inkml:trace contextRef="#ctx0" brushRef="#br0" timeOffset="17238.25">24461 3465 458 0,'0'0'129'0,"0"0"46"0,0 0 19 0,0 0-63 16,214 203-87-16,-133-154 21 15,-7-1-31-15,-6 1-4 16,-9-5-12-16,-6-4-10 16,-13-4-8-16,-5 4 6 15,-1-8-15-15,-10 0 5 16,-2-8-10-16,-9 0-44 15,-13-8-35-15,0-8-267 16,0-8-365-16</inkml:trace>
  <inkml:trace contextRef="#ctx0" brushRef="#br0" timeOffset="18335.91">25351 2943 200 0,'0'0'341'0,"0"0"-295"0,0 0 8 0,0 0 47 0,0 0 2 16,0 0 2-16,22 5-35 16,-22-5-22-16,0 0 11 15,6 0-39-15,-6 0 9 16,0 0-18-16,0 0 35 15,0 0-43-15,6 0 14 16,0 0-14-16,16 0-2 16,-3 0-1-16,-1 0 0 15,16 0-2-15,1 0 7 16,-7 0-10-16,-10 0 1 16,-5 0 1-16,-13 11-39 15,0 5 22-15,0 4 20 0,0 13 2 16,0-5-2-16,0 3 1 15,0-6-3-15,0-6 6 16,0-2-9-16,0-6 12 16,27 2-11-16,8-1 9 15,11-8-6-15,-18-4 1 16,18 0 0-16,-21 0-1 16,9 0 6-16,-6 0-14 15,-22-4 3-15,19-8-28 16,-25 4-177-16,0 3-177 15</inkml:trace>
  <inkml:trace contextRef="#ctx0" brushRef="#br0" timeOffset="32923.37">23385 3689 361 0,'0'0'104'0,"0"0"-54"0,0 0 10 0,0 0-36 15,0 0-4 1,0 0 6-16,0 0 14 0,0 0 4 16,22 0 16-16,-22 0-10 15,0 0-43-15,0 0 18 16,0 0-22-16,0 0 35 15,0 0-12-15,0 0 14 16,0 0 1-16,0 0 3 16,0 0 2-16,0 0-14 15,0 0-17-15,0 0-7 16,0 0-10-16,0 0 7 16,0 0 3-16,0 0-7 0,0 0 16 15,0 0-13-15,0 0 11 16,0 0-3-16,0 0-6 15,-12 0-6-15,-10 0 8 16,3 4-16-16,-2 9-16 16,-4 2 18-16,3 6-12 15,10 2 10-15,-10 10 5 16,16 3-4-16,6 3-1 16,0 2 16-16,0-10-17 15,0 2 19-15,0-9-21 16,40-4 11-16,-6 0-2 0,7 0 1 15,-7-8 1-15,-10 0 0 16,17-7 0-16,-13-5-7 16,12 0 15-16,6 0-17 15,-5 0 18-15,-1 0-13 16,-9-5 6-16,-3-3-2 16,12-12 1-16,-6-8 0 15,13-13-2-15,6-6-15 16,-19-9 14-16,6 15-61 15,-28-3 11-15,-12 0 16 16,0 4 30-16,0 0-13 16,0-5 18-16,-6 18 0 15,-46 7 1-15,-4 3 52 16,9 17 18-16,-5-3-45 16,-1-5-14-16,12 3-22 0,-5 5 4 15,12 0-5-15,-13 0 10 16,13 0-1-16,-6 29-2 15,15-5 4-15,3 8 0 16,16 8-11-16,6-4 9 16,-6-4-27-16,6 4 28 15,0-3-10-15,-12-5 12 16,12 3 2-16,0-6 4 16,0 7 29-16,0-4-17 15,18-8-13-15,16-9 3 16,7-2-16-16,-1-5 11 15,0-4-3-15,7 0 3 16,-7 0-2-16,19 0 23 16,-12-4-11-16,-7-8 17 15,0-4-23-15,-21 4-1 0,9-1-2 16,-22 13-8-16,16 0 5 16,-22 0-2-16,6 0-6 15,12 0 7-15,-2 0-9 16,2 5 18-16,4 15-20 15,-3-4 13-15,-7-8-5 16,10 0 4-16,-4-8-2 16,-2 4-13-16,9-4 0 15,3 0 11-15,6 0-27 0,-9 0-39 16,3 0-97 0,-4 0-12-16,-2 0-230 0</inkml:trace>
  <inkml:trace contextRef="#ctx0" brushRef="#br0" timeOffset="35204.56">26266 3513 451 0,'0'0'143'0,"0"0"14"0,0 0-18 0,0 0-47 16,0 0-64-16,0 0 0 15,15 3-25-15,-15-3-3 16,0 0 0-16,0 0 14 16,0 0 57-16,0 0-21 15,0 0 27-15,0 0-53 16,0 0 13-16,0 0-22 15,7 0 5-15,-7 0-10 16,0 0-9-16,0 0-1 0,0 0 2 16,0 0-1-16,0 5 5 15,0-5-3 1,0 0 1-16,0 0-8 0,0 3 3 16,0 2-6-16,0 11 6 15,0 7 1-15,0 10-4 16,0 11 9-16,6 0-5 15,-6 1 9-15,0-1-15 16,0 3 9-16,0-7-6 16,0 12 3-16,0 1-5 15,0-17 3-15,0-4-13 16,-6-15-7-16,6-14-45 16,0-3-20-16,0 0-83 0,0-3-179 15,12-34-195-15</inkml:trace>
  <inkml:trace contextRef="#ctx0" brushRef="#br0" timeOffset="35887.71">26061 3873 384 0,'0'0'108'15,"0"0"-63"-15,0 0-20 0,0 0-23 0,0 0 18 0,0 0 17 16,25 0 38-16,-9 0 29 16,-16 0 19-16,18 0-15 15,4 0-35-15,-4 0-29 16,17 0 30-16,17 0-39 16,-5 0-7-1,-13 0 1-15,19 0-13 0,-13 0-2 16,-6 0-10-16,0 0-8 15,-3 0 2-15,9 0 2 16,-5-8-34-16,27-12-33 16,-10-11-70-16,-11-2-251 15</inkml:trace>
  <inkml:trace contextRef="#ctx0" brushRef="#br0" timeOffset="37003.17">27317 2992 468 0,'0'0'191'0,"0"0"-105"0,0 0 48 0,0 0 6 0,0 0-100 15,0 0 3-15,-12 0-16 16,12 0-3-16,0 0-24 16,0 0 3-1,0 3 31-15,0 30 6 0,0 6 11 16,0-3-44-16,0 9 24 15,0-5-30-15,0 0 1 16,0 4 4-16,18 0-8 16,-12 4 2-16,10 4 0 15,-4 0-3-15,1-4 10 16,-1 1-17-16,-3-13 21 16,4 0-22-16,-7 8 11 15,-6-16 0-15,0 0-2 0,0-8 2 16,0-7-1-16,0-10-9 15,0 2 4-15,0-5-12 16,0 0 18-16,0 0-16 16,0 0 10-16,0 0-5 15,0 0 11-15,0 0 0 16,0-8-7-16,6 0 7 16,0-5-19-16,10 1 17 15,-4 0-24-15,1 4 5 16,15 0 4-16,0-3 14 15,-4 6 3-15,10 1-7 16,-6 4 4-16,-9 0 5 0,9 0-13 16,-16 0 20-1,1 4-17-15,-13 12 16 0,0 4-6 16,0 8 5-16,0 4 41 16,-19 8-11-16,-43 4-17 15,3-3 6-15,6-10-17 16,7-6 10-16,12-13-15 15,6-8-8-15,16-4-6 16,-23 0-53-16,29 0-147 16,-22 0-375-16</inkml:trace>
  <inkml:trace contextRef="#ctx0" brushRef="#br0" timeOffset="39733.03">27860 4006 244 0,'0'0'69'0,"0"0"-69"0,0 0-5 16,0 0-7-16,0 0 10 15,0 0 2-15,0 0 168 16,0 0-45-16,0 0-17 16,0 0 45-16,0 0-64 15,0 4-36-15,0-4-32 16,0 0 7-16,0 0-12 15,0 0-13-15,0 0 4 0,0 0 3 16,0 0 45-16,0 0-17 16,0 0 6-16,0 0-19 15,0 0 8 1,0 0-25-16,0 0 10 0,0 0-8 16,0 0-7-16,0 0 10 15,0 0-6-15,0 0 22 16,18 0-25-16,16-24 26 15,7-4-26-15,-1-16 8 16,19 3-10-16,0-7 2 16,3-4-4-16,-3 4 10 15,3 4-19-15,-16 8 16 16,-21 8-10-16,-3 12 6 16,-22 16-9-16,0-5 1 0,0 5 5 15,0-11-32-15,0 7-61 16,0-9-40-16,0 10-73 15,0-10 2-15,0 13 30 16,0 0-301-16</inkml:trace>
  <inkml:trace contextRef="#ctx0" brushRef="#br0" timeOffset="40367.15">27993 3541 459 0,'0'0'204'0,"0"0"-94"0,0 0 63 0,0 0-47 0,0 0-83 16,205 248-2-16,-131-195 3 16,-6-1 9-16,-27-1-36 15,-10-2-14-15,-10-5 16 16,-8-8-17-16,8-8-4 15,-14-12-29-15,5-16-166 16,-12 0-415-16</inkml:trace>
  <inkml:trace contextRef="#ctx0" brushRef="#br0" timeOffset="43264.93">29029 3501 371 0,'0'0'233'0,"0"0"-152"0,0 0 34 0,0 0-12 16,0 0-47-16,0 0 13 15,0 0-23-15,0 0 9 16,0 0-38-16,0 0 47 15,0 0-29-15,0 0 0 16,0 0-32-16,0 8 14 16,0 7-13-16,0 13 1 15,0 1 9-15,0 7-8 16,0 12 12-16,18-4-15 16,-12 12 9-16,-6-4-7 15,0-4-5-15,0-4 1 16,0-11-2-16,16-5-11 15,-10-12-15-15,0-8-16 16,7-8-73-16,-4 0-38 16,-9 0-228-16,0 0-47 0</inkml:trace>
  <inkml:trace contextRef="#ctx0" brushRef="#br0" timeOffset="43798.46">28960 3809 200 0,'0'0'220'0,"0"0"-102"0,0 0-9 0,0 0 61 16,0 0-5-16,0 0-64 15,0 0 1-15,16 0-28 16,15 0-23-16,15 0-11 15,4 0-18-15,-4 0-5 16,-5 0-16-16,5 0 7 16,1-3 0-16,-1-5-16 15,7-1-26-15,0-7 1 16,3 0-98-16,-10 4-159 0,-15 4-276 16</inkml:trace>
  <inkml:trace contextRef="#ctx0" brushRef="#br0" timeOffset="44379.3">30539 3524 145 0,'0'0'435'0,"0"0"-253"0,0 0 36 0,0 0-100 0,0 0-62 15,0 0-36-15,-47 0-8 0,19 0-6 16,-18 0 3-16,-1 8-8 15,-12 17 19-15,-3 3-12 16,3 8 15-16,7 0-5 16,18-4-3-16,12 8 4 15,16-4-16-15,6 0-6 16,0 0 12-16,21-8-19 16,32 5 15-16,15-17-10 15,4-5 5-15,14-11-3 16,17 0 3-16,2 0-14 15,-12-27 10-15,-6-13-59 16,-6-9-45-16,-35 5-228 0,-12 4-245 16</inkml:trace>
  <inkml:trace contextRef="#ctx0" brushRef="#br0" timeOffset="66210.89">20440 6737 150 0,'0'0'549'0,"0"0"-490"0,0 0 18 0,0 0 50 0,0 0-62 16,0 0-35-16,0 0-25 15,0 0 16-15,0-44 19 16,0 44 13-16,0 0 23 16,0 0-49-16,0 0 9 15,0 0-20-15,0 0 2 16,0 0-17-16,0 0 10 0,0 0-10 15,0 0-2-15,0 0 0 16,0 0 0-16,0 0-4 16,6 20 10-16,19 9-2 15,3 7 0-15,6 0 4 16,-6-5-7-16,3 5-6 16,-10 5-11-16,-2-5-19 15,-4 3-19-15,-15 6-77 16,0-13-100-16,0-7-309 15</inkml:trace>
  <inkml:trace contextRef="#ctx0" brushRef="#br0" timeOffset="68325.64">20347 7150 420 0,'0'0'200'0,"0"0"-138"0,0 0 80 0,0 0-11 0,0 0-120 15,0 0 5-15,0-8 43 16,12-7 36-16,22-13 21 16,-3-13-45-16,25-15-34 15,15-8-13-15,4-9-19 16,-1-3-5-16,-9 4-10 16,-9 12-39-16,-25 24 1 15,-9 11-90-15,-10 10-41 16,-12-1-152-16</inkml:trace>
  <inkml:trace contextRef="#ctx0" brushRef="#br0" timeOffset="69028.45">21407 6103 503 0,'0'0'157'0,"0"0"-127"0,0 0 8 0,0 0 99 16,0 0-66-16,0 0 15 15,102-28-54-15,-102 28-4 16,0 0-22-16,0 25 34 16,0 6 7-16,0 2-17 15,0 3-26-15,-21 0 1 16,8-4-5-16,13-4 6 16,-12-4-12-16,12-8 9 0,0-8-6 15,0 0-2-15,0-8 5 16,37 0 0-16,3 0 4 15,7 0-3-15,9 0 7 16,-4-11-16-16,-5-6 5 16,-7 1-19-16,-6 4-55 15,-9 0-142-15,-16 3-178 16</inkml:trace>
  <inkml:trace contextRef="#ctx0" brushRef="#br0" timeOffset="69925.13">21782 6865 897 0,'0'0'192'0,"0"0"-76"0,0 0-43 0,0 0-21 15,0 0-11-15,0 0-1 0,248 13-7 16,-183-13-24-16,4 3 4 16,-10-3-13-16,-13 0-7 15,1 0-55-15,-7 0-23 16,0 0-156-16,-6 0-414 16</inkml:trace>
  <inkml:trace contextRef="#ctx0" brushRef="#br0" timeOffset="70589.92">23119 6377 761 0,'0'0'186'0,"0"0"-82"16,0 0-27-16,0 0-38 0,0 0-30 15,0 0-18-15,-152 204 5 16,152-172-12-16,0 0 9 16,0-9 7-16,0 6-5 15,0-9 14-15,0 0-17 16,0-8 20-16,0 0-23 15,25-3 16-15,21-1-10 16,10-5 1-16,-10 9 4 16,-15-4 0-16,16 0-2 15,-19 0-2-15,0-8-15 16,-16 0 5-16,10 0-43 0,-10 0-13 16,-6 0 44-16,-6 0 22 15,7-11-21-15,-1-6-22 16,-6 9 26-16,0 0-13 15,0 8 32-15,0 0 4 16,0 0 91-16,0 0-15 16,0 20-14-16,0 16-46 15,-25 8 33-15,-3 8-12 16,10 1-17-16,-17-6-15 16,35-6 1-16,-15-1-16 15,15-16-29-15,0-4-16 16,0-20-63-16,0 0-146 15,28 0-110-15</inkml:trace>
  <inkml:trace contextRef="#ctx0" brushRef="#br0" timeOffset="70991.25">23695 7014 92 0,'0'0'723'0,"0"0"-552"0,0 0-77 0,0 0 17 0,0 0-24 16,292-225-34-16,-218 173-33 16,-12 4-13-16,-9 4-2 0,-19 12-10 15,-15 7-14 1,-13 5-3-16,-6 9-28 15,0 11-10-15,0-8-36 16,0 8-241-16,-6-12 18 0</inkml:trace>
  <inkml:trace contextRef="#ctx0" brushRef="#br0" timeOffset="71189.86">23860 6565 728 0,'0'0'197'16,"0"0"-34"-16,0 0-29 16,0 0-64-16,189 216-57 15,-130-172 2-15,3-8-10 0,-16 0-10 16,-5-3-35 0,-10-5 10-16,-16 0-101 0,-9 0-158 15,-6-8-195 1</inkml:trace>
  <inkml:trace contextRef="#ctx0" brushRef="#br0" timeOffset="71773.06">25252 6588 606 0,'0'0'221'0,"0"0"-33"0,0 0-65 0,0 0-53 0,0 0-35 0,59 234-34 16,-44-186 14-16,-15-4-8 15,19-5-14-15,-19 5 6 16,0-7-3-16,6 3-33 15,-6-8 4-15,0-11-3 16,0-10-53-16,0-7-67 0,0-4-43 16,0 0 0-16,0 0-269 15</inkml:trace>
  <inkml:trace contextRef="#ctx0" brushRef="#br0" timeOffset="71989.02">24883 6925 795 0,'0'0'76'16,"0"0"86"-16,0 0-10 0,0 0-47 15,0 0-65-15,0 0-25 16,388 0-15-16,-333 0-29 15,-17 0-32-15,-4 0-168 16,-34-8-315-16</inkml:trace>
  <inkml:trace contextRef="#ctx0" brushRef="#br0" timeOffset="72506.7">25813 6537 577 0,'0'0'58'0,"0"0"139"16,0 0-21-16,0 0-111 0,0 0-41 16,0 0 14-1,289-33-33-15,-271 33-3 0,-5 41-4 16,-13 2 4-16,0 22-7 15,0-1 14-15,-31 8-9 16,-10-8 0-16,26-8 3 16,-4-12 0-16,19-11-3 15,0-17 1-15,0 4 2 16,13-12-3-16,27-8 7 16,13 0 4-16,9 0-2 15,-10 0 9-15,1 0-14 16,3 0-5-16,-10 0 1 0,1 0-10 15,-7 0-30 1,-21 0-95-16,-7-5-199 0,-12 2-265 16</inkml:trace>
  <inkml:trace contextRef="#ctx0" brushRef="#br0" timeOffset="72906.23">27122 7030 866 0,'0'0'220'0,"0"0"-173"0,0 0 70 0,0 0-96 0,0 0-21 16,341 4-2-16,-279-4-25 16,-22 0-141-16,-21 0-48 15,-19-12-168-15</inkml:trace>
  <inkml:trace contextRef="#ctx0" brushRef="#br0" timeOffset="73105.05">27258 6778 1224 0,'0'0'64'0,"0"0"-55"16,0 0 39-1,0 0-37-15,0 0-11 0,0 0-27 16,313-5-57-16,-254-3-244 15,-12 4-390-15</inkml:trace>
  <inkml:trace contextRef="#ctx0" brushRef="#br0" timeOffset="73506.53">28607 7018 320 0,'0'0'241'16,"0"0"-180"-16,0 0 79 15,0 0-49-15,0 0-35 16,0 0-21-16,341 68 14 16,-267-120-4-16,-15-1-44 15,-6-14-1-15,-13-2 0 0,-24 9-6 16,-16 12 12 0,0 15 23-16,-28 18 66 0,-47 7 21 15,-18 8-48-15,-12 0-43 16,-10 16-25-16,-6 12 2 15,28 8-14-15,25-4 12 16,37 0-2-16,22-4-100 16,9-3-262-1</inkml:trace>
  <inkml:trace contextRef="#ctx0" brushRef="#br0" timeOffset="81282.81">19978 8802 137 0,'0'0'404'0,"0"0"-397"0,0 0-5 0,0 0 16 0,0 0-18 16,0 0 0-16,0 0 1 16,0 0 36-16,0 0 32 15,0 0 32-15,0 0-7 16,0 0-15-16,0 0-48 16,0 0-4-16,0 0-4 15,0 0-15-15,0 0-15 16,-13 0 18-16,4 0-11 15,3 0 11-15,0 5 18 16,6 3-11-16,-7 3-10 16,7 6-8-16,0 3 7 15,0-1-18-15,0 2 22 16,0-9-22-16,28-1 20 16,-3-6-13-16,3-1 8 0,6 0-3 15,-3-4 21-15,-3 0-15 16,19 0 19-16,-7-28-6 15,-6-16 23-15,0-5-29 16,-3-6 0-16,-15-1-14 16,-4 7-6-16,-6 5-10 15,-6 16-18-15,0 8 28 16,0 15 6-16,-18 5-2 16,-38 0 2-16,3 0-13 15,-6 17-28-15,6 19 26 16,13 8 2-16,6 0 13 0,12 0 4 15,16-8 3-15,6 0 2 16,0-8-7-16,0-3 6 16,0-9-2-16,6 0-3 15,35-8 2 1,-20-4 9-16,20-1 2 0,-7-3-1 16,-9 8-13-16,2 1 3 15,8 7-3-15,2 4 1 16,3 1-3-16,0-2 0 15,-6 1 0-15,13-4-8 16,-7-4-8-16,1-4-5 16,-7-8-15-16,-6 0 8 15,-10 0-58-15,-12 0-168 16,-6 0-86-16</inkml:trace>
  <inkml:trace contextRef="#ctx0" brushRef="#br0" timeOffset="81915.5">21041 8939 582 0,'0'0'131'0,"0"0"-19"0,0 0 2 0,0 0-31 16,0 0-24-16,0 0 16 15,106 0-9-15,-85 0-24 0,10 0-29 16,-9 0-8-1,6 0-3-15,-3 0-2 0,-4 0 0 16,-2 0-23-16,3 0 12 16,-10-8-71-16,-6 0-33 15,-6 0-183 1,0 0 65-16,-12-4-289 0</inkml:trace>
  <inkml:trace contextRef="#ctx0" brushRef="#br0" timeOffset="82115.48">21041 8939 889 0,'174'-196'29'0,"-140"196"89"16,3 0-26-16,-3 3-52 15,0 2-14-15,13-5-14 16,-13 0-12-16,13 0-26 15,-7 0-42-15,-22-16-211 16,-18-4-424-16</inkml:trace>
  <inkml:trace contextRef="#ctx0" brushRef="#br0" timeOffset="83063">20198 10435 538 0,'0'0'64'0,"0"0"-5"0,0 0 81 0,0 0-69 16,0 0-11-16,0 0 39 16,0 0 32-16,0 0-31 15,0 0-18-15,0-20-32 16,6-28-22-16,10-25-27 15,2-14 1-15,-12-18-2 0,16 5 4 16,-22 7-9-16,0 13-6 16,0 16 10-16,0 16-17 15,0 4-9-15,0 16-27 16,0 12-37-16,0 16-47 16,-22 0-93-16,10 0-189 15</inkml:trace>
  <inkml:trace contextRef="#ctx0" brushRef="#br0" timeOffset="83497.25">20158 10230 573 0,'0'0'81'15,"0"0"-75"-15,0 0 4 16,0 0 11-16,0 0 21 16,0 0-14-16,207 0 2 15,-166 0-28-15,-7 0 37 0,-3 0 18 16,-10 0 30-1,-14 5-41-15,5-2-23 0,-12 2-6 16,0 3-8-16,0 3 28 16,0 6-29-16,0 3 51 15,0 7-11 1,0-2-4-16,0-2-29 0,-31-2-10 16,-3-9-1-16,-6-4 2 15,-7 0 10-15,1-8-9 16,5 0-14-16,1 0-14 15,6 0-67-15,15 0-142 16,4 0-355-16</inkml:trace>
  <inkml:trace contextRef="#ctx0" brushRef="#br0" timeOffset="84096.2">20979 10331 669 0,'0'0'423'0,"0"0"-381"0,0 0 22 0,0 0-53 16,0 0-4-16,0 0-4 15,202 0 0-15,-168 0-6 16,-9 0-14-16,3 0 12 16,-10 0-22-16,-2-5 7 15,-4-3-37-15,-6-3-50 16,-6-9-136-16,0-1-16 15</inkml:trace>
  <inkml:trace contextRef="#ctx0" brushRef="#br0" timeOffset="84279.95">20979 10331 910 0,'62'-177'202'16,"-49"177"-187"-16,27 8 60 15,0-8 2-15,13 0-59 16,9 0-7-16,-9 0-11 16,-1-8-12-16,-11-16-26 15,-13 8-157-15,-28 4-393 16</inkml:trace>
  <inkml:trace contextRef="#ctx0" brushRef="#br0" timeOffset="84978.61">20278 11289 599 0,'0'0'132'0,"0"0"-65"0,0 0 54 0,0 0-12 16,0 0-4-16,0 0 16 15,0 4-44-15,-21 4-28 0,2 5-22 16,-9 2-13-1,3-2-14-15,-9 18 6 0,6 1-12 16,16 13 12-16,0-1-18 16,12-5 18-16,0-3-12 15,0-8 4-15,46-7-4 16,7-4-6-16,6-10-7 16,3-3 11-16,-10-4-19 15,17 0-16-15,-17 0-52 16,1 0-48-16,-6-20-170 15,-26-4-53-15</inkml:trace>
  <inkml:trace contextRef="#ctx0" brushRef="#br0" timeOffset="85478.36">21088 11561 12 0,'0'0'1019'0,"0"0"-954"0,0 0 7 0,0 0-26 15,0 0-23-15,0 0-19 0,180 0 14 16,-134 0-18 0,-6 0-2-16,-6-3-21 15,-15-1-29-15,-3 4-5 0,-10 0-58 16,-6 0-41-16,0-4 45 15,0-4-34-15,-34-4-370 16</inkml:trace>
  <inkml:trace contextRef="#ctx0" brushRef="#br0" timeOffset="85678.2">21233 11237 936 0,'0'0'84'0,"0"0"-31"0,0 0 84 16,0 0-64-16,0 0-39 15,0 0-32-15,196 0 0 16,-150 0-2-16,7-25-36 16,0-2-86-16,-7 7-326 15</inkml:trace>
  <inkml:trace contextRef="#ctx0" brushRef="#br0" timeOffset="101514.3">20077 7258 18 0,'0'0'127'0,"0"0"-83"0,0 0-43 0,0 0-1 15,0 0 8-15,0 0 44 16,0 0-24-16,0 0 2 0,0 0 34 15,0 0 34-15,0 0-26 16,0 0-18-16,0 0-7 16,0 0-38-16,0 0 16 15,0 0-13-15,0 0 12 16,0 0-19-16,0 0 27 16,0 0-8-16,0 0-1 15,0 0 19-15,0 0 10 16,0 0 19-16,0 0-11 15,0 0-14-15,0 0-33 16,0 0 24-16,0 0-32 16,0 0 20-16,0 0-21 15,0 0 10-15,0 0-7 16,0 0-6-16,0 0 17 0,0 0-3 16,0 0 9-16,0 0-17 15,0 0 24-15,0 0-22 16,0 0 15-16,0-12-24 15,0-7 5-15,0-1-5 16,0-13 4-16,0-11-11 16,0 0 16-16,0-8-18 15,28-12 4-15,0 0 0 16,-3-5-18-16,2 5 5 16,8 4-20-16,-11 15 9 15,4 9-1-15,-15 25 25 16,-7-1-10-16,-6-1 30 15,6-2-21-15,-6 2 12 0,0 10-10 16,16-5 6-16,-16 8-2 16,0 0 11-16,0 0 3 15,0 0 1-15,0 0-11 16,0 0 10-16,0 0-11 16,0 0-6-16,0 11 3 15,-16 9-1-15,4 1-22 16,-7-9 2-16,-9-1 17 15,10 10 4-15,2-9-17 16,-9 4 17-16,-3 0-98 16,0 0-267-16,-3-8-193 15</inkml:trace>
  <inkml:trace contextRef="#ctx0" brushRef="#br0" timeOffset="102298.43">20319 6978 454 0,'0'0'133'0,"0"0"-91"0,0 0 19 0,0 0-2 15,0 0 40-15,0 0 60 16,0 0-50-16,0 0 4 15,0 0-42-15,0 0-11 16,0 0-37-16,0 0 13 16,0 0-36-16,0 0 0 15,0 0-24-15,0 0-35 0,6-25-102 16,0-3-749-16</inkml:trace>
  <inkml:trace contextRef="#ctx0" brushRef="#br0" timeOffset="103911.89">21990 9023 446 0,'0'0'49'0,"0"0"-45"0,0 0 52 0,0 0-48 0,0 0 7 16,0 0 49-16,0 0 39 16,0 0 33-16,0 0-23 15,0 0-68-15,0 0-41 16,0 5 29-16,0-2-20 15,0-3 24-15,0 4-2 0,0 0 13 16,0-4-5 0,0 0-28-16,0 0 5 0,0 0-15 15,0 0 20-15,0 0-10 16,0 0 20-16,0 0-22 16,12 0 8-16,-12-4-20 15,13-28 0-15,9-20 2 16,-4-12-1-16,4-8 1 15,-10-13 2-15,-6-3-8 16,-6-4 3-16,0 0-2 0,0 7-14 16,0 9 15-1,0 12-1-15,0 24-8 0,-6 15 6 16,6 22 8 0,0 3 1-16,-6 0-3 0,6 0 14 15,0 0-16-15,-6 0-4 16,6 3-17-16,-6 22 7 15,-1 7 3-15,-14 4 11 16,-7 4-8-16,3-8 14 16,-3 0-15-16,-6-8 16 15,15 4-14-15,-15 0-48 16,-12 8-117-16,-19 1-488 16</inkml:trace>
  <inkml:trace contextRef="#ctx0" brushRef="#br0" timeOffset="112754.62">21882 10230 522 0,'0'0'26'0,"0"0"-15"0,0 0-9 0,0 0 12 0,0 0-7 16,0 0 5-16,0 0 30 16,27 0 3-16,-27 0 38 15,0 0 12 1,0 0-31-16,0 0 5 0,0 0-6 16,0 0-1-16,0 0-24 15,0 0 40-15,0 0-75 16,0 0 28-16,0 0-30 15,0 0 25-15,0 0-7 0,0 0-1 16,0 0 9-16,0 0-23 16,13 0 1-16,-7 0 0 15,28 0 1-15,6 0-6 16,-5 0 15-16,-1 0-14 16,-10 0-1-16,17 0 0 15,-7 0 7-15,-6 0-12 16,-3 0 7-16,2 0-4 15,-8 0-19-15,-3 0 13 16,-10 0-36-16,-6-4-42 0,0-4-273 16,0 5-389-1</inkml:trace>
  <inkml:trace contextRef="#ctx0" brushRef="#br0" timeOffset="113854.37">22743 9697 358 0,'0'0'204'0,"0"0"-145"0,0 0 5 15,0 0-14-15,0 0-39 16,0 0-2-16,0-29-6 15,0 29 5-15,0 0 89 0,0 0 20 16,0 0-5-16,0 5-66 16,0 23 20-16,-12 4-51 15,-16 13 11-15,-3-2-11 16,3 5 3-16,0-3-9 16,10 2 1-16,5-6-8 15,7-1 6-15,-9-8-16 16,8-9 20-16,7-6-23 15,0-1 14-15,0-8-6 16,0 0-12-16,0 0 11 0,0-8-4 16,0 0-2-1,35 0 6-15,11 0 4 0,-6 0-10 16,1 0 16 0,-7 0-12-16,-9 0 2 0,3 0 1 15,-10 0 3-15,10 0-4 16,-9-8 3-16,-4 0-22 15,-2-4 14-15,-1 0-6 16,-12 4 9-16,0-8 9 16,0 8-8-16,0 0 10 15,0 0-4-15,0 0 11 16,0 0-11-16,0 0-1 16,0 8 10-16,0 0-8 15,0 0 0-15,0 0 29 16,0 0-17-16,0 0 1 0,0 0-11 15,0 24 10-15,0 0 7 16,-12 16-10-16,-7-4 26 16,-3 5-21-16,4-5 0 15,18-8-11-15,-10-5-3 16,4 1 1-16,6-7-6 16,-6-6 3-16,6 10-2 15,0-6 0-15,0 10-31 16,0 3 0-16,-12-4-48 15,12-12-158-15,-22-12-265 16</inkml:trace>
  <inkml:trace contextRef="#ctx0" brushRef="#br0" timeOffset="125477.18">22136 11112 131 0,'0'0'82'0,"0"0"-37"0,0 0 81 16,0 0-6-16,0 0-74 0,0 0 20 16,0 0 17-16,0 0 10 15,0 0-14-15,0 0 4 16,0 0-15-16,0 0-25 16,0 0-6-16,0 0 5 15,0 0 23-15,0 0-39 16,0 0 14-16,0 0-30 15,0 0 16-15,0 0-21 16,0 0 12-16,0 5-10 16,0-5 2-16,0 4 5 0,0-4-14 15,0 0 18 1,0 0-15-16,0 0 19 0,0 0-22 16,0 0 0-16,0 0-3 15,0 0 0-15,15-12 2 16,10-12 1-16,15-1-4 15,-6 9 8-15,-6 9-13 16,-3-1 15-16,-12 8-12 16,2 0-5-16,-9 0 0 15,-6 19-9-15,0 29 20 16,0 17-4-16,-34 11 10 16,-25 12-14-16,-15-8 19 15,-1 4-20-15,23-23 16 16,11-14-7-16,29-14 0 0,12-9 0 15,0-4 0-15,0-8 1 16,0 0-1-16,40-3 8 16,13-9-4-16,0 0 3 15,9 0-6-15,-10 0 4 16,1-9-10-16,0-3 5 16,-7 0-10-16,-5 12 6 15,-7 0-39-15,-6 0-26 16,-10 0-137-16,-2 0-248 15</inkml:trace>
  <inkml:trace contextRef="#ctx0" brushRef="#br0" timeOffset="170272.58">11789 9681 69 0,'0'0'502'0,"0"0"-502"0,0 0-33 0,0 0 33 0,0 0 17 0,0 0-10 16,0 0 31-16,0 0 72 16,0-16 41-16,0 16-48 15,0 0-41-15,0 0-45 16,0 0-10-16,0 0-13 15,6 0 14-15,-6 0-2 16,0 0 38-16,0 0 19 16,0 0-12-16,0 0-9 15,0 0-17-15,0 0-10 16,15-8 5-16,10-20-17 16,16-16 8-16,27-17-7 15,25-11 5-15,28 0-7 0,12-4 6 16,7 0-5-1,8 7 0-15,-14 10-3 0,-16 6-9 16,-44 21-7-16,-21 20-42 16,-38 12-44-16,-15 16-248 15,-34 36 67-15</inkml:trace>
  <inkml:trace contextRef="#ctx0" brushRef="#br0" timeOffset="171005.56">11863 9380 525 0,'0'0'164'0,"0"0"-148"0,0 0 46 0,0 0 41 0,0 0-84 16,0 0 2-16,0 80 23 16,0-36 47-16,0 4-43 15,0-7-15-15,-6-17-12 16,6-1-14-16,-6-14 34 15,6-5-5-15,0 0-13 16,0-4-11-16,0 0 2 16,0 0-6-16,0 0-8 15,0 0-4-15,0 0-3 16,0 0 3-16,40-4 8 16,-3-9-6-16,13 5 9 15,-19 0-9-15,9 1 2 0,-12 7 0 16,-15 0-7-1,-13 0-21-15,0 0-23 0,0 0-46 16,0 0-106-16,0 0-181 16</inkml:trace>
  <inkml:trace contextRef="#ctx0" brushRef="#br0" timeOffset="172253.99">13494 8867 164 0,'0'0'247'0,"0"0"-154"0,0 0-19 0,0 0-10 0,0 0 59 15,0 0-12-15,0-4 16 16,0 4-64-16,0 0-20 15,0 0-26-15,0 0-8 16,0 0-1-16,0 0-2 0,0 0 14 16,0 11-17-1,0 14 8-15,0 7 1 0,0 4 7 16,0 0-18-16,0-4-2 16,0 4 2-16,0-4-1 15,0-7 0-15,0-6 1 16,0-10-7-16,0-6 16 15,0-3-23-15,0 0 23 16,0 0-17-16,0 0 7 16,0-20-2-16,0-19-4 15,0-10-12-15,0-7 18 16,0-4-21-16,0 4 12 16,0 3-15-16,0 9 23 15,0 8-15-15,0 8 2 16,6 9 10-16,-6-2 4 0,0 9-8 15,13 0-43-15,-4 0 30 16,10 5-22-16,9-6-16 16,-4 9-44-16,4 4 12 15,-9 0 32-15,3 0 35 16,-22 0 24-16,0 17 2 16,0 11 43-16,0 3 25 15,-35 1-16-15,-17 0-38 16,-1 0 1-16,-3-7-14 15,10-2 3-15,5-7 84 16,17 4-90-16,2 1-81 16,22-9-143-16,0-8-201 0</inkml:trace>
  <inkml:trace contextRef="#ctx0" brushRef="#br0" timeOffset="172871.22">13708 9067 280 0,'0'0'286'0,"0"0"-195"0,0 0 42 0,0 0-5 0,0 0-16 16,0 0-64-16,0 0 5 15,0-24-50-15,0-12 7 16,6 0-5-16,22-9 24 16,-3 1 21-16,3 8-40 15,-9 0-10-15,-4 16 8 16,-9 12-13-16,-6 5 13 15,0 3-14-15,0 0 12 16,0 0-12-16,0 3 3 16,0 22-2-16,0 6 5 15,0 5 0-15,0-3-4 16,0-1 9-16,0 0-12 16,0-8-6-16,0-4 2 0,0-4-6 15,0-8-2-15,0 0-49 16,0-8-11-16,0 0-53 15,0 0-64-15,0 0 54 16,0 0-63-16,0-16-142 16</inkml:trace>
  <inkml:trace contextRef="#ctx0" brushRef="#br0" timeOffset="172966.66">13708 9067 431 0</inkml:trace>
  <inkml:trace contextRef="#ctx0" brushRef="#br0" timeOffset="173104.49">13708 9067 431 0,'6'-124'100'0,"-6"124"-99"0,0 0 103 0,22 0 150 15,-10 0-180-15,1 0-56 16,-7 0-1-16,-6 0-9 16,28 0-4-16,-9-4-4 15,2 0-39-15,4 0-75 16,3 4-55-16,0-5 15 15,-10 5-183-15</inkml:trace>
  <inkml:trace contextRef="#ctx0" brushRef="#br0" timeOffset="173819.44">13996 8915 389 0,'0'0'166'0,"0"0"-157"0,0 0-9 15,0 0 0-15,0 0-5 16,0 48 3-16,7-40 2 15,-7 0 1-15,6-4 0 16,-6 0 46-16,0-4 11 16,0 0 1-16,0 0 21 15,0-4-12-15,0-32-54 16,0-4-14-16,0-4-11 16,6-1 0-16,6 6-8 15,10 3-50-15,-3 3-63 16,2 9 50-16,-8 16 43 15,-13 8 39-15,0 0 15 16,0 0 19-16,0 21 30 0,0 18 17 16,0 2-46-16,-19-2-34 15,-2-11-1-15,8-11-13 16,1-6-13-16,2-3 23 16,4-3 0-16,6-5 3 15,0 0-7-15,0 0 5 16,0 0 2-16,0 0-20 15,6 0 17-15,16 0 4 16,-16 0-2-16,1 12 2 16,5 0 7-16,-3 3 5 15,4-2-13-15,-7-5 0 16,0-1-13-16,0-2 7 16,4-5-29-16,-10 0 34 15,6 0-23-15,0 0 24 16,0 0 6-16,0 0-4 0,7 0 3 15,2 0 7-15,4-16 20 16,-4-4-29-16,-8 0 3 16,5 4-5-16,-6 3-2 15,-6 6 0-15,16-6 1 16,2-3 5-16,-5-4-3 16,8 4-2-16,-2 1 4 15,-3 10-8-15,-4 2 0 16,0 3-1-16,-5 0 0 15,-1 0 5-15,3 0 0 0,-3 8 14 16,-6 12 4-16,0 4-8 16,0 4 3-16,0 0-5 15,0 0-16 1,0-8 6-16,0-1-20 0,0-10-2 16,0-1 1-16,0-4-41 15,-6-4-49-15,-3 0-220 16</inkml:trace>
  <inkml:trace contextRef="#ctx0" brushRef="#br0" timeOffset="174120.3">14251 8859 47 0,'0'0'877'0,"0"0"-829"0,0 0 43 0,0 0-42 0,0 0-47 16,0 0 3-16,59 0-10 15,-31 0-16-15,3-5-58 16,-10-11-152-16,13 4 25 0,-21 1-217 16</inkml:trace>
  <inkml:trace contextRef="#ctx0" brushRef="#br0" timeOffset="174404.79">14251 8859 691 0</inkml:trace>
  <inkml:trace contextRef="#ctx0" brushRef="#br0" timeOffset="174503.05">14251 8859 691 0,'273'-269'242'0,"-273"265"-77"0,18-4-13 15,10-9-75-15,12-6-74 16,7-5-2-16,-7-1-1 15,1 1-8-15,-1 8-42 16,-15 9-74-16,-4-2-295 16</inkml:trace>
  <inkml:trace contextRef="#ctx0" brushRef="#br0" timeOffset="175269.26">14818 8871 355 0,'0'0'217'0,"0"0"-196"0,0 0 50 0,0 0-41 0,0 0-2 16,-6 108-14-16,6-104 8 15,0 0-15-15,-9-4 58 16,2 0 41-16,-5 0-39 16,0 0-67-16,-4-20-28 15,-2-12 18-15,18-4-48 16,0-4 17-16,0-4 11 15,0 8-44-15,18 8-11 16,10 7-1-16,0 17-64 16,-22 4 51-16,0 0 99 15,-6 0 153-15,0 17-22 16,0 6-34-16,0 1-4 16,0-4-34-16,0-4-53 15,0-4-6-15,0-12-4 16,0 5-30-16,0-5 10 0,0 0 20 15,0 0-13-15,0 0 12 16,13 3 5-16,15 2-3 16,-4 3 7-16,-2 4-6 15,-3-1 2-15,-4 2 0 16,-9 7 16-16,-6-4 33 16,0 7 13-16,0 2 17 15,0 3 0-15,-34 0-42 16,-12-7 16-16,-1-10-27 15,13-7 7-15,0-4-33 0,16 0-2 16,5 0-38 0,13-4-67-16,0-16-96 0,0 1-183 15</inkml:trace>
  <inkml:trace contextRef="#ctx0" brushRef="#br0" timeOffset="175602.21">14911 9035 543 0,'0'0'61'0,"0"0"-29"0,0 0 62 0,0 0-8 0,0 0-23 16,0 0 35-16,168 4-23 15,-134-20-35-15,-3-4 14 16,3-4-7-16,-12-12-21 16,18-4-3-16,-15-9-22 15,-4 2-2-15,-8 6-31 16,-7 10-17-16,-6 14 17 16,0 14 26-16,0 3-1 15,-19 0 14-15,-15 0-22 16,-6 0-6-16,0 7-263 15,12 14-159-15</inkml:trace>
  <inkml:trace contextRef="#ctx0" brushRef="#br0" timeOffset="176286.43">15531 8722 570 0,'0'0'92'0,"0"0"-38"0,0 0 79 15,0 0-46-15,0 0-33 16,0 0-24-16,0 85-6 16,0-49-12-16,-12-5-22 15,0-2 20-15,5-14-10 16,-2 2 0-16,9-9 1 16,0-8-8-16,0 0 1 15,0 0 1-15,0 0 10 16,0 0-1-16,28 0-2 15,6 0 0-15,-9 0-2 16,15 0-20-16,-12-4-9 0,-6 4-40 16,-4 0-8-16,-5 0 9 15,8 0 33-15,-2 0-9 16,-3 0-18-16,-4 0 28 16,0 0 10-16,-5 0 2 15,-7 0 22-15,0 0 38 16,0 0 27-16,0 0 89 15,0 0-30-15,21-16-37 16,-8-20-51-16,21-5-26 16,-9-6 11-16,9 6-10 15,-6 5-6-15,6 4-4 16,-16 16-2-16,-5 8-17 16,-4 8 15-16,-3 0-22 0,0 0 6 15,7 5 19-15,2 31 2 16,-2 3 10-1,-7 10-12-15,0 7 1 0,-6-4-1 16,0-4 0-16,0-12 5 16,0-12-15-16,0-16-2 15,0-4-96-15,0-4-92 16,0 0 47-16,-12 0-230 16</inkml:trace>
  <inkml:trace contextRef="#ctx0" brushRef="#br0" timeOffset="176503.31">15854 8874 1016 0,'0'0'33'0,"0"0"-29"0,0 0 69 0,0 0 16 0,0 0-56 16,0 0-26-16,254-7-7 15,-201-1-7-15,-13 0-55 16,7 0-93-16,-26-4-333 16</inkml:trace>
  <inkml:trace contextRef="#ctx0" brushRef="#br0" timeOffset="186125.69">1777 10146 565 0,'0'0'84'0,"0"0"-76"0,0 0 2 0,0 0 87 0,0 0-56 0,0 0 58 16,0 0 13-16,-47-49-57 0,47 42-11 15,-6 7-6-15,0 0 23 16,-4-4-35-16,10 4 13 16,0 0-29-1,0 0 28-15,0 0-38 0,0 4 13 16,0 32-9-16,0 9-1 16,28 6 3-16,-15 14-1 15,-7 7-4-15,-6 12 8 16,0 16-9-16,0 21 7 15,0 23-11-15,0 12 6 16,0 4-2-16,-6 1 0 16,-13-13-2-16,-9-3-7 15,10-5 10-15,-10 9-7 0,9-5 6 16,4 0-8-16,8-8 10 16,1-11-6-16,6-29 3 15,0-20-7-15,0-24-10 16,0-19-21-16,0 11-10 15,0 8-69-15,0 20-13 16,-34 12-217-16,-37 5-202 16</inkml:trace>
  <inkml:trace contextRef="#ctx0" brushRef="#br0" timeOffset="186961.95">735 12745 573 0,'0'0'66'0,"0"0"-46"15,0 0-13-15,0 0 55 0,0 0 27 0,0 0 0 0,-81-20 0 16,81 20 2-16,0 0 11 16,0 0-33-16,0 0-41 15,0 0-26-15,0 0 1 0,0 0 3 16,19 0-6-16,43 0 5 16,56 8 23-16,43-4 1 15,53-4 22-15,40 0-3 16,59 0-31-16,4-8 2 15,14-17-19-15,-21 2 10 16,-55-1-8-16,-10 20-4 16,-10 4 2-16,-36 0-8 15,-16 4 4-15,-16 32-27 16,-21 4 22-16,-13 8-28 16,-18-8 18-16,-10 4-24 15,-24-23-14-15,-19-10-278 0,-62-7 4 16</inkml:trace>
  <inkml:trace contextRef="#ctx0" brushRef="#br0" timeOffset="188473.8">5212 9649 572 0,'0'0'112'0,"0"0"-107"0,0 0 34 0,0 0 93 15,0 0-47-15,0 0 15 16,-99 4-54-16,99-4 25 16,0 4-41-16,-9 0 30 0,3 3-35 15,-7 6-11 1,1 3-12-16,-4 12-2 0,16 0-2 15,0 4 2-15,0 0-6 16,0-4 16-16,10-4-7 16,36-7 2-16,1-6-10 15,5-11 15-15,23 0-11 16,-16 0 1-16,21-11 0 16,-21-42-8-16,-3-11 12 15,-16-12-15-15,-9-8 11 16,-15-1-4-16,-10 5-31 15,-6 24-5-15,0 15 23 16,-16 30 16-16,-21 11 1 16,-19 0 3-16,-3 20-3 15,-15 32 15-15,0 8-31 16,15 4 28-16,12-8-17 0,26-4 10 16,8-11 1-16,13-5 8 15,0-8-6-15,0-12-7 16,28-8 0-16,19-8 3 15,-1 0 3-15,7 0-14 16,-1 0 7-16,-11 0 0 16,-7 0 0-16,0 0 0 15,0 12 3-15,13 13-1 16,-1 11 3-16,7 8 3 16,-7 3-15-16,1-2 7 15,-7-6-9-15,0-6-35 0,-12-22-105 16,19-11-241-1,-19 0-71-15</inkml:trace>
  <inkml:trace contextRef="#ctx0" brushRef="#br0" timeOffset="188923.37">6015 9413 610 0,'0'0'135'0,"0"0"-23"0,0 0 75 0,0 0-97 16,0 0-48-16,0 0 12 0,31 0 6 15,3 23-32-15,13 1-4 16,-1 1-24-16,-5-2 4 16,5 6-2-16,-12-1-4 15,0 8-19-15,1-8-7 16,-17 4-59-16,-12-12-116 16,4 3-207-16</inkml:trace>
  <inkml:trace contextRef="#ctx0" brushRef="#br0" timeOffset="189407.16">6087 9922 271 0,'0'0'421'0,"0"0"-392"0,0 0 74 0,0 0 16 0,0 0-48 16,0 0-21-16,0 0-26 16,0 0 1-16,0-13 54 15,9-2 10-15,10-10-35 16,15-11-38-16,12-4 0 15,-6-8-16-15,7 7-1 16,6-6-5-16,-13 2-52 16,7 9-36-16,-20 9-73 0,8 10-48 15,-17 17-29 1,-18 0-129-16</inkml:trace>
  <inkml:trace contextRef="#ctx0" brushRef="#br0" timeOffset="189761.2">6688 9737 475 0,'0'0'107'0,"0"0"-85"16,0 0 56-16,0 0 24 16,0 0-26-16,0 0 51 15,133-40-42-15,-98 0-33 16,-14-5-5-16,-2-2 2 16,-4-2 8-16,-15 26-52 15,0 2 29-15,0 17-18 16,0 4 14-16,-49 0-30 15,-10 0-13-15,0 28-23 16,3 5 14-16,25 3-3 16,3-5-38-16,28-10-127 15,0 2-229-15</inkml:trace>
  <inkml:trace contextRef="#ctx0" brushRef="#br0" timeOffset="190888.53">840 13523 297 0,'0'0'230'0,"0"0"-168"0,0 0 9 0,0 0-3 16,0 0-21-16,0 0 43 15,-12 0-47-15,12 0 6 16,0 0 23-16,0 0-4 16,0 0-21-16,0 0-21 15,0 0 2-15,0 0-6 16,0-8 9-16,0-17-16 16,34-11 21-16,19-20-20 15,12-24 10-15,37-20-3 0,25-32-8 16,31-21 7-16,50-32-7 15,53-11 26-15,8-9-35 16,-8 5 4 0,-16 7-2-16,-50 21-16 0,-27 0 1 15,-1 15-3 1,-27 18-10-16,-13 14-14 0,-41 37 16 16,-17 31-20-16,-32 21 21 15,-15 16-20-15,18-4 25 16,-6 4 5-16,6-3 1 15,-9-2 6-15,10 14-3 0,-7 2 3 16,-6 1-107 0,-10 8-225-16,-18 0-294 0</inkml:trace>
  <inkml:trace contextRef="#ctx0" brushRef="#br0" timeOffset="195801.29">22905 4885 613 0,'0'0'168'0,"0"0"-159"0,0 0-9 0,0 0 32 15,0 0-32-15,0 0 4 16,0 0 14-16,-47 0 29 16,47 0 38-16,0 0 41 15,0 3-35-15,0 1-6 16,0-4-47-16,0 0 0 16,0 0-33-16,0 0 7 15,0 0-12-15,0 4 0 16,0-4-7-16,0 4 16 0,0-4-14 15,0 8 12 1,0 0-10-16,-18 5 8 0,18 2-10 16,-16-2-2-16,10-2 3 15,-6-2 0-15,5 2 4 16,-8 5-4-16,15-7 9 16,-6-1-14-16,6-8 19 15,0 0-18-15,0 0 11 16,28-20-6-16,46-29 3 15,31-18 0-15,4-10 0 16,-10-7 6-16,-12 12-12 16,-13-1 4-16,4 1-10 15,-16 13-55-15,-9 14-17 0,-32 21-10 16,-21 24-43 0,0 0-111-16,-68 12-40 0</inkml:trace>
  <inkml:trace contextRef="#ctx0" brushRef="#br0" timeOffset="196118.04">23085 4623 332 0,'0'0'0'0,"0"0"-63"0,0 0 44 0,0 0-58 16</inkml:trace>
  <inkml:trace contextRef="#ctx0" brushRef="#br0" timeOffset="196402.18">23085 4623 9 0,'142'0'327'0,"-142"0"-97"0,0 0-92 16,0 0 46-16,0 0-88 15,0 0-29-15,0 0-36 16,0 0 9-16,0 0-38 15,0 0 3-15,6 0 1 16,-6 0 34-16,35 0 23 16,-4 0-48-16,9-15 16 15,16-6-20-15,3-2-2 16,-13 7 1-16,-6 7-16 16,-21 5 6-16,-4 4-4 0,-15 0-4 15,0 0 8-15,0 0-5 16,0 8 11-1,0 24 10-15,-6 13-11 0,-50 23 2 16,-2-4-7-16,-1 0-28 16,18-8-100-16,13-28-236 15,16-15-293-15</inkml:trace>
  <inkml:trace contextRef="#ctx0" brushRef="#br0" timeOffset="202795.34">4803 15031 195 0,'0'0'297'0,"0"0"-262"0,0 0 3 0,0 0 49 0,0 0 10 15,0 0-30-15,0 0 26 16,0 0-16-16,0 0-5 15,0 0-33-15,0 0 2 16,0 0-13-16,-6 0-15 16,6 0 13-16,-6 0 12 15,-7 0 10-15,7 0-48 16,-10 0 25-16,-2 0-22 16,18 0 23-16,-13 8-26 15,13 4 0-15,0 0 4 16,0 8-9-16,0 4 0 15,0 0-3-15,0 0 6 16,31-7 4-16,-9-14-8 0,3 5 3 16,9-8-2-1,6 0 8-15,1-11-3 0,11-42 9 16,4-19-5-16,-3-8-4 16,-13-8 6-16,-6-1-12 15,-21 9-15-15,-13 8 7 16,0 11-28-16,0 22-10 15,0 23-25-15,-22 16 14 16,-24 0-20-16,-7 39 68 16,0 22-74-16,13 15 89 15,12 8 16-15,15-12 57 16,13-8 19-16,0-15-54 0,0-26-30 16,13-6-8-1,43-5-8-15,-4-12 1 16,7 0-5-16,-6 0 3 15,-6 0 18-15,-13 0-16 0,0 0 17 16,-6 0-11-16,3 24 2 16,-3 3 12-16,6-2-10 15,-10-1-3-15,11-7-14 16,-1-9-270-16,-6-5-123 16</inkml:trace>
  <inkml:trace contextRef="#ctx0" brushRef="#br0" timeOffset="203379.77">5746 14838 634 0,'0'0'117'0,"0"0"-71"0,0 0 181 0,0 0-133 0,0 0-33 0,0 0 6 16,288-220-58-16,-235 184 1 15,-7 0-5-15,-6 4-10 16,-5-1 1-16,-8 18-20 15,-8-1-80-15,-3 11-70 16,-16 5-160-16,0 0-106 16</inkml:trace>
  <inkml:trace contextRef="#ctx0" brushRef="#br0" timeOffset="203711.21">5826 14823 270 0,'0'0'347'0,"0"0"-319"15,0 0 13-15,0 0 94 16,0 0 22-16,0 0-59 15,81 28-27-15,-35-17 18 16,-12 6-40-16,13-6-41 16,-7 2 16-16,-6 2-23 0,-9-2 4 15,3-1-5 1,-16-4-4-16,10 0-11 0,-9-5-17 16,8 2-6-16,-8-5-89 15,5 0-27-15,-2 0-175 16,-16 0-134-16</inkml:trace>
  <inkml:trace contextRef="#ctx0" brushRef="#br0" timeOffset="204161.01">6474 14959 107 0,'0'0'197'0,"0"0"-64"0,0 0-29 0,0 0-28 16,0 0-5-16,0 0 10 15,214 3 12-15,-167-34-7 0,15-21 3 16,-16-1-52-16,-5-22-13 16,-14 1-19-16,-8-1 0 15,-19 3-5-15,0 16-7 16,0 15-13-16,0 22 20 15,-19 19 0-15,-49 0 11 16,-12 0-2-16,-7 36-7 16,12 11-4-16,16 2-33 15,25 2-105-15,16-15-78 16,18-3-125-16</inkml:trace>
  <inkml:trace contextRef="#ctx0" brushRef="#br0" timeOffset="205260.03">1749 15208 529 0,'0'0'186'0,"0"0"-88"0,0 0-20 0,0 0-36 0,0 0-38 16,0 0-3-16,40-13 31 16,-40 13 18-16,0 0 13 15,6 0-30-15,-6 0 2 16,22 21-21-16,3 15 59 16,3 12-55-16,0 7 18 15,-10 14-32-15,-2 7 18 16,2 12-15-16,-18 8 1 15,7 4 0-15,-1 10-1 16,-6 6-1-16,0 0-2 16,0 1 1-16,0-1 2 0,0 0-13 15,0-4 7 1,0 0-1-16,0 5 0 0,0-9 0 16,0 0-6-16,0 5 9 15,0 11-13-15,6-1 16 16,16 2-12-16,-22-4 3 15,6-25-19-15,-6-12-22 16,0-15-10-16,0-25-55 16,0-21-262-16,0-15-44 15</inkml:trace>
  <inkml:trace contextRef="#ctx0" brushRef="#br0" timeOffset="206059.77">800 17165 51 0,'0'0'543'0,"0"0"-387"0,0 0-5 0,0 0-3 0,0 0-125 0,0 0-9 15,62-9 20 1,25 9 55-16,40 0-8 0,25 0-27 16,37 0-11-16,31 0-25 15,25 0 27-15,9 0-41 16,1 0 13-16,-41 0-12 15,0 0-9-15,-25 0 4 16,-3 0-1-16,6 0-4 16,-3 0-15-16,-9 0 16 15,0 0-12-15,-7-8-18 16,-24 0 11-16,-22 0-36 16,-34-12-67-16,-34 0-114 15,-43 1-271-15</inkml:trace>
  <inkml:trace contextRef="#ctx0" brushRef="#br0" timeOffset="207374.81">908 15681 293 0,'0'0'15'0,"0"0"32"0,0 0-25 0,0 0 57 0,0 0-65 16,0 0-14-16,0-13 0 0,7 13 14 15,-7-3 18 1,0 3 17-16,0 0-18 0,0 0 47 15,0 0 26-15,0 0 51 16,0 0-49-16,0 0-60 16,0 0-38-16,0 0-1 15,6 0-7-15,6 0 1 16,10 3 13-16,3 13 9 16,3 4 26-16,6 5-14 15,6 2 22-15,7 1-29 16,-7 1-16-16,25 11 0 15,3 4-1-15,19 4 2 16,19 9-8-16,27-1-6 16,16-1 15-16,-4-2-22 15,-2-6 15-15,-25 6-8 0,-3-1 2 16,6 9 2 0,-7-6 23-16,-15 1-18 0,7 9 16 15,2-9-24-15,-2 0 9 16,15 0-4-16,0 4-7 15,18 1 2-15,-5 7 0 16,-7 4-2-16,6 9 5 16,-12-6-6-16,-19-3 6 15,10-8-9-15,-25-7 16 16,-7-17-20-16,-11-4 12 16,-23-8-6-16,-6-4 4 15,-9-4-2-15,-3 9 1 0,6 2 1 16,7 5 5-16,-1 9-1 15,-9-9 7-15,-3-4-10 16,-6-4 5 0,-10-8-6-16,-12-9 0 0,0-2-1 15,0-5 1-15,12-4-4 16,-12 8-33-16,16 1 19 16,3 2 10-16,-7 9-4 15,16-4 24-15,-10-4-12 16,4-4 0-16,-16-3-3 15,1-5 3-15,-7 0-19 16,0 0-36-16,0-5-109 16,-66-11-385-16</inkml:trace>
  <inkml:trace contextRef="#ctx0" brushRef="#br0" timeOffset="209738.77">7070 16599 398 0,'0'0'76'0,"0"0"-67"0,0 0 51 0,0 0 21 0,0 0 26 16,0 0 24-16,21-8-74 15,-2 8 26-15,-4 0-25 16,10 0 10-16,28 0-41 0,3 0 42 16,15 0-22-16,10 0-22 15,-7 0 5-15,13 0-10 16,12 0 25-16,10 0-23 15,12 0 18-15,6 0-22 16,6 0 1 0,13 0-2-16,15 0-5 0,13 0-6 15,12 0-5-15,21 0 11 16,1-8-10-16,6 8 19 16,6 0-14-16,7 0 22 15,2 0-24-15,4 0 10 16,8 0-14-16,26 8 0 15,6-8 4-15,15 0-4 16,7 4 3-16,-16 4-2 16,-3 8 12-16,-22 9-9 15,-27 6-8-15,-35-7 3 0,-25-4 0 16,-24 0-5-16,-32-4-4 16,-18 1 4-16,4-9-5 15,-20-8 2-15,19 0-23 16,-9 0 30-16,-16 0-20 15,-2 0-21-15,-35 0-51 16,-34 0-70-16,0 0-579 16</inkml:trace>
  <inkml:trace contextRef="#ctx0" brushRef="#br0" timeOffset="210721.39">9745 18255 348 0,'0'0'156'0,"0"0"-155"0,0 0 96 0,0 0-18 0,0 0 43 0,0 0 18 15,0 25-26-15,0-25-45 16,0 0 9-16,0 0 5 16,0 0-37-16,0-5-18 15,0-39-28-15,13-7 40 16,5-26-20-16,10-20-1 16,0-22-14-16,3-26-5 15,10-11 13-15,-1-21-3 16,0-7 16-16,-6-4-20 0,-6-13 6 15,-22-12-6-15,-6-12-12 16,0-7-12-16,0 7-15 16,0 32-3-16,0 25 19 15,0 40 13-15,0 36 4 16,0 12 8-16,0 0 5 16,19 11 2-16,9-7-15 15,6 4-17-15,-3 7-56 16,9 17-66-16,-18 32-77 15,-22 16-234-15</inkml:trace>
  <inkml:trace contextRef="#ctx0" brushRef="#br0" timeOffset="213552.33">7925 18103 205 0,'0'0'192'0,"0"0"-153"0,0 0 77 0,0 0-48 0,0 0 0 16,0 0-6-16,-18 24 104 15,18-24-27-15,0 0-60 16,0 0-44-16,0 0 31 15,0 0-38-15,0 0-8 16,0 0 8-16,0 0-21 16,0 0 10-16,0 0-15 15,0-8 18-15,0-8-17 16,0 0 6-16,0-1-5 0,0-2-4 16,0-13 1-1,0-4-1-15,0-8 0 16,12-5 6-16,1-7-13 0,8 4 15 15,-8 0-18-15,-1 8 17 16,10 7-15-16,-10 6 8 16,4-10 0-16,2-3 0 15,-5-16 2-15,15 0-8 16,-1-8 14-16,-2 7-20 16,3 10 17-16,-9 14-10 15,-4 9 5-15,4 8-1 16,-7 1 1-16,4-1-3 15,2-9 1-15,-5-3 4 16,9-4-6-16,5-13 4 16,-8 10 0-16,15 3-15 15,-15 11 10-15,2 6 6 16,-8-1-1-16,-7-5 2 0,22-7-2 16,-3-8 4-16,9 0 4 15,0-3-8-15,0-2 2 16,0 5-2-16,-3 7 0 15,-3 10-4-15,-9 3 2 16,2 4 2-16,-8 3-1 16,-1 2 4-16,-2-6-5 15,2 1 6-15,16-7-6 16,-3-2 12-16,9 1-11 16,-6 1 1-16,-4 6 0 0,-2 1-2 15,3 4 4 1,-10 0 4-16,4-3-6 0,3 2 7 15,-4-7-2-15,4-4-10 16,9 0 11-16,3 0-9 16,-6-1 3-16,3 14-6 15,-9-5 5-15,6 4 2 16,-3-1-4-16,2-2 12 16,-2-6-12-16,3 9 6 15,12-4-5-15,-12 0 2 16,-3 4-2-16,3 1 0 15,-3-2 2-15,-10 5-2 16,19 1 10-16,-3-6-16 16,4 1 16-16,-7-4-15 15,6 4 7-15,-10 4 0 16,4 0-4-16,-9 3 4 0,9 5 0 16,-10-3 1-16,10 0-3 15,6-2 4-15,-9-3 0 16,31 8 2-16,-16-8-4 15,13-1 0-15,-13 2 0 16,-15 3 2-16,3 0-2 16,6-4-3-16,-15 8 3 15,9-8-5-15,-3 3 16 16,9 2-16-16,0-5 11 16,6 4-9-16,0-9 3 15,7 5-1-15,-7 8-4 0,1-3 5 16,-1 3-3-16,-15 0 9 15,3 0-9-15,12 0 6 16,-12 0-3-16,-3 0 3 16,15 0-4-16,-12 0 1 15,18 0-1-15,-5 0-1 16,-1 0 4-16,6 11 7 16,-5 14-8-16,11-9 8 15,-11 0-8-15,5 0-1 16,1-8-1-16,-13-8 1 15,-9 8 2-15,15 0 1 16,-12 0 8-16,12 12-9 16,0 0 31-16,-5 1-28 0,-4-6 7 15,9 1-12-15,-6-8-1 16,6 8 1-16,-12-7 0 16,-3 2-3-16,3-6 8 15,0 15-12-15,-3-9 14 16,-10 9-7-16,10-7 4 15,3 7-2-15,-3-1-1 16,-10 2-1-16,10-1 0 16,3 0 2-16,-10-4-8 15,4 4 13-15,6-4 0 16,-9 9-5-16,9-2 7 16,-10-7-5-16,-5 8-2 0,2-7-2 15,-2-2 1 1,-1 1-5-16,16 0 8 0,0 12-9 15,-3 0 11-15,2 0-11 16,-2 5 11-16,3-9-4 16,-6 4 0-16,3-4 4 15,-4 4 0-15,-2-4-4 16,9 5 5-16,-3 2 1 16,3 2-7-16,0 3 9 15,-10 0-18-15,10-5 10 16,-3 2-2-16,-3-9 0 15,-4 4 0-15,4-8-1 16,-10-4 8-16,1 0-11 0,2 4 11 16,4 0-8-1,2 8 8-15,4 0-6 0,-3 1 0 16,-3-1 6-16,-7-5-7 16,3 1 0-16,10-4-2 15,-9 4 9-15,2 1-10 16,-5-2 13-16,2 10-12 15,4-1 4-15,-13 0 1 16,28 4 1-16,-12-8-3 16,3 1 0-16,3-6 4 15,-16-3-10-15,16 1 13 16,-3 2-12-16,-10 9 8 16,10 5-4-16,-3-5 0 15,-16-4 3-15,6-5-3 0,16-2 0 16,-15-1-1-16,2-4 9 15,-2 0-16-15,-13-4 21 16,12 4-19-16,0 1 11 16,4 6-5-16,-4 1 1 15,-6 1 2-15,10-10-3 16,-4-2 3-16,-5-2-9 16,-1-3 14-16,0 1-16 15,-6-6 17-15,0 2-15 16,16-2 6-16,-16 2 0 15,0-2-1-15,0 5 2 16,0-4-4-16,6 4 6 0,6 5-5 16,-6-1 10-16,1-1-6 15,-7-3 4-15,9 0-9 16,-9 1 3-16,0-1 0 16,0 3-1-16,0 6 4 15,0-5-8-15,12-5 12 16,-12 2-14-16,0-5 7 15,6 8-1-15,-6-4-9 16,7 0 5-16,-7 0-1 16,0-8 2-16,0 0 2 15,0 0-23-15,0 0-3 16,0 0-80-16,0-16-64 16,-25 12-853-16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1T22:01:57.5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20030 14032 834 0,'0'0'62'0,"0"0"-62"0,0 0 4 0,0 0-4 0,0 0 8 0,0 0 4 0,0 0-8 16,103 33 5-16,-97-33-7 16,0 0-1-16,-6 0 12 15,0 0 0-15,0 0 8 16,0 3-21-16,0-3 31 0,6 5-27 16,1 2 1-16,-1 1 1 15,15 16-9-15,4-4 3 16,3 16 0-16,19 8 24 15,-7 9-3-15,0 2-4 16,-6 2-16-16,7-9-2 16,-10-7-14-16,-3-10-34 15,12-6-105-15,-18-25-111 16</inkml:trace>
  <inkml:trace contextRef="#ctx0" brushRef="#br0" timeOffset="396.92">20210 15119 400 0,'0'0'144'0,"0"0"-91"0,143-257 42 0,-72 138-22 0,16-10-66 16,-6 9 7-16,-13 12-11 16,-9 27-6-16,-19 29-19 15,-12 19-4-15,-16 14-55 16,10 7-78-16,-16-9-74 16</inkml:trace>
  <inkml:trace contextRef="#ctx0" brushRef="#br0" timeOffset="1013.75">21354 14694 700 0,'0'0'214'16,"0"0"-148"-16,0 0 22 0,0 0-61 0,0 0-14 0,0 0-9 16,121-12 12-16,-62 4 10 15,-12 4 1-15,-1 0-11 16,-5 0-12-16,-1-4-4 15,6 4 2-15,-12 0-4 16,-21-4-30-16,21 0-7 16,-28-4-72-16,-6 4-22 15,0-5-70-15,0 2-180 0</inkml:trace>
  <inkml:trace contextRef="#ctx0" brushRef="#br0" timeOffset="1278.84">21100 14325 545 0,'0'0'308'0,"0"0"-300"16,0 0 21-16,0 0 4 0,0 0-11 16,0 0-7-16,214-64-7 15,-146 28-8-15,-15 8-17 16,0-1-77-16,-19 14-65 16,-16-1-230-16</inkml:trace>
  <inkml:trace contextRef="#ctx0" brushRef="#br0" timeOffset="2144.73">22564 13880 692 0,'0'0'267'0,"0"0"-221"0,0 0 15 0,0 0-60 16,0 0-2-16,0 0 5 16,28-36-10-16,-4 36 1 15,-2 0 0-15,-10 0 5 16,16 16 13-16,-9 7 16 16,3 15-21-16,-16 1 15 15,0 9-16-15,22-4-6 16,-9-8 9-16,9-4-20 15,-4-7 12-15,4-10-7 16,6-2-5-16,13-5-17 0,6-5 26 16,15 10 0-16,-3-1-6 15,-3 4 14-15,-16 12-1 16,-5 8-4-16,-29 12 1 16,-12 4 1-16,0 4 2 15,0-4 11-15,-28 4-17 16,-31 1 15-16,-9-5-14 15,-19-7 17-15,10-9-14 16,9-13 2-16,21-15 1 16,25-8-14-16,22 0 1 15,0 0-54-15,0-16-44 16,0-12-124-16,0 0-66 16</inkml:trace>
  <inkml:trace contextRef="#ctx0" brushRef="#br0" timeOffset="2694.21">23819 14517 519 0,'0'0'379'0,"0"0"-288"16,0 0-13-16,0 0-52 0,0 0-25 16,0-236 18-16,0 148-15 15,0-1-4-15,0 9 0 16,0 13-15-16,0 6 2 16,0 17-22-16,-6 11-8 15,0 18-35-15,-13 15 8 0,13 0-42 16,-15 12-243-1</inkml:trace>
  <inkml:trace contextRef="#ctx0" brushRef="#br0" timeOffset="2895.39">23627 14060 621 0,'0'0'218'0,"0"0"-217"16,0 0 67-16,0 0-29 16,0 0-30-16,0 0-7 0,202 5-2 15,-171-5-14 1,18 0-93-16,-24 0-30 16,-3-13-161-16</inkml:trace>
  <inkml:trace contextRef="#ctx0" brushRef="#br0" timeOffset="3926.98">24858 13467 572 0,'0'0'174'0,"0"0"-66"0,0 0-16 0,0 0-25 0,0 0-20 15,0 0 7-15,-115 269-41 16,63-201 11-16,-4-12-22 16,25 5 16-16,-3-18-10 15,21-11-8-15,13-4-3 16,0-4-13-16,0-7 5 16,13-9-15-16,21 7 17 15,19-15-19-15,-13 0 28 0,0 0 0 16,-6 0 1-16,-15 0 6 15,3 0-5-15,-10 0-2 16,-6 0 0-16,-6 0-5 16,6 0 8-16,1-8-6 15,8-4-11-15,-9-8 13 16,7 1-8-16,-13-2-25 16,6 21 27-16,-6 0-4 15,0 0 11-15,0 0 3 0,0 0 15 16,0 40-11-1,0 8 57-15,0 9-49 16,0 7 8-16,0 3-17 0,0 2-4 16,0 3 1-16,0-8 3 15,-6-12-12-15,6-24-2 16,0-11-20-16,0-9-89 16,0-8-53-16,0 0-83 15,12-8-80-15</inkml:trace>
  <inkml:trace contextRef="#ctx0" brushRef="#br0" timeOffset="4276.68">25004 14505 617 0,'0'0'190'0,"0"0"-104"0,0 0-17 0,0 0-43 0,0 0 59 15,0 0-17-15,226-280-18 16,-170 208-30-16,-16 12-5 15,-2 7-14-15,-17 17-2 0,-8 0-13 16,15 0-12-16,-16 12-9 16,0 7-29-16,4 6-13 15,-16 7-34-15,0-4-59 16,0 8-34-16,0 0-197 16</inkml:trace>
  <inkml:trace contextRef="#ctx0" brushRef="#br0" timeOffset="4509.52">25159 13972 669 0,'0'0'107'15,"0"0"-98"-15,0 0 52 0,158 217-17 16,-111-166-33-16,-13 6-6 15,6-4 2-15,-18-14-7 16,-10-3-8-16,7-8 7 16,-4-4-57-16,10-4-59 15,3-3-18-15,-9-9-120 16</inkml:trace>
  <inkml:trace contextRef="#ctx0" brushRef="#br0" timeOffset="5709.09">25767 13410 774 0,'0'0'97'0,"0"0"-30"0,0 0 0 16,0 0-54-16,0 0-8 16,0 0 18-16,0 0 27 15,173-28-22-15,-132 13-27 16,5 7 4-16,-27 8-2 0,-10 0-6 16,-9 15 10-16,0 21 12 15,0 13-11-15,0-10 3 16,0 10-3-16,-15-9-6 15,-10-4-4-15,25-8 7 16,0-4-13-16,0-12-17 16,0-8 24-16,0-4-15 15,25 0 9-15,21 0 3 16,28-8 4-16,-15-16-2 16,22 4 7-16,-19 0-11 15,-9 8-1-15,-13-8-40 16,-6 16-55-16,-15 0-89 0,-19 4-193 15</inkml:trace>
  <inkml:trace contextRef="#ctx0" brushRef="#br0" timeOffset="6224.59">26433 14040 803 0,'0'0'201'0,"0"0"-142"0,0 0 38 0,0 0-54 0,0 0-3 0,0 0-30 16,382 0-3-16,-302 0-7 15,-5-8-15-15,-29-8 3 16,1 4-32-16,-19 4-1 15,3 0-84-15,-16 0-77 16,-9-4-154-16</inkml:trace>
  <inkml:trace contextRef="#ctx0" brushRef="#br0" timeOffset="6990.2">27664 13623 148 0,'0'0'330'0,"0"0"-283"0,0 0-2 15,0 0-26-15,0 0 19 16,0 0-4-16,0 0 24 16,0 4-15-16,0-4 18 15,-12 20 21-15,-10 0-19 16,-3 13-28-16,-3-2-8 16,10 5 23-16,2-7-23 15,16 2-19-15,0-3-8 16,0-7 0-16,34 7-9 0,25-8 4 15,16-4 4 1,-1 4-27-16,25-8 24 0,-12 9 8 16,0-6 1-16,-19 1-2 15,-3 4 6-15,-24-4-7 16,-1 4 16-16,-18 9-8 16,-22 10 5-16,0 2 12 15,0 3-18-15,-62 4 1 16,-10 0-10-16,-8-8-5 15,-7-8-21-15,13-16 11 16,21-16-55-16,-3 0 0 16,25-28-85-16,-3-32-30 15</inkml:trace>
  <inkml:trace contextRef="#ctx0" brushRef="#br0" timeOffset="7174.34">27891 13683 654 0,'0'0'327'0,"0"0"-327"0,0 0-1 0,0 0-14 16,0 0 8-16,375-136-56 15,-276 87-119-15,-3 10-180 0</inkml:trace>
  <inkml:trace contextRef="#ctx0" brushRef="#br0" timeOffset="7591.52">28560 14305 558 0,'0'0'28'0,"0"0"42"15,0 0-1-15,0 0-20 16,0 0 80-16,0 0-9 16,121-124-40-16,-62 67-11 15,9-7-22-15,-9 5-8 16,-6 2-20-16,3 13-19 16,-10 4 0-16,-15-1-20 0,3 13 1 15,1 4-29 1,-8-4 5-16,-14 16-59 0,15-4 10 15,-28-4-88 1,0 16-32-16</inkml:trace>
  <inkml:trace contextRef="#ctx0" brushRef="#br0" timeOffset="7840.41">28722 13804 477 0,'0'0'362'16,"0"0"-329"-16,0 0 49 15,0 0-20-15,0 0 6 0,220 236-20 16,-168-192-48-16,1 1 17 16,-13-6-15-16,1-6-4 15,-13-1-18-15,-3-4-28 16,-4-5-44-16,-8-10-115 15,-1-5-182-15</inkml:trace>
  <inkml:trace contextRef="#ctx0" brushRef="#br0" timeOffset="27225.67">19897 16330 380 0,'0'0'91'0,"0"0"-73"0,0 0 4 0,0 0-5 0,0 0-8 16,0 0 8-16,0 0 33 16,0 0-12-16,0 0 38 15,0 0-14-15,0 0-5 16,0 0-26-16,0 0-5 0,0 0-23 15,0 0 7-15,0 0 2 16,0 0-5-16,0 0 11 16,0 4-18-16,0 0 18 15,0 1-14-15,0-2-8 16,0 10 3-16,0-10 1 16,0 5-18-16,0 1 2 15,6-6 7-15,16-3-13 16,-3 0 21-16,8 0 1 15,-8 0 30-15,9-3-28 16,6-38 38-16,-3-7-16 16,9-16 0-16,-12-8-22 0,-15 0 6 15,8 7-16 1,-21 9 2-16,0 12 1 16,0 13 10-16,0 1-18 0,-27 7 17 15,-20 3-8-15,13 16-6 16,-13 0-3-16,13 4 12 15,-6 0-19-15,9 40 13 16,-3 9 13-16,0 7-12 16,21-9 8-16,13-3-11 15,0-3 9-15,0-13-1 16,0-8 0-16,0-12-1 16,0-5-1-16,25-3-21 15,-3 0 12-15,-4 0 12 16,-2 0 3-16,3-3 1 0,-13-5 2 15,0 8-6-15,3 0-2 16,-3 0-9-16,1 11 4 16,11 22 7-16,-2 3 16 15,-4-3 12-15,1 3-26 16,8-9 6-16,-2 1-7 16,9-8 1-16,-10-4-1 15,-2-4-1-15,3-7-19 16,2-5-31-16,-2 0-3 15,3 0-29-15,-4 0-24 16,1-25-145-16</inkml:trace>
  <inkml:trace contextRef="#ctx0" brushRef="#br0" timeOffset="28009.49">20799 16182 226 0,'0'0'310'0,"0"0"-220"0,0 0 15 0,0 0-44 0,0 0-30 0,0 0 7 15,100 0 13-15,-73 0-29 16,14 0-19-16,-7 0 5 15,-9 0-8-15,-4-8-8 16,-8 0-28-16,15-4-30 16,-10-1-26-16,-11 2-42 15,8 11-62-15,-15 0-135 0</inkml:trace>
  <inkml:trace contextRef="#ctx0" brushRef="#br0" timeOffset="28274.57">20799 16182 418 0</inkml:trace>
  <inkml:trace contextRef="#ctx0" brushRef="#br0" timeOffset="28439.22">20799 16182 418 0,'34'-205'136'0,"-21"205"-72"0,9 0 24 15,-4 0 106-15,4 0-137 16,18 0-8-16,-15 0-15 16,9 0-5-16,0 0-11 15,-15 0-17-15,21 0-1 16,-12-4-14-16,-3 0 10 16,-10-4-36-16,10 8-3 15,-9-3-55-15,-4-2-39 0,0-7-58 16,-12 1-359-16</inkml:trace>
  <inkml:trace contextRef="#ctx0" brushRef="#br0" timeOffset="33188.6">21829 15524 307 0,'0'0'73'16,"0"0"-60"-16,0 0 63 0,0 0 9 0,0 0-15 15,-6-8-3-15,6 8-52 16,0 0-2-16,0 0-1 16,0 0 33-16,0 0-7 15,0 0-3-15,0 0-5 0,0 0-16 16,0-4-3-16,0 0-6 15,0 4 21-15,0-4-22 16,0 4 15-16,0 0 4 16,0 0-9-16,0 0 14 15,0 12-26-15,0 24-2 16,0 8 19-16,0 5-11 16,-22 10 4-16,9-7-12 15,-11 5 3-15,2-1-3 16,-6-12 9-16,9-7-5 15,7-10-4-15,-3-15 9 16,15-7-25-16,0-5 13 16,0 0-35-16,0 0-11 0,34 0 40 15,12 0 5 1,1 0 4-16,8 0-3 0,-17 0-5 16,2 0 7-16,-6-5-2 15,-12 2-2-15,-4-2-1 16,4 1 2-16,-16 4 4 15,1-4-4-15,-7-8 1 16,0 4-23-16,6-12 25 16,-6 0-16-16,0 1 7 15,0 2-29-15,0 1 36 16,0 8-7-16,0 5 10 16,0 3 0-16,0 0 0 15,0 0-4-15,0 0 9 16,0 0-10-16,0 0 14 0,0 11-9 15,0 25 9-15,0 4 31 16,0 12-2-16,0 0-19 16,0 4 8-16,0 1-14 15,-6-1 14-15,-7-8-27 16,4-4 30-16,9-3-27 16,0-5-6-16,0-9-2 15,0-7-35-15,0-20-80 16,0 0-153-16,0 0-296 15</inkml:trace>
  <inkml:trace contextRef="#ctx0" brushRef="#br0" timeOffset="33851.49">22985 16126 542 0,'0'0'49'0,"0"0"66"0,0 0-23 0,0 0-11 16,0 0-17-16,-6 208-19 15,6-172-7-15,0 0-21 16,0-3 14-16,-6-5-31 0,6-12 0 15,0-9-73-15,-6 14-43 16,-10-17-177-16</inkml:trace>
  <inkml:trace contextRef="#ctx0" brushRef="#br0" timeOffset="34584.8">23987 16194 126 0,'0'0'303'0,"0"0"-211"0,0 0 1 0,0 0-28 0,0 0 6 15,0 0 76 1,9-136-62-16,-9 67 14 0,6-11-57 15,7-9-2-15,-1-2-20 16,10-1-14-16,3 12 7 16,-16 16-10-16,-9 11-6 15,0 1 7-15,0 16-9 16,0 0-26-16,0 8 19 16,0 15-31-16,0 13-33 15,0 0 18-15,0 0-37 16,-9 0-76-16,2 16-90 15,-11 17-7-15</inkml:trace>
  <inkml:trace contextRef="#ctx0" brushRef="#br0" timeOffset="35233.96">24136 15969 214 0,'0'0'149'0,"0"0"-58"0,0 0-33 0,0 0-25 0,0 0-14 15,0 0 10-15,0-8 20 0,0-3-22 16,0-2 9-16,0 6-4 15,0-1 38 1,0 3-11-16,0 1-9 0,0-8-28 16,12 0-10-16,-6-4 6 15,22 4-11-15,-9 1 17 16,-4 6-24-16,4-3 7 16,-7 8 0-16,4 0-14 15,2 0 7-15,10 0-3 16,-3 0 1-16,3 24 2 15,0 1-2-15,-9-2-11 16,-4-2 6-16,-3 2 4 16,-12 5-3-16,0-7 6 15,0 10 0-15,0-6 8 16,-40-1 1-16,6-1 5 16,0-10-13-16,-6-1 34 0,9-1-23 15,-10-2-8 1,1-5-4-16,-7 8-1 0,13-8-36 15,6-4 5-15,10 0-35 16,18 0-10-16,0 0-39 16,0 0-208-16</inkml:trace>
  <inkml:trace contextRef="#ctx0" brushRef="#br0" timeOffset="35916.71">24939 16046 240 0,'0'0'354'0,"0"0"-341"0,0 0 42 0,0 0-13 0,0 0 8 16,0 0-6-16,198-13-25 15,-170 5-9-15,6 8-6 16,-15-3 4-16,9 3-2 16,-10-5-12-16,-11 5-7 15,14-4-16-15,-2-7-41 16,-4 6-28-16,4-3 7 16,-19 0-67-16,0 0-86 0</inkml:trace>
  <inkml:trace contextRef="#ctx0" brushRef="#br0" timeOffset="36133.68">24939 16046 204 0</inkml:trace>
  <inkml:trace contextRef="#ctx0" brushRef="#br0" timeOffset="36333.97">24939 16046 204 0,'52'-209'117'0,"-39"209"38"0,-1 0-40 16,4 0 61-16,2 0-129 15,-5 0-8-15,9 0 17 16,-4 0-5-16,16 0 16 16,-6 0-20-16,-3 0 4 15,3 0-40-15,12 0-3 0,-12 0-7 16,-3 0-1 0,3 0-5-16,-16 0-28 15,10 0-7-15,-10 0-26 0,1 0 9 16,-13 0-120-1,0-4-160-15</inkml:trace>
  <inkml:trace contextRef="#ctx0" brushRef="#br0" timeOffset="40113.17">25785 15905 391 0,'0'0'160'0,"0"0"-56"0,0 0-30 0,0 0-20 0,0 0-12 0,-12-11 17 0,12 11-3 16,0 0-19-16,0 0 19 16,0 0-9-16,0 0-1 15,0 0-34-15,0 0 8 16,0 0-15-16,0 0-5 0,0 0-2 16,46 0 2-16,1-5-2 15,15-3 10-15,-9 0-8 16,6-9 8-16,-13-2-16 15,22-5-11-15,-9 0-5 16,-12-9-78-16,-7 10-64 16,-18-1-202-16</inkml:trace>
  <inkml:trace contextRef="#ctx0" brushRef="#br0" timeOffset="40762.74">26421 15612 333 0,'0'0'243'0,"0"0"-181"0,0 0 5 0,0 0-21 0,0 0-40 0,0 0 21 16,0 56-19-16,0-48-8 16,0 0 5-16,6 5-5 15,28-9 8-15,13 4 13 16,15-8 15-16,-3 11-10 15,6-6 0-15,3 3-21 0,-9-8 0 16,-3 12 4-16,-10-1-12 16,-12 2 10-16,-15-9-14 15,-13 7 4-15,-6-2 3 16,0 3 13-16,0 3 7 16,0 18 9-16,0 3-28 15,-25 0 21-15,-9 0-18 16,6-3 3-16,3-10-7 15,-2-7-16-15,5-11 4 0,3-5-35 16,-9 0-33 0,4 0-42-16,8 0 30 0,-9-16-40 15,-9-12-316-15</inkml:trace>
  <inkml:trace contextRef="#ctx0" brushRef="#br0" timeOffset="41079.15">26622 15484 247 0,'0'0'487'0,"0"0"-466"0,0 0 0 0,0 0 5 0,0 0 6 15,0 0 60-15,152-52-23 16,-105 36-32-16,-19 8 10 16,6 0-31-16,-9-4-16 15,15 7-2-15,-6-2-64 16,-6-6-53-16,-9 5-103 15,-19 5-339-15</inkml:trace>
  <inkml:trace contextRef="#ctx0" brushRef="#br0" timeOffset="41977.38">27866 15950 233 0,'0'0'601'0,"0"0"-600"0,0 0 38 0,0 0 26 0,0 204-65 16,0-176-1-16,0 0-13 15,0 5-51-15,0 3-25 16,0 3-38-16,-16-11-161 16</inkml:trace>
  <inkml:trace contextRef="#ctx0" brushRef="#br0" timeOffset="42527.61">28579 15748 428 0,'0'0'21'0,"0"0"81"0,0 0-7 0,0 0-27 0,0 0 9 15,0 0 29-15,-180 221-53 16,174-173 16-16,6 1-16 16,0-5-22-16,0-4-25 15,12-13-4-15,29-10-2 0,-1 2 1 16,6-6-5-1,10-9 8-15,3 0 13 0,0-4-13 16,-3 0-3-16,3 0-1 16,-13-21 0-16,1-10-10 15,-7-5-7-15,-18 0-35 16,-4 3-56-16,-18 6-102 16,0 10-173-16</inkml:trace>
  <inkml:trace contextRef="#ctx0" brushRef="#br0" timeOffset="45141.57">29094 16118 347 0,'0'0'353'0,"0"0"-280"0,0 0 19 0,0 0-37 15,0 0-47-15,0 0 32 16,46 0 16-16,-30-5 7 16,9 2-15-16,2 3 12 15,1 0-26-15,-3 0-10 16,15-5-14-16,-5 2-9 0,-1-9-1 15,12 8-10-15,-12-5-10 16,-9-2-21-16,-9 6-5 16,-16-3-29-16,0 1-25 15,0-6-89-15,-16 2-112 16</inkml:trace>
  <inkml:trace contextRef="#ctx0" brushRef="#br0" timeOffset="45330.8">29094 16118 690 0</inkml:trace>
  <inkml:trace contextRef="#ctx0" brushRef="#br0" timeOffset="45424.33">29094 16118 690 0,'55'-168'51'0,"-30"168"9"15,9 0 17-15,13 0-27 16,6-9-69-16,-19 1-65 16,-6 5 32-16,6-2-24 15,-16 5-30-15,-11 0-100 0</inkml:trace>
  <inkml:trace contextRef="#ctx0" brushRef="#br0" timeOffset="46206.66">29918 15576 590 0,'0'0'107'0,"0"0"3"0,0 0-22 0,0 0-28 0,0 0-27 0,19 0-19 16,-7-3-10-1,10-2-4-15,12 2 19 0,3-5 11 16,4 8-12-16,-7 0-15 16,0 0-1-16,-6 8 15 15,-9 20-16-15,-7 11-1 16,-3 10 0-16,-9-5 6 15,0-13-5-15,0-3-1 16,0-15-3-16,0-5-2 16,0-4 4-16,6 0-1 0,1-4-21 15,11 0 10-15,-2 0-1 16,9 0 13-16,2 0 1 16,-2 0 8-16,3 0-3 15,6 20 17-15,-6 3 15 16,3 7-26-16,-15 1 33 15,2-3-32-15,-18 4 22 16,0 4-24-16,0 1 10 16,-6-5-20-16,-47-1 2 15,7-3 16-15,-10-7-15 16,10 3 3-16,5 0-6 16,-11 0-6-16,11-8-65 15,1-8 0-15,21-8-120 0,19 0-171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04T22:51:23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1817 10318 571 0,'0'0'61'0,"0"0"-48"0,0 0 46 0,0 0-4 0,0 0-31 0,0 0-10 16,0 0 37-16,-40 41 4 16,40-26 36-16,0 10-37 15,0-1-25-15,0-8-24 16,0-1 13-16,0-2-5 15,28-13-8-15,-4 0 15 16,11 0-5-16,-1 0 63 16,-10-5-50-16,11-22 6 15,-8-18-28-15,8-2 12 16,-11-9-18-16,-11-1-5 16,-13 5 0-16,0 4-16 15,0 20 7-15,-6 16-17 16,-41 12 25-16,1 0 6 15,-13 7-11-15,-3 34 11 0,3 7 0 16,25-4 1-16,15-3 6 16,19-10-14-16,0-15 19 15,0 12-24-15,31-15 9 16,19-13-3-16,-4 8-21 16,1-8 18-16,-7 0 8 15,-15 0-3-15,9 12 4 16,-6 4-1-16,-3 0-7 15,2-4 16-15,1 4-16 16,25-12-15-16,-13 0-95 16,1 3-197-16,-29 1-10 15</inkml:trace>
  <inkml:trace contextRef="#ctx0" brushRef="#br0" timeOffset="699.11">2232 9986 636 0,'0'0'186'16,"0"0"-160"-16,0 0 159 0,0 0-84 0,447 72-25 0,-292-40-32 16,-50 8-7-16,-24 16-27 15,-28 4 19-15,-41 20-22 16,-12 17 13-16,0-1-20 16,-53 0-29-16,-21-16-54 15,9-20-65-15,-16-32-283 16</inkml:trace>
  <inkml:trace contextRef="#ctx0" brushRef="#br0" timeOffset="2647.43">5073 8738 747 0,'0'0'114'0,"0"0"-101"0,0 0 37 0,0 0 21 0,0 0-11 16,0 0-2-16,59 0 19 16,-38 0-11-16,-14 0-25 15,-1 16-13-15,6 4-2 16,16 8-24-16,-9 13 1 15,-4-5-1-15,-15 3 9 16,13-3-22-16,-7-7 11 16,6-5-45-16,4-8-51 15,-4-4-76-15,7-4-244 0,-19-4-114 16</inkml:trace>
  <inkml:trace contextRef="#ctx0" brushRef="#br0" timeOffset="3148.38">5085 9413 165 0,'0'0'444'0,"0"0"-417"0,0 0 33 0,0 0 2 0,0 0-60 0,0 0 19 16,93-130 75-16,-59 83 54 15,13-9-104-15,-1-5 24 16,1 1-63-16,5 4-7 15,-11 7-17-15,-13 10-25 16,0 6-4-16,-10 18-58 16,-12 11 22-16,1 4-28 15,-7 0-21-15,9 0-160 16</inkml:trace>
  <inkml:trace contextRef="#ctx0" brushRef="#br0" timeOffset="3796.49">6046 9172 102 0,'0'0'568'0,"0"0"-480"0,0 0 10 0,0 0-24 0,0 0-12 0,0 0 3 15,168-13-9-15,-122 10-31 16,4-2-11-16,-19 5-1 15,3 0 8-15,0 0 2 16,-21 0-22-16,14 0-2 0,-8 0-8 16,-3 0-31-1,-16 0-51-15,0 0-60 0,0 0-77 16,0 0-58 0</inkml:trace>
  <inkml:trace contextRef="#ctx0" brushRef="#br0" timeOffset="3962.37">6046 9172 405 0</inkml:trace>
  <inkml:trace contextRef="#ctx0" brushRef="#br0" timeOffset="4079.74">6046 9172 405 0,'87'-205'336'0,"-78"205"-317"0,4 0 1 15,5 0 158-15,10 0-120 16,0 0-29-16,3 0-4 16,19-4-25-16,-13-5-3 15,3 2-73-15,16-1-165 16,-15-5-67-16</inkml:trace>
  <inkml:trace contextRef="#ctx0" brushRef="#br0" timeOffset="4779.16">7017 9180 443 0,'0'0'193'0,"0"0"-193"0,0 0 6 0,0 0-7 0,6 20 3 16,16-20 26-16,3 0 32 15,15 0 9-15,-18-17 76 16,24-10-40-16,-6-10-38 16,-9-3-52-16,19-16 0 15,-19-8-14-15,3 0-2 0,-6 0 0 16,-22 15-11-16,-6 13 1 16,0 20 11-16,0 12-4 15,-40 4 12-15,-13 0 31 16,-9 17-37-16,-3 22-4 15,-3 17-15-15,15-4 3 16,7 5-2-16,12-5 16 16,21 0 9-16,13-16-4 15,0-8 4-15,0-15-7 16,0-10-4-16,25-3-27 16,31 0 28-16,9 0-13 15,9 0 12-15,-9 0 2 16,4 0-4-16,-10 13 0 0,-4 7-31 15,-14 4 1-15,5-1-40 16,-15 2-28-16,3-1 26 16,-6-1 59-16,-3 10 11 15,-10-5-31-15,-15-12-129 16</inkml:trace>
  <inkml:trace contextRef="#ctx0" brushRef="#br0" timeOffset="5345.59">7745 9231 582 0,'0'0'58'0,"0"0"41"0,0 0 68 0,0 0-54 16,0 0-67-16,342-220 20 15,-262 172-51-15,-5 3-15 0,-29 9 3 16,-6 5-7-16,-9 3 4 16,-15 7-10-16,-10 9-18 15,0 4-47-15,-6 8-29 16,0 0-103-16,0 0 71 15,0 0-129-15</inkml:trace>
  <inkml:trace contextRef="#ctx0" brushRef="#br0" timeOffset="5595.28">7820 8743 816 0,'0'0'230'0,"0"0"-211"15,0 0 66 1,0 0-76-16,0 0 64 0,0 0-32 16,245 168 18-16,-165-116-36 15,1-8 13-15,-28 8-12 16,-19-11-24-16,-6-2 0 16,-10-6-6-16,-11-10 6 15,2-2-28-15,-9-18 11 16,0 6-38-16,6-9-30 15,7 0-188-15,-13-9-193 16</inkml:trace>
  <inkml:trace contextRef="#ctx0" brushRef="#br0" timeOffset="6228.35">8561 8582 160 0,'0'0'398'0,"0"0"-338"0,0 0 23 0,0 0 38 15,0 0-39-15,0 0 8 0,140-49-26 16,-100 49-6-16,-12 25-28 16,-22 14 33-16,-6 6-31 15,0 7-18-15,0-3 13 16,0-10-13-16,0-6-2 15,0-13-7-15,0-12-10 16,0 0 7-16,0-5-7 16,0-3-11-16,0 0-23 15,34 0 23-15,13 0 11 16,-1-3 3-16,-6-5 1 16,-15 0-19-16,3 4-57 15,-16 4-22-15,4 0-89 0,-4 0-38 16,-5 0 153-16,-7 0-45 15,0 0-213 1</inkml:trace>
  <inkml:trace contextRef="#ctx0" brushRef="#br0" timeOffset="6660.85">9302 8867 675 0,'0'0'293'0,"0"0"-135"0,0 0-28 0,0 0-63 16,0 0-43-16,0 0 3 15,47 20-27-15,-32 11 0 16,4 14 5-16,-7-5-4 0,10 8-2 15,-16-4 2-15,-6-8-6 16,6-3-10-16,-6-9-7 16,0-4-27-16,0-9-10 15,0 6-58-15,0-9-134 16,0 0-34-16,0 4-49 16</inkml:trace>
  <inkml:trace contextRef="#ctx0" brushRef="#br0" timeOffset="6912.38">9076 9075 320 0,'0'0'322'0,"0"0"-250"16,0 0 167-16,0 0-74 15,0 0-96-15,0 0-5 16,207-4-51-16,-160 4 4 16,-1 0-17-16,-5 0-16 15,-1 0-22-15,0-4-67 16,1-12-103-16,-17 4-222 16</inkml:trace>
  <inkml:trace contextRef="#ctx0" brushRef="#br0" timeOffset="7559.76">9879 8570 58 0,'0'0'783'0,"0"0"-678"16,0 0-41-16,0 0 11 15,0 0-49-15,0 0-22 16,25 0 14-16,2 27 27 15,1 14 40-15,-3 15-55 16,3 8 9-16,-16 4-25 16,1-7-8-16,-4-9-6 15,-3-4 3-15,7-12-8 16,-7-12 10-16,0 0-9 16,-6-16 7-16,0 0-6 0,0-8 0 15,0 0 1 1,0 0-8-16,0 0 4 0,16 0 3 15,-4-12-24-15,16-7 26 16,-3-2-5-16,-3 5 2 16,2 4-17-1,4 4 18-15,6 1-9 0,7 2 4 16,5 5-5-16,7 0-32 16,-7 0 40-16,-11 0-40 15,5 16 20-15,-15 9 10 16,-10 11 11-16,-9 3 8 15,-6 5 5-15,0 9 48 16,-34-6 18-16,-18-11-50 16,-1-3-2-16,-3-17-6 15,9-8-11-15,-5-8-12 0,-1 0-18 16,0 0 12-16,13 0-61 16,12 0-2-16,22-4-127 15,6-16-200-15</inkml:trace>
  <inkml:trace contextRef="#ctx0" brushRef="#br0" timeOffset="8109.45">10927 8903 470 0,'0'0'464'0,"0"0"-416"0,0 0 13 0,0 0-24 0,0 0-32 15,0 0 34-15,-34 56-38 16,15-23 36-16,-3 6 18 16,-9 9-17-16,3-4-22 15,1 0-8-15,-14 0-10 16,16-8 4-16,-2-3-4 16,20-13 5-16,-11-9-16 15,18-6-13-15,-10-5-7 16,10 0-11-16,-6 0-27 15,6 0-28-15,-12-16-82 0,-1-16-522 16</inkml:trace>
  <inkml:trace contextRef="#ctx0" brushRef="#br0" timeOffset="8326.6">10567 9043 582 0,'0'0'208'0,"0"0"-54"15,0 0-15-15,0 0-82 16,0 0-43-16,0 0-1 16,326 57-9-16,-280-34 7 15,-12 5-11-15,-12 1 32 0,-10-1-30 16,-5-5-2-16,5-7-14 16,-3-3-14-16,-2-9-107 15,-1-4-277-15,-6 0-195 16</inkml:trace>
  <inkml:trace contextRef="#ctx0" brushRef="#br0" timeOffset="8776.44">11535 8859 569 0,'0'0'220'0,"0"0"-99"0,0 0 42 0,0 0-98 16,0 0 0-16,0 0-37 0,46 169-16 16,-24-130-12-1,-16-3 6-15,0-8-6 0,0-3 0 16,-6 7-4-16,7-1 11 15,-7 2-16-15,0-5-6 16,9-8-13-16,-9-4-22 16,0-16-56-16,0 0-166 15,0 0 30-15,0 0-102 16</inkml:trace>
  <inkml:trace contextRef="#ctx0" brushRef="#br0" timeOffset="9043.03">11429 9108 376 0,'0'0'335'0,"0"0"-222"16,0 0 44-16,0 0-86 15,0 0-36-15,0 0-29 16,0-8 18-16,34 3 22 15,-3-3 28-15,16-4-47 16,-7 4-9-16,22-3-14 16,-9 2 0-16,6 5-8 15,-4-4-46-15,11 1-52 0,-4-2-88 16,3-3-122-16,-19 4 16 16,-5-4-40-16</inkml:trace>
  <inkml:trace contextRef="#ctx0" brushRef="#br0" timeOffset="9409.4">12217 8890 158 0,'0'0'429'0,"0"0"-349"16,0 0 56-16,0 0-22 15,0 0-2-15,0 0-50 0,6-16 37 16,-6 16-8-1,0 0-40-15,0 0-17 0,0 0 6 16,-19 13-13-16,-21 7-25 16,6 4 7-16,9 8-3 15,3 0-7-15,22 1 9 16,0 3-12-16,0 0 4 16,0 0 0-16,0-13-2 15,0 1-1-15,0-7 0 16,7-6-10-16,20-3 12 15,8-8-23-15,11 0 7 16,1 0 3-16,5 0 1 16,-5-24-5-16,-7 4-41 15,-6 1-19-15,-15 7-111 16,-19-1-236-16</inkml:trace>
  <inkml:trace contextRef="#ctx0" brushRef="#br0" timeOffset="13289.16">4183 10739 195 0,'0'0'353'0,"0"0"-319"0,0 0-12 0,0 0 73 15,0 0-3-15,0 0-34 16,0 0 7-16,0-11-26 16,0 11 12-16,0 0 11 15,0 0-12-15,0 0-24 16,0 0-15-16,0 0-10 16,0 16 6-16,0 4-6 15,0-9 6-15,0-3 4 0,0 1-1 16,0-5-7-1,6-4-1-15,22 0 7 0,-3 0-6 16,-4-16 12-16,20-28-9 16,-7-20-2-16,-3 3-4 15,-9-3-27-15,-16 16-4 16,-6 8-14-16,0 12-2 16,0 12 37-16,-13 4 0 15,-27 12 10-15,-28 0 22 16,9 15-10-16,-9 38-7 15,-7 11-3-15,16 1 18 0,19-1-10 16,15-17 3 0,25-14-3-16,0-10-7 0,0-10-6 15,25-10-7-15,28-3 8 16,3 0 2-16,3 0 5 16,-7-3-2-16,4-10 1 15,-9 13-4-15,-16 0 0 16,-10 0-4-16,-2 0 11 15,-4 16-14-15,4 1 15 16,3 2-23-16,2 6 13 16,11-1-4-16,-1 12-17 15,0-12-48-15,-3-3-230 16,3-13-60-16</inkml:trace>
  <inkml:trace contextRef="#ctx0" brushRef="#br0" timeOffset="13787.63">4924 10760 745 0,'0'0'115'0,"0"0"-87"0,0 0 89 0,0 0-82 0,0 0-21 16,0 0 23-16,108 4 2 15,-49-1-15-15,10-3-9 16,-17 0-11-16,7 0-4 16,-12 0-4-16,-19 0-47 15,-7 0-4-15,-8 0-115 16,-13 0-77-16,0 0-44 16</inkml:trace>
  <inkml:trace contextRef="#ctx0" brushRef="#br0" timeOffset="14057.6">4924 10760 768 0</inkml:trace>
  <inkml:trace contextRef="#ctx0" brushRef="#br0" timeOffset="14138.64">4924 10760 768 0,'80'-209'40'0,"-27"209"118"0,9 0-20 0,10 0-63 16,-4 0-75-16,-28-4-16 16,-6-15-78-16,0 2-133 15,-9 5-117-15</inkml:trace>
  <inkml:trace contextRef="#ctx0" brushRef="#br0" timeOffset="19831.97">5801 11008 185 0,'0'0'224'0,"0"0"-84"0,0 0-77 0,0 0 0 0,0 0 48 0,0 0 1 16,0 0-35-16,0 0-4 15,0 0-37-15,0 0-1 16,0 0-3-16,0 0 23 16,0 0-22-16,0 0 5 15,0 0-33-15,0-12 13 16,0-12-18-16,0-16 5 16,0-16 15-16,0-12-1 0,7-21-18 15,17 9 5-15,10 0-12 16,-6 4 5-16,-3 11-4 15,-15 6-22-15,2 18 23 16,-12 25-5-16,0 13 9 16,0 3 0-16,0 0 2 15,0 0 1-15,0 16 3 16,-12 7-12-16,-23 6-17 16,14 3 7-16,-4 4-1 15,3-4 6-15,4 4-35 16,-10-4-45-16,3 0-147 15,-9-16-605-15</inkml:trace>
  <inkml:trace contextRef="#ctx0" brushRef="#br0" timeOffset="20599.38">6670 11021 851 0,'0'0'273'0,"0"0"-265"0,0 0 98 0,0 0-57 16,0 224-37-16,0-180-12 15,-7-4-1-15,-21-4-17 0,16 0-23 16,-10-15-73-1,-9-1-260-15</inkml:trace>
  <inkml:trace contextRef="#ctx0" brushRef="#br0" timeOffset="21415.86">7959 11132 100 0,'0'0'261'0,"0"0"-70"0,0 0-134 0,0 0 12 0,0 0 20 0,0 0 18 15,0-8-2-15,0-31-28 16,0-2 7-16,0-15-36 16,0-16 18-16,0-20-43 15,0-13 1-15,7 1-24 0,21-4 3 16,-10 12-4-1,-2 11 8-15,-16 25-13 0,0 29 17 16,0 14-11-16,-16 17 0 16,10 0 0-16,6 0-19 15,-12 0-82-15,5 0-144 16,-14 25-161-16</inkml:trace>
  <inkml:trace contextRef="#ctx0" brushRef="#br0" timeOffset="21815.34">8152 10932 373 0,'0'0'185'0,"0"0"-173"16,0 0 9-16,0 0 21 15,0 0-32-15,0 0 24 16,300-77-33-16,-265 77 37 16,-8 0-2-16,-14 0 14 15,-7 0-17-15,-6 0-17 16,0 0 10-16,0 13 52 0,0 19 31 15,0-8-44 1,-6 1-13-16,-34-6 4 0,-7 6-11 16,-6-2-44-16,1 5 5 15,11-15-6-15,20-10 0 16,2-3-1-16,7-8-56 16,2-28-166-16,-21 0-380 15</inkml:trace>
  <inkml:trace contextRef="#ctx0" brushRef="#br0" timeOffset="22947.87">7786 11140 491 0,'0'0'73'0,"0"0"5"0,0 0-6 0,0 0 49 0,0 0 4 15,12-236-4-15,10 156-41 16,3-5-33-16,9 1-5 15,12 4-30-15,1 8-2 16,-7-8-1-16,0 8-18 0,1 3 4 16,-20 17-9-16,4 21-29 15,-12 18 41-15,2 13-41 16,-15 0-38-16,19 0-38 16,3 29-45-16,-10 2-10 15,-12 5-54-15</inkml:trace>
  <inkml:trace contextRef="#ctx0" brushRef="#br0" timeOffset="23495.44">8099 10876 91 0,'0'0'234'0,"0"0"-101"0,0 0-48 0,0 0-49 0,0 0-15 15,0 0-11-15,143-68-7 16,-112 64 4-16,-10 0-3 16,4 0-1-16,3 4-2 15,-9 0 18-15,9 0-14 16,-1 12 31-16,-8 12-10 15,3 4-24-15,-22-3 13 16,0 6-9-16,0-15 23 16,-10 9-14-16,-55 3 64 15,-21-5 17-15,-7 6 8 16,-22-6-47-16,16 2 10 0,24-9-18 16,16-8-17-16,31-8-32 15,16 0-2-15,-4 0 0 16,-2 0-45-16,-4 0-9 15,10 0-114-15,-13 0-26 16,16 0-45-16,-4 0-310 16</inkml:trace>
  <inkml:trace contextRef="#ctx0" brushRef="#br0" timeOffset="29091.55">8747 11117 551 0,'0'0'36'0,"0"0"-20"0,0 0-16 0,0 0 32 0,0 0 21 16,0 0 44-16,143 0 7 16,-119 0 0-16,-2 0-42 15,-3 0-19-15,2 0-23 16,4 0-11-16,-3 0 0 0,12 0-13 16,-9 0 6-1,3 0-4-15,-16 0-63 0,10 0-84 16,-22 0-85-1,0 0-46-15</inkml:trace>
  <inkml:trace contextRef="#ctx0" brushRef="#br0" timeOffset="29403.97">8747 11117 694 0</inkml:trace>
  <inkml:trace contextRef="#ctx0" brushRef="#br0" timeOffset="29492.78">8747 11117 694 0,'74'-153'95'0,"-27"153"-25"0,6 0 127 0,2 0-3 15,4-7-171 1,-18 7-19-16,-1-5-3 0,-6-3-1 15,-9-4-55-15,3-4-66 16,-28 8-226-16,0 8-143 16</inkml:trace>
  <inkml:trace contextRef="#ctx0" brushRef="#br0" timeOffset="30020.01">9665 10876 741 0,'0'0'163'0,"0"0"-37"0,0 0-33 0,0 0-42 16,0 0-33-16,12 4 34 15,29-4-25-15,11 5 4 16,-11-2-30-16,11-3-1 15,-11 4-3-15,5-4-11 0,-12 0-22 16,6 0-92-16,-12 0-128 16,-9 0-285-16</inkml:trace>
  <inkml:trace contextRef="#ctx0" brushRef="#br0" timeOffset="30674.33">10806 10571 461 0,'0'0'217'0,"0"0"-210"0,0 0 109 0,0 0-41 0,0 0-41 16,0 0 48-16,-40-24 6 15,15 24 4-15,-3 0-42 16,3 20-19-16,-15 13-17 16,-10 6-13-16,4 22 2 15,5 3 2-15,10 12-10 16,10 0 14-16,8-7-2 15,13-6-5-15,0-10-3 16,0-9 1-16,6-4-1 16,29-13-7-16,23 6 0 15,-5-17-2-15,-3-8-16 16,2-8 21-16,7 0-18 0,-6-8 13 16,-13-41 0-1,-6 2 10-15,-12-9 0 0,-22 4-27 16,0 11-3-16,0 18-2 15,-40 15 26-15,-16 8 6 16,-3 0 40-16,0 31-40 16,3 13 13-16,-2 17-3 15,23-6-2-15,17-2-8 16,12-9-1-16,6-8-54 16,0-12-181-16,18-15-274 15</inkml:trace>
  <inkml:trace contextRef="#ctx0" brushRef="#br0" timeOffset="36867.82">11714 11048 685 0,'0'0'158'0,"0"0"-126"0,0 0 62 16,0 0 11-16,0 0-65 0,0 0 17 15,0 0-6-15,16 0 5 16,-16 4-24-16,6 20-8 16,6 17-13-16,4 15-10 15,-10 19 15-15,-6-6-15 16,0-5-2-16,0-3-27 15,0-14-16-15,0-11-75 16,0-15-146-16,0-21-124 16</inkml:trace>
  <inkml:trace contextRef="#ctx0" brushRef="#br0" timeOffset="37467.94">13212 10651 494 0,'0'0'29'0,"0"0"-5"0,0 0 104 0,0 0 78 0,0 0-89 16,0 0-30-16,-167 29-30 16,120 2 12-16,-6 2-9 15,1 6-8-15,-10 10-26 0,9 4-5 16,6 11 4-16,13-1-23 15,22 1 8-15,12-3-4 16,0-17-12-16,0-13 9 16,0-6-6-16,46-9-3 15,7 0-11-15,15-12 6 16,25-4 4-16,-12 0 3 16,18 0-17-16,-12 0 1 15,-6-25-35-15,-1-14-27 16,-12-2-111-16,-21-3-142 15,-22 21-81-15</inkml:trace>
  <inkml:trace contextRef="#ctx0" brushRef="#br0" timeOffset="37987.53">13783 11081 436 0,'0'0'410'0,"0"0"-282"0,0 0-29 0,0 0-20 0,0 0-45 15,0 0-8-15,65 4-16 16,-53-4 14-16,16 11-5 16,0-6-14-16,-10-2-10 15,4-3 1-15,3 5-7 16,-3-5-76-16,-10 0-21 15,-6 0-159-15,-6 0-62 16</inkml:trace>
  <inkml:trace contextRef="#ctx0" brushRef="#br0" timeOffset="38203.17">13783 11081 201 0,'-81'-160'474'0,"81"160"-396"16,0 0 29-16,0 0 32 15,12 0-47-15,22 0-34 16,1 0-34-16,-4 0-12 16,-10 0-12-16,20 0-21 15,-17 0-57-15,4 0-103 16,0-17-192-16</inkml:trace>
  <inkml:trace contextRef="#ctx0" brushRef="#br0" timeOffset="38999.51">14697 10659 584 0,'0'0'106'0,"0"0"-41"0,0 0 65 0,0 0 2 16,0 0-78-16,0 0 3 15,-52 33-45-15,36-14 8 16,4 9-14-16,12 0 8 16,0 1 34-16,0-6-45 15,0-2-3-15,0-1-12 16,6-12 12-16,28 9-41 16,12-10 30-16,7 5 6 15,3-4-2-15,3 4 8 0,-6-4-1 16,-7 9 0-16,-6-2 3 15,1-3-12-15,-20 8 20 16,-2-8-22-16,-13 1 9 16,-6 6 2-16,0 1 6 15,0 5 22-15,-18 14 26 16,-23 5-41-16,-27 9 11 16,-3-1-21-16,-4-8 4 15,7-3 0-15,9-18-11 16,19-15 5-16,6-8-2 0,15 0-46 15,-9-36 10-15,28-16-27 16,0-12-252-16,0-8 42 16</inkml:trace>
  <inkml:trace contextRef="#ctx0" brushRef="#br0" timeOffset="39635.25">14725 10688 238 0,'0'0'142'0,"0"0"-85"0,0 0-26 0,0 0 86 16,0 0 40-16,0 0 34 16,-15-16-55-16,15 16-80 15,0 0 5-15,0 0-8 16,0 0-23-16,0 0-26 0,0 0 2 16,0 0-2-1,0 0 5-15,0 0 2 0,0 0-11 16,40 0 10-16,28-13 2 15,31-7 12-15,16-4-13 16,-3-8-22-16,2 0 8 16,-21 4-36-16,-24 4-90 15,-29 20-261-15</inkml:trace>
  <inkml:trace contextRef="#ctx0" brushRef="#br0" timeOffset="46526.67">1764 12629 737 0,'0'0'107'0,"0"0"-84"0,0 0 118 0,0 0-40 15,0 0-49-15,0 0 3 16,0 0 12-16,0 0 7 16,0-36-28-16,0-28-6 15,13-29-37-15,5-43-4 16,23-13 1-16,-1-12-7 0,-12 14-16 15,-10 22-7-15,-2 29 28 16,-16 32-30-16,0 31 20 16,0 22-6-16,0 11 2 15,0 0-79-15,-6 32-120 16,-22 12-383-16</inkml:trace>
  <inkml:trace contextRef="#ctx0" brushRef="#br0" timeOffset="46926.84">1836 12332 255 0,'0'0'307'0,"0"0"-285"16,0 0-4-16,0 0 28 16,0 0-23-16,0 0 3 15,269 15 39-15,-222-15-47 16,-22 0 33-16,3 0-16 16,-1 8 31-16,-2 13 28 15,3 3-29-15,-15 8-49 16,-13 0 18-16,0 8 16 15,0 0 21-15,-35 4-50 0,-23-15-13 16,5 7 19 0,-15-16-18-16,-7 8 9 0,-12-4-18 15,7-9-14-15,15-7-18 16,31-8 6-16,21 0-269 16,13-39-216-16</inkml:trace>
  <inkml:trace contextRef="#ctx0" brushRef="#br0" timeOffset="47360.68">2933 11943 585 0,'0'0'180'0,"0"0"-32"0,0 0-12 0,0 0-101 0,0 0 24 0,0 0-1 16,161 168-27-16,-136-99-9 16,-3-2 16-16,-10 18-23 15,-5-5 9-15,-7 9-21 16,0 3-6-16,-25 16-3 15,-43-4-39-15,-19-23-111 16,6-26-412-16</inkml:trace>
  <inkml:trace contextRef="#ctx0" brushRef="#br0" timeOffset="61897.46">4812 12216 341 0,'0'0'167'0,"0"0"-166"0,0 0 35 0,0 0 39 0,0 0-21 16,0 0-3-16,0 0-29 15,0 0 28-15,0 0 14 16,0 0 24-16,0 0-22 16,0 0-45-16,0 0 1 15,0 0 4-15,0 0-3 16,0 0-1-16,0-8 0 16,0 8-22-16,0-5 12 15,0 2-6-15,0-2-3 16,0 5-3-16,0 0-3 0,0 0 3 15,0 0 3 1,-9 0 3-16,-3 0-4 0,5 0-4 16,-5 0-2-16,6 0 3 15,-16 0-6-15,16 0-3 16,6 0 5-16,-13 0 4 16,-2 13 0-16,3-2 2 15,-7 9-7-15,3 8 15 16,4 1-26-16,0-6 24 15,-10-6-8-15,22 2 1 16,0-2-5-16,0 2 4 16,0 2-6-16,0 3 3 0,0 0 8 15,0 4-6 1,-12 0 2-16,12 0-5 0,0-4-2 16,0-4-9-16,0-4-3 15,0 4 18-15,0 1-13 16,0 2 7-16,0 2-3 15,12 7 20-15,-12-4-17 16,0 0 15-16,0 0-15 16,0 0 11-16,0 0-5 15,0 4 1-15,0 1-3 16,0 3-5-16,0 0 10 16,0-5-4-16,0 2 4 15,0-5 1-15,0-4-3 16,0-1 0-16,0-10 1 15,0-1 0-15,0-12-1 16,0 0-7-16,0 0-22 16,-12 8-89-16,-4 0-44 0,-3 0-32 15,-9 0-340-15</inkml:trace>
  <inkml:trace contextRef="#ctx0" brushRef="#br0" timeOffset="62546.42">4437 12897 201 0,'0'0'307'0,"0"0"-286"0,0 0-20 0,0 0 40 0,0 0-15 16,0 0 10-16,12-11 1 16,-12 6-3-16,0 2 76 0,0 3-18 15,0 0 22-15,0 0-55 16,0 0-13-16,0 0-27 16,0 0 3-16,7 0-22 15,8-5 5-15,-2 1 8 16,-1 0 14-16,3-3 7 15,4 2-25-15,9 2 2 16,-3-6-6-16,-3 5-10 16,18-4 1-16,-6 0-13 15,-3 4-67-15,-16 4-21 16,16-3-143-16,-21-2 0 16,-10 5-137-16</inkml:trace>
  <inkml:trace contextRef="#ctx0" brushRef="#br0" timeOffset="65577.61">5113 12981 213 0,'0'0'210'0,"0"0"-123"0,0 0-7 16,0 0 43-16,0 0-42 15,0 0 1-15,0 0-48 16,0 0 32-16,0 0-37 16,0 0 30-16,0 0-25 15,0 0-15-15,0 0 2 16,0 0-19-16,0 0 10 0,0 0-2 16,0 0 25-16,0 0-29 15,0 0 19-15,0 0-14 16,0 0 6-16,0-7-5 15,-15-1-11-15,2-8 5 16,-5 3-1-16,2-7-5 16,-3-11 2-16,4-14-4 15,9 1-3-15,-1-8 1 16,7-4-15-16,0-1-30 16,0 1-11-16,0 1-30 15,22 14-45-15,-3 13-93 16,-13 24 6-16</inkml:trace>
  <inkml:trace contextRef="#ctx0" brushRef="#br0" timeOffset="66427.42">5346 12789 124 0,'0'0'93'0,"0"0"35"0,0 0-2 0,0 0-67 0,0 0-23 16,0 0 7-16,0 20-14 16,0-20-4-16,6 5 6 15,-6-5 27-15,6 0-9 0,-6 0 2 16,9 0 37-16,-9 0-29 16,0 0-20-16,13 0-34 15,-13 0 4-15,0 0-1 16,0 0 1-16,12 0 2 15,-6 0 17-15,-6 0-1 16,16 0-18-16,-4 0 15 16,7-25 5-16,15 1-10 15,-12-1-19-15,-4-3 10 16,10-3-10-16,-15-2-2 16,-7-6-5-16,0-2-15 15,-6 17 13-15,0 4-34 16,0 8 34-16,0 12 1 15,0 0-3-15,-25 0 13 0,-15 0-8 16,-1 17-29 0,1 6-6-16,6-7-48 0,9 9 72 15,10-1 14 1,9 4-15-16,-7 0-64 0,13 8-106 16,-15-12-118-16</inkml:trace>
  <inkml:trace contextRef="#ctx0" brushRef="#br0" timeOffset="67025.42">5773 12416 317 0,'0'0'98'0,"0"0"-54"0,0 0 27 0,0 0-23 0,0 0 26 16,0 0 31-16,75 44-11 15,-41-16 33-15,-22 13-47 16,1 11 0-16,-13 7-11 15,0 10-35-15,0 0-12 16,0-2-14-16,-25-7-8 16,3-20-11-16,10-19-42 15,-4-21-86-15,16 0-287 16</inkml:trace>
  <inkml:trace contextRef="#ctx0" brushRef="#br0" timeOffset="68159.17">6347 12740 544 0,'0'0'62'0,"0"0"-27"0,0 0 9 16,0 0-40-16,0 0 22 0,0 0 61 16,16 0 20-1,-4 0-8-15,-12 0-36 0,0 0-34 16,6 0 1-16,0 0-22 16,16 0 7-16,-9 0 27 15,14 0 0-15,8 0-19 16,-17 0-23-16,-5 0 0 15,8 0-2-15,-15 5 0 16,13-5-6-16,-10 0-31 16,-9 0 2-16,19 0-33 15,-13 0-15-15,-6 0-118 16,0 0-18-16,0 0-189 16</inkml:trace>
  <inkml:trace contextRef="#ctx0" brushRef="#br0" timeOffset="68791.31">6381 12521 303 0,'0'0'263'0,"0"0"-146"0,0 0 44 0,0 0-58 16,0 0-26-16,0 0-62 15,6 0 12-15,4 0-7 16,15 0 25-16,-4 0 33 15,4 0-42-15,9 0-10 16,6 0-20-16,-12 0 4 16,13 0-6-16,-10 0-8 15,3-9-17-15,-22 1-31 0,4-8-88 16,-16 8-262-16</inkml:trace>
  <inkml:trace contextRef="#ctx0" brushRef="#br0" timeOffset="72505.34">7178 12645 239 0,'0'0'336'0,"0"0"-314"0,0 0 5 0,0 0 47 16,0 0 29-16,0 0-33 15,0 0 6-15,0 3-39 0,0-3 18 16,0 0 19-16,0 0 0 16,0 0-12-1,0 0-31-15,0 0-3 0,0 0-26 16,0 0-2-16,0 0 3 15,0 9-12-15,0-1 9 16,0 8-1-16,-15 7-7 16,8 10-7-16,7-1 14 15,-6 0-3-15,6 4-4 16,0-12 16-16,0-4-15 16,0-15 7-16,0 3-13 15,6-5-9-15,22-3 13 16,6 0 2-16,-3 0 7 15,3 0-4-15,7-11 16 0,-7-22-4 16,0-6-2-16,-9-10-7 16,-3-7 1-16,-10-5-7 15,-12 1-9-15,0 9-14 16,0 2-24-16,-12 25-73 16,-41 17 56-16,-9 7 18 15,-13 0 43-15,-11 31-14 16,33 18 24-16,6-2 68 15,19-2-20-15,28-9-38 16,0 3-10-16,0-6-112 16,0-13-401-16</inkml:trace>
  <inkml:trace contextRef="#ctx0" brushRef="#br0" timeOffset="73553.42">7631 12015 127 0,'0'0'335'0,"0"0"-260"0,0 0-37 0,0 0-21 16,0 0 12-16,0 0 11 16,6 0 10-16,-6 0 33 15,9 0-23-15,-3-8-2 16,13-4-2-16,3-8 21 15,3-1-56-15,9 10-8 16,-6-1-9-16,-4 4-8 16,-8 0 4-16,-4 8-11 15,-12 0 10-15,7 0-28 16,-7 16 27-16,0 32 4 16,0 16 12-16,-19 1-14 15,-15-9-16-15,0-17-4 16,21-14-1-16,13-17 16 0,0-8-31 15,0 0 23-15,13 0 13 16,33 0 15-16,16-12 35 16,10-4-5-1,-4-1-38-15,-9 1-7 0,-13 8-5 16,-24 0-56-16,-10 4-62 16,-12 4-182-16</inkml:trace>
  <inkml:trace contextRef="#ctx0" brushRef="#br0" timeOffset="78483.11">8133 12717 283 0,'0'0'102'0,"0"0"-4"0,0 0 17 0,0 0-25 16,0 0-5-16,0 0-42 16,0 0 37-16,0 0-23 15,0 0-2-15,0 0-5 16,0 0-14-16,0 0 4 16,0 0 7-16,0 0 13 15,0 0-43-15,0 0 19 16,0 0-26-16,0 0 17 15,0 0-6-15,0 0-8 0,0 0 2 16,0 0-8-16,0 0 6 16,0 0-9-16,0 0-8 15,28 0 5-15,3 0-5 16,9 0 8-16,16 0-4 16,-16 0 0-16,-2 0-5 15,2 0 3-15,-6 0-26 16,-6 0 8-16,-3 0-51 15,-16 0-70-15,-9 0-279 16</inkml:trace>
  <inkml:trace contextRef="#ctx0" brushRef="#br0" timeOffset="79248.95">9017 12304 193 0,'0'0'403'0,"0"0"-396"0,0 0 50 0,0 0 34 0,0 0-50 0,0 0-11 16,-96 184 31-16,89-135-24 16,1-5 5-16,6 4 6 15,0-4-1-15,0 8-33 16,0-8-7-16,0-4 12 16,22-4-18-16,-3-3 0 15,8-10-1-15,-2-7-6 0,3-8-13 16,-9-8 17-1,2 0-29-15,-8 0 18 0,-1 0 8 16,-2-20 1-16,-10 1-1 16,0 2 6-16,0 1-12 15,0 0 6-15,0 0 2 16,0 4-44-16,-10 4-125 16,-15 4 78-16,-2 4 49 15,2 0 45-15,-9 24 103 16,0 16-64-16,6 0-11 15,15-8-23-15,13-15-5 16,0-17-127-16,6 0-126 16,41 0-161-16</inkml:trace>
  <inkml:trace contextRef="#ctx0" brushRef="#br0" timeOffset="80034.45">9376 12765 981 0,'0'0'150'0,"0"0"-32"0,0 0-31 0,0 0-29 0,0 0-49 0,0 0-9 16,28 0-3-1,-15 0-37-15,-7 0-38 0,-6-8-167 16</inkml:trace>
  <inkml:trace contextRef="#ctx0" brushRef="#br0" timeOffset="85377.66">9879 12544 551 0,'0'0'99'0,"0"0"-79"0,0 0 41 0,0 0-30 0,0 0-31 16,0 0 11-16,0 0-11 15,0-15 19-15,0 15 63 16,0 0 40-16,0 0-50 16,0 0-38-16,0 0-30 15,0 0 20-15,0 0-22 16,0 0 16-16,0 0-7 16,0 0 2-16,0 0-13 15,0 0 0-15,0 0-2 0,0 0 10 16,-16 15-16-1,10 6 8-15,-13-2-4 0,19 6-10 16,0-5 11-16,0 16-3 16,0-8 5-16,0 0-2 15,0-1 0-15,19-2-1 16,21-1 0-16,7-4-1 16,-7-4-11-16,-6-4 5 15,-6-4-6-15,-22-3 16 16,13-5-6-16,-13 0-25 15,-6 0 29-15,16 0 2 16,-4 0-12-16,1-37 9 16,8-3 1-16,4-16-18 15,-3 4-25-15,-10-4-15 0,-6 15-48 16,-6 9 62-16,0 4-17 16,0 16-13-16,-40 4 62 15,-6 0-18-15,-1 8 26 16,0 0 1-16,7 16-4 15,0 24 10-15,-7 0 2 16,7 5-2-16,-6-9-1 16,33-8-2-16,7-9-250 15</inkml:trace>
  <inkml:trace contextRef="#ctx0" brushRef="#br0" timeOffset="87741.86">10800 12552 255 0,'0'0'136'0,"0"0"-134"0,0 0 114 0,0 0-60 0,0 0-10 0,0 0 27 16,-19-12 60-16,19 12-44 15,0 0 33-15,0 0-42 16,0 0-24-16,0 0-19 16,-15 0-9-16,15 12 4 15,-13 4-27-15,1 17 15 16,-4-5-19-16,16 0 6 16,-12 4-2-16,12 0-7 15,-13 4 2-15,7 4-4 16,-15 0 3-16,21-4-16 0,-13-4-6 15,13-12-81 1,-12-8-65-16,12-4-274 0</inkml:trace>
  <inkml:trace contextRef="#ctx0" brushRef="#br0" timeOffset="88196.4">10487 12841 403 0,'0'0'87'0,"0"0"-78"0,0 0 47 0,0 0-5 0,0 0 6 16,0 0 55-16,65 0 23 15,-37 0 3-15,-1 0-103 16,14 0 10 0,-16-4-43-16,2 0-1 0,-2 0-2 15,9 4-12-15,-12 0-17 16,3 0-40-16,-10 0-54 16,-2 0-100-16,-13 0-87 15</inkml:trace>
  <inkml:trace contextRef="#ctx0" brushRef="#br0" timeOffset="89058.36">11407 12424 261 0,'0'0'214'0,"0"0"-157"0,0 0-23 0,0 0 2 0,0 0-13 16,0 0 1-16,0 0 26 15,0 0 57-15,0 0 10 16,0 4 6-16,0 4-98 16,0-4-7-16,0 13-18 15,-6-2-1-15,-12 1 0 0,-4 0 2 16,16 1 4-1,-13-9-3-15,19 3 1 0,0 1-3 16,0 1 0 0,0-2-14-16,0 1 0 0,12 1 14 15,16 3-5-15,-3-4 0 16,-12 4 10-16,21-4-11 16,-6-1 13-16,-10-6-15 15,10 11 4-15,-9-12-1 16,2 12 2-16,-8-4 1 15,-7 0-5-15,16 3-5 16,-22 2 12-16,0 7-1 16,0 1-1-16,0-2 4 15,-22 1 2-15,-9-4 1 0,3-4-6 16,0-8 1-16,3-8-25 16,-9 4-54-16,0-4-246 15,-6 0-50-15</inkml:trace>
  <inkml:trace contextRef="#ctx0" brushRef="#br0" timeOffset="89640.73">11550 12400 262 0,'0'0'317'0,"0"0"-305"0,0 0 45 0,0 0 89 15,0 0-46-15,0 0-86 16,12 8 13-16,-12-8 45 16,7 0-12-16,-7 0-1 0,12 0-13 15,10 0-24-15,-4 0-15 16,10 0 5-16,0 0-9 15,-9 0-3-15,9 0-24 16,-16 0-18-16,-6 0-49 16,-6 0-221-16,0 0-173 15</inkml:trace>
  <inkml:trace contextRef="#ctx0" brushRef="#br0" timeOffset="92271.04">17336 6909 148 0,'0'0'92'0,"0"0"-92"0,0 0-80 0,0 0 0 16</inkml:trace>
  <inkml:trace contextRef="#ctx0" brushRef="#br0" timeOffset="95418.67">6387 14197 661 0,'0'0'42'0,"0"0"2"0,0 0 45 0,0 0-54 0,0 0 24 15,0 0 61-15,0 0-64 16,115 0 49-16,-81 12-46 15,0-1-9-15,-3-6-44 16,-3 7-6-16,0-9-1 16,-9-3-25-16,2 0-2 0,-14 0-64 15,-1 0-38 1,-6 0-225-16,0 0-88 0</inkml:trace>
  <inkml:trace contextRef="#ctx0" brushRef="#br0" timeOffset="95596.42">6387 14197 19 0</inkml:trace>
  <inkml:trace contextRef="#ctx0" brushRef="#br0" timeOffset="95735.46">6387 14197 19 0,'-99'-157'489'0,"99"157"-450"0,6 0 5 0,16 0 278 16,3 0-193-16,9 4-5 16,13 0-21-16,-1 5-57 15,-6-1-36-15,22-8-10 16,-9 0-6-16,-6 0 0 15,-1 0-21-15,-6 0-16 16,-12 0-103-16,-15 0-262 16</inkml:trace>
  <inkml:trace contextRef="#ctx0" brushRef="#br0" timeOffset="98082.97">7463 13932 68 0,'0'0'447'0,"0"0"-385"0,0 0-39 0,0 0 43 16,0 0 10-16,0 44-11 16,-6-32 58-16,0 1-8 0,0-6-36 15,0 1-38 1,-1 5 9-16,7 6-40 0,0 1-10 15,0 5 0-15,0-1-3 16,0-4 0-16,0 3 6 16,0-2-12-16,13-1 11 15,5 4-7-15,4-9 5 16,-3 2-2-16,-4-9-6 16,-2-8-28-16,5 0 30 15,4 0-8-15,6 0 8 16,3 0 12-16,3-32-8 15,6-12 12-15,0-8-20 16,-5-12 10-16,-1-5-14 0,-16-3 10 16,-5 8-81-1,-13 7-9-15,0 18-42 0,0 19 61 16,0 7-49 0,-13 13 85-16,-33 0 39 0,12 13-2 15,-19 23 2-15,0 12 0 16,-9-4 0-16,10 8-145 15</inkml:trace>
  <inkml:trace contextRef="#ctx0" brushRef="#br0" timeOffset="101597.47">8313 14193 317 0,'0'0'255'0,"0"0"-240"0,0 0 22 0,0 0-37 16,0 0 7-16,0 0-4 15,0-17 15-15,0 17-4 16,0 0 9-16,0 0 32 0,0 0-15 16,0 0 48-16,0 0-4 15,0 0 3-15,0 0-34 16,0 0-9-16,0 0-14 15,0 0-18-15,0 0 12 16,0 0-17-16,0 0 29 16,0 0-12-16,0 0 18 15,0 0-22-15,0 0 8 16,0 0-28-16,34 0 3 16,6 0-6-16,7 0 7 15,6 0-4-15,-13 0 3 16,13 0-6-16,-4-3-36 0,-24-2-23 15,3-3-121 1,-16 1-309-16</inkml:trace>
  <inkml:trace contextRef="#ctx0" brushRef="#br0" timeOffset="102145.4">8961 14181 307 0,'0'0'258'0,"0"0"-240"0,0 0-2 0,0 0 5 0,0 0-17 15,0 0-3-15,0 96 30 16,6-76-27-16,10-3 42 16,2-2 12-16,10 1 11 15,0-8-57-15,-3-8 12 16,9 8-4-16,0-8 10 16,-3 0-25-16,3 0 14 15,-6 0-13-15,19-11 3 16,-13-34 13-16,0-12 5 15,-16-10-24-15,1 3-3 16,-10-1-33-16,4 14-44 16,-7 10-81-16,-6 13-27 15,0 20-51-15,0 8 114 16,-47 0 117-16</inkml:trace>
  <inkml:trace contextRef="#ctx0" brushRef="#br0" timeOffset="103329.35">8995 14145 132 0,'0'0'177'0,"0"0"-150"0,0 0 22 0,0 0-30 15,0 0-18-15,0 0 86 16,0 64 5-16,0-48-7 16,0-4 0-16,0-1 3 15,0-2 15-15,0-1-42 16,12 4-15-16,10 0-44 0,-9 0 7 15,8-8-6-15,4 11 4 16,-3-6-7-16,12 3-3 16,-9-8-1-16,9 1 8 15,0-5-5-15,-9 0 1 16,3 0-6-16,6 0 6 16,-9-36 1-16,9-17-1 15,-13-7-2-15,4-9-3 16,-3 5 3-16,-16 4-4 15,6 24-21-15,-12 8 11 16,0 8-4-16,0 0 8 0,-12-4-57 16,-41 4 7-1,13 4-107-15,-16 16 39 0,16 0-24 16,9 0 119-16,-3 24-119 16,6 24 154-16,9 8 6 15,-2-4-6-15,8 4-108 16</inkml:trace>
  <inkml:trace contextRef="#ctx0" brushRef="#br0" timeOffset="105294.62">10393 14001 504 0,'0'0'352'0,"0"0"-318"0,0 0 42 0,0 0 17 16,0 0-37-16,0 0-39 15,0 20 10-15,0-1-7 16,0 1-16-16,0 8-8 0,0 1 8 16,0 7-12-16,0 0 14 15,0 8-15-15,0-4 17 16,0 4-17-16,0 0-3 15,0-4-11-15,0-8-1 16,-15-12-42-16,3-7 16 16,12-13-20-16,0 0 39 15,0 0-21-15,0 0 15 16,0 0-73-16,0-21-31 16,0-10-359-16</inkml:trace>
  <inkml:trace contextRef="#ctx0" brushRef="#br0" timeOffset="105560.56">10158 14173 142 0,'0'0'153'15,"0"0"-103"-15,0 0 154 16,0 0-91-16,0 0 53 15,0 0 17-15,62-44-70 16,-37 44-8-16,9 0-30 16,6 0-46-16,7 3-12 15,-1-3-17-15,1 0-4 0,-1 0-19 16,-6-8-40-16,-5 4-63 16,5 1-241-16,-12 3-78 15</inkml:trace>
  <inkml:trace contextRef="#ctx0" brushRef="#br0" timeOffset="106325.63">11066 13944 194 0,'0'0'384'0,"0"0"-344"0,0 0 5 0,0 0 72 15,0 0-61-15,0 0-9 16,0 0 3-16,0 0 8 16,0 0 21-16,0 0-7 15,0 13-27-15,0-13 16 16,0 0-50-16,0 3 11 16,0 1-15-16,0-4-6 0,0 4-2 15,0-4 4 1,10 0-6-16,-10 0 8 0,6 0-10 15,-6 0 5-15,25 8-1 16,-4-4-2-16,13 4 3 16,4 0-2-16,-4-3 5 15,0 2-6-15,-6 14 6 16,-10-6-8-16,4 6 15 16,3-2-17-16,3 6 10 15,-10-10-4-15,-11-2 1 16,8 10-3-16,-15-7-1 15,0 9 8-15,0 11-7 16,0 4 7-16,0 8-8 16,-22-4 7-16,-9-8-8 15,3-8-3-15,1-11 2 0,-14-17-18 16,1 0-9-16,-7 0-1 16,-5-9-40-16,5-15-47 15,7 1-159-15,6-6-145 16</inkml:trace>
  <inkml:trace contextRef="#ctx0" brushRef="#br0" timeOffset="106692.66">11221 13796 396 0,'0'0'55'0,"0"0"-55"0,0 0-141 0,0 0-51 16,0 0 192-16,0 0 53 15,59-44 185-15,-59 44-37 16,0 0 23-16,0 0-4 15,10 0-140-15,-4 0-53 16,-6 0 23-16,0 0-30 16,12 0 10-16,1 0-18 15,2 0 6-15,4 0-6 16,9 0-12-16,-10 3-3 0,10-3-45 16,-9 0-74-16,-4 0-230 15,-15 0-245-15</inkml:trace>
  <inkml:trace contextRef="#ctx0" brushRef="#br0" timeOffset="107343.01">11863 14325 712 0,'0'0'289'0,"0"0"-163"0,0 0 4 0,0 0-98 0,0 0-8 0,0 0-19 16,0 0 14-16,19 0-8 16,9 0 2-16,6 0-10 15,6 0 2-15,7 0-10 16,-13 0-7-16,-3 0 10 16,-3 0-50-16,-10 0 25 15,4 0-64-15,-10 0-66 16,-5 0-187-16,-7 0-3 15</inkml:trace>
  <inkml:trace contextRef="#ctx0" brushRef="#br0" timeOffset="107482.65">11863 14325 833 0</inkml:trace>
  <inkml:trace contextRef="#ctx0" brushRef="#br0" timeOffset="107562.06">11863 14325 833 0,'0'-224'43'0,"0"224"38"0,28 0 21 16,25 0-80-16,0 0-33 16,-19 0-35-16,6-13-93 0,-15 5-77 15,-4 1-198 1</inkml:trace>
  <inkml:trace contextRef="#ctx0" brushRef="#br0" timeOffset="108325.42">13107 13968 605 0,'0'0'232'0,"0"0"-216"0,0 0 99 0,0 0-87 0,0 0 1 15,-35 16-2-15,1-4 5 16,16 13 2-16,-4 2 10 15,-3-2 17-15,19 6-23 16,-3-15-10-16,9 1-23 16,0-1-5-16,0-4-4 0,0-1 1 15,28-3-4 1,12 5 3-16,6-1 3 0,7 4 2 16,9-1-6-1,-3 6 13-15,3-9-16 16,-3-1 20-16,-6 2-22 0,-13-5 10 15,-12 7-5-15,-9 10-26 16,-19-1 14-16,0 16 16 16,0 1 1-16,0-2 24 15,-7-6-19-15,-21-14-5 16,-3-7 4-16,-3-7-8 16,13-5-22-16,-10 0-82 0,-3-12-47 15,-7-12 26 1,-11-1-282-16</inkml:trace>
  <inkml:trace contextRef="#ctx0" brushRef="#br0" timeOffset="108790.78">13094 14065 559 0,'0'0'167'0,"0"0"-104"0,0 0 39 0,0 0-38 0,0 0-47 16,0 0-3-16,-15 3 54 15,15-3-35-15,0 0 39 0,28 0 1 16,12 0-4-16,25 0-29 16,16 0-14-16,12 0-26 15,9 0-1-15,-15-28-17 16,-28-4-107-16,-25 4-513 16</inkml:trace>
  <inkml:trace contextRef="#ctx0" brushRef="#br0" timeOffset="110888.54">15627 13651 386 0,'0'0'255'0,"0"0"-196"0,0 0 131 0,0 0 0 0,0 0-136 15,0 0-21-15,0 0 31 16,-34 0-28-16,13 0 7 16,-4-24-27-16,-9-16 6 15,0-24-20-15,-1-12 1 16,23-25 0-16,6-15-5 15,6 0 2-15,0-1-10 16,34 6 3-16,31 18-13 16,3 17-14-16,-15 16-122 0,0 35-304 15</inkml:trace>
  <inkml:trace contextRef="#ctx0" brushRef="#br0" timeOffset="111525.37">16034 13459 177 0,'0'0'209'0,"0"0"-67"0,0 0-43 0,0 0 55 0,0 0 37 16,0 0-95-16,127-49-34 16,-106 21 25-16,-2-11-35 15,9-2-18-15,-9-7-20 16,-13 1 7-16,-6 6-13 16,0 1 18-16,0 4-22 15,0 0 1-15,0 7-5 16,-13 9-3-16,-15 12 0 0,10 0-2 15,-4 8-4 1,-3 25 4-16,-15 39-6 0,0 8-37 16,-1 0-3-16,14-23-84 15,27-10-157-15,0-23-24 16</inkml:trace>
  <inkml:trace contextRef="#ctx0" brushRef="#br0" timeOffset="112054.67">16722 13198 227 0,'0'0'304'0,"0"0"-233"0,0 0 88 0,0 0 12 16,0 0-36-16,0 0-59 15,0 9 37-15,0 14-65 16,0 13-5-16,0 8 12 16,0 0-25-16,0 5-20 15,0-9-10-15,0 4-9 0,0-8-33 16,0 5-15 0,0-5-54-16,-19-13-204 0,4-10-319 15</inkml:trace>
  <inkml:trace contextRef="#ctx0" brushRef="#br0" timeOffset="113020.83">17345 12961 4 0,'0'0'265'0,"0"0"-83"0,0 0-79 15,0 0-30-15,0 0 18 16,0 0-63-16,0 5-2 15,0-5 51-15,0 0 25 16,0 0 5-16,0 3-18 0,-21 2-3 16,8 7-36-1,-9 7-49-15,-2-2 6 0,-11 7-1 16,1-1-9-16,0-2 6 16,3-1-3-16,22-12 0 15,9 4-1-15,0-9-4 16,0 2-3-16,0-2 0 15,0 6-17-15,40-5 25 16,16-4 0-16,3 0-1 16,9 0 1-16,-3 0 4 15,4 0-4-15,-17 0-2 16,-5 8 1-16,-19 4-9 16,-10 4 10-16,-18 8-23 15,0 0 18-15,0 9 10 16,0 3 4-16,-34-5 3 15,-12-2-5-15,12-14-14 16,-4-7-6-16,-11 0-14 0,2-3-36 16,-5-5-64-16,11 0-130 15,7-5 43-15,22-26-93 16</inkml:trace>
  <inkml:trace contextRef="#ctx0" brushRef="#br0" timeOffset="113386.48">17317 12961 580 0,'0'0'74'0,"0"0"69"0,0 0 42 0,0 0-116 0,0 0 13 0,0 0 2 16,121 0-50-16,-80 0-28 15,-10-11-6-15,9-2-20 16,0 1-119-16,-12 1-197 16,0-2-213-16</inkml:trace>
  <inkml:trace contextRef="#ctx0" brushRef="#br0" timeOffset="113836.52">17959 12624 746 0,'0'0'203'0,"0"0"-150"0,0 0 29 0,0 0 59 15,0 0-96-15,341 124-17 0,-260-55-12 16,-28 19-10-16,-26 21 0 16,-27 18-1-16,0 14-10 15,-55-5-1-15,-26-11-9 16,-12-21-29-16,22-35-134 15,2-38-328-15</inkml:trace>
  <inkml:trace contextRef="#ctx0" brushRef="#br0" timeOffset="118981.7">3482 15083 600 0,'0'0'64'0,"0"0"-39"0,0 0-11 16,0 0 75-16,0 0 42 15,0 0-8-15,0 0-71 16,186 28 5-16,-139-20 15 15,12 4-40-15,-4-7-13 16,4 6-12-16,3-3 19 0,16-4-12 16,2 9 0-16,7-10-11 15,6 13 5-15,16-12-7 16,-4 1-1-16,10 6 0 16,12-11 3-1,6 5-2-15,-6-2 2 0,7 2-6 16,-1 10 13-16,0 1-4 15,-5 1-2-15,-1-1 1 16,0-1-4-16,-6 6 0 16,12 7 4-16,0-8-3 15,4-4-4-15,-4 8 8 0,1-4-11 16,5 0 13-16,1 12-10 16,8 0 4-16,-2-8 10 15,-13 9 0-15,23-13-10 16,5-9-2-16,3-11 8 15,10 0-13-15,-13 0 10 16,-6 0-10-16,-3 0 2 16,-3 0 2-16,-3 0-7 15,-4 0 8-15,-9 13 0 16,1-10 0-16,-1-3-8 16,0 0 16-16,1 0-18 15,15 0 14-15,-4 0-6 16,1-16 2-16,3 8-2 15,-10 0 2-15,-11 8 0 0,5 0-7 16,-12 0 14-16,0 0-12 16,24 0 12-16,-5 0-11 15,3 0 10-15,-16 0-12 16,-16 0 8-16,10 0-2 16,-6 0 0-16,6-8 0 15,-9 4-6-15,-4-4 13 16,13 8-15-16,-3 0 13 15,3 0-10-15,0 0 6 16,-7-3-1-16,26-5 0 16,-7 3 4-16,1-7-10 15,-13 12 14-15,-16 0-14 0,-24 0 16 16,12 0-16 0,-7-8 9-16,-5 0-5 0,0-12 2 15,-1-8-9 1,13 4 7-16,-12 8-6 0,12 4 6 15,0 8-6-15,9 4 5 16,10 0 6-16,3 0-5 16,-7 0 3-16,10 0-1 15,-16 0 0-15,-9 0 5 16,-6 0-13-16,-12 0 17 16,-4 0-21-16,3 0 19 15,-5 7-10-15,8-2 3 16,-3 3-10-16,-5 0-22 0,-17-4-36 15,-17-4-132-15,-23 0-267 16</inkml:trace>
  <inkml:trace contextRef="#ctx0" brushRef="#br0" timeOffset="120480.1">4570 15720 368 0,'0'0'197'0,"0"0"-186"0,0 0 15 0,0 0 47 0,0 0-6 16,0 0 4-16,0-11 62 16,0 11-7-16,0 0-44 15,0 0-3-15,0 0-41 16,0 0-6-16,0 0-25 15,0 0 5-15,0 0-9 16,0 0 2-16,-18 0 5 16,-10 0-8-16,0 16 17 15,-3-1-17-15,3 10 7 0,0 3-1 16,10-1-4-16,-4 14-3 16,16 3-1-16,6 1-1 15,0-1 1-15,0 0-3 16,0 4 13-16,0-4-13 15,28 3 6-15,-4-6-5 16,10-1 2-16,-6 8-1 16,-3 0 1-16,-3-4-3 15,-10 1 2-15,-12-9 2 16,0 0-6-16,0 0 16 16,0-4-12-16,0-4 3 15,0-8-4-15,-6 0 7 16,-13-8-10-16,-2-8-5 0,-4-4-29 15,-15 0-39-15,-16 0-324 16,9-8-100-16</inkml:trace>
  <inkml:trace contextRef="#ctx0" brushRef="#br0" timeOffset="120797.45">4356 16294 406 0,'0'0'138'0,"0"0"-66"0,0 0 102 0,0 0 5 15,0 0-70-15,0 0-37 16,53-4 21-16,-25-4-60 16,6 8-6-16,-3-8-27 15,9 4-2-15,-5-8-13 16,-7 4-60-16,18-4-85 16,-34 4-293-16</inkml:trace>
  <inkml:trace contextRef="#ctx0" brushRef="#br0" timeOffset="121280.45">5225 16359 626 0,'0'0'82'0,"0"0"-72"0,0 0 244 16,0 0-142-16,0 0-40 15,0 0 2-15,-193-153-18 0,165 113-15 16,4-8-21-16,2-4-4 15,10 3-16-15,12 5-3 16,0 8-5-16,0 12-27 16,0 8-49-16,0 16-95 15,12 0-171-15,10 0-6 16</inkml:trace>
  <inkml:trace contextRef="#ctx0" brushRef="#br0" timeOffset="121928.78">5606 16258 301 0,'0'0'385'0,"0"0"-353"0,0 0 157 0,0 0-18 16,0 0-112-16,0 0 0 0,-19 16 9 16,19-16-7-16,0 0-34 15,0-24 12 1,0-13-37-16,-6-14 0 0,-3-9-2 16,-3-4-4-16,12-1-7 15,0 17-15-15,0 20 2 16,0 17 12-16,0 11 4 15,0 0 7-15,-7 0 1 16,-5 8 1-16,-4 15-1 16,4 5 0-16,-7 4-43 15,-9 1-60-15,7-2-95 16,2 2-76-16,7-5 69 16,2-12-73-16</inkml:trace>
  <inkml:trace contextRef="#ctx0" brushRef="#br0" timeOffset="122328.77">5919 15709 119 0,'0'0'431'0,"0"0"-355"0,0 0 176 0,0 0-38 0,0 0-75 0,0 0-94 16,168 204-25-16,-153-148-1 15,-15 13-9-15,0 6 7 16,0 6-8-16,-15 7-18 16,-26-11 3-16,-5-26-22 15,15-15-61-15,15-36-205 16,4 0-375-16</inkml:trace>
  <inkml:trace contextRef="#ctx0" brushRef="#br0" timeOffset="122895.63">6670 16243 484 0,'0'0'570'16,"0"0"-561"-16,0 0-9 0,0 0 5 0,0 0 10 15,0 0 34-15,173 0 11 16,-114 0-20-16,3 0-18 15,-15 0-22-15,-1 0-2 16,-12 0-22-16,0 0-59 16,-9 0 14-16,-12 0-78 15,-13 0-122-15,0 0-191 16</inkml:trace>
  <inkml:trace contextRef="#ctx0" brushRef="#br0" timeOffset="123127.9">6670 16243 1094 0,'65'-177'41'0,"-50"172"4"0,19-3 63 15,3 5-46 1,13-1-30-16,-3-1-23 0,-7 5-8 15,-9 0-1-15,3 0-8 16,-12 0-45-16,-16 0-77 16,-6 0-408-16</inkml:trace>
  <inkml:trace contextRef="#ctx0" brushRef="#br0" timeOffset="128342.81">7786 16462 547 0,'0'0'51'0,"0"0"-21"0,0 0-2 16,0 0-28-16,0 0-4 0,0 0 1 16,0 0 3-16,0 0 29 15,0 0 81-15,0 0 49 16,0 0-66-16,0 0-45 16,0 0-14-16,0 0 27 15,12 0-24-15,-6 0-13 16,-6 0-19-16,0 0 6 15,0 0 4-15,0 0-7 16,0 0 9-16,0 0-16 16,0 0 8-16,0 0 1 0,0 0-17 15,0 0 9-15,0 0-2 16,0 0 1-16,0 0 3 16,0 0 7-1,0 0-7-15,0 0 15 0,10-19-15 16,-4-21-4-16,6-17 5 15,1 5-5-15,2 1 0 16,-2 10 0-16,-7 5-3 16,16 0 3-16,-16 3-6 15,-6 2-15-15,0 18 19 16,0 1-18-16,0 12 18 16,0 0-13-16,0 0 11 15,0 12 2-15,-6 32-7 0,-35 9 9 16,-15 15-84-1,-21-7-117-15,2-17-255 0</inkml:trace>
  <inkml:trace contextRef="#ctx0" brushRef="#br0" timeOffset="129223.52">8232 15793 100 0,'0'0'350'0,"0"0"-269"0,0 0-34 0,0 0 17 0,0 0-25 16,0 0 23-16,-6 4 10 15,6-4 39-15,0 0-26 16,0 0-8-16,0 0-32 15,0 0-5-15,0 0-19 16,0 0 18-16,0 0-26 16,0 0-11-16,0 0 2 15,0 0 5-15,0 0-18 16,0 8 7-16,0 7-3 16,0 15 0-16,0 6 0 15,0 3 0-15,0 5-11 16,0-3 15-16,-18-5-2 0,-4-8-3 15,16-5 6-15,-1-7-4 16,7-3-2-16,0-9 1 16,0-4 0-16,0 0-4 15,0 0 0-15,0 0-19 16,0 0 26-16,19 0 4 16,9 8-14-16,0-8 22 15,-3 0-14-15,9 0 4 16,-6 0-30-16,3 0-209 15,-16 0-176-15</inkml:trace>
  <inkml:trace contextRef="#ctx0" brushRef="#br0" timeOffset="130589.67">8034 15894 202 0,'0'0'161'0,"0"0"-2"0,0 0-65 0,0 0-29 16,0 0 20-16,0 0-44 16,6 0-11-16,-6 0-30 0,0 0 30 15,0 0 35-15,0 0-13 16,0 0 4-16,0 0-30 16,0 0-4-16,0 0-14 15,0 0 13-15,0-5-16 16,0 5 3-16,6-8-7 15,0 0 11-15,7-4 8 16,9 1 10-16,-4-10-4 16,4 1-22-16,-4 0-8 15,10 4 2-15,-15 12 1 16,-7 4-31-16,-6 0 17 16,0 0-11-16,0 0 5 0,16 0 12 15,-10 0-18-15,0 0-99 16,-6 4-238-16</inkml:trace>
  <inkml:trace contextRef="#ctx0" brushRef="#br0" timeOffset="131838.09">8722 16306 317 0,'0'0'286'0,"0"0"-233"0,0 0 7 0,0 0 17 16,0 0-19-16,0 0-15 15,0 0 29-15,0 0-26 16,0 0 23-16,0 0-19 0,0 0 21 16,0 0-16-1,0 0-20-15,0 0-5 16,0 0-16-16,0 0 11 0,0 0-17 15,0 0 10 1,0 0-15-16,0 0 11 0,19 0-10 16,15 0 2-16,19 0 7 15,9 0-6-15,3 0-6 16,9 0 4-16,-9 0-10 16,-3 0 2-16,-9 0 1 15,-19 0-37-15,6 0 2 16,-15 0-28-16,-3-4-101 15,-16-16-311-15</inkml:trace>
  <inkml:trace contextRef="#ctx0" brushRef="#br0" timeOffset="132936.75">9925 16002 344 0,'0'0'174'0,"0"0"-134"0,0 0 24 0,0 0-16 0,0 0-29 15,0 0 8-15,6-5 45 16,-6 5-2-16,0 0 20 16,0 0 2-16,0 0-18 15,0 0-32-15,0-3-8 16,0 3 12-16,0 0-27 15,0 0 2-15,0 0-13 16,0 0 21-16,0 0-11 16,0 0 5-16,0 0-15 0,0 0 9 15,0 0-17-15,-12 0-5 16,-10 23 4-16,-12 10-10 16,9 3 9-16,-2 8 0 15,8 12-7-15,3-4-1 16,4 0 8-16,6 4-12 15,6 1 13-15,0-6-9 16,0-7 10-16,12-3 1 16,22-10-1-16,19-10 4 15,-6-6 6-15,-7-10-20 16,0-5 7-16,-6 0 2 16,0 0-10-16,-9 0 8 0,-3-20 0 15,-3-20-8-15,-4 0 10 16,-15-1-52-16,0 5 17 15,0 12-21-15,0 9 42 16,-15 7 10-16,-10 8 5 16,3 0 43-16,-3 16-31 15,-9 24-10-15,0-4 4 16,0-4-12-16,15-9-26 16,-2-10-94-16,21-5-203 15,0-8-93-15</inkml:trace>
  <inkml:trace contextRef="#ctx0" brushRef="#br0" timeOffset="133519.17">10338 16370 622 0,'0'0'99'0,"0"0"-3"0,0 0 14 0,0 0-68 0,0 0 2 16,0 0 20-16,21 0-24 15,-21 0 29-15,0 0-17 16,0 0-26-16,0 0-24 15,0 0-3-15,0 0 1 16,0 0-3-16,0 0-18 16,0 0-27-16,0 0-74 15,0 0-347-15</inkml:trace>
  <inkml:trace contextRef="#ctx0" brushRef="#br0" timeOffset="135318.65">10828 16434 160 0,'0'0'385'0,"0"0"-348"0,0 0 36 0,0 0-51 16,0 0-22-1,0 0-3-15,0-11 0 0,0 11 6 16,0 0 7-16,0 0 6 15,0 0 78-15,0 0-43 16,0 0-26-16,0 0-1 16,0 0-22-16,0 0 7 15,0 0-6-15,0 0 12 16,0 0-6-16,0 0 23 16,0 0 8-16,0 0-6 15,0 0-2-15,0 0-28 16,0 0 0-16,0 0 4 0,0 3-16 15,0-3 21-15,0 0-2 16,0 0 18-16,0 0 18 16,0 0 0-16,0 0-9 15,0-3-13-15,0-22-9 16,6-11-13-16,6-11 5 16,10-10-16-16,-4-7 8 15,4 0-2-15,-3 0 1 16,3 8-10-16,-10 7 7 15,-12 21 2-15,12 12 1 16,-12 12 2-16,0 4 2 16,0 0 1-16,0 0 16 15,0 0-19-15,-12 24-1 16,-22 0-8-16,-7 12-48 16,7 0-8-16,3-3-63 0,-3-2-151 15,-12-2-86-15</inkml:trace>
  <inkml:trace contextRef="#ctx0" brushRef="#br0" timeOffset="136700.37">11677 16534 83 0,'0'0'492'0,"0"0"-406"0,0 0 22 16,0 0-11-16,0 0-67 0,0 0 39 15,13-83 14-15,-1 38-17 16,10-7-34-16,-10 0 6 16,7 0-26-16,-4-4-7 15,-2 12-4-15,-1 4-1 16,-12 4-13-16,22 15-52 16,-16 9-8-16,-6 12-44 15,0 0-96-15,0 0-33 16,0 0-143-16</inkml:trace>
  <inkml:trace contextRef="#ctx0" brushRef="#br0" timeOffset="137049.49">11522 16294 688 0,'0'0'300'0,"0"0"-216"0,0 0-24 15,0 0-31-15,0 0 14 16,0 0 30-16,106 0-47 16,-57 0-15-16,-2 0-11 15,-1-12 0-15,-6 0-1 16,-9 0-60-16,4-3-76 16,-20 15-263-16,-15 0-218 15</inkml:trace>
  <inkml:trace contextRef="#ctx0" brushRef="#br0" timeOffset="137932.29">12443 16066 316 0,'0'0'420'0,"0"0"-332"0,0 0-14 0,0 0-40 0,0 0-34 0,0 0-22 16,16 0 19 0,-16 0 3-16,0 0 11 0,0 0 75 15,0 0-20-15,0 0-23 16,0 0-12-16,0 0-1 15,0 0-2-15,0 0-19 16,0 0 2-16,0 0-6 16,0 0 20-16,0 0-24 15,0 0 27-15,0 0-24 16,0 0 25-16,0 0-22 16,0 0 0-16,-7 0-7 15,-14 16-2-15,-4-1-2 0,3 6-6 16,4-1 7-16,-4-4-5 15,16 4 4-15,6 0-2 16,0-4 0-16,0-8-2 16,0 8 1-16,28-7-5 15,18 2 0-15,1-7 10 16,-7-4 4-16,0 12-6 16,0-3 12-16,7 2-16 15,-1 5 10-15,-11-4-2 16,-11 4 0-16,4 4 4 15,-15-4-8-15,-1 12 9 16,-12 0 7-16,0 8-12 16,0 5 19-16,-40-1-17 0,3-8-4 15,-13-12-1-15,19-16-16 16,-3-4-12-16,-19 0-70 16,19-12-237-16,-6-32 156 15,12-9-302-15</inkml:trace>
  <inkml:trace contextRef="#ctx0" brushRef="#br0" timeOffset="138249.2">12539 16025 370 0,'0'0'277'0,"0"0"-125"0,0 0-67 0,0 0 8 0,0 0 24 16,0 0-46-16,285 0 13 15,-223 0-77-15,-9 0-4 16,-6-3-3-16,5-17-39 16,-30 7-219-16,-22 1-665 15</inkml:trace>
  <inkml:trace contextRef="#ctx0" brushRef="#br0" timeOffset="139332.31">6657 17658 464 0,'0'0'289'0,"0"0"-174"0,0 0 7 16,0 0-27-16,0 0-40 0,0 0-37 15,-15-12 22-15,15 12-8 16,0 0 5-16,15 0-9 16,10 0-12-16,9-5 3 15,0 2-13-15,0-2-12 16,3 2 6-16,-2-1-12 16,5 4-31-16,-6 0-25 15,-15 0-99-15,-4 0-120 16,-9 0 26-16,-6 0-190 15</inkml:trace>
  <inkml:trace contextRef="#ctx0" brushRef="#br0" timeOffset="139533.31">6657 17658 851 0</inkml:trace>
  <inkml:trace contextRef="#ctx0" brushRef="#br0" timeOffset="139648.64">6657 17658 851 0,'31'-225'163'0,"-31"225"-93"0,0 0 16 0,0 0 11 16,9 0-84-1,10 0 0-15,15 0-12 0,0 0 23 16,13 0-24-16,6 0-6 16,-1 0-20-16,10 0-68 15,-25-8-129-15,-2-4-313 16</inkml:trace>
  <inkml:trace contextRef="#ctx0" brushRef="#br0" timeOffset="142895.12">7497 17742 323 0,'0'0'180'0,"0"0"-176"0,0 0 44 0,0 0 22 0,0 7-49 15,7-7 29-15,-7 0 15 16,0 0 22-16,0 0 13 16,0 0 33-16,0 0-78 15,0 0-18-15,0 0-5 16,0 0-4-16,0 0 6 15,0 0-30-15,0 0 26 16,9 0-26-16,-9 0 19 16,0 0-17-16,6-27 7 15,0-18-3-15,7 1-2 0,-1-3-8 16,4-9 2-16,-4-5-5 16,16-7-14-16,3 0 0 15,3 0-26-15,0 12 31 16,-12 15-51-16,-22 21 35 15,0 20 15-15,0 0 4 16,0 41-1-16,-9 23 9 16,-50 12-3-16,-10 0-140 15,11-12-141-15,5-11-9 16</inkml:trace>
  <inkml:trace contextRef="#ctx0" brushRef="#br0" timeOffset="145143.12">8161 17541 242 0,'0'0'336'0,"0"0"-238"0,0 0 79 15,0 0-15-15,0 0-95 0,0 0-21 16,0 0-11-16,47 0-5 16,-7 0-12-16,19 0 63 15,0 0-37-15,15 0-3 16,13 0-34-16,0 0 0 15,-19 0-7-15,-3 0-15 16,-18 0-10-16,-7 0-33 16,-18 0-62-16,-16 0-248 15,-6 0-308-15</inkml:trace>
  <inkml:trace contextRef="#ctx0" brushRef="#br0" timeOffset="145758.68">9308 17356 338 0,'0'0'255'0,"0"0"-212"0,0 0 26 0,0 0 19 0,0 0-57 0,0 0 63 16,-12 33-35-16,-22 3-7 15,3 8-5-15,-3 9 26 16,12-6-46-16,3 10-7 16,7-6-10-16,12-2 1 0,0-1-11 15,0-7 9 1,6-10-9-16,25-3 3 0,25-7 5 15,-3-10-3-15,-7-7-8 16,22 1 3-16,-15-5-4 16,21 0-1-16,-21 0 10 15,-12-12-10-15,-17-12 11 16,-8-4-16-16,-10-5-4 16,-6 2 10-16,0-2-60 15,-28 21 28-15,-25 12-2 16,-6 0 38-16,10 16-2 15,-4 24 8-15,13 0-11 16,15-4 10-16,10-12-10 16,15-7-65-16,0-9-281 15,0-8-181-15</inkml:trace>
  <inkml:trace contextRef="#ctx0" brushRef="#br0" timeOffset="146326.6">10459 17265 289 0,'0'0'412'0,"0"0"-308"0,0 0 57 0,0 0-36 0,0 0-68 15,0 0 4-15,28 127-16 16,-10-82-26-16,-2 7 3 16,2 5-21-16,-12 7 2 15,-6 0 3-15,0 0-12 16,0-8-25-16,0-12-53 16,0-12-59-16,0-23-106 0,0-9 46 15,0 0-72 1</inkml:trace>
  <inkml:trace contextRef="#ctx0" brushRef="#br0" timeOffset="146591.7">10338 17622 123 0,'0'0'548'0,"0"0"-375"0,0 0 25 16,0 0-91-1,0 0-32-15,0 0-35 0,40 0 7 16,6 0-4-16,4 0-7 16,3 0-34-16,0 0-4 15,-1 0-3-15,-11-12-33 16,11 4-47-16,-11-4-170 15,-1 4-302-15</inkml:trace>
  <inkml:trace contextRef="#ctx0" brushRef="#br0" timeOffset="147291.84">11476 17313 457 0,'0'0'233'0,"0"0"-137"0,0 0 83 0,0 0-74 0,0 0-47 16,0 0-45-16,-7 16-10 16,-8-4 2-16,-10 12 16 15,-3 3 0-15,10 3-14 16,-10 6 22-16,9-13-6 0,19 1 6 15,0-12-28-15,0 4 5 16,0-8-6-16,0 4-1 16,25 1 1-16,28-5-2 15,-4 0-8-15,10 4 20 16,0 4-12-16,3 0 3 16,-3 4-2-16,-13 0 1 15,-24 4-1-15,3-1-10 16,-3 6 5-16,-22 3-3 15,0 0 18-15,0 4-15 16,-7-4 15-16,-33-3-13 16,6-14 4-16,-6-7-7 15,-7-8-23-15,1 0-40 0,-7-20-137 16,7-24-40-16,5-8-398 16</inkml:trace>
  <inkml:trace contextRef="#ctx0" brushRef="#br0" timeOffset="147508.43">11528 17261 387 0,'0'0'182'0,"0"0"9"0,0 0 66 0,0 0-125 0,0 0-52 16,0 0-67-16,289-16-13 16,-243-4-122-16,-18 4-257 15</inkml:trace>
  <inkml:trace contextRef="#ctx0" brushRef="#br0" timeOffset="154269.65">12645 17794 471 0,'0'0'162'0,"0"0"-132"0,0 0 36 0,0 0-29 15,0 0-14-15,0 0 27 16,0 0 124-16,0 0-72 16,0 0-4-16,0 0-49 15,0 0 0-15,0 0-21 16,27 0-16-16,20 0-8 16,12 0 7-16,15 0 4 15,-5 0-12-15,-4 0 0 0,-13-4-3 16,-18-4-9-1,1 0-22-15,-11 4-2 0,-8 4 3 16,-4-4-16-16,-12 4-40 16,0-4-72-16,0-4-182 15,0 3-201-15</inkml:trace>
  <inkml:trace contextRef="#ctx0" brushRef="#br0" timeOffset="154441.16">12645 17794 573 0</inkml:trace>
  <inkml:trace contextRef="#ctx0" brushRef="#br0" timeOffset="154552.01">12645 17794 573 0,'12'-192'209'0,"-12"192"-47"16,0 0-52-16,28 0 18 16,18 0-77-16,1 0-14 15,6 0-37-15,9-8 0 16,-10-9-19-16,1 9-80 16,-13 5-195-16,-18 3-201 15</inkml:trace>
  <inkml:trace contextRef="#ctx0" brushRef="#br0" timeOffset="155085.07">13767 17802 583 0,'0'0'117'16,"0"0"17"-16,0 0-4 15,0 0-64-15,0 88-54 16,0-80 12-16,28 4-3 16,0-4-15-16,-3-3 20 15,9 3-2-15,6-8 17 0,-6 0-23 16,19-5 8-16,-7-39-19 15,1-20 9-15,-7-12-16 16,-12-12-7-16,-15 3-11 16,-13 13-29-16,0 24 5 15,0 24 39-15,-22 21 3 16,-25 3 20-16,-5 0 19 16,-1 31-38-16,0 13-2 15,-3 12 0-15,25 4-13 16,-3-7-34-16,13-6-213 15,14-18-400-15</inkml:trace>
  <inkml:trace contextRef="#ctx0" brushRef="#br0" timeOffset="156717.34">15919 17313 668 0,'0'0'157'0,"0"0"-13"0,0 0-1 0,0 0-70 16,0 0 12-16,0 0-41 16,0 0 1-16,-106-88-16 15,60 36-1-15,24-17-18 16,16-19-7-16,6-9-3 0,0-3-17 16,22 8-2-1,24 20-26-15,7 20-17 0,-7 24-91 16,-5 28-77-1,-1 0-104-15,-21 24 31 0</inkml:trace>
  <inkml:trace contextRef="#ctx0" brushRef="#br0" timeOffset="157515.51">16530 17120 179 0,'0'0'204'0,"0"0"-130"0,0 0 13 0,0 0-15 15,0 0 23 1,0 0 63-16,0 17-15 0,0-17-88 15,0 0 7-15,0 0-16 16,0 0 16-16,0 0-39 16,0-28-2-16,0-16-8 15,12-17-9-15,1-7 0 16,8-8-8-16,-8 4 2 16,-1 11-24-16,-6 17 15 15,-6 20-8-15,0 16 16 0,0 8 3 16,0 0 1-16,0 16-1 15,-6 16-6-15,-34 8-15 16,9-7-17-16,3-2-59 16,9-7-187-16,4 1 3 15,15-9-144-15</inkml:trace>
  <inkml:trace contextRef="#ctx0" brushRef="#br0" timeOffset="157932.5">17091 17168 754 0,'0'0'152'0,"0"0"-143"0,0 0-18 0,0 0 7 16,-47 237-3-16,47-212-15 16,0-6-76-16,0-10-90 15,0-9-121-15</inkml:trace>
  <inkml:trace contextRef="#ctx0" brushRef="#br0" timeOffset="158498.47">17565 17145 552 0,'0'0'94'0,"0"0"-86"15,0 0-8-15,0 0 56 16,0 0 17-16,0 0-5 15,106-33-12-15,-66-11 9 16,0-12 22-16,7-4-57 16,-13 4-2-16,-15 4-10 15,-4 11 23-15,-15 10-5 16,0 14-18-16,0 9 17 0,-40 8-11 16,-22 0 10-16,-16 16-29 15,4 20-5-15,6 9-5 16,15-1-11-16,25-8 9 15,22 0-22-15,6-12-42 16,0 0-138-16,0-3-217 16</inkml:trace>
  <inkml:trace contextRef="#ctx0" brushRef="#br0" timeOffset="158965.23">18288 16547 164 0,'0'0'830'0,"0"0"-747"0,0 0 37 0,146 216-37 16,-106-147-38-16,-22-2-5 16,10 6-27-16,-15 7 1 15,-13 0-7-15,0 0-14 0,0-3 4 16,0-5-22-1,-47-16-99-15,-24-4-641 0</inkml:trace>
  <inkml:trace contextRef="#ctx0" brushRef="#br0" timeOffset="169273.52">16883 16154 26 0,'0'0'490'0,"0"0"-452"0,0 0-8 0,0 0 27 0,0 0-26 15,0 0-29-15,0 0 35 16,0 0 37-16,6 0 24 16,-6 0-21-16,0 0 1 15,0 0-45-15,0 0-10 16,0 0 0-16,0 0-5 16,0 0 2-16,0 0-9 0,0 0 8 15,0 0-11-15,0 0 26 16,0 0-16-16,0 0 15 15,0 0-13-15,0 0-6 16,0 0 6-16,0 0-19 16,0 0 12-16,0 0-6 15,13 0-1-15,-7-24-6 16,28-9 14-16,13-11-14 16,15-15 7-16,18-10 4 15,-2 5-9-15,2 0 9 16,-5 12-6-16,-7 4-10 15,-3 7 5-15,-12 5-4 16,-13 12-27-16,-6 4-15 16,-6 12-72-16,-15 5-54 15,-1-5-179-15,-3 8-84 16</inkml:trace>
  <inkml:trace contextRef="#ctx0" brushRef="#br0" timeOffset="169989.37">16902 15997 5 0,'0'0'53'0,"0"0"-51"0,0 0 30 0,0 0 66 15,0 0 20-15,0 0 43 16,0-20-88-16,0 20 14 16,0 0 43-16,0 0-29 15,0 0-18-15,0 0 6 16,0 0-55-16,0 4-19 16,0 17-5-16,0 2-6 15,0 13 1-15,-13-7 10 0,7 7-19 16,-6-8 4-16,-4-5-5 15,4-6 5-15,12-9 3 16,-6-8-3-16,6 0 4 16,0 0-10-16,0 0 10 15,34 0-4-15,12-8 1 16,7 0 20-16,-13-4-5 16,7 0-14-16,-13 0-2 15,-9 3-8-15,-10 6-9 16,4-5-37-16,-7 8-46 15,-12 0-69-15,0 0-21 16,0-4-316-16</inkml:trace>
  <inkml:trace contextRef="#ctx0" brushRef="#br0" timeOffset="173419.48">18213 15308 42 0,'0'0'510'0,"0"0"-483"0,0 0-20 0,0 0 48 16,0 0 40-16,0 0 19 0,7-5-11 16,-7 5 2-16,0 0-61 15,0 0 1-15,0 21-29 16,0 10-6-16,0 10 5 15,0-5 6-15,0-5 16 16,0 2-31-16,0-13 7 16,0-7-10-16,0-5-2 15,0-5 0-15,0-3-1 16,0 0 0-16,0 0 0 16,0 0 1-16,0-11 4 15,0-34-3-15,0-12 2 16,0-7-8-16,0-3-16 0,6-5 10 15,16 7-22-15,2 13-2 16,4 8 13-16,-15 12 6 16,15 24 11-16,-22 4-3 15,0 4 2-15,0 0-6 16,-6 0 9-16,6 0-6 16,10 0 8-16,-4 0 0 15,-6 24 3-15,1 3-3 16,-7-2-4-16,0 11-2 15,0-8-31-15,0 4 20 16,0-12-32-16,0-7 38 16,0 2 10-16,0-10 2 15,0-2 7-15,0 10 10 16,28-13 18-16,-1 15-10 16,-8 1-4-16,9 4-20 0,-16 1 12 15,-5 7-10-15,-1-5 4 16,-6-6-8-16,0-5-7 15,6-8-1-15,-6 0-3 16,0-4 6-16,0 4 9 16,0-4-7-16,0 0 6 15,9 0-3-15,-3 0 0 16,7 0-18-16,-1 0 10 16,-2 0 16-16,-4 0-5 15,6 0-2-15,1-12 9 0,8-4 2 16,4 0 15-16,-9-9-24 15,18-6 10-15,3-10 16 16,-3-3-20-16,6-4-9 16,-12 12-14-16,-15 12 14 15,-1 12-7-15,-3 12-1 16,-9 0 16-16,0 0-5 16,0 0 17-16,0 25 5 15,7 6-3-15,-1-6-21 16,-6 6-2-16,6-7 10 15,-6 9-19-15,0 3 19 16,0 12-10-16,0-4 2 16,0-12-2-16,0-12-14 0,0-12-56 15,0 0-31-15,0-8-97 16,0 0-58-16,0 0-142 16</inkml:trace>
  <inkml:trace contextRef="#ctx0" brushRef="#br0" timeOffset="173752.63">18809 15372 1046 0,'0'0'96'0,"0"0"-54"0,0 0 17 0,0 0-44 0,341 16-15 16,-270-16-43-16,-3-20-69 16,-27 7-257-16,-29 2-245 15</inkml:trace>
  <inkml:trace contextRef="#ctx0" brushRef="#br0" timeOffset="174002.37">19423 15236 489 0,'0'0'360'0,"0"0"-315"15,0 0 28-15,0 0 10 0,0 0-71 16,0 0 2-16,21 196-12 15,-21-160-2-15,0-11-28 16,0-14-62-16,0-11-73 16,0 0-96-16,0-32-279 15</inkml:trace>
  <inkml:trace contextRef="#ctx0" brushRef="#br0" timeOffset="174153.87">19423 15236 1303 0,'99'-181'7'0,"-99"193"-7"0,0-12-35 15,15 0-156 1,4 0-275-16</inkml:trace>
  <inkml:trace contextRef="#ctx0" brushRef="#br0" timeOffset="174620.21">19891 14939 607 0,'0'0'239'0,"0"0"-200"16,0 0 92-16,0 0-63 16,0 0-44-16,0 0-13 15,161 40-10-15,-161 4 1 16,0 20-2-16,0 8 0 15,0 0-24-15,-28 0 23 16,0-7-1-16,22-17 2 16,6-12 2-16,0-12 4 15,0-16-6-15,22 1 4 16,24-9 4-16,19 0-6 0,-3 0-4 16,-3 0 5-16,-6 0-7 15,3 0-13-15,-16 0-3 16,-15 0-97-16,-19 0-86 15,10 0 5-15,-16 0-49 16,0 0 34-16</inkml:trace>
  <inkml:trace contextRef="#ctx0" brushRef="#br0" timeOffset="174851.47">19950 15275 797 0,'0'0'248'16,"0"0"-207"-16,0 0 102 16,0 0-94-16,0 0-46 15,0 0-3-15,260 8-14 16,-232-8-88-16,-9-11-280 15,-19-1-391-15</inkml:trace>
  <inkml:trace contextRef="#ctx0" brushRef="#br0" timeOffset="200395.21">17097 7916 511 0,'0'0'12'0,"0"0"-12"0,0 0-9 0,0 0 9 0,0 0 2 16,0 0 26-16,0 0 19 15,0-20 18-15,0 20 5 16,0 0 44-16,0 0-38 16,0 0-3-16,0 0-35 0,0 0 5 15,0 0-6-15,0 0-6 16,0 0 12-16,0 0-7 15,0 0 1-15,0 0-34 16,0 0 8-16,0 0-6 16,0 0 7-16,0 0-7 15,0 0 23-15,0-19-6 16,0-9 7-16,0-25-9 16,0-27-18-16,13-16-4 15,33-21 10-15,16-7-17 16,9 3-6-16,-2 5 7 15,-10 35-40-15,-32 34 21 16,-27 22-19-16,0 25-27 16,0 0-13-16,0 8-4 15,0 13 25-15,-12-5-328 16</inkml:trace>
  <inkml:trace contextRef="#ctx0" brushRef="#br0" timeOffset="201079.46">17172 7279 215 0,'0'0'113'0,"0"0"-113"0,0 0-39 0,0 0 28 0,0 0 11 16,0 0 4-16,18-21-2 16,-18 21 20-16,6 0 82 15,-6-7 45-15,0 7-47 16,7 0 26-16,-1-5-29 16,22-14 1-16,6-1-62 15,6-16-14-15,13-5-21 0,-7 1-6 16,-12 0-9-16,13 12-30 15,-28 8 17-15,-19 20-3 16,0 0 22-16,0 0-22 16,0 0 15-16,0 0 0 15,0 32 13-15,0 0 24 16,-25 20 2-16,-3-7 5 16,9-1-19-16,4-16-12 15,15-17-60-15,0-11-206 16,0 0-296-16</inkml:trace>
  <inkml:trace contextRef="#ctx0" brushRef="#br0" timeOffset="203562.46">22840 3749 345 0,'0'0'415'0,"0"0"-339"0,0 0-24 0,0 0 52 16,0 0-48-16,0 0-8 16,0 0-43-16,-34-72 40 15,34 63-44-15,0 3 19 16,0 6-2-16,0 0 24 0,0 0-15 15,0 0-27 1,0 0 18-16,0 0-14 0,0 0 12 16,0 0-9-16,0 0-14 15,0 0 0-15,0 6 4 16,0 19 3-16,0 7 0 16,0 5-2-16,0 2 10 15,-7 5-3-15,7 5-2 16,-15 2 4-16,9 10-1 15,6-5-10-15,-7 9 17 16,7-6-13-16,0 10 4 16,0-6-1-16,0 6-6 0,0 3 12 15,0-3-8-15,0 6 7 16,0-6-6-16,0-2-2 16,0 5 0-16,0-3 2 15,0-5-2-15,0 0 0 16,0-4 1-16,-6-3-11 15,-6 3 20-15,-10 4-20 16,3 4 21-16,-2 4-22 16,2 0 20-16,-3-3-16 15,22 0 7-15,0-10 0 16,0 1-1-16,0 4 9 16,0 8-20-16,0-3 29 15,0 3-29-15,0 0 15 0,-6-8-3 16,0 0 1-16,6 1-1 15,-6-1 0-15,6 0 3 16,0 8-10-16,0 0 21 16,0-3-18-16,0 11 14 15,0 0-11-15,0 1 5 16,0 2-3-16,0 2-1 16,0-5 1-16,0 1-7 15,0-6 15-15,0 14-13 16,0 3 15-16,0 12-9 15,0 4 1-15,18 9 3 16,4-1-6-16,18-12 0 0,1-4-2 16,-10-3 9-16,25-9-15 15,-25 1 17 1,3-6-17-16,-13 6 14 0,-8 3-12 16,-13 1 7-16,0 2-1 15,0 2 0-15,0-1 0 16,0 1-2-16,0-6 13 15,0-6-8-15,0-9 3 16,0-7-6-16,6-6 9 16,6-2-10-16,4 3 1 15,-16 11-3-15,0 14-6 16,0 11-22-16,-22 4 18 16,-18 1-47-16,15-25-39 0,-3-8-146 15,10-24-173-15</inkml:trace>
  <inkml:trace contextRef="#ctx0" brushRef="#br0" timeOffset="204492.29">21168 8550 398 0,'0'0'168'0,"0"0"-93"0,0 0 102 0,0 0-46 0,0 0-38 0,0 0-68 16,-28 0-4-16,28 0-9 15,7 0 6-15,61 0 30 16,37 0 44-16,38 0-48 16,37 0-24-16,18 0 19 0,32 0-24 15,24 0 28 1,31 0-23-16,38-4 10 0,18-12-8 15,12 0 3-15,-6-9-5 16,1 2-16-16,5 2 19 16,4-2-5-16,-4 7 2 15,-24 7-18-15,-28 9 0 16,-22 0 2-16,-37 0-4 16,-28 0 0-16,-16 9-6 15,-24 7 1-15,-1-8-18 16,-18-5 19-16,-28-3-51 15,-27 0 18-15,-26 0-47 16,-27-3-38-16,-47-10-262 16</inkml:trace>
  <inkml:trace contextRef="#ctx0" brushRef="#br0" timeOffset="207106.74">22083 4739 246 0,'0'0'16'0,"0"0"55"0,0 0 40 0,0 0-50 0,0 0-30 16,0 0 9-16,0 0-23 16,0 9 68-16,0 7 46 15,0 0 9-15,0-4-48 16,0 12-47-16,0-4 5 16,0 0-28-16,0 4-1 15,0-4-19-15,0 4 28 16,0 1-18-16,0 3 24 0,0-1-35 15,0 10 16 1,6-1-6-16,0 0 2 0,16 4-6 16,-9-8-2-1,8 4 4-15,-2 4-5 16,9-8 3-16,-3 4 8 16,-4 13-15-16,4-13 2 15,9 8 2-15,0 0 0 0,7-4-4 16,-7 4 0-16,-3-3 5 15,3 3-10-15,-6-5 11 16,-3-3-10-16,2 0 14 16,-14 5-15-16,2-5 8 15,-2 12-3-15,5-12 0 16,16 8 2-16,-6-3 1 16,19-5 5-16,-7 0-12 0,1 3 15 15,5-3-21-15,1 9 16 16,5-5-10-16,-11 4 4 15,11-4 0-15,4 4 0 16,-3-3 5-16,-1-2-8 16,1-3 6-16,3 9-6 15,-9-13 10-15,5 8-16 16,1-8 12-16,-13 12-5 16,1-4 2-16,-1 4 0 15,0-3-5-15,-12-2 13 16,19 2-16-16,-16-5 20 15,3-4-21-15,0 0 14 16,0 0-10-16,-9-5 4 16,9-2 1-16,12-1-4 15,-12-4 9-15,7 13-12 0,-7-14 14 16,12 14-14-16,-12-2 13 16,-9 2-13-16,9-2 8 15,-6 5-1-15,3 0 0 16,3-3 1-16,1-1-5 15,-8 4 12-15,14-8-16 16,-10 4 21-16,9 0-22 16,7 1 16-16,-1-5-12 15,-12 3 5-15,19 2 0 16,-3-2-1-16,2 2 7 16,1-1-11-16,15-8 13 15,-9 5-16-15,-6-6 18 0,-7 1-16 16,-5-4 8-1,-1 4-2-15,6-7 0 0,-11-9 3 16,-1 7-12-16,-6-10 21 16,-4 3-20-16,4 0 21 15,-3-5-24-15,3 6 17 16,0-1-10-16,-3 0 4 16,3 0 0-16,6 4-4 15,-3-1 10-15,9 2-15 16,-6-5 18-16,0-4-18 15,0-1 17-15,-3 2-16 16,-3-2 10-16,6 5-2 16,0-3 0-16,7-1 0 0,-1-4-7 15,-3 0 13 1,-9 0-19-16,12 0 26 0,-21 0-26 16,3 0 18-16,6 0-10 15,12 0 3-15,-15 0 1 16,-3 0 0-16,-4 0-2 15,-5 0-5-15,2 0 13 16,-3 0-15-16,1 0 18 16,2 0-11-16,10 0 3 15,-3 0-1-15,9 0 0 16,-3 0 2-16,0 0-2 16,6-9 6-16,-9 1-6 0,9 0 9 15,0-12-16-15,12 1 10 16,-5-9-4-16,5-5 1 15,1 2 1-15,-1-2-1 16,-6-6 4-16,-5 3-5 16,17-5 4-16,-11 1-3 15,-1-8 5-15,6-5-8 16,1 1 4-16,6 1-3 16,9-2-6-16,-3 5 2 15,-1 0-3-15,4 4 10 16,-9-4-17-16,0 4 17 15,-7 3-2-15,-5 10-5 16,-1-5 4-16,0 3-5 16,1-6 4-16,5-6 3 15,1-7-9-15,15 0 4 0,-3-1 1 16,3 1 4-16,-3 0 1 16,-1-4-8-16,17 0 15 15,-7-4-7-15,10 4 0 16,-10-5-5-16,0 6 3 15,-3-2-24-15,-12 6 18 16,9 2-3-16,-9 4-2 16,-1-2 18-16,10 3-5 15,-9-9 0-15,0-7-4 16,21 4-1-16,-21-8 7 16,-7 8-7-16,7 12-17 15,-13 0 2-15,16 0-19 16,-16 8 34-16,1 0 4 15,-4-5 1-15,3 1 0 0,10-4 2 16,-13 0-9-16,3-5 14 16,7-7-18-16,9 4 7 15,-4 0-12-15,1 9-16 16,-6 2-9-16,-13 8-1 16,-12 10 16-16,-10 10 25 15,-12 6 2-15,12 3-9 16,-5-4 16-16,-1-1-16 15,-6 6-24-15,0 3-184 16,-13 0-337-16</inkml:trace>
  <inkml:trace contextRef="#ctx0" brushRef="#br0" timeOffset="208062.23">22697 5867 9 0,'0'0'0'0</inkml:trace>
  <inkml:trace contextRef="#ctx0" brushRef="#br0" timeOffset="209006.45">22390 3814 246 0,'0'0'71'0,"0"0"-59"0,0 0 70 0,0 0-35 0,0 0-24 16,0 0 1-16,34 0 3 15,-28 0 33-15,-6 0-31 16,0 0 54-16,0 0-15 16,0 0-16-16,0 0-31 15,0 0 2-15,0 0-5 16,0 0-4-16,0 0 16 16,22 0-21-16,-10-8 59 15,7-5-51-15,3-2 12 0,-4-6-18 16,4-2 5-16,18-2-16 15,-9-3 0-15,3 0-4 16,7-8-21-16,-7 4 15 16,-16 12-15-1,-2 4 23-15,-10 16-2 0,-6 0 4 16,0 0 6-16,0 0 6 16,0 0 6-16,0 0-12 15,13 19-12-15,-7 1 13 16,28 13-17-16,-12 3 10 15,-10 8-17-15,-6 0-75 16,-6 0-20-16,0-11-46 16,0-13-234-16</inkml:trace>
  <inkml:trace contextRef="#ctx0" brushRef="#br0" timeOffset="210245.13">27878 8113 189 0,'0'0'47'0,"0"0"24"0,0 0 113 0,0 0-104 0,0 0-29 16,0 0 28-16,-12 4-3 15,12 0 79-15,0-4-43 16,0 3-22-16,0-3-8 16,0 0-35-16,0 5-24 15,0-5-18-15,0 0 1 16,0 0 2-16,0 0-16 15,0 0 22-15,6 0-16 16,19 0 6-16,-3 3-6 0,5 2 2 16,-8 3 0-1,-13 4 0-15,10 4 0 0,-16 4-11 16,0 12 22-16,0 13-13 16,0 2 4-16,0 1 5 15,-16 1 0-15,-18-13-11 16,16 0 4-16,5-8-21 15,13-9-2-15,0 2-76 16,0-5 43-16,0-12-126 16,0-4-211-16</inkml:trace>
  <inkml:trace contextRef="#ctx0" brushRef="#br0" timeOffset="211803.74">22672 6067 319 0,'0'0'162'0,"0"0"-81"0,0 0-38 0,0 0-23 15,0 0-4-15,0 0 14 16,-22-20-12-16,22 20 15 16,0 0 53-16,0 0 21 15,0 0 0-15,0 0-66 16,0 0-23-16,0 0-6 15,0 0-17-15,0 0 12 16,0 0-9-16,0 0 9 16,0 0-7-16,0 0 3 15,0 0 0-15,0 0-6 0,0 0 12 16,0 0-24-16,0 0 30 16,0 0-26-16,22 0 19 15,3-19-8-15,3 6 3 16,6-15-1-16,-9 4-2 15,-3-8-21-15,-10 8-12 16,-12-4-70-16,0 16 34 16,0-1-37-16,0 5 28 15,-34 8 78-15,-19 0 4 16,-6 13 23-16,25 7 35 0,-6 8 27 16,27-12-40-1,7 4-3-15,6-9-39 0,0 6 1 16,0-13 0-1,0 5-8-15,19-9 3 0,15 0 0 16,0 0 2-16,-9-13-3 16,3-15-4-16,-22 3-42 15,0 6 6-15,-6-1-23 16,0 16 38-16,0 4-36 16,-34 0 59-16,-25 0-1 15,0 4 11-15,3 28-23 16,10-12 26-16,21 3 3 15,3-6-6-15,22-13 36 16,0 8-46-16,0-4 0 0,0-8 5 16,0 0-4-16,28 0 17 15,6 0-17 1,13 0 39-16,-7-24-37 0,-9 7-3 16,-3 6-1-16,-22 7-8 15,-6 4 2-15,0 0 7 16,0 0 12-16,0 0-1 15,0 0-10-15,0 0 10 16,0 0-21-16,0 0 20 16,0 0-19-16,0 0 15 15,0 0-12-15,0 0-7 16,0 0-113-16,0 0-50 16,0 4-156-16</inkml:trace>
  <inkml:trace contextRef="#ctx0" brushRef="#br0" timeOffset="-214380.27">22992 5417 155 0,'0'0'193'0,"0"0"-134"0,0 0 45 0,0 0-79 15,0 0-23 1,0 0 9-16,0 0-2 0,0 0 5 16,0-8 17-16,0 1-8 15,0 3-14-15,0 4 11 16,0 0-15-16,0 0 58 16,0 0-2-16,0 0 16 15,0 0-31-15,0 0 7 16,-7 0-1-16,7 0-11 15,0 0-5-15,0 0-29 16,0 0 19-16,0 0-20 16,0 0 15-16,-6 0-15 15,6 0 7-15,-6 0-6 16,0 0 7-16,-16 8-11 16,3 8-1-16,-2 4-2 15,2-1 9-15,4-6-14 16,2 2 11-16,13-6-12 0,0-1 6 15,0-4 0-15,0 0-15 16,0-4-3-16,0 0 9 16,0 0-15-16,13 0 15 15,27 0 16-15,6 0-10 16,16 0 6-16,-9 0-6 16,0 0 0-16,-7 0-6 15,-12 0-5-15,-12 8-15 16,-3 0 26-16,-7 4-6 15,4-4 5-15,-10 3 8 16,-6 6-14-16,6-1 22 16,-6 4-12-16,0 4 0 0,0-4 9 15,0 1-6-15,0-6 7 16,-28 6-20-16,-3 2 22 16,-25 5-16-16,-3 1 13 15,-9-9-13-15,16 0 5 16,17-9-2-16,23-3-10 15,12-8-19-15,0 0-63 16,0 0-149-16,0-27 19 16</inkml:trace>
  <inkml:trace contextRef="#ctx0" brushRef="#br0" timeOffset="-213730.27">23119 5317 179 0,'0'0'219'0,"0"0"-163"0,0 0 35 0,0 0-11 0,0 0 14 15,0 0 35-15,34-19-38 16,6 6-1-16,13 1-78 15,0 0 34-15,2 0-22 16,-14-3-17-16,5 15-7 16,-15 0-21-16,3 0-141 0,-6 0-177 15,-15 0-247-15</inkml:trace>
  <inkml:trace contextRef="#ctx0" brushRef="#br0" timeOffset="-198558.93">23829 4238 351 0,'0'0'164'0,"0"0"-128"0,0 0-1 0,0 0 18 16,0 0-4-16,0 0 18 15,0 0 1-15,0 0 3 16,0 5 1-16,0-5-19 0,0 0-6 16,0 3-26-1,0 2 32-15,-16-1-32 0,-9 4 26 16,10 3-16-16,-10 2-7 16,10-5-11-16,-4-1 3 15,7-2 1-15,5-5-15 16,7 0 33-16,0 0-26 15,0 0 16-15,0-48-22 16,53-20 2-16,28-21-5 16,6-11-9-16,12 12-15 15,-12 3-20-15,-7 13 10 16,-15 16-29-16,-24 17-43 0,-13 22-90 16,-28 17-56-1,0 0 3-15,0 17-132 16</inkml:trace>
  <inkml:trace contextRef="#ctx0" brushRef="#br0" timeOffset="-198043.66">23547 4210 499 0,'0'0'122'0,"0"0"-94"0,0 0 0 0,0 0 68 0,0 0-6 16,0 0 24-16,0 0-54 16,0 5-24-16,0 2-26 0,0 9 25 15,-7 12-35 1,1 5 26-16,0 6-25 0,-3-10 1 15,2-9-4-15,7-8 11 16,0-8-21-16,0-4 26 16,0 0-28-16,0 0 14 15,0 0 0-15,7 0-5 16,33 0 3-16,0 0-9 16,16-8-25-16,-3-12 21 15,-13 0-76-15,-6 3-76 16,-15 10-48-16,-13 7-39 15</inkml:trace>
  <inkml:trace contextRef="#ctx0" brushRef="#br0" timeOffset="-197327.01">24836 3424 130 0,'0'0'453'0,"0"0"-395"0,0 0-30 0,0 0 40 16,0 0-58-16,0 0-8 16,7 25 4-16,27-25 41 15,0 0 37-15,0 0 10 16,-3 0-2-16,25-28-41 16,-3-21 1-16,5-3-47 0,4 1-2 15,-21 2-1-15,-16 13-4 16,-10 19 1-16,-15 9 1 15,0 8 15-15,0 0-8 16,-22 0-6-16,-37 21-1 16,-15 19-9-16,6 0-28 15,9 5-19-15,31-18-85 16,16-3-117-16,12-11-110 16</inkml:trace>
  <inkml:trace contextRef="#ctx0" brushRef="#br0" timeOffset="-197162.61">24836 3424 63 0</inkml:trace>
  <inkml:trace contextRef="#ctx0" brushRef="#br0" timeOffset="-197061.59">24836 3424 63 0,'428'28'478'0,"-421"-23"-442"16,-7 15 27-16,15-1 181 15,-9 6-101-15,13 3-107 16,-4-4-30-16,4-1-12 16,-19-2-33-16,6-1-164 15,-6 0-61-15,0-4-176 0</inkml:trace>
  <inkml:trace contextRef="#ctx0" brushRef="#br0" timeOffset="-196311.31">24750 3159 459 0,'0'0'117'0,"0"0"-59"0,0 0 47 0,0 0 7 16,0 0-35-16,-75 61-52 15,63-45-1-15,12 4-24 16,-13 12 45-16,-2 4-12 16,15 9 32-16,0 2-38 15,0-3-25-15,0-8-2 16,0 0-14-16,0-11-50 16,28-14-225-16,18-11-19 15</inkml:trace>
  <inkml:trace contextRef="#ctx0" brushRef="#br0" timeOffset="-195412.88">26027 3164 33 0,'0'0'361'0,"0"0"-261"0,0 0-30 0,0 0-36 0,0 0 20 15,0 0-29 1,0 8 28-16,-12-8-1 0,-16 3-10 16,15 6-6-16,-15-1 40 15,10 0-17-15,-10 4-22 16,0 0-6-16,9-4-22 15,13-4 26-15,6-1-24 16,0-3 6-16,0 5-11 16,0-5-12-16,0 0 4 15,0 0-7-15,0 0-8 16,0 12 16-16,0-12-2 0,31 13 6 16,10-10-6-1,-7 9 9-15,18-4-14 0,-11 8 15 16,-1 0-9-16,-6 9 2 15,-6-14 0-15,-16 6 7 16,7-2-6-16,-10 1 8 16,-9 5-2-16,0-1 21 15,0-4-26-15,0-4 8 16,0-4-10-16,0 0-10 16,-9-8 4-16,-10 0-14 15,13 0-20-15,-15 0-213 16,-10-25-41-16</inkml:trace>
  <inkml:trace contextRef="#ctx0" brushRef="#br0" timeOffset="-195275.79">26027 3164 225 0</inkml:trace>
  <inkml:trace contextRef="#ctx0" brushRef="#br0" timeOffset="-195180.1">26027 3164 225 0,'-12'-8'437'0,"52"8"-386"0,-9 0 41 15,25 0 215-15,-3-8-304 16,-35 4-3-16,10-1-38 16,-3-3-51-16,-3 0-185 15,5-3-104-15</inkml:trace>
  <inkml:trace contextRef="#ctx0" brushRef="#br0" timeOffset="-194796.96">26616 3067 358 0,'0'0'160'16,"0"0"-37"-16,0 0 70 16,233 33 2-16,-159 15-123 15,-27-1-25-15,-13 14 6 16,-34 7-18-16,0 13-25 16,0-1-2-16,-62 3-16 15,-31 17-25-15,-22-6-68 0,3-11-289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1T22:03:30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11488 10271 171 0,'0'0'75'0,"0"0"-59"0,0 0 44 0,0 0 25 16,0 0-54-16,0 0 35 15,0 0-9-15,0 0-11 16,0 0 4-16,0 0-19 16,0 0 0-16,0 0-30 15,0 3 25-15,0-3-17 16,0 5 17-16,-6-5-8 15,6 0 2-15,0 0 0 16,0 0-6-16,0 0 4 16,0 0-12-16,0 0 29 15,0 0-35-15,0 0 39 16,0 0-19-16,0 0 1 0,0 0 13 16,0 0-7-1,0 0-21-15,0 0 3 16,0-28 5-16,12-24-9 0,29-17 10 15,5 0-14-15,10 5 5 16,-16 0-3-16,7 4-6 16,-7 8-3-16,6 0-13 15,-15 8 0-15,4 8-51 16,-7 4 54-16,-4 7-34 16,-8 10-25-16,-16 7-34 15,0 8 26-15,0 0-58 16,0 0-234-16</inkml:trace>
  <inkml:trace contextRef="#ctx0" brushRef="#br0" timeOffset="698.98">11730 9761 497 0,'0'0'128'0,"0"0"-114"0,0 0 54 0,0 0-47 0,0 0-5 0,0 0 17 16,121-44 22-16,-81 24-20 15,-3-1-9-15,4 2 1 16,-7-1-19-16,0 0-8 16,-6-1 8-16,-10 6-14 15,4 2 14-15,-16 10-16 0,-6 3 0 16,0 0-6-16,0 0-33 16,0 23 47-1,0 6 27-15,0 7-8 0,0-8-10 16,0 8-7-16,-6-8-2 15,-3 5-1-15,3-2 0 16,-1-7-44-16,7 1-88 16,0-10-7-16,0-2-1 15,0-13-135-15</inkml:trace>
  <inkml:trace contextRef="#ctx0" brushRef="#br0" timeOffset="4195.28">22951 4968 523 0,'0'0'146'0,"0"0"-49"0,0 0-3 0,0 0 17 0,0 0-50 15,0 0-24 1,0 0 3-16,0 0-33 0,0 0 28 15,0 0-13-15,0-3 19 16,0 3-35-16,0-5 10 16,-6 2-16-16,-28-2 2 15,15-3-7-15,-15-4 4 16,6 12-8-16,-3-8 18 16,-3 5-18-16,-12-2 14 15,-23-3-11-15,-2 8 6 16,-16 0 0-16,7 0-5 15,5 0 18-15,1 0-27 16,3 24 22-16,-10 4-20 0,0 0 15 16,1 5-12-16,5-2-3 15,16-6 6-15,7 7 6 16,-4 0-10-16,-3 0 5 16,6 4-8-16,-9 8 9 15,3 1-34-15,-9-6 36 16,15 5-16-16,1-3 16 15,18-5-15-15,-13 4 5 16,25 0 8-16,-9 4-10 16,10-4 1-16,-13 1-3 15,21-2 11-15,1-3-24 16,-16 0 20-16,28 5-12 0,-13-2 21 16,7-2-3-1,6 3 0-15,0 4 3 0,0-4-28 16,0-4 23-16,0 0-19 15,13 0 16-15,5-3-40 16,10-5 29-16,0-1 8 16,6 6 7-16,3-2 3 15,13 2-10-15,3 0 3 16,-1-2 8-16,1 1-5 16,3-4 15-16,-3-3-20 15,-7-10 10-15,-6-2-2 16,7 3-9-16,6-4 11 15,-1-1 3-15,10-3 2 16,-3-3 6-16,16 3-7 0,-10-4 9 16,9 4-12-16,1 0 2 15,-10-5-3-15,3 6 0 16,-9-5-4-16,-3 3 9 16,-10 1-6-16,-12-3 4 15,13-5 21-15,-7 0-24 16,-3 0 31-16,19 0-13 15,-3-13 5-15,6-7-8 16,9 1-15-16,-15-6 6 16,-1 14 1-16,4-9-3 15,3-1 0-15,9 1 4 0,-3-3-6 16,4-2 12-16,-17-2-13 16,7-6 10-1,-12 0 2-15,9 2-13 0,-4-5 22 16,1 3-21-16,-6 10 26 15,-1-1-25-15,-12 4 17 16,7-4-19-16,-1-9 0 16,0-3-1-16,7-8 1 15,-1 8-3-15,-12-4 10 16,0 0-16-16,-21 8 18 16,-1 8-18-16,-12-1 17 15,0-3-8-15,0 9 3 16,0-14 8-16,0 2-11 0,0-10-5 15,0 5 1 1,0-4-10-16,0 8 13 0,0 4 2 16,0 4-3-1,-6 0 9-15,-19 0-7 0,-3 4 0 16,0-1 10-16,-3 1-7 16,-3 1 9-16,0-1-15 15,-6-1 11-15,0-2-16 16,5 10 14-16,-17-7-10 15,24 12 7-15,-19-4-3 16,-5 1 13-16,17-2-7 16,-17-7 6-16,5 12-6 15,-5-8 0-15,5 4 0 16,1-4-12-16,-4 4 6 0,3-1-6 16,1-2 2-1,6 2-2-15,-7 2 2 0,16-1 8 16,-9-1-13-16,-1 2 7 15,-5-1 0-15,-16 4-35 16,3-5 24-16,-3 5 0 16,9 0 13-16,7 1 27 15,12 2-18-15,9 2-8 16,-9 3 8-16,0-8-9 16,6 0 7-16,-3 3-11 15,9 1 4-15,-12 4-3 16,3 0 0-16,-16 0 3 15,-8 0-6-15,2 0 16 16,0 0-10-16,25 0 6 16,10 0-6-16,11 0 0 0,-2 9-24 15,-3-6-121-15,12 2-198 16</inkml:trace>
  <inkml:trace contextRef="#ctx0" brushRef="#br0" timeOffset="5194.91">21869 2650 363 0,'0'0'181'0,"0"0"-116"0,0 0 39 0,0 0-40 0,0 0-18 0,0 0 19 16,6 8-39-16,1-8 16 15,-7 0-22-15,0 0 56 0,0 5-42 16,6 6-12 0,9 6-21-16,10 2 7 0,3 6 5 15,0-1-12-15,-3-1-1 16,-4-3 4-16,-8 1-13 15,8-1 6-15,-8 0-5 16,-7-4-21-16,0 4-39 16,-6 4-52-16,6-4-52 15,-6 0-29-15,0-8-135 16</inkml:trace>
  <inkml:trace contextRef="#ctx0" brushRef="#br0" timeOffset="5815.16">22316 2642 200 0,'0'0'228'0,"0"0"-126"0,0 0-18 0,0 0-27 0,0 0-36 0,0 0 16 0,0 16-5 0,0-11-1 15,-13-5 1-15,7 11 11 16,0-6 12-16,-16 10-52 16,3 1 32-16,-2 4-33 0,-16 9 16 15,-4 3 1-15,7 4-5 16,-12 4 19-16,-1 8-15 16,1 0 11-16,-10 12-11 15,3-4 3-15,7 1-20 16,5-1 9-16,1-9-10 15,6 2-3-15,9-17-6 16,10 4-23-16,15-23-36 16,0-10-69-16,0-3-141 15,40 0-331-15</inkml:trace>
  <inkml:trace contextRef="#ctx0" brushRef="#br0" timeOffset="21465.93">26362 2417 385 0,'0'0'120'0,"0"0"-35"0,0 0-15 0,0 0-19 0,0 0-32 0,0 0 13 15,0 0 8-15,0 0-19 16,0 0 31-16,0 0-22 16,0 0 26-16,0 0-30 15,0 0 22-15,0 0-18 16,0 0-7-16,0 0-8 16,0 0-5-16,0 0 4 15,0 0-7-15,0 0 26 16,0 0-30-16,0 0 23 15,0 0-24-15,0 0 5 16,-22 0-5-16,-3 0-2 16,4 0 0-16,-7 0 6 0,15 0-15 15,-5 0 19 1,-4 0-14-16,-3 0 13 0,-3 5-18 16,10 15 14-16,-10 8-10 15,0-4 5-15,16 4-7 16,-1-4 2-16,-2-4 3 15,9 0 0-15,6-4 3 16,0-4-12-16,0 9 11 16,0 2-3-16,0-2-7 15,0-1 2-15,21-9-4 16,20 1-23-16,-1-4 35 16,-3-8-9-16,3 0-1 15,-6 0 20-15,-6 0-14 16,-9 0 18-16,9 0-22 0,6 0 10 15,-9-3-4 1,9-17 2-16,-6-8-24 0,-3 7-4 16,-4-2-47-16,-8 7 27 15,-13 11-47-15,0 5 24 16,0 0-21-16,0 0-152 16</inkml:trace>
  <inkml:trace contextRef="#ctx0" brushRef="#br0" timeOffset="25427.2">28901 8561 73 0,'0'0'0'0,"0"0"0"0,0 0-4 0,0 0 10 16,0 0-6-16,0 0 55 0,-120 5 57 16,107-1-53-16,-9 4 27 15,4-4 11-15,2 0-53 16,4 4-28-16,-7-5 6 15,13 6 3-15,-9-5-16 16,8-4 29-16,1 4-5 16,6-4 14-16,-6 0-12 15,6 0 18-15,0 0 3 16,0 0-39-16,0 0 9 16,0 0-15-16,0 4 22 15,0-4-18-15,-6 0 31 16,-4 0-17-16,10 0 10 0,0 0-1 15,0 4-9 1,0-4-7-16,-6 0-8 0,6 0-1 16,0 0-12-16,-6 4 6 15,0-4 0-15,6 4-1 16,-13-4-1-16,13 5 0 16,0-2-5-16,-6-3 14 15,6 4-10-15,-9-4-3 16,9 4 12-16,-6-4-12 15,6 4 12-15,0-4-7 16,0 0 7-16,0 0-13 16,0 0-4-16,0 0 2 15,34-24-6-15,19-12 7 16,21-12 2-16,0-8 0 0,-2-5 9 16,-4 6-20-16,-9 2-5 15,-13 9-1-15,-5 13-22 16,-20 14-2-16,-14 9 15 15,-7 8-15-15,0 0 7 16,0 0-71-16,-7 0-35 16,-33 0-278-16</inkml:trace>
  <inkml:trace contextRef="#ctx0" brushRef="#br0" timeOffset="25827.43">28421 8281 187 0,'0'0'329'0,"0"0"-267"0,0 0 102 0,0 0-52 16,0 0-32-16,0 0-36 0,260 133 15 16,-201-109-33-16,-12-4 7 15,21 0-18-15,-28-1-9 16,7-2 17-16,-13 2-20 15,-3-2-5-15,-9-6 2 16,2 2-1-16,10-5-45 16,-12 4-34-16,3-4-77 15,3 4-15-15,-16-4-35 16</inkml:trace>
  <inkml:trace contextRef="#ctx0" brushRef="#br0" timeOffset="38217.11">17844 6028 127 0,'0'0'219'0,"0"0"-109"0,0 0-23 0,0 0 26 16,0 0-32-16,0 0 12 0,0 0-27 16,0 0-19-16,0 0-16 15,-6 0-30-15,-12 0 38 16,-4 0-18-16,3 0-1 16,4 0-17-16,2 0-6 15,13-8 10-15,-6 8-6 16,6 0-1-16,0 0 0 15,-6 0-1-15,-10 0 1 16,-8 0-6-16,2 0-9 16,-3 0 7-16,-9 0 6 15,-6 0 1-15,-7 0-33 0,1 15 16 16,-1-3 16 0,13 5 2-16,0-6-6 0,0 1 14 15,9 1-15-15,-3-2 7 16,10 6-27-16,-4-6-48 15,-3-3 32-15,10 1 33 16,2-1 10-16,1 3 3 16,-10 6 3-16,10-6-4 15,-1 6 4-15,-2-1-11 16,2 0 5-16,1 0-4 16,-4 4-43-16,4-4-3 15,0 4 26-15,-10 0 22 0,3 8-2 16,19-8 8-1,-12 4-2-15,3-4 6 0,9-7-16 16,0-2 1-16,0-3-28 16,0-4 6-16,0 9 21 15,0-5 2-15,0 0 5 16,0-5-7-16,0 9 16 16,15-4-5-16,4 5 5 15,2-1 5-15,-8 7-11 16,5-6-2-16,4 7-3 15,-9-8-1-15,8-4 3 16,-8 3 2-16,-1 10-9 16,10-1 6-16,-10-4-2 15,1 4-7-15,8-4-4 0,-8 1 11 16,15-6 3-16,-10 6-25 16,10-9 17-16,-3-1 7 15,3 1 2-15,0-4-26 16,-10 0 12-16,4 1 2 15,3-5 12-15,-3 0-15 16,2 0 5-16,4 0 9 16,-9 0 1-16,-4 0 6 15,10 3 19-15,3 2-18 16,-16-5-7-16,23 0 0 16,-14 0-18-16,4 0 0 15,3 0 18-15,-16-5 9 16,1 2-8-16,-13-2 10 0,0 1 6 15,9 0-2-15,4-8-14 16,21-8 9-16,6-7-10 16,0-6 0-16,7-11 0 15,-7 12 0-15,-9 3-6 16,-3 1-8-16,-9 5 14 16,-10 2-3-16,-9 1 1 15,12 9 4-15,-6-10 3 16,7-10 6-16,2-2-10 15,-8 2-2-15,5-5-15 16,-6 3 9-16,-6 13-2 16,0 4 9-16,0 4 9 15,0-1 37-15,0 2-8 0,0-5-30 16,-18 4-8 0,5-8-15-16,-15 4-30 0,16 0 19 15,-10-1 26-15,4 9 0 16,-4 0 27-16,-3 0 6 15,3 1-11-15,4 2-18 16,-10 2-4-16,0 3-27 16,-3 0 16-16,-9 0-19 15,-1 0-47-15,1 0-5 16,0 0-50-16,-7 0 60 16,1 3 53-16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04T22:56:02.7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21500 2350 289 0,'0'0'242'0,"0"0"-157"0,0 0 2 0,0 0 10 0,0 0-67 16,0 0-18-16,0 0 14 16,-71-64-22-16,71 56 46 15,0 3-49-15,0 5 8 16,0 0-9-16,0 0 0 16,0 0 0-16,0 0 1 15,0 0 11-15,0 0-4 16,0 0 37-16,0 0-35 15,0 0 27-15,0 0-10 16,0 0 16-16,0 0-33 16,0 0-1-16,0 0-5 0,0 0 4 15,0 0-11-15,0 0 16 16,0 0-26-16,0 28 36 16,0 13-16-1,0 23 1-15,0 8 11 0,0 16-13 16,0 9-5-16,0 19-1 15,0 12 18-15,0 13-21 16,0 6 14-16,-22 7-1 16,10 6-3-16,-29 4 1 15,-11 8-1-15,-1 5-7 16,-28 3 0-16,26 0-8 16,-4-6 5-16,6-10-32 0,13-28 17 15,5-27-59-15,17-37 26 16,18-36-155-16,0-28-186 15</inkml:trace>
  <inkml:trace contextRef="#ctx0" brushRef="#br0" timeOffset="679.17">20492 4135 611 0,'0'0'85'0,"0"0"41"0,0 0 78 0,0 0-128 0,0 0-66 0,0 0-10 0,115 0 0 15,18 0 70-15,26 0-19 16,24 0 15-16,9 0-56 16,9 0 28-16,7 0-28 15,-3 0-9-15,-4 0-1 16,-12 0-1-16,-15 0-2 15,-16 0-30-15,-25 0 20 16,-18 0-58-16,-6 0-35 16,-57 0-194-16,-39 0-113 15</inkml:trace>
  <inkml:trace contextRef="#ctx0" brushRef="#br0" timeOffset="1595.12">20613 4703 373 0,'0'0'216'0,"0"0"-196"0,0 0 35 0,0 0 16 0,0 0-6 0,0 0 16 0,-6-31-33 0,-3-5 29 16,9-8-64-16,0-17 19 15,0-7-12 1,9-8 3-16,31-9-20 16,19-2 1-16,6-6-4 15,10 1 7-15,-1 4 0 16,1-1-6-16,-10 6 27 0,9 2-13 16,1 5 10-16,-4 8-21 15,3 8-5-15,-5 11 2 16,-10 9-1-16,-7 13 0 15,1 2 10-15,-25 13-20 16,12 12 16-16,-6 0-12 16,13 28 12-16,12 17 8 15,3 2-11-15,9 2-2 0,3 2-2 16,-12 14 5-16,-15 16-14 16,-16 14 20-16,-22 10-14 15,-9 22 16-15,0 3 9 16,0-6-15-16,-9-8-4 15,9-16-2-15,0-16 6 16,0-7-12-16,0-13 12 16,28 8-15-16,-6-15 9 15,-4-6-4-15,10-10-92 16,-9-10-58-16,9-18-232 16,-10-13-223-16</inkml:trace>
  <inkml:trace contextRef="#ctx0" brushRef="#br0" timeOffset="5226.31">23934 2514 277 0,'0'0'161'0,"0"0"-107"0,0 0 16 0,0 0-70 0,0 0-20 0,0 0-47 0,0 0 37 0,-12 5 23 16,12-5 7-16,0 0 91 0,0 0-33 15,0 0 32 1,0 0-84-16,0 0-6 15,0 0-17-15,0 0 17 16,0 0 1-16,0 0 35 16,0 0 55-16,0 0-1 15,0 0 3-15,0 0-43 0,0 0-3 16,0 0-43-16,0 0 26 16,0 0-25-16,0 0 17 15,0 0-7-15,0 0-5 16,0 0 18-16,0 0-24 15,0 3-4-15,0-3 17 16,0 0-33-16,0 0 20 16,-6 8-8-16,6 0-6 15,-7 9 6-15,-8-2-2 16,15 9-8-16,0-4 5 0,0-4 18 16,0 0-30-16,0 1 26 15,0-17-13-15,0 11-1 16,0-11 2-16,0 0 5 15,22 0-4-15,9 0-4 16,-4-11 20-16,26-22 6 16,-13-11-15-16,1-8 8 15,5-4 4-15,10 0-23 16,-31 0 10-16,9 16-7 16,-22 0 4-16,-12 7-1 15,0 6-9-15,0 2 26 0,-6 13-31 16,-22 8-6-1,4 4 22-15,-11 0-13 0,-11 21 12 16,-13 26-10-16,3 1-18 16,3 9 2-1,19 2-1-15,3-6 17 0,10-9 21 16,14-3-18-16,7-10 1 16,0-7 9-16,0-7 0 15,13-9-15-15,33-1 13 16,-12-3 2-16,7-4-15 15,-13 0 32-15,-10 12-33 16,-5-7 34-16,8 11-26 16,-14-1 8-16,20 6-4 15,-8-1 2-15,9 0-1 0,6-12-11 16,13-5-169 0,-16-3 27-16,9 0-216 0</inkml:trace>
  <inkml:trace contextRef="#ctx0" brushRef="#br0" timeOffset="6108.5">24756 2602 51 0,'0'0'138'0,"0"0"-108"0,0 0 20 0,0 0 129 0,0 0-89 0,0 0-49 15,0 0-15-15,0 0 3 0,0 0 35 16,0 0-10 0,0 0 47-16,0 0-15 0,0 0 13 15,0 0-64-15,0 0-2 16,0 0-19-16,22-16 10 15,24-12 3-15,13-11-10 16,22-6 28-16,-1 1-40 16,7-5 10-16,0 2 9 15,-13 14-48-15,-2 5 14 16,-23 12-55-16,-24 8-21 16,-19 8-73-16,-6 0-84 15,0 0-73-15</inkml:trace>
  <inkml:trace contextRef="#ctx0" brushRef="#br0" timeOffset="6558.31">24663 2682 334 0,'0'0'237'0,"0"0"-189"0,0 0 32 0,0 0 89 0,0 0-35 0,0 0-78 15,226 73 10-15,-151-46-60 16,-23-7 25-16,4 5-29 15,-25-1 11-15,9 0-8 0,-5-4-10 16,-8 0-4-16,8-8-38 16,-4 4-42-16,3-16-170 15,-13 0-50-15</inkml:trace>
  <inkml:trace contextRef="#ctx0" brushRef="#br0" timeOffset="7157.66">25785 2719 104 0,'0'0'320'0,"0"0"-312"0,0 0-8 0,0 0 23 0,0 0 97 16,0 0-40-16,0 55 25 16,0-42-26-16,0-1 26 15,0-1-41-15,34-2-61 16,-6-5 8-16,3 0-4 15,19-4 14-15,3 0-13 16,-7 0 14-16,13 0-16 16,3-25 28-16,3-14-30 0,3-17 13 15,-9-21-17 1,-12 10-6-16,-13-10 0 0,-28 13-64 16,-6 15 28-16,-6 18 42 15,-75 15-9-15,-6 7 18 16,-6 9-18-16,-6 9 3 15,19 38-15-15,5 14-16 16,22-6-288-16</inkml:trace>
  <inkml:trace contextRef="#ctx0" brushRef="#br0" timeOffset="13526.91">21568 6280 50 0,'0'0'344'0,"0"0"-271"0,0 0-46 0,0 0 61 0,0 0-29 0,0 0-10 0,0 0-38 15,-28 0 56-15,28 0 1 16,-6 0 31-16,0 0-15 16,0 0-33-16,6 0-28 15,0 0-16-15,0 0 26 16,0 0-19-16,0 0 42 15,0 0-29-15,0 12 24 16,-6 16-45-16,-1 24 10 16,7 28-15-16,0 25 0 15,0 15 1-15,0 17 5 16,0 19-3-16,-21 16 9 16,-20 21-12-16,-11 15 11 15,-7 5-24-15,3-4 9 0,-3-9-28 16,25-32-10-16,0-15-74 15,15-25-76-15,13-32-155 16,6-35-38-16</inkml:trace>
  <inkml:trace contextRef="#ctx0" brushRef="#br0" timeOffset="14206.24">20613 7711 475 0,'0'0'112'0,"0"0"-89"0,0 0 108 0,0 0 13 0,0 0-42 0,0 0-87 16,100-28 48-16,39 53 89 15,44-9-100-15,22-4-6 16,9 4-26-16,-7 0 21 15,-11 4-37-15,-10 12 12 16,15 0-7-16,-15 1-5 0,0-2-3 16,-3-11-2-1,-15-4-12-15,-35-11-37 0,-21-5-37 16,-38 0-40 0,-40 0-246-16</inkml:trace>
  <inkml:trace contextRef="#ctx0" brushRef="#br0" timeOffset="15000.11">20685 6588 544 0,'0'0'55'0,"0"0"-12"0,0 0 105 0,0 0-63 0,114 229-22 0,-61-149 12 0,3 4-15 0,9 1-41 15,3-9 17-15,19 17-31 0,6-1-5 16,22 8 13 0,3 8-9-16,-4 1 6 0,1-9-1 15,-3-16-13-15,-4-16 11 16,-9-7-5-16,-6-17 7 16,4-5-1-16,-4-11-8 15,-22-8-12-15,16-12 9 16,-25-8 1-16,-10 0-17 15,1-15 38-15,3-29-17 16,-3-25 4-16,-1-14-4 0,1-27-2 16,3-6 2-1,3-4-7-15,15-8-6 16,-2-1 3-16,8 10 16 0,-12-2-31 16,-15 13 10-1,-6 11-39-15,-19 21-169 16,-4 19-99-16,-14 26-101 0</inkml:trace>
  <inkml:trace contextRef="#ctx0" brushRef="#br0" timeOffset="16033.49">25190 7130 97 0,'0'0'492'0,"0"0"-479"0,0 0 32 0,0 0-28 0,0 0-3 0,0 0-14 0,-127 0 0 15,108 0 60-15,-9 0 30 0,10 0 54 16,-10 0-58-16,15 20-17 16,7 1-49-16,6-10 43 15,0 14-59 1,0-5 8-16,13-1-10 0,33-14 3 15,16 2-10-15,-3-7 15 16,9 0-18-16,4-20 19 16,2-24-10-16,0-12 5 15,-21-16-12-15,0 3-28 16,-25-6-18-16,-22 11-7 16,-6 15-33-16,0 21-34 15,-40 28 33-15,-35 0 88 0,-18 41 5 16,13 26 17-16,-13 5 9 15,18 1 80-15,35-13-45 16,21-16-11-16,19-11-48 16,0-10 10-16,34-10-24 15,38-5 24-15,8-8-21 16,7 0 17-16,-6 0-11 16,-7 0 3-16,-27 7 0 15,-7 9-12-15,-6 4 18 16,-15 1-12-16,21-1-16 15,-12-9-66-15,-3 6-121 16,-16 2 46-16,-9-2-240 16</inkml:trace>
  <inkml:trace contextRef="#ctx0" brushRef="#br0" timeOffset="16482.14">26266 6704 584 0,'0'0'286'0,"0"0"-219"0,0 0 26 0,0 0-64 0,0 0-26 0,0 0-6 0,183 218 11 16,-158-202-21-16,3-1-23 16,-10-2 0-16,-2-9-140 15,-16 4-73-15</inkml:trace>
  <inkml:trace contextRef="#ctx0" brushRef="#br0" timeOffset="16748.72">26173 7335 294 0,'0'0'291'0,"0"0"-226"0,0 0 80 0,0 0 41 15,0 0-117-15,0 0-24 16,260-141-37-16,-204 97 5 16,-9 12-13-16,-13 13-8 15,-9-2-20-15,-4 4-104 16,-15 10-156-16,-6-1-258 15</inkml:trace>
  <inkml:trace contextRef="#ctx0" brushRef="#br0" timeOffset="17315.59">27258 7058 507 0,'0'0'125'0,"0"0"-78"0,0 0 35 0,0 0-24 0,0 0 51 16,0 0-36-16,0 52 8 15,25-35-55-15,21-2 37 16,23-7-54-16,11-8 12 16,13 0-7-16,0 0-7 15,-6-12 5-15,12-27-10 0,-3-14 18 16,-9-12-10 0,-28-2-12-16,-25 3 16 0,-21 7-28 15,-13 9-10-15,-13 16 18 16,-67 20 6-1,-47 12 2-15,-7 0 3 0,-5 52 12 16,18 12-34-16,34 0 16 16,47-7-32-16,33-17-271 15,7-4-599-15</inkml:trace>
  <inkml:trace contextRef="#ctx0" brushRef="#br0" timeOffset="22045.08">23655 1772 509 0,'0'0'139'0,"0"0"-26"0,0 0 19 0,0 0-101 0,0 0 1 0,0 0-5 16,0 0 16-16,0-96-5 0,0 87 9 16,0 1 37-16,0 8-29 15,0 0 12-15,0 0-67 16,0 0 29-16,0 0-16 16,0 0-13-16,0 0 2 15,0 0-2-15,0 0 2 16,0 0 7-16,0 0-5 15,-22 57 15-15,-18 35-25 16,-6 41 24-16,5 7-26 16,7 0 12-16,28-11-8 15,6-9 4-15,0-12-17 16,0-12 15-16,0 1-9 16,-6-13-6-16,-7-16 21 15,-2-20-22-15,2-27 9 16,13-6 2-16,-6-15 4 0,6 0 3 15,0 0-3-15,0 0 0 16,0 0-3-16,28 0-7 16,43 0-5-16,38 0 36 15,18 0-24-15,19 0 16 16,27 0-6-16,17 0 8 16,2 0-11-16,9 13 1 15,-8 6 16-15,-10 6-34 0,-10-10 43 16,-27-2-41-1,0-10 23-15,-25-3-15 0,6 0 8 16,-19 0-2-16,-2 0 0 16,2 0 2-16,-9 0-14 15,22 0 31-15,-15 0-37 16,-19 5 26-16,-19-5-16 16,-3 3-9-16,-15-3 15 15,-4 0-2-15,1 0-26 16,-7-8 9-16,13-8-67 15,-13 4 63-15,-15 1-44 16,-10 3-19-16,-15-4-222 16,0-12-251-16</inkml:trace>
  <inkml:trace contextRef="#ctx0" brushRef="#br0" timeOffset="22627.88">23996 1769 270 0,'0'0'1'0,"0"0"109"0,0 0 28 0,0 0-68 0,0 0-38 0,0 0 77 16,6 0 1-16,53 0 8 16,34 0-37-16,41 0-22 0,39-9-4 15,41-7 15 1,28 0-38-16,6 0-27 16,0 7 26-16,-9 9-24 0,-19 0-8 15,-31 0 12-15,-9 0-22 16,-40 17 10-1,-26 11-20-15,-27 8 14 16,-6 13 3-16,-10 3-15 0,3 4 36 16,1 8-42-16,-1 4 47 15,-2 4-37-15,-10 0 21 16,-16 0-12-16,-21-3 6 16,-10 7-47-16,-15 0 47 15,0 0-69-15,-27 1 9 0,-20-5-289 16,1-33 19-16</inkml:trace>
  <inkml:trace contextRef="#ctx0" brushRef="#br0" timeOffset="38964.21">4558 5718 527 0,'0'0'43'0,"0"0"-29"0,0 0 18 15,0 0 13-15,0 0-13 0,0 0 33 16,0 0-5 0,0 0-33-16,0 0 67 0,0 0-2 15,0 0 3-15,0 0-63 16,0 0 11-16,0 0-42 16,0 0 8-16,0-8-7 15,0 0 1-15,0-3-6 16,-6 6 9-16,-4 5 15 15,10 0-8-15,-6 0 20 16,6 0-33-16,-12 0 0 16,-1 0-7-16,-14-4-14 15,-1 4-20-15,-3 0 14 16,-3 0 26-16,-7 0 0 16,13 0-12-16,-6 9 26 15,9 2-23-15,-9 2 15 0,16-1-6 16,-10-4 1-16,15 0-2 15,-8 0-4-15,8-1-4 16,1 6 7-16,-10-2 2 16,-6 6-10-16,3-1 16 15,4 4-10-15,-10-1 2 16,15-6 3-16,4-5-12 16,-7-4 2-16,19 4 2 15,-15-4 15-15,9 12-21 16,-7-12 28-16,-15 16-23 15,16-8 13-15,-10-1-7 16,4-2 3-16,5 3 0 16,-2 0-4-16,2-4 15 0,7 4-24 15,-16 1 24-15,10 2-22 16,0-3 19-16,-4 5-12 16,10-2 4-16,-13 1-5 15,4 0 5-15,9-4 0 16,-1 4-11-16,7-8 20 15,0-3-18-15,0-1 6 16,0 4-9-16,-6 12-1 16,-6-1 12-16,-4 6 2 15,-2-1 9-15,18-4 9 16,0-8-18-16,0 0 2 16,0-4 8-16,0-1-22 0,0 6 18 15,0-1-12 1,0 4 5-16,0 0 0 0,0 1-2 15,0-2 7 1,0 1-14-16,0 0 22 0,12 1-18 16,10-6 12-16,-4 1-11 15,4 1 6-15,-3 3-4 16,2-1-5-16,-8 6 7 16,5-1-2-16,-2 0 6 15,-4-9-9-15,7 14 12 16,3-13-14-16,-4 8 17 15,4 0-18-15,-10-8 9 0,10 4-1 16,3 0 0 0,-10 4 6-16,10 0-8 0,-3 1 5 15,-4 2 7-15,10-2 1 16,-9-6-16-16,3-2 10 16,-4-5-7-16,4-5 2 15,3 5 0-15,-4 1-1 16,-2-1 9-16,3 0-9 15,-4-5 5-15,16 2-4 16,-21 3 7-16,21 7 3 16,-15 2 1-16,8-1 32 15,-8 0-28-15,3-4-8 16,6-4-14-16,-10 0 21 16,4 0-27-16,3-8 29 15,-4 8-11-15,-2 0 1 0,9-1 10 16,-3 2-15-16,9-1 10 15,-6 0-8-15,6-4 9 16,-3 3-16-16,-3-7 18 16,6 5-23-16,-9 3 18 15,3-4-2-15,0 0-7 16,-4 0 1-16,4-4-1 16,6 4 6-16,-3 0 3 15,10 1-2-15,-7-5-6 16,0 7 14-16,-9-7-21 15,3 4 12-15,-7-4-7 16,4 0 1-16,3 0 0 0,-9 0-2 16,9 0 10-16,-10 0-18 15,10 0 21-15,-9 0-20 16,9 0 21-16,6 0-15 16,6 0 4-16,-6 0-1 15,13 0 0-15,-7 0 8 16,0 0-11-16,-3 0 13 15,4 0-18-15,-1-4 20 16,-12-3-21-16,0 7 22 16,-10 0-23-16,-5 0 10 15,21 0 0-15,-6 0 0 16,18-9 5-16,-11-3-12 16,5-5 14-16,6 2-19 15,-15-1 17-15,-3 4-10 16,0 4 8-16,-15 8-6 0,-1-8 3 15,3 8 0 1,-2-5-3-16,5-6 9 0,4-5-13 16,3-4 19-16,9-5-22 15,-6 9 17-15,-16 1-14 16,4 2 10-16,-16 10-3 16,6-2 0-16,-6-7 6 15,12-7-7-15,1-9 11 16,9-8-20-16,-10 0 16 15,0 3-13-15,10 5 9 16,-9 0-4-16,-1 7-3 0,-12 2 5 16,0 7 0-16,0-1 10 15,0-7-21-15,0 9 31 16,0-9-38-16,0-4 23 16,0-4-5-16,0 8 0 15,0-4-5-15,0 4 2 16,0 7 6-16,0 1-12 15,0 4 22-15,0-8-20 16,0-4 16-16,0-8-18 16,0 4 6-16,0-1 1 15,0 2-6-15,0 2-8 16,0 10 10-16,0-1 12 16,0-1-10-16,0 6 10 15,0-6-12-15,0-3 11 0,0 4-9 16,-12-12 7-16,12 1-3 15,-7-2 0-15,1 1 0 16,-6 8-12-16,2-4 25 16,4 12-21-16,-12 4 23 15,11-12-20-15,-2 13 9 16,-3-18-8-16,5 12 2 16,-5-14 2-16,-3 10-2 15,2-6 3-15,-5 7-11 16,-4-8 15-16,3 7-16 15,4-6 13-15,-4 7-2 16,7 4 0-16,-16 0-2 16,6 0 2-16,-3 4 1 15,-3-9-1-15,4 13 12 0,-10-11-23 16,-1-9 17-16,17 7-12 16,-10-7 4-16,6-4-4 15,-3 4 5-15,4 4 0 16,-20 8-3-16,29 0 8 15,-22 8 9-15,9-7-1 16,-3-6-24-16,-6 5 20 16,9-7-8-16,-3 7 0 15,-6-1-12-15,3-7 12 16,-3 8 0-16,6-8-8 16,-6 4 17-16,3 7-21 15,3-2 24-15,-6 7-17 0,-6-4 5 16,21-4-3-1,-15-4 3-15,6 4 0 0,10 0-2 16,-10 4-2-16,15 0-8 16,-21 0 24-16,16-1-30 15,-10 5 30-15,-13-3-19 16,7-2 7-16,9 2-5 16,-3-5 5-16,10 0-1 15,-10 8-5-15,9 0 10 16,-2 0-17-16,-7 0 19 15,9 0-18-15,7 0 4 16,-10 0 3-16,3-4-15 0,-2 4 20 16,8 0-6-16,1 0 16 15,-4 0-22-15,-2 0 21 16,5 0-18-16,-2 0 10 16,3 0-7-16,-7 0 12 15,3 0-5-15,4 0-1 16,6 0 0-16,-22 4-6 15,0 7 18-15,-3 2-16 16,-3 7 11-16,0-4 0 16,15-4-1-16,4 0-5 15,2-8 0-15,7-4 2 16,0 3-6-16,0 2 13 0,-10-1-16 16,10 4 13-1,-6 0-14-15,-4 3 10 0,-3 6-8 16,-8 4 5-16,8-2 0 15,-3-2-4-15,-3-6 9 16,4-3-12-16,-4-4 16 16,9 1-13-16,-2-2 12 15,5 2-16-15,-8-5-19 16,8 0-97-16,-8 0-427 16</inkml:trace>
  <inkml:trace contextRef="#ctx0" brushRef="#br0" timeOffset="54567.11">1696 11690 470 0,'0'0'25'0,"0"0"48"0,0 0 62 0,0 0-52 0,0 0 2 15,0 0 3-15,0 0-18 16,381-132-35-16,-334 71 27 16,-1 1-23-16,-11-4-28 15,-29 8-11-15,-6 4 0 16,0 16-3-16,-13 8 2 15,-42 16-11-15,-11 12 3 16,-20 0 6-16,-29 20 3 16,9 36-3-16,13 8-22 15,31-4 20-15,38-7-1 16,24-17 5-16,0-12 0 16,0-9-23-16,46-15-6 0,35 0 10 15,24 0 20-15,-12 0 10 16,-6 0-5-16,-6 0-5 15,-35 0 0-15,7 33 12 16,-4 7-7-16,-11 0 3 16,-10-8-8-16,18-20-16 15,1-4-86-15,-7-8-109 16,-6 0 17-16</inkml:trace>
  <inkml:trace contextRef="#ctx0" brushRef="#br0" timeOffset="54950.11">2766 10957 441 0,'0'0'430'0,"0"0"-346"0,127 232 42 0,-81-136 28 0,-11 0-111 16,-1 9-25-16,-10-9-10 16,-17 4-16-16,-7-3 8 15,0-9-29-15,-13-8-138 16,-55-16-328-16</inkml:trace>
  <inkml:trace contextRef="#ctx0" brushRef="#br0" timeOffset="58346.05">4431 11081 403 0,'0'0'181'0,"0"0"-167"0,0 0 79 16,0 0-10-16,0 0-36 15,0 0 11-15,0 0 30 0,0 0-22 16,0 0 2 0,0 0-4-16,0 0-5 0,0 0-15 15,0 0-30-15,0 0 16 16,0 0-27-16,0 0 11 16,0 0-9-16,12 0-8 15,10 0 3-15,9-8 0 16,3-8 0-16,-6 7 4 15,-3 1-10-15,-3 8 8 16,-10 0-7-16,10 0-22 16,-16 45 25-16,-6 18-12 15,0 26 13-15,0 11-15 16,-16 0 9-16,-24-7 4 16,9-21 3-16,15-16-4 0,10-20 15 15,6-16-22-15,0-12 19 16,0-8-12-16,0 0 4 15,22 0 0-15,25 0 0 16,-7 0 1-16,-6 0 0 16,-15 0 8-16,-7 0-11 15,16 0 7-15,-10 0-10 16,-2 0-75-16,-4 13-33 16,-5 3-120-16,-7-5-123 15</inkml:trace>
  <inkml:trace contextRef="#ctx0" brushRef="#br0" timeOffset="58914.05">4952 11329 193 0,'0'0'308'0,"0"0"-243"16,0 0-4-16,0 0 56 0,0 0-7 0,0 0-29 15,6 4 7-15,0 21-42 16,10 11 39-16,2 3-32 16,-5 6-5-16,8 2-44 15,-2 6 3-15,-3-1 8 16,-4-8-11-16,-12 0-3 16,6-8 0-16,-6-11 3 15,0-10-1-15,0-15-6 16,0 0 5-16,0 0-8 15,0 0 2-15,6-23-2 0,1-13 6 16,8-1-7 0,4 5 4-16,2 8 0 0,-8 17 1 15,-1 7 4-15,10 0-9 16,-10 0-2-16,16 11 9 16,-9 17 12-16,-7 8 15 15,-12 5-23-15,16 2-3 16,-16-2-2-16,0 3-20 15,0-8-11-15,0-4-109 16,0-8-117-16,0-20-64 16</inkml:trace>
  <inkml:trace contextRef="#ctx0" brushRef="#br0" timeOffset="59380.89">5699 11597 573 0,'0'0'188'0,"0"0"-40"0,0 0-22 0,0 0-105 0,0 0-17 16,0 0-1-16,56-7 40 16,-31 7-3-16,-4 0 36 15,4 0-66-15,-3 0-8 16,-4 0-2-16,10-4-37 16,-15-4 11-16,-1-1-28 0,10 9 0 15,-10-11-48-15,4 3-125 16,-16 0-199-16</inkml:trace>
  <inkml:trace contextRef="#ctx0" brushRef="#br0" timeOffset="60429.08">5259 11707 498 0,'0'0'61'0,"0"0"-61"0,0 0 16 0,0 0-11 16,0 0-3-16,0 0-4 15,12 7 6-15,-12-7 10 0,0 0-8 16,0 0 78-1,0 0 6-15,0 0 4 0,0 0-12 16,0 0 3 0,16 0-61-16,-16 0-8 0,12-7-15 15,7-18 2-15,9 9 32 16,-7 0-30-16,10 12 15 16,-9 4-20-16,3 0 8 15,-4 0 10-15,7 8 11 16,-9 20 5-16,-7 8-27 15,-5 0-7-15,2-3-27 16,-9 6-11-16,0 2-65 16,0-10-70-16,-9-3-161 15</inkml:trace>
  <inkml:trace contextRef="#ctx0" brushRef="#br0" timeOffset="61331.21">6595 11342 266 0,'0'0'259'0,"0"0"-218"0,0 0 56 0,0 0-17 0,0 0-51 0,0 0 59 15,0-33 13-15,-18 33-11 16,11 0 7-16,-27 0-9 16,0 16-65-16,-12 17-2 15,12 23-17-15,-7-4 15 16,16 4-1-16,4 0-10 15,14-8-8-15,7 0 6 16,0-12-15-16,0-8 11 16,35 8-11-16,-1-12 10 15,18-7-3-15,1-9 2 16,-6-8-1-16,5 0 0 16,10 0 1-16,-15-29-6 0,-7-3 16 15,-21 0-20-15,-19 9 18 16,0 10-14-16,0 5 12 15,-34 8-2-15,-13 0 1 16,-12 8 3-16,0 36-8 16,-3 5 2-16,10-10-11 15,39-3 6-15,4-19-41 16,9-17-187-16,0 0-311 16</inkml:trace>
  <inkml:trace contextRef="#ctx0" brushRef="#br0" timeOffset="62860.38">7544 11517 165 0,'0'0'25'0,"0"0"18"0,0 0 87 0,0 0-38 0,0 0-22 16,0 0-44-16,0 0-6 15,0 13 29-15,0-13-12 16,0 0 18-16,0 0-6 16,0 3 46-16,0-3-33 15,0 0 7-15,0 0-46 16,0 0-7-16,0 0-1 16,0 0 3-16,0 0 17 15,0 0-20-15,0 0 20 0,6 0-31 16,10 0 11-16,18-11-8 15,25-25 45-15,21-8-15 16,13-9-10-16,7 1 6 16,-4 0-25-16,-19 4-7 15,-15 20 10-15,-15 4-22 16,-19 12-7-16,-16 12 3 16,-12 0-61-16,0 0-46 15,0 31-175-15,-28 13-27 16</inkml:trace>
  <inkml:trace contextRef="#ctx0" brushRef="#br0" timeOffset="63492.11">7584 11618 174 0,'0'0'305'0,"0"0"-219"0,0 0-27 0,0 0 18 16,0 0-63-16,0 0 28 0,-34-21-42 15,34 21 1-15,0 0 54 16,0 0 17-16,0 0 105 16,0 0-106-16,0 0 22 15,0 0-74-15,0 0 11 16,0 0-17-16,0 0 8 15,0 0-3-15,16 17-16 16,36 15 17-16,17 8-3 16,2 4 16-16,3 5-32 15,1-5 14-15,-10 0-14 16,9-4 0-16,-6-4-3 0,-9-4-26 16,-12-4-2-1,-13-3-37-15,-15-18-122 0,-19 1-489 16</inkml:trace>
  <inkml:trace contextRef="#ctx0" brushRef="#br0" timeOffset="64227.18">8843 11622 509 0,'0'0'150'0,"0"0"-8"0,0 0 41 0,0 0-114 0,0 0-53 16,0 0 21-16,0 32-15 15,0-12 10-15,0 13-14 16,0-10 19 0,0-2-35-16,19-10 8 0,15-2-10 15,6-6-3-15,19-3 1 16,3 0 4-16,3 0 2 16,10-20 5-16,5-36 36 15,1-16-27-15,6-29 4 16,-10-10-19-16,-21-2-6 15,-25 13-22-15,-31 23-31 16,0 34 8-16,-19 38-5 16,-74 5 53-16,0 33 26 15,-21 43-11-15,-7 17-12 0,21 7 42 16,7-4-45-16,53-16-1 16,40-20-53-1,0-24-365-15,13-24-313 0</inkml:trace>
  <inkml:trace contextRef="#ctx0" brushRef="#br0" timeOffset="66472.66">5032 10459 374 0,'0'0'63'0,"0"0"-23"0,0 0 56 0,0 0-63 0,0 0 16 0,0 0 16 0,72-20-2 15,-44 28 4-15,6 16-32 16,6-8 34-16,7 0-42 16,-1 0 7-16,1-7-22 15,11-2 28-15,-2 1-36 16,-9-8 11-16,12 0-12 15,3 0 2-15,3 0 2 16,3 0-6-16,-3 0-2 16,-9-15 15-16,-9-10-5 15,11-7-6-15,-30 4-6 16,13 0-1-16,-29 3-3 16,0 17 1-16,-12 5 6 0,0 3-4 15,7 0 8 1,-7 0 12-16,0 0-11 0,0 0-9 15,0 0 10-15,0 0-3 16,0 0-2-16,0 0 16 16,0 0-10-16,0 3-3 15,0 26-8-15,0-5 10 16,0 3-16-16,0 6 22 16,0 3-10-16,0 0 1 15,0-3 17-15,0 3-10 16,21-13 2-16,20-2-12 15,5-9 7-15,1-4-19 0,5-8 27 16,-5 0-26-16,-1 0 21 16,10 0-12-16,-15 0 4 15,-10 0 1 1,24 0-3-16,-14-12 0 0,11 4-5 16,1 0 12-16,-13 8-19 15,7 0 27-15,-7 0-12 16,1 0 10-16,5 8 9 15,-12 12-20-15,6-1-1 16,-15 1-1-16,-3 5 5 16,-10 3-12-16,-12 16 19 15,0 12-22-15,0 4 10 16,0-8-6-16,-18-16-86 0,-16-19-102 16,6-17-261-1</inkml:trace>
  <inkml:trace contextRef="#ctx0" brushRef="#br0" timeOffset="67406.19">6115 10058 552 0,'0'0'187'0,"0"0"-184"0,0 0 111 0,0 0-16 16,0 0-78-16,0 0-12 0,27 8 1 15,4-8 45-15,16 0-23 16,3 0 21-16,8 0-33 16,1-28 50-16,-3-24-50 15,-9 4 2-15,-1-9-17 16,-12 5-4-16,-27 16-12 16,-7 8-10-16,0 20 18 15,0 4 8-15,-28 4-15 16,-19 0 11-16,-12 0-50 15,3 12-12-15,-3 29 44 16,7 3 15-16,11-5 6 16,20-6 8-16,15-10 0 15,6-7-11-15,0-8 1 16,0-3-5-16,0-5-2 0,6 0 3 16,34 0-4-16,7 0 7 15,8-24 12-15,-2 4-11 16,-13 4-1-16,-5 16 2 15,-11 0-5-15,-2 0-8 16,-10 0-11-16,-5 36 19 16,14 0 3-16,-2 0-5 15,-7-8 5-15,16-4 0 16,0-8 0-16,3-4-1 16,9-12 10-16,7 0-3 15,-7 0-2-15,1 0-8 16,-1 0-31-16,-6 0-44 0,-15 0-12 15,-4 0-71 1,-15 0 34-16,0 0-128 0</inkml:trace>
  <inkml:trace contextRef="#ctx0" brushRef="#br0" timeOffset="71736.27">5166 12989 315 0,'0'0'257'0,"0"0"-252"0,0 0 46 0,0 0 11 0,0 0-8 16,0 0-33-16,0 0 57 16,0 21-3-16,0-21 23 15,0 0 1-15,0 0-31 16,0 0-1-16,0 0-48 16,12 0 12-16,-12 0-30 15,13 0 18-15,-4 0-19 16,3-8 9-16,16-8-7 0,19-9 0 15,12 1-2-15,-1 9 9 16,4 7-17-16,-21 8 8 16,-1 0-13-16,-15 27-17 15,-16 42 29-15,-9 11-7 16,0 12-21-16,-28 8-53 16,-24-11-15-16,11-17 89 15,7-20 8-15,12-8 0 16,10-12 16-16,12-8 24 15,0-12-17-15,0-4 8 0,0-8-14 16,22 0 9 0,24 0-5-16,1 0-13 0,-7 0 16 15,-6 0-17 1,-15 0-14-16,-7 0 3 0,4 0-14 16,2 0-41-16,10 0-47 15,-9 0-260-15,-13 0-259 16</inkml:trace>
  <inkml:trace contextRef="#ctx0" brushRef="#br0" timeOffset="72534.3">5987 13271 212 0,'0'0'357'0,"0"0"-300"0,0 0-11 0,0 0 67 0,0 0-71 15,0 0-39-15,-12 0 24 16,12 16 6-16,0 7 56 15,0 13-12-15,0 13 0 16,25-1-64-16,-10-4 14 16,4-8-22-16,3-4-1 15,-4-12-4-15,-5-8 3 16,-4 1-10-16,-9-13 14 16,6 0 17-16,-6 0-21 15,13 0 16-15,5-36-18 16,16-5-2-16,13-23-5 0,15 3-29 15,3 6 0-15,-19 14 11 16,10 29 15-16,-25 12-39 16,-15 0 40-16,2 20 8 15,-11 32 46-15,8 9-10 16,-15 11 11-16,0-3-22 16,0-6-25-16,0-18 0 15,0-26 13-15,6-7-26 16,0-12 5-16,-6 0-8 15,7-12-4-15,14-28 19 16,4-4 0-16,9-12-1 0,0-5 0 16,13 5-27-1,-7 12 10-15,-6 16-45 0,-15 20 39 16,-7 8-10-16,4 8 35 16,-16 40 64-16,0 1 12 15,0 3-33-15,0-16-37 16,0-12-6-16,12-12-18 15,-6-8-13-15,1-4-97 16,-1 0-181-16,3 0-154 16</inkml:trace>
  <inkml:trace contextRef="#ctx0" brushRef="#br0" timeOffset="73601.2">7463 10832 363 0,'0'0'275'0,"0"0"-203"0,0 0 44 0,0 0 34 0,0 0-103 16,0 0-2-16,0 32-41 15,16-4 53-15,-4 8-52 16,1 0-1-16,2-4-4 0,-15 9 0 16,6-18-10-16,-6 2 25 15,0-1-30-15,0-12-6 16,0-9-18-16,0 13-133 16,0-8-78-16,0 1-204 15</inkml:trace>
  <inkml:trace contextRef="#ctx0" brushRef="#br0" timeOffset="73899.95">7237 11057 435 0,'0'0'109'0,"0"0"-70"16,0 0 69-16,0 0 28 16,0 0 68-16,0 0-136 15,208-113 12-15,-174 113-37 16,-16 0-4-16,-2 0-36 16,9 0 1-16,-4 0-4 15,10-12 0-15,10 8-7 16,-1-8-44-16,-6-4-6 15,0 8-90-15,-28 1-221 16,1-2-228-16</inkml:trace>
  <inkml:trace contextRef="#ctx0" brushRef="#br0" timeOffset="74467.53">7938 10547 495 0,'0'0'98'0,"0"0"-60"0,0 0 31 0,0 0 15 0,0 0-80 15,0 0 91-15,-47 153-8 16,47-117-7-16,0-5-49 0,0-6-31 16,28-6 1-16,-9-2 11 15,9-5-21-15,0-8 21 16,-16-4-22 0,10 0 19-16,-4 0-16 0,-5-4 7 15,8-17-4-15,-14 2 1 16,-1 2 3-16,-6 9-10 15,0 8 0-15,0 0 3 16,0 0-15-16,-41 0 13 16,1 8 2-16,0 20-12 15,15-3-24-15,3-1-6 16,16 4-20-16,6-4-84 16,0-8-102-16</inkml:trace>
  <inkml:trace contextRef="#ctx0" brushRef="#br0" timeOffset="75200.25">10211 10567 497 0,'0'0'437'0,"0"0"-314"0,0 0-93 0,0 0 16 0,0 0-41 15,0 0 4-15,15 125-9 16,4-101 2-16,-19 4 21 15,15 11-6-15,-15 2 10 16,0-1-20-16,0 0-14 16,0-12-1-16,0-8-46 15,0-8-35-15,0-8-27 16,0-4-104-16,-15 0 5 16</inkml:trace>
  <inkml:trace contextRef="#ctx0" brushRef="#br0" timeOffset="75465.88">10133 10783 578 0,'0'0'276'0,"0"0"-224"15,0 0 12-15,0 0-62 16,0 0 18-16,0 0-2 15,59-44 10-15,-40 33 22 16,-4 11-21-16,-9 0 7 16,7 0-17-16,2-9-18 0,-2 9-2 15,11-3-34-15,4-10-33 16,-15 2-210-16,15-1-83 16</inkml:trace>
  <inkml:trace contextRef="#ctx0" brushRef="#br0" timeOffset="76131.82">10840 10326 213 0,'0'0'279'0,"0"0"-220"0,0 0 4 0,0 0 8 16,0 0 32-16,0 0-5 16,0 9 51-16,0-1-83 15,0 3 2-15,-19 2 8 16,4-6-44-16,2 9-14 15,-14 1-12-15,14 7-12 16,-15 7 14-16,16 10-19 16,-1-1 16-16,13 0-8 15,0 5 3-15,0-9 0 16,0 3-5-16,0-6-5 16,0-5 8-16,13-9-21 15,-1-2 22-15,4-6-29 0,9-3-2 16,2-8-8-16,-8 0 17 15,9 0 1-15,-6-11 14 16,-10-22 3-16,7-3-19 16,-19 0-33-16,0 13-11 15,0 23 58-15,0 0 10 16,-13 0 47-16,-39 8-25 16,-10 32-19-16,9 7 23 15,13-3 15-15,15-19-23 16,25-14-18-16,0-11-117 15,0 0-309-15</inkml:trace>
  <inkml:trace contextRef="#ctx0" brushRef="#br0" timeOffset="83010.31">6096 12131 482 0,'0'0'75'0,"0"0"-68"0,0 0 125 16,0 0-14-16,0 0 25 0,180-208-47 16,-121 136-20-16,-7-5-1 15,10 1-19-15,-3 13-27 16,-25 14-25-16,1 13-4 16,-11 16-7-16,-24 7-14 15,0 10-111-15,10 3-104 16,-10 0-100-16,0 0 5 15</inkml:trace>
  <inkml:trace contextRef="#ctx0" brushRef="#br0" timeOffset="83726.09">7652 11173 14 0,'0'0'408'0,"0"0"-327"0,0 0-35 0,0 0 66 16,0 0 3-16,0 0-1 15,112-185-23-15,-62 121-20 0,9-8-67 16,0 3 21 0,-4 14 7-16,-14 15-16 0,-17 16-16 15,-2 7-1 1,-9 6-28-16,5-10-65 0,4 6-159 16,-10-10-101-16</inkml:trace>
  <inkml:trace contextRef="#ctx0" brushRef="#br0" timeOffset="84890.93">7513 13182 456 0,'0'0'143'0,"0"0"-71"0,0 0 45 0,0 0-15 16,0 0-27-16,0 0-21 15,0 0 23-15,0 0-7 16,19 0 6-16,15-16-55 0,12-9 17 16,13-2-32-16,-3-9 4 15,21-9-10-15,-15 1-8 16,4 16 6-16,-20 4-29 16,-12 12 3-16,-12 12-35 15,-16 0-22-15,-6 0-56 16,0 33 71-16,0-2-160 15,-34-6-227-15</inkml:trace>
  <inkml:trace contextRef="#ctx0" brushRef="#br0" timeOffset="85180.97">7513 13182 208 0</inkml:trace>
  <inkml:trace contextRef="#ctx0" brushRef="#br0" timeOffset="85324.42">7513 13182 208 0,'-50'108'383'0,"50"-108"-304"0,0 0 20 16,28 0 83-16,13 0-88 15,5 20-41-15,22 13 72 16,-9-2-71-16,16-2-30 15,-10-6-22-15,-3 5-1 16,-3-7-2-16,-13-1 3 16,1 0-9-16,-7-12-21 15,-12 16-38-15,-16-7-100 16,-12-6-253-16</inkml:trace>
  <inkml:trace contextRef="#ctx0" brushRef="#br0" timeOffset="87388.74">9175 12901 547 0,'0'0'36'0,"0"0"24"0,0 0 18 0,0 0-30 16,15 0-23-16,-15 0-5 16,0 0 66-16,0 0 16 15,0 4-11-15,0 16-33 16,-21 13-25-16,-26 6-28 15,7 10-1-15,-7-1 6 16,13 8-2-16,9 1 15 16,4 7-15-16,15 3-5 15,6-7 9-15,0-7-21 16,0-14 9-16,34-6-9 0,12-5 8 16,-6-4-9-16,7-12 4 15,0-12-6-15,-1 0-1 16,1 0 12-16,-1 0-11 15,-12-23 24-15,-6-7-7 16,-16-6 3-16,-12 9-8 16,0-10-1-16,0 13 0 15,0 4-5-15,0 12-8 16,-40 8 12-16,6 0-17 16,-25 16-4-16,-3 20 17 15,3 9-40-15,13-5 38 16,33-4 7-16,13-4-3 15,0-12-265-15,59-20-194 16</inkml:trace>
  <inkml:trace contextRef="#ctx0" brushRef="#br0" timeOffset="89903.36">5439 13924 341 0,'0'0'284'0,"0"0"-273"0,0 0 13 16,0 0 16-16,0 0 14 0,0 0 52 16,0 0 10-16,34-16-18 15,-34 16-56-15,6 0 40 16,0 0-55-16,16 0-12 15,3 0-4-15,9 0 4 16,18 0-9-16,4 0 0 16,16 0 5-16,8 0-4 15,13 0 26-15,3 0-31 16,-3 0 21-16,-6 0-22 16,-6 0 1-16,-10 0-2 0,-3 0-5 15,1-4-3-15,-11-9-45 16,-5 2 38-16,-19 11-107 15,-21 0-92-15,2 0-184 16</inkml:trace>
  <inkml:trace contextRef="#ctx0" brushRef="#br0" timeOffset="90604.46">6087 14289 258 0,'0'0'144'0,"0"0"-4"0,0 0-54 16,0 0 22-16,0 0-22 15,0 0-46-15,108 0 17 16,-89 0 14-16,9 0 5 0,6 0-63 16,-9 0 26-16,2 0-13 15,1 16-1 1,-3 20-11-16,-19 4-10 0,16 9-8 16,-16 2-5-16,1-2 0 15,-7-10 3-15,0 2-5 16,0-18 22-16,0-2-22 15,0-13 9-15,12-8-10 16,3 0-8-16,4 0-36 16,21 0 50-16,-6 0 12 15,1-4-5-15,-1-4 2 0,-10-1-6 16,4 1 1 0,-9 5 1-16,-4 3-69 15,-15 0-155-15,0 0-28 0</inkml:trace>
  <inkml:trace contextRef="#ctx0" brushRef="#br0" timeOffset="91602.4">8896 13891 332 0,'0'0'255'0,"0"0"-224"0,0 0 30 0,0 0 78 16,0 0-20-16,0 0-5 15,0 13-45-15,0-13 27 16,0 0-52-16,0 0 6 16,0 0-31-16,0 0 11 15,0 0-26-15,0 0 5 16,0 0-9-16,25 0-6 15,21 0 3-15,16 0 6 16,13 0 18-16,-4 0-15 0,-3 0-8 16,-3 0 2-1,-9 0-2-15,-16 0-22 0,13 0-15 16,-13 0-14-16,13 0-51 16,-13 0-1-16,-12 0-166 15,-21 0-28-15</inkml:trace>
  <inkml:trace contextRef="#ctx0" brushRef="#br0" timeOffset="92218.23">9150 14350 262 0,'0'0'379'0,"0"0"-285"0,0 0 16 0,0 0 7 16,0 0-90-16,0 0 29 15,0 0-38-15,0 0 31 16,19 0-20-16,9 0 22 15,-10 0-11-15,10 0-37 16,-3 0-3-16,3 0 6 16,-16 31-4-16,-12 5 8 15,0 24-20-15,0 1 8 16,0-2 0-16,-6-6-27 0,-19-13 19 16,16-12-1-1,9-16 11-15,0-4-1 0,0-8-18 16,0 0 12-16,15 0-15 15,32 0 16-15,12-20 12 16,3-4-9-16,-16 0 3 16,1 4-26-16,-13 11-33 15,-3 6-67-15,-3 3 22 16,0 0 13-16,-10 0 26 16,-11 0-105-16</inkml:trace>
  <inkml:trace contextRef="#ctx0" brushRef="#br0" timeOffset="93367.16">5755 15604 410 0,'0'0'165'0,"0"0"-161"0,0 0 74 15,0 0-22-15,0 0-1 16,0 0-2-16,6 0 29 15,-6 0 20-15,0 0-52 16,6 0 18-16,-6 0-30 0,6 25 24 16,1 14-29-16,-1 13 7 15,9-3-27-15,-2-5-12 16,-1-4-1-16,10-7 5 16,-22-6-15-16,18-7 26 15,-11-12-25-15,-7-8 19 16,9 0-20-16,-9 0 8 15,12 0 0-15,13-32-15 16,9-16 17-16,13-4-3 16,21-9 10-16,-15 22-14 15,-1 11-15-15,-11 15 18 16,-13 13-25-16,-16 0-11 0,-12 16 40 16,6 29 50-1,-6 7-26-15,0 0-21 0,0-8 8 16,0-16-1-16,10-11-20 15,8-17 1-15,4 0 7 16,9 0-14-16,9 0 16 16,1-9 13-16,11 5-12 15,4 4 1-15,-16 0 14 16,-9 0-22-16,-3 8 13 16,-15 12-14-16,15 4-16 15,-16 4-55-15,-12 0-175 16,0 1-204-16</inkml:trace>
  <inkml:trace contextRef="#ctx0" brushRef="#br0" timeOffset="94300.04">7451 15697 368 0,'0'0'161'0,"0"0"-141"0,0 0 16 0,0 0-16 16,0 0-8-16,0 0 38 15,6 0 30-15,0 0 16 16,4 0-20-16,-10 0 63 16,12 0-99-16,-6 0 42 0,7 0-14 15,15 0-27-15,12 0-11 16,25-16 1-16,16-20-9 16,5-5-13-1,1 5 11-15,-12 0-14 0,-7 4-12 16,-22 8 6-16,1 11-1 15,-13 2-16-15,-15 7-5 16,-7 0-12-16,-12 4-62 16,0 0-113-16,0 0-237 15</inkml:trace>
  <inkml:trace contextRef="#ctx0" brushRef="#br0" timeOffset="94948.88">7659 15773 0 0,'0'0'274'0,"0"0"-248"0,0 0-19 0,0 0 47 0,0 0 70 16,0 0-57-16,0-4 30 15,0 4 27-15,0 0-22 16,0 0 22-16,0 0-24 16,0 0-62-16,0 0-10 0,0 0-19 15,0 0-8 1,0 0 39-16,0 0-24 15,0 0 22-15,0 0-29 0,0 0 45 16,0 0-42-16,0 0 11 16,0 0-15-16,0 0-3 15,0 0-1-15,0 4 3 16,18 4 11-16,23 8-17 16,5 0 23-16,10 8-22 15,15 12 12-15,4-8-10 16,-13 1-4-16,3-1 0 15,-13-5 1-15,4-2-7 0,-3-6-4 16,-13-7 10-16,1 8-43 16,-1-4 16-16,-9 1-75 15,-3 3-139-15,-28 7-255 16</inkml:trace>
  <inkml:trace contextRef="#ctx0" brushRef="#br0" timeOffset="96563.51">9135 15529 257 0,'0'0'383'0,"0"0"-348"0,0 0 89 0,0 0-3 0,0 0-48 16,0 0-23-16,40-13 21 15,-18 9-32-15,-4 0 64 16,4 4-86-16,-3 0 2 16,15 0-10-16,-16 0-5 15,10 0-4-15,0 0 3 16,-16 8-9-16,1 8-1 16,-7 4 3-16,-6 1-6 15,0-1-3-15,0 4 16 16,0-12-9-16,0-4 6 15,0-5 0-15,0-3-7 16,0 0-70-16,28 0 15 16,6 0 35-16,6 0 16 0,-6 0 11 15,-9 0-2 1,-3 5 2-16,-3 15 7 0,-7-1 24 16,4 14-15-16,-16-2 34 15,0 5-28-15,0 0-5 16,-7 5-10-16,-33-8-5 15,-7-5 9-15,-2-17 3 16,18-3-6-16,-16-4-6 16,7 1-2-16,-16 3-60 15,10 7-65-15,-1 9-195 0,7 1-93 16</inkml:trace>
  <inkml:trace contextRef="#ctx0" brushRef="#br0" timeOffset="126190.29">5305 15267 498 0,'0'0'79'0,"0"0"-59"0,0 0 32 0,0 0 59 16,0 0-47-16,0 0 41 15,0 0-54-15,0 0 12 16,0 0-40-16,13-20 27 16,-13 20-6-16,0 0-11 15,0 0 8-15,0 0-33 16,0 0 5-16,0 0-2 15,0-8 3-15,0 0-13 16,0 1 3-16,0-1-1 0,0 3-3 16,0 5 11-16,0 0-9 15,0 0 32-15,0 0-30 16,0 0 10-16,0 13-8 16,0 30-12-16,-19 22-5 15,7 19 8-15,-16-4 3 16,28 12-2-16,-19 1-2 15,4 7 8-15,2 8-8 16,7 5 9-16,0 3-2 16,-3-4 7-16,-4-12-14 15,13-4 4-15,-12-7-2 0,12-9-9 16,-13-3-7-16,-2-13 18 16,9-17-9-1,-7-14-4-15,13-13 21 0,0-9-23 16,0-6 12-16,0-5 3 15,19 3 0-15,21-3 1 16,7 0 3-16,27 5 0 16,7-2 11-16,18 2-14 15,16-1 13-15,6 0-7 16,12 3-2-16,-6 1 9 16,25 9-12-16,9-9-2 15,7 3 2-15,18-2-3 16,28-1 10-16,0 4-13 15,15-5 15-15,-24 2-17 16,-4-9 15-16,-27 0-14 0,12 0 5 16,-9-4 0-16,-13-8-4 15,3 4 4-15,7 4-6 16,0 4 12-16,-7 0-15 16,-12-8 20-16,-3 4-17 15,-25-9 13-15,-12 2-14 16,-34-9 5-16,5 0-20 15,-27-1 0-15,-3 14-11 16,-16-1 30-16,-15 8-71 16,3 0 9-16,-16 0-28 15,-12 0-101-15,0 0-202 16</inkml:trace>
  <inkml:trace contextRef="#ctx0" brushRef="#br0" timeOffset="127339.66">5606 14967 351 0,'0'0'304'0,"0"0"-230"0,0 0 4 0,0 0 11 0,0 0-38 16,0 0-19-16,68 0 29 15,-27 0-39-15,11 0 43 16,13 0 4-16,10 0 10 16,33 20-55-16,32-4 17 15,15 0-36-15,19-9 8 16,30-2-4-16,26-5-9 15,15 0 2-15,31 0 3 16,-22-8-1-16,-22-12 7 16,-30 4-15-16,-16 4 19 15,3 4-20-15,-15 8 7 16,-7 0-2-16,-21 0 0 0,0 0 2 16,-19 0-11-1,-6 0 12-15,-7 0-15 0,-14 0 4 16,-14-5 2-16,-5-3-5 15,-7 5 8-15,-15-5-5 16,3 8 5-16,3 0 0 16,-12 0 6-16,15 0-11 15,-15 0 18-15,-6 0-20 16,-1 0 2-16,-6 0 8 16,-5 0-16-16,-8 0 9 15,-2 0 6-15,-9 0 1 16,-4 0-8-16,-6 0 16 0,1 0-16 15,-7 0 11-15,15 0-14 16,-9 0 16-16,1 0-5 16,-7 0 0-16,0 0 3 15,0 8 3-15,0 16-3 16,0 8 24-16,12 16-25 16,-6 28 18-16,0 4-12 15,10 17 2-15,-4 3-4 16,-12 8 13-16,0 8-7 15,0 0-7-15,0 17 8 16,0-12-4-16,-12-10-16 16,-10-11 22-16,4-23-30 15,18-21 0-15,0-7-4 16,0-18-6-16,0-11-27 16,0-15-97-16,-13-5-406 0</inkml:trace>
  <inkml:trace contextRef="#ctx0" brushRef="#br0" timeOffset="135065.03">13193 12136 368 0,'0'0'197'0,"0"0"-172"0,0 0 61 0,0 0 2 16,0 0-68-16,0 0-15 15,0 0 7-15,0 0 6 16,-6 11-13-16,0 1 65 15,-10 4 23-15,10 4-23 16,6-7-48-16,0 3 12 16,0-12 22-16,-12-1-5 15,12-3 4-15,0 0-30 16,0 0 23-16,0 0-25 16,0-56 27-16,0-28-50 15,12-28 15-15,16-16-15 16,-3 15-13-16,-9 10 12 15,-10 22-37-15,6 21 10 16,-6 16-15-16,-6 31 16 0,0 13-59 16,0 0-26-16,0 44-131 15,-40 13-132-15</inkml:trace>
  <inkml:trace contextRef="#ctx0" brushRef="#br0" timeOffset="135431.17">13212 12147 510 0,'0'0'201'0,"0"0"-196"0,0 0 61 0,0 0-21 15,0 0 67-15,0 0-55 16,223-52-26-16,-186 48-27 16,13 4 8-16,-19 0-17 15,-3 0 15-15,-16 0-20 16,4 20 26-16,-4 16-14 16,-12 0 26-16,0 28 4 15,0 0-11-15,-52 13 13 16,-23-13-34-16,1-12 3 0,9-27-6 15,3-10-12 1,15-15-7-16,13 0-113 0,9 0 3 16,25-15-32-16,0-26-9 15</inkml:trace>
  <inkml:trace contextRef="#ctx0" brushRef="#br0" timeOffset="135765.19">14269 11546 607 0,'0'0'124'0,"0"0"1"0,0 0 51 0,0 0-43 0,0 0-81 16,382 205-27-16,-364-105-17 16,-18 24-2-16,0-4-6 15,-40-7-1-15,-38-10-29 16,-18-14-86-16,-3-25-201 15,0-27-419-15</inkml:trace>
  <inkml:trace contextRef="#ctx0" brushRef="#br0" timeOffset="143442.81">12372 10226 265 0,'0'0'151'0,"0"0"-72"0,0 0-51 0,0 0-9 16,0 0 23-16,0 0-8 16,0 0 25-16,0 0-5 15,0 0 33-15,0 0 4 0,0 0-5 16,0 4-31-1,0-4-35-15,0 0 11 0,0 0-20 16,0 0 48-16,0 0-35 16,0 0 32-16,0 0-52 15,0-20 7-15,0-19-5 16,18-18-6-16,35-7 0 16,-13 11 9-16,16-6-14 15,-16 10 19-15,-15 2-28 16,16 14 7-16,-14 5-2 15,-14 16-29-15,-1 8-1 16,-12 4-8-16,0 0-21 16,0 0 10-16,0 0-72 15,0 0-38-15,0 16-40 16,-6 0-145-16</inkml:trace>
  <inkml:trace contextRef="#ctx0" brushRef="#br0" timeOffset="143857.54">12552 9789 243 0,'0'0'343'0,"0"0"-284"0,0 0-33 0,0 0-16 16,0 0 32-16,0 0-38 0,-13 0 18 16,13 0-10-16,0 0 38 15,0 0 44-15,0 0 13 16,0 0-66-16,0-4-41 16,0-3 0-16,25-10 20 15,9 1-28-15,-6 4 16 16,-3 0-10-16,-19 8 7 15,9-1-10-15,-15 5 8 16,0 0-3-16,0 0 0 16,0 0 9-16,0 30-8 15,0-11 10-15,0 1-4 16,0-8-7-16,0-8-3 16,0 5-70-16,13-6-48 0,9-3-143 15</inkml:trace>
  <inkml:trace contextRef="#ctx0" brushRef="#br0" timeOffset="154166.34">9516 5854 423 0,'0'0'186'0,"0"0"-45"0,0 0 25 0,0 0-23 0,0 0-90 16,0 0-3-16,-220 0-28 15,201 0 38-15,-2 0-36 16,8 0 6-16,-15 0-20 16,16 0-1-16,-22 0-9 15,-13 0 0-15,7 0-7 16,-7 0 16-16,-5 0-5 15,11 0-2-15,-11 5 14 16,-4 11-10-16,3-4 2 16,-6 0-8-16,3-4 0 15,10-4-3-15,-1 8 6 16,1-4-13-16,12 4 19 0,-7-1-22 16,-5 10 24-16,15-1-21 15,-3 0 10-15,0-7-1 16,15 6-3-16,-9-2-5 15,16-6 3-15,-4 6 11 16,-2 2-17-16,-4 9 20 16,-3 8-18-16,3-3 11 15,10-2-5-15,0-2 3 16,5-1-1-16,7 4-4 16,0 0 8-16,0 4-9 15,0-3 12-15,0-5-17 16,0 0 18-16,0 3-19 0,19-2 20 15,9 3-12 1,-3 0 5-16,9-9 0 0,0 10-7 16,6-1 15-16,1-4-27 15,-1 4 23-15,6-4-8 16,-5-4 8-16,-10 4-6 16,3-4 2-16,0-4 0 15,0 1-1-15,0-6-8 16,3 2 5-16,13 2-13 15,3-2 16-15,6-1-10 16,-7 0 5-16,10-4-24 16,-9-1 27-16,-6-2-5 15,-1-1 8-15,-12 0-9 0,19 3 20 16,-19 2-18-16,0-1 19 16,13 1-18-16,-7-13 11 15,-6 0-10-15,19 0-7 16,-13 0 6-16,0 0 5 15,1 0 1-15,-10 0-2 16,3 0 11-16,-12 0-18 16,12-5 29-16,-10-3-32 15,11 0 22-15,-8-9-10 16,4 2 2-16,4-1 1 16,-8-4-6-16,-2 4 7 15,-3 0-5-15,-3-1 11 16,8 1 19-16,1 1-25 15,-3-6 4-15,9-7-6 0,0 0-1 16,-9-3-2-16,3-2 8 16,0 5-19-16,-16 4 23 15,-12-4-24-15,13-4 20 16,-13 0-21-16,0 0 6 16,0 0 8-16,6 0-2 15,-6-1-3-15,0 10 2 16,0-5 6-16,0-5-7 15,0 9 14-15,0-7-20 16,0-5 18-16,0 3-19 16,0 5 5-16,-6 4 6 15,-7 4-2-15,-14 4 4 16,14-1 15-16,-15 6-3 0,3-6 5 16,10-2-8-1,-4-1-21-15,-15-5 10 16,9 1-1-16,-3 1-15 0,-6-2 2 15,0 1 7-15,3 12 7 16,-3-4-7-16,-6 4 22 16,-13 0-13-16,-9 0 0 15,3 4 6-15,-9-4 1 16,-3 4-2-16,-10 8-7 16,-15 0 1-16,-3 0 6 15,-1 0 12-15,14 0-19 16,11 0 10-16,23 0-23 15,17 0 11-15,17 0-47 0,18 0-51 16,0 0-193-16,0 8-528 16</inkml:trace>
  <inkml:trace contextRef="#ctx0" brushRef="#br0" timeOffset="173898.9">16601 11237 193 0,'0'0'77'0,"0"0"18"0,0 0-1 0,0 0-22 0,0 0-42 0,0 0 33 16,0 0-23-16,-6 8 2 16,6 0-23-16,-6 12 20 15,6 0-17-15,-7 16 29 16,1-7 22-16,0 7-11 15,-3 0 9-15,3 0-58 16,-1 0-2-16,7 4-7 16,0 4-7-16,0 0 3 15,0 0 0-15,0 12 0 16,0-4 1-16,0 4 6 16,0 9 3-16,0-6 38 15,0 10-46-15,0-5 27 0,0-8-28 16,0 1 2-1,7-1-2-15,8-1-1 0,-3 9 0 16,1 5 0-16,-1 0-5 16,4-2 12-16,-4 2-9 15,-6-1 7-15,1-4 15 16,2 0-14-16,-9-8 0 16,0 4-6-16,0 1 0 15,0-1-5-15,0 4 11 16,6 0-18-16,0 5 23 15,7-2-17-15,-1-3 8 16,-3 1-3-16,16 3 1 0,-19 0-9 16,4 4 8-16,-10 4 1 15,0 1-2-15,6 11 8 16,-6 4-12-16,0-7 2 16,6-5 0-16,-6-8 2 15,12-4-15-15,-5 4 14 16,2-4 2-16,-3 4-8 15,-6 1 18-15,0 3-14 16,0-4 12-16,0-4-14 16,0 5 11-16,0 3-8 15,-22-4 4-15,10-4 0 16,0 8 0-16,2-11 9 16,-8 7-24-16,5-8 29 0,-8 0-26 15,2-8 22-15,4 8-14 16,2-7 4-1,1 3-4-15,6-1 4 0,-4-2 0 16,-2 11-5-16,-1-4 20 16,1 1-18-16,3-9 11 15,3 0-15-15,6-8 17 16,0-5-20-16,0-2 15 16,0 3-5-16,0-4 0 15,0 4-1-15,0 0-7 16,0 9 16-16,0-1-13 15,0-4 17-15,0 4-18 0,0 4 8 16,0 1-2 0,0-5 4-16,0-4-4 0,0-1 2 15,0-2 9-15,0-5-13 16,0 0 6-16,0 0-8 16,0 0 8-16,0 1-5 15,0-2 1-15,0 14 0 16,0-1 11-16,0 4 12 15,0-4-12-15,6-8-4 16,9-8-7-16,-9-3 4 16,1-5-7-16,-1 3 3 15,-6 10 0-15,0 6 1 16,0 10 5-16,0-9-12 16,0-4 12-16,0-8-19 15,0-11 16-15,0-5-10 0,0-4 3 16,0 4-7-16,0-4-14 15,0-1-39-15,0-7-111 16,0 5-196-16</inkml:trace>
  <inkml:trace contextRef="#ctx0" brushRef="#br0" timeOffset="176047.48">15807 12881 315 0,'0'0'162'0,"0"0"-71"0,0 0 17 16,0 0 1-16,0 0-14 0,0 0 26 15,0 0-74-15,0 0-21 16,0 0-24-16,0 0 24 16,0 0-26-16,0 0 1 15,6 0 3-15,-6 0-4 16,7 0 0-16,-7 0 1 15,12 0 22-15,-3 0-17 16,4 0 29-16,5 0-31 16,4 0 24-16,-3 0 4 15,2 0-22-15,4 0-7 16,9 0-3-16,0-3 0 16,7 3 14-16,5-5-26 15,1 1 26-15,5-4-22 0,4 5 18 16,-9-5-12-16,5 3 2 15,-5-3 0-15,6 4 0 16,-7-8 5-16,16 8-7 16,-9 1 13-16,0-10-9 15,15 9 5-15,-9 0-7 16,-6 4 1-16,9 0 1 16,-10 0-2-16,7 0-4 15,-3 0-3-15,3 0 14 16,0 0-14-16,9-9 15 0,6 3-18 15,-2-3 20 1,2-3-11-16,-6 12 1 0,19 0 0 16,-16 0 0-1,4 0-1-15,-7 0-4 0,-9 0 10 16,3 0-14-16,-3 0 18 16,-6 0-13-16,9 0 6 15,-10 8-4-15,7-4-2 16,10 5 4-16,-4-6-2 15,3 5 8-15,6 4-13 16,-2-8 17-16,2 8-18 16,-15 0 15-16,3-4-10 15,-9 0 3-15,-1 0 0 16,4 0-3-16,-3-4 7 16,-7 0-14-16,1-4 19 0,6 4-17 15,-7-4 16 1,10 0-11-16,3 0 6 0,-13 0 0 15,-5 0-3-15,5 0 3 16,-18 0-6-16,-3 0 10 16,3 0-14-16,-10 0 17 15,4 0-13-15,-3 0 6 16,27 0 19-16,-5 0-7 16,-1 5-11-16,22-5-4 15,-22 0 5-15,-9 0-8 16,19 0 13-16,-25 0-18 15,-4 0 17-15,-8 0-18 16,5 0 6-16,4 3 3 0,12 2 0 16,-3 3 0-16,19-1-8 15,-4-3 17-15,-5-4-15 16,5 0 17-16,-15 0-19 16,3 0 8-16,0 0-6 15,-6 0-21-15,3 0-12 16,3 0-61-16,0 4-30 15,1 17 10-15,-11-10 91 16,10-2 11-16,7-9-121 16,-13 0 11-16,-16 0-128 15</inkml:trace>
  <inkml:trace contextRef="#ctx0" brushRef="#br0" timeOffset="182509.04">25072 11514 231 0,'0'0'510'0,"0"0"-424"0,0 0-10 0,0 0 11 16,0 0-25-16,0 0-49 16,0 0 38-16,6 0-24 0,-6 0 38 15,0 0-28 1,0 16 7-16,0 20-35 0,0 8 6 15,0 20-12-15,0 13-2 16,0 10-2-16,0 6 4 16,0 4-7-16,-6-6 12 15,-16-2-14-15,4 3 18 16,12-4-15-16,6 4 4 16,0-4-1-16,0-8 0 15,0 5 2-15,0-1-9 16,0 8 16-16,0 13-20 15,0-1 28-15,-10 0-25 0,-15-8 8 16,-2 4 0 0,8-7-1-16,-3-1 3 0,10 5-4 15,6-1 7-15,6-1-15 16,0-2 20-16,0-4-21 16,0-5 20-16,0-1-14 15,0 2 5-15,0-1 0 16,0-12-1-16,0 8 5 15,0-3-11-15,0 3 14 16,0-4-14-16,-7 0 17 16,-8-3-15-16,3-9 10 15,-1 8-10-15,-2-7 5 16,2-1 0-16,1-5 0 16,6 6 4-16,-16-9-18 15,22 8 30-15,-6 0-22 16,6-4 16-16,0 1-15 15,0-1 5-15,0-9 0 0,0 10 0 16,0-9 0-16,-13 4-9 16,-2 0 18-16,2-4-18 15,1 9 22-15,-3-9-26 16,15-4 11-16,0 4 0 16,0-8 2-16,0-3-5 15,0 6 2-15,0-7 2 16,0 1-4-16,0-5 10 15,0-4-4-15,0 4 7 16,0-4-11-16,0 8 3 0,0 0 0 16,0 9-1-16,0-2 4 15,0 1-10-15,0-12 16 16,0 0-18 0,0-3 14-16,0-1-10 0,0 8 10 15,0 1-1-15,0-2-4 16,0 5 0-16,0-11-2 15,0-2 5-15,0-11-11 16,0 4 7-16,0 12-1 16,0 9 3-16,0 15-7 15,0 12 4-15,0 5 2 16,0-10 8-16,0-6-8 16,0-25 0-16,0-20 10 0,0-12-26 15,0-4-8 1,0 0-41-16,0-17-133 0,0-22-230 15</inkml:trace>
  <inkml:trace contextRef="#ctx0" brushRef="#br0" timeOffset="184157.83">24275 12645 205 0,'0'0'234'0,"0"0"-192"0,0 0 28 0,0 0-8 16,0 0 63-16,0 0-30 16,6 0 50-16,1 0-55 15,27 0-16-15,-13 0-10 16,26 0-11-16,6 0-20 16,15 0-22-16,19 0 28 15,12 0-27-15,6 0 19 0,10 0-28 16,0 0 18-1,-4 0-13-15,-2 0 20 16,-16 0-9-16,6 0-11 0,4-5 12 16,2-6-20-16,10-1 28 15,-4 4-24-15,26-8 12 16,-19 7-8-16,2 1-8 16,1 0 1-16,-6 8-1 15,3-3 0-15,9 3 3 16,-12 0-3-16,12 0 8 15,0 0-9-15,-6 0 7 16,0 0-12-16,6 0 11 0,-9 0-7 16,3 0 2-16,0 0 0 15,-16 0-2-15,10 0 8 16,-22 0-18 0,9 0 25-16,-9 0-24 0,0 0 17 15,6 3-9-15,10-3 3 16,-4 8 0-16,16-8-2 15,-21 0 5-15,8 0-14 16,-21 0 23-16,0 0-23 16,-7 0 19-16,-15 0-14 15,4 0 6-15,-4 0-1 16,-3 0 0-16,-3 0 2 16,9 0-4-16,-3 0 15 0,3 0-21 15,7 0 22-15,18 0-22 16,-6 0 14-16,-1 5-9 15,1-5 4-15,-12 3 0 16,-10 1-1-16,-13 1 3 16,4 3-11-16,-9 0 0 15,-7 0 7-15,7 4-22 16,-13-12 21-16,6 11 5 16,-3-6-2-16,3-2 0 15,1 2 0-15,-1-5-4 16,-18 0-8-16,-10 0 9 15,-12 0-28-15,0 0-7 16,0 0-61-16,-6 0-74 16,-81 0-505-16</inkml:trace>
  <inkml:trace contextRef="#ctx0" brushRef="#br0" timeOffset="188220.56">15103 11943 282 0,'0'0'176'0,"0"0"-106"0,0 0-59 0,0 0 25 16,0 0-4-16,0 0 42 16,0 68-30-16,10-64 7 15,-10 0-1-15,6 5 14 16,-6-2 2-16,6-7-5 16,-6 8-18-16,6 8-40 0,1 0 13 15,-1 0-12 1,-6 1 7-16,21-6-3 0,-14 14 1 15,-1-5-3-15,0-1 10 16,0 1 0-16,-6 5-10 16,10-6 4-16,-10 6-1 15,0-6-10-15,12 1 10 16,-6 5-8-16,0-1 4 16,10 7-1-16,-10 2-3 15,0 0 4-15,7-2 6 16,-7 2-9-16,9-10 7 15,-8 1 7-15,11-4-27 16,-2 1 22-16,8-1-19 16,-2 8 9-16,-3-4-1 0,-7 4 0 15,10 0 2-15,-4 0 3 16,-2 4 0-16,3 0 18 16,-7 0-22-16,-3 1 4 15,4 3 4-15,-1-8-16 16,4 0 7-16,-4 0 0 15,0-4-5-15,1 7 18 16,2-3-26-16,-2 5 26 16,-1-1-22-16,4-4 18 15,-4 0-13-15,10 0 4 16,-4-3-1-16,10 6-2 0,-9-2 6 16,9 2-13-1,-3 2 21-15,-4-2-20 0,4 2 21 16,-3-5-21-16,-4-4 10 15,4-1-1 1,3 2 0-16,-3 3 0 0,6 0-1 16,-10 4 9-16,1 1-16 15,9-2 16-15,-7-3-16 16,4 13 13-16,-3-10-10 16,-10-2 7-16,7-9-2 15,3 0 0-15,-4 0 0 16,10 1-6-16,-9-2 12 15,2 1-10-15,7 4 14 16,-3 0-17-16,3 8 8 0,12 1-2 16,1-2-1-16,-1 2 2 15,0 6-2-15,-3-6 18 16,-9-2-29-16,6 6 26 16,-9 0-17-16,3-10 8 15,0 1-8-15,-3 8 4 16,3-8 0-16,6-3 0 15,-9-2 5-15,-4 1-18 16,-2-7 26-16,3 2-22 16,-4-2 20-16,-2 2-18 15,-4-2 11-15,-6 3-4 16,13-1 1-16,-3 2 1 16,2-5-2-16,-2 4 6 0,-4-3-2 15,0-2 1 1,10 6-10-16,-3 2 12 0,2-2-7 15,-8 2 0-15,5 1-1 16,4-4-3-16,-3 5 8 16,-4-6-10-16,4 1 19 15,3-4-27-15,2 4 30 16,-2 1-23-16,3-6 16 16,-3 18-8-16,-4-5 5 15,4 0-4-15,-10 4 1 16,7-7 6-16,9-6-14 15,-6 1 18-15,-4-4-22 16,-5 1 16-16,2-1-14 16,-3-1 7-16,23 1 0 0,-11 1 0 15,4 7 7-15,6-9-14 16,7-2 21-16,-1-1-24 16,-9-4 22-16,3 0-23 15,-6-5 21-15,12 10-14 16,1-5 4-16,5 4 0 15,1 0 0-15,5-4 1 16,-11-4-9-16,11-4 23 16,-11 0-26-16,5 0 22 15,1 0-18-15,-7 0 9 16,16 0-2-16,-10 0 0 16,7 0 0-16,-6 0-6 15,-7 0 20-15,0 0-25 0,-6 0 24 16,-3 0-20-1,-3 0 7-15,-6-12 0 0,15 0 5 16,-3 4-4 0,-6-9 8-16,12 6-4 0,1-9-1 15,-1-4 5 1,13-4-13-16,-13-5 9 0,13-3-10 16,-7 8 7-16,-5 4-2 15,-7 1 0-15,-10-2 3 16,4 1-11-16,7-12 17 0,-1-8-14 15,18-4 18-15,-5-8-24 16,-1 4 13-16,-5-1-4 16,11 6-1-16,-24 6 1 15,13 13 1-15,-17-4 2 16,4 0-11-16,6-9 23 16,-9-3-23-16,3-8 17 15,0 4-14-15,-3 9 6 16,-3-2-1-16,-4 13 1 15,-2 0 0-15,2-4-6 16,-12 7 14-16,10-6-12 16,3-5 15-16,-1-8-17 15,10-1 9-15,-6-2-2 16,3 3 1-16,2-5 0 16,-2 13 7-16,-3-4-7 0,6-1-2 15,-3 2 13 1,3 3-22-16,6 0 16 0,-16 0-10 15,10 3 4-15,-3 1 0 16,-9-4-1-16,2 4 5 16,10-4-10-16,-9-4 19 15,9-5-28-15,-4 6 24 16,-2 3-19-16,-10 3 17 16,16 5-10-16,-3-8 3 15,-3-4 0-15,3-8-3 16,3 0 8-16,12-1-17 15,-6 5 19-15,0 8-18 16,-9 5 14-16,-3-2-8 16,2 5 8-16,4-8-3 15,-15-4 0-15,15 0 0 16,6-12-4-16,-3-4 14 0,-3 12-19 16,0 3 21-16,-10 5-16 15,-5 13 6-15,-4-5-4 16,9-1-2-16,10-3 4 15,-3-8-2-15,3-8 4 16,6-4-6-16,7-1-11 16,-17 14 5-16,4 6 11 15,-9 5-2-15,-4-4 2 16,10 0 0-16,-3-8-1 16,3 0 1-16,-4-9-10 15,-2 10 17-15,3-9-21 0,2 7 22 16,-8 2-23-16,-4 6 24 15,10 1-12-15,-16 8 4 16,7 8 8-16,-13 5 1 16,6-6-8-16,0-2-6 15,-6-2-13-15,22-7-17 16,3-8-91-16,3-9-140 16,-10 14-168-16</inkml:trace>
  <inkml:trace contextRef="#ctx0" brushRef="#br0" timeOffset="189186.81">20393 12974 510 0,'0'0'145'0,"0"0"-35"0,0 0-23 0,0 0-48 0,0 0-34 0,0 0 5 16,-22 0-8-16,22 0 17 16,0 0 36-16,0 0 19 15,0 0-24-15,0 0-38 16,0 0 22-16,0 0-25 0,41 0 33 15,5 7-19 1,16-7 12-16,3 5-33 0,16-5 15 16,-7 0-11-16,13 0-2 15,-6 0-4-15,6 0 5 16,12 0-8-16,0 0 10 16,10 0-8-16,-10-12 7 15,0-1-12-15,-3 2-4 16,-3 2 6-16,0 1 0 15,-18 5-1-15,12 3 2 16,-41 0-27-16,7 0-16 16,-7 0-65-16,-18 0-153 15,-15 0-157-15</inkml:trace>
  <inkml:trace contextRef="#ctx0" brushRef="#br0" timeOffset="190435.23">16635 14497 256 0,'0'0'46'0,"0"0"-42"0,0 0 18 0,0 0 14 0,0 0-8 15,0 0 97-15,0 0-49 16,0 0 37-16,0 0 7 16,0 0-34-16,0 0-72 15,0 0-13-15,0 0 9 16,0 0-6-16,0 0 19 15,0 0 9-15,0 0 24 16,0 0-29-16,0 0 10 16,0 0-27-16,0 0 15 0,0 0 0 15,0 0-7-15,0 0 14 16,0 0-22-16,0 0 22 16,6 0-25-16,-6 0-9 15,7 0 2-15,14 0-1 16,-2 0 1-16,9-3 3 15,0-10-3-15,-4 13 4 16,11-4-7-16,11-4 9 16,13-3-10-16,9-2 13 15,7-2-12-15,5-1 4 16,-2-4-1-16,-10 7 0 16,-21 1-1-16,-1 8-1 15,-18 0 4-15,-3-4-18 0,-4 8 31 16,-8 0-26-1,9-3 19-15,-16 3-11 0,0-5 3 16,0 1-6-16,0 4-8 16,-6-12-80-16,0 12-85 15,0 0-208-15,-6 0-210 16</inkml:trace>
  <inkml:trace contextRef="#ctx0" brushRef="#br0" timeOffset="191350.15">15733 14815 327 0,'0'0'134'0,"0"0"-70"16,0 0 29-16,0 0-5 0,0 0 19 0,0 0 38 15,0 0-72-15,0 0-24 16,0 0-21-16,0 0 15 16,0 0-12-16,0-13 7 15,0-27-8-15,0-15-24 16,0-6 0-16,0 1-3 15,0 12 14-15,0 4-9 16,0 8-16-16,0 19 7 0,0 9-3 16,0 8-5-16,0 0-7 15,0 0 1-15,0 0-12 16,0 25 11-16,0 6-119 16,0 2-195-16,0-2-179 15</inkml:trace>
  <inkml:trace contextRef="#ctx0" brushRef="#br0" timeOffset="191900.53">16133 14594 161 0,'0'0'341'0,"0"0"-267"0,0 0-65 0,0 0 78 0,0 0-48 15,0 0 28-15,-19 47-15 0,19-47-19 16,0 0-29-16,0 0-4 15,0 0 52-15,0 0-23 16,0 0 61-16,13 0-54 16,-7-11 42-16,3-17-15 15,-3-13-26-15,-6 2-33 16,0 6-4-16,0 2-17 16,0 18-3-16,0 13 12 15,0 0-12-15,0 0 14 0,-15 0-12 16,-4 0 5-16,-2 8-95 15,8 16-63-15,-5 4-85 16,2-11-245-16</inkml:trace>
  <inkml:trace contextRef="#ctx0" brushRef="#br0" timeOffset="192649.3">15178 14787 389 0,'0'0'297'0,"0"0"-189"0,0 0 47 0,0 0-75 15,0 0-31-15,0 0 18 16,53 0 34-16,-26 0-78 16,-8 0-5-16,3 0-16 15,-10 0 8-15,4 0-20 0,-4 0 8 16,0 0-5-16,10 0-80 15,-3-13-53-15,-7-10-258 16</inkml:trace>
  <inkml:trace contextRef="#ctx0" brushRef="#br0" timeOffset="193500.15">16021 14569 101 0,'0'0'207'0,"0"0"-31"0,0 0-92 0,0 0-65 0,0 0 42 16,0 0-33-16,0 0-11 15,0 0-10-15,0 0 29 16,0 0 13-16,0 0-27 15,-6 0-6-15,6 8 4 16,0-3 50-16,0-1-57 16,0 12 22-16,0-4-27 15,0 0 7-15,0-8 0 16,0 4-15-16,6-5 0 16,7-3-4-16,8 5-1 0,-2-5 4 15,0 4 1-15,8-4 2 16,8 0 25-16,5 0-27 15,0 0 4-15,-6 0-4 16,-9-12-12-16,-3-12 0 16,-16-13-7-16,6 1 18 15,-12 0-32-15,0 8 25 16,0 9 8-16,0 19-4 16,-18 0 4-16,-29 0-4 15,7 8 1-15,-7 23-97 16,-2 10-44-16,9-10-116 15</inkml:trace>
  <inkml:trace contextRef="#ctx0" brushRef="#br0" timeOffset="197678.36">23841 16025 548 0,'0'0'0'0,"0"0"-7"0,0 0-11 16,0 0-51-16,0 0-53 16,0 0 64-16,-22 0 58 15,22 0 80-15,0 0 78 16,0 0-84-16,0 0-64 0,0 0 5 15,0 0 0 1,0 0 25-16,0 0 4 16,0 0 39-16,0 0-14 15,0 0-13-15,0 0-38 0,0 0 4 16,0 0 22-16,0 0-22 16,0 0 24-16,0 0-16 15,0 0 18-15,0 0-10 16,0 0 17-16,0 0-29 15,0 0-11-15,0 0 7 16,0 0-21-16,0-8 13 16,0-7-10-16,0-10-6 15,0-7 9-15,0-12-14 16,0-4 8-16,0 0-1 16,0 8 0-16,16 4 5 15,3-9-7-15,15-2 11 0,-6-14-8 16,24-7 9-16,-5-4-20 15,-1-1 20-15,-5 10-13 16,-1 2 3-16,-6 5 0 16,0 9 6-16,-9 6-6 15,15-7 5-15,-12-9 4 16,3 10-10-16,9-9 9 16,1 3-16-16,-1 1 5 15,-18-4-1-15,18-4-1 16,-28 4 2-16,29-8 2 15,-7-1 2-15,-9 1-8 16,3 0 18-16,6 8-20 16,-9-8 16-16,2 7-14 0,-8 5 7 15,9 1 0-15,-6 7 0 16,2-1 1-16,-2 1-6 16,-3 4 12-16,15-8-17 15,0-8 22-15,-3-1-22 16,9 5 10-16,-6 1 0 15,1-2-10-15,5 13-8 16,-15-5 11-16,-10 22-5 16,4-1 3-16,2-1 18 15,-8-3-13-15,15-8 10 16,-10-8-12-16,23-8 8 16,-1-7-7-16,13-7 4 15,-1 11-8-15,4 7 0 0,-15 7 11 16,-10 18-9-16,-10-1 14 15,-8-1-11-15,15 1 9 16,-4-4-7-16,4 0 2 16,-6 0-11-16,9-5-8 15,-3 2-20-15,12-10 11 16,-6 10-7-16,-3-5 23 16,10 0 15-16,-14-5-3 15,8 13 5-15,-1-8-2 16,6-4 18-16,7 0-20 0,-7-8-2 15,6 8 10 1,1 8-27-16,-16 0 24 16,-3 20-14-16,-22-1 14 0,16 5-9 15,-16-3 3-15,22-9 0 16,-3-5-4-16,15-3 11 16,0 1-16-16,1-1 19 15,-7 7-20-15,12 1 17 16,-6 4-14-16,1-8 7 15,5 0 0-15,-5-4-1 16,11 0 6-16,-5-4-11 16,-13 12 12-16,19 0-12 15,-13-1-5-15,0 10 9 16,1-6 2-16,-7 1-7 16,-3 12 6-16,9 0 2 15,-6 4 1-15,13-7-1 0,-7 7 0 16,22-5 3-16,3 2-8 15,-12 3 9-15,9 0-11 16,-16 0 6-16,7 0 0 16,0 0 5-16,2 0 1 15,-2 0-12-15,6 0 11 16,-6 0-12-16,-4 0 8 16,-8 0-9-16,-4 0 10 15,-3 0-2-15,6 8 5 16,-12 7 4-16,19 9 9 15,-13-7-16-15,-9-1 2 16,9-1 13-16,0-2-26 16,0-2 14-16,-3 6-10 0,3-1 5 15,0 7 0-15,7 10 4 16,-1-9 17-16,-6 0 7 16,25 0-17-16,-13 0-15 15,-5-4 15-15,5-4-14 16,-5 12 10-16,-7 0-10 15,0 5 3-15,-9-2 0 16,15 2-2-16,-6 6 9 16,-6-3-16-16,9-7 19 15,-9 3-10-15,12-8 5 16,-6 1 1-16,-9-2 6 16,9 1-6-16,-6 9 2 15,6-2-7-15,-3 10 14 0,3-2-11 16,7 2-5-16,-1-5 16 15,7-4-24-15,-1 8 9 16,-6-4 0-16,7 4 6 16,-13 1-3-16,0-5 8 15,0 3-6-15,-9-3-1 16,3 0-4-16,-3-3 0 16,3 3 7-16,0 0-11 15,-4 5 8-15,4 6-4 16,0 1 2-16,-3 4 3 15,9-3-7-15,-6-1 11 16,-3-9-17-16,3 2 16 16,6-8-5-16,-9 6 2 15,9-6-5-15,-6-5 0 0,-4-1 0 16,11 6 0-16,-8-2 7 16,-2 10-7-16,9-1 4 15,-6 4 5-15,-3 8-6 16,-3 0 19-16,-4 1-10 15,10-6-4-15,0 1-8 16,-9-7 4-16,9-5-4 16,12-5 10-16,-15 2-16 15,9-1 15-15,0 13-8 16,-9-9 2-16,9 3 8 16,-6 2-3-16,-10-2-1 0,17-6-7 15,-8-2 2 1,4 10-7-16,-3-1 10 0,0 4 0 15,-3-4-1-15,3 0 3 16,0 1-4-16,-16-5-1 16,13 3-2-1,-3-6 1-15,-10 3-1 0,4 3 8 16,-4 6-14-16,1 7 22 16,-7 0-27-16,9-4 21 15,-9 4-13-15,1-16 3 16,5-11-9-16,-12-9-8 15,0 7-24-15,0-2 1 0,0-6-34 16,0 6 14 0,0-17-57-16,-19-4-221 0,-33 0-467 15</inkml:trace>
  <inkml:trace contextRef="#ctx0" brushRef="#br0" timeOffset="200942.93">24697 13855 359 0,'0'0'155'0,"0"0"-131"16,0 0-20-16,0 0-4 0,0 0-7 0,0 0 2 15,0 0 4-15,0 0 2 16,0 0 31-16,0 0 9 16,0 0 18-16,0 0-14 15,0 0 15-15,0 0 25 16,0 0 11-16,0 0-36 15,0 0-31-15,0 0 26 16,0 0-25-16,0 0 12 16,0 0-24-16,0 0 13 0,0 0-22 15,0 0 4-15,0 0-10 16,0 0-2-16,0 0 11 16,0 0-9-16,0 0 1 15,0 0-1-15,0 0 1 16,0 0-3-16,0 0-1 15,0 0 2-15,0 0 5 16,0 0 1-16,6 0-5 16,7 0 3-16,8 0 2 15,4 0-3-15,25-11 2 16,2 7-2-16,13-4-2 16,4-5-3-16,-4 5 3 15,9 1-1-15,-6-6 0 16,-2 2 6-16,8 11 1 0,-6 0-8 15,-15 0 6-15,-19 0 3 16,-9 0-18-16,-3 0 8 16,-10-5-9-16,-6 2-36 15,-6-5-43-15,0-4-64 16,0-1-289-16</inkml:trace>
  <inkml:trace contextRef="#ctx0" brushRef="#br0" timeOffset="201959.07">23019 14048 181 0,'0'0'318'0,"0"0"-275"0,0 0 43 0,0 0 27 15,0 0-1-15,0 0-18 16,186 0 2-16,-158 0-54 15,13 0-3-15,-7 0-2 16,-9 0-4-16,15 0-15 16,0 0-13-16,1 4-5 15,-1-4-9-15,-15 0-21 16,3 0-75-16,-16 0-194 0,-12 0-178 16</inkml:trace>
  <inkml:trace contextRef="#ctx0" brushRef="#br0" timeOffset="202691.76">24129 14189 204 0,'0'0'89'0,"0"0"-9"0,0 0 58 0,0 0-90 15,0 0-31-15,0 0 29 16,0 20-16-16,7-20 12 16,-7 0 23-16,0 0 22 15,0 0-32-15,0 0-11 16,0 0-6-16,0 0-9 15,0 0 21-15,0 0-14 16,0 0 31-16,0 0-41 0,0-8 19 16,0-12-45-16,0-13 13 15,0-14-4-15,0 3-10 16,0-9 1-16,0 6-6 16,6 6 1-16,0 5-7 15,0 16 5-15,-6 4-10 16,0 8 14-16,0 4-12 15,0-1 12-15,0 5-53 16,0 0 17-16,0 0 38 16,0 0-10-16,0 0-51 15,0 13-153-15,0 2-126 16</inkml:trace>
  <inkml:trace contextRef="#ctx0" brushRef="#br0" timeOffset="203174.33">24489 13968 240 0,'0'0'284'0,"0"0"-253"16,0 0-20-16,0 0 12 0,0 0-10 0,0 0 19 0,13 40 5 16,-13-24-5-16,0-8 46 15,0 0-1-15,0-4-25 16,9-4-42-16,-3 0-10 15,0 0 8-15,0 0 9 16,13-20-6-16,3-8 62 16,-10-4-35-16,10 0-37 15,-16-9-1-15,13 2-3 0,-13 6-6 16,-6-6-75 0,0 14 40-16,0 9 25 15,0 13 8-15,0 3 11 0,0 0 14 16,-31 3-14-1,-9 30-14-15,-7-1-75 0,1 4-6 16,-1-16 5-16,19 0-111 16,22 4-222-16</inkml:trace>
  <inkml:trace contextRef="#ctx0" brushRef="#br0" timeOffset="209319.42">16542 10957 100 0,'0'0'126'0,"0"0"-17"0,0 0 51 0,0 0-86 16,0 0-4-16,0 0-70 0,0 0 0 16,-121 116-47-16,121-116 27 15,0 3 19-15,0 2 1 16,0-1 71-16,0 7 18 16,-6-3 71-16,6 0-98 15,0-8-62-15,0 0-48 16,0 0-111-16,0 0 33 15,0 0 92-15,0 5 20 16,-6-1 14-16,6 7 55 0,-6 2 2 16,6-1 20-16,0-4-58 15,0 0-19-15,0-5-3 16,0 6 2-16,0 3 0 16,0-5-2-16,0 1-2 15,0 9 10-15,0-9-12 16,0 3 15-16,0-6-4 15,0-5-4-15,0 0-8 16,0 0 4-16,0 0 4 16,0 0 0-16,0 8 4 15,6-4-8-15,-6 4 8 0,6-3-6 16,0 2 8 0,0-3-6-16,-6 0 0 0,7-4 20 15,-7 8 19 1,0-8-6-16,9 8 7 0,-9-8-38 15,0 0 1-15,0 0 11 16,12 0-18-16,-12 0 11 16,28 0 13-16,-9-8 34 15,9-20-25-15,3-16-26 16,9-9 9-16,0 1-24 16,1 9 24-16,-20 22-29 15,-21 21 2-15,0 0 7 16,0 16 8-16,0 32 39 15,0 9-24-15,0-1-7 16,0-15-2-16,0-2 4 0,13-6-20 16,5-5 8-16,4-9-21 15,-3-2-103-15,-4-9-132 16,-9-8-128-16</inkml:trace>
  <inkml:trace contextRef="#ctx0" brushRef="#br0" timeOffset="209917.81">16375 10435 333 0,'0'0'309'0,"0"0"-253"0,0 0 22 0,0 0 90 15,0 0-90-15,0 0-15 16,-13-12-37-16,13 12 7 15,0 0-27-15,0 0-3 16,0 0-3-16,0 0 0 16,0 0-7-16,0 0 8 15,0 24-1-15,0 16 3 0,0 1 22 16,6-10-9 0,7-7-29-16,-7-7 13 0,10-6-27 15,-10-7 20-15,-6 4-14 16,6-8 5-16,0 0-107 15,16 0-73-15,-10-15-16 16,29-22 75-16,-23-3-271 16</inkml:trace>
  <inkml:trace contextRef="#ctx0" brushRef="#br0" timeOffset="209997.04">16375 10435 69 0</inkml:trace>
  <inkml:trace contextRef="#ctx0" brushRef="#br0" timeOffset="210153.6">16375 10435 69 0,'294'-32'420'0,"-294"60"-330"0,0 0-26 15,-12 0 171-15,-16 13-215 0,-6 2 6 16,9 1 27-16,-9 16-3 16,6 1-22-16,-6-14-26 15,3 10 7-15,15-12 3 16,4-18-24-16,6-7-13 15,6-12-70-15,0-8-182 16,0 0 17-16</inkml:trace>
  <inkml:trace contextRef="#ctx0" brushRef="#br0" timeOffset="211817.28">24771 11666 378 0,'0'0'39'0,"0"0"-37"0,0 0 5 0,0 0 24 15,0 0-6-15,0 0 2 16,7 0 15-16,-7 0-1 15,0 0 42-15,0 0-8 16,0 0-57-16,0 0-1 16,0 0-18-16,0 0 12 0,6 0-18 15,-6 0 20-15,0 0-9 16,0 0 5-16,0 0 22 16,0 0 33-16,0 0-8 15,0 0 17-15,0 0-71 16,6 0 9-16,6 0 4 15,10-8-25-15,-3-20 14 16,36-8-4-16,-14 3 2 16,-10 10 3-16,-10 10-10 15,-8 10 13-15,-7 3-25 16,-6 0 29-16,0 0-24 0,0 0 19 16,0 0-14-1,0 0 9-15,6 0-2 0,10 0 5 16,9 20 0-16,3 4-8 15,-10 4 19-15,16 4-31 16,-6 0 21-16,-9 4-12 16,2-12-13-16,-8-4-63 15,15-7-152-15,-10-13-16 16,4 0-40-16</inkml:trace>
  <inkml:trace contextRef="#ctx0" brushRef="#br0" timeOffset="212400.19">24877 10811 238 0,'0'0'251'0,"0"0"-203"0,0 0-17 0,0 0-20 0,0 0-11 15,0 0 24-15,-34-92 67 16,27 84 9-16,1 8 55 15,6 0-24-15,0 0-68 16,0 0-12-16,0 0-25 0,0 0 12 16,0 0-36-1,0 0 2-15,0 17 11 0,13 10-26 16,21 1 12-16,6-3-2 16,0-1-1-16,-21-9-26 15,9-2 9-15,-6-5-54 16,-16 0-29-16,-6-4-174 15,0-4 44-15,0 0-193 16</inkml:trace>
  <inkml:trace contextRef="#ctx0" brushRef="#br0" timeOffset="212502.71">24877 10811 764 0</inkml:trace>
  <inkml:trace contextRef="#ctx0" brushRef="#br0" timeOffset="212649.81">24877 10811 764 0,'248'-139'75'0,"-248"162"-72"16,0 10 94-16,-22 22-41 15,-3 14-13-15,-27 7-25 16,-10 0 19-16,-4 1-17 16,4-13 16-16,4-12-19 15,17-20-27-15,13-8 23 16,10-12-26-16,12-8 0 15,6-4-86-15,0 0-234 16,0-21 74-16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04T23:00:12.8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23044 2117 202 0,'0'0'75'0,"0"0"-12"0,0 0 34 0,0 0-7 0,0 0-37 16,0 0 38-16,0 0-52 16,0 0-14-16,0 0 9 15,0 0 31-15,0 0 5 16,-6 0-44-16,6 0 10 15,0 0-26-15,0 0 54 16,0 0-49-16,0 0 11 16,0 0-21-16,0 0 3 15,0 0-5-15,0 0 6 16,0 0 10-16,0 0-7 16,0 0 24-16,0 0-9 15,0 0 19-15,6-32-43 16,62-16 18-16,7-4-19 15,6-9-1-15,-10-3-1 0,9 4-18 16,-5-1 6-16,-22 17-48 16,-13-7 17-16,-28 27-35 15,-12 12-10-15,0 12 3 16,0 0 19-16,-25 20-85 16,-21 19-63-16,6-11-191 15</inkml:trace>
  <inkml:trace contextRef="#ctx0" brushRef="#br0" timeOffset="433.82">23286 1764 439 0,'0'0'158'0,"0"0"-151"0,0 0 10 16,0 0 7-16,0 0 72 0,0 0 0 15,22-12 26-15,-22 12-8 16,6 0-37-16,6 0-8 16,23 20-40-16,17 8 13 15,7 5-34-15,3 3-10 16,3-5 2-16,3 1 0 16,-9-7-2-16,3 3 2 15,-9-4-6-15,0-1-24 16,-7-3 11-16,-12-7-37 15,1-5-21-15,-17-8-132 16,-2 0-173-16</inkml:trace>
  <inkml:trace contextRef="#ctx0" brushRef="#br0" timeOffset="899.28">24257 1941 224 0,'0'0'320'0,"0"0"-188"0,0 0 3 0,0 0-7 0,0 0-64 0,0 0 11 16,46 0-24-16,-21 0-27 15,15 0 16-15,-12 0-31 0,12 0-10 16,1 0 8-16,-7 0-14 16,12 0-41-16,-5 0-20 15,-4 0-36-15,25-9-56 16,-28-2-61-16,-9 3-129 15</inkml:trace>
  <inkml:trace contextRef="#ctx0" brushRef="#br0" timeOffset="1299.84">24390 1776 198 0,'0'0'387'16,"0"0"-298"-16,0 0 35 0,0 0-27 15,0 0-3-15,0 0-72 16,6 0 16-16,13 0-32 16,2 0 8-16,14 0-7 15,5 0-7-15,-3 0-8 16,-3 0-64-16,13-4-100 15,-13 1-74-15,19-2-39 16</inkml:trace>
  <inkml:trace contextRef="#ctx0" brushRef="#br0" timeOffset="1781.83">25472 1996 586 0,'0'0'264'0,"0"0"-260"0,0 0-8 15,0 0-11-15,0 0-82 16,0 0-69-16,53 0-12 0</inkml:trace>
  <inkml:trace contextRef="#ctx0" brushRef="#br0" timeOffset="2215.66">25472 1996 281 0,'0'-263'195'15,"53"233"-173"-15,0-14 115 16,9-3-75-16,-4-9-20 16,4-13-8-16,-9 13-30 15,-19 12-4-15,-9-4 4 16,-25 24 3-16,0 0 16 16,0 7 5-16,0-11 5 15,0 4-33-15,0 1-12 16,-25 3-2-16,-9 15 14 15,-12 5 11-15,-7 0 36 0,-3 20-45 16,3 13 41-16,13 3-37 16,22 0-6-16,2 4-18 15,10-3-96-15,6-10-292 16</inkml:trace>
  <inkml:trace contextRef="#ctx0" brushRef="#br0" timeOffset="3131.45">26433 1957 18 0,'0'0'636'0,"0"0"-618"15,0 0 25-15,0 0-43 0,0 0-30 16,0 0 0-16,0 0 30 16,0 0 48-16,0 0 22 15,0 0 61-15,0 0 2 16,0 0-84-16,28 0-42 16,13 0 17-16,17 0 6 15,23 0-24-15,21 0 44 16,-2 0-42-16,5 0 20 15,-3 0-25-15,-9 0 10 16,-12 0-7-16,0 0-6 0,-16 8-3 16,-13-1-16-1,-11 6 16-15,-1-10-51 0,-12 2 5 16,6-5-67-16,-3 0-22 16,3 0-15-16,-6 0-42 15,-9 0-160-15</inkml:trace>
  <inkml:trace contextRef="#ctx0" brushRef="#br0" timeOffset="3665.09">27410 1824 333 0,'0'0'121'0,"0"0"-79"0,0 0-13 0,0 0 52 15,0 0 4-15,0 0 26 0,121 12-1 16,-81-4-27-16,1 0-32 15,-1 0-49-15,0 4 20 16,-9 1-14-16,-3-2 1 16,-16 1-9-16,4 1 0 15,-10 2-5-15,-6 6 14 16,0 7 0-16,0 3-1 16,-12 5 1-16,-29-3 5 15,14-13-28-15,-1-8 0 16,28 0-41-16,-7-4-125 15,-11 0-133-15</inkml:trace>
  <inkml:trace contextRef="#ctx0" brushRef="#br0" timeOffset="4317.18">28365 1724 535 0,'0'0'94'0,"0"0"66"0,0 0-34 0,0 0-72 16,0 0-47-16,0 0 81 15,155 48-68-15,-115-28-3 16,-6 4 1-16,-9 1-13 0,-3 3-1 16,-10-1 18-16,1-2-22 15,-13 3-37-15,15-12-2 16,-2 4-33-16,-1-17-5 15,16-3-133-15,-9 0-15 16,2 0-72-16</inkml:trace>
  <inkml:trace contextRef="#ctx0" brushRef="#br0" timeOffset="4580.52">29029 1680 148 0,'0'0'276'0,"0"0"-213"0,0 0 29 15,0 0 29-15,0 0-4 16,-190 208 12-16,138-155-13 16,-7-1-45-16,6-13-8 15,19-2-34-15,6-13-15 16,16-4 4-16,5-4-36 15,7 0 2-15,0 1 1 16,0 2-41-16,-6 9-47 0,-15 8-77 16,2 0-90-1,-9-8-108-15</inkml:trace>
  <inkml:trace contextRef="#ctx0" brushRef="#br0" timeOffset="5112.91">29267 2181 117 0,'0'0'0'0,"0"0"-3"0,0 0 3 0,0 0 79 0,0 0 225 15,0 0-86-15,-18-28 22 16,5 28-130-16,13 0 1 0,0 0-62 16,0 0-3-16,0 0-13 15,0-4-12-15,0 0-10 16,0 0 1-16,0-5-15 15,47 3 17-15,-7-3-25 16,7 5 12-16,-7 0-2 16,6 0-36-16,1 0-36 15,-1 4-39-15,-5 0-1 16,-23 0-39-16,17 0-20 16,-29 0-49-16</inkml:trace>
  <inkml:trace contextRef="#ctx0" brushRef="#br0" timeOffset="5381.14">29267 2181 119 0</inkml:trace>
  <inkml:trace contextRef="#ctx0" brushRef="#br0" timeOffset="5479.55">29267 2181 119 0,'-6'-232'258'0,"6"232"-220"0,0 0 72 0,22 0 304 0,12 0-324 15,-9 0-16-15,3 0-68 16,6 0-6-16,3 0 0 16,-3 0-24-16,6 0-30 15,1 0-111-15,-7 0-122 16,-16 0-231-16</inkml:trace>
  <inkml:trace contextRef="#ctx0" brushRef="#br0" timeOffset="6079.02">30058 2021 316 0,'0'0'163'0,"0"0"-43"0,0 0-19 15,0 0-28-15,0 8-22 16,0-5-48-16,0 6 55 15,0 2-15-15,0-3 28 16,0 1-25-16,0 3 0 16,-6 0-42-16,-4 4 26 15,10 4-10-15,0 0-17 16,0 4-6-16,0-4 14 16,0 0-7-16,0 1 5 15,22-10 0-15,12 6-4 16,0-9-5-16,-3-5-5 15,31-3 5-15,-9 0-6 0,12 0 19 16,-3 0-11 0,13-36 13-16,-10-3-24 0,-3-14 18 15,-16-3-18-15,-15 4-4 16,-21 0-9-16,-10 8 7 16,0 11 14-16,-69 18-12 15,-11 7 26-15,-13 8-8 16,-6 0 1-16,12 0-12 15,6 28-38-15,13 0-21 16,21 3 2-16,19 13-4 16,16-11-179-16,0 7-201 15</inkml:trace>
  <inkml:trace contextRef="#ctx0" brushRef="#br0" timeOffset="54482.28">22806 12244 49 0</inkml:trace>
  <inkml:trace contextRef="#ctx0" brushRef="#br0" timeOffset="128191.35">4195 4323 236 0,'0'0'29'0,"0"0"-25"0,0 0 80 0,0 0 58 0,0 0-86 16,0 0-13-16,0 0 46 15,0 0-21-15,0-24-42 16,0 24 6-16,0 0-7 16,0 0-6-16,0 0-15 15,0 0 24-15,0 0 9 16,0 0 25-16,0 0-21 16,0 0-29-16,0 0-7 15,0 0 3-15,0 0-14 16,0 0 16-16,0 0-18 0,0 3 24 15,0 22-23 1,0-6 15-16,0 2-4 0,0 11 9 16,0-8-10-1,0 4 0-15,0 8 5 0,0-3-10 16,0-2 5-16,-6 2-5 16,0-2 8-16,-7-7-9 15,13 25 3-15,0-5 0 16,-15 8-1-16,15-4 10 15,-6-3-18-15,0-1 18 16,6 0-18-16,0-5 22 16,0-6-23-16,0-10 12 0,0-2-2 15,0 2 0 1,0-2 1-16,0-1-5 16,12 3 8-16,3-2-11 0,-15-4 7 15,19 6 0-15,-13-3-9 16,10-4 6-16,-10 4 3 15,-6 1 0-15,0 2-1 16,0-2 6-16,0-1-9 16,0-1 11-16,0 6-13 15,0-9 16-15,0-1-20 16,0 1 12-16,0-7-2 16,0-1 0-16,0 0-1 15,0-5-4-15,12-3 10 16,1 5-13-16,2-5 16 0,4 0-1 15,9 0-5-15,6 0 21 16,-9 0-22 0,9 8 1-16,0 0-2 0,0 0 3 15,3-1-9-15,-9 2 15 16,0-1-18-16,12-4 20 16,-9 4-20-16,3-8 16 15,13 0-9-15,9 0 4 16,-10 0-2-16,1 0 0 15,-1 4 10-15,-5 4-16 16,5 0 12-16,-6 0-7 0,7-4 5 16,-7 1 0-1,7-5-4-15,-1 0 0 0,-18 0-2 16,19 0 6-16,-16 0-7 16,3 0 9-16,6 3-4 15,0 2 8-15,1 2 11 16,-1 1-20-16,7 5 8 15,-7 2-9-15,6-7 0 16,-5 5-2-16,-7-10 12 16,6 2-15-16,-15-2 19 15,3-3-28-15,-10 5 27 16,23 2-21-16,-7 1 13 16,12 0-5-16,1 0 2 15,9 0 0-15,-10-8-2 16,1 12 8-16,-7-7-14 0,6-5 12 15,-5 3-9 1,-1-3 6-16,0 0-6 0,-9 5 3 16,16-2 0-16,-7 2-3 15,1-5 8-15,5 12-11 16,-6-9 18-16,16 2-22 16,-3-5 13-16,-7 0-6 15,1 0 0-15,-7 0 3 16,-6 0 0-16,-9 0 3 15,3 0-8-15,-9 0 17 16,2 0-24-16,7 0 26 16,3 0-23-16,-3 0 13 0,6 0-5 15,-9 0 1 1,3 0 0-16,-9 0-3 16,8 0 9-16,-5-5-11 0,-9-3 18 15,5 1-21-15,-12 2 20 16,16-3-12-16,-16 0 0 15,16-4 2-15,3-7 6 16,3-1-6-16,6-9-4 16,6 1 8-16,-9 0-11 15,3-5 19-15,0-3-24 16,0 5 19-16,-9 3-9 16,-3 4 0-16,-10 7 3 15,7-10-3-15,3-10 5 0,24 1-7 16,1-16 12-1,5 8-18-15,-17 0 14 0,-14 0-6 16,-8 4 0 0,-7-1-2-16,6 2-3 0,4-5 10 15,-16-9-8-15,18-3 8 16,-5-1-10-16,2-6 7 16,-2-13-13-16,-7 12 10 15,22 7-8-15,-16 17 7 16,-6 13 2-16,10 2-5 15,-16 14 11-15,0-2-13 16,0-4 16-16,6 2-11 16,0-6 2-16,0-2-3 15,7-1 1-15,2-1-5 0,-15 2 5 16,7 7 4-16,-7 0-11 16,0 7 19-16,0 1-6 15,6 8 5-15,-6-8-2 16,0 0-4-16,0 1-5 15,0-6 2-15,0 5-9 16,-6 5 9-16,-7 3-1 16,-9-5-3-16,-12 5 8 15,16 0-3-15,-16 0 2 16,6 0-6-16,-9-4 6 16,-25 1-3-16,3-10 0 15,-16 5 4-15,16 5-15 16,3-2 23-16,4 5-17 15,-1 0 19-15,0 0-11 16,-2 0-2-16,2 0-1 0,6 0 0 16,-5 0 1-16,17 0-3 15,-5 0 9-15,-6 0-13 16,-1 0 13-16,7 0-14 16,-7 0 14-16,13 0-10 15,-6 0 3-15,6 0 0 16,3 0-5-16,9 0 6 15,-12 0-5-15,-6 0 8 16,-7 0-5-16,-6 0 11 16,-5 0-7-16,17 0 1 0,-11 0-2 15,11 0-2-15,-5 0 0 16,12 0-4 0,6 0 9-16,-6 0-8 0,3 0 11 15,-10 0-9-15,1 0 4 16,0 0-4-16,-1 0 1 15,1 0 0-15,6 0-4 16,-13 0 8-16,13 0-12 16,0 0 19-16,-3 0-23 15,-13 0 25-15,19 0-23 16,-9-4 12-16,6 0-4 16,6 0 2-16,-3-4 0 15,3 5 0-15,0-2 3 16,3 5-6-16,-2 0 6 15,8 0-12-15,-3 0 22 0,-3 0-25 16,-3 0 13-16,-6 0-1 16,0 0 0-16,-6 0 4 15,0 0-11-15,9-4 15 16,3 4-16-16,-6 0 16 16,15 0-19-16,-9 0 20 15,-6 0-10-15,3 0 1 16,-3 0 0-16,6 0-11 15,3 0 22-15,3 0-19 16,4 0 13-16,-10 0-6 0,9 0 2 16,-2 0 1-1,2 0-2-15,-3 0 0 0,10 0-3 16,0 0 7-16,2 0-15 16,-2 0 23-16,-7 0-24 15,-9 0 25-15,-12 0-19 16,21 0 9-16,-15 0-3 15,6 0 0-15,10 0 0 16,-10 0-6-16,16 0 14 16,-16 0-19-16,9 0 21 15,-3 0-20-15,4 0 8 16,-4 0 1-16,-3 4 1 16,3 1 0-16,-2-2 0 15,-4 2 4-15,6-2-11 16,3-3 15-16,7 0-16 0,6 0 17 15,-10 0-14-15,4 0 15 16,0 0-10-16,-10 0 0 16,3 0 2-16,-9 0-6 15,16 0 12-15,-10 0-12 16,10 0 8-16,-1 0-1 16,7 0 4-16,6 0-8 15,0 0 1-15,0 0 0 16,0 0-6-16,0 0 3 15,0 0-11-15,0 8-39 16,0 4-71-16,0 4-35 16,0-8-118-16,0-8 33 15</inkml:trace>
  <inkml:trace contextRef="#ctx0" brushRef="#br0" timeOffset="135486.76">8328 4864 377 0,'0'0'186'0,"0"0"-123"0,0 0 63 0,0 0-34 16,0 0-59-16,0 0 8 15,0 0 8-15,0 0 0 16,0 0-37-16,0 0 27 16,7 0-35-16,-7 0 20 0,6 0-19 15,0 0-4-15,6 0 5 16,16-4-4 0,19-12 57-16,33-4-14 0,26-12 1 15,15 8-33-15,18-8 0 16,4-1-7-16,3-3-6 15,-7 0 0-15,10-3 2 16,-9 11-7-16,-19 3 2 16,-28 14 0-16,-13 11-25 15,-40 0 5-15,1 0-86 16,-29 15-34-16,-12 14-135 16,0-1-90-16</inkml:trace>
  <inkml:trace contextRef="#ctx0" brushRef="#br0" timeOffset="136218.93">8607 4639 18 0,'0'0'451'0,"0"0"-432"0,0 0 2 0,0 0 39 0,0 0-59 16,0 0-1-16,-86 85 0 16,58-53 16-16,-3 8 10 15,-3 0 12-15,6-4 34 16,3-3-14-16,-3-9-40 15,28-12-5-15,-6-9 6 16,0 2 2-16,6-5 44 16,0 0-46-16,0 0-9 15,0 0-10-15,0 0 0 0,46 0 58 16,1 0-45 0,5-13-7-16,-5 1 1 0,6 9-11 15,-4 3 15-15,-24 0-17 16,-3 0 6-16,-10 0 0 15,-6 0-2-15,-6 0 7 16,7 0-2-16,-1 0-3 16,-6 0-30-16,0 0-115 15,0 3-95-15,0 2-275 16</inkml:trace>
  <inkml:trace contextRef="#ctx0" brushRef="#br0" timeOffset="137384.72">10474 4399 334 0,'0'0'264'0,"0"0"-201"0,0 0 34 0,0 0 48 16,0 0-34-16,0 0-84 16,0 36-22-16,-15 8 5 15,2 5-6-15,1 2 19 16,-10-7 21-16,10 13-33 16,-4-1 0-16,-2-4-11 15,11-8 0-15,-14-8 14 16,14-16-5-16,7-16 11 0,0-4-17 15,0 0 32-15,0 0-24 16,0-20 1-16,0-24-12 16,7-9-2-16,21-14-3 15,12-2-16-15,0 5 4 16,1-4-41-16,-1 24 5 16,-15 20-8-16,-4 16 12 15,-21 8 30-15,0 0-9 16,0 17 28-16,0 14 39 15,0 5-24-15,0 0 2 16,0-8-26-16,0 8 17 16,0-3-13-16,0-1 5 0,0-9-4 15,0-6-2 1,0-5-2-16,0-8-25 0,0-4-7 16,7 0 35-16,20 0 10 15,-2 3-9-15,-9 14 4 16,-4 2-7-16,-6 2 5 15,-6 11 2-15,0 8 36 16,-6 5-6-16,-47 2 7 16,-2-3-8-16,2-11-10 15,-12-13-13-15,9-9-6 16,3-11-12-16,13 0-22 16,28 0-77-16,12-3-52 15,0-33-32-15</inkml:trace>
  <inkml:trace contextRef="#ctx0" brushRef="#br0" timeOffset="137800.34">11014 4732 529 0,'0'0'92'0,"0"0"-44"0,0 0 58 0,0 0-7 16,0 0 32-16,0 0-95 16,-53 84 2-16,41-40 1 15,-4-8-16-15,4-3-22 16,5-5 2-16,7-5-3 16,0-7-3-16,0-4 2 15,0-4-39-15,0-8-33 16,0 0-142-16,0 0 64 0,0 0 69 15,7-23-80 1,-7-2-193-16</inkml:trace>
  <inkml:trace contextRef="#ctx0" brushRef="#br0" timeOffset="138202.5">11014 4732 521 0,'-53'109'151'15,"53"-109"10"-15,19 0 32 16,2 0-140-16,4 0-7 15,15 0-24-15,16 0-13 16,-9 0-2-16,5 0 0 16,-18 0-14-16,-9 3 5 0,-9 2-11 15,9-2-6-15,-10-3-11 16,-15 4 1-16,12 0-30 16,-5 4 20-16,-1-4-40 15,-6 1-6-15,15 6 35 16,-8-11 0-16,-7 4-34 15,0 9 76-15,0-13 8 16,0 3 4-16,0-3 16 16,0 0-19-16,0 0 52 15,0 0 5-15,0 0-8 16,0 0 17-16,0 0 17 16,6 0-2-16,-6-20-64 15,0-19-15-15,0-14 6 16,0-7-18-16,0 12 2 15,0-1-4-15,0 25-44 0,0 17 16 16,0 7 19-16,0 0-69 16,-13 12-62-16,-15 7-23 15,1 14-159-15</inkml:trace>
  <inkml:trace contextRef="#ctx0" brushRef="#br0" timeOffset="138615.47">11383 5068 391 0,'0'0'189'0,"0"0"-101"0,0 0 78 16,0 0-66-16,0 0-74 0,0 0-19 16,80-168 38-16,-49 120-39 15,-9 4 18-15,3 8-21 16,3 0 0-16,-16 8-3 16,4 23 0-16,-16 2-3 15,0 3-3-15,0 0-4 16,6 8 5-16,0 23-6 0,6 2 21 15,-5 0-20 1,2 3 10-16,-9 0-15 0,0 3-30 16,0-3 15-16,0-3 27 15,0-17-31-15,0-13-85 16,0-3-44-16,0 0-43 16</inkml:trace>
  <inkml:trace contextRef="#ctx0" brushRef="#br0" timeOffset="138717.87">11383 5068 107 0</inkml:trace>
  <inkml:trace contextRef="#ctx0" brushRef="#br0" timeOffset="138816.09">11383 5068 107 0,'245'-272'847'0,"-245"276"-841"0,0-4-6 16,34 11-56-16,6-11 35 15,-28 0-19-15,10 0-80 16,-3 0-7-16,-4-15-92 16</inkml:trace>
  <inkml:trace contextRef="#ctx0" brushRef="#br0" timeOffset="139049.94">11783 4507 220 0,'0'0'715'15,"0"0"-715"-15,0 0-2 16,68-68 2-16,-28 44 0 15,-3 4-50-15,-9 7-86 16,0 13-134-16</inkml:trace>
  <inkml:trace contextRef="#ctx0" brushRef="#br0" timeOffset="139469.51">11783 4507 326 0,'307'196'209'0,"-332"-175"-151"15,-16 7 54-15,14-8-17 16,-1-4-27-16,15 1 32 0,1-6-62 15,12 1-26 1,0 1-12-16,0-2 1 0,0 1-7 16,0-4 18-16,0 0-24 15,25-3 19-15,3 2-17 16,-16 6 15-16,16 3-10 16,-16-1 8-16,10-2-9 15,-22-2 5-15,0 9 1 16,0-4 4-16,0 4 11 15,-34 5 11-15,-6-9-22 16,-1-8-8-16,23-8 2 16,8 0-54-16,10 0-119 15,0-5-40-15,0-26-81 16</inkml:trace>
  <inkml:trace contextRef="#ctx0" brushRef="#br0" timeOffset="139913.87">12524 4684 309 0,'0'0'234'16,"0"0"-159"-16,0 0 0 15,0 0 33-15,0 0-55 16,0 0 1-16,-41 140-24 16,41-120-14-16,0 4-2 0,0-4-4 15,0 8-12-15,0-8 10 16,0-7-16-16,0-5 7 16,0-5-37-16,0 2-39 15,0-5-30-15,0 0 48 16,0 0 48-16,0 0 3 15,-6 0 16-15,6 0 12 16,0-13-3-16,0-3 21 16,0 1-31-16,0-1 71 15,0-4 9-15,22-5-12 0,18-7-24 16,0 9-31 0,-15-2 11-16,16 9-19 0,-29 4-23 15,3 8 11-15,-15 4 0 16,0 0-64-16,0 0-121 15,0 0-68-15,0 4 12 16</inkml:trace>
  <inkml:trace contextRef="#ctx0" brushRef="#br0" timeOffset="139971.18">12524 4684 180 0</inkml:trace>
  <inkml:trace contextRef="#ctx0" brushRef="#br0" timeOffset="140114.17">12524 4684 180 0,'15'176'199'0,"-15"-176"-57"16,0 0-78-16,40 0 219 0,13 0-149 15,0 0-57-15,-7 8-32 16,7 4-27-16,-6 8-18 16,2-4-1-16,-24 0-2 15,9 4-47-15,-15-4-28 16,-4-7-143-16,-15-6 66 16,0-3-126-16</inkml:trace>
  <inkml:trace contextRef="#ctx0" brushRef="#br0" timeOffset="140530.59">13066 4993 342 0,'0'0'341'0,"0"0"-216"16,0 0 17-16,0 0-78 15,0-72-41-15,13 31-2 16,15 10 17-16,-16 10-23 15,-6 9 7-15,0 7-19 16,-6 5 7-16,10-3-10 16,-4 0-19-16,6 3-5 0,10 0-8 15,-22 0 31-15,0 0-33 16,0 31 34-16,0 13 14 16,0 8 0-16,0-7-14 15,-16-14-12-15,10-7-93 16,6-7-145-16,-12-9 103 15,6-8-97-15</inkml:trace>
  <inkml:trace contextRef="#ctx0" brushRef="#br0" timeOffset="140621.75">13066 4993 1015 0</inkml:trace>
  <inkml:trace contextRef="#ctx0" brushRef="#br0" timeOffset="140731.87">13066 4993 1015 0,'13'-141'161'0,"-13"141"-150"0,6 0 42 16,34 0-151-16,16 0 36 16,-9 0-56-16,-7-3-76 15,0-2 24-15,-9 5-15 16,-15 0-86-16,8 0 129 16</inkml:trace>
  <inkml:trace contextRef="#ctx0" brushRef="#br0" timeOffset="141413.91">13435 4828 78 0,'0'0'154'0,"0"0"129"0,0 0-156 16,0 0-40-16,0 32-33 16,-15-4-20-16,-10 5 37 15,3-5-39-15,4-9-29 16,8-2 1-16,4-6-8 16,-12 1-4-16,-10-4 3 15,15-3-1-15,1-5-5 16,3 0 6-16,9 0-11 15,0-13 10-15,0-27-36 16,0-12-46-16,21 4 67 16,20 4 21-16,5 8 57 15,-12 4 16-15,0 24-11 0,-3-1-39 16,-3 9-4-16,-15 0-18 16,-7 0 8-1,-6 25-8-15,0 3 17 0,0-4-18 16,0-4-22-16,0-7 0 15,0-6 18-15,9-3 4 16,-3 4 7-16,19-4 18 16,3 1-25-16,12 3 50 15,-15-1-38-15,9 6 7 16,-6-5-19-16,-22 8 2 16,22-4-4-16,-15-4-24 15,-7 3-16-15,0-6 21 16,-6-5 12-16,16 0-1 15,-16 0 5-15,6 0-9 0,0 0 11 16,6 0-3 0,4-5 6-16,-4-14-1 0,7-1 3 15,3-5-12-15,-10 1 20 16,16 1-10-16,-10-2 4 16,4 6-8-16,-9 2 3 15,-7 4 1-15,-6 13-4 16,0 0 14-16,0 0 5 15,0 0-11-15,0 21 53 16,0-1-24-16,0 13-10 16,0-10-23-16,0 10 0 0,0-2-7 15,-19 5 13-15,-3 5-15 16,-12-13 18-16,34-9-21 16,-12-14 10-16,12-5-8 15,0 0-65-15,0 0-77 16,0-5-2-16,0-18-50 15,0-1-231-15</inkml:trace>
  <inkml:trace contextRef="#ctx0" brushRef="#br0" timeOffset="141563.79">13860 4936 1073 0,'0'0'52'0,"0"0"13"0,0 0-13 0,0 0-52 0,0 0-26 15,0 0-2 1,109-15-18-16,-51-1-33 0,-11 3-169 16,-25 13-165-16</inkml:trace>
  <inkml:trace contextRef="#ctx0" brushRef="#br0" timeOffset="-142797.22">5640 13238 335 0,'0'0'64'0,"0"0"-59"0,0 0 49 0,0 0 11 16,0 0-30-16,0 0 26 16,0 0 5-16,0 0 32 15,0 0-5-15,0 0 3 16,0 0-49-16,0 0-39 16,0 0 46-16,0 0-32 15,0 0 30-15,0 0-26 0,0 0 15 16,0 0-14-16,0 0 4 15,0 0-20-15,0 0-9 16,0 0-1-16,0 0 3 16,34 0-7-16,19 0 6 15,21 0 24-15,7 0-20 16,6 0 11-16,-10 0-17 16,10 0 12-16,9 0-13 15,-9 5 2-15,-16-2-7 16,10 5-1-16,-19-8 5 15,-22 8-24-15,-15-8 14 16,-9 0-39-16,-16 0-27 0,0 0-86 16,0 0-203-1</inkml:trace>
  <inkml:trace contextRef="#ctx0" brushRef="#br0" timeOffset="-141647.68">5680 13282 164 0,'0'0'106'0,"0"0"-104"0,0 0 9 0,0 0 34 0,0 0-34 16,0 0 18-16,25 12 73 16,-15-12-17-16,-10 0-60 15,0 0 21-15,0 0-2 16,0 0-1-16,0 0 11 16,0 0-2-16,6 0-4 15,-6 0-17-15,0 0 6 16,0 0-25-16,0 0 16 15,6 0-22-15,0 0 21 16,0 0-21-16,10 0 24 0,2-4 13 16,-5-20-21-1,21-4 7-15,-6-12-18 0,18-8-4 16,-11-8 3 0,5 0-20-16,6-8 12 0,-5 4-6 15,-1 4-12-15,-3 7 4 16,-3 18 9-16,-12 6-6 15,-16 12 4-15,0 10 3 16,1-5-9-16,-7 4 17 16,6 0-12-16,-6 0 8 15,0-1-2-15,6 2 0 16,-6-2-11-16,9 2-2 16,-3-5 13-16,1 8-6 0,-7 0 17 15,0 0-8-15,0 0 7 16,0 0 11-16,0 0-21 15,0 0-12-15,6 0 10 16,6 0 2-16,4 24-7 16,2-1 17-16,4 10-14 15,-3 8 8-15,9 3 6 16,-4 12-9-16,4-1 13 16,0 1-5-16,-15-3 4 15,15 7-11-15,-10-16 3 16,-5 0-8-16,8-16 6 15,-15-11-6-15,1-1 2 16,5-13-2-16,-12 1-9 16,9 4 3-16,-9-8-24 0,0 0-122 15,0 0-123-15,0 0-182 16</inkml:trace>
  <inkml:trace contextRef="#ctx0" brushRef="#br0" timeOffset="-139199.96">6970 12858 60 0,'0'0'122'0,"0"0"-77"0,0 0 0 0,0 0 25 0,0 0 47 16,0 0-39-16,0 0-16 16,0 0-9-16,0 3-29 15,0-3-22-15,0 0-2 16,0 0 4-16,0 0-1 16,0 0-6-16,0 0 7 15,0 0 4-15,0 0 21 16,0 0 73-16,0 0-64 15,0 0 8-15,0 0-43 16,0 0-3-16,0 0 1 16,0 0 8-16,0 0 22 0,0 0-19 15,0 0 26-15,0 0-31 16,0 0 15 0,0 0-18-16,0 0 17 0,0 0-19 15,0 0 9-15,0 0 4 16,0 0 0-16,0 0 3 15,0 0-16-15,0 0 16 16,0 0-18-16,0 0 11 16,0 8-2-16,34 9 19 15,19 14 3-15,0-3-3 16,0 1-20-16,9-6-4 16,-28 2-8-16,-10-9 6 0,11 0-12 15,-29-4-9 1,6-12-19-16,4 0-69 0,-4 0-143 15,-6 0-64-15</inkml:trace>
  <inkml:trace contextRef="#ctx0" brushRef="#br0" timeOffset="-138166.18">6977 13354 192 0,'0'0'80'0,"0"0"66"0,0 0-55 0,0 0-57 0,0 0-32 16,0 0-4-16,0 5 1 0,0-5 1 15,0 8 1-15,0-4 27 16,0-1 36-16,0-3-22 16,0 0-14-16,0 0-25 15,0 0 7-15,0 0 25 16,0 0 4-16,0 0 11 16,0 0-8-16,0 0 7 15,0 0-25-15,0 0-10 16,0 0-7-16,0 0-14 15,0 0 14-15,0 0-5 16,0 0 8-16,0 0 11 0,21 0 7 16,4-20-11-16,22-3 49 15,27-14 2-15,-15-3-31 16,-3 12-36 0,-10 0-1-16,-5-4 2 0,-10 7-2 15,3 2 0-15,-13 7 0 16,4 4-6-16,-3 0-10 15,-10 0-22-15,-6 12-8 16,-6 0-5-16,0 0-40 16,0 8-81-16,-6 15-87 15</inkml:trace>
  <inkml:trace contextRef="#ctx0" brushRef="#br0" timeOffset="-137333.95">7879 13182 97 0,'0'0'180'0,"0"0"-33"0,0 0-52 16,0 0-58-16,0 0-2 15,0 0-20-15,0 25 25 16,0-14-17-16,0 1 1 15,0-4-3-15,0 0 15 16,0-8 11-16,28 8-18 0,-16-8 5 16,7 0 0-16,2 0 22 15,-8 0-27-15,15 0 4 16,0 0-16-16,-4 0 10 16,11-24-10-16,-8-8 12 15,-2-8-18-15,-3-4-5 16,-10-1-6-16,-12 6 6 15,0 6-15-15,0 5 19 16,0 4-20-16,0 4 17 16,-12 0-11-16,-16 9 4 15,-6 3-24-15,9 3 23 16,-3 5-16-16,0 0 16 0,-3 13-16 16,-3 30 15-16,-12 9-22 15,5 13-63-15,-5-1-137 16,24-16 73-16,10-12-86 15</inkml:trace>
  <inkml:trace contextRef="#ctx0" brushRef="#br0" timeOffset="-135369.95">8821 13050 333 0,'0'0'244'0,"0"0"-204"16,0 0 5-16,0 0-31 0,0 0-13 16,0 0 1-16,0-12 57 15,0 12 42-15,0 0-28 16,0 0 30-16,0 0-42 16,0 0-8-16,0 0-51 0,13 0 9 15,21 0 6-15,12 0 32 16,-11 0-25-16,11 0-10 15,1 0-14-15,-7 0 0 16,0 0-5-16,-6 0 8 16,0 0-8-16,-9 0-11 15,-3 0-11-15,-16 0-40 16,-6 0-26-16,0 0-165 16,0 0-72-16</inkml:trace>
  <inkml:trace contextRef="#ctx0" brushRef="#br0" timeOffset="-135147.89">8821 13050 570 0</inkml:trace>
  <inkml:trace contextRef="#ctx0" brushRef="#br0" timeOffset="-134986.96">8821 13050 570 0,'354'-149'43'0,"-354"149"-39"0,0 0 94 15,15 4 70-15,10 5-116 0,-3-6-36 16,-16 5-13-16,7 0-3 15,-7 0 3 1,-6 12 4-16,0 5-3 0,0 3 6 16,0 8-5-16,0-8-10 15,-6-4-4-15,-7-8-13 16,-15-4-73-16,28-4-50 16,0-8 28-16,0 0-186 15</inkml:trace>
  <inkml:trace contextRef="#ctx0" brushRef="#br0" timeOffset="-134170.07">9637 13198 76 0,'0'0'166'0,"0"0"-95"0,0 0 58 16,0 0-53-16,12 0-24 15,-12 0 12-15,16 0-24 0,-10 0 21 16,6-8 53-16,10-16 4 15,-9-1-59-15,5-6-26 16,10-5-24-16,0-8 12 16,-9 3-16-16,8-3-1 15,14 8-4-15,-23 8 1 16,4 5 3-16,-10 10-1 16,-12 5-6-16,0 4-4 15,0 4-4-15,0-4-41 16,0 4-17-16,0 0-52 15,0 0-12-15,0 0 37 16,0 0 14-16,0 0-17 16,0 0-49-16,0 0 97 15</inkml:trace>
  <inkml:trace contextRef="#ctx0" brushRef="#br0" timeOffset="-133870.78">9705 12784 528 0,'0'0'119'0,"0"0"-82"16,0 0 64 0,0 0-10-16,0 0-28 0,0 0 30 15,0 110-45-15,25-82-13 16,-10 0-17-16,16 3-15 15,-15 2-1-15,3-9 2 16,-7-1-8-16,-3-6 9 16,-3-1-11-16,13-8-34 15,-13 8-7-15,16-4-69 16,-10-9-64-16,-5 2 50 16,8-2-89-16,-9-3-106 15</inkml:trace>
  <inkml:trace contextRef="#ctx0" brushRef="#br0" timeOffset="-133221.56">10220 13302 252 0,'0'0'257'0,"0"0"-257"0,0 0 14 0,0 0 33 0,0 0-7 15,0 0-17-15,40-200 7 16,-34 192 5-16,-6 4 68 15,0 0 19-15,0-4-17 16,0-1-105-16,0-6-5 16,0 15-28-16,0 0 11 15,0 0 11-15,0 0-11 0,0 0 16 16,0 0-23 0,0 15-5-16,-21-6-25 0,14-1-96 15,1 0-20-15,0 0-180 16</inkml:trace>
  <inkml:trace contextRef="#ctx0" brushRef="#br0" timeOffset="-132354.85">10880 13138 584 0,'0'0'255'0,"0"0"-182"0,0 0 60 0,0 0-90 16,0 0-7-16,0 0-30 16,0 180-3-16,0-152 6 15,0-3-14-15,0-1 5 16,0-9-45-16,-6-2-134 16,0-13-192-16</inkml:trace>
  <inkml:trace contextRef="#ctx0" brushRef="#br0" timeOffset="-132070.15">10880 13138 206 0</inkml:trace>
  <inkml:trace contextRef="#ctx0" brushRef="#br0" timeOffset="-131888.3">10880 13138 206 0,'400'12'165'0,"-390"-12"-19"0,-10 0-52 0,6-9 84 16,6-6-55-16,16-9-23 16,-3-9-33-16,15-3-39 15,1-8 20-15,-1 5-29 16,-6-2 7-16,-9 10-24 15,-4 6 8-15,-2 5-10 16,-19 8-4-16,16 0-11 16,-16 4-46-16,0 0-28 0,0-1-104 15,0 9-71-15,0 0-173 16</inkml:trace>
  <inkml:trace contextRef="#ctx0" brushRef="#br0" timeOffset="-131622.86">11255 12757 529 0,'0'0'105'0,"0"0"-98"15,0 0 81-15,0 0 36 16,0 0-19-16,41 129-17 15,-16-98-42-15,9 2-43 16,-13-9 18-16,4 7-12 16,-12-6-18-16,21-1 7 15,0-4-13-15,-12-4-39 16,2-4-163-16,-2-4 2 16,-10 0-98-16</inkml:trace>
  <inkml:trace contextRef="#ctx0" brushRef="#br0" timeOffset="-130906.05">11863 13022 73 0,'0'0'500'0,"0"0"-494"0,0 0 8 0,0 0 48 0,0 0-54 0,0 0 19 16,93 0 33-16,-80 24 15 15,-4-1-12-15,-9 18 35 16,0-1-48-16,0 4-38 16,0-8-5-16,0 5-4 15,0-10 23-15,0-15-16 16,0 0-4-16,0-12 3 16,0 1-18-16,6-5 11 0,34 0-2 15,7 0 14-15,-7 0-2 16,1 0-4-16,-10 0 0 15,-4 0-16-15,1-9 7 16,-9 1-23-16,-13 0-91 16,-6 8-154-16,0 0-69 15</inkml:trace>
  <inkml:trace contextRef="#ctx0" brushRef="#br0" timeOffset="-123628">15327 13158 226 0,'0'0'330'0,"0"0"-288"0,0 0 19 0,0 0 14 0,0 0 18 15,0 0-49-15,0 0-3 16,0 0-10-16,0 0-19 15,0 0 32-15,0 0-17 0,0 0 18 16,0 0-22-16,0 0 10 16,0 0 1-16,0 0 15 15,0 0-27-15,0 0 1 16,0 0 10-16,0 0-21 16,0 0 13-16,0 0-14 15,0 0-3-15,0 0-3 16,6 0-8-16,34 0 10 15,19 8-1-15,16-8 3 16,-4 8-6-16,9-4-6 16,-5-4-1-16,-16 0-5 15,-10 0-26-15,-18 0 8 16,-15 0-35-16,-16 4-58 0,0-4-191 16,0 12-89-1</inkml:trace>
  <inkml:trace contextRef="#ctx0" brushRef="#br0" timeOffset="-122946.58">15317 13343 217 0,'0'0'150'0,"0"0"-118"15,0 0 65-15,0 0-45 0,0 0-17 0,0 0-7 16,28 0 46-16,-22 0 30 15,-6 0 51-15,7 0-71 16,2 0-54-16,-3 0-28 16,7-17 3-16,14-15 34 15,4-8-17-15,4-16 12 16,5-12-31-16,6-8 18 16,1 3-21-16,-1-3 0 15,-5 16-5-15,-7 16 5 16,-12 12 0-16,-10 16 3 15,-12 8-7-15,0 3 9 16,0 5-12-16,0 0 13 0,0 0-12 16,12 0 6-1,-12 0-12-15,7 0-3 16,-1 13 7-16,9 23 2 0,-9 12 12 16,1 1-9-16,-7 10 3 15,0-7-23-15,0 1-30 16,0-9 21-16,0 0-80 15,0-8-86-15,0-12-47 16</inkml:trace>
  <inkml:trace contextRef="#ctx0" brushRef="#br0" timeOffset="-122230.31">16356 13194 495 0,'0'0'81'0,"0"0"-40"0,0 0 30 0,0 0 17 16,0 0-47-16,0 0 10 15,0-12 50-15,0 12-44 16,0 0-12-16,0 0 12 15,0 0 26-15,0 0-67 0,0 0 3 16,25 0-14-16,9 0-2 16,-6-8 4-16,18 0-14 15,-15 8 7-15,-3 0-5 16,-6 0-21-16,-3 0-54 16,-13 0 17-16,0 0-149 15,-6-4-25-15,0-4-207 16</inkml:trace>
  <inkml:trace contextRef="#ctx0" brushRef="#br0" timeOffset="-122024.31">16356 13194 264 0</inkml:trace>
  <inkml:trace contextRef="#ctx0" brushRef="#br0" timeOffset="-121898.4">16356 13194 264 0,'12'-272'232'0,"1"272"-216"0,15 0 30 16,6 0 223-16,-3 0-170 0,-3 0-38 15,-10 0-17-15,10 0-38 16,6-5-12-16,1-3-37 16,-11 4-92-16,4-4-77 15,-9 5-189-15</inkml:trace>
  <inkml:trace contextRef="#ctx0" brushRef="#br0" timeOffset="-121314.04">17224 13114 240 0,'0'0'118'0,"0"0"-73"0,0 0 56 0,0 0-46 0,13 44-39 16,8-44 13-16,-2 0-12 15,9 0 45-15,-9 0 8 16,8 0 11-16,-2 0 7 15,3-25-16-15,6-11-23 16,0-11-28-16,-9-14 27 16,3-3-46-16,-22 0 4 15,-6 8-6-15,0 8-5 16,0 20-15-16,0 11 11 0,-34 9 6 16,0 8 6-1,-12 0 7-15,-1 5-7 0,1 39-3 16,5 8-22-16,7 4-11 15,15-8-55-15,7-7-205 16,12-5-262-16</inkml:trace>
  <inkml:trace contextRef="#ctx0" brushRef="#br0" timeOffset="-120314.18">18074 13102 323 0,'0'0'266'0,"0"0"-229"0,0 0 31 0,0 0 77 16,0 0-69-16,0 0 22 16,40 96-62-16,-40-68 12 15,0 0-15-15,0 5 2 16,0-10-35-16,0 10-3 15,0-9-36-15,-9-9-193 16,-22-7-291-16</inkml:trace>
  <inkml:trace contextRef="#ctx0" brushRef="#br0" timeOffset="-119000.34">18151 13138 174 0,'0'0'44'0,"0"0"-22"0,0 0-11 0,0 0 90 0,0 0-27 16,0 0 24-16,0 0-58 15,0 0-13-15,0 0 46 16,0 0 5-16,0 0 23 15,0 0-22-15,0-5 28 16,0 5-72-16,0 0 5 16,0 0-24-16,0 0 25 15,0 0-11-15,0 0 27 16,0 0-34-16,0 0-6 16,0 0 5-16,0 0-21 0,0 0 13 15,10 0-10-15,8 0-8 16,16 0-3-16,1-3 7 15,5-1 1-15,6 4 1 16,-15 0-2-16,25-8-8 16,-16 8 3-16,-9-4-32 15,10-8 22-15,-13 12-90 16,-10-5 23-16,-2 2-109 16,-4 3-101-16,-12 0-140 15</inkml:trace>
  <inkml:trace contextRef="#ctx0" brushRef="#br0" timeOffset="-118812.22">18151 13138 312 0</inkml:trace>
  <inkml:trace contextRef="#ctx0" brushRef="#br0" timeOffset="-118632.07">18151 13138 312 0,'403'-208'290'0,"-403"208"-207"0,0 0 85 0,0 0 49 16,0 0-199-16,7-5 22 16,21 5-24-16,-10 0 26 0,4 0-32 15,-4 0 0-15,-5 0 0 16,-7 0-17-16,3 8 8 15,-2 9-2-15,-7 7 1 16,0 7-4-16,0-6 0 16,0-1-45-16,0 0 32 15,0 0-38-15,0-8-47 16,-16-8-87-16,16-8-28 16,0 0-268-16</inkml:trace>
  <inkml:trace contextRef="#ctx0" brushRef="#br0" timeOffset="-118049.8">18967 13166 68 0,'0'0'209'0,"0"0"-131"0,0 0 38 0,0 0-48 0,9 0-45 15,-9 0-22-15,0 0 22 16,0 0 60-16,0 0 58 15,0 0 38-15,0 0-60 16,13 0-80-16,-7 0 6 0,22-4-13 16,3-25-1-1,18-7-4-15,-2-7-21 0,12 3 3 16,0-5 2-16,3 6-20 16,-22 3 18-16,0 7-18 15,-6 5-1-15,-21 12-10 16,-7 4-61-16,-6 4-43 15,0 4-71-15,0 0-96 16,0 0-252-16</inkml:trace>
  <inkml:trace contextRef="#ctx0" brushRef="#br0" timeOffset="-117783.89">19116 12873 678 0,'0'0'82'0,"0"0"-23"15,0 0 6-15,0 0-30 16,0 0 25-16,0 0 19 16,52 96-25-16,-24-76 3 15,6 5-14-15,-9-1-35 0,3-1-8 16,-9-6-12-1,-4 7 5-15,10 4-40 0,-3-4 33 16,-16-4-54-16,13-4-16 16,2-8-112-1,-8-8-42-15,8 0-208 16</inkml:trace>
  <inkml:trace contextRef="#ctx0" brushRef="#br0" timeOffset="-117315.97">19711 13302 218 0,'0'0'277'0,"0"0"-194"0,0 0 11 0,0 0-29 0,0 0 75 15,0 0-39-15,19-120-31 16,-13 92-38-16,9 0-4 0,-8 4-4 16,-1 8-8-16,-6 4 2 15,0-1-12-15,0 6 4 16,0-9-3-16,0 11-14 16,0 5 1-16,0 0 2 15,-13 0-36-15,-8 0 25 16,8 0 14-16,-8 13-51 15,2 2-44-15,7 2-151 16,-4-1-4-16</inkml:trace>
  <inkml:trace contextRef="#ctx0" brushRef="#br0" timeOffset="-116602.93">20105 13182 158 0,'0'0'418'0,"0"0"-295"0,0 0 21 0,0 0 27 16,0 0-107-16,0 0-4 15,80 0 11-15,-45 0-10 16,2-4-45-16,-9 0-2 16,0-4-14-16,-4 4 3 0,4-4-6 15,0 4-3-15,-9-5 0 16,9 6-39-16,-16-2-34 16,-6 2-17-16,0 3-91 15,-6 0-88-15,0 0-160 16</inkml:trace>
  <inkml:trace contextRef="#ctx0" brushRef="#br0" timeOffset="-116307.93">20105 13182 365 0</inkml:trace>
  <inkml:trace contextRef="#ctx0" brushRef="#br0" timeOffset="-116202.02">20105 13182 365 0,'-134'-136'178'0,"134"136"-96"0,7-8-3 0,33 8 174 0,-6 0-152 15,6 0-21-15,7-5-24 16,-7 5 2-16,-9 0-54 16,-3 0 3-16,12-3 0 15,-5-2-14-15,-1 2-4 16,-10-5-56-16,4-1-16 15,-9 1-112-15,-13 0-123 16</inkml:trace>
  <inkml:trace contextRef="#ctx0" brushRef="#br0" timeOffset="-115501.75">20812 13182 391 0,'0'0'199'0,"0"0"-97"0,0 0 37 0,0 0-10 0,0 0-87 0,0 0 9 16,0 0-7-16,15-16-4 16,10-9 15-16,9 2-14 15,6-17-10-15,13-8-19 16,15-8 7-16,-15 15-13 15,-6 2-11-15,-13 6 5 0,-16 13 0 16,-8 8-7-16,-4 4-14 16,-6 8-12-16,0 0-68 15,0 0-11-15,0 0-92 16,0 0 2-16,0 0-214 16</inkml:trace>
  <inkml:trace contextRef="#ctx0" brushRef="#br0" timeOffset="-115220.66">20787 12905 503 0,'0'0'179'0,"0"0"-69"0,0 0-1 15,0 0-27-15,0 0-26 16,0 0-3-16,105 133-23 16,-71-102 2-16,13-6-26 15,-7-1 4-15,-6-1-10 16,1-2-10-16,-11-1-24 16,4-4-25-16,-9-7-49 15,-4 2-67-15,4-3 2 16,-7-8-134-16</inkml:trace>
  <inkml:trace contextRef="#ctx0" brushRef="#br0" timeOffset="-114652.99">21249 13114 552 0,'0'0'76'0,"0"0"-14"0,0 0 47 0,0 0-56 15,0 0 48-15,0 0-29 16,105 0-21-16,-83 4-50 15,-10 19 13-15,-5 14-10 0,-1 3-4 16,-6-12 0-16,0 8-6 16,0-8 0-16,0 5 4 15,0-9-1-15,0-9 6 16,0 1 19-16,6-11-19 16,16-5-6-16,12 0 4 15,3 0-1-15,3 0 24 16,7 0-21-16,3 0 1 15,-4 0-1-15,-6 0 1 16,7 0 4-16,-16 0-16 16,3 0 2-16,0 0-60 15,-6 0-116-15,-22 0-150 16</inkml:trace>
  <inkml:trace contextRef="#ctx0" brushRef="#br0" timeOffset="-112422.14">25491 13619 383 0,'0'0'159'0,"0"0"-90"0,0 0-3 0,0 0 12 16,0 0 17-16,0 0 15 15,0 0-50 1,0 0-17-16,0 0-4 0,0 0-8 16,0 0-18-16,0 0-11 15,0 0 29-15,0 0-18 16,0 0 15-16,0 0-28 15,0 0 17-15,0 0-12 16,0 0 10-16,15 0 1 0,10 0 7 16,22 0 7-1,8 0-25-15,10 0 14 0,10 0-15 16,5-12 8-16,7 0-8 16,-22 0-3-16,4 0-1 15,-23 5-5-15,-6-2-4 16,-5 5-13-16,-17 0 2 15,-12 4-32-15,10-4-43 16,-16-8-71-16,0 0-170 16,0-9-154-16</inkml:trace>
  <inkml:trace contextRef="#ctx0" brushRef="#br0" timeOffset="-111855.84">25640 13571 226 0,'0'0'215'0,"0"0"-193"0,0 0 59 0,0 0-46 15,0 0 24-15,0 0 39 16,86 0 71-16,-67-16-67 16,21-8-46-16,-6-9 7 15,13-11-9-15,-7-7-33 16,0-9-21-16,-5-1 10 16,11 1-9-16,-12 0-2 15,7 8-13-15,5 8 5 0,-34 16-10 16,7 20-8-1,-10 8 8-15,-9 0 15 0,0 0 3 16,7 36 1-16,5 8 2 16,0 8 0-16,16-7 0 15,-15 2 3-15,-7-7-10 16,9 0-4-16,-8 0-35 16,-7-7-69-16,0-9-46 15,0-12-44-15,0-12-260 16</inkml:trace>
  <inkml:trace contextRef="#ctx0" brushRef="#br0" timeOffset="-111223.94">26883 13246 451 0,'0'0'192'0,"0"0"-115"0,0 0 25 0,0 0 24 16,0 0-25-16,0 0-52 15,133-56 7-15,-99 32-41 16,-3-1 4-16,3 2-18 16,1 7-1-16,-1-8-17 15,0 12-6-15,-22-4 6 16,16 4-20-16,-16 7 11 16,-12 5-29-16,0 0-22 15,0 0-80-15,0 0 5 0,0 0 2 16,0 0-199-16</inkml:trace>
  <inkml:trace contextRef="#ctx0" brushRef="#br0" timeOffset="-111053.29">26883 13246 262 0</inkml:trace>
  <inkml:trace contextRef="#ctx0" brushRef="#br0" timeOffset="-110857.13">26883 13246 262 0,'174'-84'149'0,"-174"84"-45"0,0 4-32 0,0-4 16 16,0 0-4-16,0 0-7 16,0 0 36-16,0 0-16 15,0 8-45-15,0 0-25 16,0 17-26-16,0-2 79 15,34 9-38-15,18 0-17 16,-5 0-20-16,-7 1-4 16,0-2-1-16,-5-3 0 15,-11-3 0-15,-8-9-10 16,3-4-2-16,-7-12-74 16,3 0-83-16,-2 0-202 0,-13-12-158 15</inkml:trace>
  <inkml:trace contextRef="#ctx0" brushRef="#br0" timeOffset="-110390.33">27705 13374 323 0,'0'0'58'0,"0"0"56"0,0 0-26 0,0 0-11 0,0 0 9 16,207-72 18-16,-166 32 15 16,-1 0-76-16,-15-16-25 15,3 8-13-15,-16 8-9 0,-12 0 4 16,0 16-35-16,0 12 13 15,-19 12-2-15,-33 0 9 16,-4 0-22-16,-3 28-89 16,-3 11 104-16,31-6 13 15,-3 6-10-15,21-14-57 16,4-9-91-16</inkml:trace>
  <inkml:trace contextRef="#ctx0" brushRef="#br0" timeOffset="-109506.97">28746 13266 452 0,'0'0'273'0,"0"0"-226"0,0 0 58 0,0 0 16 0,0 0-88 16,0 0 23-16,93 0-9 15,-65 0 14-15,0 0-27 16,-3 0-6-16,3 0-28 15,0 0 0-15,-10 0-3 16,10 0-10-16,-3 0-34 16,3 0-17-16,0 0-42 0,-3-4-73 15,3-4 37-15,-10 0-52 16,-2 0-228-16</inkml:trace>
  <inkml:trace contextRef="#ctx0" brushRef="#br0" timeOffset="-109374.38">28746 13266 380 0</inkml:trace>
  <inkml:trace contextRef="#ctx0" brushRef="#br0" timeOffset="-109174.64">28746 13266 380 0,'341'-136'190'0,"-341"136"-125"0,0 0-2 0,22 0 132 16,3 0-143-16,-3 0-11 16,-16 0-28-16,6 0-5 15,-5 0-9-15,-7 0 1 16,9 8-11-16,-9 4 11 16,0 4 0-16,0 0 21 15,0 9-13-15,0-2 6 16,0 1-11-16,0-7-6 15,0 2-11-15,0-7-4 16,0-7-52-16,0-5-100 0,0 0-27 16,0 0-264-1</inkml:trace>
  <inkml:trace contextRef="#ctx0" brushRef="#br0" timeOffset="-108009.92">29838 12886 475 0,'0'0'136'0,"0"0"-107"0,0 0-1 0,0 0-28 15,25 0 4-15,-10 0-4 16,-2 0 31-16,5 0 26 15,10 0 26-15,6 11 33 16,13-7-40-16,12 4-56 16,9-3 5-16,6-2-19 0,-2-3 3 15,-4 0-2-15,-9 0-6 16,-13 0 4-16,1 0-5 16,-19 0 0-16,-10 0 1 15,-2 0-1-15,-10 0-17 16,-6 0 12-16,0 0-11 15,0 0 16-15,0 0 1 16,0 0-1-16,0 0-1 16,-22 13 1-16,-9 7-2 15,3 16 5-15,0 3-13 16,-3 2 20-16,10-5-2 16,8 3 1-16,1 2 0 0,3-5-7 15,-4-8 0-15,7 8-1 16,0 0 0-1,0 0 1-15,-10-3-1 0,10-5 17 16,6-9-12-16,0-6 0 16,0-6-3-1,0-7 10-15,0 5-11 0,-6-5 2 16,6 0 1-16,-7 0-4 16,-14 0 22-16,2 8-7 15,-21 0 16-15,-13 4-31 16,-9-1 22-16,3 6-3 15,-9-1-1-15,15-4-8 16,7-4-5-16,5 0-6 16,14-8 2-16,8 5-6 0,7-5-17 15,5 0-11-15,7 0-81 16,0 0-271-16,0-13-198 16</inkml:trace>
  <inkml:trace contextRef="#ctx0" brushRef="#br0" timeOffset="-107493.75">30018 13246 462 0,'0'0'264'0,"0"0"-137"0,0 0 14 0,0 0-95 15,0 0-34-15,0 0-11 16,99-3 63-16,-71 3-25 15,6 0 41-15,-9 0-56 16,3 0-18-16,6 0-6 16,-3 0-5-16,9 0-8 15,0 0-52-15,-12-5-2 16,13-3-56-16,-23 8-71 0,-2-8 13 16,-4 0-19-1</inkml:trace>
  <inkml:trace contextRef="#ctx0" brushRef="#br0" timeOffset="-106993.84">29736 13772 355 0,'0'0'117'0,"0"0"-115"0,0 0 47 0,0 0-37 0,0 0 36 16,0 0 29-1,0 0-3-15,133-161-17 16,-65 105 81-16,13-16-18 0,18-16-60 15,3-17-6-15,10-7-9 16,3 3-22-16,-10 9-22 16,-12 9-2-16,-19 14-49 15,-12 21-48-15,-15 20-152 16,-22 20 10-16,-10 16 80 16,-15 0-131-16</inkml:trace>
  <inkml:trace contextRef="#ctx0" brushRef="#br0" timeOffset="-106260.05">30886 13467 13 0,'0'0'600'0,"0"0"-487"0,0 0 7 0,0 0-37 16,0 0-16-16,0 0-25 0,99-44 55 16,-49 11-16-1,-13 2-28-15,3-2-17 0,-6 1-21 16,7 9-12-16,-13 6 7 15,-4 1-18-15,-8 4 9 16,-4 4-2-16,-6 4-20 16,-6-3 0-16,0 7-8 15,0-5-39-15,0-3-24 16,0-4-95-16,0 4-124 16</inkml:trace>
  <inkml:trace contextRef="#ctx0" brushRef="#br0" timeOffset="-106011.54">31047 13130 633 0,'0'0'53'0,"0"0"-28"15,0 0 75-15,0 0-43 16,0 0 22-16,0 0-8 15,47 141-25-15,-19-105-23 16,-10-5-17-16,-5-7-6 16,2-4-21-16,4-4-40 15,-7-4-149-15,10-4 21 16,-16-3-154-16</inkml:trace>
  <inkml:trace contextRef="#ctx0" brushRef="#br0" timeOffset="-105560.23">31453 13534 374 0,'0'0'140'0,"0"0"-84"0,0 0 1 0,0 0-20 0,0 0-37 16,0 0 20-16,81-160 2 15,-75 137 56-15,-6 3-20 16,16-1-3-16,-16 5-43 16,0 16-4-16,0-7-8 0,0 2 0 15,0 5-8 1,0 0-100-16,-16 0-9 0,-2 0 76 15,-10 5 33-15,3 18-49 16,-16 10-247 0</inkml:trace>
  <inkml:trace contextRef="#ctx0" brushRef="#br0" timeOffset="-105232">31453 13534 527 0</inkml:trace>
  <inkml:trace contextRef="#ctx0" brushRef="#br0" timeOffset="-105178.72">31453 13534 527 0,'444'-103'279'0,"-444"131"-251"0,0 11 97 0,0-3-60 0,0-6-67 0,0-7-5 15,0-7-63-15,-10-4-35 16,-2-12-22-16,6 0-63 16</inkml:trace>
  <inkml:trace contextRef="#ctx0" brushRef="#br0" timeOffset="-104745.96">32002 13431 335 0,'0'0'166'0,"0"0"-85"16,0 0 43-16,0 0-4 15,87-21-9-15,-65 14-18 16,2-9-64-16,4-9 40 0,13-6-34 15,-1-6 13-15,-9 14-46 16,3-2-2-16,-6 5-15 16,-9 8-21-16,-4 5-9 15,-9-2-34-15,1 9-2 16,-7-8-57-16,0 0 10 16,0-8-96-16</inkml:trace>
  <inkml:trace contextRef="#ctx0" brushRef="#br0" timeOffset="-104428.88">32135 13022 400 0,'0'0'294'16,"0"0"-254"-16,0 0 48 16,0 0-61-16,0 0 15 15,0 0 22-15,0 119 27 16,7-86-40-16,8-5-15 16,-2 0-23-16,14-4-13 0,-8 1 0 15,-7-10-13-15,10 9-16 16,-9-8-62-1,-7 1-78-15,9-1-11 0,-9-9 17 16,7-2-252-16</inkml:trace>
  <inkml:trace contextRef="#ctx0" brushRef="#br0" timeOffset="-103963.54">32504 13290 296 0,'0'0'269'0,"0"0"-153"16,0 0 39-16,0 0-66 15,0 0-28-15,0 0-44 16,59 0 19-16,-37 0-32 16,-10 0-1-16,-5 4-3 0,-7 33-2 15,0 6 1-15,0 6 2 16,0-1-2-16,0-12 9 15,0-12-13-15,0-12 5 16,0-8-2-16,0-4 2 16,0 0 0-16,0 0-1 15,12 0 1-15,22 0 13 16,-6 0-9-16,6 0 2 16,-9 0-4-16,-3 0-4 15,2 0-5-15,-2 0-63 16,-3 0-126-16,3 0-18 15,-16 0-234-15</inkml:trace>
  <inkml:trace contextRef="#ctx0" brushRef="#br0" timeOffset="-84596.16">5808 14751 250 0,'0'0'281'0,"0"0"-258"0,0 0-16 15,0 0 3-15,0 0 1 0,0 0 33 16,0 0-8-16,0 0 31 15,18-8-3-15,-18 8 3 16,0 0 21-16,0 0-24 16,0 0-14-16,0 0-26 15,0 0 17-15,0 0-24 16,0 0-13-16,0 0 11 16,6 0-15-16,-6 8 6 15,0 15-2-15,0 10 9 16,16-2-8-16,-16 10 16 15,12 6-17-15,-6-6 11 16,-6 18-14-16,0 2-1 16,0 3 1-16,0 4 3 15,0 1-6-15,0-2 12 0,0-2-20 16,0-1 24-16,0 4-24 16,0-8 14-16,0-4-4 15,0-4 0-15,0-7 0 16,0-5-4-16,7 5 8 15,2-1-9-15,-9 12 18 16,0 4-19-16,12 7 13 16,-12 6 5-16,0-5-11 15,13 8 1-15,-13-8-2 16,0 4 0-16,0-3-9 16,0-2 18-16,0-1-18 0,12-7 19 15,-2-2-15 1,2-6 10-16,-12 9-8 0,12 4 3 15,4 5-1-15,-16 8 0 16,0-5-3-16,0 3 2 16,0 10 4-16,0-4-4 15,0-6 4-15,0-3-2 16,0-3 0-16,0-13 2 16,0-4-4-16,0-4 4 15,0-4-8-15,0 5 15 16,0-5-18-16,0 3 21 15,0 1-22-15,0 4 10 16,0 1 0-16,0 3 0 16,0 4 4-16,0 1-8 0,0 2 8 15,0-2-16-15,-16-13 17 16,4-4-10-16,12-24 0 16,-12-8-30-16,12-12-67 15,0 0-159-15,0-40-169 16</inkml:trace>
  <inkml:trace contextRef="#ctx0" brushRef="#br0" timeOffset="-83463.06">4980 17165 280 0,'0'0'153'0,"0"0"-141"0,0 0-11 0,0 0 55 15,0 0-22-15,0 0-32 16,0-36 25-16,0 36 21 15,0-5 20-15,0 5 46 16,0 0-15-16,0 0-14 16,0 0-42-16,0 0 13 0,0 0-18 15,0 0 6-15,0 0-19 16,0 0-14-16,0 0-3 16,37 0-8-16,37 0 38 15,13 0-10-15,34 0-3 16,12 0-23-16,7 0 5 15,15 0-4-15,0 0 3 16,9 0 1-16,-2 0-5 16,-7 0-2-16,-10 0 0 15,-11 5 5-15,14 6-1 16,-20 5 23-16,5-4-25 16,6 1 6-16,1-5-3 15,21-1-1-15,19 1-2 0,-6-8-2 16,21 5 0-16,-15-2-4 15,-19-3 2-15,-15 8 4 16,9-3-8-16,-16-1 16 16,1 0-10-16,3 0 5 15,-4-1-1-15,7 2 3 16,3-2 3-16,-10 2-5 16,-5-2-2-16,14-3 11 15,-8 0-12-15,-7 0 9 16,1 0-5-16,-13 0-8 15,12 0 8-15,-12 0-6 16,-10 0 1-16,-14 0-1 0,-11 0 1 16,-27 0 2-16,-12 5-1 15,-13-1 7-15,-9 0-18 16,-4-4 5 0,-8 4-11-16,-7-4-19 0,-6 0 17 15,15 0-9-15,-15 0-36 16,0 0-90-16,0-28-402 15</inkml:trace>
  <inkml:trace contextRef="#ctx0" brushRef="#br0" timeOffset="-82165.22">16294 14666 794 0,'0'0'173'0,"0"0"-172"0,0 0 9 0,0 0 27 0,0 0-29 0,0 0 18 15,-25 92-21-15,25-43 7 16,31 11-6-16,-9 12 34 16,3 15 27-16,-4 6-29 15,-14 7 1-15,-1-8-18 16,0 1 13-16,-6-4-26 15,22 6 6-15,-16 1-11 0,6 13-3 16,4-1 1 0,-16-7-1-16,12 7 1 0,7-12 7 15,-10 0-6-15,-3 0 5 16,-6-4 4-16,0 1-8 16,0-4 0-16,0-1-3 15,0 4 0-15,0 4-2 16,0 4 6-16,0 5-11 15,0-5 15-15,0 0-18 16,0 0 10-16,7 0-7 16,-7-7 3-16,0-5 2 15,0-7 2-15,0-9-2 16,0 0 0-16,0-5 0 16,0-6-7-16,0 3 9 15,6 8-7-15,-6-4 12 16,0-4-9-16,0-11 4 0,0-17-1 15,0-20-6-15,0-16-29 16,0 0-34-16,0-4-181 16,0-36-179-16</inkml:trace>
  <inkml:trace contextRef="#ctx0" brushRef="#br0" timeOffset="-80915.05">15392 16984 236 0,'0'0'223'0,"0"0"-121"0,0 0 16 16,0 0 1-16,0 0-76 16,0 0-4-16,-25 0 0 15,25 0 28-15,0 0-18 16,0 0-4-16,0 0 0 15,0 0-8-15,0 0-26 0,31 0 14 16,31 12 10-16,19 4-27 16,18-4 11-16,0 1-10 15,16-6-15-15,-10-3 9 16,10 4-3-16,0-4 3 16,-10 9-2-16,4-2 5 15,-10-3-2-15,0 4 17 16,3-4-15-16,16 0 16 15,-9 1-19-15,12-6 0 16,-10-3-3-16,4 0 5 0,12 0 4 16,6 0-8-16,7 0 2 15,3 0 3-15,-4 0 4 16,-6 0-8-16,-5 0 9 16,-7 5-3-1,-22 6-8-15,9-3 0 0,-9 4 0 16,1-12 9-16,8 0-6 15,4 0 17-15,3 0-16 16,6 0 13-16,-7 0-14 16,13 0 2-16,-15 0-3 15,15 0-1-15,-12 0 2 16,-10 0 1-16,-12 0-2 16,10 0 4-16,-23 13-11 15,-2-5 16-15,2 4-6 16,-5-1-3-16,5-3 11 0,1 9-6 15,0-6 3-15,-1 2-4 16,-2-5 4-16,-4-1-15 16,1 1 16-16,-1 5-20 15,-9-5 16-15,-3 7-7 16,-3-2 0-16,-6-1 0 16,-1-1-3-16,-2 2 6 15,-3-5-5-15,-16 1 9 16,3-3-14-16,-13-6 14 15,-14 0-16-15,-7 0-8 16,0 0-24-16,0 0 0 16,0 0-28-16,0-6-52 0,-7-7-360 15</inkml:trace>
  <inkml:trace contextRef="#ctx0" brushRef="#br0" timeOffset="-79001.25">26356 14618 392 0,'0'0'187'0,"0"0"-138"0,0 0 33 0,0 0 17 15,0 0-31-15,0 0 31 16,0 0-33-16,0 0-5 0,0 0-28 16,0 0 35-1,0 0-43-15,0 15-4 0,0 34-12 16,0 12-7-16,0 6 22 15,0 2-22-15,0 3 21 16,0 3-22-16,0 6 16 16,0 7-14-16,12 0 11 15,1 5-8-15,8 3 1 16,-2 5-4-16,9 2 0 16,-3 2 10-16,-4 3-10 15,-14 5-4-15,-1 3 11 16,-6 0-16-16,0-4 13 0,0 1-8 15,0-9 1 1,0-4 0-16,0-8-2 0,0-3 10 16,0-6-15-16,0 2 17 15,0 4-15-15,21-6 8 16,-14 2-6-16,-1-5 3 16,-6-4 0-16,0-12-1 15,0-7 4 1,0-9-9-16,0-9 12 0,0-3-13 15,0 5-3-15,0 3 9 16,0 12-25-16,0 8 11 16,0-4-6-16,0-7-9 15,0-21 2-15,0-17-36 16,0-15-29-16,0 0-80 16,0 0-85-16,0-8-109 0</inkml:trace>
  <inkml:trace contextRef="#ctx0" brushRef="#br0" timeOffset="-77902.26">25853 16827 295 0,'0'0'246'0,"0"0"-214"0,0 0 29 0,0 0-9 0,0 0 20 16,0 0 11-16,0-8-8 16,0 8 17-16,0 0-47 15,0-3 13-15,0-2-22 16,19 2 45-16,37-2-56 16,31 1 11-16,18 1-6 15,35-2-3-15,15-6-15 16,25 3-7-16,15-4 8 15,3 4-11-15,4 3-1 0,-10 5 7 16,-3 0-14-16,-9 0 16 16,22 0-8-16,-4 0-1 15,4 0-2-15,-7 0 1 16,-3 16 0-16,-12 9-3 16,3 3 7-16,-9 3-15 15,-10-2 22-15,-3-6-20 16,0-10 20-16,1-9-17 15,-10-1 7-15,3-3-1 0,-10 8 0 16,-2-3 4-16,-3 3-11 16,-1 8 14-16,1-4-13 15,2 0 20-15,-2-4-21 16,-7-3 13-16,-6-2-8 16,0-3 2-16,-21 3 0 15,-10-3-2-15,-25 0 5 16,-9 5-9-16,-15 7 14 15,-1 1-16-15,-18-2 13 16,-9-7-10-16,-7-4-12 16,-12 0-28-16,0 0-57 15,0 0-244-15,-25-4-390 16</inkml:trace>
  <inkml:trace contextRef="#ctx0" brushRef="#br0" timeOffset="-67710.69">5299 15344 495 0,'0'0'60'0,"0"0"-51"0,0 0-1 0,0 0-5 15,0 0-3-15,0 0 19 16,0 0 18-16,0 0 31 15,0 0 11-15,0 0 12 16,0 0-56-16,0 0-23 16,0 0-9-16,0 0-3 15,0 0 27-15,6 0-22 16,-6 0-5-16,0 0 11 16,0 0 4-16,0 3 9 15,13 5 8-15,-13-3-23 0,15 7 4 16,-2-8-4-1,-13 8-2-15,12 0 4 0,-3 4-10 16,4 8 34-16,-1 4-3 16,0-3 51-16,4-2-63 15,-4 9-5-15,10-7-7 16,-10-5-5-16,7-9-3 16,-3 5-1-16,-4 1-5 15,7-1 12-15,2-1-14 16,-2 14 20-16,9-6-7 15,-10-3 1-15,10 5 5 16,0-9 0-16,-3 8-10 16,3 4 1-16,6 0 2 0,-9 8 15 15,15-3-14 1,-18-5-4-16,12 0 8 0,-9-4-12 16,-3-9 7-16,18 10-4 15,-22-9 1-15,10 8 2 16,13 4-1-16,-17 4 6 15,11 4 10-15,-8-4-14 16,4-7 6-16,-3 6-10 16,0-7 0-16,-9-4 4 15,9 8-1-15,-10-4-3 16,16 12 8-16,-6 1 0 16,3-10 1-16,-3 1-12 15,0-3 11-15,-3-5-13 0,-3 0 7 16,-4 0-2-1,16 0 0-15,-15 0 0 16,-3 1 0-16,8-2 7 0,-14 5 6 16,14-3-10-16,4-6 2 15,-9 1 0-15,9 0-7 16,-10 4 2-16,10 1 0 16,0-1-1-16,-9-4 7 15,9 4-12-15,-3-4 14 16,3-1-14-16,-10 6 16 15,10-9-15-15,-9 4 11 0,9 0-6 16,-7-1 0 0,4 6 2-16,9-1-5 15,6 0 12-15,-5 0-14 0,-4 1 17 16,18-6-20-16,-24 1 13 16,15 0-7-16,7-4 2 15,-7 9 0-15,13-6 1 16,-19 1 5-16,6 4-12 15,1 1 14-15,-14-5-14 16,-2-1 16-16,-3-2-16 16,-3-5 11-16,2-1-7 15,-2 1 2-15,-7 0 0 16,10 1-4-16,-10 3 10 16,16 4-10-16,-3 0 14 15,-3 0-11-15,12 4 10 0,-9-4-11 16,9 4 2-1,-6-7 0-15,-3-2 0 0,2 1 1 16,1 1-4-16,-15-6 13 16,5-3-13-16,4 5 10 15,-3 2-8-15,9-3 4 16,-1 0-3-16,4 1 0 16,-3 2 0-16,-9-3-5 15,9 4 14-15,0-4-19 16,-10-3 24-16,10-2-23 15,-9 5 16-15,3 1-12 16,-10-5 6-16,16 0-1 16,-9-1 0-16,-7 2 2 15,16 3-5-15,0-5 8 0,-3 2-8 16,2-5 13-16,-8 0-16 16,9 0 10-16,0 0-4 15,-10 0 0-15,4 0 1 16,-3 0-5-16,-1 0 12 15,4 0-16-15,12 0 19 16,-3 0-15-16,-3 0 8 16,12 0-5-16,-5-13 1 15,-1 2-3-15,6-6 2 16,-3 6 1-16,-3-9 0 16,7 4 9-16,-7 3-15 15,6 1 18-15,-6 4-20 16,-9-3 12-16,9-6-7 0,0 1 3 15,0 0 0-15,-3 1-3 16,-3-2 10-16,0 4-16 16,3-2 22-16,3-1-22 15,-6-4 18-15,12 4-15 16,1-4 6-16,-10-1 0 16,3 2-1-16,-12-1 2 15,18 0-8-15,-9 4 11 16,-9-1-13-16,18-2 18 15,-15-1-17-15,3-4 9 16,-1-1-2-16,-2 1-1 16,9 0 2-16,-6 5-3 15,-3 2 10-15,3 1-15 0,-9-4 19 16,8-1-21-16,1 2 18 16,-3-6-9-16,3 5 1 15,6 1-3-15,-9-1 3 16,-3 0 0-16,3-1-2 15,-4-2 9-15,7 7-17 16,-9-1 17-16,-1-2-14 16,4 2-1-16,-10 1 8 15,-5 4 0-15,14 0 0 16,-14 5-9-16,5-6 18 16,3 1-18-16,-2 1 21 15,5-6-22-15,-8 1 19 0,8-4-13 16,4-1 6-16,-9-2-2 15,21-5 0-15,-16 7 1 16,-5 2-6-16,15-1 13 16,-10 0-13-16,-9-1 14 15,16 1-17-15,-9 4 13 16,-16 4-10-16,12 1 4 16,-6-2 1-16,1 1-4 15,14 1 16-15,-15-6-24 16,7 9 24-16,-1-8-19 15,4 0 7-15,-4-7-1 16,1-2-1-16,14 9 1 16,-8-12 1-16,3 8-4 15,-4-4-6-15,-2 16 20 0,-4-4-20 16,7-1 11-16,-4-2-7 16,4-1-34-16,3 3 2 15,-16 6 3-15,-6-1-26 16,0 3-64-16,0 5-266 15</inkml:trace>
  <inkml:trace contextRef="#ctx0" brushRef="#br0" timeOffset="-66028.25">7445 17245 58 0,'0'0'121'0,"0"0"14"0,0 0 42 0,0 0-131 0,0 0-36 15,0 0-10-15,-13 16-11 16,13-16-18-16,0 0-17 16,0 0 46-16,0 0 17 15,0 0 52-15,-6 0-47 0,6 0 7 16,0 0-29-16,0 0-11 15,0 0 10-15,0 0-17 16,0 0 16-16,0 0-6 16,0 0 4-16,0 0 8 15,0 0 3-15,0 0 18 16,0 0-2-16,0 0-23 16,0 0-9-16,0 0 7 15,0 0 0-15,0 0-9 16,0 0 22-16,0 4 11 15,0-4 17-15,0 4 20 16,0-4-35-16,0 0 7 16,0 0-14-16,0 0-2 15,0 0 34-15,0 4-24 16,0-4 40-16,0 3-17 0,0-3 14 16,0 5-50-16,0-2 26 15,0-3-22-15,0 0-14 16,0 0 15-16,0 5-9 15,-9-2 18-15,9 2-22 16,0-5 41-16,0 0-40 16,0 0 26-16,0 0-21 15,0 0 5-15,0-8 9 16,-6-20-16-16,-1-13-2 16,7-6-1-16,0-2-10 0,0-2 8 15,0-2-9 1,0 5-7-16,-18 12-11 15,-4 8-6-15,10 16 10 16,-4 12 16-16,16 0-24 0,0 0 21 16,0 0-32-16,0 16-15 15,10 4-137-15,21-8-128 16</inkml:trace>
  <inkml:trace contextRef="#ctx0" brushRef="#br0" timeOffset="-64679.89">9522 17510 6 0,'0'0'244'0,"0"0"-105"0,0 0 8 0,0 0-76 0,0 0-45 16,0 0 3-16,0 3-15 15,0-3 56-15,0 0-3 0,0 0 26 16,0 0-7-16,0 0-28 15,0 0-26-15,0 0-27 16,0 0 9-16,0 0-13 16,0 0 25-16,9 0-24 15,-9 0 16-15,0 0-18 16,0 0 16-16,0 0-16 16,0 0 10-16,0 0-3 15,0-3-3-15,0-10 6 16,0-3-8-16,0-12 25 15,0 5-24-15,0-15 11 16,0 2-14-16,0-7 0 16,0-1-1-16,0-5 6 0,0-3-14 15,0 8 17-15,7 4-20 16,-1 12 13 0,0 16-9-16,-6 8 0 0,0 1 3 15,0-2-1-15,0 5-15 16,0-3-19-16,0 3-4 15,0 0 22-15,0 0-70 16,0 0-138-16,0 0-58 16</inkml:trace>
  <inkml:trace contextRef="#ctx0" brushRef="#br0" timeOffset="-63495.32">11141 17225 558 0,'0'0'67'0,"0"0"-45"0,0 0-9 0,0 0 20 0,0 0-13 16,0 0 4-16,93 0 4 16,-87 0 4-16,16 0 28 15,-16 0-12-15,6 12 14 0,-12 4-40 16,10-4 30-16,-10 4-16 16,0 0-25-16,0 4-5 15,0 8-7-15,0 8 3 16,0 0 4-16,-10 5-6 15,-8-10 6-15,-4-7-10 16,22-12 10-16,0-4-12 16,0-8-19-16,0 0-54 15,0 0-51-15,0-8-33 16,0-23 43-16,22 3-289 16</inkml:trace>
  <inkml:trace contextRef="#ctx0" brushRef="#br0" timeOffset="-63047.57">11637 17365 471 0,'0'0'147'0,"0"0"-27"0,0 0 57 0,0 0-105 16,0 0-10-16,0 0-34 15,53-36 48-15,-29 12 1 16,10 0-40-16,-12-4 3 16,18 0-40-16,-15 4 3 0,3-4 6 15,0 3-18-15,-9 6-29 16,-1 2-2-1,-8 9-40-15,-10 8-24 0,0 0-70 16,0 0-26-16,0 0 18 16</inkml:trace>
  <inkml:trace contextRef="#ctx0" brushRef="#br0" timeOffset="-62815.09">11677 17073 514 0,'0'0'325'16,"0"0"-175"-16,0 0-45 0,0 0-73 16,0 0-3-1,0 0-5-15,78 123 13 0,-38-99-37 16,0 1 17-16,-12-1-14 16,0-1 12-16,9 5-13 15,-21-3-4-15,9 7 1 16,-10 4-13-16,4-8-42 15,-13-8-67-15,9-12-263 16</inkml:trace>
  <inkml:trace contextRef="#ctx0" brushRef="#br0" timeOffset="-61347.36">7249 16672 202 0,'0'0'175'0,"0"0"-161"0,0 0-13 0,0 0-1 16,0 0-50-16,0 0-29 16,0-5 48-16,0 5 31 15,0 0 69-15,0 0 104 16,0 0-104-16,0 0-49 0,0 0-20 15,0 0 0 1,0-4 0-16,0 4 2 0,0 0 15 16,0 0 28-16,0 0 69 15,0 0-28-15,0 0 16 16,0 0-60-16,0 0-15 16,0 0-3-16,0-4 0 15,0-8-14-15,34-4 4 16,1-4 3-16,5-8-3 15,13-8 35-15,-19-5-41 16,12-3 26-16,1 8-29 0,-13-3-5 16,0 11 0-16,-9 7-13 15,-10 6 12 1,-2 7-44-16,-7 8 9 0,-6 0-39 16,0 0-7-16,0 0-28 15,0 0 21-15,0 0-70 16,0 0-322-16</inkml:trace>
  <inkml:trace contextRef="#ctx0" brushRef="#br0" timeOffset="-60782.4">7218 16387 264 0,'0'0'113'0,"0"0"-15"0,0 0-54 0,0 0-5 0,0 0-31 16,0 0 39-16,140 23 22 15,-106-15-14-15,-15 0 19 16,2 0-15-16,-2 4 31 16,-7 1-48-16,16-2-1 0,-6-2-39 15,-3 2 31 1,-1 2-31-16,-2-5 9 0,-4 0-11 15,0-4 0-15,10-4 0 16,-9 0-26-16,-1 0-37 16,10 0-133-16,-10 0-14 15,4 0-121-15</inkml:trace>
  <inkml:trace contextRef="#ctx0" brushRef="#br0" timeOffset="-60099.39">7901 16760 391 0,'0'0'123'0,"0"0"-72"0,0 0 0 0,0 0 11 0,0 0 18 15,0 0 3-15,0-16-34 16,0-5-26-16,0-3 33 16,0 0-29-1,0 4 18-15,0 1-28 0,0 2 1 16,0 1 0-16,6-4-18 15,-6-4 0-15,12-1 8 16,-6 2-18-16,-6 2 10 16,7 6-4-16,-7 15-6 15,6 0 5-15,-6 0 2 16,0 0 0-16,0 15-1 16,0 10-23-16,0 7-10 15,0 4-119-15,0 0-33 0,-19 4-170 16</inkml:trace>
  <inkml:trace contextRef="#ctx0" brushRef="#br0" timeOffset="-59099.96">9057 16595 245 0,'0'0'187'0,"0"0"-61"0,0 0-46 0,0 0-2 16,0 0-28-16,0 0 15 16,19 0-5-16,-13 0-13 15,16-4 25-15,-4-28-39 16,16-8 28-16,0 0-9 15,-9 4 19-15,16 3-59 16,-14 10 20-16,-2-2-26 16,3 6-6-16,0-1 0 0,-9 3 1 15,2 5-1-15,-21 8-13 16,19-4-12-16,-19 8-66 16,6 0-1-16,-6 0-125 15,0 0-61-15,0 0-173 16</inkml:trace>
  <inkml:trace contextRef="#ctx0" brushRef="#br0" timeOffset="-58685.1">9231 16403 201 0,'0'0'328'0,"0"0"-300"0,0 0-23 0,0 0 1 16,0 0-1-16,0 0 25 0,-16 31 67 16,44-11 21-16,6 1-21 15,-9 2-9-15,9 5-50 16,-6 1-30-16,12 3-11 16,7 0 6-16,-22 4-3 15,-4-4 0-15,-8-8-12 16,-1-12-6-16,-3-8-47 15,4-4-61-15,-7 0-136 16,0 0-179-16</inkml:trace>
  <inkml:trace contextRef="#ctx0" brushRef="#br0" timeOffset="-58050.65">9625 16599 237 0,'0'0'129'0,"0"0"8"0,0 0-74 0,0 0-2 16,0 0-31-16,0 0 39 16,12 0 38-16,-6 0 0 15,10 0-40-15,-4 0-28 16,7 0 7-16,-4 0-22 16,-2 0-24-16,-13 0 12 15,0 0-28-15,12 0 19 0,-12 0-7 16,0 12 8-16,0 13 10 15,0 2-13 1,0-3 5-16,0-3-6 16,0-6 1-16,0-2-5 0,15-2 11 15,10-3-5-15,3-3 8 16,12-2-10-16,-15-3 3 16,16 0-3-16,-14 0 19 15,1 0-12-15,-3 0-7 16,-12 0 0-16,2 0-6 15,-3 0-41-15,-12 0 23 16,13 0-98-16,-13 0-197 0,0 0-212 16</inkml:trace>
  <inkml:trace contextRef="#ctx0" brushRef="#br0" timeOffset="-46944.97">16093 14569 118 0,'0'0'120'0,"0"0"1"0,0 0 48 15,0 0-111-15,0 0 16 16,0 0-31-16,0 0-1 16,0 0-30-16,0 0 14 0,0 8 2 15,0-8-16 1,0 0-1-16,0 5 1 0,0-5-2 16,0 4 2-16,0-4 45 15,0 0-32-15,0 0-9 16,0 0-5-16,0 0 8 15,0 0 22-15,0 11-20 16,0-3 21-16,9 5-18 16,-3-1 3-16,0-4-27 15,0 4 2-15,1 0 4 16,-7 0 0-16,15 0 8 16,-2 0 1-16,-7 0 21 15,22 8-33-15,-16-4 15 0,16 0-13 16,-9 4-10-16,2 0 12 15,4-7-9 1,3 10 7-16,-3-7-3 0,-4 0 6 16,-2 4 0-16,3-7 3 15,-10 7-9-15,1-9 1 16,-4-2 4-16,3 2-10 16,1 2 3-16,2 3 0 15,-2-1 2-15,-1 2 0 16,10-1 11-16,-10 4-10 15,7-1 13-15,-4 2-7 16,4-1 2-16,-13-4-10 16,0-7 2-16,4 2-2 15,-10 1-1-15,6-4 0 0,-6 0 3 16,6 0-9 0,0 4 15-16,0 9-9 0,10-6 3 15,-10 1 10-15,0-3-12 16,0 2 4-16,-6-2-5 15,0-5 0-15,0-1-5 16,7 6 11-16,-1-5-13 16,0 12 19-16,3-9-16 15,4 10 8-15,-1-9-5 16,-6 8 1-16,4-4 0 16,-4-4-5-16,6 0 12 15,-6 0-15-15,10 0 19 0,-4 0-15 16,1 4 9-16,-7-4-5 15,0 0 4-15,-6 1-2 16,0-10-2-16,16 9 1 16,-10-7-4-16,0 6 14 15,0-3-15-15,1-4 14 16,2 9-10-16,-3-2 9 16,0-3-12-16,0 0 3 15,7 4 0-15,-13 1-1 16,6-5 6-16,3-5-13 15,-2 9 17-15,5 1-13 16,-6 3 12-16,16-4-13 16,-10 8 8-16,1-4-3 0,-4-5 0 15,3 6 3-15,7-1-9 16,-4-8 12-16,4 4-13 16,-7-1 22-16,4 2-28 15,-10-9 21-15,7 12-9 16,8-8 1-16,-8 12 0 15,5-7-3-15,4-2 7 16,-10-3-12-16,10 1 16 16,-10 2-15-16,1-3 17 15,2 1-17-15,-2-1 8 16,5-5-1-16,-2 13 0 16,3 1 3-16,8-1-10 15,-8-1 14-15,9-2-13 0,-9 2 20 16,2-2-25-1,-2-5 17-15,-4 0-9 0,4 0 3 16,-7-1 0-16,-5 1-3 16,20 0 6-16,-14 1-9 15,2-1 17-15,-2 0-21 16,-1 0 19-16,-3-4-15 16,4 0 6-16,-7 12 0 15,6-9 0-15,10 6 0 16,-3-1-6-16,-13-1 14 15,3-6-13-15,4 7 15 16,-1-8-18-16,0 5 11 16,-2-2-5-16,-4 1 2 15,0 0 0-15,0 0-4 0,16 0 11 16,-9 0-16-16,-1 4 18 16,3 1-16-16,-2-5 16 15,-1-1-15-15,-6-3 7 16,10 5-1-16,-10-6 0 15,0 10 1-15,1-10-8 16,5 14 15-16,3-9-14 16,-2 8 20-16,-1-9-23 15,4 9 11-15,-4-8-4 16,-6 4 1-16,1-4 1 16,-1 0-4-16,9 0 10 15,-9 1-15-15,1 2 21 0,-1 2-19 16,6 3 14-16,4-4-13 15,-4 0 7-15,1 0-1 16,-4 0 0-16,-9-4 3 16,12 4-10-16,1 0 17 15,-7-5-18-15,3 6 19 16,4 4-19-16,-13-9 9 16,18-1-2-16,-12-3 1 15,10 4 0-15,-10 1-6 16,0 2 12-16,7 1-13 15,2 1 18-15,-2-5-19 16,-1 3 13-16,4-2-9 16,-10-1 4-16,12-5-1 15,-11 2 0-15,2-2 2 16,-9-3-8-16,0 5 18 0,18 2-23 16,-11 1 24-16,14-3-19 15,-8 6 10-15,5-3-4 16,4 1 1-16,-10-1 0 15,4-5-3-15,-4 5 6 16,1-3-11-16,8 3 20 16,-14 4-22-16,11-4 18 15,-12 0-10-15,16-4 2 16,-9-4-3-16,-7 4 3 16,0-4 0-16,9 4-3 0,-8-1 12 15,-1 2-19 1,6 3 24-16,4-8-24 0,-10 3 16 15,6 2-7 1,4-1 1-16,-4-4-1 0,-6 4-6 16,7 0 14-16,2-4-15 15,-8 3 18-15,-7 2-17 16,18 3 14-16,-2 0-12 16,-4-4 7-16,-6 0-2 15,13 0 0-15,-4-4 2 16,-8 4-6-16,-1 0 13 15,0-4-15-15,0 3 15 16,10 2-18-16,-10-1 14 16,6 0-6-16,1 0 1 15,-4-4 0-15,-3 4-8 16,0 0 16-16,1 1-16 0,-7-5 16 16,21 3-12-16,-8-3 8 15,-1 3-6-15,-6 2 2 16,16 3-1-16,-10-4-1 15,1-4 4-15,-4 4-6 16,10 0 15-16,-13 1-22 16,16 3 24-16,-10-5-25 15,0 1 18-15,4 0-9 16,-4 0 4-16,-5-4-1 16,5 0 0-16,-3 0 3 15,-3 0-13-15,1 0 19 0,-1 0-16 16,0 0 11-16,-6 0-7 15,22 0 3-15,-10 4 0 16,7-4-1-16,3 0 3 16,-10 0-9-16,3 4 19 15,-8-4-23-15,5 5 22 16,-6-5-17-16,-6 0 8 16,22 0-3-16,-16 3 2 15,7-3-1-15,-1 0 0 16,-3 0 2-16,-9 0-9 15,13 0 15-15,-7 0-13 16,0 0 11-16,0 5-9 16,0-5 6-16,4 3-4 15,-4-3 1-15,6 0 0 16,1 0-4-16,-4 0 10 0,3 0-12 16,-5 0 17-16,-7 0-18 15,12 0 9-15,-3 0-2 16,-9 0 0-16,13 0 4 15,-1 0-8-15,-6 0 8 16,-6 0-14-16,16 0 20 16,-10 0-18-16,-6 0 18 15,6 0-19-15,7 0 15 16,-7 0-9-16,3 0 3 16,-3 0 0-16,7 0-9 0,-7 0 19 15,16 0-20 1,-10-8 22-16,1 5-15 0,8-6 3 15,-2 1-1 1,3-3 0-16,-10-2 1 0,7 1-1 16,2-4 2-16,-2 4-14 15,3-4 23-15,-4 4-22 16,4 0 12-16,-4 0-1 16,4-1-2-16,-3-7-2 15,-7 4 3-15,16 1 2 16,-16 2-6-16,4 5 12 15,-4 5-12-15,-5-5 13 16,5 4-14-16,3-4 12 16,-8-5-10-16,11 1 6 15,10-4-1-15,-6 5 0 0,-10-1 5 16,13-1-15-16,-3 2 21 16,-16 2-22-16,16-2 12 15,-10 3-2-15,7-5-1 16,-4 1 2-16,4-4-3 15,-7 0-1-15,10-8 2 16,-10 3 4-16,16 6-6 16,-9-1 14-16,-13 4-16 15,22-4 8-15,-6-5-2 16,-10 6 0-16,13-6-1 0,-3 1-3 16,-4-4 8-1,10 1-16-15,0-5 9 0,-9 3 0 16,-7 1-21-16,10 8 23 15,-16 1-5-15,16-6 0 16,-10 6 6-16,7-6 0 16,-4 6-3-16,-9-2 14 15,13 1-21-15,-4-4 21 16,4 0-22-16,0-4 9 16,9-4-2-16,-1 0-1 15,-8 4 5-15,3 4-2 16,-4-1 8-16,-5 6-10 15,2 2 12-15,-9 2-16 16,1 2 16-16,-1-7-11 16,0 13 3-16,-6-10 0 15,22-7-1-15,-10-4 5 16,1 0-12-16,8-3 18 0,-8-3-20 16,8 15 20-16,-8-1-16 15,-7 8 8-15,0 0-2 16,-6 8 0-16,0-8 0 15,16-1-4-15,-4-7 8 16,1-4-8-16,2-3 10 16,-3-6-12-16,1 6 12 15,15 7-10-15,-10-1 4 16,-11 6 0-16,8 3-1 16,-3-5 2-16,-5 6-12 0,14-14 22 15,-8 6-18 1,5-6 17-16,4-2-20 0,-10-2 11 15,4 1-1-15,9 0 0 16,-4 0 6 0,-2 4-13-16,3-4 14 0,-10-4-10 15,7 7 7-15,2-10-5 16,-2-2 7-16,3 5-10 16,3 0 4-16,-16 12 0 15,10 0-3-15,-13 1 3 16,-6-2-6-16,28 9 12 15,-16-8-12-15,0 0 20 16,16-8-21-16,-15 12 9 16,-7-5-4-16,3 6-1 15,-3 3 3-15,1-1 0 0,-1 1 7 16,-6 1-24-16,12-1 28 16,-2-5-22-16,-4-6 13 15,6 2-11-15,1-6 11 16,2 7-2-16,-9-1 0 15,7 6 0-15,-13-2-3 16,6 5 11-16,0 4-16 16,-6-4 15-16,9-3-13 15,4-2 10-15,-1 1-4 16,4-4 0-16,-4 4 2 16,0 1-6-16,-12 6 8 15,7 2-10-15,-7 3 8 0,0 0-4 16,0 0-57-16,0 0-115 15,0-5-312-15</inkml:trace>
  <inkml:trace contextRef="#ctx0" brushRef="#br0" timeOffset="-46045.3">21463 17060 123 0,'0'0'375'0,"0"0"-317"0,0 0 80 0,0 0-4 0,0 0-54 0,0 0-11 0,-16-4 0 16,16 4-48-16,0 0 5 15,0 0-6-15,0 0 14 16,0 0 30-16,28 0-39 16,13-4-13-16,-1-4-5 15,6 8-2-15,-5 0 2 0,-1 0-10 16,-9 0 3-1,-15 0-7-15,2 16 1 0,-12 4-4 16,-6 9 8-16,0 7-15 16,0 3-9-1,0 10-25-15,-24 2 39 0,-23 6-29 16,-9-6 32-16,4-6 8 16,5-9 1-16,7-12 21 15,15-8-12-15,9-7 17 16,-2-1-3-16,18 0-21 15,-22-5-2-15,16 5 0 16,0-8-63-16,6 0-67 16,0 0-155-16,0 0-130 0</inkml:trace>
  <inkml:trace contextRef="#ctx0" brushRef="#br0" timeOffset="-45545.19">22055 17481 432 0,'0'0'145'0,"0"0"4"0,0 0 106 0,0 0-129 0,0 0 17 0,214-212-113 16,-152 155 18-16,-15 10-48 15,-1 11 7-15,-12 8-7 16,-15 11-7-16,-4 9 6 15,-15 5-39-15,0 3-9 16,0-5-97-16,0 5-103 16,0 0-85-16</inkml:trace>
  <inkml:trace contextRef="#ctx0" brushRef="#br0" timeOffset="-45346.18">22151 17101 698 0,'0'0'274'16,"0"0"-192"-16,0 0-12 15,0 0 36-15,0 0-95 16,165 212-7-16,-103-172-4 16,-10-7 0-16,-5-6-8 15,-7 1-66-15,-12-3-71 16,-28 3-264-16</inkml:trace>
  <inkml:trace contextRef="#ctx0" brushRef="#br0" timeOffset="-43979.09">19410 16799 196 0,'0'0'201'0,"0"0"-153"0,0 0-30 0,0 0 10 0,0 0-25 15,0 0-3-15,6 0 36 16,-6 0 6-16,0 0-11 15,0 0 69-15,0 0-20 16,0 0-14-16,0 0-27 16,0 0-14-16,0 0-14 15,0 0 13-15,0 0-13 16,0 0-9-16,0 0 14 16,0 0-12-16,0 0 31 15,0 0-10-15,0 0 28 0,0 0-35 16,0 0 2-16,0 0-8 15,0 4 29-15,0 1-24 16,0-5-13-16,0 3-8 16,0 2 12-16,0 3 9 15,0 8-15-15,0-1 22 16,7 10-24-16,5-1 8 16,-3 4-8-16,4 3 0 15,-7 2-1-15,0 3 7 16,-6-3-9-16,0 6 11 15,0 5 5-15,6 4-12 16,-6 4 25-16,22-3-21 0,-16-1 8 16,7-7-10-1,2-14 2-15,-9-10-10 0,1-6 13 16,-1-3-15-16,0-4 16 16,-6 4-16-16,0-3 11 15,0-2-7-15,0 5 3 16,0-4-5-16,0 1 0 15,0-2-13-15,12-3 15 16,-12 0-20-16,0 0 14 16,0 0-22-16,16 0-46 15,-10 0 52-15,7 5 22 16,-7 3 3-16,-6-8 0 16,0 0 5-16,15 0-5 15,-15 0-36-15,0-25-124 0,0-15-138 16</inkml:trace>
  <inkml:trace contextRef="#ctx0" brushRef="#br0" timeOffset="-42648.8">19075 18187 192 0,'0'0'221'0,"0"0"-133"0,0 0-38 0,0 0-42 16,0 0 10-16,0 0 8 16,0 0-1-16,0 0 36 15,0 0 32-15,0 0-40 16,0 0-27-16,0 4-17 16,0-4-4-16,0 4 13 15,0-4 44-15,0 4 9 16,0-4-44-16,0 0 13 0,0 0-9 15,0 0-12-15,0 0-1 16,0 0-16-16,0 0 22 16,0 0-13-16,0 0 27 15,0 0-37-15,0 0 11 16,0 0-12-16,0-16 0 16,7-4 9-16,20-12-3 15,4 0 10-15,4 0-13 16,-7-4 7-16,6 3-2 15,-3 5-16-15,-10 4 6 16,-8 12-2-16,-7 9-22 16,-6 3-7-16,0 0-30 15,0 0-53-15,0 0-128 0,0 0-112 16</inkml:trace>
  <inkml:trace contextRef="#ctx0" brushRef="#br0" timeOffset="-42229.59">19041 17998 405 0,'0'0'205'0,"0"0"-146"0,0 0 15 0,0 0-18 0,0 0 38 15,0 0 0-15,47 44-26 16,-7-27-21-16,-6-1 10 15,7 8-14-15,-14 0-1 16,-2 4-41-16,9 1 5 16,-6-1-6-16,3-5 2 0,-9-2-6 15,3-6 5 1,-4-10-9-16,-14-5-42 0,14 0-25 16,-8 0-48-16,-7 0-77 15,-6-5-37-15,0-10-245 16</inkml:trace>
  <inkml:trace contextRef="#ctx0" brushRef="#br0" timeOffset="-41750.02">19624 18372 565 0,'0'0'158'0,"0"0"-60"0,0 0-43 0,0 0-50 0,0 0-3 16,0 0 6-16,0-125 47 0,0 86-9 15,0-2 4-15,0 9-10 16,0 12-38-16,0 8 5 15,0 12-3-15,0 0-4 16,0 0 3-16,0 0-3 16,0 0-17-16,0 20 16 15,0 8-28-15,0 16-14 16,0-12-12-16,0-7-109 16,0-14-60-16,0-2-222 15</inkml:trace>
  <inkml:trace contextRef="#ctx0" brushRef="#br0" timeOffset="-41265.83">19996 18211 578 0,'0'0'165'0,"0"0"-80"0,0 0-20 0,0 0-44 16,0 0-5-16,0 0-11 0,34 0 53 15,-18 0 22-15,-4-3-62 16,1-2 2-16,-1 5-20 15,4-4 0-15,-4 4-11 16,10 0-3-16,-10-4-3 16,1 0-80-16,-13-4-98 15,0 0-58-15,0 0-196 16</inkml:trace>
  <inkml:trace contextRef="#ctx0" brushRef="#br0" timeOffset="-41100.86">19996 18211 331 0</inkml:trace>
  <inkml:trace contextRef="#ctx0" brushRef="#br0" timeOffset="-40966.32">19996 18211 331 0,'-87'-144'213'0,"87"132"-115"16,28 8 74-16,6 4 162 15,7 0-308-15,-16 0-16 16,9 0-10-16,-6-4-11 16,-4 4-29-16,4 0-81 15,0 0-78-15,-22-5-64 16,7 5-185-16</inkml:trace>
  <inkml:trace contextRef="#ctx0" brushRef="#br0" timeOffset="-40467.39">20406 18163 527 0,'0'0'100'0,"0"0"-6"0,0 0 20 0,18-12-21 0,4-4 19 0,3-4-60 16,-4-8 3-1,7-4 4-15,3 3-39 16,-9 6 8-16,-3 3-25 0,-4 4-6 16,-9 3 0-16,7 1-5 15,-1 4-27-15,-3 0-12 16,-2 0-23-16,-1 0-32 16,0 1-15-16,-6 2-9 15,0 5-21-15,0 0-29 16,0 0-116-16</inkml:trace>
  <inkml:trace contextRef="#ctx0" brushRef="#br0" timeOffset="-40199.93">20492 17870 366 0,'0'0'248'16,"0"0"-202"-16,0 0 80 15,0 0-50-15,0 0 63 16,0 0-40-16,59 109-7 16,-18-77-64-16,-7 4 8 15,0-4-29-15,-9 0-2 16,3-8-4-16,-7 0 3 16,4 0-8-16,-13-8-24 15,10 1 1-15,-16-17-80 0,-6 7-105 16,0-7-41-16,0 0-26 15</inkml:trace>
  <inkml:trace contextRef="#ctx0" brushRef="#br0" timeOffset="-39618.04">20908 18175 355 0,'0'0'248'0,"0"0"-131"0,0 0 7 15,0 0-89-15,0 0-1 16,0 0 65-16,127-8-44 0,-80 4-28 15,-1 4-13-15,-6 0 6 16,7 0-15-16,-29 20 9 16,-2 13-12-16,-16 6-2 15,0 2 0-15,0-2-15 16,0 2 4-16,0-13 4 16,0-13 2-16,0-2 9 15,0-13-10-15,0 0 4 16,0 0-2-16,19 0-20 15,8 0 22-15,-2 0 4 16,-9 0-9-16,2 0 7 16,-5 0 0-16,8-5 0 15,-2-3-18-15,3 8-4 0,3-3-5 16,3 3-46-16,-22 0-148 16,15 0-59-16</inkml:trace>
  <inkml:trace contextRef="#ctx0" brushRef="#br0" timeOffset="-26312.71">25999 14417 280 0,'0'0'194'0,"0"0"-191"0,0 0 2 16,0 0 34-16,0 0-22 0,0 0 6 15,0 0-22-15,0 8 34 16,0-8 4-16,0 5 68 16,0-5-11-16,0 0-15 15,0 0-2-15,0 0-28 16,0 0-33-16,0 0-16 16,0 3 19-16,0 5-18 15,6 4 38-15,4-7-7 16,-10 11-5-16,0-9-29 15,12 1 16-15,-12 0-16 16,13 0 0-16,-7 9 16 16,3-1-15-16,-3-8 22 0,19 7-23 15,3 1 16-15,-9 4-9 16,8 1 12-16,1-1-18 16,-3 0 10-16,9-1-3 15,-15 2 3-15,15 3 4 16,-6-3-9-16,-16-2 5 15,10 1-6-15,-10-4 1 16,7 1-1-16,3-6 1 16,-4 1 3-16,10 9-7 15,0-1 7-15,-9-1-8 16,9 6 8-16,-4 6-5 16,-2-2 17-16,12-5-20 15,-9 8 10-15,-3-8-3 0,3-4-10 16,-4 0 2-16,-15-4 0 15,13 1-1-15,-3 2 6 16,-4 1 1-16,0-12 3 16,4 9-12-16,9 2 12 15,-19-2-11-15,22 2 4 16,-7-2-2-16,-8 2 6 16,12-2-1-16,-10-1-10 15,-2 0 16-15,8-1-18 16,-2-2 16-16,-7 2-17 15,10 2 16-15,-3 3-8 16,2 0 0-16,-8-8 2 16,15 12-7-16,-10-7 10 0,-5-2-8 15,15 6 7-15,-1-10 1 16,-14 6 2-16,5-6-11 16,-2 1 8-16,3 1-3 15,-4-2-1-15,-3 2 0 16,13-1-8-16,-15-4 21 15,14 0-26-15,-8 3 26 16,-4-2-19-16,7-6 12 16,3 13-6-16,-4-3 0 15,4-1 0-15,3-1-1 16,-4 2 11-16,-2-1-11 0,-3-9 11 16,2 14-12-16,4-9 11 15,-10 0-12-15,7 0 6 16,9 0-4-1,-10 0 1-15,16 0-1 0,-6-1-6 16,-3 2 14-16,3-1-13 16,6 0 17-16,7 0-14 15,-7 0 9-15,3 4-6 16,-3 1 0-16,0-2 0 16,-6-3-3-16,12-4 8 15,-9 4-12-15,3-3 17 16,-6 3-18-16,13-1 15 15,-10-3-13-15,3 0 6 16,6-4-3-16,-6 0 3 0,13 0 0 16,-1 0-2-16,1 0 9 15,-19 5-10-15,18 3 12 16,-18-5-15-16,-3 5 12 16,3-4-7-16,-10 4 1 15,10-3 0-15,0-5-3 16,-9 3 10-16,9-3-20 15,-4 0 26-15,4 0-22 16,0 0 17-16,3 5-12 16,-3-2 4-16,-9-3 0 15,9 5-2-15,-16-5 5 16,22 0-14-16,0 0 23 16,-9 0-19-16,3 8 16 15,-16-8-14-15,22 0 6 0,-6 0-1 16,-9 0 0-16,9 0 2 15,6 0-6-15,-9 0 9 16,15 0-15-16,-6 0 20 16,0 0-19-16,-9 0 17 15,3 0-15-15,-6 0 10 16,-4 0-3-16,1 0 0 16,3 0 3-16,-10 0-9 15,16-8 15-15,-3 0-18 16,3 0 20-16,0-5-17 15,-4 1 10-15,4 4-6 16,0 0 2-16,-3 8 0 0,-3-4-5 16,-4 0 12-1,10 0-15-15,-9-4 18 0,15-4-18 16,0 0 14-16,-9-12-10 16,9 0 5-16,0 0-2 15,-6 0-2-15,-3 8 3 16,3 0-8-16,-16 8 16 15,10-1-14-15,-4-2 18 16,-5-5-22-16,2-4 10 16,-2 4 0-16,-1-1-6 15,10 6 6-15,-10-1-1 16,10-1 9-16,-10 2-15 0,1-1 15 16,2-1-14-1,-9 5 14-15,7 0-13 16,-13 0 5-16,12 4 0 0,4-7 0 15,-4 3 3-15,7-1-10 16,-4 1 17-16,-9 0-20 16,7 0 21-16,9-4-23 15,-4 0 18-15,10-12-7 16,-9 11 1-16,2-2 0 16,-2-1-1-16,-7 4 7 15,-2 4-14-15,8-4 20 16,-5 0-24-16,-4 0 19 15,3-4-14-15,1-4 8 16,-1-4-2-16,10-4 0 0,-3-5 1 16,-4 2-5-16,4 15 9 15,-7-9-14-15,-3 17 20 16,4 0-22-16,-7-4 13 16,6 4-2-16,4-3-2 15,-10 6 0-15,0-7 0 16,0 4 6-16,-6 0-13 15,22 0 23-15,-9-8-26 16,-1 0 26-16,10-8-20 16,-4 0 7-16,-2-1 0 15,2 10 0-15,-5-1-1 16,-13 8-9-16,15-4 20 16,-15 12-17-16,6-5 16 15,-6-3-17-15,13-3 16 0,9-6-11 16,-10-2 3-16,7-6 0 15,2 5-1-15,-8 1 9 16,-1 6-21-16,4 5 25 16,-10 4-21-16,0 1 15 15,6-10-11-15,4 5 5 16,-4-7 0-16,7-10-1 16,3 1 5-16,-10 8-11 15,-6 4 14-15,4 8-13 16,-4 0 16-16,0-8-20 15,6-4 14-15,10-8-4 16,-10-4 0-16,1 11 0 0,2 9-3 16,-15 8 3-1,7 0-6-15,-7-3 9 0,6-2-14 16,0-7 21-16,6 1-16 16,4-2 9-16,-4-7-3 15,1 4 0-15,2 4 2 16,-9 1-7-16,7 3 13 15,-7 3-15-15,0 1 16 16,3-4-18-16,-9 0 10 16,7 0-2-16,5-8 0 15,-6 9 1-15,-6 2-7 16,6 2 16-16,-6 3-18 0,0-5 18 16,0-7-18-1,7 8-20-15,2-8 23 16,-9 9-6-16,6-2-1 0,-6 5-8 15,0 0-36-15,0 0-34 16,-15 8-318-16</inkml:trace>
  <inkml:trace contextRef="#ctx0" brushRef="#br0" timeOffset="-25096.43">31897 16716 94 0,'0'0'108'0,"0"0"-38"0,0 0 89 0,0 0-63 16,0 0-44-16,0 0 73 0,0-13 1 16,0 13 27-16,0 0-77 15,0 0-24-15,0 0-50 16,0 0 14-16,0 0 22 16,0 0 6-16,0 0-15 15,0 0-14-15,25 0 23 16,15 0-22-16,13 0 2 15,2 0-9-15,-2 0-7 16,-6 0 0-16,11 0-4 16,-17 0 1-16,-1 0 1 15,-12 0-4-15,-9 13 6 16,-4 2-10-16,-15 1 11 16,0 12-16-16,0 5 26 15,0 14-20-15,-46 2 7 0,-23 3 0 16,10-4-4-16,-3-15 12 15,10-5-18-15,18-9 25 16,0-11-12-16,21 1-1 16,1-9-2-16,-4 0-1 15,4 0-4-15,-1 0-21 16,1 0-7-16,-3 0 14 16,8 0-46-16,1 0 3 15,6 0-10-15,0 0-86 16,0 0-213-16</inkml:trace>
  <inkml:trace contextRef="#ctx0" brushRef="#br0" timeOffset="-24481.64">32666 17229 471 0,'0'0'140'0,"0"0"-15"0,0 0-30 0,0 0-6 16,0 0 4-16,0 0-22 0,18-20-26 16,10-5 55-16,3-6-64 15,3-2-12-15,7 1 1 16,-1-4-23-16,-6 0 5 15,19-4 3-15,-13 8-14 16,-6 0 4-16,-15 11 0 16,-4 10-17-16,-9 3-18 15,-6 4-1-15,0 4-25 16,0 0 43-16,0 0-36 16,0 0-96-16,-21 0-154 15,-20-8-33-15</inkml:trace>
  <inkml:trace contextRef="#ctx0" brushRef="#br0" timeOffset="-24264.6">32743 16808 531 0,'0'0'223'0,"0"0"-105"16,0 0-21-16,0 0-59 16,0 0-23-16,0 0 41 15,28 91 0-15,0-50 43 16,3 3-69-16,3-4 15 15,-6-4-33-15,12-4-3 16,-6-4-9-16,-3-3-15 0,-3 6 3 16,0-6-45-16,-3-9-41 15,-13-4-217-15,-2-12-317 16</inkml:trace>
  <inkml:trace contextRef="#ctx0" brushRef="#br0" timeOffset="40494.75">24083 4924 152 0</inkml:trace>
  <inkml:trace contextRef="#ctx0" brushRef="#br0" timeOffset="49290.01">29103 6239 677 0,'0'0'362'0,"0"0"-283"0,0 0 14 0,0 0-55 0,0 0-33 0,0 0-10 16,118 25-19-16,-90-25-56 15,-16 0-63-15,4 0-56 16,-16 0-6-16,0-20-165 15</inkml:trace>
  <inkml:trace contextRef="#ctx0" brushRef="#br0" timeOffset="51141.3">31928 5766 1010 0</inkml:trace>
  <inkml:trace contextRef="#ctx0" brushRef="#br0" timeOffset="51239.28">31928 5766 1010 0,'-59'33'213'0,"87"-41"-178"0,18-9 10 16,7-6-6-16,21 7-39 16,-15-1-4-16,-6 9-25 15,-31 5-137-15,-10 3-284 16</inkml:trace>
  <inkml:trace contextRef="#ctx0" brushRef="#br0" timeOffset="95500.25">19736 7058 564 0,'0'0'133'0,"0"0"-64"0,0 0 129 0,0 0-86 0,0 0-26 16,0 0-42-16,0 0-7 16,0 0-13-16,0 0 8 15,0 0 13-15,0 0-23 16,0 0 15-16,0 0-32 16,0 0 23-16,0 0-18 15,22 0 17-15,36 0-7 0,35 0 23 16,28 0-11-16,7 0-13 15,5-4-2-15,-6-16-9 16,-12 11-7-16,-16-2 2 16,-18-1-6-16,-29 7-25 15,-18-3-29-15,-21 8-32 16,-13 0-30-16,0 0-79 16,-65 0-358-16</inkml:trace>
  <inkml:trace contextRef="#ctx0" brushRef="#br0" timeOffset="95933.76">19705 7127 245 0,'0'0'616'0,"0"0"-498"0,0 0-10 0,0 0 20 16,0 0-98-16,0 0 42 15,180-157-24-15,-115 65-7 16,9-5-16-16,7-3-11 0,-1-13-5 15,13 5-9-15,-12 12-5 16,-16 20-17 0,-18 32 14-16,-19 24-12 0,-7 20 17 15,-2 7-8-15,-7 54 11 16,10 24 25-16,-10 18-9 16,1-2-10-16,15-9 6 15,6-16-24-15,6-3-3 16,-6-14-13-16,-9-2-75 15,-3-25-74-15,-4-5-301 16</inkml:trace>
  <inkml:trace contextRef="#ctx0" brushRef="#br0" timeOffset="96319.09">21286 6994 898 0,'0'0'190'0,"0"0"-103"0,0 0 24 0,0 0-49 16,0 0-23-16,0 0-9 15,270 0-23-15,-217 0-14 16,-1 0 5-16,-11 0-3 15,-13 0-32-15,-10 0-26 16,-2-24-46-16,-16-1-110 16,0-11-252-16</inkml:trace>
  <inkml:trace contextRef="#ctx0" brushRef="#br0" timeOffset="96532.85">21407 6697 626 0,'0'0'192'16,"0"0"-132"-16,0 0 129 16,0 0-72-16,0 0-50 15,0 0-29-15,254-65 0 16,-173 42-37-16,-7-5-2 16,7-4-18-16,-16 7-23 15,-3 5-104-15,-9 9-117 0,-19-2-231 16</inkml:trace>
  <inkml:trace contextRef="#ctx0" brushRef="#br0" timeOffset="97083.02">22616 6039 302 0,'0'0'348'0,"0"0"-221"16,0 0 23-16,0 0 12 0,0 0-50 16,0 0-56-16,0-52-21 15,-6 100-15-15,-12 17 3 16,-4 19 2-16,9 4 32 15,1-4-39-15,12-4-3 16,0-12-15-16,0 5 2 16,0-18 0-16,0-6-4 15,0-9 1-15,0-8-26 16,0-12 27-16,0-4-13 16,0-16 8-16,0 0-32 0,0 0 15 15,0 0-13-15,47-32 18 16,11-8 14-16,23 0 3 15,-6 8-8-15,11 19 14 16,-21 2-15-16,-3 11 18 16,-15 0-14-16,-13 0 15 15,13 24-10-15,-29-1 2 16,4 6 2-16,-22 3-4 16,0 4 0-16,0 13 1 15,-56 7 0-15,-49 12 27 16,-10 4-24-16,-12-8 18 15,21-20-17-15,44-12-2 16,25-19-3-16,15-13-20 16,10 0-25-16,12 0-124 0,0-33-209 15</inkml:trace>
  <inkml:trace contextRef="#ctx0" brushRef="#br0" timeOffset="97601.11">23615 6007 762 0,'0'0'246'0,"0"0"-139"0,0 0-3 0,0 0-31 0,0 0-68 0,0 0-1 15,-41 21 0 1,14 18-6-16,-1 5 2 16,-3 4 0-16,-16 9 6 15,1-9-4-15,30-4 47 0,-2-16-44 16,18-12 1-16,0-4-3 16,12-12-6-16,34 0 3 15,7 0 0-15,22 0 4 16,-23 0 2-16,4 0-2 15,-3 0 7-15,-28 0-20 16,-4 0 13-16,-14 0-8 16,-1 0-42-16,0 0-24 15,-6 0-119-15,0 0-315 16</inkml:trace>
  <inkml:trace contextRef="#ctx0" brushRef="#br0" timeOffset="97981.9">23841 6845 663 0,'0'0'617'0,"0"0"-577"0,0 0 45 0,0 0-25 16,0 0 1-16,0 0-53 16,369 8-8-16,-298-24-8 15,-9 4-60-15,-21 12-35 16,-16 0-60-16,-19 0-400 16</inkml:trace>
  <inkml:trace contextRef="#ctx0" brushRef="#br0" timeOffset="98597.54">25165 6236 877 0,'0'0'166'0,"0"0"-13"16,0 0-73-16,0 0-23 0,0 0-57 16,0 0 29-16,-6 8-24 15,-28 36 6-15,-6 9-9 16,-13 6 1-16,12-2-3 15,1-10 8-15,12-14-16 16,16-2 23-16,-1-11-29 16,13 1 25-16,0-9-16 15,0-1 5-15,0 2 0 16,41-5-1-16,-4-8-3 16,13 0-7-16,-13 4 21 15,-3 12-21-15,-6-4 13 16,6 0-11-16,-15 0 9 0,2-4-7 15,-8-4-5-15,-7-4 10 16,16 0-7-16,-10 0-25 16,0 0 23-16,10 0-4 15,-16-4 1-15,-6-9 13 16,13 10 0-16,-13 3-3 16,0 0 4-16,0 0 6 15,0 24-5-15,0 24 31 16,-13 16-15-16,-8 5 19 15,-4 3-31-15,-3-8-2 16,15-16-3-16,13-11-9 16,0-22-26-16,0-7-54 0,0-8-204 15,7 0-152-15</inkml:trace>
  <inkml:trace contextRef="#ctx0" brushRef="#br0" timeOffset="99181.93">25726 6945 541 0,'0'0'228'0,"0"0"-96"0,0 0 2 0,0 0-37 16,0 0-32-16,0 0 3 15,0 77-65-15,19-74 20 16,9-3-18-16,18 0 22 16,13-11 6-16,3-33-2 15,-3-1-16-15,-3-10-13 16,-9 7 2-16,-23-1 8 15,-2 13-24-15,-22 12 10 16,0 4-1-16,0 16-9 0,-34 4 11 16,-40 0 1-1,-13 20 0-15,-13 20 0 16,32-4 9-16,28-7-10 0,9-9 11 16,31-1-20-16,0 1 10 15,0-7-4-15,0 3-8 16,31-9 10-16,31 1 0 15,-16 0 4 1,20-3-7-16,-11-1 10 0,-2 0-10 16,-19 8 9-16,7 16-10 15,-10 4 10-15,-16 12-4 16,-3 1 10-16,-12-2-8 16,0-11 2-16,19-4 5 15,-3-8-18-15,8-15-11 0,10-5 6 16,1 0-45-16,5 0-65 15,-6-33-144-15,-3 10-266 16</inkml:trace>
  <inkml:trace contextRef="#ctx0" brushRef="#br0" timeOffset="99565.56">27150 6817 523 0,'0'0'91'0,"0"0"69"0,0 0-29 0,0 0-34 0,0 0 3 16,0 0-16-16,12-52-36 15,-37 52 1-15,-31 0-12 16,-9 28-6-16,-9 13-30 16,15 3 22-16,19 0-13 15,18-13 19-15,22-3-28 16,0-7-1-16,0-1 0 16,22-8-8-16,18-12 6 0,19 0-20 15,3 0 14-15,-3 0-47 16,0-12 10-16,-4-21-77 15,-8-3-121 1,-13-8-211-16</inkml:trace>
  <inkml:trace contextRef="#ctx0" brushRef="#br0" timeOffset="104976.17">19140 5835 614 0,'0'0'54'0,"0"0"-40"0,0 0 29 0,0 0 64 0,63 240-14 0,-36-171-36 16,-8 3-20-16,-13-4 8 16,7 0 14-16,-13-4 47 15,0-8-69-15,9 9-1 16,-9 11-30-16,0 4 27 16,0 12-29-16,0 12 13 15,0 4-8-15,-9-6 9 16,-4-19-8-16,13-7-10 0,0-19 2 15,0-9 5-15,0-12-11 16,0-12 8-16,0-8-8 16,0-4 4-16,28 0 0 15,6 0 0-15,19 5 0 16,21-2 1-16,19 9 5 16,0 4 3-16,7 0-8 15,8 8 8-15,-9-8-3 16,16-4-6-16,-3-7 3 15,21-6-2-15,10 2-1 16,-4-5 3-16,1 15-11 0,-7 5 12 16,-6 5-8-16,-18-1 8 15,-10 0-4-15,-6 0 0 16,3-8-2-16,3-8-1 16,1-8 2-16,-7-3-7 15,27-5 6-15,1 0-3 16,7 3 10-16,5 9-10 15,0 4 11-15,-6 4-4 16,0-4-1-16,-12 0 9 16,-3 1-10-16,3-9 0 15,-1-5-5-15,-8 2-6 16,8-5 10-16,7 0 1 16,-3 0-9-16,9 0 9 15,-6 0 0-15,0 8 5 0,12-1-4 16,16-7 2-16,-3 0 7 15,-6 0-16-15,8 0 17 16,-2-3-16-16,-6-9 11 16,-7 4-10-16,-6 0 7 15,10 0-3-15,-26 8 3 16,22 0 2-16,-5 0 0 16,5-4-3-16,22-4 11 15,-9-5-9-15,3-3 13 16,-16 9-17-16,13 2 9 15,-25 2-5-15,-1-2 0 16,-20 2-2-16,-13-2 5 0,-13 1-8 16,0-7 4-16,-2-5-6 15,-10-9-8-15,-16 5 8 16,-6 12-4-16,-5-3 7 16,-17 3 0-16,-12 3 1 15,10 5 0-15,3-8-1 16,-7 4 11-16,10-16-9 15,2 8 1-15,4-8-3 16,0-13 0-16,3-6-7 16,3-9-1-16,13-4 8 15,-1 3-3-15,-5-7-5 16,14-8 16-16,-8 0-16 16,-16-8 6-16,25-8 0 15,-16 3-14-15,-9-11 4 16,-3-4-1-16,0 4-7 0,-9 4 19 15,2 15 2-15,-2 5-8 16,-7-4 13-16,16 12-12 16,-15-5 10-16,2 6-4 15,-9-6 0-15,-6-7 1 16,0-5-3-16,0 6-4 16,13 2 3-16,-13 17 3 15,0 9-7-15,0 6 12 16,0 13-5-16,0-1 2 15,0 10 4-15,0-1-2 16,0-1 0-16,0 6-8 16,0-5 12-16,0 4-16 0,0 8 12 15,-28-12-12-15,-25 8 4 16,-12-12 2-16,-9 3-11 16,-13-2 1-16,-13-6-9 15,-14-7 0-15,-1 4 15 16,3 1 10-16,-9 6-12 15,13 6 14-15,-10 11-8 16,-24 0 4-16,-10 0 2 16,-3 3-4-16,-7 5 0 15,29-8-1-15,21 0 9 16,-2 0-19-16,5 0 20 16,-9-24-16-16,16 4 14 15,-10-4-1-15,-15 4 8 0,-6 4 13 16,-22 4-20-1,9-4-1-15,3-4-12 0,4-8 12 16,24-8-13-16,4-5 3 16,8 2 2-16,10-2 4 15,0 5-1-15,13 5-1 16,8 2 1-16,-8 9 1 16,5 16 2-16,-12 4 20 15,-6 0-21-15,-21 0-5 16,8 0 2-16,-8 0 0 15,-1 0-7-15,28 0 3 16,-12 0-8-16,24 0-12 0,4 0 24 16,-3 0-4-16,-1 0 1 15,1 0 6-15,-13 0-5 16,0 0 6-16,-6 0-3 16,-12 0-1-16,-4 0-5 15,-2 0 3-15,2 4 2 16,4-4-7-16,2 8 13 15,4 4-15-15,-9 1 17 16,27-5-15-16,-18 0 12 16,18-8-7-16,22 3 2 15,-9 5 0-15,3-4-1 16,3 4 6-16,3-8-13 16,0 13 1-16,-3-5 6 15,9 4-7-15,7-12 8 16,-1 11 0-16,7-3 3 0,-7-8-5 15,20 13 6-15,-20-6-8 16,-6 1 11-16,-9 5-16 16,3 2 13-16,-9-2-7 15,9 3 6-15,-9-4-6 16,9-4 6-16,0-8-3 16,-9 8 6-16,3-8-3 15,-10 8 7-15,-11 4-9 16,5 0 7-16,7 0-4 15,9 0-4-15,30-9 0 0,14-3 1 16,21 0-4 0,0 0-15-16,-6 0 18 0,-1 0-6 15,-11 5 3-15,-10 3 3 16,-19 0 0-16,13 1 1 16,-12 2 2-16,12-3 0 15,-1 0 0-15,-2 1 0 16,9-6 4-16,7 5-5 15,2-4 3-15,7 4-5 16,5 0 2-16,-2-8-2 16,9 0-7-16,0 0-16 15,0 0-106-15,16 0-300 16,36 0-327-16</inkml:trace>
  <inkml:trace contextRef="#ctx0" brushRef="#br0" timeOffset="138381.49">19770 10592 650 0,'0'0'136'0,"0"0"-105"0,0 0 85 0,0 0 39 0,0 0-109 0,0 0 9 16,0 0 8-16,0 0-28 16,0 0 9-16,28 3-28 15,-22-3 6-15,6 0-11 16,23 0-22-16,23 0 22 15,29 0-2-15,28 0-1 16,12 0 17-16,-18-3-25 16,-10-2-9-16,-25 5 6 15,-21 0-35-15,-19 0 13 16,-28 0-68-16,-6 0-44 16,0 0-182-16,-28 0-34 0</inkml:trace>
  <inkml:trace contextRef="#ctx0" brushRef="#br0" timeOffset="138730.66">19869 10695 538 0,'0'0'173'16,"0"0"-172"-16,0 0 139 16,177-252 0-16,-140 168-92 15,-9-4-32-15,12 7 22 0,-27 5-34 16,2 20 14-16,-9 23 11 16,-6 10 14-16,0 18 7 15,0 5-50-15,0 0 8 16,25 0 1-16,3 0-16 15,19 25 14-15,5 11-4 16,-5 8 2-16,-7 16-10 16,7 8-7-16,-19 12-33 15,-16-8-86-15,-12 0-175 16,0-19-88-16</inkml:trace>
  <inkml:trace contextRef="#ctx0" brushRef="#br0" timeOffset="139247.34">20908 10467 174 0,'0'0'261'0,"0"0"-182"0,0 0 16 0,0 0 31 0,0 0 35 0,0 0-35 0,65-5-28 15,-31-26-16-15,13-10-18 0,5-3-32 16,4 5-17-1,-9 3-14-15,5 0 16 0,-11 8-33 16,5-1 27-16,-6 5-22 16,-21 8-28-16,9 0 8 15,-9 0-55-15,-10 12-36 16,3 4-29-16,-12 0-92 16,0 0-28-16</inkml:trace>
  <inkml:trace contextRef="#ctx0" brushRef="#br0" timeOffset="139580.76">21020 10483 554 0,'0'0'160'0,"0"0"-153"16,0 0 105-16,0 0 87 15,0 0-95-15,0 0-68 0,260 84 17 16,-214-59-51 0,4-2 13-16,-3 1-15 0,-7 1 0 15,-3 6-9 1,3-7-8-16,-5-4-83 0,-1 1-18 15,0-14-58-15,-9 1-81 16,2-8-133-16</inkml:trace>
  <inkml:trace contextRef="#ctx0" brushRef="#br0" timeOffset="139929.74">21841 10692 515 0,'0'0'55'0,"0"0"-53"15,0 0 51-15,0 0-11 16,0 0 20-16,0 0-23 15,230 0 46-15,-184-28-30 16,29 0 54-16,-10-21-66 16,3-7 17-16,-15-4-24 15,-7 12-34-15,-27-4 20 16,-10-1-15-16,-9 14-1 16,0 6 6-16,-40 13 11 0,-16 9-20 15,16 11 30-15,-13 0-20 16,13 7-12-16,-7 37-2 15,22 8-61-15,25 12-50 16,-9-7-305-16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1T22:04:41.3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2412 2715 328 0,'0'0'76'0,"0"0"-50"0,0 0 29 0,0 0-9 0,0 0 54 16,0 0-16-16,0 0-53 16,7-36 6-16,-7 36-7 15,6 0 10-15,-6 0-23 16,6 0-1-16,-6 0-11 16,0 0 12-16,6 0-17 15,-6 0 9-15,0 0 22 16,6 0-20-16,28 0 10 0,22 0-5 15,16 0 31-15,-4 0-39 16,19-5 17-16,-7-3-22 16,-8 5 3-16,-4-10-6 15,12 9 0-15,-21 0-1 16,-6 4 3-16,-3 0-8 16,-19 0 13-16,15 0-14 15,4 0 14-15,-19 0-14 16,3 0-6-16,0 0-4 15,0 0-38-15,-3 0-1 16,9 0-21-16,7 0-51 16,9 0 18-16,-16-23-117 0</inkml:trace>
  <inkml:trace contextRef="#ctx0" brushRef="#br0" timeOffset="1449.73">5439 2730 233 0,'0'0'49'0,"0"0"10"0,0 0-7 0,0 0-27 0,0 0 35 15,0 0 21-15,0 0-23 16,0 0-1-16,0 0-10 16,0 0 45-16,0 0-43 15,0 0 4-15,0 0-36 16,0 0 21-16,0 0-24 15,0 0-10-15,0 0-4 16,0 0 4-16,15 0-3 16,25 0 1-16,7 0 27 0,12 0-21 15,15 0 13-15,7 0-5 16,12 0-2-16,0-3-13 16,28-9 3-16,0-1 4 15,18-7 0-15,7 4-4 16,-3 8 8-16,-4-4-9 15,-33 1 3-15,-20 6-6 16,-17 5 0-16,-17 0-3 16,1 0 3-16,-13 0 0 15,-6 0-2-15,1 0 8 16,-17 0-6-16,-2 0 4 16,8 0-7-16,-24 0 3 15,0 0 0-15,0 0 0 16,0 0 4-16,0 0 16 0,0 0 1 15,0 0 17 1,0 0-24-16,0 0 12 0,0 0-20 16,0-3-8-16,0 3 2 15,0 0 0-15,0 0-1 16,0 0-1-16,0 0-2 16,0 0-18-16,0 0-1 15,16-13-55-15,-10-15-92 16,-6-8-437-16</inkml:trace>
  <inkml:trace contextRef="#ctx0" brushRef="#br0" timeOffset="32656.45">20647 3429 326 0,'0'0'301'0,"0"0"-268"0,0 0 33 0,0 0 56 16,0 0-51-1,0 0-16-15,261 20 0 0,-190-20-17 16,-9 0-10-16,-15 0-22 15,-1 0-6-15,-18 0 0 16,-3 0-8-16,-3-5-26 16,-10-3-36-16,0 1-2 15,-12-1-79-15,0 0-2 16,0 0-134-16</inkml:trace>
  <inkml:trace contextRef="#ctx0" brushRef="#br0" timeOffset="32905.18">20892 3220 415 0,'0'0'22'16,"0"0"26"-16,0 0 6 15,0 0-48-15,0 0-6 16,0 0-4-16,214 0-68 16,-173-17-127-16</inkml:trace>
  <inkml:trace contextRef="#ctx0" brushRef="#br0" timeOffset="33623.32">21655 3405 120 0,'0'0'206'0,"0"0"-155"16,0 0 24-16,0 0-32 15,0 0-22-15,0 0 24 16,68 104 0-16,-43-104-35 0,9 0 31 16,0 0 21-1,0 0 24-15,-2-8-13 0,8-25-25 16,6-6-20-16,-5-5-22 15,-7-17 8-15,-6 9-14 16,-10 0-7 0,-12 4-28-16,-6 4 19 0,0 11-1 15,-18 5 9-15,-44 9-20 16,9 7 18-16,0 12 2 16,1 0 8-16,11 0 15 15,7 12 0-15,0 19 3 16,16 5-18-16,11-3-3 0,7 3-1 15,0-8-24 1,0-1 19-16,0-6 5 0,0 7 1 16,0-11 3-16,41-2 21 15,11 6-13-15,7-6 11 16,-6 1-16-16,3 8 3 16,-16-4-1-16,-9 8-2 15,-9 5-3-15,-4-1 9 16,4 0-1-16,3-8-4 15,3-8-8-15,6-12-21 16,0-4-52-16,-3 0-44 16,-9-4-105-16</inkml:trace>
  <inkml:trace contextRef="#ctx0" brushRef="#br0" timeOffset="34439.18">22905 2987 488 0,'0'0'143'0,"0"0"-51"0,0 0 15 0,0 0-40 0,0 0-36 0,0 0-13 16,-19 20 56-16,-27 24-41 15,-10 0 10-15,3 9-38 16,-6 7 26-16,-3 4-28 16,-3-4-3-16,12 0 0 15,13-11-15-15,0-10-10 16,30-10 10-16,4-14 8 16,6-15-67-16,0 0-6 15,0 0-78-15,0-19-6 0,0-18-373 16</inkml:trace>
  <inkml:trace contextRef="#ctx0" brushRef="#br0" timeOffset="34686.9">22483 3203 610 0,'0'0'106'16,"0"0"34"-16,0 0-52 0,0 0-57 16,0 0 10-1,341 166-38-15,-294-143-3 0,-13 1-29 16,-6-8 1-16,-16-4-21 16,-6 1-92-16,-6-2-74 15,0-2-137-15</inkml:trace>
  <inkml:trace contextRef="#ctx0" brushRef="#br0" timeOffset="35305.01">23308 2635 392 0,'0'0'32'0,"0"0"14"0,0 0 50 16,0 0-35-16,0 0-39 16,0 0 29-16,146-21-23 15,-146 37-3-15,0 20-10 16,-35 5-10-16,-11-2 7 16,-13-3-4-16,13 1 4 15,5 3-12-15,7-12 29 0,12-3 16 16,22-10-18-16,0 1-27 15,0-11 0-15,0 3 2 16,0-5-1-16,34-3 17 16,7 0-5-16,12 0 7 15,9 0-19-15,-10 0 3 16,1 0-4-16,-19 0-42 16,-15 0-100-16,-10 0-110 15</inkml:trace>
  <inkml:trace contextRef="#ctx0" brushRef="#br0" timeOffset="35787.31">23916 3216 336 0,'0'0'237'0,"0"0"-134"0,0 0 13 0,0 0-30 0,0 0-13 16,0 0-32-16,6 100-1 15,-6-64-26-15,12 4-4 0,-12 0-9 16,0 5 0-16,0-6-2 16,0-3-18-16,0-3-27 15,0-17-5-15,0-16-149 16,0 0 91-16</inkml:trace>
  <inkml:trace contextRef="#ctx0" brushRef="#br0" timeOffset="36036.33">23733 3275 190 0,'0'0'453'0,"0"0"-442"0,0 0 57 15,0 0 17-15,0 0-39 16,0 0-16-16,155 69-1 16,-121-57-28-16,12-8 5 15,-5 0-6-15,-7-4-23 16,6 0-72-16,-21 0-28 16,8 0-113-16</inkml:trace>
  <inkml:trace contextRef="#ctx0" brushRef="#br0" timeOffset="36753.37">24477 2931 385 0,'0'0'202'0,"0"0"-162"15,0 0 69-15,0 0-35 0,0 0-17 16,0 0-23-16,0-8 3 15,0 8 4-15,0 0 7 16,0 20 1-16,0 24-19 16,12 5 16-16,-12 2-28 15,13 6-2-15,-13-9-14 16,9-1 1-16,-3 14-3 16,0-12-1-16,-6-2-17 15,0-7 18-15,0-8 3 16,0-4 4-16,0-15-10 0,0-6 4 15,0-7-2 1,0 0-7-16,0 0-7 0,0-3 11 16,6-22-14-16,-6 2 4 15,28-13 0-15,-9 7 10 16,9-2 3-16,3 6-1 16,19 1-6-16,2 9 6 15,1 10-9-15,0-3-10 16,-7 8 13-16,-6 0-21 15,-5 0 29-15,-8 8-6 16,-8 12 3-16,-13 4 6 16,4 4 8-16,-10 5 6 15,0 3-3-15,-16 0 14 16,-30 0-12-16,-1-12 3 16,-6-9-18-16,1 1 17 15,-10-16-15-15,3 5-3 16,-3-5-11-16,15 0 11 0,22 0 0 15,-3 0-10-15,16 0-10 16,6 0-36-16,6 0-35 16,0 0-134-16,0 0-110 15</inkml:trace>
  <inkml:trace contextRef="#ctx0" brushRef="#br0" timeOffset="37235.64">25531 3228 604 0,'0'0'125'0,"0"0"-24"0,0 0 18 0,0 0-29 16,0 0-56-16,0 0-31 15,-239 196-2-15,205-160 1 16,-6-3-4-16,21-5-4 16,-2-12-3-16,8-1 0 15,-2-2-36-15,15-13 28 16,-7 3-18-16,7-3-27 15,-6 0-46-15,0 0-15 16,-6-23-175-16,-4-6-25 0</inkml:trace>
  <inkml:trace contextRef="#ctx0" brushRef="#br0" timeOffset="37485.14">25531 3228 490 0,'-347'11'210'0,"368"-11"-120"16,14 0 11-16,-4 0-28 16,15 0-1-16,1 5-26 15,-13 23-20-15,18 5-6 16,-2 6-14-16,-19-3 5 16,9 5-8-16,-12-10 10 0,-15 5-5 15,8-8-12 1,-14-7 4-16,5-13-15 15,0-4-28-15,-12-4-65 0,0 0-67 16,0 0-153-16,0-8-161 16</inkml:trace>
  <inkml:trace contextRef="#ctx0" brushRef="#br0" timeOffset="38037.11">25987 3256 127 0,'0'0'107'0,"0"0"16"0,0 0 21 0,0 0 7 0,0 0-15 15,0 0 6-15,18 0-49 16,-18 0-24-16,10 0-26 16,-10 16-10-16,12 17 3 15,7 3-11-15,-4 0-19 16,-15 8-1-16,0 0-10 15,0 4 5-15,0-9-4 16,0-3-18-16,0-7-6 0,0-14-18 16,0-2-15-16,0-13-59 15,0 0-61-15,0 0 30 16,-6 0-253-16</inkml:trace>
  <inkml:trace contextRef="#ctx0" brushRef="#br0" timeOffset="38301.61">25745 3460 508 0,'0'0'76'0,"0"0"62"0,0 0-17 16,0 0-60-16,0 0-7 16,0 0 2-16,260 17 8 15,-210-17-55-15,-3 0-9 16,-7 0-2-16,-3 0-23 16,3 0-64-16,1-5-114 15,-13-10-100-15</inkml:trace>
  <inkml:trace contextRef="#ctx0" brushRef="#br0" timeOffset="38802.33">26948 3344 58 0,'0'0'525'15,"0"0"-476"-15,0 0 30 0,0 0-29 16,0 0-17-16,0 0-9 16,-99-12 17-16,71 12-32 15,-19 17 36-15,7 6-8 16,-6 5 9-16,15 4-3 16,3 13-5-16,-6 2-11 15,21-3-24-15,1 5 18 16,12-4-18-16,0-14-6 15,0-7 1-15,25-7-5 16,21-6-4-16,1-7 11 0,15-4 0 16,3 0 1-16,3 0-2 15,19 0 1-15,-13-24-12 16,-9 0-83-16,-24-9 55 16,-1 2-111-16,-34-5-17 15</inkml:trace>
  <inkml:trace contextRef="#ctx0" brushRef="#br0" timeOffset="50424.01">19816 3336 68 0,'0'0'311'0,"0"0"-261"0,0 0 36 0,0 0-30 0,0 0-15 0,0 0-5 16,-12 72 15-1,6-59-5-15,6-2 35 0,-6 6-22 16,6-6-5-16,0 6-18 15,0-1-17-15,0 0 7 16,0-1-20-16,0 10 13 16,0-6-13-16,0 1 11 15,6 9-17-15,12-9 2 16,17 8-2-16,-1-4 6 16,-10-12-8-16,11 4 11 0,-1-4-18 15,-16 1 15-15,23-10-20 16,-20 1 7-16,13-4-13 15,-3 0 6-15,-9 0 0 16,-3 0 11-16,2 0 6 16,-8 0 8-16,-1-7-8 15,-2-1 5-15,8-13-4 16,1-7-1-16,9-8 7 16,0-12-10-16,-10 4 0 15,10 8 4-15,-16 0-13 16,16 8 3-16,-15 3 5 15,-7-2 1-15,0 7-2 16,-6-13 6-16,16 1-8 16,-10-4-2-16,0 4-10 15,-6 0 13-15,0 4-15 0,0 8 14 16,0 7 8-16,0 2 2 16,0-6 1-16,-6 6 7 15,-16-9-14-15,10 4 0 16,-7-1 0-16,-15 6 0 15,0-2-7-15,0 9 7 16,-13 1-7-16,23-5 15 16,-11 8-11-16,1 0 6 15,-6 0-6-15,6 0-1 16,3 0 3-16,3 0-6 16,-12 8-4-16,6 4 6 15,-1-1-7-15,-5 2 7 16,9 2 5-16,-9 10-8 0,6 2 14 15,0 6-6 1,9-2 0-16,-15 5 4 0,5-3-6 16,14 3 8-16,-10 5-10 15,3-10 8-15,15 5-8 16,-8-8-5-16,21 0-22 16,0-15-132-16,0-5-197 15</inkml:trace>
  <inkml:trace contextRef="#ctx0" brushRef="#br0" timeOffset="94719.9">27612 3588 306 0,'0'0'277'0,"0"0"-255"0,0 0 37 0,0 0-12 15,0 0-21-15,0 0-6 16,0 0 26-16,0 0-16 15,0 0 9-15,6 13 28 16,-6-13-16-16,0 0-9 16,0 0-17-16,0 0 6 15,6 0-24-15,-6 0 5 16,6 0-10-16,10 0 11 0,8 4-4 16,11 4 12-1,11-8 8-15,29 4-10 0,-4-4 8 16,19 0-12-16,21 4 5 15,10-4-4-15,13 8-6 16,14-8-7-16,-8 3 0 16,-7-3 0-16,-18 0-3 15,-16 0 0-15,-12 0-19 16,-22 0 10-16,3 0-21 16,-9 0 21-16,-9 0-21 15,-13 0 10-15,-9 0-30 16,-16 0-42-16,-12 0-89 15,0 0-174-15</inkml:trace>
  <inkml:trace contextRef="#ctx0" brushRef="#br0" timeOffset="95235.96">29094 3485 485 0,'0'0'131'0,"0"0"-41"0,0 0 31 0,0 0-38 0,0 0-44 16,421 28 13-16,-346-28-20 16,-22 3-20-16,-19 2-11 15,-22 3 1-15,-12-5-1 0,0 6-1 16,0 2-11 0,0 10 11-16,-6 19 15 0,-47 0-12 15,0 5 9-15,4-1-2 16,12-8-20-16,9-8-5 15,6-12-57-15,16-4-30 16,6-12-74-16,0 0-168 16</inkml:trace>
  <inkml:trace contextRef="#ctx0" brushRef="#br0" timeOffset="96137.21">30238 3817 156 0,'0'0'156'0,"0"0"1"0,0 0-76 0,0 0-24 15,0 0 11-15,0 0-17 0,0 8-4 16,0-8 7-16,0 0-1 16,0 0-6-16,0 0-10 15,0 0 35-15,0 0-56 16,0 0 18-16,0 0-25 15,12 0 16-15,-6 0-3 16,-6 0-2-16,10 0 4 16,8-3-1-16,10-21 12 15,19-17-19-15,-1-10 2 16,29-6-10-16,2-7 7 0,-2 8-15 16,-7-1 0-16,-15 14 0 15,-7 10-10-15,-12 6 10 16,-15 7-6-16,2 3 3 15,-14 5-12-15,-1 0 8 16,-6 4-23-16,0 0 0 16,0 4-40-16,0 4-24 15,0 0-102-15,0 0-194 16</inkml:trace>
  <inkml:trace contextRef="#ctx0" brushRef="#br0" timeOffset="96517.99">30325 3364 353 0,'0'0'208'0,"0"0"-134"0,0 0 22 0,0 0 9 0,0 0-32 15,0 0-6-15,139 157-14 16,-99-126 1-16,-5 2-33 16,5-1 13-16,-6 0-5 0,-3 0-5 15,-3-4-10 1,-6-8-12-16,-4 0-2 0,4-4-3 15,-3 0 3-15,-1-4-33 16,-2-4 20-16,2-3-30 16,-2 3-5-16,-4-8-62 15,1 0-64-15,-7 0-137 16</inkml:trace>
  <inkml:trace contextRef="#ctx0" brushRef="#br0" timeOffset="97134.26">31094 4082 551 0,'0'0'182'0,"0"0"-43"0,0 0-62 15,0 0-46-15,0 0-1 16,0 0 10-16,93-137-5 16,-72 101-32-16,-2-8 1 0,-7 13 4 15,4-2-12-15,-10 13 7 16,0 9-3-16,-6 3 15 16,0 8-14-16,0 0 25 15,0 0 3-15,0 0 4 16,0 0-30-16,0 0-6 15,0 0-9-15,0 0 3 16,-6 3-18-16,-22 21-3 16,-6-4-16-16,3 8-68 15,-9 0-43-15,6-12-108 16</inkml:trace>
  <inkml:trace contextRef="#ctx0" brushRef="#br0" timeOffset="98134.24">27798 4010 495 0,'0'0'126'0,"0"0"-54"0,0 0 57 0,0 0-14 0,0 0-36 15,341 125-10-15,-227-81-34 16,20-5 11-16,5 9-19 16,-5 1 15-16,-7-1-11 15,0 0-12-15,-12 0-10 16,-10-4-6-16,-12 4-4 16,3-4 9-16,-9 0-16 15,6 5 19-15,6-13-24 16,-6 12 13-16,-12-15-30 15,-13-10 24-15,-21-2 6 16,-20-14-12-16,-20-7-34 0,5 0-26 16,-12 0-19-1,0 0-146-15,0-15-337 0</inkml:trace>
  <inkml:trace contextRef="#ctx0" brushRef="#br0" timeOffset="98833.9">29776 4615 403 0,'0'0'114'0,"0"0"-31"0,0 0 9 0,0 0-23 0,0 0-42 15,0 0 10-15,22 185-27 16,-22-161-3-16,0-4 5 16,-22-4 20-16,9-8 23 15,-8-4-31-15,21 1 3 16,0-5-12-16,0 0-7 15,0 3-4-15,0-3-8 16,0 5-19-16,0-2 12 16,0 5 10-16,40-4 2 15,7 1 25-15,2 3-23 16,-2-5 19-16,5-3-13 16,-11 0-8-16,5 0-1 15,-12 0-13-15,-15 0-3 16,-4-8 9-16,-15-8 5 0,0 1 4 15,0-10-5-15,0-3-2 16,-27 4-3-16,-8-8 2 16,-5 0 4-16,6-1-18 15,3-3-34-15,3 8-57 16,9 20 58-16,10 0 48 16,3 8-26-16,0 0 7 15,6 0 15-15,0 0-25 16,0 0-75-16,0 0-218 15</inkml:trace>
  <inkml:trace contextRef="#ctx0" brushRef="#br0" timeOffset="99499.58">30740 5253 549 0,'0'0'145'0,"0"0"-70"0,0 0 42 0,0 0-49 0,0 0-19 0,0 0 3 0,0 8-14 0,0-8-9 0,0 0-1 16,19-8-22 0,15-24 24-16,19 9 8 0,9-18-33 15,3 1 5-15,3 0-8 16,-3-5-1-16,-12 6 5 16,-4 6-12-16,-18-3 0 15,-3 17-10-15,-9 6-16 0,-10 6 16 16,-9 7-7-16,0-8-40 15,0 3-19 1,0 1-80-16,0 4-35 0,-34 0-448 16</inkml:trace>
  <inkml:trace contextRef="#ctx0" brushRef="#br0" timeOffset="99748.84">30892 4913 389 0,'0'0'202'15,"0"0"-63"-15,0 0-6 0,0 0-29 16,0 0-40 0,0 0-23-16,28 232-31 0,-22-200-7 15,-6 0-5-15,13-7 12 16,2 6-10-16,-9-3 2 15,13-4-2-15,9-4-28 16,-10-7-1-16,17-5-65 16,-8-8-129-16,-8 0-223 15</inkml:trace>
  <inkml:trace contextRef="#ctx0" brushRef="#br0" timeOffset="100265.02">31280 5298 402 0,'0'0'79'0,"0"0"-8"0,0 0 16 0,0 0-55 0,0 0-31 16,0 0 2-16,127 60-6 15,-127-37 10-15,0 5 7 16,0 5 16-16,-19-5 41 16,-9 0-19-16,10-16 10 15,18-8-19-15,0-4-22 16,0 0-21-16,0 0-6 16,0 0-9-16,0 0-1 15,18 0 16-15,16 0 12 0,0 0-3 16,7 0 11-16,5 0-15 15,-21 0-5 1,15 0-4-16,-18 0-9 0,-9 0-67 16,-1 0-86-16,-12 0-67 15,9 0-211-15</inkml:trace>
  <inkml:trace contextRef="#ctx0" brushRef="#br0" timeOffset="132488.04">10660 12480 359 0,'0'0'232'0,"0"0"-166"0,0 0-18 0,0 0-33 16,0 0-15-16,0 0-8 15,0 0 4-15,0 0 4 16,0 0 12-16,13-4 3 15,-13 4 28-15,0 0-29 16,0 0 4-16,0 0 0 16,0 0 20-16,0 0-33 15,0 0 34-15,0 0-33 16,0 0 15-16,0 0-15 16,0 0 12-16,0 0 8 15,0 0-8-15,15 0 20 16,-15 0-35-16,12 0 15 0,-12 0-14 15,25 0 7 1,3 0-9-16,12 0 13 0,-5 0-9 16,-1 0 4-16,-3 0 7 15,-3 0-16-15,6 0 0 16,-9 0 10-16,9-4-12 16,0-4 7-16,-16 4-12 15,10-4-1-15,-9-4-7 16,3 4-5-16,-10-8-40 15,10 0-7-15,-22 4-51 16,0-4-61-16,0 12-101 16</inkml:trace>
  <inkml:trace contextRef="#ctx0" brushRef="#br0" timeOffset="133005.06">10694 12311 386 0,'0'0'135'0,"0"0"-58"0,0 0 24 0,0 0-54 0,0 0-18 15,0 0 2-15,47-3 13 16,-22-5-17-16,15 8-8 16,-12-4 17-16,6 4-25 0,-3 0 10 15,3-5-20-15,-6 5 3 16,6 0-4-16,-3 0 0 15,-3 0 0-15,0-3-16 16,3-2-7-16,-9-6-61 16,-10-1-16-16,-12-1-33 15,0 5-151-15</inkml:trace>
  <inkml:trace contextRef="#ctx0" brushRef="#br0" timeOffset="133654.44">10725 12681 42 0,'0'0'396'0,"0"0"-342"0,0 0-7 0,0 0-6 0,0 0-18 16,0 0 20-16,0-8 9 15,16-12-3-15,2-16-21 16,10 3 28-16,6-14-25 16,13-18 24-16,6-7-14 15,15-9-22-15,-9 1-5 16,-7 8-14-16,-11 5 0 15,-7 2-9-15,-9 20-7 16,3 2-44-16,-16 19-33 16,3 11 16-16,-8 13 22 15,-7 0-20-15,0 13-26 16,0 31-63-16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04T23:03:57.7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13020 4266 276 0,'0'0'75'0,"0"0"-29"0,0 0 34 0,0 0-36 15,0 0-28-15,0 0 13 16,0 0-8-16,6 0-16 15,-6 0-1-15,0 0-2 16,0 0 57-16,0 0-8 16,0 0-18-16,0 0-24 15,0 0 35-15,0 0 2 16,0 0-5-16,0 0 25 16,0 0-21-16,0 0-8 15,0 0-29-15,0 0 13 16,0 0-19-16,0 0 46 15,0 0-32-15,0 0 18 0,0 0 10 16,0 0-18 0,0 0-5-16,12 0-11 0,-12-7-3 15,28-1-6-15,-9 0 22 16,3-5-22-16,12 1 13 16,6-4-6-16,7-4 2 15,5 1-8-15,-5 2 0 16,-19 9-2-16,12 5 2 15,-15-2-6-15,21 2 8 16,1-6-6-16,-1 5 10 16,4 0-10-16,-13-4 2 15,3 8-2-15,1 0 1 16,-7 0 2-16,6 0-10 16,-6 0 18-16,7 0-15 15,-17 0 13-15,17 0-12 0,-1 0 10 16,6 0-7-16,1 0 2 15,-7 0 0-15,-6 0-1 16,1 0 5-16,-17 0-12 16,-2 0 16-16,-4 0-14 15,-6 0 8-15,0 0-4 16,-6 0 1-16,0 0-2 16,0 0-2-16,0 0 5 15,0 0-3-15,0 0 11 16,0 0-17-16,0 0 21 15,0 0-24-15,0 0-5 0,0 0-63 16,0-8-259-16</inkml:trace>
  <inkml:trace contextRef="#ctx0" brushRef="#br0" timeOffset="832.58">14021 3465 446 0,'0'0'117'0,"0"0"-83"0,0 0 31 0,0 0-31 0,0 0-16 15,0 0 9-15,0 0 67 16,6 0 19-16,22-13 8 16,13-15-38-16,11-4-18 15,29-11-17-15,18-18-37 16,22 1 17-16,34-16-27 15,13-1 7-15,5 9-8 16,-15 4 0-16,-15 24 0 0,-31 4 2 16,-10 4-8-16,-3 4 2 15,-12-5 1-15,12 2-28 16,-24 3 8 0,-1 4-53-16,-27 12-23 0,-35 12-219 15,-12 0-172-15</inkml:trace>
  <inkml:trace contextRef="#ctx0" brushRef="#br0" timeOffset="1617.45">14136 3449 133 0,'0'0'175'0,"0"0"19"0,0 0-89 16,0 0-23-16,0 0-18 15,0 0-22-15,-68 75-22 16,68-75 17-16,15 0 59 16,10 0 5-16,3 0-55 15,-3 0 28-15,3 0-27 16,-7 0-26-16,4 0-16 0,-3 0-9 15,-16 0 5 1,0 0-1-16,-6 0 0 0,0 0-3 16,0 0 2-16,0 0-34 15,0 0 3-15,13 0-1 16,-7 0 28-16,-6 0-39 16,9 0 9-16,-3 0 32 15,1 0 3-15,5 0-76 16,4 0-110-16,-4 0 47 15,0-8-17-15,1-7-261 16</inkml:trace>
  <inkml:trace contextRef="#ctx0" brushRef="#br0" timeOffset="2864.49">16220 2614 81 0,'0'0'306'0,"0"0"-303"0,0 0 11 15,0 0 0-15,0 0-14 16,0 0 6-16,0 0 66 16,0 0-31-16,0 0 53 15,0 0-7-15,0 0-32 16,0 0-44-16,0 0-11 15,0 0-1-15,0 0-17 16,0 0 18-16,0 0 7 0,0 0 67 16,0 0-15-16,0 0 41 15,0 0-69-15,0 0-15 16,0 0-15-16,0 0 11 16,0 0-12-16,0 0 0 15,0 0 12-15,0 0-8 16,0 0 27-16,0 0-26 15,0 0 41-15,0 0-36 16,15-20 15-16,19-4-17 16,3-4-6-16,13-12-4 15,3-4 6-15,-7 0-3 16,13-4 4-16,-12 16-10 16,-13 7 8-16,-22 9-12 0,4 12 5 15,-16 4-19-15,0 0-38 16,0 0-94-16,0 0-64 15,0 0 39-15,-16 9-77 16</inkml:trace>
  <inkml:trace contextRef="#ctx0" brushRef="#br0" timeOffset="3414.93">16306 2350 207 0,'0'0'343'0,"0"0"-273"0,0 0 21 0,0 0 8 0,0 0-52 16,0 0 6-16,-6 8-5 15,6-8 19-15,0 0-23 16,0 0 29-16,0 8-21 16,0 7-19-16,0-2-23 15,22 7 1-15,24 0-1 16,1-1-8-16,-7 2 1 16,25 7 4-16,-3-4-10 15,-15 5 15-15,6-6-20 16,-13-2 10-16,0-6-2 15,-6 1 0-15,-15-4 2 16,3-4-6-16,-16 0-5 16,0-3 5-16,0-5-31 0,-6 0-46 15,0 0-53-15,0 0-263 16</inkml:trace>
  <inkml:trace contextRef="#ctx0" brushRef="#br0" timeOffset="4367.22">17444 2502 41 0,'0'0'395'0,"0"0"-245"0,0 0-8 0,0 0-12 0,0 0-27 16,0 0-31-16,0 0-18 16,0 0-22-16,0 0-23 15,0 0 83-15,0 0-48 16,0 0 18-16,28 0-30 15,10-4 26-15,17 0-32 16,10-8 0-16,28 0-18 16,4 4-5-16,2-4-6 15,6 7 8-15,-2 5-13 16,-4 0 3-16,-12 0 2 16,-19 0-22-16,-22 5 5 0,-12 7-10 15,-15-4-15-15,-7 0-24 16,4 3-115-16,-10-2-113 15,-6-5-82-15</inkml:trace>
  <inkml:trace contextRef="#ctx0" brushRef="#br0" timeOffset="4846.64">18232 2358 199 0,'0'0'210'0,"0"0"-100"0,0 0-40 0,0 0-26 0,0 0 48 16,0 0 7-1,68 0-20-15,-15 8 20 0,0-8-58 16,2 7 4-16,4-7-41 15,-6 8 19-15,-13-3-12 16,-12 7-19-16,-9-4 8 16,-4 3-2-16,-15-2-3 15,0 3 1-15,0 8-7 16,0 4 17-16,-9 8-13 16,-37 4 14-16,-1 0-15 15,1-8 5-15,5 0-42 16,16-24-204-16,4-4-99 0</inkml:trace>
  <inkml:trace contextRef="#ctx0" brushRef="#br0" timeOffset="5530.32">19023 2226 53 0,'0'0'388'0,"0"0"-250"0,0 0 86 0,0 0-33 16,0 0-105-16,0 0-32 0,105 27-5 16,-77-10-7-1,-9-6-26-15,2 9-9 0,-8 5-2 16,-13-1 14-16,0-1-18 15,6 2-1-15,-6-9-3 16,0-8-4-16,15-4-64 16,-8-4-59-16,11 0-217 15,-5 0-136-15</inkml:trace>
  <inkml:trace contextRef="#ctx0" brushRef="#br0" timeOffset="5845.08">19497 2253 67 0,'0'0'173'16,"0"0"-36"-16,0 0 3 16,0 0-40-16,0 0 26 15,0 0 39-15,-127 145-42 16,93-109-77-16,-6-4-19 15,-1-4-12-15,16-8-4 16,4 0-5-16,-7 1-6 16,15-10 7-16,1 5-19 15,6 1 6-15,-16-2 0 16,22 6-34-16,-6-6 14 0,6-2-45 16,0-13-113-16,0 0 0 15,0 0 32-15,0 0-77 16</inkml:trace>
  <inkml:trace contextRef="#ctx0" brushRef="#br0" timeOffset="6395.94">19677 2563 354 0,'0'0'64'0,"0"0"49"0,0 0-47 16,0 0-3-16,0 0 46 15,0 0-16-15,0 0 29 16,0 0-43-16,0 0-7 16,19 0-27-16,21 0 17 15,0 0-61-15,-6-8-1 16,0 8 0-16,-9-5-23 0,-3 5-23 15,12-4-30 1,-9-4-24-16,-4 0-113 0,-2 0 4 16,-13-4-79-1</inkml:trace>
  <inkml:trace contextRef="#ctx0" brushRef="#br0" timeOffset="6573.32">19677 2563 141 0</inkml:trace>
  <inkml:trace contextRef="#ctx0" brushRef="#br0" timeOffset="6680.89">19677 2563 141 0,'28'-157'384'0,"-28"157"-347"0,0 0 39 16,0 0 200-16,0 0-203 16,18-4-30-16,23-9-41 15,5-3-2-15,7 1-75 16,3 7-144-16,-10 0-102 16</inkml:trace>
  <inkml:trace contextRef="#ctx0" brushRef="#br0" timeOffset="7144.46">20331 2442 274 0,'0'0'132'0,"0"0"-48"15,0 0-46-15,0 0-25 0,34 32 3 16,-15-32 14-16,3 0-25 15,12 0 19-15,-10 0-8 16,11 0 33-16,5-21 19 16,-6 2 11-16,0-9-32 15,-3-5 6-15,-3 2-5 16,-9-10-45-16,2 13-6 16,-14 0-12-16,-7 9 14 15,0-1-1-15,-28 12-6 16,-19 8 8-16,1 0 26 15,-7 0 37-15,-6 8-56 16,3 15-7-16,16-3-34 0,9 1-101 16,9-5-203-1</inkml:trace>
  <inkml:trace contextRef="#ctx0" brushRef="#br0" timeOffset="44781.82">2143 9156 5 0,'0'0'380'0,"0"0"-339"0,0 0 12 16,0 0 3-16,0 0-9 16,0 0-4-16,0 0 2 15,0 0 54-15,-19 0-17 16,19 0-9-16,-12 0-18 15,12 0-2-15,0 0-35 16,0 0 18-16,0 0-27 16,0 0 14-16,0 0-17 15,-7 0-3-15,7 0-3 16,0 3 2-16,-9 5-9 0,3 5 14 16,6-1-16-16,0-1 21 15,0-3-21-15,0 0 13 16,0-8-6-16,0 0 2 15,6 0 0-15,22 0-5 16,12-11 11-16,-6-22-9 16,7-6 14-16,5-5-13 15,-12-5 8-15,-9 5-12 16,-3 8 5-16,-10 4-5 16,-6 8-16-16,-6 4 3 15,0 7 16-15,0 13 3 0,0 0-15 16,-6 0 30-16,-28 13-30 15,-6 23 22-15,15 8-14 16,-15-4 13 0,18-4-6-16,10-8 0 0,12-7 1 15,0-10-2-15,0-6 5 16,0-2-7-16,6-3 6 16,15 8-3-16,-2 4 6 15,0 8 1-15,2 4 17 16,-8 1 4-16,9 3 0 15,-4-9-21-15,4 2-14 16,-4-6-20-16,-5 2-8 16,2-6-104-16,-8-6-158 15,-1 3-16-15</inkml:trace>
  <inkml:trace contextRef="#ctx0" brushRef="#br0" timeOffset="45213.68">2698 8779 18 0,'0'0'554'0,"0"0"-465"0,0 0 19 0,0 0 51 0,0 0 11 0,0 0-73 0,241 116-42 0,-172-64-33 0,-10 8-8 16,-19 8 11-16,-28 1-25 16,-12 6-13-16,0 10-98 15,-59-9-192-15,-27-20-552 16</inkml:trace>
  <inkml:trace contextRef="#ctx0" brushRef="#br0" timeOffset="47264.36">4003 8807 276 0,'0'0'209'0,"0"0"-162"0,0 0-2 0,0 0 9 0,0 0-33 0,0 0 16 16,0 3 40-16,0-3 13 15,0 0-27-15,0 0 20 16,0 0-37-16,0 5-20 15,0-5-2-15,0 3-20 16,0-3 5-16,0 5-9 16,0-2 23-16,0 9-19 15,0 1 8-15,0 3-9 16,6 7-6-16,7 5 3 16,2 5 0-16,4 8-3 15,-13-2 3-15,0 1 0 16,10 0-4-16,-10-7 2 0,0-5-26 15,6-8-28-15,4-1-126 16,-4-11-38-16,-5 1-86 16</inkml:trace>
  <inkml:trace contextRef="#ctx0" brushRef="#br0" timeOffset="47993.4">4028 9493 306 0,'0'0'169'0,"0"0"-130"0,0 0 2 0,0 0-25 0,0 0 2 16,0 0-3-16,0 23 44 16,0-23-38-16,0 0 76 15,0 0-18-15,0 0 14 16,0 0-17-16,0 0-43 15,0 0-1-15,0 0-22 16,0-15 12-16,0-18-14 16,0-14 2-16,21-6 5 15,20-11 8-15,12-12-14 16,-1-1 0-16,4 9-9 16,-9 13-5-16,-23 22 1 15,-2 9-45-15,-10 7 11 16,1 2-90-16,2-1-119 0,-2 4 94 15,-7 4-20-15,-6 0-218 16</inkml:trace>
  <inkml:trace contextRef="#ctx0" brushRef="#br0" timeOffset="48744.59">4490 9413 73 0,'0'0'64'0,"0"0"-18"0,0 0-8 0,0 0-8 15,0 0 9-15,0 0 41 0,21 0 67 16,-21 0-79-16,0 0 24 16,0 0 20-16,0 0 26 15,0 0-26-15,0 0-40 16,7 0-21-16,5 0 18 15,-6 0-32-15,10-5-16 16,2-7 7-16,10-4-27 16,13 4 23-16,-17 0-20 15,11 0-2-15,-8 4 1 16,4 0-6-16,-15 8 1 16,3-4-16-16,-13 4-9 15,0 0-7-15,3 0 0 16,-9 0-86-16,0 0-17 15,0 0-133-15,0 0 68 0,0 0-277 16</inkml:trace>
  <inkml:trace contextRef="#ctx0" brushRef="#br0" timeOffset="48871.14">4490 9413 297 0</inkml:trace>
  <inkml:trace contextRef="#ctx0" brushRef="#br0" timeOffset="48992.68">4490 9413 297 0,'40'-202'735'0,"-40"202"-719"16,0-8 7-16,0 0 41 0,0 5-56 16,28-1 54-16,12-4-43 15,-9 3-2-15,3-3-17 16,1 0-8-16,-8 0-79 15,-8 1-54-15,3-1-224 16</inkml:trace>
  <inkml:trace contextRef="#ctx0" brushRef="#br0" timeOffset="49825.57">5119 9388 469 0,'0'0'115'0,"0"0"-93"0,0 0 53 16,0 0 29-16,0 0-32 15,34-8-19-15,-9-16 96 0,9-4-78 16,7-8 27-16,-7-4-57 15,12-4-19-15,1 0-20 16,-7-1 7-16,-6 9-17 16,-9 9 8-16,3 6-10 15,-16 9-22-15,-6 4 0 16,-6 4-32-16,0 4 8 16,0 0-60-16,0 0-126 15,0 0-12-15</inkml:trace>
  <inkml:trace contextRef="#ctx0" brushRef="#br0" timeOffset="50108.41">5271 8871 117 0,'0'0'521'15,"0"0"-504"-15,0 0 43 16,0 0 65-16,0 0-11 16,0 0-70-16,87 204-6 15,-53-160-17-15,0 4 5 16,-6 1 8-16,3-1-29 0,3-4-10 16,7-5 2-16,-1-6-16 15,-6 0-41-15,0-6-80 16,-3-15-67-16,-9 1 38 15,-4-13-139-15</inkml:trace>
  <inkml:trace contextRef="#ctx0" brushRef="#br0" timeOffset="50792.18">5721 8590 639 0,'0'0'87'0,"0"0"-24"0,0 0-9 0,0 0-25 0,0 0 2 16,0 0 93-16,93-24-96 0,-81 24-15 15,-6 0-7 1,-6 0-6-16,0 16 6 0,0 12 2 16,0 8 11-1,0 0-15-15,0-3 3 0,16-5-2 16,-16-13-2-16,12-7 2 16,1 0-10-16,-4-8 10 15,16 0-6-15,-3 0 1 16,2 0 0-16,-2 0-5 15,3 0 5-15,-10 0-29 16,4 0-16-16,-13 0-62 16,0 8-59-16,10-8 40 0,-4 0 4 15,-6 0-276 1</inkml:trace>
  <inkml:trace contextRef="#ctx0" brushRef="#br0" timeOffset="51341.28">6133 9300 430 0,'0'0'266'0,"0"0"-106"0,0 0 33 0,0 0-98 0,0 0-12 16,0 0-68-16,16-4 16 16,18 4-19-16,-3-4 8 15,15-5-15-15,-5 9-2 16,-1-3-3-16,-6-2-23 16,6 2-22-16,-6 3-84 15,1-4-98-15,-11-4-97 16</inkml:trace>
  <inkml:trace contextRef="#ctx0" brushRef="#br0" timeOffset="51905.44">7178 8790 206 0,'0'0'211'0,"0"0"-84"15,0 0-47-15,0 0 23 16,0 0-11-16,0 0-39 15,0-36 47-15,0 36-12 16,0 0-41-16,-15 0-34 16,2 0 31-16,-27 12-35 15,-7 21 8-15,7 6-10 16,-6 13 16-16,27 5-16 16,3-1-7-16,10-3 0 15,6-9 8-15,0-8-16 16,0-8 17-16,22 0-18 15,24-4 7-15,7-9-1 16,6-2-9-16,3-10-8 0,-22-3 19 16,-15 0-15-16,-9 0 12 15,-4 0 8-15,-6-3-13 16,-6-10 21-16,0 1-14 16,0 4 6-16,0 8 7 15,0 0 3-15,0 0-11 16,-34 0-3-16,-19 8-19 15,-5 25 7-15,-4-2-18 16,9-6 28-16,19-9-34 16,28-8-5-16,6-8-201 15,0 0-55-15,21 0-69 0</inkml:trace>
  <inkml:trace contextRef="#ctx0" brushRef="#br0" timeOffset="52356.78">7473 9216 173 0,'0'0'461'0,"0"0"-383"0,0 0 32 0,0 0 34 0,0 0-53 0,0 0-6 16,105-113-46-16,-83 85 24 16,3 0-50-16,2 0-5 0,-2 4-3 15,-3 4-2-15,-10 4-6 16,4 0-12-16,-16-1-8 16,18 6-66-16,-11-1-10 15,-7 4-131-15,0 3 10 16,0 5 11-16,0 0-121 15</inkml:trace>
  <inkml:trace contextRef="#ctx0" brushRef="#br0" timeOffset="52554.82">7525 8859 505 0,'0'0'294'0,"0"0"-106"16,0 0-84-16,0 0-36 15,0 0-48-15,0 0 20 16,13 136-26-16,21-100-13 0,-6-8-1 16,3 5-23-16,-3-10-14 15,0 6-44-15,-10-1-64 16,-5 0-181-16,-4-9-165 16</inkml:trace>
  <inkml:trace contextRef="#ctx0" brushRef="#br0" timeOffset="53122.56">8192 8807 562 0,'0'0'121'0,"0"0"-60"0,0 0 44 0,0 0-1 0,0 0 0 0,0 0-58 15,16 116-3-15,-10-68-30 16,0-4-5-16,0 0-14 16,-6-8 14-16,6-3-16 15,4-5-6-15,-10-9 4 16,6-2-23-16,0-9-43 15,0-8-115-15,-6 0-101 16,0 0-252-16</inkml:trace>
  <inkml:trace contextRef="#ctx0" brushRef="#br0" timeOffset="53389.28">8074 9047 206 0,'0'0'388'0,"0"0"-357"16,0 0 65-16,0 0 69 15,0 0-33-15,0 0-83 16,112-32-13-16,-72 20-27 15,-6 4-18-15,7 5-12 16,-7-2-95-16,-3 5-168 16,-10 0-95-16</inkml:trace>
  <inkml:trace contextRef="#ctx0" brushRef="#br0" timeOffset="54187.09">8682 8926 444 0,'0'0'156'0,"0"0"-154"16,0 0 48-16,0 0 11 15,0 0-10-15,0 0-33 16,34-3 17-16,-15-5 41 15,-1-4 14-15,10-4-9 16,0-8-41-16,-3-4-20 16,-3 0-20-16,-4 3 0 15,-2 1 0-15,-16 4-16 16,0 8 15-16,0 4-44 0,0 8 3 16,-22 0 23-16,-18 0 11 15,-7 4 10-15,1 25-2 16,-1 2 23-16,13 5 5 15,9-11-14-15,10-1-4 16,8-12-20-16,7-9 5 16,0 2 2-16,0-5-21 15,0 0 21-15,0 0-2 16,35 0 5-16,-1 0 11 16,-9 0-5-16,2 0 0 15,-8 0-5-15,-3-8-2 0,-4 3 15 16,-6 5-27-1,0 0 19-15,-6 0-12 0,7 0 5 16,2 0-11 0,3 0 11-16,7 0-25 0,-4 13 26 15,4-1-12-15,3 0 4 16,-10 3 11-16,0 6-10 16,4-1-8-16,-10 0 15 15,-6 0-4-15,0 1 1 16,0-2-2-16,0 5 10 15,0-3 15-15,0 2-5 16,-22 1 34-16,-12 1-15 16,-12-1 9-16,-7-4-22 15,13-9-2-15,15 1-19 0,10-7-1 16,15-5-48 0,0 0-333-16,0 0-335 0</inkml:trace>
  <inkml:trace contextRef="#ctx0" brushRef="#br0" timeOffset="60016.05">2580 10367 332 0,'0'0'216'0,"0"0"-205"0,0 0 17 0,0 0 11 16,0 0-34-16,0 0 4 15,0 0 28-15,0 0 4 16,0 7 24-16,0-2 32 15,0-5 7-15,0 0-62 0,0 0-24 16,0 0 8 0,0 0-5-16,0 0-3 0,0 3-18 15,0-3 24-15,0 8-7 16,0-8 17-16,18 5-24 16,4-5 2-16,-10 0-12 15,13 0 5-15,3 0 11 16,12-13-3-16,1-18 5 15,-13-10-15-15,-3 2 5 16,-4-2-2-16,-2 1-12 16,-7 4 2-16,-2 4-3 15,-10 0-12-15,0 16-7 16,0 8 19-16,-16 8 7 16,-9 0 4-16,-15 0 26 15,0 8-30-15,5 20-6 16,-5 0 2-16,22 8-7 15,-4 0-2-15,22-3 12 0,0-6 2 16,0 1 12 0,0-11-9-16,0-6-1 0,34 2-3 15,0-6 0-15,-9-2 0 16,3 3-1-16,0 0 1 16,-10 12 0-16,4-4 6 15,-3 4-4-15,-1-4 5 16,4 0-7-16,-3-9-5 15,15 1-40-15,-6-8-5 16,18 0-107-16,-12 0-144 0,-15 0-153 16</inkml:trace>
  <inkml:trace contextRef="#ctx0" brushRef="#br0" timeOffset="60598.62">3367 10307 406 0,'0'0'228'0,"0"0"-195"0,0 0 60 0,0 0-34 16,0 0-7-16,0 0 26 15,7 0 11-15,-1 0-57 16,-6 0-2-16,6 0 5 15,9 0-24-15,4 0-7 16,3 0-1-16,3 0-3 16,2 0 1-16,-8 0-2 15,3 0-4-15,-4 0-28 16,4 0-20-16,-10 0-76 0,-5 0-9 16,-7 0 14-1,0 0 43-15,0 0-58 16,-7 0-138-16</inkml:trace>
  <inkml:trace contextRef="#ctx0" brushRef="#br0" timeOffset="60792.13">3367 10307 283 0</inkml:trace>
  <inkml:trace contextRef="#ctx0" brushRef="#br0" timeOffset="60914.59">3367 10307 283 0,'-114'-85'389'0,"114"85"-234"0,0 0 42 16,0 0-53-16,15 0-136 15,-2 0 2-15,5-4-9 16,-2 1 1-16,2-2-2 16,10 5-18-16,-9-3-27 15,15-2-86-15,0 2-176 16,-9-6-187-16</inkml:trace>
  <inkml:trace contextRef="#ctx0" brushRef="#br0" timeOffset="61648.42">3963 10459 317 0,'0'0'226'0,"0"0"-182"0,0 0 21 0,0 0-11 0,0 0 0 16,0 0 16-16,0 0 25 16,0 0-27-16,0 0-16 15,0-5-3-15,0-10-10 16,0-6-32-16,0-15 6 15,0 5 2-15,12-21-14 16,0-4 0-16,10-1-1 0,-9 9-4 16,2 16-15-16,-15 12 15 15,0 12 8-15,0 8-2 16,0 0 16-16,0 0 4 16,0 0-20-16,0 0-2 15,0 0 5-15,0 0 14 16,0 0 1-16,0 24-20 15,0 0 0-15,-22 4-60 16,-6 8-37-16,-9-11-163 16,9-2-165-16</inkml:trace>
  <inkml:trace contextRef="#ctx0" brushRef="#br0" timeOffset="69525.05">4511 10447 265 0,'0'0'230'0,"0"0"-210"0,0 0-12 0,0 0-8 0,0 0 0 16,0 0 2-16,0 0 15 15,-15 0 10-15,15 0 49 16,0 0-32-16,0 0-28 16,0 0 8-16,0 0-1 15,0 0 5-15,0 0-9 16,0 0 15-16,0 0-14 15,0 0 12-15,0 0 17 16,0 0 9-16,0 0-25 0,0 0-26 16,0 0 24-16,0 0-21 15,0 0 9 1,0 0-15-16,0 0 8 0,0 0-5 16,0 0-7-1,0 0 0-15,0 0 4 0,0 24-3 16,6 8 4-16,3 0-10 15,-9 0-22-15,7-4-22 16,-7-8-136-16,0 1-39 16,0-6-69-16</inkml:trace>
  <inkml:trace contextRef="#ctx0" brushRef="#br0" timeOffset="72638.28">5144 9922 145 0,'0'0'112'0,"0"0"25"0,0 0-20 0,0 0-79 16,0 0-23-16,0 0 30 16,0 0-6-16,0 0 18 15,0 0 7-15,0 0 11 16,0 0-22-16,0 0-11 15,0 0 0-15,0 0-3 16,0 0-23-16,0 0-8 16,0 0-1-16,0 3 0 15,0 5 0-15,0 4 17 16,0 1-7-16,0 3 9 16,0 4-23-16,0 3 4 15,0 2-5-15,0 11-2 0,0-8 0 16,0 8-2-1,0 0 1-15,0 1-4 16,0 2 1-16,0-3-2 0,0-8-2 16,0 0-2-16,0 0 3 15,0-3 5-15,0-1-5 16,0 0 4-16,0 0 0 16,0-8-2-16,0-4 8 15,0-8-6-15,0-4 6 16,0 0-6-16,0 0 1 15,0 0-9-15,0 0 7 16,0 0 2-16,0 0 2 16,0 0 0-16,0-4 2 0,9-12-2 15,4-5-1-15,-1 2 1 16,22-9-4-16,-6-5-1 16,3 18-8-16,-15-1-15 15,2 11 8-15,-5 2 15 16,-13 3 10-16,15-5-8 15,-2 5 5-15,-1 0-4 16,10 0-4-16,12 0 6 16,-16 0-12-16,10 0-60 15,-15 0-9-15,8 0 0 16,-14 0 42-16,-1 13 39 0,-6 3 22 16,0-1 8-1,0 14 12-15,0-1-2 0,-22 0-27 16,-3 0-13-16,-9-4 0 15,0-8-55-15,-12-4-45 16,-1 0 35-16,-12-4-117 16,10-4-144-16</inkml:trace>
  <inkml:trace contextRef="#ctx0" brushRef="#br0" timeOffset="73571.27">5820 10503 569 0,'0'0'69'0,"0"0"-17"0,0 0 90 0,0 0-76 16,0 0-36-16,0 0 16 15,87 0 2-15,-65 0-16 16,2 0 1-16,-8 0-9 15,2 0 0-15,-5 0-18 16,2 0 1-16,16-4-5 16,-9-8-2-16,-10 4-17 15,4 0 0-15,-10 4-42 0,0-1-28 16,1 5-105-16,-7 0 12 16,0 0-63-16</inkml:trace>
  <inkml:trace contextRef="#ctx0" brushRef="#br0" timeOffset="73811.23">5820 10503 389 0</inkml:trace>
  <inkml:trace contextRef="#ctx0" brushRef="#br0" timeOffset="73938.32">5820 10503 389 0,'62'-144'250'0,"-50"139"-219"15,13 2 134-15,-3-2 60 16,6 2-198-16,-22-2-6 16,19 5-18-16,-10 0 1 0,4-3-4 15,9 3-13-15,-10-4-66 16,4 4-198-16,-9 0-43 16</inkml:trace>
  <inkml:trace contextRef="#ctx0" brushRef="#br0" timeOffset="74541.06">6387 10395 39 0,'0'0'411'0,"0"0"-338"0,0 0-10 15,0 0 10-15,0 0 68 16,0 0 10-16,0 0-38 16,0 0-47-16,28 0-4 15,0 0-18-15,3 0-20 0,3 0-11 16,7-5-8-16,5-3-8 15,-12 5 3-15,13-5-3 16,-13 4-15-16,-9-4-30 16,3 3-67-16,-1-3-162 15,-20 0-91-15</inkml:trace>
  <inkml:trace contextRef="#ctx0" brushRef="#br0" timeOffset="75236.75">7283 10058 82 0,'0'0'226'0,"0"0"-39"0,0 0-76 0,0 0 12 0,0 0-31 16,0 0-17-16,0-8 7 15,0 8 10-15,-12 0-39 16,-10 0-25-16,-2 11 22 16,17-6-23-16,-21 11-9 15,1 4-13-15,-4 8-2 16,-16-4-1-16,-3 12-2 15,4 9-3-15,34-9-1 16,-1-5 0-16,13 2 4 0,0-9-1 16,0-1 1-1,0 10-4-15,0-9 5 0,25-9-2 16,15 2-6-16,1-9-6 16,14-4 12-16,-30-4-5 15,9 0 6-15,-15 0 7 16,15-4 2-16,-22-13-6 15,10-2 4-15,-16-1-7 16,-6 8-7-16,0 0 3 16,0 3 1-16,0 1-8 15,0 8 20-15,0 0-18 16,0 0 12-16,-28 0-3 16,4 29 0-16,-38-5-27 0,24 0 12 15,-17-12-26 1,30-12 1-16,9 8-84 0,16-8-134 15,0 0-8-15</inkml:trace>
  <inkml:trace contextRef="#ctx0" brushRef="#br0" timeOffset="76052.17">7612 10403 554 0,'0'0'243'0,"0"0"-120"0,0 0 7 0,0 0-72 16,0 0-52-16,0 0 50 15,0 59 8-15,0-22-20 16,0-5-34-16,0 1 1 16,0-5-11-16,0 3-24 15,0-3-79-15,-6-4-112 16,-10-4-183-16</inkml:trace>
  <inkml:trace contextRef="#ctx0" brushRef="#br0" timeOffset="77121.38">8319 10174 97 0,'0'0'23'0,"0"0"-17"0,0 0 86 16,0 0 32-16,0 0-3 15,0 0-40-15,0 8-43 16,0-8 19-16,0 0 0 16,0 0 54-16,0 0-29 15,0 0-5-15,0 0-2 16,0 0-33-16,0 0 0 15,0 0-3-15,0 0 14 0,0 0-39 16,0 0 21 0,0 0-17-16,0 0 9 0,0 0-22 15,0 4 7-15,-25-4-12 16,-3 4-3-16,-6 5-1 16,10 2 8-16,-11 5 1 15,7 1-5-15,10 2 0 16,-4-2 1-16,4 3-6 15,5-4 4-15,4 4-5 16,9 4 3-16,0 12 3 16,0 0 2-16,0-8-2 15,9-4-1-15,22-4-16 16,-3-12 14-16,6 4-10 16,7-7 2-16,-1-5 0 15,6 0 11-15,-5 0-2 0,-1 0-1 16,-15-17-4-16,3 1-55 15,-16-8-35-15,-12 12-176 16,0 0-129-16</inkml:trace>
  <inkml:trace contextRef="#ctx0" brushRef="#br0" timeOffset="77917.45">8787 10407 284 0,'0'0'362'0,"0"0"-256"0,0 0 30 0,0 0-31 0,0 0-48 15,0 0-15-15,121-8-33 16,-87 8 15-16,0 0-24 15,-15 0 6-15,9 0-5 16,-9 0-2-16,-4 0-12 16,-3 0-33-16,1 0-51 15,-13 0-156-15,0 0-21 16</inkml:trace>
  <inkml:trace contextRef="#ctx0" brushRef="#br0" timeOffset="78076.95">8787 10407 766 0</inkml:trace>
  <inkml:trace contextRef="#ctx0" brushRef="#br0" timeOffset="78183.64">8787 10407 766 0,'-34'-92'163'0,"34"92"-24"0,0 0-46 16,0 0-2-16,0 0-85 16,16 0 0-16,2 0-12 15,4 0-13-15,3 0-29 16,-3-5-76-16,2 2-188 0,-2-2-166 16</inkml:trace>
  <inkml:trace contextRef="#ctx0" brushRef="#br0" timeOffset="79216.34">9457 10210 400 0,'0'0'158'0,"0"0"-131"0,0 0 44 0,0 0-61 0,0 0 7 16,25 0 35-16,-10 0 13 15,10-8 9-15,-3-12 22 16,-4 0-11-16,-11 0-57 15,2 0 9-15,-3-5-26 16,-6 2 6-16,0-1-13 0,0 16-8 16,0-1 1-1,0 9-4-15,-34 0-7 0,0 0 14 16,0 0 0 0,9 0-20-16,-3 17 19 0,22-1 2 15,-13 0-9-15,19-8 16 16,0 8-16-16,0-8 1 15,0 4-11-15,0-8 12 16,0-4-18-16,13 0-2 16,-1 0 19-16,10 0 1 15,-16 0 12-15,19 0-8 16,3-4 12-16,-7-16-16 16,-2 4 6-16,-7 4-17 15,-12 0-21-15,7 12 19 16,-7 0 9-16,0 0 20 15,0 0-7-15,0 0 4 0,0 0-3 16,0 0-3-16,0 0 2 16,9 24-3-16,3-8-5 15,1 8 1-15,9 0-13 16,12 4 4-16,-10-8-28 16,4 0-33-16,-9 1 4 15,-4 2 41-15,-15 1 24 16,0 1 2-16,0-5 3 15,0 4 10-15,0-1 32 0,0 2-4 16,0-9 42 0,-27 4-31-16,5-1-10 0,-15 2-21 15,-13-1-7-15,3-12-3 16,1 4 23-16,12-4 20 16,9-8-23-16,-3 4-28 15,22-4-43-15,-13 8-199 16,4-4-226-16</inkml:trace>
  <inkml:trace contextRef="#ctx0" brushRef="#br0" timeOffset="167942.5">12111 8959 616 0,'0'0'58'0,"0"0"-57"0,0 0 97 0,0 0-6 0,0 0-17 15,0 0-28-15,0 0-40 16,0 0 2-16,0 4 19 16,0-4 37-16,0 0-28 0,0 0 36 15,0 0-56 1,0 0 27-16,0 0-11 0,6 0 7 16,1 0-18-1,-1 0 6-15,-6 0-6 0,12-9-11 16,4-19-11-16,9-8 7 15,2-3-7-15,8 3 12 16,-11 0-21-16,-2 0 9 16,-3 11-8-16,-4 6-21 15,-9 6-23-15,1 9 1 16,-7 4-48-16,0 0-53 16,0 0-175-16,0 0 14 15</inkml:trace>
  <inkml:trace contextRef="#ctx0" brushRef="#br0" timeOffset="168212.42">12111 8959 573 0</inkml:trace>
  <inkml:trace contextRef="#ctx0" brushRef="#br0" timeOffset="168324.89">12111 8959 573 0,'-87'-241'106'0,"87"241"-55"0,0 0 94 0,7 0-17 0,39 0-50 15,7 12 20-15,0 12-27 16,-7 4-46-16,-6-3-14 16,-12-6-11-16,6 1-2 15,-9 1-6-15,-9-1-14 16,2 0-26-16,-2-1-91 16,-10-6-91-16,-6-5-118 15</inkml:trace>
  <inkml:trace contextRef="#ctx0" brushRef="#br0" timeOffset="168856.89">12759 8895 565 0,'0'0'193'0,"0"0"-185"0,0 0 79 0,0 0 22 0,0 0-80 15,93 8-29-15,-74-8 0 16,3 0-23-16,-10 0-10 16,4 0 7-16,-4 0-20 15,-12 0-37-15,0 0-62 16,0 0-27-16,0 0-218 15</inkml:trace>
  <inkml:trace contextRef="#ctx0" brushRef="#br0" timeOffset="169139.62">12759 8895 31 0,'-68'-108'250'15,"68"108"-92"-15,0 0-49 16,0 0 5-16,0 0 41 16,0 0-7-16,0 0-68 15,16 0-31-15,8 0-10 16,4 0-13-16,-3 0-25 0,22 0-1 15,-13 0-18 1,6-5-70-16,7-6-144 0,-26-2-274 16</inkml:trace>
  <inkml:trace contextRef="#ctx0" brushRef="#br0" timeOffset="170239.47">13373 8445 308 0,'0'0'260'0,"0"0"-203"0,0 0 15 0,0 0 61 0,0 0-54 15,0 0 7-15,0-12-41 16,0 12 6-16,0 0-18 16,34-3 54-16,19 3-43 15,-13-5-30-15,13 2-14 16,-13-2 0-16,13 5 0 16,-3 0-29-16,-4 0-49 15,-5 0-54-15,-17 0-190 0,-2 0-160 16</inkml:trace>
  <inkml:trace contextRef="#ctx0" brushRef="#br0" timeOffset="170971.34">14102 7952 467 0,'0'0'173'0,"0"0"-167"0,0 0 94 0,0 0-27 15,0 0-55-15,0 0 14 16,-19-16 12-16,19 16 0 0,0 0 23 15,0 4-34 1,0 21-16-16,0 14 25 0,0 2-39 16,0 2 13-16,0 1-11 15,6-3 17-15,7-1-20 16,-1 0-2-16,4-4 3 16,-4 0-4-16,-6-3 1 15,-6-10-4-15,0-7 0 16,0-12-8-16,0 1 8 15,0-5-8-15,0 0 6 16,0 0-11-16,0 0 7 16,0 0 8-16,13-9-37 0,2-7 3 15,-8 5 5 1,11 2 30-16,-2 6 1 0,-4 3 0 16,10 0-5-16,-10 0 3 15,7 0-9-15,9 0 6 16,-10 0-12-16,-8 0-6 15,8 7 3-15,-12 17-14 16,-6-4 30-16,0 9 8 16,0-1 0-16,0 0 1 15,-24 3 25-15,-32 5 8 16,-16-3-30-16,-2-9-7 16,6-4-1-16,9-8-3 15,25-8-55-15,6-4-78 0,9 0-81 16</inkml:trace>
  <inkml:trace contextRef="#ctx0" brushRef="#br0" timeOffset="171571.57">14852 7944 348 0,'0'0'245'0,"0"0"-212"0,0 0 61 0,0 0 53 15,0 0-38-15,0 0-14 16,0 5-65-16,0 22 44 15,0-2-35-15,0 11-2 16,0-5-37-16,0 10 6 16,0-1-6-16,0 0-22 15,0 0-13-15,0 1-36 16,-9-5 11-16,-3-9-103 0,-7-10-52 16,3-9-129-16</inkml:trace>
  <inkml:trace contextRef="#ctx0" brushRef="#br0" timeOffset="171887.11">14604 8225 524 0,'0'0'150'0,"0"0"-105"15,0 0 117-15,0 0-23 16,0 0-74-16,0 0-50 15,233 0-15-15,-205 0-14 16,-10 0-33-16,-2 0-193 0,-16 0-74 16</inkml:trace>
  <inkml:trace contextRef="#ctx0" brushRef="#br0" timeOffset="172303.34">14598 8574 531 0,'0'0'284'16,"0"0"-240"-16,0 0 162 15,0 0-85-15,0 0-69 16,0 0-51-16,267 0 3 16,-215 0-4-16,-11 0-5 15,11 0-38-15,-17 0-52 16,-23 0-106-16,-12 0-280 0</inkml:trace>
  <inkml:trace contextRef="#ctx0" brushRef="#br0" timeOffset="172804.46">15240 8618 206 0,'0'0'433'15,"0"0"-325"-15,0 0 25 16,0 0 27-16,0 0-127 15,0 0-18-15,77 112-11 16,-61-96 8-16,-4-4 1 16,-6-4 19-16,1-8 6 15,2 0-28-15,-9 0 0 0,0 0-9 16,6 0 31 0,7-12-26-16,-1-40 31 0,10-24-21 15,2-25-3-15,4-15-13 16,0-15-2-16,-3-2-1 15,9 4-19-15,-15 9 16 16,15 32-2-16,-19 16-1 16,-8 28-3-16,-7 24-29 15,0 7-4-15,0 13-3 16,0 0-178-16,0 33-341 16</inkml:trace>
  <inkml:trace contextRef="#ctx0" brushRef="#br0" timeOffset="173753.49">15969 8129 50 0,'0'0'339'0,"0"0"-237"0,0 0-6 0,0 0 8 0,0 0 32 15,0 0-34-15,-22 104 14 0,16-67-42 16,-1 2-11-16,7-6-52 16,-6 3 4-16,6 0-13 15,-9 3 7-15,9 2-9 16,-6-2 20-16,-1-2-2 15,1-10-15-15,6-10-3 16,0-9-2-16,0-8-6 16,0 0 0-16,0 0 7 15,0 0-13-15,0-20 11 16,6 0-7-16,29-1 10 16,-1 6 0-16,-3 2 1 15,3 5-12-15,-6 5 15 16,-3 3-8-16,2 0 6 15,-14 0-8-15,9 0 4 16,-10 0-6-16,3 0 6 0,-8 0-22 16,-7 20 10-16,0 12 14 15,0 8 23-15,-7 9 13 16,-27-5 0-16,0-13-31 16,0-6-1-16,16-17-4 15,-10-8-10-15,-6 0-12 16,-7 0-27-16,10 0-50 15,-3-25-125-15,12 5-35 16,4 4-58-16</inkml:trace>
  <inkml:trace contextRef="#ctx0" brushRef="#br0" timeOffset="174373.49">16368 8001 28 0,'0'0'535'0,"0"0"-460"0,0 0 20 0,0 0 104 0,0 0-108 16,0 0-42-16,0-5-45 15,0 5 2-15,0 0-6 16,0 0 0-16,0 25 16 15,0 6 33-15,0 2 11 16,0 3-38-16,0-4-14 16,0-9-1-16,0-2-14 15,0-9-4-15,0-8 5 16,0 0-22-16,7-4 26 16,21 0 1-16,3 0 1 15,3 0 0-15,6 0-1 16,-6 0-9-16,-15 0-55 0,9-4-32 15,-16 0-200 1,4 4-83-16</inkml:trace>
  <inkml:trace contextRef="#ctx0" brushRef="#br0" timeOffset="174868.34">16663 8635 527 0,'0'0'170'0,"0"0"-35"0,0 0 37 0,0 0-107 0,0 0-12 16,0 0 36-16,152 0-16 16,-105-5-58-16,8 1 6 15,-8 0-21-15,-13 0-4 16,-9 0-18-16,-4 4-61 15,-2 0-69-15,-19-4-240 16,0 0-233-16</inkml:trace>
  <inkml:trace contextRef="#ctx0" brushRef="#br0" timeOffset="175566.91">17457 8045 117 0,'0'0'479'16,"0"0"-427"-16,0 0 46 16,0 0 91-16,0 0-92 15,0 0-49-15,6-5-5 16,-6 25-11-16,0 16 14 15,-6 8-32-15,-13-3 21 16,-9-5-32-16,16-4 6 16,-10 0-1-16,16-4-12 15,0-8 10-15,0-4-3 16,6 0-3-16,0-12-9 0,0 1 9 16,0 3-18-16,18-8 18 15,10 0-14-15,0 0 11 16,-3 0-5-16,-10 0 8 15,-2 0-1-15,-7 0-9 16,0 0 9-16,7 0-16 16,2 0-5-16,-3 0-13 15,1 0 11-15,2 0-22 16,-15-17 21-16,19 6-14 16,-13 6 2-16,-6 5 31 15,0 0 6-15,0 0 46 16,0 0-14-16,0 0 2 15,0 8-26-15,0 20 13 0,0 13-6 16,-25 3 21-16,4 4-5 16,8-4-30-16,-8-5 18 15,14-6-15 1,7-13-4-16,0-12-73 0,0-8-29 16,0 0-178-16,0 0-29 15</inkml:trace>
  <inkml:trace contextRef="#ctx0" brushRef="#br0" timeOffset="176234.93">17891 8658 236 0,'0'0'342'0,"0"0"-342"0,0 0 35 0,0 0 29 0,0 0 39 0,0 0 1 15,133-76 16-15,-92 40-48 16,-1 4-46-16,-18-1 7 16,-22 5-33-16,0 0-7 15,0 0-41-15,0 12-66 0,-22 13-79 16,-25 3 103 0,1 0 88-16,-13 16 4 0,-3 20 5 15,15 8 101-15,7 4 53 16,15 0-67-16,10-8-58 15,15-12-17-15,0-8-2 16,0-12-17-16,22-8 5 16,30 0-10-16,10 0 10 15,10 0 0-15,2-12-2 16,0 0-6-16,-15 8 3 16,-6 4-1-16,-13 0-4 15,1 0-23-15,-1 0 16 16,-6 0-52-16,-15 0-208 15,-10 0-122-15</inkml:trace>
  <inkml:trace contextRef="#ctx0" brushRef="#br0" timeOffset="176666.5">18753 8373 201 0,'0'0'260'0,"0"0"-123"0,0 0 0 0,0 0 24 0,0 0-37 0,0 0-86 16,-71 5-33-16,36 14 32 15,-5 14 4-15,6-2 49 16,15 10-81-16,4-10-1 16,15-3-8-16,0-3 0 15,0-5-2-15,0-8-1 16,28-4-3-16,12-4 12 0,7-4-14 15,5 0 19 1,-5 0-22-16,15 0-5 0,-22 0-48 16,1 0-13-16,-17-12-130 15,-8-9-155-15</inkml:trace>
  <inkml:trace contextRef="#ctx0" brushRef="#br0" timeOffset="177733.37">15668 7636 592 0,'0'0'44'0,"0"0"-41"0,0 0 26 0,0 0 3 16,0 0 49-16,0 0 63 16,0 0-28-16,238 11-40 0,-157 1-2 15,25-4-28-15,2-3-32 16,25 3-3-16,7 4 3 16,9 4-12-1,-4 7 11-15,11-2-11 0,-5 2 0 16,11-2 3-16,-13-1-5 15,-25-4 0-15,-4 4 3 16,1-8-7-16,0-4 12 16,-6-8-21-16,-10 0 26 15,-18 0-22-15,-12 0 19 16,-16 0-20-16,-7 0 3 16,-11 0-19-16,-7 0-47 15,-13 0 6-15,-14 0 11 0,-7 0-67 16,0-8-100-1,-28 4-190-15</inkml:trace>
  <inkml:trace contextRef="#ctx0" brushRef="#br0" timeOffset="178632.71">13882 9067 552 0,'0'0'115'0,"0"0"-88"0,0 0 24 0,0 0-4 0,0 0-37 15,0 0 31-15,-6 0-15 16,18 0 59-16,47 0 25 15,21 0-10-15,35 0 11 0,31 8-67 16,37-4-2-16,9-4-24 16,22 4-2-16,6-4-5 15,-12 0-8-15,-6 9-6 16,-23-6 7-16,-5 10-13 16,-19-2 9-16,-9 6-9 15,-1-2-7-15,-8-2-1 16,-10-5-16-16,-9-8-15 15,-22 0 10-15,-25 0-90 16,-24 0-147-16,-41 0-242 16</inkml:trace>
  <inkml:trace contextRef="#ctx0" brushRef="#br0" timeOffset="179298.25">15578 9496 378 0,'0'0'308'0,"0"0"-213"0,0 0 82 0,0 0-40 0,0 0-121 0,0 0-7 15,15-11 6-15,26 2 1 16,5 1 6-16,-12 5 5 15,7 3-20-15,-29 0-7 16,13 0-3-16,-10 0-45 16,-15 28 43-16,0 11-18 15,0 10 4-15,0-1-13 16,-15-9 26-16,-10-3 4 16,13-7 2-16,12-5 0 15,0-12 0-15,0 4-5 16,0-12 3-16,12-4-5 15,34 0 10-15,7 0-3 0,0-8 5 16,9-16-5-16,-9 4-68 16,6 4-95-16,-10 7 74 15,-9 1 45-15,-21 8-41 16,0 0-182-16</inkml:trace>
  <inkml:trace contextRef="#ctx0" brushRef="#br0" timeOffset="179780.34">16387 9721 515 0,'0'0'211'0,"0"0"-157"0,0 0 12 0,0 0 54 0,0 0-28 15,0 0-32-15,230-104-19 16,-184 63-6-16,-15 2-22 16,-3-2-12-16,-16 17-2 15,-2 4-26-15,-10 20-20 16,0 0 37-16,-16 0-48 15,-43 16 42-15,-9 24-30 16,3 4 46-16,12 5 39 0,4-13-1 16,30-8-29-16,13-12 28 15,6 4-26-15,0-17-1 16,0 10 10-16,34-9-17 16,25-4 30-16,-6 0-21 15,-1 0 16-15,4 0-26 16,-16 0-4-16,19 8 0 15,-6 8 2-15,3 0 0 16,3 4-2-16,-13-4-7 16,-12-4-105-16,0 4-102 15,-34-8-223-15</inkml:trace>
  <inkml:trace contextRef="#ctx0" brushRef="#br0" timeOffset="187624.34">1963 12540 472 0,'0'0'132'0,"0"0"-42"0,0 0 81 0,0 0-93 16,0 0-23-16,0 0 12 15,0 0 9-15,0 0 0 0,0 0-28 16,0 0-6-16,21 0-31 16,4-19 16-16,9-26-22 15,19-10 20-15,15-14-13 16,13 0-9-16,18 2 3 16,-18 10-6-16,-13 13-1 15,-22 12-11-15,-33 4 11 16,-7 8-39-16,0 4-21 15,-6 8-90-15,0 4-170 16,0 4-192-16</inkml:trace>
  <inkml:trace contextRef="#ctx0" brushRef="#br0" timeOffset="188090.36">1876 12159 19 0,'0'0'170'0,"0"0"-102"0,0 0 81 0,0 0-8 0,0 0-91 16,0 0 37-16,0 16 2 15,0-16 17-15,0 8-19 16,0-8-15-16,6 12-52 15,22-4 14-15,12 8-1 16,13 4 15-16,15 5-11 16,-3 2 2-16,16 6-25 15,28-2-13-15,-10-3 3 0,0 1-4 16,-18-5-1 0,-41 0-30-16,0-4-41 0,-6 1-51 15,-28-6-143-15,-6-7-61 16</inkml:trace>
  <inkml:trace contextRef="#ctx0" brushRef="#br0" timeOffset="188757.6">3113 12480 386 0,'0'0'280'16,"0"0"-199"-16,0 0 20 0,0 0-2 0,0 0-53 0,0 0-8 16,236 0-28-16,-199 0-7 15,3 0-2-15,-12 0 0 16,0 0-2-16,-3 0-9 15,-19 0-34-15,10 0-161 16,-16 0-42-16,0 0-195 16</inkml:trace>
  <inkml:trace contextRef="#ctx0" brushRef="#br0" timeOffset="189042.52">3113 12480 604 0</inkml:trace>
  <inkml:trace contextRef="#ctx0" brushRef="#br0" timeOffset="189139.25">3113 12480 604 0,'6'-161'129'0,"41"161"-78"0,21-11 40 0,-3-9 87 16,10-1-177-16,-35 14-1 15,-12-6-9-15,-10 10-18 16,4 3-103-16,-16-5-137 16,-6 5-300-16</inkml:trace>
  <inkml:trace contextRef="#ctx0" brushRef="#br0" timeOffset="193054.19">3987 12139 199 0,'0'0'171'0,"0"0"-40"0,0 0-90 0,0 0-41 16,0 0-10-16,0-3-44 0,10-5-32 15,-10 8 86-15,0 0 17 16,0 0 89 0,0 0-30-16,0 0-20 0,0 0-56 15,0 0 28-15,0 0 19 16,0 0 12-16,0 0-49 16,6 0 17-16,0 0-19 15,-6 0 34-15,0 0-10 16,0 0 6-16,0 0 10 15,0 0-33-15,0 0 19 16,0 0-28-16,0 0 32 16,0 0-8-16,0 0 7 15,0 0 3-15,0 0 5 16,0 0-28-16,0 0 1 0,0 0 5 16,6 0-23-16,22 0 4 15,13 0 1-15,-1 0 13 16,6 0-18-16,1 0 16 15,-1 0-16-15,1 3 1 16,-7 2-4-16,-6-2 6 16,-3-3-6-16,-3 0-15 15,-15 0-8-15,-4 0-48 16,-9 8-172-16,0 4-459 16</inkml:trace>
  <inkml:trace contextRef="#ctx0" brushRef="#br0" timeOffset="197883.62">4905 12115 496 0,'0'0'79'0,"0"0"-28"0,0 0 27 0,0 0-30 0,0 0-11 16,0 0-28-16,0 0 17 16,0 0-8-16,0 0 52 15,0 0-14-15,0 0 30 16,0 0-28-16,0 0 19 15,0 0-21-15,0 0-36 16,0 0-10-16,0 0-8 16,0 0 6-16,0 0-3 15,13 0 3-15,8 4-7 16,4-4 15-16,9 0-12 16,0 0-4-16,-9 0-3 0,3 0 2 15,0 0-1 1,-9 0-23-16,2 0-9 0,-8 0-54 15,-1 0-2-15,16 0-100 16,-22 0-121-16</inkml:trace>
  <inkml:trace contextRef="#ctx0" brushRef="#br0" timeOffset="198665.21">5814 11835 510 0,'0'0'116'0,"0"0"-58"0,0 0 38 0,0 0-37 16,0 0 21-16,0 0 9 15,0 0-44-15,0 0-20 16,-13 0-22-16,-8 16 5 0,-4 0 11 16,-9 15-11-16,6-6 8 15,3 3-3-15,3 0 18 16,10 4-16-16,-4 0 3 16,10 0-10-16,6 1-8 15,0-5-4-15,0-5 4 16,0 1-7-16,0-7 5 15,34-1 1-15,0-1-22 16,7-2 19-16,5-10-13 16,-5-3 13-16,-1 0-9 15,-6 0 11-15,-9 0-13 0,-3 0 10 16,-22-8 5 0,0-3 4-16,0-1-4 0,0-1-9 15,0 10 9 1,0 3 0-16,0 0-14 0,-35 0-2 15,14 0 14-15,-4 0-8 16,-3 16-5-16,9-1-2 16,-2 1-46-16,14-3-44 15,1-6-52-15,6-7-92 16</inkml:trace>
  <inkml:trace contextRef="#ctx0" brushRef="#br0" timeOffset="201379.7">4679 12512 72 0,'0'0'326'0,"0"0"-233"0,0 0-37 16,0 0-28-16,0 0-11 16,0 0-16-16,-16 0 10 15,16 0-4-15,0 0-7 0,0 0 36 16,0 0 63-16,0 0 0 16,0 0-16-16,0 0-12 15,0 0-28-15,0 0-28 16,0 0-4-16,0-8 12 15,0-8-21-15,0 4-4 16,0-4-3-16,0-8 5 16,0 0 1-16,0-12 7 15,0-8-16-15,16-16-3 16,3-4 0-16,8 7-51 16,-14 1-4-16,-7 16 25 15,6 13 41-15,-2 2 2 16,-4-3 19-16,6-4-21 0,16-8-34 15,3-12-82 1,10 11-208-16</inkml:trace>
  <inkml:trace contextRef="#ctx0" brushRef="#br0" timeOffset="202182.25">6115 11874 497 0,'0'0'100'0,"0"0"-31"0,0 0 65 0,0 0-53 15,0 0-26-15,0 0-53 16,12 5 11-16,-6-5-10 16,3 0 32-16,-9 0 12 15,7 8-18-15,5 8-2 16,10 4 34-16,3 11 11 0,9 5-39 15,-6 2-22-15,3-7-10 16,-10 5-2-16,-2 0 10 16,-19 5-17-1,0 6 8-15,0 14-2 0,-6 6-9 16,-41-6-37-16,7-12-58 16,6-26-321-16</inkml:trace>
  <inkml:trace contextRef="#ctx0" brushRef="#br0" timeOffset="214468.42">6964 12100 381 0,'0'0'178'0,"0"0"-175"0,0 0 15 0,0 0 18 0,0 0-18 15,0 0 15-15,0 0 53 16,0 0 18-16,0 3 16 16,0-3-67-16,0 0-9 15,0 0-9-15,0 0 12 16,0 0 13-16,0 0-30 15,0-16 11-15,6-20-23 0,7-20 2 16,8 4-19-16,-2-4 3 16,3 4-4-16,-4 4-9 15,-11 7 0-15,14 13-44 16,-21 8 27-16,0 20-19 16,0 0-19-16,0 0-172 15,-21 16 3-15,-20 8-58 16</inkml:trace>
  <inkml:trace contextRef="#ctx0" brushRef="#br0" timeOffset="-214662.51">6821 11990 544 0,'0'0'231'0,"0"0"-174"0,0 0 67 0,0 0-34 0,0 0-57 16,0 0 12-16,121 13-33 15,-93-13-6-15,6 0-1 16,7 0 0 0,-16 0-10-16,2 0-9 0,8 0-61 15,-23 0-184-15,7 0-56 16</inkml:trace>
  <inkml:trace contextRef="#ctx0" brushRef="#br0" timeOffset="-214013">6769 12364 586 0,'0'0'173'0,"0"0"-73"0,0 0 20 0,0 0-66 0,0 0-43 16,0 0 15-16,62-4 21 15,-31-1-17-15,3 2 13 16,6 3-19-16,-12-5-23 16,6 2-1-16,-3 3-18 15,3 0-36-15,13 0-54 16,-25 0-211-16,9 0-121 15</inkml:trace>
  <inkml:trace contextRef="#ctx0" brushRef="#br0" timeOffset="-213463.57">7491 12501 271 0,'0'0'159'0,"0"0"-102"0,0 0 7 0,0 0-33 15,0 0 7-15,0 0 13 0,41 11 55 16,-35-11-25 0,0 0 23-16,-6 0-10 0,15 0-26 15,4-32-3-15,15-24-8 16,13-32-33-16,5-17-19 16,-5-23-10-16,-1-13 2 15,-18 5-8-15,0 24-15 16,-22 28 7-16,1 23 19 15,-7 30 0-15,0 7 30 16,0 7-30-16,0 1-2 16,0-4-42-16,6 12-65 15,22 5-182-15,3-5-79 16</inkml:trace>
  <inkml:trace contextRef="#ctx0" brushRef="#br0" timeOffset="-212544.72">7439 12228 438 0,'0'0'148'0,"0"0"-63"0,0 0-6 15,0 0-37-15,0 0-6 16,0 0 12-16,18 72-21 15,-2-40 36-15,-10 0-33 0,-6 0 1 16,0 0-30-16,0 4 12 16,0 1-8-16,0 6-2 15,0-3-6-15,0-15-1 16,0-17 1-16,0-8-143 16,0-8-160-16,12-41-82 15</inkml:trace>
  <inkml:trace contextRef="#ctx0" brushRef="#br0" timeOffset="-211715.04">7758 11990 63 0,'0'0'219'0,"0"0"-7"0,0 0-103 0,0 0 34 16,0 0-39-16,0 0-80 16,40-36-24-16,-34 29 0 15,4-1-35-15,-10 0 28 16,6-8 7-16,-6 11 18 16,0-7 20-16,0 1 46 15,12-2 3-15,-5 1-61 16,-1-4-3-16,9-4-22 15,4-4 9-15,3 4-10 0,2-8 9 16,4-8-1-16,-9-8 1 16,9-8 4-16,-10-1-8 15,16 1 2-15,-12 1-2 16,3-1-5-16,-3 3-9 16,-10 9-16-16,-6 4-1 15,-6 12 11-15,0 4 14 16,0 4-1-16,0-1-50 15,0 9-43-15,6 8 52 16,-6 0-12-16,0 0-35 0,0 0-17 16,0 0 35-16,0 0-53 15</inkml:trace>
  <inkml:trace contextRef="#ctx0" brushRef="#br0" timeOffset="-204603.23">8555 12175 397 0,'0'0'147'0,"0"0"-111"0,0 0 30 0,0 0 11 0,0 0-33 16,0 0 14-16,0 0 2 15,0 0-1-15,0 0 7 16,0 0-3-16,0 0-11 0,0 0-13 15,0 5 19-15,0-5-41 16,0 0 1-16,0 0-15 16,0 0 7-16,0 0-5 15,0 3 0-15,0-3-1 16,0 0-3-16,0 0-1 16,0 0 1-16,18 0 0 15,16 0 0-15,7 0-1 16,-7 0 1-16,6 0-1 15,1 0-20-15,-1 0-61 16,0 0-57-16,-9 0-238 16,-3 0-213-16</inkml:trace>
  <inkml:trace contextRef="#ctx0" brushRef="#br0" timeOffset="-203870.35">9296 11907 224 0,'0'0'328'0,"0"0"-326"0,0 0 8 0,0 0 22 0,0 0-17 0,0 0 16 16,0 16 2-16,0-13 21 15,0 2 12-15,-13 15 6 16,-14 0-22-16,2 4 4 15,-3 9-19-15,0-6 13 16,16 5-33-16,5-4 12 16,1 1-27-16,6-1 5 15,0 0-5-15,0 0 1 16,0-9-1-16,0 6-8 16,0-9 8-16,19-4-21 15,9-8 13-15,-10 3 5 16,4-7-1-16,-3 0 0 0,-7 0 2 15,3 0 2-15,-8 0 2 16,5 0-2-16,-6-7-10 16,-6-14 4-16,0 2-34 15,0-1-26-15,0 7-33 16,0 6-73-16,0 7 96 16,0 0 76-16,0 0 9 15,-6 15-9-15,-19 13 0 16,-9 1 26-16,6-6-26 15,22-6-1-15,6-6-99 0,0-6-297 16</inkml:trace>
  <inkml:trace contextRef="#ctx0" brushRef="#br0" timeOffset="-202837.34">8220 12336 438 0,'0'0'59'0,"0"0"-29"0,0 0-30 0,-19-225 44 15,19 181-29-15,25 8 20 16,15 0 18-16,13 16-2 16,15-4-51-16,-3-1-59 15,4-3-177-15</inkml:trace>
  <inkml:trace contextRef="#ctx0" brushRef="#br0" timeOffset="-202106.07">9544 11926 456 0,'0'0'117'0,"0"0"-33"0,0 0 93 0,0 0-31 16,0 0-86-16,0 0-16 15,0 177-13-15,6-144 22 0,-6 11 4 16,0 0-43-1,0-1-8-15,0 1-6 0,0-11-10 16,0-13-96-16,0-16-177 16,0-4-388-16</inkml:trace>
  <inkml:trace contextRef="#ctx0" brushRef="#br0" timeOffset="-201356.68">9857 11602 5 0,'0'0'393'0,"0"0"-242"0,0 0-101 0,0 0-30 0,0 0 18 15,0 0-9-15,0 0-9 16,0 0-10-16,0 0-10 16,0 0 0-16,0-5 11 15,6-2 47-15,16 3-9 16,-16 4 34-16,0 0-65 15,-6 0 0-15,0 0-14 16,0 28 7-16,0 8-4 16,0 4-1-16,0-8-6 15,0-3-1-15,0-6-7 16,0-3-17-16,0-12 2 16,7 0-1-16,20-8 19 15,26 0 3-15,-13 0 0 0,13-12 2 16,-12 1-1-16,-1 6 1 15,-12 2-59-15,-10 3-47 16,-11 0-65-16,-7 0-284 16</inkml:trace>
  <inkml:trace contextRef="#ctx0" brushRef="#br0" timeOffset="-196061.08">10245 12255 407 0,'0'0'129'0,"0"0"-103"0,0 0-5 0,0 0 24 0,0 0-9 16,0 0 20-16,0 0 38 15,28 0 25-15,-28 0-36 16,6 0-53-16,-6 0 12 16,0 0-19-16,6 0 9 15,0 0 22-15,16 0-1 0,3 0-21 16,21-8-14-16,4 5 1 15,3-2-19-15,-1-3 0 16,1 5 1-16,-7-6-3 16,-11-2-3-16,-8 6-32 15,-2-7-77-15,3 4-144 16,-22 5-246-16</inkml:trace>
  <inkml:trace contextRef="#ctx0" brushRef="#br0" timeOffset="-195292.77">11048 11735 541 0,'0'0'108'0,"0"0"-22"0,0 0 38 0,0 0-67 16,0 0-57-16,0 0-2 15,-28 188-9-15,28-160 9 16,-6 0 4-16,-1 4 15 16,7-8 4-16,0 0-17 0,0-8-2 15,0-4-2-15,0-4-19 16,0-3-18-16,0 3 22 16,0-5 0-16,28 1 14 15,-9 0-5-15,9 8 6 16,3-4-4-16,-3-3-4 15,-7-5 8-15,-8 0-67 16,-1 0 23-16,-12 0-11 16,6 0 3-16,1 0-22 15,-7 0 20-15,15 0 54 16,-15-13 0-16,6 1 7 16,-6 4-2-16,7 0 6 15,-7 8 1-15,0 0 12 0,0 0 50 16,0 0 3-16,0 8-15 15,0 20-13-15,-7 8 30 16,-14 8 20-16,8-3-34 16,1-5-32-16,6-8-19 15,6-8-14-15,0-4-10 16,0-4-24-16,0-8-35 16,0 8-118-16,0-12-96 15</inkml:trace>
  <inkml:trace contextRef="#ctx0" brushRef="#br0" timeOffset="-194396.49">11516 12203 384 0,'0'0'221'0,"0"0"-90"0,0 0 26 0,0 0-68 15,0 0-32-15,0 0-16 16,0 0 28-16,0 0 5 15,0 0-16-15,0 0-21 16,0 5-7-16,0-5-2 0,0 0-8 16,0 0-14-16,0 0-2 15,0 0 3-15,0 0-6 16,0 0 8-16,0 0-7 16,0 0-4-16,0 0-14 15,0 0-42-15,0 0-172 16,-12-17-889-16</inkml:trace>
  <inkml:trace contextRef="#ctx0" brushRef="#br0" timeOffset="-189949.19">11916 12360 219 0,'0'0'280'0,"0"0"-218"0,0 0-38 0,0 0 30 0,0 0-44 15,0 0-10-15,0 0 5 16,0 8-2-16,0-8-3 0,0 0 54 16,0 0 76-1,0 4 15-15,0-4-53 0,0 0-55 16,0 0-22-16,0 0 4 15,0 0 27-15,0 0-9 16,0 0 1-16,0 0-8 16,0-20-16-16,0-8 1 15,0-8-15-15,0-5 9 16,0-3-7-16,0-8-4 16,-6 1 0-16,-13-6-13 15,19 4-16-15,-9 10-13 16,3 19 23-16,6 16 20 0,-13 8 1 15,1 0 14 1,-16 11 13-16,0 17-27 0,-3 13-1 16,-9-1-28-1,6 4-53-15,-1-12-66 0,17-7-257 16</inkml:trace>
  <inkml:trace contextRef="#ctx0" brushRef="#br0" timeOffset="-187452.22">12297 12208 443 0,'0'0'98'0,"0"0"-94"0,0 0-8 0,0 0 4 16,0 0 0-16,0 0 17 16,0 0 73-16,0 0 93 15,0 0 25-15,0 0-88 0,0 0-31 16,0 0-53-16,0 0-16 15,0 0-7-15,0 0 1 16,0 0-1-16,0 0-11 16,0 0-2-16,0 0-11 15,19 0-15-15,-4-8-127 16,-8-9-322-16</inkml:trace>
  <inkml:trace contextRef="#ctx0" brushRef="#br0" timeOffset="-183186.67">12784 11910 180 0,'0'0'166'0,"0"0"-139"0,0 0 50 0,0 0 2 0,0 0-78 0,0 0 19 16,0 0 16-1,0 5 34-15,0-5 29 0,0 11 24 16,0-6-29-16,-6 7-41 15,6-1-18-15,-6-11-8 16,6 13 9-16,0-5 0 16,0-4 24-16,0-4-34 15,0 0-3-15,0 8-15 16,0-5-8-16,0-3-5 16,12 0 2-16,16 0 2 15,6 0 1-15,-9 0-3 16,9-15 3-16,0-17-4 15,0-8-4-15,-21-1-10 16,8 2-51-16,-14 10-13 16,-7 9-19-16,0 17 46 0,0 3 38 15,0 0 17-15,-41 0 71 16,7 3-28-16,-6 17-43 16,6 1-11-1,15-10 6-15,4 9-17 0,8-15-32 16,1 6-1-16,6-6-31 15,0 2 73-15,0 6 13 16,0-10 46-16,0 5-25 16,22-8 17-16,3 0-20 15,3 0-7-15,-16 0-11 16,16 0 1-16,-16 0-2 16,1 0-11-16,2 5-5 15,-15 7 10-15,13 4-1 0,8 7 14 16,-8-2-12-16,-7-6 4 15,13 6-62-15,-4-1 1 16,-9 0 31-16,-6 4 29 16,0 1 6-16,0-6-2 15,0 6 30-15,0-10-1 16,0-2-19-16,-21-5 61 16,14-5 26-16,-5 5-19 15,-16-4-42-15,3 4-10 16,-15-3-6-16,-7 11-19 15,-8-1 20-15,-4 10 1 16,6-1 23-16,6-1-3 0,7 2-27 16,12-9-12-16,22 0-4 15,0-8-30-15,6-8-40 16,0 0-24-16,0 0-185 16,0-4-299-16</inkml:trace>
  <inkml:trace contextRef="#ctx0" brushRef="#br0" timeOffset="-180941.23">7873 11261 361 0,'0'0'136'0,"0"0"-136"0,0 0-2 0,0 0 2 0,0 0 19 16,0 0 28-16,0 0 3 15,-7 8-18-15,7-8 28 16,0 0 15-16,0 0-9 0,0 0-43 16,0 0-2-16,0 0-9 15,0 0 4-15,13 0 7 16,15 0-3-16,24 0 26 16,-5 4-44-16,-1 1 16 15,1-5 8-15,-7 7 2 16,13-3-23-16,-3-4 8 15,2 4-1-15,-5-4-4 16,-1 0 16-16,1 8-20 16,12 5 42-16,-3-10-22 15,2 9-3-15,1-8-20 16,3 5 2-16,-3-9-3 16,3 0 0-16,-9 8 0 0,6-5 3 15,-13-3-3-15,-5 5 8 16,15-5-7-16,-25 7-1 15,24-7 13-15,-8 13-11 16,6-10 2-16,-7 5 1 16,22 0-5-16,-3 0-3 15,4-8 3-15,-4 9 0 16,-3-6 3-16,-9 2 1 16,5-5 0-16,-11 0-3 15,-7 11 3-15,1-7 1 16,5 1 0-16,10 3-3 15,3-5-1-15,-6 2-1 16,21-2 2-16,-21-3 5 0,21 5-14 16,-15-5 14-16,-3 0-14 15,-3 3 7-15,-13 2 0 16,6-1-4-16,1 4 9 16,6-8-8-16,-1 3 8 15,29-3-10-15,-1 0 5 16,-5 0-1-16,6 0-2 15,-16 0 2-15,-10 0-4 16,-17 0 4-16,-4 0-4 16,-6 0 10-16,6 0-7 15,-9 0 6-15,15 0-5 16,0 0 11-16,7 0-14 16,9 0 4-16,-4 0 0 15,13 0-1-15,-9 0 4 16,3 0-8-16,0 0 11 15,-13 0-9-15,4 0 6 0,3 0-5 16,0 0 3-16,-1 0-1 16,-5 0 1-16,-7 0-1 15,0-3-3-15,1-5-2 16,-7 4 2-16,-6 4 6 16,-10 0-9-16,10-5 7 15,-9 5-1-15,3 0 1 16,2-3 1-16,4 3-2 15,6-5 5-15,-9 5-8 0,9-3 6 16,-6-2-6 0,-3 5 3-16,-10-3-1 0,10-5 0 15,3 8 1 1,-3-5 0-16,3 5 0 0,-6 0-3 16,-10 0 8-16,0 0-8 15,1 0 9-15,9 0-12 16,-4 0 7-16,-2 0-1 15,8 0 0-15,-8 0-9 16,-4 0 3-16,16 0-1 16,-15 0 6-16,-7 0 1 15,16 0 2-15,-4 0 3 16,-12 0-10-16,22 0 8 16,-15 0-3-16,-1 0 0 0,10 0-4 15,-16 0-1-15,6 0 10 16,-5 0-12-16,8 0 11 15,4 0-9-15,-4 0 10 16,10 0-6-16,-3 0 1 16,-4 0 0-16,4 0-3 15,-3 0 7-15,-7 0-9 16,10 0 5-16,-4 0-3 16,-2 0-12-16,-16 0 14 15,0 0-4-15,12 0 5 16,-12 0 2-16,0 0 3 15,0 0 3-15,0 0-5 16,0 0-4-16,6 0 6 16,-6 5-6-16,0 6 1 0,0-3-17 15,0 0-17-15,0 1-54 16,0-6-125-16,0-3-257 16</inkml:trace>
  <inkml:trace contextRef="#ctx0" brushRef="#br0" timeOffset="-178510.02">4102 12784 258 0,'0'0'259'0,"0"0"-198"0,0 0 21 0,0 0-24 0,0 0-40 16,0 0-17-16,0 0 1 16,0 0-2-16,0 5 18 0,0-1 40 15,0-4 22-15,0 4 9 16,0-4-20-16,13 0-36 15,15 4 13-15,-1-4-46 16,20 0 10-16,12 0-2 16,3 0 1-16,-3 0 2 15,9 0-2-15,-3 0-9 16,-12 0 4-16,9 0 3 16,-9 0-5-16,-7 0 8 15,13 0 3-15,-3 0-9 16,-4 0 6-16,-5 0-5 15,6 0-5-15,-7 0 6 16,10 0-10-16,9 0 8 16,-3 0-5-16,3 0 10 15,10 0-16-15,-10 4 12 0,3 5-5 16,0-2 0-16,-9-7 2 16,6 8-9-16,-3-8 16 15,-3 0-7-15,-12 0 0 16,-1 0 7-16,4 0-4 15,15 0-5-15,3 4 11 16,3 0-11-16,10 0 0 16,-7 0 5-16,-5 1-13 15,2-2 19-15,-3-3-12 16,-3 5 3-16,-3-5-1 0,-3 3-1 16,-12 1-1-16,5 4 1 15,4-3 3-15,3-2-3 16,3 2 0-16,-3-5-1 15,9 0 12-15,-3 11-17 16,16 1 10-16,6 1-4 16,-6-5 3-16,-1-1-3 15,1 6-2-15,-16-5 2 16,9 0 0-16,-9 0 3 16,10-8-3-16,24 7 0 15,-12-7 0-15,0 0 1 16,-13 0-1-16,-6 0 8 15,19 5-3-15,0-2-5 0,6-3 0 16,0 0 1 0,0 8 3-16,3-8 12 0,-9 0-15 15,12 0 8-15,-12 0-9 16,0 0 0-16,0 0 2 16,-1 5-2-16,-5-5 0 15,-7 0 3-15,-8 0 1 16,-4 0-1-16,-3 3-2 15,15-3-1-15,-3 0 0 16,10 0 0-16,-1 0 4 16,14 0-7-16,-1 0 6 15,-7 0-2-15,-5 0 1 16,0 0-3-16,-1 0 1 16,-12 0 0-16,-2 0-1 0,-14 0 1 15,16 0-2-15,-9 0 6 16,3 0-9-16,-3 0 10 15,10 0-8-15,2 0 6 16,3 0-6-16,1 0 4 16,-1 0-1-16,-21 0 0 15,21 0 3-15,-9 0-8 16,4 0 10-16,-11 0-10 16,-11 0 11-16,15 0-8 15,-9 0 5-15,-7 0-4 16,7 0 1-16,-13 0 0 15,13 0 4-15,-13 0-3 16,1 0 2-16,-1 0 0 16,0 0 1-16,7 0 0 15,-13 0-3-15,12 0-1 0,-12 0 0 16,7 0 1 0,-1 0 3-16,0 0 11 0,-9 0-13 15,10 0 9-15,-1 0-9 16,-6 0 0-16,-6 0 1 15,3 0-3-15,-3 0 0 16,-6 0 2-16,2 0-4 16,-11 0 4-16,2 0-7 15,-8 0 10-15,-1 0-8 16,-6 0 6-16,0 0-6 0,0 0 3 16,6 0-4-1,0 0 0-15,10 0-6 0,-16 0-14 16,12 0-46-16,-12-8-98 15,0-8-539-15</inkml:trace>
  <inkml:trace contextRef="#ctx0" brushRef="#br0" timeOffset="-175278.22">7463 13454 45 0,'0'0'280'0,"0"0"-211"0,0 0 22 0,0 0-11 0,0 0-38 16,0 0-6-16,0 0-5 16,0 5-11-16,0-5-3 15,0 0 0-15,10 0 58 16,-10 0-25-16,0 0 9 0,0 0-2 16,0 0 32-1,0 0-35-15,0 0-17 0,6 0 10 16,0 0-20-16,6 0-25 15,10 0 0-15,3 0 10 16,9-12-10-16,19-4-2 16,-7 0 2-16,4-4-1 15,9 7 0-15,-6 5-1 16,-13 8-8-16,-12 0-43 16,-16 0-8-16,-12 33 35 15,-12 14 19-15,-50 6-11 16,15-1-34-16,1 0 46 15,12-12 0-15,15 0 8 0,7-7 1 16,12-18 20 0,0-7-24-16,0 0 3 0,40-8-4 15,13 0 0-15,12 0-20 16,-3-19-4-16,9-6-35 16,-3 5-140-16,-27 4 29 15,-7 8 86-15,-16 8-6 16,-18 0-229-16</inkml:trace>
  <inkml:trace contextRef="#ctx0" brushRef="#br0" timeOffset="-174646.1">8301 13667 569 0,'0'0'221'0,"0"0"-198"0,0 0 109 15,0 0-27-15,0 0-82 16,0 0-20-16,-7 0-3 16,7 0 7-16,0 0 30 15,0 0 13-15,0 0 10 16,0 0-33-16,0 0-23 16,0 0-4-16,0 0-6 15,0 0-15-15,0 0-113 16,0 0-213-16,0 0-333 15</inkml:trace>
  <inkml:trace contextRef="#ctx0" brushRef="#br0" timeOffset="-171249.17">8769 13891 518 0,'0'0'86'0,"0"0"-20"0,0 0 117 0,0 0-50 15,0 0-66-15,0 0-35 16,0 9 8-16,0-9-11 16,0 0 25-16,0 0-31 0,0 0 3 15,0-17-12-15,0-6-4 16,0-21-8-16,6-17 6 15,6 6-7-15,10-6-1 16,-3 5 0-16,-13 4 3 16,-6 11-9-16,0 5 5 15,0 13-5-15,0 10 2 16,0 5-4-16,0 8 5 16,0 0 3-16,0 0 4 15,-13 16-4-15,-14 9-3 16,8 3-30-16,-15-9-52 15,0 14-182-15,3-5-134 16</inkml:trace>
  <inkml:trace contextRef="#ctx0" brushRef="#br0" timeOffset="-166352.42">1963 15063 538 0,'0'0'0'0,"0"0"-121"0,0 0 1 0,0 0 120 16,0 0 35-16,0 0 136 15,0 0-77-15,-6 7-8 16,6-7-8-16,0 0-73 16,0 0-5-16,0 9 2 15,0-9-2-15,0 4 64 0,0 4 28 16,0 4 21-16,0-4-55 16,0 0-22-16,-7-8-36 15,7 0 2-15,0 8-1 16,-6-8-1-16,6 4 0 15,0 1 6-15,0 3 12 16,0-1 33-16,0-7 3 16,0 0-45-16,0 0 8 15,0 0-3-15,0 0-13 16,13-32 6-16,33 0-3 16,7-16 23-16,15-4-22 15,6 4 4-15,19-4-9 0,0 3-1 16,-12 18-19-16,-13-2 3 15,-49 17-39-15,-19 4-54 16,0 9-161-16,0 3-214 16</inkml:trace>
  <inkml:trace contextRef="#ctx0" brushRef="#br0" timeOffset="-165969.02">1957 14823 464 0,'0'0'417'0,"0"0"-359"0,0 0 8 15,0 0 11-15,0 0-53 16,0 0 25-16,127 47 56 16,-59-14-61-16,3 7-10 15,25 7-17-15,-9-6-6 0,-9-2-4 16,-10-2-14-16,-40 0 2 15,12-9-6-15,-28-5-22 16,13 1-16-16,-3-12-111 16,-3-4-223-16,-4-8-141 15</inkml:trace>
  <inkml:trace contextRef="#ctx0" brushRef="#br0" timeOffset="-165369.15">3048 15172 245 0,'0'0'412'0,"0"0"-350"0,0 0 72 0,0 0 54 0,0 0-138 0,0 0-29 0,53 0 3 16,-19 0-5-16,-3 0 4 16,-3 0-9-16,0 0-1 15,-10 0-13-15,10 0 0 16,3 0-46-16,-15 0-14 15,8 0-70-15,-14 3-177 16,-10-3 37-16</inkml:trace>
  <inkml:trace contextRef="#ctx0" brushRef="#br0" timeOffset="-165103.78">3048 15172 647 0,'-109'-77'244'0,"109"77"-228"16,0 0 55-16,0 0-23 15,0 0-31-15,19 0 53 16,15 0-19-16,0 0-15 15,7 0-24-15,-1 0-12 16,6 0-9-16,-12-8-97 16,-15-9-245-16,-19 2-308 0</inkml:trace>
  <inkml:trace contextRef="#ctx0" brushRef="#br0" timeOffset="-158289.12">4415 14220 354 0,'0'0'244'0,"0"0"-224"0,0 0-3 0,0 0 66 0,0 0-34 0,0 0 3 16,0 0 22-16,0 5 36 15,0-5-18-15,0 8-37 16,0-4 7-16,0-1-40 16,-12 5 3-16,0 1-25 15,-4-1 0-15,-3 16 3 16,1 4-3-16,-16 8 4 0,-7 5 3 16,7 6 7-1,16-7-11-15,2 9 1 0,4-10 2 16,12 2-10-16,0-5 9 15,0 0-7-15,0 0 2 16,0-8-5-16,0-4 4 16,18-4 0-16,23-8-5 15,-7-7-8-15,6-5 8 16,0 0-4-16,-12 0 7 16,-15 0-9-16,-1 0 10 15,-12 0-18-15,6-9-19 16,4-15 21-16,-10 1 8 15,0 2-6-15,0 1-20 16,0 20 12-16,-10 0 12 16,-21 0 2-16,-3 0 0 0,6 16 10 15,10 9-13-15,2-6 9 16,16 1 1-16,0-8-33 16,0-4-240-16,0-3-159 15</inkml:trace>
  <inkml:trace contextRef="#ctx0" brushRef="#br0" timeOffset="-156595.28">5032 14265 355 0,'0'0'128'0,"0"0"-81"16,0 0 1-16,0 0 45 0,0 0-15 15,0 0-73-15,7 0 27 16,-7 0 35-16,0 0 23 16,0 0-32-16,0 0-19 15,0 0-16-15,0 0 1 16,0 0-8-16,0 19-13 16,0 2 20-16,0 3-17 0,0 12 38 15,0 4-23-15,0 5-11 16,0-6-8-16,0 2-2 15,0-10-22-15,0-6-42 16,0-6-76-16,0-14-93 16,-7-5-45-16</inkml:trace>
  <inkml:trace contextRef="#ctx0" brushRef="#br0" timeOffset="-156111.97">4859 14541 376 0,'0'0'136'0,"0"0"-80"0,0 0 102 0,0 0-26 0,0 0-21 16,0 0-20-16,31 0-40 16,3 0-6-16,0 0-10 15,6 0-2-15,1 0-31 16,-7 0-4-16,-3 0-11 15,-3 0-47-15,-7-3-39 16,-8 3-114-16,-13 0-43 16,0 0-119-16</inkml:trace>
  <inkml:trace contextRef="#ctx0" brushRef="#br0" timeOffset="-155561.43">4843 14903 194 0,'0'0'322'0,"0"0"-268"0,0 0 52 0,0 0 76 16,0 0-21-16,0 0-100 15,149 0-9-15,-102-13 4 16,-1 2-4-16,-12 2-36 16,-9 6-13-16,-9 3-3 15,2 0-1-15,-5 0-32 16,2 0-44-16,-9 0-101 0,-6 0-245 16</inkml:trace>
  <inkml:trace contextRef="#ctx0" brushRef="#br0" timeOffset="-138106.4">5721 15026 314 0,'0'0'210'0,"0"0"-168"0,0 0-14 0,0 0-13 0,0 0-15 15,0 0 4-15,0-3-3 16,0-1-1-1,0 4 49-15,0 0 17 0,0 0-1 16,0 0-17-16,0 0-4 16,0 0 6-16,0 0-8 15,0 0-10-15,0 0-19 16,0 0 13-16,0 0-17 16,0 0 29-16,0 0-22 15,0 0 7-15,0 0-5 16,0 0-9-16,0 12 16 0,18 12 11 15,10 4-26-15,-9 0-6 16,9 5 3-16,-10-2 1 16,16 10-8-16,-18-10 2 15,9-6-2-15,-13-9 0 16,-12-13-1-16,10-3 1 16,-10 0 4-16,0 0 16 15,0-24 3-15,0-24 19 16,12-12-40-16,0-20 21 15,-12-12-17-15,22-16-1 16,-10 3-5-16,16-15-2 16,3-4 2-16,-9 3-15 15,-3 9 8-15,2 16-3 16,-8 32 7-16,-1 31-2 16,-3 22 0-16,-9 11 10 0,0 0-5 15,0 0 0-15,0 0-3 16,0 0-2-16,0 0-25 15,0 0-26-15,0 24-140 16,0 7-101-16,-9 10-452 16</inkml:trace>
  <inkml:trace contextRef="#ctx0" brushRef="#br0" timeOffset="-133414.83">6642 14586 270 0,'0'0'39'0,"0"0"-4"0,0 0 67 0,0 0-49 15,0 0-13-15,0 0 0 16,0 0 31-16,15 0 25 16,-15 0 6-16,0 0 19 15,0 0-73-15,0 0-8 16,0 0-12-16,6 0 18 15,-6 0-9-15,0 0 0 16,7 0 0-16,-7 0-22 16,6 0 12-16,0-4-15 15,16-17-12-15,-4 6 15 16,16-1-18-16,0 0 3 16,-9 7-5-16,-9 9-10 15,2 0-9-15,-11 0 4 16,-1 9-1-16,-6 23 12 0,0 4 18 15,0 8 1-15,0 0-10 16,0-12 0-16,-13-4-9 16,-5-12-2-16,18-4-2 15,0-8 1-15,0 0-11 16,0 0-8-16,0-4 13 16,0 4-5-16,0-4 16 15,18 16 7-15,4 1 2 16,-9-1-2-16,-7-1 1 15,-6 9 9-15,0 4-8 16,0 5 19-16,-6 11-21 0,-57 4 11 16,-8 0-8-16,-9-4 1 15,-1-4 6-15,22-12-2 16,13-8-8-16,11-4-8 16,20-16 4-16,15 0-104 15,0 0-295-15</inkml:trace>
  <inkml:trace contextRef="#ctx0" brushRef="#br0" timeOffset="-132532.03">7336 14494 312 0,'0'0'184'0,"0"0"-138"0,0 0 19 0,0 0 13 0,0 0-36 15,0 0 32-15,-53 0 5 16,41 3-2-16,-10 5-17 16,-2 17-27-16,-11-9-2 15,8 7-10-15,-4 5 23 16,9 5-31-16,-3-1-2 16,3 8-1-16,10-4-10 15,-4 0 5-15,10 5-8 16,6 3 3-16,0-8 0 15,0 0 4-15,0 0-3 0,0-13 2 16,0 10 3 0,6-5-12-16,22-9 1 0,0 2-8 15,-3-5 0-15,9-4 0 16,-6-12 8-16,6 0 1 16,-21 0 1-16,11 0 6 15,-14 0-6-15,8-8-3 16,-12-16 5-16,-6 4-6 15,0 4-4-15,0 8 11 16,0-4 0-16,0 12 5 16,0 0-2-16,-34 0 16 15,3 0-4-15,-9 8-8 16,12 8-7-16,10-1 0 0,2 2-10 16,16-13-61-1,0 0-221-15,0-4-125 0</inkml:trace>
  <inkml:trace contextRef="#ctx0" brushRef="#br0" timeOffset="-114431.2">7659 15026 108 0,'0'0'128'0,"0"0"-35"0,0 0 19 0,0 0-76 16,0 0-35-16,0 0 16 15,0 0-7-15,0 0 0 16,34-36 0-16,-34 36 12 16,0 0-8-16,0 0 21 15,0 0 11-15,0 0-18 16,0 0 3-16,0 0 2 15,0 0-10-15,0 0-23 16,0 0 29-16,0 0 8 16,0 0 15-16,0 0 3 15,0 0-21-15,0 0-4 16,0 0-23-16,6 0 11 16,-6 0-14-16,6 0 19 0,-6 0-14 15,0 0 7-15,13 0-1 16,8 0-1-16,20 0 35 15,24 0 19-15,15 0-30 16,1 0-36-16,0 0 9 16,-23 0-10-16,-11 0-2 15,-13 0-1-15,0 0-11 16,-21 0-12-16,-7 0-68 16,-6 0-106-16,0 0-330 15</inkml:trace>
  <inkml:trace contextRef="#ctx0" brushRef="#br0" timeOffset="-108635.42">8843 14522 281 0,'0'0'198'0,"0"0"-140"16,0 0-15-16,0 0 44 0,0 0-16 0,0 0 2 15,0 0-9-15,0 16 29 16,0-16-25-16,0 3-27 15,0-3 8-15,0 0-20 16,0 0 18-16,0 5-34 16,0-5 16-16,0 0-25 15,0 0 16-15,0 0-15 0,0 0 10 16,0 0-2-16,0 0-10 16,0 0-3-16,0 0-4 15,0 0-1-15,6 0 10 16,19 0-13-16,3 0 12 15,0 15-8-15,-9 6 3 16,-7-1 0-16,-6 8-1 16,3 4 0-16,-9 13-3 15,0-6-5-15,0 5 4 16,0-8-15-16,0-11-3 16,0-9 2-16,0-4 7 15,0-12-15-15,0 0-16 16,7 0 22-16,5 0 4 15,0 8 10-15,-2 0 0 0,-4 0 6 16,-6 7 8-16,6 6-3 16,-6 2 21-16,0 5-10 15,0 13 19-15,0-5-18 16,0 0-8-16,-12-3 4 16,-4-10-17-16,-2 1 13 15,-4-12-10-15,10-7-21 16,5-5-24-16,7 0-103 15,0 0-198-15,0-5-15 16</inkml:trace>
  <inkml:trace contextRef="#ctx0" brushRef="#br0" timeOffset="-107886.74">9584 14618 53 0,'0'0'378'0,"0"0"-274"0,0 0-69 0,0 0 77 0,0 0 46 0,0 0-3 15,-102-4-102-15,77 8-9 16,-3 8-3-16,-6 4-29 16,-3 8 23-16,3 0-25 15,-7 8 33-15,1 4-23 16,12 9 14-16,3 2-26 15,4 2 8-15,8 2-12 16,7-2-3-16,6-5-2 16,0-8 12-16,0 0-23 15,0-8 16-15,0-3-11 16,13-2-2-16,5-2 2 16,10-6 4-16,-6-2-10 15,3-10 10-15,2-3-8 0,-14 0 10 16,-1 0-2-1,-12 0-6-15,0 0-3 0,0 0 10 16,0 0-1-16,0 0 3 16,0 0 6-16,0 0 8 15,0 0 13-15,0 8-17 16,-31 12-4-16,-3 5 1 16,0-9-14-16,15-8 11 15,10-8-8-15,9 0-13 16,0 0-108-16,0 0-280 15,28 0 47-15</inkml:trace>
  <inkml:trace contextRef="#ctx0" brushRef="#br0" timeOffset="-106520.95">9562 14674 298 0,'0'0'135'0,"0"0"-119"0,0 0 4 0,0 0-5 0,0 0-15 0,0 0 0 16,28 0 0-16,-28 0 46 15,0 0 66-15,0 0 10 16,0 0-20-16,0 0-63 16,0 0-19-16,0 0 2 15,0 0 12-15,0 0-11 16,0 0-16-16,0 0 13 15,0 0-6-15,0 0 12 16,0 0-5-16,0 0 14 16,0 0-22-16,0 0-6 15,-12 0-7-15,-16 0-11 16,0 0 1-16,3 0-4 16,10 0 13-16,-10 3 2 15,-3 6 3-15,16 3 0 0,-16 0-4 16,3 16 0-16,-3-8-2 15,0 4 0-15,3 1-3 16,-2-2-4-16,14-2-9 16,-15-2 13-16,28 1 7 15,0 0-6-15,-6 4 8 16,6 1-4-16,0-1 0 16,0 0 0-16,0 0-3 15,0 0 7-15,0 4-12 16,0-4 16-16,0 0-17 0,0 0 15 15,0-4-8 1,0 0 2-16,0-4 0 0,28-3-4 16,-9 7-1-16,8-9 2 15,-2-6-14-15,3 7-1 16,0-4-76-16,-3-5 23 16,-19 2-9-16,3-2 49 15,-9-3 28-15,19 0 3 16,-13 0 11-16,16 0-11 15,-4-8 45-15,10-15-16 16,-3-6-16-16,9-2-13 16,-6 6-6-16,-3 9-49 15,-9 1 14-15,2 2 31 16,-2 1 6-16,-16 0-3 16,0-4 14-16,6-5-4 15,-6 2 2-15,0 7-5 0,0 4 1 16,0 3 0-16,-16 5 34 15,-15 0 83-15,3 0 25 16,-6 0-129-16,-6 0-22 16,6 5 16-16,-3 3-16 15,-4-4 3-15,20 4 3 16,-13-4 1-16,15 8 1 16,-3 0-26-16,10 0-62 15,12 4-45-15,-6 4-38 16,-1 4-89-16</inkml:trace>
  <inkml:trace contextRef="#ctx0" brushRef="#br0" timeOffset="-104339.83">6201 14157 268 0,'0'0'108'0,"0"0"-101"0,0 0 105 0,0 0-41 0,0 0-51 16,0 0-10-1,-6 0 57-15,6 0 19 0,0 0-16 16,0 0-20 0,0 0 3-16,0 0-18 0,0 0 10 15,0 0-31-15,0 0-13 16,0 0 12-16,0 0-12 15,0 0 18-15,19 0-18 16,9 0 30-16,6 0-17 16,0 0 7-16,-3 0-2 15,9 0-19-15,-6 0 8 16,0 0-2-16,19 0-4 16,-13 0 6-16,19 0-3 15,-3 0-1-15,-9 0 12 0,5 3-9 16,-5-3-4-16,6 8-1 15,-7-3 5-15,1-5-4 16,2 0 2-16,-2 0-2 16,5 0 1-16,1 0 0 15,9 0-1-15,3-5-3 16,-6 2 0-16,3 3 0 16,-9 0-7-16,9 0 11 15,-9 0-13-15,-1 0 18 16,1 0-18-16,-6 0 15 15,-1 0-9-15,22 0 6 0,1 0 0 16,2 0-3-16,-3 0 2 16,-15 0-11-16,6 0 18 15,-3 0-18-15,-4 0 16 16,7 0-11-16,-12 0 4 16,-7 0-3-16,6-5 2 15,-5 5 2-15,-1-3-4 16,7 3 12-16,-13 0-17 15,6 0 18-15,0 0-20 16,1 0 10-16,5 0-1 16,-12 0 2-16,7 0-1 15,-1 0 0-15,0 0 5 16,0 0-7-16,-9 0 13 0,4 0-15 16,-1 0 10-16,0 0-12 15,0 0 6-15,3 0 0 16,-3 0 0-16,19 0 6 15,-13 0-14-15,16 0 16 16,-3 0-15-16,-13 0 16 16,0 0-14-16,-6 0 5 15,-9 0 0-15,9 0 0 16,-6 0 1-16,3 0-1 16,-3 0 0-16,6 0-9 15,-15 0 26-15,15 0-31 16,-6 0 21-16,-9 0-11 0,21 0 4 15,-12 0 0 1,-10 0 0-16,4 0 2 0,-10 0-4 16,16 0 4-16,-15 0-4 15,-1 0 7-15,-12 0-10 16,13 0 7-16,2 0-4 16,-3 0 1-16,1 0 1 15,2 0-2-15,4 0 4 16,-13 0-11-16,10 0 18 15,-4 0-18-15,-12 0 5 16,13 0 2-16,-13 0-15 16,0 0-4-16,0 0 16 15,0 0 0-15,0 0-2 16,0 0 14-16,0 0-9 16,0 0 7-16,0 0 0 0,0 0-1 15,0 19 4-15,0 6 12 16,0-1-12-16,0 8 2 15,0-8-2-15,0-8-12 16,-13-8 4-16,13-8-9 16,-6 0-78-16,-16 0-169 15,16 0-317-15</inkml:trace>
  <inkml:trace contextRef="#ctx0" brushRef="#br0" timeOffset="-102025.04">3823 15500 186 0,'0'0'120'0,"0"0"-15"0,0 0 2 0,0 0-75 0,0 0 5 0,0 0 4 15,112 0 9-15,-84 0 21 16,-4 0-22-16,4 0-5 16,0 0 15-16,3 0 10 0,3 0-46 15,7 0 32 1,-7 0-33-16,0 0-3 0,6-4-10 16,1 4-7-16,-10 0-2 15,15 0 2-15,-6 0 16 16,10 0-7-16,3 0 0 15,-13 0-10-15,7 0 14 16,-1 0-14-16,-6 0 24 16,-6 0-12-16,7 0 6 15,-4 0 8-15,13 0-21 16,-13 0 17-16,3 0-17 16,10 0 0-16,-4 0-2 15,1 0-5-15,12 4 8 16,0-4-7-16,3 0 2 15,-16 0-2-15,7 0 0 0,9 0 2 16,-16 4-7 0,1-4 10-16,-7 4-9 0,13 0 11 15,-13 0-14-15,13 4 8 16,-7-3-2-16,1 3 1 16,-1-5 0-16,16 5-5 15,-15-4 13-15,-1 1-10 16,7 3 5-16,-6 0-6 15,-7-5 7-15,0 1-5 16,1-4 2-16,-1 8 4 16,6-3 1-16,1-2-3 15,-7 2-1-15,1-5 8 0,11 3-16 16,-11-3 13 0,21 0-12-16,-10 8 5 0,7-8 0 15,-3 0-1-15,-10 0 6 16,7 0-12-16,-6 0 14 15,5 0-15-15,10 5 20 16,-3-2-20-16,-6-3 13 16,9 9-10-16,-3-1 1 15,-13 0 4-15,23 0 0 16,-10-1 5-16,3-7-14 16,-3 5 22-16,-7-2-22 15,1-3 18-15,-3 0-16 16,-10 0 7-16,19 8 0 0,0-3-2 15,28-5 6 1,-7 3-9-16,-5-3 12 0,-17 0-18 16,-2 0 25-16,-3 0-24 15,-6 9 13-15,-7-5-6 16,0 0 4-16,-15-1-1 16,9-3 0-16,6 0 2 15,1 5-10-15,-1-5 16 16,19 0-12-16,3 0 9 15,-22 0-7-15,7 0 2 16,-7 0-1-16,-15 8-1 16,15-8 4-16,-6 3-7 0,-12-3 14 15,3 5-7-15,-4-1 7 16,4 0-15-16,3-4 11 16,-9 0-5-16,9 0 0 15,0 0 2-15,3 0 2 16,3 0-2-16,0 0 10 15,0 0-7-15,-9 0-3 16,3 7 3-16,-10-2-8 16,4-5 7-16,-16 0-1 15,-6 0-3-15,13 0 1 16,-13 0-2-16,0 0-6 16,0 0-1-16,0 0-27 15,0 0-18-15,0 0-195 16,0 0-497-16</inkml:trace>
  <inkml:trace contextRef="#ctx0" brushRef="#br0" timeOffset="-99442.75">6561 16074 11 0,'0'0'114'0,"0"0"-82"0,0 0 45 0,0 0 99 16,0 0-51-16,0 0-74 15,0 0 13-15,0 0 15 16,0 0-33-16,0 0 1 16,0 0 5-16,0 0-6 15,0 0-12-15,0 0 26 16,0 0 23-16,0 0-38 16,0 0 7-16,0 0-14 15,0 0-9-15,0 0-23 16,0 0 16-16,0 0-11 0,0 0 2 15,0 0 15 1,0 0-21-16,0 0 7 16,0 0-14-16,0-8 0 0,0 0-2 15,0-9 0-15,34 1 0 16,0-7 4-16,0 10-5 16,-9 5 7-16,3 8-8 15,-16 0-12-15,-5 0 7 16,2 0-29-16,-9 0 19 15,0 32 7-15,0 21 10 16,-9 11-19-16,-44 8-46 0,0 5 13 16,1-10-6-1,17 5 46-15,1-11-2 0,16-25 16 16,18-12 1-16,0-12 4 16,0-12 1-16,40 0 14 15,7 0 4-15,11-4 4 16,17-24 27-16,-22-1-4 15,-1 9-41-15,-11 12-2 16,-13 0-9-16,-16 8 1 16,-12 0-8-16,0 0 6 15,0 0-103-15,0 0-121 16,0 13-219-16</inkml:trace>
  <inkml:trace contextRef="#ctx0" brushRef="#br0" timeOffset="-61858.47">2465 17702 393 0,'0'0'88'0,"0"0"-47"0,0 0 15 0,0 0 20 16,0 0-24-16,0 0 39 15,0 0-20-15,0-4 1 16,0 4-35-16,0 0 27 15,0 0-21-15,0-4-19 16,0-13 6-16,0 6-2 16,12-14 13-16,16-6-21 15,0-5 10-15,3-8-28 16,10 0 19-16,-7-9-12 0,6 1 2 16,6 0-11-16,1-4 2 15,-7 3-9-15,-12 17 1 16,-3 12 0-16,-19 17-24 15,-6 7-14-15,0 0-72 16,0 0-110-16,-18 36-216 16</inkml:trace>
  <inkml:trace contextRef="#ctx0" brushRef="#br0" timeOffset="-61558.34">2431 17320 683 0,'0'0'134'0,"0"0"28"0,0 0 3 0,0 0-76 15,329 221-51-15,-243-160-21 16,-11-5 3-16,-4-4-10 16,-9-8-6-16,-22-8-8 0,-9-8 9 15,-9 0-10-15,-9 0-15 16,-7 4-38-16,-6 4-120 16,0-3-377-16</inkml:trace>
  <inkml:trace contextRef="#ctx0" brushRef="#br0" timeOffset="-61025.18">3333 17754 372 0,'0'0'506'0,"0"0"-404"0,0 0-33 0,0 0-17 0,0 0-49 15,0 0 41-15,115 0-6 16,-75 0-7-16,1 0-7 16,-7 0-16-16,-3 0-3 15,-3 0-2-15,0 0-6 16,-16 0-21-16,0 0-23 16,1 0-45-16,-13 0-34 15,0 0-29-15,0 0-42 0,0 0 66 16,0 0-182-1</inkml:trace>
  <inkml:trace contextRef="#ctx0" brushRef="#br0" timeOffset="-60793.36">3333 17754 521 0,'28'-105'581'0,"-28"105"-546"16,0 0 34-16,0 0-33 15,0 0-36-15,0 0-2 16,6 0 2-16,22-3 5 16,3-2 2-16,3 2-5 0,-6 3 12 15,6-8-28-15,-3 4 2 16,10 0-51-16,-1-8-73 16,0 4-157-16,1-4-66 15</inkml:trace>
  <inkml:trace contextRef="#ctx0" brushRef="#br0" timeOffset="-59927.17">4605 16927 180 0,'0'0'389'0,"0"0"-354"0,0 0 13 0,0 0 106 0,0 0-86 16,0 0 16-16,-168 197 22 16,146-156-43-16,10-2-4 15,0 10-4-15,5 7-39 16,7 4 11-16,0 1-24 15,0-10 6-15,0-2-9 16,31-13 0-16,25 0-5 16,-3-5 12-16,6-6-11 0,9-6 9 15,-9-6-10-15,9-9 1 16,-9-4 3-16,-6 0-6 16,-19 0-6-16,-6-8 11 15,-22-9 2-15,-6-6-5 16,0-5 13-16,0 0-17 15,0 4-1-15,-40 4 7 16,-7 15 0-16,-6 5 1 16,-9 0-4-16,4 41-7 15,-1 7 12-15,3-1-46 16,25 2 41-16,9-13-60 16,22-11-122-16,0-14-184 15</inkml:trace>
  <inkml:trace contextRef="#ctx0" brushRef="#br0" timeOffset="-59110.78">5439 17088 211 0,'0'0'272'0,"0"0"-237"0,0 0 20 0,0 0 3 0,0 0 25 15,0 0-23-15,21-48 40 16,-21 48-17-16,0 0-35 15,0 0-7-15,0 0 6 16,0 0-13-16,0 0-1 16,0 0 0-16,0 0-28 15,0 16 6-15,0 8-7 16,0 13 8-16,0 11-7 16,0-1-5-16,0 2 2 15,0-9 0-15,0-8-4 0,0 0-10 16,0-11-10-1,0-2-46-15,0-11-6 0,0-8-215 16,0 0-17-16</inkml:trace>
  <inkml:trace contextRef="#ctx0" brushRef="#br0" timeOffset="-58728.45">5299 17361 521 0,'0'0'138'0,"0"0"-5"0,0 0-27 0,0 0 3 16,0 0-73-16,0 0 29 16,0 0-23-16,19 0 52 15,21 0-53-15,6 0-12 16,10 0-14-16,-9 0-11 0,-1 0-8 15,-5 0-6-15,-7 0-7 16,-3 0-28-16,-10 0-72 16,-8-5-149-1,-13-2-177-15</inkml:trace>
  <inkml:trace contextRef="#ctx0" brushRef="#br0" timeOffset="-58244.22">5305 17702 242 0,'0'0'397'0,"0"0"-297"0,0 0 32 0,0 0 7 0,0 0-83 15,0 0-5-15,13 0 25 16,15 0-37-16,6 0 6 16,6 0-25-16,-6 0-9 15,-3 0-11-15,9 0-4 16,-5-4-14-16,-1-4-38 15,-10 4-93-15,-2 4-212 16,-22 0-237-16</inkml:trace>
  <inkml:trace contextRef="#ctx0" brushRef="#br0" timeOffset="-48753.58">6208 17546 195 0,'0'0'98'0,"0"0"-39"0,0 0-17 0,0 0 10 0,0 0-31 16,0 0 41-16,0 0-29 16,0 0 5-16,27 7-7 15,-20-7 16-15,-7 0 9 16,0 0-21-16,0 0-7 16,0 0-10-16,0 0 29 0,0 0-24 15,0 0 5-15,0 0-23 16,0 5 22-16,0-2 12 15,0 2 14-15,0-5-16 16,6 11-13-16,-6 6 6 16,6 11-29-1,0-1 14-15,4 1-6 0,-4 1-15 16,6-9 13-16,-6-4-7 16,10 4 7-16,-10-12-1 15,0 4 1-15,0-7 5 16,1-5-23-16,5 0 11 15,-3 0-1-15,10-5-3 16,3-39 4-16,3-20 17 0,2-5-6 16,-2-3-11-1,-9-3-18-15,2-2 16 0,-11 5-24 16,8-4 26-16,-9 16-19 16,-6 7 19-1,0 9-6-15,0 16 6 0,0 9 1 16,0 14-1-16,0 5 20 15,0 0 2-15,0 0 6 16,6 0-28-16,-6 0 0 16,7 0 0-16,21-8 2 15,18-4 7-15,7-4 11 16,15-4-6-16,3 0-12 16,4 4-4-16,5-8 13 15,1-1-24-15,0 2 2 0,-1-1-19 16,-21 7-35-16,-19 14-76 15,-27 3-197-15,-13 0-201 16</inkml:trace>
  <inkml:trace contextRef="#ctx0" brushRef="#br0" timeOffset="-48003.32">6871 17413 144 0,'0'0'220'0,"0"0"-218"0,0 0 5 0,0 0-14 15,0 0 18-15,0 0 5 16,-9 12 96-16,9-7-34 16,0-2 15-16,-6 5 41 15,-1 4-63-15,1 1-49 16,-6 2-7-16,12 6-14 15,-10-10 19-15,10 6 5 16,0-1 22-16,0-1-33 0,0-2-9 16,0 3 1-16,0-9-2 15,0-2-8-15,0-5 11 16,0 0-12-16,0 0 23 16,0 0-23-16,10 0 5 15,15 0 0-15,3-5 15 16,6-34-9-16,-3-14 18 15,-3-7-18-15,-1-4 6 16,-8 12-4-16,-7-4-16 16,4 16-17-16,-16 3 8 15,0 6-3-15,0 11-9 16,0 12-22-16,-22 3-21 16,-24 5-3-16,-7 0 36 15,0 21-8-15,-3 18 14 0,19 9 32 16,3 9-19-16,6 2-66 15,10-6-147-15</inkml:trace>
  <inkml:trace contextRef="#ctx0" brushRef="#br0" timeOffset="-46919.9">4843 18019 333 0,'0'0'192'0,"0"0"-182"0,0 0 7 0,0 0 20 0,0 0-15 15,0 0 37-15,-40 0 0 16,34 0 5-16,0 0 10 16,6 0 21-16,-7 0-18 15,7 0-48-15,0 0 17 16,-6 0-37-16,6 0 17 15,0 0-14-15,0 0 3 16,0 0-13-16,0 0 0 16,0 0 4-16,0 0 12 0,0 0 16 15,0 0-29 1,0 0 1-16,25 0 4 16,49 0-1-16,35 0-6 0,24 0 3 15,7 0-3-15,15 0 5 16,-3-8 6-16,3 0-12 15,-16 0 14-15,1 8-14 16,-19 0 2-16,-13 0 1 16,-15 0-3-16,-34 0-2 15,3 0-2-15,-21 0-2 16,-17 0-11-16,10 0 2 16,-15 0-24-16,-10 0-32 0,-9 0-116 15,0 0-244-15</inkml:trace>
  <inkml:trace contextRef="#ctx0" brushRef="#br0" timeOffset="-46038.3">5786 18199 258 0,'0'0'285'0,"0"0"-234"0,0 0 53 0,0 0 8 0,0 0-69 16,0 0 11-16,0 0 14 15,0 0-18-15,0 0-36 16,0 0 4-16,0 0 7 15,0 0 6-15,0 0-30 16,15 0-2-16,-8 17-1 16,-7 6 0-16,0 13-1 15,0 13-5-15,0 3 3 16,0-1-33-16,-7 2-7 16,-14-13 17-16,8 0 18 0,7-16 20 15,6-7-10-15,0-6 21 16,0-11-1-16,19 0-15 15,33 0 16-15,10 0 12 16,-3-11 8-16,-12-6-1 16,-1 6-5-16,-12 3-21 15,-6 3-11-15,-15 5-6 16,-1 0-2-16,-3 0-57 16,-2 0-51-16,-7 0-213 15,0 13-180-15</inkml:trace>
  <inkml:trace contextRef="#ctx0" brushRef="#br0" timeOffset="-44285.12">7404 17951 293 0,'0'0'245'0,"0"0"-228"0,0 0 0 0,0 0 54 0,0 0-3 15,0 0 21-15,109 0-28 16,-63 0-27-16,7 0 52 15,6 0-31-15,-3 0-6 16,3 0-20-16,15 0-2 16,-2 0-23-16,2-5 4 15,7-2 5-15,-1-1-6 16,7 3-2-16,6-3 6 16,0-4-3-16,-6 1-4 15,-7-2-1-15,14-3 0 16,-8 4-3-16,17-4 0 15,-4 1 0-15,6 2-2 0,-9-3 5 16,10 4-8-16,-13-4 15 16,0-8-20-16,3 0 20 15,-3-4-10-15,-19-8 3 16,19-5 0-16,-12-3 1 16,-16-8 4-16,22 1 19 15,-13-10-23-15,1 1 25 16,2-4-28-16,-8 0 9 15,-1 0-7-15,-15 7 7 16,5 1-9-16,-11 0-2 0,-1-4-1 16,-11 4 2-1,5-1 0-15,6 1 8 0,-12 0-11 16,1 8 14-16,-1-4-11 16,-3-4 7-16,-3 3-1 15,6 6 2-15,0-9-8 16,-16-1 0-16,10 9 0 15,-9 4 6-15,9 0-2 16,3 4 10-16,-3 4-13 16,6-8 8-16,6-5-6 15,0-3-2-15,1 1-1 16,-1-2 3-16,7 4-10 16,-1 2 16-16,1 3-18 0,-1-1 19 15,7 6-19-15,-7-2 15 16,10-6-10-16,-3-6 4 15,0-3 0-15,5-4 0 16,-8 8-16-16,3 4 12 16,-19-1-4-16,-3 5 0 15,-3 16 16-15,0-3-8 16,3-10 1-16,3 1 4 16,12-8-5-16,7 3-2 15,-3-7-3-15,2 1-6 16,1-1 11-16,0 3-9 15,-7 9 1-15,1 4 11 16,2-5-5-16,-8 2 2 0,11-10 0 16,29-7-3-1,-10 4 6-15,10 1-11 0,-13 7 16 16,-3-1-16-16,16 1 17 16,-13 0-7-16,4 3 2 15,2 2-2-15,-6 3-2 16,3 0 1-16,10 0-8 15,-7 0 12-15,-5 3-11 16,-17 17 6-16,-5 4-4 16,-19 4 1-16,-16 8 3 15,13 0-5-15,-9 0 2 16,-4 0-1-16,0 0-42 0,4 0-61 16,-16 0-193-1,0 0-263-15</inkml:trace>
  <inkml:trace contextRef="#ctx0" brushRef="#br0" timeOffset="-43774.21">13448 13960 217 0,'0'0'80'0,"0"0"59"0,0 0 7 0,0 0-60 16,0 0 55-16,0 0 8 15,-41 0-24-15,41 0-30 16,0 0-33-16,0 0-8 16,0 0-36-16,0 0 0 15,28 0-15-15,9 0 27 0,13-16-17 16,3 4-1-16,-7 4-12 15,-5 5 4-15,-1 3-12 16,-6 0 1-16,-9 0 5 16,-19 0-16-16,10 19 14 15,-16 17-1-15,0 4 3 16,0 17-7-16,-22 2-7 16,-25 2-13-16,1-1-36 15,18-24-54-15,-3-5-146 16,9-26-266-16</inkml:trace>
  <inkml:trace contextRef="#ctx0" brushRef="#br0" timeOffset="-42691.29">14877 13700 517 0,'0'0'96'0,"0"0"-74"0,0 0 9 0,0 0-31 16,0 0-3-16,0 0 3 16,-46 47 79-16,39-39 72 15,1 1-5-15,0-6-58 16,6 5-26-16,-9-3 0 15,2-5-51-15,7 0 2 16,0 8 1-16,0-8 19 16,0 0-10-16,0 0 13 15,0 0-1-15,0 0-16 16,0 0-7-16,22-33-10 0,25-11 10 16,12-8-4-16,-7 0-6 15,4 0 0-15,-9 4-4 16,5 0-13-16,-18 20-2 15,-15 4 1-15,-3 12-17 16,-16 7 18-16,0 5-28 16,0 0 4-16,0 0-61 15,0 0-74-15,-10 0-186 16,-21 0-279-16</inkml:trace>
  <inkml:trace contextRef="#ctx0" brushRef="#br0" timeOffset="-42442.9">14812 13451 568 0,'0'0'243'0,"0"0"-131"0,0 0 30 0,0 0-63 16,0 0 54-16,0 0-89 15,158 136 11-15,-96-96-46 16,-15 5 13-16,5-9-22 16,-11-5 0-16,-13 2-9 15,3-9-18-15,-10-9-5 0,-8-7-40 16,-7 5-87 0,0-13-301-16</inkml:trace>
  <inkml:trace contextRef="#ctx0" brushRef="#br0" timeOffset="-41907.54">15500 13687 704 0,'0'0'149'0,"0"0"-52"0,0 0 12 0,0 0-45 0,0 0-36 16,0 0 6-16,261 13-22 15,-209-13 0-15,-11 0-12 16,-7 0-3-16,-16 0-12 16,-5 0-63-16,-4 0-67 15,-9 0-155-15,0 0 6 16</inkml:trace>
  <inkml:trace contextRef="#ctx0" brushRef="#br0" timeOffset="-41658.56">15500 13687 130 0,'0'-112'896'16,"0"112"-849"-16,0 4-2 15,7 0 69-15,33-4-67 16,-9 4-44-16,18-4-1 16,-8 0-2-16,-10 0-4 0,9 0-57 15,-12 0-72-15,-9 0-275 16</inkml:trace>
  <inkml:trace contextRef="#ctx0" brushRef="#br0" timeOffset="-40742.46">16750 12841 497 0,'0'0'313'0,"0"0"-269"0,0 0 50 0,0 0 11 0,0 0-87 15,0 0 11-15,-180 140-25 16,171-96 11-16,-4 9-10 16,13-1 17-16,-6 0 35 15,6-4-31-15,0 4 0 16,0-3-26-16,0-9 0 16,0-8 10-16,6-9-20 15,28-15 17-15,7 9-15 0,5-17 0 16,7 0 7-16,0 0-1 15,-7 0 4-15,4-17-10 16,-19-10 15-16,-9-13-14 16,-16-1-16-16,-6 5 16 15,0 8-12-15,0 12 4 16,-28 8-6-16,-12 8 11 16,-7 0 10-16,0 0 1 15,1 8 0-15,-1 17 0 16,7-2 1-16,22 1-2 15,-4-4-7-15,22 4-98 16,0-7-259-16,0-6 56 0</inkml:trace>
  <inkml:trace contextRef="#ctx0" brushRef="#br0" timeOffset="-39627.5">17510 12878 122 0,'0'0'288'0,"0"0"-241"0,0 0 25 0,0 0-36 0,0 0 2 16,0 0 13-16,0-17 63 15,0 17 27-15,0 0-19 16,0 0-70-16,0 0-27 15,0 0 0-15,0 0-24 16,0 0 27-16,0 8-5 16,0 4 7-16,0 8 0 15,0 4-4-15,0 1-26 16,0 6 0-16,0 2-1 16,0-9-10-16,0-1 10 15,0 2-22-15,0-9 4 16,0-4-36-16,0-8 3 15,0 4-66-15,0-8-248 16,0 0-158-16</inkml:trace>
  <inkml:trace contextRef="#ctx0" brushRef="#br0" timeOffset="-39128.56">17351 13097 111 0,'0'0'293'0,"0"0"-188"0,0 0-28 0,0 0-30 16,0 0-31-16,0 0-5 15,0-3 83-15,0 3 48 16,0 0 6-16,0 0-64 16,0 0-25-16,0 0 5 15,0 0-52-15,13 0 25 0,27 0-22 16,13-4 12-16,0-8-24 16,2 3 2-16,-8 1-5 15,-7 1-9-15,-21-1 3 16,-4 0-34-16,-2 8-12 15,-13-5-132-15,0 5-234 16</inkml:trace>
  <inkml:trace contextRef="#ctx0" brushRef="#br0" timeOffset="-38694.57">17299 13343 315 0,'0'0'269'0,"0"0"-139"0,0 0 106 0,0 0-110 0,0 0-75 16,0 0-34-16,313 0-17 16,-267 0 0-16,-5 0-12 15,-7 0-40-15,-16 0-52 16,-18 0-151-16,0 0-47 16</inkml:trace>
  <inkml:trace contextRef="#ctx0" brushRef="#br0" timeOffset="-36114.6">18161 13207 483 0,'0'0'199'0,"0"0"-67"0,0 0 61 0,0 0-148 0,0 0-38 15,0 0 1-15,40 11-2 16,-34-11 12-16,0 0-2 0,-6 8 59 15,0 4-17-15,0 4-18 16,0 1-35-16,7 2 10 16,-1-2-11-16,0-6-6 15,16 9 2-15,-4 1 0 16,-2-6-1-16,9 1 2 16,9-3-6-16,6-6 11 15,13 1-15-15,-7-8 13 16,7 0-11-16,-3 0 2 15,-10-3 5-15,13-41 0 16,-13-17-8-16,6-3 8 0,-11-8-14 16,-23 8 13-16,0 4-9 15,-12 12 0-15,0 12 5 16,-12 11 2-16,-56 9-16 16,-4 13 5-16,-14 3 7 15,-17 0 14-15,4 44-3 16,-9 4-1-16,8 16-6 15,35-12-7-15,16-4-61 16,24-8-358-16</inkml:trace>
  <inkml:trace contextRef="#ctx0" brushRef="#br0" timeOffset="-35281.36">16703 13916 275 0,'0'0'163'0,"0"0"-129"0,0 0 38 0,0 0-25 16,0 0 24-16,0 0 52 16,112 0 11-16,-65 0 4 15,15 0-65-15,18 0 27 16,13 0-42-16,19 0-6 15,24 0-41-15,10 0 21 16,21-8-31-16,7 0 7 16,12-12-8-16,-25 8 0 15,-15 4-5-15,-31 3-1 16,-47 2-4-16,-15 3-21 0,-25-8-4 16,-10 8-16-1,-5 0-71-15,-13 0-227 0,0 0-261 16</inkml:trace>
  <inkml:trace contextRef="#ctx0" brushRef="#br0" timeOffset="-34515.66">17479 14225 593 0,'0'0'103'0,"0"0"67"0,0 0 24 15,0 0-147-15,0 0 22 0,0 0-26 16,285-60-10-16,-270 60-29 16,-8 0 2-16,-7 36 9 15,0 16-11-15,-13 15-4 16,-49 7 10-16,3-2-20 15,-3-5 11-15,9-6-5 16,26-14 3-16,14-14 1 16,13-13-1-16,0-7 4 15,13-13-7-15,67 0 14 16,29 0-2-16,12-9-6 0,-4-12 17 16,-8 2-13-1,-28 2-12-15,-7 9-1 0,-43 8-44 16,-15 0-120-16,-16 0-292 15</inkml:trace>
  <inkml:trace contextRef="#ctx0" brushRef="#br0" timeOffset="-16564.31">14269 16046 258 0,'0'0'164'0,"0"0"-63"0,0 0-59 0,0 0 3 16,0 0-38-16,0 0 8 16,0 0 60-16,0 0-29 15,0 0 12-15,-12 0 9 0,12 0 27 16,0 0-31-16,0 0-12 16,0 0-15-16,-6 0 9 15,6 0-1-15,0 0-23 16,0 0-3-16,0 0-15 15,0 0 15-15,0 0 1 16,0 0 18-16,0 0-18 16,0 0 5-16,0-13-11 15,18-18 5-15,23-10 0 16,5 10-15-16,7-18-2 0,-7 5 7 16,10-4-16-1,3-1 8-15,-19 10-5 16,1 6 3-16,-23 10 1 15,-2 18-24-15,-10 2 2 0,-6 3-7 16,0 0-24-16,0 0-16 16,0 0-93-16,6 0-102 15,-6 0 62-15,0 0 72 16,0 3-13-16,0 10 10 16,0-6-19-16</inkml:trace>
  <inkml:trace contextRef="#ctx0" brushRef="#br0" timeOffset="-16097.15">14477 15604 163 0,'0'0'63'0,"0"0"-52"0,0 0 142 0,0 0-29 16,0 0-52-16,0 0-3 0,-6-11 28 15,6 11 3-15,0 0-27 16,0 0 8-16,0 0-27 16,0 0 3-16,0 0-16 15,0 0-1-15,0 11-1 16,0 14-6-16,25 6-4 16,15 2-1-16,0 7 3 15,22 0-29-15,-9-8 5 16,0 0-4-16,-7-8-6 15,-5 1 3-15,-14-14-11 16,-8 1 0-16,-13-4-18 16,-6 5-21-16,0-2-100 15,0-2-208-15</inkml:trace>
  <inkml:trace contextRef="#ctx0" brushRef="#br0" timeOffset="-15230.57">15079 16041 269 0,'0'0'183'0,"0"0"-124"0,0 0-28 0,0 0-9 15,0 0-2-15,0 0 24 16,0 0 4-16,0 0 19 16,0 0-2-16,0 0 17 15,0 0-23-15,0 0-7 16,0 0-14-16,0 0 8 15,0 0-4-15,0 0-9 16,0 0 22-16,0-16-39 16,0-7-1-16,12-18-12 15,0-3 1-15,4-12-3 0,-4 8-2 16,1 0-9-16,8 12 2 16,-14 8-8-16,-7 11 1 15,0 17 9-15,0 0 6 16,0 0 11-16,0 33-11 15,-34 19 0-15,-7 12-68 16,1 0-149-16,0-11-180 16</inkml:trace>
  <inkml:trace contextRef="#ctx0" brushRef="#br0" timeOffset="-13983.63">14195 17425 118 0,'0'0'72'0,"0"0"-49"0,0 0 85 0,0 0 52 0,0 0-102 16,0 0-5-16,0 28 36 0,0-20-23 16,0-3-15-16,0-5-4 15,0 0-11-15,0 0 58 16,0 0-24-16,0 0-15 15,0 0-29-15,0 0-18 16,0 0 6-16,0 0 7 16,0 0 19-16,0-17-23 15,0-15 18-15,40-12-12 16,13-16 9-16,-3 8-11 16,2-5-10-16,-5 13-11 0,-13 4-6 15,-3 4-14 1,-9 0-9-16,12 8 16 0,-16 12-13 15,-18 11-18-15,13 5-68 16,-13 0-150-16,0 0-139 16</inkml:trace>
  <inkml:trace contextRef="#ctx0" brushRef="#br0" timeOffset="-13631.18">14297 17088 399 0,'0'0'285'0,"0"0"-248"0,0 0 111 0,0 0 1 16,0 0-80-16,0 0 28 16,59 121-32-16,-25-93-20 15,19 0-21-15,-7-4 0 16,-11 0-20-16,5-4-2 16,-15 3-2-16,-4-2 0 15,-2 3-15-15,-10 0-25 0,-9-4-4 16,7 1-123-1,-7-14-140-15,0-3-68 0</inkml:trace>
  <inkml:trace contextRef="#ctx0" brushRef="#br0" timeOffset="-13116.8">14744 17313 173 0,'0'0'346'16,"0"0"-278"-16,0 0 16 15,0 0 7-15,0 0-21 16,0 0 10-16,108-52-1 16,-95 52-65-16,-7 0-14 15,-6 15 3-15,0 29 15 16,0 13-6-16,0-4-12 0,0-2-7 15,0-7 6-15,0-11-34 16,0-5 10-16,0-17 15 16,0-3 9-16,0-8-2 15,34 0 6-15,0 0 21 16,3 0 5-16,-9-8-2 16,6 1-23-16,-15-1-8 15,3 0-4-15,-4 3-30 16,-2 5-25-16,-10 0-46 15,0 0-35-15,-6 0-37 16,0-3-232-16</inkml:trace>
  <inkml:trace contextRef="#ctx0" brushRef="#br0" timeOffset="-12516.45">15351 17369 218 0,'0'0'361'0,"0"0"-229"0,0 0 43 0,0 0-9 0,0 0-92 15,0 0-14-15,62 0 7 16,-31 0-36-16,-3 0-23 16,0 0 5-16,-9 0-4 15,3 0-2-15,-10 0-7 16,0 0-6-16,1 0-17 16,2 0-14-16,-8 0-32 0,-1 0-6 15,0 0-75 1,-6 0-82-16,0 0 11 0,0-4-168 15</inkml:trace>
  <inkml:trace contextRef="#ctx0" brushRef="#br0" timeOffset="-12279.93">15351 17369 310 0,'75'-116'440'0,"-75"116"-375"16,0 0 8-16,0 0 8 16,0 0-39-16,12 0 18 15,10 0 15-15,3 0 14 0,3 0-61 16,0-5-9-16,-4 2-16 16,4-2-6-16,-9-2-12 15,3 3-49-15,-16-5-102 16,-6 1-240-16</inkml:trace>
  <inkml:trace contextRef="#ctx0" brushRef="#br0" timeOffset="-11368">15680 15937 274 0,'0'0'372'0,"0"0"-265"0,0 0 74 0,0 0-32 0,0 0-80 16,0 0-13-16,-12 0-11 15,12 0-19-15,0 0 5 16,0 0-8-16,25 0-2 16,9 0-16-16,6 0-2 15,0 0-6-15,-6 0-1 16,-9 0-5-16,-3 0-33 0,-16 0 10 15,0 0-68-15,-6 0-44 16,0 0-134-16,0 0-5 16</inkml:trace>
  <inkml:trace contextRef="#ctx0" brushRef="#br0" timeOffset="-11134.67">15680 15937 450 0,'-46'-124'605'0,"46"124"-564"15,0 0-5 1,0 0 33-16,12 0-18 0,28 0 7 16,1-4-41-16,-1 0-15 15,-6-4-1-15,6 0-2 16,-15 0-32-16,-3 0-67 15,-16 8-197-15,-6 0-482 16</inkml:trace>
  <inkml:trace contextRef="#ctx0" brushRef="#br0" timeOffset="-2375.34">16635 15231 17 0,'0'0'314'0,"0"0"-188"0,0 0-54 0,0 0-40 0,0 0 4 16,0 0-27-16,0 0 23 15,0 5-1-15,0-5 38 16,0 0-6-16,0 3 12 0,0-3 3 16,-6 5-29-1,6-2-1-15,0-3-25 0,-6 0 19 16,6 0-24-1,0 0 30-15,0 0-26 0,0 0-4 16,0 0 6-16,0 0-21 16,0 0 2-16,0 0 3 15,0 0-7-15,-6 0 8 16,6 0-15-16,-10 5 15 16,4 3-12-16,-13 4 3 15,-2 7 0-15,-4 1 0 16,-3 9 4-16,9-1-12 0,-2 0 16 15,8 8-16 1,1 0 19-16,3 4-23 0,2-8 12 16,7 8 0-16,0-8-2 15,0-12 6-15,0 1-9 16,7-9 10-16,33-1-14 16,0-3 18-16,1-8-18 15,-7 0 12-15,-6 0-9 16,-4 0 6-16,-8 0-3 15,-4 0-5-15,1 0-11 16,-7-16 18-16,-6 4-28 16,6-4 23-16,-6 8-14 15,0 5 16-15,0 3 4 16,-6 0-12-16,-34 0 11 16,-7 8-30-16,1 8 20 0,5-4 11 15,10-1-19-15,16-6 9 16,15-5 6-16,0 0-101 15,0 0-158-15,0 0 15 16,46 0 32-16</inkml:trace>
  <inkml:trace contextRef="#ctx0" brushRef="#br0" timeOffset="-1693.13">17162 15291 294 0,'0'0'201'0,"0"0"-103"0,0 0 0 0,0 0-3 0,0 0-21 16,0 0 6-16,0 0-10 15,-6 12-29-15,6 9 10 16,0 7-18-16,0 3 17 16,0 2-47-16,0 3 15 15,0 0-16-15,0 0 2 16,0-3 0-16,0-2-8 15,0-7-7-15,6-7-37 16,-6-6 8-16,0-6-33 16,0-5-8-16,0 0-71 15,10 0-48-15,-10 0-13 16,0-5-181-16</inkml:trace>
  <inkml:trace contextRef="#ctx0" brushRef="#br0" timeOffset="-1360.62">17063 15496 274 0,'0'0'265'0,"0"0"-249"0,0 0 51 0,0 0 22 16,0 0 26-16,0 0-9 15,81 0-20-15,-47 0-64 16,-9 0-9-16,2 0-8 15,1 0-5-15,3 0-12 16,4-3-129-16,-1-14-96 16,-6 4-149-16</inkml:trace>
  <inkml:trace contextRef="#ctx0" brushRef="#br0" timeOffset="-860.1">17624 15552 376 0,'0'0'114'15,"0"0"-102"-15,0 0 51 16,0 0-15-16,0 0 54 16,0 0-40-16,6 13 24 15,10-13-34-15,-4 0 23 16,1 0-12-1,2 0-18-15,-15 0 1 0,25-17-29 16,-3-15 19-16,-4 4-21 16,10-12 1-16,-15 4-14 15,-1 0 0-15,-12 12-2 16,0 8-6-16,0-1 6 16,0 14 0-16,-40 3-10 0,-13 0-3 15,13 0 5-15,-7 0-12 16,7 0 17-16,6 8-37 15,-6 15-36-15,21 10-123 16,-9-5-177-16</inkml:trace>
  <inkml:trace contextRef="#ctx0" brushRef="#br0" timeOffset="-92.02">16617 15969 281 0,'0'0'234'0,"0"0"-176"0,0 0 9 0,0 0 9 15,0 0-2-15,0 0 34 16,24 0 23-16,23-8-46 16,9 5-27-16,3-2 34 0,15 2-55 15,7 3 16-15,-4 0-39 16,10 0 14-16,-6 0-27 15,-1 0-2-15,-5 0-7 16,-10 0-26-16,-9 0 0 16,-10 0-53-16,-27 0-87 15,-13 8-324-15</inkml:trace>
  <inkml:trace contextRef="#ctx0" brushRef="#br0" timeOffset="655.89">17063 16177 11 0,'0'0'520'0,"0"0"-446"0,0 0 25 0,0 0 16 16,0 0-85-16,0 0 15 16,12 0 2-16,4 0-6 15,-10 0-37-15,0 0-3 16,1 0-1-16,-7 5 0 15,0 23-1-15,0 5 6 16,0 6 2-16,0 9 3 16,0-16-8-16,-7 4 1 15,7-8-3-15,0-11 9 16,0-6 4-16,0-6 9 16,19-2-21-16,21 2 29 15,1-5-9-15,-1 0 3 0,-6 0-14 16,0 0 22-16,0 0-22 15,-9 0-9-15,-3 0-1 16,-10 0-18-16,-6 0-16 16,1 0-98-16,-7 0-80 15,0 0-119-15</inkml:trace>
  <inkml:trace contextRef="#ctx0" brushRef="#br0" timeOffset="1403.94">18161 15969 119 0,'0'0'481'0,"0"0"-321"0,0 0-46 16,0 0 40-16,0 0-95 15,0 0-18-15,0 0-1 16,0 0 12-16,0 0-10 16,18 0-18-16,23 0 9 0,-7 0-24 15,0 0-16 1,3 0 7-16,-9 0-8 0,0-8-22 15,-10 8-8-15,-2-3-28 16,-10-5-44-16,-6 3-114 16,0 1-120-16</inkml:trace>
  <inkml:trace contextRef="#ctx0" brushRef="#br0" timeOffset="1620.44">18161 15969 11 0,'-75'-196'1033'0,"75"196"-976"16,13 0 14-16,27 0 21 16,0 0-62-16,13 0-21 15,3 0-18-15,-10 0-6 16,7-17-76-16,-13-6-171 15,-27 10-463-15</inkml:trace>
  <inkml:trace contextRef="#ctx0" brushRef="#br0" timeOffset="2587.08">19283 15231 475 0,'0'0'110'0,"0"0"-48"0,0 0 86 0,0 0 31 0,0 0-91 15,0 0-21-15,-108 116-15 16,89-95 8-16,3-1-43 16,4 8 2-16,12 0-17 15,0 4 5-15,0 0 3 16,0-3-8-16,0-1 1 15,0-13 6-15,0 9-18 16,22-8 8-16,-4-7-7 16,-5-1 10-16,21-5-8 15,0-3 3-15,6 0-12 16,13 0 14-16,0-20-29 0,-4-20 30 16,-18 0-37-1,-9 8 16-15,-16 0-13 0,-6 8 22 16,0 12 6-1,0 12 6-15,-28 0 15 0,-24 0 20 16,-1 4-18-16,0 20-8 16,-9 8-18-16,28 0-12 15,-6 1 16-15,21-2-28 16,13 2-42-16,0-17-266 16,6-1-180-16</inkml:trace>
  <inkml:trace contextRef="#ctx0" brushRef="#br0" timeOffset="3153.77">18976 15889 576 0,'0'0'92'0,"0"0"-26"0,0 0 74 0,0 0-40 0,0 0-35 0,0 0-41 16,0 0 40-16,19 0-24 16,40 0 32-16,3 0-47 15,3 0-12-15,9 0-2 16,-12 0-3-16,10 0-16 15,-17 0 6-15,-2 0-3 16,-19 0-107-16,-9 0-17 16,-13 0-255-16</inkml:trace>
  <inkml:trace contextRef="#ctx0" brushRef="#br0" timeOffset="3754.55">19088 16194 164 0,'0'0'387'0,"0"0"-311"0,0 0 2 0,0 0 73 0,0 0-91 16,0 0 31-1,161-44-59-15,-127 44-15 16,-15 0-15-16,-4 0 10 0,-15 36 17 15,0 8-4-15,0 8-20 16,0 4 6-16,-15-7-21 16,-4-10 18-16,4 2-16 15,2-18 5-15,13-7 2 16,0-7-2-16,0-9-14 16,13 0 10-16,27 0 7 15,6 0 4-15,-5-25 2 16,-1 5-12-16,-6 4-4 15,-12 5-46-15,-16 2-136 0,13 9-77 16,-13 0-38-16</inkml:trace>
  <inkml:trace contextRef="#ctx0" brushRef="#br0" timeOffset="4486.39">19869 16090 19 0,'0'0'47'0,"0"0"17"0,0 0 90 0,0 0 25 15,0 0-79-15,0 0-9 16,0 0 39-16,0 0-46 15,0 0 3-15,0 0 31 16,0 0-68-16,0 0 39 16,22 0-46-16,6 0-4 15,-3 0-25-15,9 0 8 16,6 0-19-16,0 0-2 16,-6 0-1-16,-3 0-9 15,-3 0-23-15,-15 0-54 16,8-4-52-16,-21 0-169 15,0-4 15-15</inkml:trace>
  <inkml:trace contextRef="#ctx0" brushRef="#br0" timeOffset="4688.5">19869 16090 232 0</inkml:trace>
  <inkml:trace contextRef="#ctx0" brushRef="#br0" timeOffset="4767.63">19869 16090 232 0,'-25'-217'593'0,"50"217"-475"15,25 0 73-15,-13 0-30 16,3 0-183-16,-12 0-113 16,-22 0-251-16</inkml:trace>
  <inkml:trace contextRef="#ctx0" brushRef="#br0" timeOffset="5567.03">20759 15632 549 0,'0'0'169'0,"0"0"-151"0,0 0 96 0,-19 5-6 0,19-5-59 15,0 0 42-15,0 0-49 16,0 0 23-16,0 0-37 16,0 0-6-1,0 0-16-15,31 0 3 0,-3 0-6 16,6 8 3-16,-15 15-12 15,3 2-11-15,-4 2 10 16,-11 1-45-16,-7 5 31 16,0-5-9-16,0-8 13 15,0 1 5-15,0-10-1 16,9-11 7-16,-9 12-52 0,12-4 30 16,-6 0 26-16,-6 0-10 15,7 4 18-15,8 4-6 16,-15 12 13-16,0 0 6 15,0 13 4-15,-15-5-1 16,-19-4 25-16,-19 0-17 16,6-8 43-16,-12-4-34 15,19-9 0-15,6 2-38 16,22-9-1-16,5-4-18 16,7 0-102-16,0 0-368 15</inkml:trace>
  <inkml:trace contextRef="#ctx0" brushRef="#br0" timeOffset="9997.02">16520 16891 482 0,'0'0'95'0,"0"0"-55"0,0 0 3 0,0 0-4 15,0 0-32-15,0 0 59 0,0 0 14 16,-6 0-24-16,6 0 11 15,0 0-35-15,0 5-9 16,0-5-13-16,0 3-7 16,0-3 6-16,0 0-16 15,0 0 14-15,0 0 9 16,0 0-10-16,0 0-3 16,0 0 3-16,0 0-2 15,0 0 8-15,0 0-9 16,0 0 7-16,0 9-7 15,0-1-2-15,-12 8 10 16,-16 8-7-16,-12 8-4 0,-7 9 2 16,22-2-15-16,-3 10 26 15,10-1-8-15,8-4 0 16,10 3 26-16,0-2-27 16,10-5-8-16,30-12-3 15,-9-11 7-15,25-14-8 16,-3-3 8-16,-7 0-9 15,-6-8 0-15,1-17 1 16,-23 2-6-16,-2-5 9 16,-16 4-8-16,0-4 1 15,0 4 9-15,-9 7-11 16,-32 14 8-16,-5 3-42 16,5 0 9-16,-5 3 39 15,-1 30 3-15,7 3-3 0,15 0 5 16,10-12-5-16,15-16-8 15,0-8-120-15,9 0-185 16,22 0-2-16</inkml:trace>
  <inkml:trace contextRef="#ctx0" brushRef="#br0" timeOffset="10629.28">17057 17173 6 0,'0'0'760'0,"0"0"-650"0,0 0 55 0,0 0-95 16,0 0-14-16,0 0 1 16,87 11-33-16,-47-11-17 15,0 0 1-15,-6 0-8 16,-3 0 0-16,-3 0-2 15,6 0-70-15,1 0-32 16,-11 0-174-16,4 0-79 16</inkml:trace>
  <inkml:trace contextRef="#ctx0" brushRef="#br0" timeOffset="11112.82">17798 17204 274 0,'0'0'342'0,"0"0"-225"16,0 0-1-16,0 0-48 0,0 0-2 16,0 0-63-1,28 25 19-15,-22-25-1 0,0 0 44 16,0 0-31-16,1 0 21 16,8 0-8-16,4 0-20 15,9 0-4-15,-4-25-19 16,4-6 4-16,0-2 2 15,-9-6-16-15,-7-6 15 16,-2 5-11-16,-10 4 3 16,0 0-2-16,0 11-1 15,0 2-12-15,-22 10 9 16,-3 10-7-16,-9 3 8 0,0 0 3 16,-6 0-5-16,-7 36 2 15,1 16-13-15,5 0-67 16,7-4-19-16,22-4-134 15,12-16-312-15</inkml:trace>
  <inkml:trace contextRef="#ctx0" brushRef="#br0" timeOffset="11861.65">16561 17742 30 0,'0'0'212'0,"0"0"-96"0,0 0-19 0,0 0 14 0,0 0 17 16,0 0-31-16,-47-29-27 15,41 26 31-15,6-1-20 16,-6 4-31-16,6 0-27 15,0 0 55-15,0 0-35 16,0 0-20-16,6 0-19 16,47 0 24-16,27 0 8 15,23-8-18-15,8 0 2 16,16 4-18-16,-6-5 4 16,6 9 2-16,-12 0-16 0,-16 0 2 15,-12 0-8-15,-19 0-38 16,-21 0-25-16,-35 0-102 15,-12 0-260-15</inkml:trace>
  <inkml:trace contextRef="#ctx0" brushRef="#br0" timeOffset="12561.27">16989 17967 54 0,'0'0'286'0,"0"0"-134"0,0 0-57 0,0 0-4 16,0 0 9-16,0 0 7 16,0 0-1-16,0 0-10 15,0 0-48-15,0 0 52 16,40-13-63-16,-6-7 1 0,13 1-28 15,-7 7 8 1,-12 4-17-16,-3 8 1 0,-10 0-2 16,-9 0-8-16,0 23 4 15,-6 18 4-15,0 6-2 16,0 6-14-16,0-9 14 16,-6-8-8-16,0-8 10 15,6-15 0-15,0-6 2 16,0-7-2-16,0 0-2 15,53 0-4-15,0-20 12 16,-1-8-4-16,4 8 7 16,-9 4-18-16,-16 8-4 15,9 8-12-15,-6 0-46 16,-12 0-26-16,-10 0-158 16,-12 0-175-16</inkml:trace>
  <inkml:trace contextRef="#ctx0" brushRef="#br0" timeOffset="13210.53">18012 17742 64 0,'0'0'550'0,"0"0"-381"0,0 0 12 0,0 0-72 0,0 0-63 16,0 0 8-16,40-20 34 15,0 11-68-15,-5 6 15 16,11-5-21-16,1 0-12 0,-13 4-2 16,0 0-6-1,3-5-3-15,-15 9-36 0,-4 0-11 16,-18 0-87-16,16 0-104 16,-16 0-61-16,0 0-155 15</inkml:trace>
  <inkml:trace contextRef="#ctx0" brushRef="#br0" timeOffset="13411.76">18092 17430 1010 0,'0'0'121'15,"0"0"-104"-15,0 0 75 16,0 0-92-16,0 0-6 16,0 0-67-16,140 3-37 15,-112-3-157-15,-9 0-68 16</inkml:trace>
  <inkml:trace contextRef="#ctx0" brushRef="#br0" timeOffset="14226.9">19302 16988 268 0,'0'0'302'0,"0"0"-193"0,0 0 51 0,0 0-46 0,0 0-48 0,0 0 22 16,-87 11-42-16,53 6 38 16,9 7-56-16,-3 4-8 15,-6 5-4-15,9-2 0 16,-3 5-16-16,10 5 3 15,-4 3-9-15,16-5 19 16,6 2-25-16,0-5 16 16,0-4-8-16,0-3-8 15,0-10 6-15,0-2 3 0,6-6-13 16,22-2 11-16,-3-9 9 16,-4 0-14-16,-2 0 20 15,9 0-15-15,-22 0 10 16,22-20-5-16,-16-16 0 15,-5 3 0-15,-1 9-4 16,-6 7-18-16,0 10 13 16,0 7 18-16,0 0-2 15,0 0-4-15,-41 28 1 16,10 4-4-16,-3 0-6 16,13-4-11-16,2-8-91 15,13 1-98-15,6-6-68 0,0-7 56 16</inkml:trace>
  <inkml:trace contextRef="#ctx0" brushRef="#br0" timeOffset="14760.34">18834 17722 242 0,'0'0'283'0,"0"0"-203"0,0 0 110 0,0 0-6 0,0 0-64 16,0 0-26-16,0 0-25 15,0-4-52-15,6-8 33 16,22 0-32-16,18-5 23 16,1 6-36-16,15-1 1 15,3-1-6-15,-3 5-4 16,-3 1 2-16,-13 3-44 15,-5 0 8-15,-20 4-104 16,-2 0-189-16,-19 0-293 16</inkml:trace>
  <inkml:trace contextRef="#ctx0" brushRef="#br0" timeOffset="15275.96">18889 18031 571 0,'0'0'118'0,"0"0"-63"0,0 0 25 0,0 0-24 0,0 0-19 0,0 0-34 0,72-25 47 15,-57 25-32-15,-2 0 33 16,-7 20-47-16,-6 13 47 16,0 3-42-16,0 4 31 15,0 5-9-15,0-9-9 16,0-5-10-16,0-11-8 0,0-12 16 16,0-8-20-16,0 0 0 15,0 0-9-15,40 0-10 16,0-8 1-16,1-12 18 15,-1 0-15 1,0 4-54-16,-6 4-32 0,-9 4-141 16,-3 8 31-16,-16-4-101 15</inkml:trace>
  <inkml:trace contextRef="#ctx0" brushRef="#br0" timeOffset="15841.56">19643 17798 55 0,'0'0'879'0,"0"0"-680"0,0 0-65 0,0 0-72 16,0 0-50-16,0 0 8 0,93 0-11 15,-53 0 13-15,-12 0-16 16,0 0-12-16,-9 0 4 16,-7 0-25-16,-6 0-46 15,16 0-101-15,-22 0-273 16,0 0-166-16</inkml:trace>
  <inkml:trace contextRef="#ctx0" brushRef="#br0" timeOffset="16095.18">19643 17798 161 0,'-40'-260'766'0,"40"263"-633"15,0 5-51-15,0-4-19 16,6-4-57-16,15 0-6 16,4 0-44-16,3 0-45 15,-6 0-173-15,-4 0-112 16</inkml:trace>
  <inkml:trace contextRef="#ctx0" brushRef="#br0" timeOffset="16774.09">20319 17389 476 0,'0'0'292'0,"0"0"-237"0,0 0 46 0,0 0 11 0,0 0-97 16,0 0-3-16,0 36-12 0,6-36-7 16,6 0-3-16,4 0-4 15,-4 0 6-15,7 5 16 16,3 10 1-16,-10 13-1 16,10 9 5-16,-10 2-12 15,-6 2 4-15,-6-9-10 16,0-5-14-16,0-2 2 15,0-9-34-15,0-12 29 16,0 0-39-16,0-4-54 16,0 0 33-16,0 0 35 15,0 0 18-15,0 0 29 16,6 12 27-16,1 4 1 0,-7 7 11 16,0 2-32-16,0 7-6 15,0 8 6-15,-19 1-7 16,-27-2 4-16,-7-3 16 15,19-15 38-15,6-17-43 16,28-4-15-16,0 0-79 16,0-33-172-16</inkml:trace>
  <inkml:trace contextRef="#ctx0" brushRef="#br0" timeOffset="20756.16">22170 17192 133 0,'0'0'92'0,"0"0"-92"0,0 0 0 0,0 0 36 16,0 0 36-16,0 0 17 16,0 0-24-16,22-16 2 15,-22 16-2-15,0 0 29 16,0 0-27-16,0 0-59 16,0 0 10-16,0 0-13 15,0 0 51-15,0 0 23 16,0 0 28-16,0 0-53 15,0 0 21-15,0 0-27 0,0 0-30 16,0 0-11-16,0 0-1 16,0 0-8-1,0 0 18-15,0 0-15 0,0 0-1 16,0 0 27-16,0 0-26 16,0 0 10-16,0 0-5 15,0 0-1-15,0 0-4 16,0 0 6-16,0 0 11 15,0 0-15-15,0 0 24 16,0 0-20-16,0 0 3 16,0-16-5-16,24-24-2 15,17-12 7-15,5-4-5 16,29-4-1-16,-23 7 5 0,10 14-12 16,-9 11 3-1,-19 4-3-15,-3 7-23 0,-3-7-23 16,0 1-35-16,-16-2-48 15,1 9-76-15,-13 8-81 16,0 8-74-16</inkml:trace>
  <inkml:trace contextRef="#ctx0" brushRef="#br0" timeOffset="21153.47">22350 16739 508 0,'0'0'65'15,"0"0"-58"-15,0 0 109 0,0 0-34 0,0 0 64 16,0 0-31-16,127 85-3 16,-74-41-25-16,-4 0-23 15,4 4-37-15,-13-4-22 0,7-4-5 16,-23-4 0-16,-2-7-4 15,-3-6-11-15,-4-10 2 16,-8-10-65-16,5-3-136 16,-6 0-348-16</inkml:trace>
  <inkml:trace contextRef="#ctx0" brushRef="#br0" timeOffset="21821">23131 17413 602 0,'0'0'223'0,"0"0"-145"0,0 0-9 0,0 0-50 0,0 0 5 16,16-229 24-16,-16 190-22 15,0 6 20-15,0 13 5 16,0 12 21-16,0 4-41 15,0 4-11-15,0 0-17 16,0-7-6-16,0 2-1 16,0 2-12-16,0 3 6 15,0 0-23-15,0 0-9 16,0 0-66-16,0 0-93 16,0 0-215-16</inkml:trace>
  <inkml:trace contextRef="#ctx0" brushRef="#br0" timeOffset="22535.56">23621 17076 329 0,'0'0'268'0,"0"0"-171"0,0 0 50 0,0 0 39 0,0 0-127 0,0 0 15 16,-6 0-32-16,6 0 20 15,0 0-43-15,0 0 20 16,6 0-15-16,28 0 2 16,6 0-6-16,-2 0-15 15,-4 0-10-15,6 0 7 16,-6 0-4-16,6-3-31 15,-5-2 24-15,5-3-45 16,0-4 9-16,-15 4-69 16,-3 0-61-16,-16 8-140 15,-6 0-169-15</inkml:trace>
  <inkml:trace contextRef="#ctx0" brushRef="#br0" timeOffset="22851.37">23621 17076 597 0</inkml:trace>
  <inkml:trace contextRef="#ctx0" brushRef="#br0" timeOffset="22936.12">23621 17076 597 0,'65'-168'210'0,"-37"179"-12"0,6-3-103 0,6-3 13 0,7-1-85 16,-7-4-12-16,1 0-2 16,-1 0-9-16,-9 0-16 15,-3 0-21-15,-16 0-59 16,4-4-115-16,2-4-149 0</inkml:trace>
  <inkml:trace contextRef="#ctx0" brushRef="#br0" timeOffset="23718.15">24343 17297 14 0,'0'0'181'0,"0"0"-136"0,0 0 146 0,0 0-44 0,0 0-7 0,-9 20 10 16,9-20-62-16,0 0 21 15,0 0-75-15,0 0 26 16,0 0 17-16,0-4-19 15,0-25-33-15,28-18 6 16,25-17-4-16,9-8-8 16,18-9-6-16,-2 9-6 15,-10 12-14-15,-15 16 2 16,-19 19-1-16,-6 14-31 0,-22 11 8 16,0 0-34-16,-6 0-53 15,0 0-103-15,0 0-214 16</inkml:trace>
  <inkml:trace contextRef="#ctx0" brushRef="#br0" timeOffset="24101.64">24455 16799 746 0,'0'0'49'15,"0"0"6"-15,0 0 44 16,0 0-50-16,0 0 6 15,0 0 18-15,16 141 26 16,2-105-54-16,-5 0 4 16,8-4-35-16,-2-3-9 15,3-6 10-15,-4 1-30 16,-2 1 10-16,-4-2 1 16,13-2-22-16,-3-6-2 0,6-2-74 15,-4-13-149 1,4 0-102-16,-3 0-79 15</inkml:trace>
  <inkml:trace contextRef="#ctx0" brushRef="#br0" timeOffset="24667.56">24939 17160 310 0,'0'0'302'0,"0"0"-191"0,0 0-52 16,0 0 33-16,0 0-16 0,0 0 1 16,146-64-34-16,-128 64-34 15,16 0 1-15,-21 13-8 16,2 18 4-16,-15 18-6 15,0-1-14-15,0-9-19 16,0 5 8-16,0-15 1 16,0-1 24-16,0-8 4 15,0-8 26-15,0-4 0 16,0-8-26-16,25 0 18 16,25 0-18-16,-4 0 16 15,-6-12-15-15,7-4-5 16,-7 4 0-16,-9 12 6 15,-3 0-12-15,6 0 15 16,-15 0-21-16,3 0 9 0,2 0 1 16,-17 0-50-16,14-8-108 15,-21 0-243-15</inkml:trace>
  <inkml:trace contextRef="#ctx0" brushRef="#br0" timeOffset="38738.53">9931 6532 137 0,'0'0'282'0,"0"0"-250"0,0 0 45 0,0 0-29 0,0 0-14 15,0 0-28-15,0 0-2 16,0 0-2-16,0 5 0 0,0-5 65 15,0 0-42 1,0 0 40-16,0 0-55 16,0 0 45-16,0 0 14 15,0 0 45-15,0 0-50 0,0 0-30 16,0 0 34-16,0 0-39 16,0 0 8-16,0 0-35 15,0 0 19-15,0 0-20 16,0 0 11-16,0 0-1 15,0 0 11-15,-6 0 1 16,0-21-20-16,-9-10 5 16,2-18 0-16,-15-2 11 15,16-14-16-15,-7-3 17 16,-2 0-19-16,14-8 9 16,7 3-10-16,0 1-17 0,0 16 5 15,0 8-29 1,28 4 21-16,25 8-81 0,-7 8-150 15,7 12-140-15</inkml:trace>
  <inkml:trace contextRef="#ctx0" brushRef="#br0" timeOffset="39605.01">10325 5963 497 0,'0'0'94'0,"0"0"3"0,0 0-71 15,0 0-2-15,0 0-16 16,0 0 51-16,53 0-12 15,-38 0 23-15,-15 0-1 16,0 12-29-16,0 20 44 16,0 8-51-16,0-3 12 15,0-6-43-15,0-15 14 16,0 0-16-16,0-4-2 16,25-12 1-16,16 5 1 0,21-5-12 15,-3 0 25 1,-7 3-26-16,-11 2 1 0,-14 3 7 15,-14 7-22-15,-13 14 25 16,0 3 2-16,0 16 19 16,-65 8 13-16,-3 0-31 15,-13 0 40-15,16-12-39 16,9-11 22-16,16-17-18 16,33-13-12-16,7-3-2 15,0 0-51-15,7 0-78 16,39-11-77-16,4-9-114 15</inkml:trace>
  <inkml:trace contextRef="#ctx0" brushRef="#br0" timeOffset="40105.75">11007 6320 479 0,'0'0'342'0,"0"0"-300"0,0 0 53 0,0 0 7 0,0 0-61 15,0 0-10-15,28 196 0 0,-28-155-23 16,0-2-7-16,0-14 10 16,0-1-22-16,0-4-30 15,0-4-28-15,0-8-166 16,0-8-310-16</inkml:trace>
  <inkml:trace contextRef="#ctx0" brushRef="#br0" timeOffset="40587.39">11383 6344 410 0,'0'0'87'0,"0"0"-29"0,0 0 56 16,0 0-41-16,0 0-25 15,0 0 6-15,52 33 29 16,-24-33-33-16,13 0 45 16,-4 0-35-16,19-13 24 15,-10-31-50-15,13-8-8 16,-6 0-23-16,-13-5 0 15,-12 6-6-15,-10 2-11 16,-18 10 10-16,0 14-40 16,0 17 36-16,-31 8-4 15,-43 0-1-15,-25 41 1 16,-10 18-27-16,16-2 22 16,41-13-44-16,30-12-89 15,22-13-157-15,0-11-115 0</inkml:trace>
  <inkml:trace contextRef="#ctx0" brushRef="#br0" timeOffset="41056.95">12037 5727 448 0,'0'0'421'0,"0"0"-410"0,0 0 128 0,0 0-36 0,0 0 39 15,0 0-118-15,226 180 25 16,-179-92-6-16,-26 4-28 16,-21 13-13-16,0 3-2 15,-52 0-7-15,-44 8-84 16,-16-19-111-16,-15-17-469 16</inkml:trace>
  <inkml:trace contextRef="#ctx0" brushRef="#br0" timeOffset="52862.59">11082 11093 359 0,'0'0'220'0,"0"0"-179"0,0 0 82 0,0 0-34 16,0 0-47-16,0 0-11 15,0 0 57-15,0 0-36 16,25-53 33-16,-4 9 0 15,20-8-43-15,11-16 10 16,17-16-39-16,2-5 34 16,16 9-40-16,-13 4 8 15,1 8-4-15,-23 20-13 16,-11 20 2-16,-17 7-10 0,-8 18-8 16,-16 3-21-16,6 0-1 15,-6 0-40-15,0 0-42 16,0 0-98-16,0 24-16 15,0-4-332-15</inkml:trace>
  <inkml:trace contextRef="#ctx0" brushRef="#br0" timeOffset="53493.55">11082 10728 41 0,'0'0'546'0,"0"0"-456"0,0 0-18 0,0 0-37 0,0 0 6 0,0 0-20 15,0-48 22 1,0 48-31-16,0 0 45 15,0 0 1-15,0 0 22 0,0 0 15 16,0 0-42-16,0 23-18 16,0 13-31-16,0 5 10 15,12-2-6-15,-6-3-10 16,-6-3 4-16,0 3 0 16,0 4-2-16,0-8 0 15,0 4-4-15,0-20 13 16,0-12-18-16,0-4 4 0,0 0-5 15,0 0-16 1,0 0 21-16,7 0-20 0,27 0 23 16,12 0 2-16,22-15 0 15,-2-10 2-15,14-2 8 16,-12-1-17-16,-15 3 18 16,-13 9-22-16,-21 8 8 15,-19 8-20-15,0 0-32 16,0 0 19-16,0 8-12 15,-6 8-105-15,-34 4-342 16</inkml:trace>
  <inkml:trace contextRef="#ctx0" brushRef="#br0" timeOffset="54393.91">12130 10483 230 0,'0'0'300'0,"0"0"-237"0,0 0 70 0,0 0 37 0,0 0-72 16,0 0-46-16,-6 4-16 15,6-4-35-15,0 0 49 16,0 0-17-16,0 0 23 16,34 0-42-16,12 0 47 15,19-16-32-15,22 4-1 16,0-4-9-16,9-4-17 0,-3 4 1 16,6 8 8-16,-18 4-22 15,-13 4 17 1,-15 0-14-16,-13 0 0 0,1 0 8 15,-17 0-30-15,10 0-18 16,-12 0-20-16,-9 0-140 16,-13 0-189-16</inkml:trace>
  <inkml:trace contextRef="#ctx0" brushRef="#br0" timeOffset="55624.91">12297 10503 94 0,'0'0'108'0,"0"0"-14"0,0 0 48 0,0 0-68 16,0 0-8-16,0 0-15 0,0 0-4 15,0 0-15-15,0 0 18 16,0 0-30-16,0 0 29 16,0 0-41-16,0 0 35 15,0 4-9-15,0-4 16 16,0 0-18-16,0 0 12 15,0 0-3-15,0 0 22 16,0 0-2-16,0 0-55 16,0 0 21-16,0-20-24 15,41-8 18-15,5-8-8 16,7-5 6-16,9-3-16 16,-3-4 10-16,3 1-7 15,3-10 2-15,3 1-16 16,-9 0 16-16,9 4-23 15,-15 8 18-15,-28 19-12 16,3 10-4-16,-28 10 11 16,0 5-7-16,0 0 9 0,0 0-6 15,12-8 18-15,-3-3-29 16,4 6 31-16,-7-7-27 16,6 12 21-16,-5 0-12 15,-7 0 5-15,0 0-1 16,0 0 7-16,0 0-2 15,0 0-7-15,0 0 21 16,0 0-28-16,0 0 21 16,0 0-9-16,0 0-2 15,0 0 12-15,0 0-11 0,0 0 1 16,0 0-6-16,0 0 16 16,0 0-27-1,15 9 29-15,-15 18-20 0,0 1 13 16,6 13-16-16,0-5 8 15,1 0 0-15,8-4-2 16,-15 4 11-16,13 0-19 16,-1 1 20-16,-12-1-16 15,0 0 17-15,0-5-22 16,0 2 13-16,0-10-7 16,6-7 3-16,0 1-26 15,4-9 20-15,-4-5-42 16,6 2 23-16,-12 3-110 0,0-4-100 15,0-4-236 1</inkml:trace>
  <inkml:trace contextRef="#ctx0" brushRef="#br0" timeOffset="56641.03">13522 10399 406 0,'0'0'190'0,"0"0"-80"0,0 0-1 0,0 0-26 15,0 0-34-15,0 0 19 16,-9-9-30-16,9 9 13 15,0 0-17-15,0 0 36 16,0 0-48-16,0 0 13 16,0 0-34-16,28 0 33 15,12 0-13-15,0 0-16 16,1 0-3-16,-17 0 9 16,4 0-22-16,0 0 25 0,-9 0-28 15,3-8 3-15,-4 8 2 16,4 0-16-16,-10 0-12 15,-12-3-15-15,13 3-93 16,-7 0-54-16,-6 0-119 16</inkml:trace>
  <inkml:trace contextRef="#ctx0" brushRef="#br0" timeOffset="57222.98">13507 10230 300 0,'0'0'222'0,"0"0"-128"0,0 0 33 16,0 0 28-16,0 0-30 15,0 0-29-15,161-8-18 0,-121 8-49 16,-6 0-14-16,-9 0-13 16,9 0-2-16,-6 0 12 15,-3 0-26-15,3 0 3 16,-10 0 0-16,10 0-67 16,0 0 0-16,-3 0-55 15,-3 0-109-15,-10 0-153 16</inkml:trace>
  <inkml:trace contextRef="#ctx0" brushRef="#br0" timeOffset="57839.2">14263 10467 462 0,'0'0'87'0,"0"0"-40"0,0 0 47 0,0 0-35 0,0 0-27 15,0 0 23-15,0 44-8 16,6-44 30-16,-6 0-56 15,19 0 37-15,3 0-14 16,6-8 11-16,3-16-25 0,3-8-4 16,0 0-8-1,0-4-17-15,-3-8-1 16,-9-1 3-16,5 6-8 0,-14 6-15 16,-7 5 12-16,-6 9 5 15,0 2 3-15,0 5 0 16,0 0 11-16,-6 8-11 15,-34 4 7-15,5 0-20 16,-11 0 22-16,-7 0-18 16,-9 0 18-16,3 12-10 15,0 16 1-15,10-8-1 16,18 1-2-16,9-6-14 16,16 1-32-16,6 0-126 15,0 9-159-15</inkml:trace>
  <inkml:trace contextRef="#ctx0" brushRef="#br0" timeOffset="58839.3">14201 11085 82 0,'0'0'406'0,"0"0"-288"0,0 0 17 0,0 0 17 0,0 0-73 15,0 0 2-15,-6-9-47 16,0 9 46-16,6 0-36 15,-6 0 6-15,6 0-14 0,0 0-12 16,0 0 4-16,0 0-22 16,0 0-5-16,0 0 13 15,0 0-28-15,0 9 27 16,0 7-17-16,0 7 6 16,18 1-2-16,22 1 0 15,1 3 4-15,5-4-15 16,10-1 22-16,-3 2-21 15,-1-5 22-15,1 1-22 16,9-2 10-16,-9 1 0 16,0 0-13-16,-1 1 0 0,4-10 7 15,-3 6-24 1,-7-9 17-16,-5-8-31 0,-1 0 25 16,-12 0-88-16,-9 0-50 15,-7 0-168-15,-3-8-170 16</inkml:trace>
  <inkml:trace contextRef="#ctx0" brushRef="#br0" timeOffset="59504.65">14790 11522 30 0,'0'0'99'0,"0"0"-61"0,0 0 20 0,0 0-25 0,0 0 43 15,0 0 42-15,0 0-7 16,0 24-38-16,0-24 21 16,0 0-43-16,0 0-24 15,0 4 7-15,0-4 29 16,0 0-9-16,0 0-44 16,0 0 41-16,0 0-32 15,0 0 7-15,0 0-22 16,13 0 6-16,8 0-10 0,7-17 13 15,3-2 20-15,-3-1-18 16,-9 4 27-16,2 4-24 16,-2-1-6-16,3-3-1 15,-4 1-20-15,10-10 9 16,0 1-1-16,-15 9-1 16,5-1-3-16,-18 16-4 15,0 0 0-15,0 0 5 16,0 0-31-16,0 11-33 15,0 14-151-15,-25-9-38 16,4-5-95-16</inkml:trace>
  <inkml:trace contextRef="#ctx0" brushRef="#br0" timeOffset="59626.63">14790 11522 492 0</inkml:trace>
  <inkml:trace contextRef="#ctx0" brushRef="#br0" timeOffset="59903.91">14790 11522 492 0,'68'3'97'0,"-68"-3"-14"15,0 0 25-15,0 0 65 16,0 0-89-16,19 0-3 16,9 0-59-16,-9 0 26 15,2 0-43-15,-8 0 15 16,21 0-17-16,-22 0 1 15,10 0-4-15,-10 0 2 0,1 0-13 16,2 0 17-16,-9 0-16 16,-6 0 20-16,0 0 1 15,0 0-11-15,0 0 21 16,0 0-15-16,0-11-1 16,0-17-5-16,0-5-19 15,0 2 5-15,0 3 4 16,-6 7 2-16,-3 6 16 15,3 15 6-15,0 0-9 16,6 0-5-16,0 0-4 16,-7 0-94-16,1 0-71 15,-9 0-277-15</inkml:trace>
  <inkml:trace contextRef="#ctx0" brushRef="#br0" timeOffset="60786.67">15367 11802 320 0,'0'0'95'0,"0"0"-59"0,0 0 15 0,0 0-17 16,0 0 50-16,0 0 6 15,0 0 34-15,0 0-12 16,0 0-25-16,0 0-48 16,0 0-24-16,0 0 14 15,0 0-19-15,12-23 29 0,22-18-6 16,7 10 25-16,-4-5-57 16,3 0 13-16,-12 6-14 15,6 3 2-15,-9-1-7 16,-9 11 17-16,-4 1-28 15,0 13 8-15,-12-6-2 16,10 9-47-16,-10 0 6 16,0-3-39-16,0-5-79 15,0-5-51-15,0-2-138 16</inkml:trace>
  <inkml:trace contextRef="#ctx0" brushRef="#br0" timeOffset="61155.95">15454 11350 710 0,'0'0'141'0,"0"0"-86"0,0 0-1 0,0 0-25 0,0 0 76 15,0 0-12 1,77 92-17-16,-36-56-52 0,-7-9 12 16,6 6-31-1,-12-5-1-15,-3-4-8 0,-10 0 4 16,-9 4-7-16,-6 1-7 15,0-6 12-15,0-3-25 16,0-12 7-16,0 8-73 16,0-16-96-16,0 8-106 15,0-3-181-15</inkml:trace>
  <inkml:trace contextRef="#ctx0" brushRef="#br0" timeOffset="61686.01">15928 11947 417 0,'0'0'193'0,"0"0"-104"0,0 0 36 0,0 0-41 0,0 0-5 16,0 0-25-16,0-137-32 15,0 101-11-15,0 0-5 16,0 5 15-16,0-2-14 16,0 13-9-16,0 8 13 15,0 5 17-15,0 7-9 16,0 0 15-16,0 0 9 15,-9 11-42-15,-22 17-1 16,-3 5-5-16,0-2 3 0,0-7-42 16,9 1 15-16,9-14-65 15,10-7-60-15,6-4 7 16,0 0-14-16,0 0-282 16</inkml:trace>
  <inkml:trace contextRef="#ctx0" brushRef="#br0" timeOffset="62318.77">16362 11698 218 0,'0'0'124'0,"0"0"2"0,0 0-38 0,0 0 69 15,0 0-12-15,0 0-1 0,0 0-48 16,0 0 6 0,0 0-65-16,13 0-33 0,21 0 35 15,0 0-32-15,6 0 16 16,-9 0-12-16,-3 0-22 15,0 0 8-15,-9 0-6 16,9-4-24-16,-16 0-5 16,0 4-8-16,4 0-1 15,-10 0 7-15,0 0-89 16,-6-4-75-16,0 4-60 16,0-4-214-16</inkml:trace>
  <inkml:trace contextRef="#ctx0" brushRef="#br0" timeOffset="62569.23">16362 11698 448 0</inkml:trace>
  <inkml:trace contextRef="#ctx0" brushRef="#br0" timeOffset="62685.23">16362 11698 448 0,'-56'-165'81'0,"84"162"23"0,0-2 29 0,-3 5 173 16,15 0-215-16,1 0-43 15,5 0-24-15,10 0-21 16,-9 0-6-16,5 0-10 16,-18 0-41-16,-3 0 9 15,-9 0-24-15,-3 0 16 16,-4 0-47-16,4 0 7 16,-13 5-165-16</inkml:trace>
  <inkml:trace contextRef="#ctx0" brushRef="#br0" timeOffset="63202.7">17029 11754 470 0,'0'0'158'0,"0"0"-49"0,0 0 0 0,0 0-19 0,0 0-56 15,0 0 39-15,15 0-10 16,4-16 23-16,21-8-22 15,1-4-38-15,-1-4 11 16,6 4-33-16,1-4 13 0,0 4-11 16,-1 0-12-16,1 4 4 15,-20 4-8-15,14 7-1 16,-16 1-41-16,-25 4 14 16,15-11-93-16,-15-1-57 15,0 3-198-15</inkml:trace>
  <inkml:trace contextRef="#ctx0" brushRef="#br0" timeOffset="63518.74">17116 11333 17 0,'0'0'435'16,"0"0"-363"-16,0 0 127 15,0 0 7-15,0 0-62 16,0 0-67-16,133 217-14 16,-99-177-60-16,-6-4-2 15,-3 0-1-15,-3-12 0 0,-4 4-3 16,-2-7-24-1,2-2-5-15,10-2-47 0,-9-6 9 16,3-6-123-16,-4-5-131 16</inkml:trace>
  <inkml:trace contextRef="#ctx0" brushRef="#br0" timeOffset="64117.8">17751 11682 39 0,'0'0'510'0,"0"0"-480"0,0 0 39 0,0 0 16 16,0 0 14-16,0 0-2 16,0 0 22-1,0 0-69-15,0 12-39 0,0 4-8 16,0 9 4-16,0 2-13 16,0 5 19-16,0 0-25 15,0-7 21-15,-12 3-13 16,-10-4 4-16,16-12 0 15,-6 4-3-15,12-4 12 16,0-4-20-16,0 8 22 16,0-4-22-16,24-1 26 0,4 2 6 15,0-5 7 1,6 0-14-16,-3 4 13 0,10-8-16 16,-7 4-11-1,0-8-10-15,6 0-5 0,-15 0-44 16,9 0-17-16,-12 0-169 15,-10 0-184-15</inkml:trace>
  <inkml:trace contextRef="#ctx0" brushRef="#br0" timeOffset="81835.63">11187 5642 479 0,'0'0'90'0,"0"0"17"0,0 0 12 0,0 0-15 0,0 0-68 16,0 0-27-16,0 0-9 16,0 0 5-16,0-12 6 15,0 4-9-15,0 8 50 16,0 0-41-16,0 0 16 16,0 0-7-16,-12 0 51 15,12 0-56-15,-13 0-12 16,-2-4-3-16,15 4-1 15,0-4 1-15,-12 4 0 16,12-4-7-16,-13 4 17 0,13 0 0 16,-9 0 8-16,9 0 0 15,-13 0-8-15,7 0-9 16,-6 0 7-16,12 0-2 16,0 0-6-16,0 0 5 15,0 0 16-15,0 0-15 16,0 0 25-16,0 0-23 15,0-8 8-15,0-8-7 16,31-16-8-16,43-12 8 16,7-5-7-16,-13 10 12 15,3 6-7-15,-15 14-14 16,-9-6-7-16,12-3-11 16,0-4-38-16,9 0-71 0,-9 0-30 15,-19 20-151 1,-18 12-5-16</inkml:trace>
  <inkml:trace contextRef="#ctx0" brushRef="#br0" timeOffset="82386.5">11054 5510 75 0,'0'0'297'0,"0"0"-272"0,0 0 61 0,0 0 6 0,0 0-21 0,0 0 1 15,-19-24 67-15,19 24-73 16,-9 0-22-16,9 0 21 0,0 0-17 16,0 0-17-1,0 0-19-15,0 0 8 0,0 0-20 16,0 20 46-16,0-1-27 15,0 2-2-15,0-6-12 16,0-6-7-16,0-1 2 16,0 0-8-16,0-3 5 15,0-5 2-15,0 3-6 16,0 2-14-16,0-5 15 16,0 3-48-16,9-3-1 15,22 0-30-15,3 0 19 16,7 0 38-16,5 0-34 15,-5 0-29-15,-7 0-63 16,-6 0-136-16</inkml:trace>
  <inkml:trace contextRef="#ctx0" brushRef="#br0" timeOffset="83001.92">12192 5209 201 0,'0'0'240'0,"0"0"-129"0,0 0 6 0,0 0-20 0,0 0-29 16,0 0 25-16,46-41-29 16,-15 22 7-16,-3-5-20 15,0 8 29-15,-9 0-72 16,3 0-5-16,-10-1-3 16,0 2-16-16,10-6-21 0,-16 10-33 15,13 2 20-15,-4 1-63 16,-8 8 8-16,-7 0 6 15,0 0 67-15,0 0-51 16,0 0-157-16</inkml:trace>
  <inkml:trace contextRef="#ctx0" brushRef="#br0" timeOffset="83268.86">12257 4936 791 0,'0'0'65'0,"0"0"-37"16,0 0 81-16,0 0-44 0,0 0 36 15,0 0-46-15,127 124-32 16,-93-96-6-16,7-7-11 16,-17 2-7-16,4-2 13 15,0-1-23-15,-3 8 14 16,-19-8-6-16,16-7-5 15,-10 2-21-15,4-11-31 16,9-4-123-16,2 0-98 16,8 0-86-16</inkml:trace>
  <inkml:trace contextRef="#ctx0" brushRef="#br0" timeOffset="83676.92">12846 5329 76 0,'0'0'230'0,"0"0"-98"15,0 0-78-15,0 0 31 16,0 0 6-16,0 0 27 15,6 0-54-15,-6 0 67 16,0 0-58-16,0 0 37 16,0 0-54-16,0 0-21 0,0-15-32 15,0-6 0 1,0-7-6-16,0 5 9 0,13-10-19 16,2 13 19-16,-15-1-15 15,0 6-5-15,6-6 13 16,1 6-15-16,-7 2-19 15,6 13-13-15,-6 0 45 16,0 0-5-16,0 0-18 16,-19 21-2-16,-15 7-102 15,6-4-44-15,10-12-33 16,18 0-53-16</inkml:trace>
  <inkml:trace contextRef="#ctx0" brushRef="#br0" timeOffset="84085.39">13268 5209 463 0,'0'0'381'0,"0"0"-301"0,0 0 14 0,0 0-21 15,0 0-26-15,0 0-5 16,111 0-17-16,-83 0-3 16,6 0-13-16,-9 0-11 15,-3 0 4-15,-10 0-4 0,10 0-27 16,-16 0-21 0,7 0-32-16,-13 8-59 0,12-8-105 15,-12 0-280-15</inkml:trace>
  <inkml:trace contextRef="#ctx0" brushRef="#br0" timeOffset="84350.47">13268 5209 298 0,'139'-121'254'0,"-98"114"-159"0,5-6 68 16,-12 10 3-16,13-2-80 15,-29 5-67-15,16-3-19 16,-15 3 11-16,-3 0-26 16,2 0-14-16,4 0-71 15,-16 0-177-15,-6 0-174 16</inkml:trace>
  <inkml:trace contextRef="#ctx0" brushRef="#br0" timeOffset="84882.85">13922 5306 524 0,'0'0'238'0,"0"0"-129"0,0 0 49 0,0 0-95 0,0 0 41 15,0 0-64-15,152-85 1 0,-90 62-19 16,-9-7-11 0,9-6-11-16,-3 5-2 0,-7 7-1 15,-11-1-32-15,-7 14 31 16,-22 7-38-1,-6-1-30-15,-6 2-41 0,0-5-151 16,0 0-74-16</inkml:trace>
  <inkml:trace contextRef="#ctx0" brushRef="#br0" timeOffset="85199.19">14124 4980 451 0,'0'0'149'0,"0"0"-66"15,0 0 68-15,0 0-21 16,0 0-50-16,0 0-43 15,52 161-10-15,-33-145-15 16,3 4-8-16,-4 1 0 16,4-10-8-16,-10 9 5 15,1-7-4-15,2 6-60 16,4-7-39-16,3 0-47 0,-4-12-59 16,1 0-47-1</inkml:trace>
  <inkml:trace contextRef="#ctx0" brushRef="#br0" timeOffset="85684.06">14502 5234 417 0,'0'0'100'0,"0"0"-11"16,0 0 27-16,0 0-19 16,0 0 23-16,0 0-84 15,22-13-17-15,-4 1 7 16,-2 12-22-16,-4 0 3 15,-6 0-2-15,-6 0-10 16,0 25 10-16,0 6 27 16,0-3-31-16,0-4-1 15,0-4-17-15,0 1 13 16,0 2-2-16,0-15 5 16,0 9-2-16,0-6 6 0,13-3 13 15,21-3-13-15,6-1 24 16,13-4-16-16,-7 0 7 15,-5 0-15-15,-7 0-3 16,0 0 14-16,-16 4 7 16,-2-4-21-16,3 4-5 15,-4-4-14-15,-3 0-82 16,-5 0-162-16,-7 0-294 16</inkml:trace>
  <inkml:trace contextRef="#ctx0" brushRef="#br0" timeOffset="107630.3">19550 3465 547 0,'0'0'87'0,"0"0"-11"0,0 0 81 0,0 0-53 0,0 0-39 15,0 0 44-15,0 0-14 16,-13-73-32-16,7 66-32 15,-3 7 5-15,3 0-21 16,-7 0-7-16,7 0-8 16,6 0 2-16,0 0-5 15,-6 0-4-15,-10 28 3 16,4 19 0-16,-7 22-2 16,-15 3 8-16,6 12-4 0,-6 1 2 15,3 3 0 1,16-4 1-16,9-1 7 0,-1-2-15 15,7 4 11-15,0 3-5 16,0 8 2-16,0 0-2 16,0 8 0-16,0 1 1 15,0-1-6-15,0-3 9 16,-6-6-5-16,6-10 4 16,0-9 4-16,0-8-4 15,0-12-2-15,0 4 0 16,0 4-3-16,13 5 0 15,-7 7 3-15,0-4 2 0,-6 4-2 16,0 0 0 0,0-3 7-16,0-5-12 15,0-4 10-15,0 8-7 0,0-7 5 16,0 2-6-16,0-3 2 16,0 5 1-16,0-1 2 15,0 0 4-15,0 0-12 16,0-7 14-16,0-5-14 15,0 0 6-15,0-4 0 16,0 4-2-16,0-4 1 16,0 0 1-16,0-3 0 15,0 2-3-15,0 2 9 16,0-1-7-16,0 4 7 16,0 1-12-16,0 7 3 15,0-4 3-15,0-4 0 0,0 0 1 16,0 4-3-16,0 4 7 15,9 5-10-15,10 3 8 16,-7-5-4-16,-6 18 2 16,4-9-2-16,-4 1 1 15,-6 3 0-15,0-8-2 16,0 0 4-16,0-3-4 16,0-5 4-16,0-1-4 15,0 10 6-15,0-5-5 16,12 8 1-16,-5 9 0 15,8-5-2-15,-15 0 2 16,12-4-2-16,-5 0 5 0,-7 0-4 16,12 4 3-16,-3 0-2 15,-9 13 0-15,0 3 0 16,0 5-2-16,0-1 5 16,0-4-7-16,0 4 8 15,-9-8-10-15,-3 13 12 16,-7 0-10-16,4-14 8 15,8-2-6-15,7-17 2 16,0 8 0-16,0 0-1 16,0 1 5-16,0 7-9 15,0 0 10-15,7 0-2 16,14 0 0-16,4-8-1 16,-3-8-2-16,-4-3 0 0,4-5 1 15,-16 0 1-15,28 13-4 16,-3-2 9-16,10-2-10 15,15 3 8-15,-4-4-7 16,13 0 5-16,10 0-6 16,-7 0 0-16,3 9 3 15,-15-8 0-15,-3-1 4 16,0-5-4-16,9 5 1 16,-4-8 1-16,17 5 1 15,-10-5 1-15,16 1-1 16,5-1-2-16,-5 0-1 15,-7 5-3-15,7-2-1 16,-10-3 8-16,-2 1-5 0,11 11 9 16,-8-8-4-16,14 12-4 15,10-12 6-15,-3 0 1 16,7 1-5-16,27-13 3 16,0 8-3-16,0 8-2 15,-6-8 6-15,0 8-4 16,-9-7-1-16,-4 7 9 15,-9 0-9-15,10-8 2 16,-4 5-3-16,4-5 1 16,9 0-3-16,3 12 6 15,-1-3-8-15,1 2 11 16,0-3-7-16,-15 0 2 16,-7 0 4-16,-3-6-5 15,-3-3 1-15,-6-3-4 0,-6 0 5 16,5 4-6-1,-5 5 6-15,-10-1-3 0,10 0 1 16,12 4 18-16,3-3-9 16,9-1 1-16,1 0 4 15,-4 0-15-15,4 1 7 16,-4-2-6-16,-3 2 6 16,-6 3-4-16,-12 0 13 15,6-3-12-15,-7-2 9 16,-5-3-9-16,-4 1 1 15,10-6-5-15,12 2 2 16,-25-5 7-16,12 4-8 0,-5-4 9 16,-22 4-8-16,-7 4-3 15,1-3 3-15,-1 3-2 16,-12-7 1-16,0-6 0 16,-3 6 10-16,10 2-10 15,-1 6 5-15,-12-1-3 16,6 0 2-16,-15-8-2 15,2 1-6-15,4-6 4 16,-19-2-1-16,16 3 0 16,-16-1 1-16,7 6-3 15,-13 7 7-15,15 5-7 16,-15 3 4-16,0-4-4 16,0-8 0-16,0 0 2 0,0 1 0 15,0-5-1-15,-15 0-5 16,-10 4 6-16,-3 4-12 15,0 8 15-15,-3 5-7 16,9 3 8-16,4-4-8 16,-4-4 7-16,22-15-3 15,-6-6 0-15,0-7-1 16,-16-11-1-16,22 11 2 16,-13-5-3-16,1 5-8 15,6 9 11-15,-10-4-1 16,16-6-1-16,0-11 0 15,0-15-13-15,0-17-28 0,0 0-106 16,0-56-204 0</inkml:trace>
  <inkml:trace contextRef="#ctx0" brushRef="#br0" timeOffset="110010.76">21968 1006 444 0,'0'0'188'0,"0"0"-163"16,0 0 78-16,0 0 106 0,0 0-85 0,0 0-43 15,-12-44 20-15,6 40-72 16,0-1 1-16,6 2-7 15,0-1-11-15,0 4-7 16,0 0-3-16,-16 0 2 16,16 0-1-16,0 0 6 15,0 0-6-15,0 0 6 16,-6 0-5-16,6 12-4 16,-13 28 3-16,13 17-1 0,0 7-4 15,0 3 6 1,0 2-8-16,0-9 8 0,-6 1-5 15,0-14 2-15,-3-7 0 16,3-8 2-16,-1-12-6 16,7-7 2-16,0-13 1 15,0 0 0-15,0 0 5 16,0 0-14-16,0 0 9 16,0-25-7-16,22-7 13 15,9-4-12-15,9 4 5 16,-6 12-4-16,1 8 0 15,-8 8-19-15,-2 4 23 16,-3 0-9-16,-3 0 9 16,-13 0-12-16,9 4 11 0,-2 4-5 15,-7 4 5-15,-6-4-6 16,0 5 3-16,0 10-3 16,-19 5 16-16,-37 4 1 15,4 1 0-15,-7-10-13 16,3-2 4-16,16 2-5 15,9-6-41-15,15-1-109 16,4-8-165-16,12-8-262 16</inkml:trace>
  <inkml:trace contextRef="#ctx0" brushRef="#br0" timeOffset="110544.9">22378 970 339 0,'0'0'199'0,"0"0"-159"0,0 0 21 16,0 0-23-16,0 0 4 15,0 0 34-15,24 0 26 16,-2 8-24-16,-16 20 24 16,22 16-33-16,-15 8 9 15,-7 12-59-15,-6 5-3 16,0 3 12-16,0 20-17 0,-6-12-6 15,-41 13 4-15,1-21-18 16,12-13 2-16,15-23-11 16,19-23-82-16,0-13-188 15,25-13-197-15</inkml:trace>
  <inkml:trace contextRef="#ctx0" brushRef="#br0" timeOffset="114160.14">23354 1684 300 0,'0'0'221'0,"0"0"-177"15,0 0 24-15,0 0-27 0,0 0 4 16,0 0-4-16,0 0 53 15,0 0-23-15,0 0 39 0,0 0-54 16,0 0-16 0,0 0-35-16,0 0 2 0,0 0 5 15,0 0 8-15,0 0 30 16,0 0-26-16,0 0 6 16,0 0-20-16,0 0 16 15,0 0-23-15,0 0 0 16,0 0-2-16,0 0-2 15,0 0 1-15,0 0 0 16,0 0 0-16,0 0 7 16,0 0-14-16,0 0 15 15,0 0-16-15,0 0 8 16,0 0-6-16,0 0-13 16,0 4 8-16,0 0 11 15,0-4-7-15,7 0-1 0,11 0 13 16,22 0-10-16,13-4 10 15,9-40 2-15,-9 0-3 16,-7-8-1-16,-12-1-3 16,-15 9-6-16,3-4 4 15,-10 12-20-15,-12 8 9 16,0 12 4-16,0 16 2 16,-18 0-6-16,-29 0 11 15,-9 0-7-15,-3 28-17 16,13 4 20-16,12-3 6 15,15-2-2-15,-3-15 4 16,22-7-4-16,0 10 2 16,0-15-3-16,0 8 3 0,0-8 3 15,0 8 16-15,22-8-16 16,-3 8 13-16,-7 0-11 16,16 4-7-16,-16 4 8 15,10 1 2-15,-9 2-8 16,8-7 10-16,4 4-10 15,-3 1-12-15,3-9-25 16,-10 8 4-16,4-8 9 16,-7-8-96-16,-12 8-191 15,9-8-32-15</inkml:trace>
  <inkml:trace contextRef="#ctx0" brushRef="#br0" timeOffset="114758.58">24235 1636 259 0,'0'0'167'0,"0"0"-52"0,0 0-34 0,0 0 7 0,0 0 29 15,0 0 59-15,0 0-73 16,0 0-46-16,0 0-16 16,0 0-1-16,0 0-12 15,0 0-28-15,0 0 5 16,22 0 3-16,2 0-16 16,17 0 8-16,-7 0 0 15,0 0-11-15,0-8-26 16,-9-4-38-16,-13 4 2 15,-2 0-42-15,-10-8-133 16,0-1 12-16</inkml:trace>
  <inkml:trace contextRef="#ctx0" brushRef="#br0" timeOffset="114959.65">24235 1636 442 0</inkml:trace>
  <inkml:trace contextRef="#ctx0" brushRef="#br0" timeOffset="115058.58">24235 1636 442 0,'40'-260'269'0,"-40"267"-134"0,28 1 46 0,3 4-15 16,19-3-155-16,-10-9-8 16,-3 0-6-16,4 0-50 15,-1 0 14-15,-6 0-115 16,-6 0-136-16,-22-17-166 16</inkml:trace>
  <inkml:trace contextRef="#ctx0" brushRef="#br0" timeOffset="115773.98">23761 1391 225 0,'0'0'180'0,"0"0"-84"0,0 0-35 0,0 0-53 0,0 0-6 0,0 0 19 15,0 0 24-15,0 0 13 16,-7 0-12-16,7 0 17 16,-6 8 1-16,6 8 16 15,0 4-37-15,0 1 2 16,0 10-34-16,0-3 1 16,0-4 35-16,0 4-29 15,0 5-18-15,0-5 10 16,25 3-15-16,21-2 5 15,10-17-3-15,-9-12-26 0,27 0-58 16,-21-8-139-16,0-48-111 16</inkml:trace>
  <inkml:trace contextRef="#ctx0" brushRef="#br0" timeOffset="121502.82">25032 1539 525 0,'0'0'79'0,"0"0"-59"0,0 0 26 0,0 0-17 16,0 0-13-16,0 0 53 0,0 0 26 16,0 0 8-1,0 0-52-15,0 0 7 0,0 0-41 16,0 0-3-1,0 0 2-15,0 0 15 0,0 0 3 16,0 0-3-16,0 0 17 16,0 0-19-16,0 0-3 15,0 0-17-15,0 0 1 16,25-3-9-16,21-5 2 16,10-8 0-16,3-1-2 15,-6 1-2-15,2 8-20 16,-17 8 6-16,-11-8-61 15,-5 8-37-15,-3 0-102 16,-1-7-103-16,-8-6-111 0</inkml:trace>
  <inkml:trace contextRef="#ctx0" brushRef="#br0" timeOffset="122150.71">25658 1186 359 0,'0'0'149'0,"0"0"-86"0,0 0 23 0,0 0-17 0,0 0 84 16,0 0 1-16,40 5-93 15,-24-2-4-15,-16-3 20 16,19 5-56-16,-13-2-20 15,0 5-2-15,-6 12 0 16,0 13-1-16,0 3-5 16,0 20 7-16,0-8-10 15,-12-3 10-15,-7-6 5 16,19-11 1-16,0 0-2 16,0-12 4-16,0-8-16 15,0 1 17-15,0-6-14 0,59-3 10 16,9 0-1-1,-3 0-4-15,10-15 1 0,-10 2-3 16,-25-2-17-16,0 10-55 16,-33 5-111-16,-7 0-235 15</inkml:trace>
  <inkml:trace contextRef="#ctx0" brushRef="#br0" timeOffset="127464.96">26629 1703 114 0,'0'0'179'0,"0"0"-88"0,0 0 53 0,0 0-45 16,0 0-22-16,0 0-34 16,0 0-7-16,28-36-22 15,-28 28-4-15,6 8 20 16,-6 0 23-16,0 0 41 16,0 0-50-16,0 0 7 15,0 0-34-15,0 0 28 16,0 0-38-16,0 0 16 0,0 0-5 15,0 0 9 1,0 0-5-16,0 0-20 0,0 8-2 16,0 28 0-16,0 9 0 15,0 7 2 1,0 0-4-16,0-8 1 0,-22-16-37 16,22-3-33-16,0-17-141 15,0-8-89-15,0 0-111 16</inkml:trace>
  <inkml:trace contextRef="#ctx0" brushRef="#br0" timeOffset="128296.66">27249 958 550 0,'0'0'132'0,"0"0"-30"0,0 0 5 0,0 0-50 15,0 0-14-15,0 0-9 16,0-8-3-16,0 8 9 16,0 0 13-16,0 0-2 15,0 3-22-15,0 27-23 0,0 9 14 16,0 9 0-16,0-4-17 15,9 5-4-15,3 3 6 16,1-8-8-16,21-4 5 16,-22 0-4-16,4-3-1 15,-4-6 3-15,-5-11-6 16,-1-12-7-16,0-4-2 16,0-4-35-16,3 0 7 15,-9 0 7-15,7 0 22 16,-1-4 3-16,12-11 7 15,17-2-7-15,-1 1 3 16,6 0 2-16,-6 8-12 16,-9 4 6-16,3 0 2 0,-16 4-5 15,4 0-11-15,-16 0 23 16,0 0 2-16,0 4-2 16,0 13 3-16,0 10 22 15,-16 5 28-15,-24-4-41 16,-7 12 48-16,7-7-18 15,9-13-13-15,-3-4-17 16,28-4-9-16,-4-1-28 16,-2 6-74-16,0-9-119 15,-10 0-41-15,3-8-233 16</inkml:trace>
  <inkml:trace contextRef="#ctx0" brushRef="#br0" timeOffset="128846.52">27897 1515 498 0,'0'0'184'0,"0"0"-88"0,0 0 74 15,0 0-74-15,0 0-26 0,0 0 17 16,0 0-23-16,9 0-52 16,16 0-3-16,3 0-8 15,6 0-1-15,-3 0-3 16,9-3-42-16,-18-14-45 16,-3 9-32-16,-4 0-89 15,-15-8 44-15,6-4 22 16,-6-3-327-16</inkml:trace>
  <inkml:trace contextRef="#ctx0" brushRef="#br0" timeOffset="128998.86">27897 1515 669 0</inkml:trace>
  <inkml:trace contextRef="#ctx0" brushRef="#br0" timeOffset="129129.87">27897 1515 669 0,'-93'-228'190'0,"99"228"-72"0,28 0-41 16,6 0 14-16,-5 0-17 16,-1 0-51-16,0 0-6 0,-9 0-17 15,2 0-8-15,-2 0-19 16,3 0-72-16,0-4-106 15,-9-8-116-15,2-13-160 16</inkml:trace>
  <inkml:trace contextRef="#ctx0" brushRef="#br0" timeOffset="129894.27">28548 1150 98 0,'0'0'151'0,"0"0"-69"0,0 0 18 0,0 0-92 15,0 0 16-15,0 0 35 16,0 0-11-16,0 0 9 16,0 0-2-16,0 0 53 15,0 0 26-15,0 0-23 16,0 0-51-16,0 0-13 16,0 0-35-16,0 0 14 15,0 0-14-15,0 0 21 16,-9 0-29-16,-16 8-3 15,-15 5-1-15,12 2-3 16,3 6-8-16,-3 2 22 16,16 6 2-16,-4-5-12 0,16-8-1 15,0 0 0 1,0 0-8-16,28-1-6 0,25-2-12 16,15-1 14-16,25 0 4 15,-6 0 5-15,0 5-20 16,-13-6 20-16,-21 5-27 15,-7-4-8-15,-18-7 14 16,-22 2 14-16,-6 1 4 16,0 0 6-16,0 8 41 15,0 9-5-15,-40-2-7 16,-19 6-4-16,3 2 50 0,-3-6-64 16,7-1 2-16,11-17 0 15,35-7-13-15,-3 0-10 16,9 0-33-16,0 0-11 15,0-23-107-15,0-10-171 16,-6-6 97-16,6-5-198 16</inkml:trace>
  <inkml:trace contextRef="#ctx0" brushRef="#br0" timeOffset="130395.06">28539 1171 155 0,'0'0'273'0,"0"0"-162"0,0 0-67 0,0 0 30 0,0 0-18 15,0 0 34-15,-7-28 123 16,7 28-114-16,0 0 19 16,0 0-74-16,0 0 0 15,16 0-32-15,49 0 13 16,22 0-5-16,0-8-10 15,6 0-10-15,-13 0-13 16,-18 3-22-16,-15 5-53 0,-29 0-128 16,-18 0-517-16</inkml:trace>
  <inkml:trace contextRef="#ctx0" brushRef="#br0" timeOffset="135706.43">29261 1703 344 0,'0'0'39'0,"0"0"65"0,0 0-27 0,0 0-8 0,0 0-56 16,0 0-4-16,0 0 4 16,22 0 34-16,-22 0 28 15,0 0 9-15,0 0 37 16,0 0-64-16,6 0-5 16,-6 0-31-16,6 0 23 15,-6 0-4-15,0 0-8 16,0 0-16-16,0 0-11 15,0 0 2-15,0 0-1 0,0 0 3 16,0 0-8-16,0 5 8 16,0 7-7-16,6 12-4 15,-6 4-3-15,0 8-24 16,0 0-18-16,0-3-60 16,0-10-140-16,-6-7-41 15,-6-16-151-15</inkml:trace>
  <inkml:trace contextRef="#ctx0" brushRef="#br0" timeOffset="136339.31">30036 1359 31 0,'0'0'333'0,"0"0"-252"0,0 0-17 0,0 0 11 16,0 0-4-16,0 0 31 15,0 0 45-15,0 0-44 16,0 0-40-16,0 0-36 16,0 0 7-16,0 0-19 15,0 0 11-15,0 0-18 16,0 0 13-16,-18 0-11 0,-23 12 2 16,1 8-7-16,0 9-5 15,-1-1 6-15,1 3-1 16,6 2 5-16,-6 3-7 15,27 11-2-15,-5-6 2 16,18-1-3-16,0-13 0 16,0-10-11-16,6-1-9 15,34-4 18-15,19-4-4 16,3 0 2-16,9-8 3 16,-2 0-60-16,5 0-3 15,-21-4-117-15,-7-28-140 16</inkml:trace>
  <inkml:trace contextRef="#ctx0" brushRef="#br0" timeOffset="136956.13">30418 1592 301 0,'0'0'267'0,"0"0"-175"0,0 0 108 15,0 0-12-15,0 0-98 16,0 0-2-16,121 0-41 15,-81 0-32-15,6 0 7 16,1 0-7-16,-7 0-13 16,-12 0-4-16,-9 0-15 15,-7 0-2-15,-3 0-34 16,-9 0-45-16,0 0-45 16,0 0-80-16,0 0 22 0,0-5-139 15</inkml:trace>
  <inkml:trace contextRef="#ctx0" brushRef="#br0" timeOffset="137233.78">30418 1592 537 0</inkml:trace>
  <inkml:trace contextRef="#ctx0" brushRef="#br0" timeOffset="137339.07">30418 1592 537 0,'21'-105'151'0,"-8"105"-13"0,-7 0 16 0,16 0-40 16,2 0-80-16,-2 0 22 15,19 0 2-15,-1 0-30 16,-3 0-17-16,-3 0-10 16,0 0-1-16,-6 0-21 0,-9 0-54 15,-7 0-104-15,-3 0-231 16</inkml:trace>
  <inkml:trace contextRef="#ctx0" brushRef="#br0" timeOffset="137888.14">31112 1487 244 0,'0'0'141'0,"0"0"39"0,0 0-63 0,0 0 35 0,0 0 46 16,47 0-114-16,-13 0-7 16,12 0-19-16,1 0-34 15,9 0-17-15,-10 0-7 16,1 0-11-16,-7 0-46 0,-6 0-40 15,-3 0-104-15,-15 0-83 16,-10 0-171 0</inkml:trace>
  <inkml:trace contextRef="#ctx0" brushRef="#br0" timeOffset="138739.67">32015 994 487 0,'0'0'299'0,"0"0"-132"0,0 0-78 16,0 0-67-16,0 0-6 16,0 0-14-16,27 0-2 15,-27 16 10-15,0 16 18 16,0 9-1-16,0-2-22 15,-27 5-5-15,-14-3-8 16,10-5 7-16,10-13 0 16,2-6-6-16,13-1 14 15,6-8-14-15,0 0 13 16,0 0-9-16,0 0 3 0,0-8-16 16,0 8 13-16,12-8 0 15,28 0-4-15,1 0 1 16,-1 0 4-16,0 0-36 15,-15 0 15-15,-9 0 1 16,-4 0 3-16,-12 0 19 16,0 0 0-16,6 0-5 15,0 0 4-15,10-8-2 16,-10 0 3-16,7-8-3 16,-1 8 4-16,-12 0-2 15,0 4 2-15,0 4 19 16,0 0 41-16,0 0-7 15,0 0 7-15,0 0-48 0,0 0 0 16,0 0-10-16,0 0 35 16,0 0-33-16,0 4-4 15,0 28 3-15,-12 4-3 16,-1 12 13-16,-9-4-7 16,10 0 29-16,6-11-32 15,0-13-8-15,6-1 2 16,0 6-24-16,0-1-68 15,-16-12-135-15,10-12-300 16</inkml:trace>
  <inkml:trace contextRef="#ctx0" brushRef="#br0" timeOffset="145951.79">21295 3950 94 0,'0'0'360'0,"0"0"-279"0,0 0-32 0,0 0 48 16,0 0 16-16,0 0 13 16,0 0-31-16,-9 8-50 15,9-8-28-15,0 0 7 16,0 0 20-16,0 0-21 0,0 0 26 16,0 0-15-1,0 0 12-15,0-16-26 0,40-28 7 16,16-20-14-16,16-5 6 15,2-3-5-15,-6 8-9 16,-9 3-2-16,-6 17-3 16,-13 8-3-16,-12 13-27 15,-16 7 12-15,-12 8-19 16,0 8-7-16,0 0-24 16,0 0-74-16,0 0-251 15,0 0-215-15</inkml:trace>
  <inkml:trace contextRef="#ctx0" brushRef="#br0" timeOffset="146614.68">21475 3408 64 0,'0'0'390'0,"0"0"-321"0,0 0-50 0,0 0 8 15,0 0-13-15,0 0 21 16,0 0 21-16,0 0 36 16,0 0 2-16,0 0 6 15,0 0 11-15,0 0-62 16,0 0 0-16,0 0-38 15,0 0 14-15,0 0-24 16,0 0 10-16,0 0 7 16,0 0-11-16,0 0 12 15,0 0-17-15,0 0 5 16,0 0 1-16,0 0-16 0,0 0 13 16,0 0-10-16,0 0 7 15,0 5-4-15,0 3 4 16,0 3 2-16,0 1 9 15,7 9-9-15,-1 2 7 16,28 2-7-16,-16 7 8 16,29 4-5-16,-7 0-5 15,1 0 6-15,-7 4-6 0,0-4-2 16,0 5 6 0,-9-10-5-16,3-3 2 0,-10-7-6 15,-2-9-20 1,-4-1 4-16,1-3-55 0,-13-8-188 15,0 17-453-15</inkml:trace>
  <inkml:trace contextRef="#ctx0" brushRef="#br0" timeOffset="148013.87">22269 3862 542 0,'0'0'117'0,"0"0"-109"0,0 0 77 0,0 0 26 16,0 0-81-16,0 0-16 0,161 0-6 16,-127 0 5-16,-21 0-3 15,2 0 3-15,-2 0 12 16,-1 0-23-16,-6 0-4 15,1 0-29-15,2 0-66 16,-3 0-65-16,-6 0 35 16,12 0-123-16</inkml:trace>
  <inkml:trace contextRef="#ctx0" brushRef="#br0" timeOffset="148263.91">22269 3862 462 0</inkml:trace>
  <inkml:trace contextRef="#ctx0" brushRef="#br0" timeOffset="148395.7">22269 3862 462 0,'-59'-149'312'0,"59"149"-236"0,0 0 103 0,0 0-79 16,40 0-36-16,13 0-3 15,0 0-36-15,3 0-24 16,3 0 6-16,-7 0-7 15,-5 0-3-15,-19-7-35 16,12-6-55-16,-28 5-112 16,-12 4-164-16</inkml:trace>
  <inkml:trace contextRef="#ctx0" brushRef="#br0" timeOffset="152459.87">23227 3601 125 0,'0'0'112'0,"0"0"-32"0,0 0-19 0,0 0-4 16,0 0 38-1,0 0-18-15,0 0 14 0,0 0 24 16,0 0-11-16,0 0-47 16,0 0-14-16,0 4-12 15,0-4 9-15,0 0-10 16,0 0 11-16,6 0-12 16,-6 0 13-16,0 0-36 15,0 8 21-15,13-4-25 16,9-4 13-16,-4 0-6 15,35 4 7-15,3 4 8 16,15-5-14-16,-3-3 11 0,-3 5-18 16,3 3 2-1,-9-8-1-15,-12 0 1 0,-7 0-1 16,-12 0-8-16,-9 0-12 16,-4 0-31-16,-15 0-26 15,0 0-144-15,0 0-264 16</inkml:trace>
  <inkml:trace contextRef="#ctx0" brushRef="#br0" timeOffset="156757.03">24610 3400 215 0,'0'0'179'0,"0"0"-77"0,0 0-44 0,0 0-7 0,0 0-15 15,0 0-22-15,0 0 20 16,13 0-32-16,-13 0 22 16,0 0-5-1,6 0 52-15,-6 5-23 0,0-5 21 16,0 0-19-16,0 0 5 15,0 0-15-15,0 0-9 16,0 0-4-16,0 0-23 16,0 0 3-16,0 0-2 15,0 0-8-15,0 0 7 16,0 0-4-16,0 0 4 16,0 0 5-16,0 0-4 0,0 0 1 15,0 0-8-15,0 0 9 16,0 3-10-16,0 2 8 15,-6-2-9-15,-19 2 4 16,-3-2 0-16,-13 5-11 16,14 1-11-16,-4 2 11 15,3 5-8-15,9-7 9 16,-9 2 6-16,22 6-3 16,-16-6 5-16,16-3 1 15,6 0-2-15,0-3-5 16,0-5 0-16,0 0-25 15,0 0 28-15,0 4 0 16,0-4-2-16,28 4 14 0,6-4-8 16,3 4 4-1,4-1-2-15,-14-3-1 0,8 0 1 16,-17 5-2-16,4-5 2 16,3 0-6-16,3 0 14 15,6 0-14-15,-9 0 7 16,9 0-3-16,-13 0 1 15,-8 8-4-15,-7-5-2 16,-6 10-6-16,0-6 9 16,0 6 6-16,0 3-2 15,0 12 2-15,-12-5 5 16,-16-2-3-16,-6 3 4 0,9-12-9 16,-9 0 1-1,12-4-3-15,-3-4-13 0,19-4 11 16,0 0-57-16,-10 0-155 15,16 0 75-15,-6-7-10 16</inkml:trace>
  <inkml:trace contextRef="#ctx0" brushRef="#br0" timeOffset="157405.9">24570 3421 502 0,'0'0'70'0,"0"0"14"0,0 0 18 0,0 0 1 16,0 0-34-1,0 0 21-15,0 3-3 0,0-3-26 16,0 0 9-16,12 0-43 16,41 0 25-16,3 0-44 15,-10 0 0-15,1 0-8 16,-7-11 0-16,0 3-31 15,-6-1-10-15,-9 5 3 16,-3 0-7-16,-16 4 0 16,-6 0-81-16,0 0-185 15,0 0-223-15</inkml:trace>
  <inkml:trace contextRef="#ctx0" brushRef="#br0" timeOffset="160019.57">25726 3239 446 0,'0'0'126'0,"0"0"-89"0,0 0 53 0,0 0 45 0,0 0-60 15,0 0-25-15,-21 0 37 16,21 0-33-16,0 0 18 15,0 0-18-15,0 0 2 16,0 0-35-16,0 0-6 16,0 0-10-16,0 0 8 0,-7 0-12 15,1 0 3-15,-6 17-8 16,-4 11 11-16,10-4-19 16,-12 4 25-16,18 0-24 15,-13 0 11-15,-9-4-14 16,16 1-24-16,-15-6-15 15,8-2-35-15,1-6-64 16,6-3-145-16,-10-8 54 16,16 0-156-16</inkml:trace>
  <inkml:trace contextRef="#ctx0" brushRef="#br0" timeOffset="160259.71">25726 3239 3 0</inkml:trace>
  <inkml:trace contextRef="#ctx0" brushRef="#br0" timeOffset="160436.12">25726 3239 3 0,'-313'182'279'0,"313"-182"-184"15,0 0 7-15,0 0 91 0,0 0-37 16,0 0 28-16,0 0-83 16,0 0-10-16,0 0-42 15,0 0-27-15,0 0-15 16,31 0-6-16,16 0 13 15,-7 0-14-15,7 0 0 16,2 0-2-16,-18 0-16 16,3-5-17-16,-12 2-23 15,9-2-4-15,-3 2-70 16,-16-6-187-16,-12 1-109 16</inkml:trace>
  <inkml:trace contextRef="#ctx0" brushRef="#br0" timeOffset="161418.7">25351 3778 250 0,'0'0'229'0,"0"0"-181"0,0 0 5 0,0 0-2 16,0 0-21-16,22 0 59 15,-22 0 47-15,0 0-28 16,6 3-40-16,0 2-15 16,7-2-1-16,27 6 23 15,6-6-39-15,17 2 18 16,2-5-37-16,21 0 2 15,-11 0-8-15,-16 0-22 16,-19 0 4-16,-12 0-12 16,-9 0-16-16,-10 0-52 0,-3 0-109 15,-6 0-249-15</inkml:trace>
  <inkml:trace contextRef="#ctx0" brushRef="#br0" timeOffset="162001.07">26133 3994 385 0,'0'0'158'0,"0"0"-112"0,0 0 47 16,0 0 32-16,0 0-42 15,0 0 18-15,167 112-53 16,-139-91 0-16,-16-2 5 0,16-2 3 16,-9-1-21-16,-4-9-33 15,-2 1 20-15,-7-8-13 16,6 0 2-16,10 0-6 16,-3 0 11-16,27-23 1 15,4-38-8-15,9-11-2 16,0-21-2-16,3 6-4 15,-4-22 5-15,-5-8-12 16,-12-2-2-16,-1-6 3 16,-6 12-19-16,0 30 8 15,-15 14 11-15,9 25 5 16,-22 16 26-16,6 8-18 0,-6 12-3 16,4 5-1-1,-10 3-8-15,0 0 11 0,18 0-12 16,-12 0 5-16,1 0-20 15,8 3-50-15,-15 17-284 16</inkml:trace>
  <inkml:trace contextRef="#ctx0" brushRef="#br0" timeOffset="166264.07">27571 3532 478 0,'0'0'39'0,"0"0"-14"0,0 0-10 0,0 0-2 0,0 0 27 15,0 0 12-15,25 0 54 16,-25 0 16-16,0 0 8 15,0 0-78-15,0 0-5 16,0 0-20-16,0 0 8 16,0 0-8-16,0 0-19 15,0 0 4-15,0 0-11 16,0 0 16-16,0 0-1 0,0 5 7 16,0-5-9-16,0 4-2 15,0 0-12-15,-12 3-1 16,-29 9-1-16,1 1-10 15,-6-1 9-15,-1 15-12 16,7-10 8-16,-1 3-18 16,17-8 2-16,24-8 1 15,0 0 2-15,0-8-7 0,0 4-24 16,0 0 22-16,0 4 24 16,0-4 1-16,24 4 8 15,11 4-3-15,-8 1-1 16,-2 3-4-16,-3-8 3 15,-10 4-13 1,-5-9 12-16,-1 2 3 0,3-2-9 16,-9 5 16-16,0 0-3 15,0 9 2-15,0 3 3 16,0-1-6-16,-22-2 2 16,-12 2 3-16,9 6-6 15,-2-17 22-15,-8 4-24 16,23 0-2-16,-10-4-25 15,10-8-41-15,12 0-194 16,0 0-1-16,0 0-46 0</inkml:trace>
  <inkml:trace contextRef="#ctx0" brushRef="#br0" timeOffset="166746.91">27503 3605 331 0,'0'0'35'0,"0"0"-23"0,0 0-11 0,0 0 0 15,0 0-1-15,0 0 137 0,40-17-50 16,-40 17 37-16,0 0 86 16,16 0-62-1,-10-3-104-15,13-1-42 16,-7-4 22-16,4 3-18 0,-4 5 10 16,-6 0 4-16,10 0 16 15,2 0-28-15,-5 0-8 16,27 0-3-16,-6 0-73 15,-6-16-55-15,-9 9-213 16,-13-1-54-16</inkml:trace>
  <inkml:trace contextRef="#ctx0" brushRef="#br0" timeOffset="167429.62">28105 3252 238 0,'0'0'285'0,"0"0"-133"0,0 0-1 0,0 0-44 0,0 0-41 0,0 0-15 16,86-24-7-16,-79 24-4 15,-7 0-9-15,0 0-23 16,0 0-8-16,0 11 0 16,0 19 6-16,0 6-5 15,-25-5 13-15,-3 2-5 16,9-10 4-16,19-7 20 16,0 0-31-16,0-8 6 15,0 1 0-15,0-1-14 16,47-8 12-16,-1 0 0 15,1 0-4-15,6 0 6 16,-13 0-3-16,-6 0-5 16,-22 0-7-16,4 0-57 15,-16 0-53-15,0 0-133 16,0 8-79-16</inkml:trace>
  <inkml:trace contextRef="#ctx0" brushRef="#br0" timeOffset="171509.58">28346 3842 393 0,'0'0'252'0,"0"0"-146"0,0 0 24 0,0 0-49 15,0 0-31-15,0 0-8 16,0 0 6-16,-6 0 17 15,6 0 0-15,0 0 5 16,0 3-39-16,0 2 4 16,0-2-18-16,0 2 5 15,0-1-12-15,25-1-5 16,22 5 17-16,8-8-14 16,10 0 7-16,-3 0-11 15,-9 0-8-15,-6 0 2 0,-13 0-8 16,-16 0-23-1,4 0-8-15,-9 0-18 0,-7 0-111 16,-6-11-351 0</inkml:trace>
  <inkml:trace contextRef="#ctx0" brushRef="#br0" timeOffset="172275.74">29174 3457 137 0,'0'0'67'0,"0"0"46"0,0 0 69 0,0 0-77 0,0 0 59 15,0 0-4-15,47-69-38 0,-47 61-48 16,6 5-71-16,-6-2 5 16,0 5-6-16,0 0 35 15,0 0-8-15,0 8-15 16,0 25 6-16,0 3-13 16,-19 8-6-16,1-5-1 15,-10-14-10-15,28 3-12 16,-6-12 20-16,6-12-7 15,0 4 9-15,0-4 0 16,0 0-2-16,0 4-17 16,18-8 2-16,23 0 9 15,-1 0-1-15,-6 0 4 16,-6 0 7-16,-9 0-8 0,-7 0-25 16,3 0 1-16,-8 0 17 15,17 0-8-15,-8 0-17 16,-4 0-19-16,-5 0 17 15,-1-12-19-15,0 0 34 16,-6 3 7-16,0-2 17 16,0 7 2-16,0-4 11 15,0 8-8-15,0 0 33 16,0 0 10-16,0 0-7 16,-6 12 20-16,-13 20-34 15,7 4 45-15,-10 4-11 16,10 4-13-16,-10-3-16 15,10-5-7-15,5-5-18 16,7-3-6-16,-6-3-3 0,0-9-57 16,-10-5-50-16,10-6-290 15</inkml:trace>
  <inkml:trace contextRef="#ctx0" brushRef="#br0" timeOffset="173024.66">29776 4018 69 0,'0'0'594'0,"0"0"-477"0,0 0-11 15,0 0 7-15,0 0-88 16,0 0-12-16,0 0-8 16,0 0 21-16,0 0-16 15,0 0 44-15,-6 0 24 16,-1 0-26-16,1 0-23 15,6 0-23-15,-15 0-6 16,15 0-31-16,0 0-82 16,0-8-318-16,0-4-165 15</inkml:trace>
  <inkml:trace contextRef="#ctx0" brushRef="#br0" timeOffset="177990.11">30331 3842 145 0,'0'0'82'0,"0"0"-37"0,0 0 49 0,0 0 23 0,0 0-68 15,0 0-11-15,0 0 48 16,22 0 7-16,-22 0 16 16,0 0-3-16,6-5-43 15,-6 2-49-15,0 3 7 16,0 0 15-16,0 0 24 15,0 0 18-15,0 0-47 0,6 0 3 16,0 0-33 0,7-5 14-16,8 5-4 0,7 0-5 15,3 0-5-15,-3 0-2 16,6 0-2-16,7 0-3 16,-10 0-10-16,-4 0-17 15,8 0 3-15,-17 0-82 16,-2 0-39-16,-10 0-226 15</inkml:trace>
  <inkml:trace contextRef="#ctx0" brushRef="#br0" timeOffset="178720.69">31094 3617 275 0,'0'0'243'0,"0"0"-135"0,0 0 5 16,0 0-12-16,0 0-44 16,0 0-11-16,0 0 10 15,0 0-25-15,0 0-8 0,0 0-22 16,18 0 9-16,-2 0-5 15,-10 0 6-15,13 0 18 16,-4 0 7-16,-3 0-33 16,1 0 7-16,2 0 8 15,-15 0-15-15,0 12 5 16,0 4-8-16,0 7 19 16,0 10-13-16,0-5-12 15,-21 8-16-15,2-12 21 16,4 1 0-16,8-5-2 15,7-1 3-15,0 1 8 0,0-7 30 16,0-1-30 0,0 4 12-16,0-16-20 15,0 0-1-15,22 0-10 0,18 0 11 16,1 0-3-16,5 0-16 16,-6 0-50-16,-2-12-29 15,-17 8-98-15,-21 4-161 16</inkml:trace>
  <inkml:trace contextRef="#ctx0" brushRef="#br0" timeOffset="179303.8">30266 4202 275 0,'0'0'131'0,"0"0"-23"0,0 0-85 16,0 0 3-16,0 0 23 16,0 0 3-16,6-60 21 0,-6 53 8 15,0-1 38 1,0-13-60-16,0-11-43 0,-6-4-13 15,-10-8-6-15,4 0 3 16,12 3 0-16,0-6 0 16,0 2-14-16,18-2-20 15,17 11-71-15,-8 3-35 16,-8 13-141-16</inkml:trace>
  <inkml:trace contextRef="#ctx0" brushRef="#br0" timeOffset="180151.92">31673 3549 141 0,'0'0'34'0,"0"0"92"0,0 0 72 0,0 0-142 0,0 0 18 15,0 0 8-15,10 19 40 16,-4-2-10-16,6 11-13 16,-5 12-6-16,-1 5 6 15,-6 2-57-15,0 6-29 16,0-6 13-16,0 2-24 15,-25-1-4-15,-22 4-13 16,-8-4-16-16,8-8-89 0,7-16-90 16,15-24-299-16</inkml:trace>
  <inkml:trace contextRef="#ctx0" brushRef="#br0" timeOffset="184649.07">31996 3982 272 0,'0'0'74'0,"0"0"-20"0,0 0 27 0,0 0-54 0,0 0-27 16,0 0 3-16,0 0 41 16,0-24 13-16,0 24 64 15,0 0 37-15,0 0-18 16,0 0-72-16,0 0-25 16,0 0-7-16,0 0-1 15,0 0-2-15,0 0-13 16,0 0 1-16,0 0-18 15,0-8 2-15,0 3-5 16,0 2-13-16,0-9-26 16,0 7-139-16,0-6-366 15</inkml:trace>
  <inkml:trace contextRef="#ctx0" brushRef="#br0" timeOffset="185315.5">32170 4025 183 0,'0'0'204'0,"0"0"-88"0,0 0-49 0,0 0-50 16,0 0 25-16,0 0 4 15,0 0 67-15,0 0-47 16,0 0 0-16,0 0-8 16,0 0-7-16,0 0-17 15,0 0 14-15,0 0 2 16,0 0-16-16,0-15-18 16,0-9-16-16,0-4 19 0,0-5-12 15,0 2 11 1,12-13 2-16,10 0-1 0,2-5-17 15,17-7 0-15,5-8-4 16,10 8 2-16,3 4-28 16,0 3-51-16,-9 18-25 15,-26 18-112-15,-17 13-57 16,-7 0-34-16,0 16 18 16</inkml:trace>
  <inkml:trace contextRef="#ctx0" brushRef="#br0" timeOffset="185830.94">32424 3873 257 0,'0'0'334'0,"0"0"-175"0,0 0-3 0,0 0-26 0,0 0-75 15,0 0 0 1,99 0 40-16,-52 0-77 0,-1 0-1 16,4 0-11-16,-4 0-12 15,1 0 6-15,-1 0-23 16,-12 0-46-16,-3 0-13 16,3 0-92-16,-6-8-72 15,-9 1 6-15</inkml:trace>
  <inkml:trace contextRef="#ctx0" brushRef="#br0" timeOffset="186532.68">33032 3541 289 0,'0'0'195'0,"0"0"-108"0,0 0-18 0,0 0 11 0,0 0-20 16,0 0 1-16,0 32-17 15,0-4-36-15,0-8 40 16,0 12-2-16,0-4-10 15,0 0-33-15,0-12-3 16,0-4 0-16,0-7-9 16,0-2 0-16,12-3-31 15,10 0 23-15,12 0-4 16,-3 0 20-16,3 0 1 16,-6 0-2-16,-10 0 0 15,4 0-27-15,-10 0-39 0,1 0 2 16,-4 0 29-1,-3 0-10-15,-6 0 45 0,7 0-4 16,-1 0 0-16,0 0 6 16,0 0 0-16,-6 0-1 15,0 0 4-15,0 0-2 16,0 0 28-16,0 8 33 16,-6 9 5-16,-13 2 36 15,-2 6-26-15,2-5-30 16,-3-1-43-16,10 1-4 15,6-12-6-15,0 5-11 16,6-9-10-16,0-4-72 0,0 0-79 16,0 0-30-16,0 0 18 15</inkml:trace>
  <inkml:trace contextRef="#ctx0" brushRef="#br0" timeOffset="186964.02">33552 3477 164 0,'0'0'94'0,"0"0"20"0,0 0 52 0,0 0-87 0,0 0 12 16,0 0-24-16,0 172 18 16,0-128-19-16,0 5 38 0,-18 2-52 15,12 6-11-15,-10-9-27 16,4 4 8-16,-1 4-22 16,-8-7-3-16,-4-10-28 15,-9-6-116-15,0-10-222 16</inkml:trace>
  <inkml:trace contextRef="#ctx0" brushRef="#br0" timeOffset="189844.16">27525 2943 152 0,'0'0'23'0,"0"0"34"0,0 0 25 0,0 0-51 0,0 0-18 16,0 0 0 0,18 5-6-16,-18 3-7 0,0-8-7 15,0 0 7-15,0 0 20 16,0 3 74-16,0-3-30 15,0 16-19-15,-18-4-33 16,-10-7 16-16,15 10-21 16,-8-10-14-16,8-5-18 15,1 0-95-15,12 0-20 16,-6 0 116-16,-10 0 24 0,-2 0 90 16,2 0 42-1,4 0-46-15,-1 0-18 0,1 0-1 16,-4 0 16-16,-8 0-81 15,2 0-2-15,-3 0-4 16,-3 0 4-16,6 0 0 16,-2 0-16-16,2 0-6 15,10 0 22-15,12 0 42 16,0 0-7-16,0 0 45 16,0 0-69-16,0 0-11 15,0 0-4-15,0 0-7 16,0 0 6-16,34 0 5 15,6 0 13-15,6 0-1 16,-11 0 6-16,5 0-16 0,-9 8 2 16,-3-5-4-16,-10-3 0 15,10 0 2-15,0 0-1 16,-3 0 13-16,-3 0 3 16,12 0 11-16,-9 0-27 15,15 0 14-15,0 0-13 16,1 0 9-16,5 0-10 15,1 0 2-15,5 0-3 16,4 0 9-16,3 0-19 16,-6 0 21-16,3 0-22 15,-4 0 22-15,7 0-18 16,-12 0 9-16,15 0-2 16,-16 0 3-16,1 0-2 0,-1 0 11 15,-5 0-12 1,33 0 3-16,-9 0 5 0,16 0-6 15,6 0-1-15,-13 0-2 16,-9-16-1-16,3 16 2 16,-15 0 0-16,-7 0 1 15,-5 0-4-15,5 0 6 16,-5 0 7-16,11 0-8 16,4 0 5-16,9 0-2 15,3 0-5-15,-2 0 3 16,8-4 1-16,-6-4-8 15,-15 5 10-15,6 3-16 0,-13 0 21 16,1 0-20 0,9 0 13-16,15 0-4 0,3 0 1 15,19 0-1 1,0 0-5-16,4 0 0 16,-4-13-5-16,-7 13 16 0,-5 0-12 15,0 0 10-15,-10 0-7 16,3 0 5-16,1 0-2 15,-10-4 0-15,3 4 1 16,7-4-3-16,-4-4 7 16,3 8-12-16,-6-4 14 15,-2 4-13-15,2-3 10 16,-3-5-4-16,-3 3 0 16,3 5 1-16,-3-4-2 15,-3 4 2-15,0 0-4 0,-3 0 12 16,3 0-18-1,0 0 19-15,3 0-16 0,-4 0 13 16,4 0 1-16,-3 0-4 16,0 0-3-16,3 0 0 15,3 0 6-15,4 0-14 16,-10 0 12-16,-4 0-10 16,4 0 2-16,-12 9-1 15,-1 2-1-15,1-7 5 16,-1 4-1-16,-5-8 6 15,5 0-2-15,-6 0 6 16,1 0-17-16,-1 0 10 0,-6 4-4 16,0 0 1-1,7 4 0-15,-10-3 1 0,3-5 0 16,6 0-2-16,0 0 9 16,-6 0-16-16,1 0 16 15,-11 0-13-15,-2 0 10 16,-10 0-7-16,1 0 3 15,-13 0 0-15,15 0 0 16,-8 0 8-16,5 0-13 16,0 0 16-16,4 0-16 15,2 0 11-15,-2 0-12 16,-10 0 6-16,0 0-4 16,-6 0 3-16,0 0-5 15,0 0 6-15,0 0 0 16,0 0 4-16,0 0-2 15,0 0-2-15,0 0 3 0,0 0-1 16,0 0 3-16,0 3 1 16,0 5 4-16,0-4-10 15,0 12 9-15,0 0 13 16,0 1 6-16,0 2-22 16,0 1 1-16,-21-3-7 15,2-6-93-15,-15-6-362 16</inkml:trace>
  <inkml:trace contextRef="#ctx0" brushRef="#br0" timeOffset="192241.94">23447 4363 129 0,'0'0'53'0,"0"0"52"0,0 0 38 15,0 0-38-15,0 0-35 0,0 0-4 16,59 0 20-16,-37 0 0 16,-3 0 14-16,15 0-23 15,0 0-24-15,6 0-14 16,7 4-6-16,-1 0 20 15,-6-4-36-15,1 4-3 16,5-4-10-16,1 4 12 16,18-4-13-16,-3 0 3 15,-9 0-4-15,15 0-2 16,-3 0 1-16,3 0 2 16,-3 0-6-16,-9 0 9 0,15 0-5 15,-9 0 4 1,4 0 12-16,2 0-15 15,-3 3 2-15,3 2-4 16,6-1 0-16,-2 0 0 0,8-4 3 16,1 4-6-16,-7 0 10 15,-8 0-11-15,8 0 10 16,-6 0-9-16,3 4 3 16,4 0 0-16,-1 0 2 15,-15 1-1-15,-6-6-1 16,3 2 3-16,-10 2-10 15,7 1 17-15,0 5-17 0,9-5 10 16,-3-5-3-16,9 1 0 16,-15-4 5-16,18 0-10 15,3 0 12 1,-12 0-14-16,10 0 15 0,-10 0-8 16,-3 0 4-16,3 0-6 15,-10 0 5-15,7 0-6 16,9 0 2-16,4 0 1 15,8 0 5-15,13 0-4 16,-12 0 0-16,15 0 7 16,-9 0-10-16,0 0 5 15,0 0-5-15,-10 0 2 16,4 0 0-16,21 0-1 16,-15 0 4-16,0 0-12 15,-7 4 20-15,-2-4-20 0,9 0 15 16,-7 0-9-16,7 0 5 15,15 0-2-15,-2 0 0 16,-7 0 3-16,-7 0-7 16,-11 0 10-16,5 4-14 15,7 0 16-15,-22 5-12 16,16-6 9-16,-19 5-3 16,-3 0-2-16,-6 4 0 15,9-4 0-15,9-3 8 16,-3 3-13-16,0-5 15 15,-9 1-12-15,0 4 2 16,3 8 0-16,-3-4-3 0,3 4 3 16,9-8-1-16,4 9 4 15,-1-9-9-15,-9 0 14 16,10-8-3-16,5 0-4 16,1 0 12-16,0 0-11 15,-4 0 7-15,10 8-9 16,3 0 1-16,-3-1 1 15,-16-2 3-15,10-2 6 16,-7-3-11-16,7 0 7 16,-10 0-2-16,3 0 2 15,-5 0-7-15,-4 0 5 16,9 0 2-16,-15 0-7 16,16 0 0-16,-7 0 5 0,-3 0-6 15,3 5 5 1,-15-5-7-16,0 0 3 15,-13 8 0-15,6-8-1 16,-18 4 2-16,6-4-4 0,-9 0 6 16,31 4-5-16,-3 4 8 15,6-4-12-15,9-4 11 16,-9 0-7-16,-13 0 2 16,7 0-1-16,-13 0-1 15,-12 0 2-15,0 0-7 16,-9 0 16-16,15 0-18 15,6 0 20-15,-6 0-17 0,6 0 6 16,-9 0-1 0,-3 0-5-16,-9 0 4 0,-10 0-5 15,-2 0 2-15,-7 0 2 16,0 0-20-16,0 0 18 16,0 0-16-16,0 0 13 15,0 0-11-15,0 0 10 16,0 0-6-16,0-28-77 15,0 8-332-15</inkml:trace>
  <inkml:trace contextRef="#ctx0" brushRef="#br0" timeOffset="195289.06">27677 4916 485 0,'0'0'91'0,"0"0"-15"0,0 0 1 0,0 0 3 0,0 0-14 16,0 0 9-16,0 0-38 15,0 0 29-15,0 0-21 16,0 0 22-16,0 0-34 15,0 0 12-15,0 0-10 16,0 0-27-16,0 0 6 16,0 0-6-16,0 0 15 0,0 0-16 15,0 0 1-15,0 0-5 16,15-11-3-16,32-2 2 16,-1-7-1-16,1 8-1 15,-7 8 6-15,-15 0-13 16,-3 4-2-16,-22 0 6 15,0 0-24-15,0 20 16 16,0 24 10-16,-28 12-2 16,-31 9-18-16,0-9-17 15,3 4 37-15,16-24 0 16,15-4-10-16,19-11 19 0,6-14-12 16,0-3 4-16,0-4-10 15,12 0-7-15,35 0 17 16,-1-4 14-16,1-16-11 15,-1 8-6-15,-12 4 10 16,0 5-18-16,-15 3 2 16,3 0-58-16,-4-5-169 15,-2 2-150-15</inkml:trace>
  <inkml:trace contextRef="#ctx0" brushRef="#br0" timeOffset="195806.33">28439 5168 498 0,'0'0'129'0,"0"0"-114"0,0 0 37 0,0 0-25 16,0 0-27-16,0 0 8 16,-6 5 21-16,6-1-4 15,0-4 46-15,0 0 31 16,0 0-21-16,0 0-67 15,0 0-13-15,0 0 11 16,0 0 9-16,0 0 23 0,0 0-30 16,0 0 33-1,0 8-29-15,-6-8-18 16,6 0-14-16,-6 0-106 0,-10 0-358 16</inkml:trace>
  <inkml:trace contextRef="#ctx0" brushRef="#br0" timeOffset="196355.76">28960 5253 66 0,'0'0'566'0,"0"0"-523"0,0 0 71 0,0 0-22 0,0 0-26 15,0 0-3-15,-6-185-6 16,6 162-18-16,0-6-16 16,13 6-9-16,14-5-4 0,20-8-10 15,6-1-13-15,-7 9-57 16,-5 13-218-16,-20 10-109 15</inkml:trace>
  <inkml:trace contextRef="#ctx0" brushRef="#br0" timeOffset="196890.59">29463 5081 120 0,'0'0'452'0,"0"0"-335"0,0 0 10 0,0 0-13 15,0 0-26-15,0 0-13 16,12-4-38-16,16 4 21 16,-3 0-37-16,24 0 19 15,-2-4-35-15,-1 4-2 16,-5-5-3-16,-10 2-6 15,-10 3-18-15,-8 0-78 16,2 0-47-16,-15 0-185 0,0 0-122 16</inkml:trace>
  <inkml:trace contextRef="#ctx0" brushRef="#br0" timeOffset="197220.13">29463 5081 270 0</inkml:trace>
  <inkml:trace contextRef="#ctx0" brushRef="#br0" timeOffset="197470.64">29463 5081 270 0,'462'-185'406'0,"-450"185"-353"0,28 0 12 0,7-11-37 16,-7-2-20-16,-12 13 25 0,-15 0-25 16,-7 0 64-1,-6 16 30-15,0 17-25 0,0 6-41 16,0 2-19-16,-19-5-14 16,-9-5-3-16,0-6-12 15,10 3 0-15,5-12 6 16,-2 0 12-16,9-1-7 15,6-6 1-15,0 12-23 16,0-13-26-16,0-5-13 16,0 5-22-16,0-8 38 15,27 0 42-15,4 0 4 16,-3 0 3-16,7 0-3 0,-1-8-5 16,-16 5-19-16,4-5-61 15,-16-1-33-15,-6 9-62 16,0 0-209-16</inkml:trace>
  <inkml:trace contextRef="#ctx0" brushRef="#br0" timeOffset="197955.58">30526 4921 461 0,'0'0'96'0,"0"0"-77"0,0 0 36 0,0 0 20 0,0 0 5 15,53 0 47-15,-41 3 28 16,10 17-63-16,3 8 8 15,-3 4-66-15,-4 9-1 16,4 2-22-16,-4 6-2 16,-18 3 2-16,0 8-10 15,0 8 1-15,0-4-2 16,-12-3-5-16,-22-22-65 16,-6-18-92-16,-1-21-512 15</inkml:trace>
  <inkml:trace contextRef="#ctx0" brushRef="#br0" timeOffset="212208.59">10118 7194 75 0,'0'0'106'0,"0"0"-70"0,0 0 22 0,0 0 39 0,0 0 13 15,0 0-43-15,0 0 11 16,0 0-22-16,-13 0 18 16,13 0 6-16,0 0-4 15,0 0-13-15,0 0-40 0,0 0 8 16,0 0-10-1,0 0 19-15,0 0-19 0,0 0 18 16,0 0-22-16,0 0-16 16,0 0 13-16,0 0 12 15,0 0 1-15,0 0-25 16,0 0 18-16,0 0-19 16,0 0 10-16,0 0-10 15,0-4 17-15,40-15-12 16,7-10 8-16,-1-3 26 15,-5 0-37-15,5-12 6 16,-5 7 0-16,-1-2-18 16,-12 3 6-16,-3 3-10 0,-4 17-11 15,-14 8 4-15,-7 8-5 16,0 0-9-16,0 0-33 16,0 0-59-16,0 8-241 15,0 13-43-15</inkml:trace>
  <inkml:trace contextRef="#ctx0" brushRef="#br0" timeOffset="212891.77">10285 6953 162 0,'0'0'47'0,"0"0"-13"0,0 0 25 0,0 0 32 0,0 0 24 16,0 0-68-16,0-15 24 16,0 15-37-16,0 0-34 15,0 0 10-15,0 0 16 16,0 0 45-16,0 0-5 16,0 0 21-16,0 0-33 15,0 0-5-15,0 0-21 16,0 0 7-16,0 0-10 15,0 0-6-15,0 0 1 16,0 0 5-16,0 0 19 0,0 0-9 16,0 0-10-16,0 0-23 15,0 15 4-15,0 10-1 16,6-1 10-16,34 8-12 16,7 0 10-16,-7 1-13 15,1-2 2-15,5-3-5 16,-12-4-7-16,-6 1 9 15,-15-5-31-15,5-9-39 0,-9 9-99 16,-9-7-154 0,0-13-29-16</inkml:trace>
  <inkml:trace contextRef="#ctx0" brushRef="#br0" timeOffset="213407.78">10914 7215 72 0,'0'0'353'0,"0"0"-268"0,0 0-31 0,0 0 15 0,0 0 23 15,0 0 53-15,0 75 13 16,0-34-89-16,0-1-40 15,0-4-21-15,0 0-8 16,0 0-1-16,0-4-18 16,0 0-40-16,0-11-55 15,0-21-188-15</inkml:trace>
  <inkml:trace contextRef="#ctx0" brushRef="#br0" timeOffset="214058.07">11296 6894 160 0,'0'0'352'0,"0"0"-284"0,0 0 0 0,0 0 9 16,0 0 44-16,0 0 9 15,25 44-38-15,-10-29-79 16,-3 2-3-16,1-6-10 15,2 10 17-15,-2-1-12 16,-13 0 1-16,12-4-3 0,-6 0-3 16,1-4-28-1,8-4-133-15,-9-3-122 0,7-5-52 16</inkml:trace>
  <inkml:trace contextRef="#ctx0" brushRef="#br0" timeOffset="214656.46">11336 7359 1 0,'0'0'557'0,"0"0"-537"0,0 0-13 0,0 0-3 16,0 0 26-16,0 0-18 16,19-16 5-16,-13 0 20 15,16-9 60-15,2-6 12 16,17-13-44-16,5-1-22 16,1-7-37-16,-7 0 4 15,16-4-7-15,-16 4-3 0,-15 16-17 16,-13 16 10-16,-2 12-17 15,-10 8 2-15,0 0-25 16,0 0-32-16,0 0-53 16,0 11-172-16</inkml:trace>
  <inkml:trace contextRef="#ctx0" brushRef="#br0" timeOffset="-213991.3">9931 7454 472 0,'0'0'115'0,"0"0"-55"0,0 0 11 0,0 0-9 0,0 0-32 15,0 0 38-15,-27-3-49 16,14-9 12-16,1 4 64 16,-4-8-35-16,4-4-11 15,-1-8-14-15,13-8-24 16,0-13-11-16,0 5 0 16,0-20-5-16,19 8 5 15,21-8-4-15,-6 4-19 16,7 4 15-16,-16 24-89 15,2 7-34-15,-27 9-64 16,13 12 52-16,-13 4-115 0</inkml:trace>
  <inkml:trace contextRef="#ctx0" brushRef="#br0" timeOffset="-213042.27">11944 7002 162 0,'0'0'277'0,"0"0"-257"0,0 0 0 0,0 0-1 0,0 0 7 0,0 0 9 16,0 0 18-16,0 8 7 15,0 4 12-15,0 0 18 16,12 15 3-16,1 2-12 15,2 8-45-15,4-1-6 16,-13 8 13-16,9 0-13 16,-15 12 30-16,0 8-13 15,0 4-33-15,0 4-13 16,0-11-1-16,0-25-6 0,0-16-41 16,0-20-168-16,0 0-161 15,0-45-249 1</inkml:trace>
  <inkml:trace contextRef="#ctx0" brushRef="#br0" timeOffset="-170247.51">26154 9637 238 0</inkml:trace>
  <inkml:trace contextRef="#ctx0" brushRef="#br0" timeOffset="-111528.06">20979 6837 634 0,'0'0'119'0,"0"0"-36"0,0 0 51 0,0 0-65 0,0 0-34 16,0 0-1-16,0 0 54 15,174-156-15-15,-134 100-26 16,7-1-8-16,-1-10-24 16,16-10-8-16,-9 5 0 15,-7 16-14-15,-11 16 0 16,-8 20-12-16,-20 12-19 16,-7 8-10-16,0 0-26 15,0 0-47-15,0 0-88 0,0 0-134 16</inkml:trace>
  <inkml:trace contextRef="#ctx0" brushRef="#br0" timeOffset="-111140.57">20874 6421 449 0,'0'0'274'0,"0"0"-173"0,0 0-10 0,0 0 81 0,0 0-53 0,0 0-56 0,273 211-32 0,-199-162-13 0,-9-5-14 0,-3-4 2 16,-9-8-6-16,-19 0-18 15,-6-3-15-15,-3-1-28 16,-13-5-70-16,-12-7-146 15,0-11-75-15</inkml:trace>
  <inkml:trace contextRef="#ctx0" brushRef="#br0" timeOffset="-110493.47">22055 6770 674 0,'0'0'329'0,"0"0"-327"0,0 0 34 16,0 0-3-16,0 0 0 0,0 0-28 16,214-13-5-16,-180 5-30 15,-6 4 0-15,-3 1-23 16,-25-2-29-16,22 5-80 15,-22 0-11-15,0 0-131 16</inkml:trace>
  <inkml:trace contextRef="#ctx0" brushRef="#br0" timeOffset="-110298.14">22055 6770 618 0</inkml:trace>
  <inkml:trace contextRef="#ctx0" brushRef="#br0" timeOffset="-110195.97">22055 6770 618 0,'-87'-161'133'0,"128"161"-43"0,5 0 129 0,16-8-14 16,13 8-187-16,-17-5-18 16,-5-3-7-16,0 1-37 15,-19 7-80-15,-12-13-194 16,-22 10-352-16</inkml:trace>
  <inkml:trace contextRef="#ctx0" brushRef="#br0" timeOffset="-107897.73">22933 6377 293 0,'0'0'275'0,"0"0"-200"0,0 0 0 0,0 0 33 0,0 0-18 0,18 0 32 16,-2 0-56-16,-4 0 15 16,16 0-16-16,-3 0-29 15,3 0-22-15,6 0-10 16,-3 0-8-16,9 0-2 0,0 8-12 16,1-5-46-1,-1-3-42-15,13 0-134 0,-7 0-12 16,1 0-27-16</inkml:trace>
  <inkml:trace contextRef="#ctx0" brushRef="#br0" timeOffset="-107166.15">23934 6108 214 0,'0'0'322'0,"0"0"-288"0,0 0 25 0,0 0 8 0,0 0 15 15,0 0 9-15,-53 0 15 16,26 0-44-16,14 0-36 16,-15 0 14-16,3 3 2 15,4 14 21-15,2-1-48 16,4-4 2-16,15 7-15 15,0-2 13-15,0-6-15 0,0 6-3 16,0-6-2 0,0 5-9-16,34-3 14 0,6-1-28 15,-6-4 21-15,13 4-14 16,-19 4 7-16,12 0 1 16,-22 4 9-16,10 0-4 15,-21-7-4-15,-7 14 12 16,0-7 0-16,0 5 14 15,0-2-7-15,-13 6 27 16,-27-6-27-16,0 2 13 16,5-9-20-16,8-13 1 0,2-3-6 15,-3 0 0 1,9 0-12-16,-2-3-81 0,8-25-69 16,-2-5-191-16,8-3-116 15</inkml:trace>
  <inkml:trace contextRef="#ctx0" brushRef="#br0" timeOffset="-106949.6">23726 6136 225 0,'0'0'267'0,"0"0"-205"0,0 0 45 0,0 0-11 0,0 0-94 16,0 0 3-16,242-33-10 15,-201 33-42-15,-1-8-49 16,-6 5-118-16</inkml:trace>
  <inkml:trace contextRef="#ctx0" brushRef="#br0" timeOffset="-106381.38">24784 5984 361 0,'0'0'188'0,"0"0"-110"0,0 0 45 0,0 0 73 16,0 0-62-16,0 0-46 16,6-9-27-16,-6 9-19 0,0 0-18 15,0 12-8 1,0 21 3-16,0 11-16 0,0-8 1 16,0 0-4-16,0-5-3 15,0 2-17-15,0-5-1 16,0-9-38-16,0-2-123 15,0-9-244-15</inkml:trace>
  <inkml:trace contextRef="#ctx0" brushRef="#br0" timeOffset="-106010.1">24374 6288 155 0,'0'0'153'0,"0"0"-31"16,0 0-1-16,0 0-39 16,0 0 0-16,0 0 77 15,50 0-27-15,3 0-68 16,-1 0-6-16,23 0 8 16,-4 0-27-16,4-8-23 0,-13-4-16 15,-10 4-4-15,-11 4-60 16,-7 0-44-16,-22 4-155 15,-12 0-69-15</inkml:trace>
  <inkml:trace contextRef="#ctx0" brushRef="#br0" timeOffset="-105531.35">24564 6557 664 0,'0'0'211'0,"0"0"-64"0,0 0-36 0,0 0 1 15,0 0-69-15,0 0-22 16,347-8-20-16,-288 8-2 16,-13 0-31-16,-12 0-44 15,-27 0-135-15,-7 0-296 16</inkml:trace>
  <inkml:trace contextRef="#ctx0" brushRef="#br0" timeOffset="-103385.18">25519 6504 432 0,'0'0'244'0,"0"0"-195"0,0 0 72 0,0 0-6 0,0 0-81 0,0 0-31 15,12 0 5 1,-12 0 14-16,22 20 14 0,-4 1 25 16,4 2-8-16,-10 10-25 15,16 6-18-15,-9-6-10 16,-7-5 0 0,10-4 0-16,-10-7 3 0,-5-10-3 15,2-7 0-15,-9 0 17 16,0 0-9-16,0-12 18 15,12-36-6-15,7-28 1 16,-4-13-16-16,10-27 7 16,3-4-12-16,0-16 4 0,3-9-15 15,16 5 10 1,-1 8-2-16,4 24-4 0,-4 23 0 16,-21 37 7-16,-9 20-9 15,-16 20-13-15,12 8-20 16,-12 8-92-16,0 44-141 15,0 8-126-15</inkml:trace>
  <inkml:trace contextRef="#ctx0" brushRef="#br0" timeOffset="-100797.89">26247 6067 232 0,'0'0'209'0,"0"0"-165"0,0 0-6 0,0 0-29 0,0 0-9 15,0 0 6 1,0 0-2-16,0 0 4 0,0 0 38 16,0 0 30-16,0 0 4 15,0 0-37-15,0 0-16 16,0 0 3-16,0 0-14 15,0 0 38-15,0 5 14 16,0-2 7-16,0-3-26 16,0 0-3-16,0 0-25 15,0 0-11-15,0 0 4 16,0 0-10-16,0 0 3 16,0 0-6-16,13-11 19 15,15-6-19-15,6 5 9 16,-16 5-1-16,16-1-9 15,-6 3-1-15,-3 5-2 16,-3 0-1-16,-10 0-5 0,1 0 5 16,-13 20-16-16,0 12 17 15,0 16 6-15,-13 12 1 16,-46 4 0-16,-3 1-1 16,16-17-6-16,12-8-8 15,21-16-5-15,7-16-16 16,6 0-9-16,0-8-48 15,0 4 50-15,12 1 23 16,16-5 16-16,-9 0-5 16,21 0 10-16,-12 0 3 15,-3 0-8-15,9 0 0 0,0 0 0 16,0 0-116 0,7 0-108-16,-7 0 63 0,-9-5-96 15</inkml:trace>
  <inkml:trace contextRef="#ctx0" brushRef="#br0" timeOffset="-100055.63">26821 6152 100 0,'0'0'339'0,"0"0"-328"0,0 0 20 0,0 0 61 0,0 0-24 0,0 0 11 15,-6 7 40-15,6-7-52 16,0 0-8-16,0 5 27 15,0-5-9-15,0 0-30 16,0 0-9-16,-7 0 1 16,7 0-20-16,-6 3 0 15,-6 2-10-15,-4-2 4 16,4 10-8-16,-7-1-4 16,-9 4-1-16,16-1 0 15,3-7-1-15,9 0 1 0,0 1-3 16,0-1-8-1,0 0 8-15,0 0-3 16,9 4-5-16,16 0 17 16,-3 4-11-16,18-4 5 0,-15 0-1 15,9 8-1-15,0-7-8 16,-9 2 4-16,3 1-17 16,-7-3 10-16,-2-2-30 15,-13-2 39-15,-6 2-2 16,0 2 6-16,0-6 29 15,0 6-8-15,0-5-17 16,0 3-4-16,-6-11-4 16,-13 0-43-16,4 0 20 15,-19 0-80-15,9 0-39 0,3-19-43 16,4-9 63 0,-4-5-93-16,9 5-83 0</inkml:trace>
  <inkml:trace contextRef="#ctx0" brushRef="#br0" timeOffset="-99755.34">26836 6159 22 0,'0'0'368'0,"0"0"-314"0,0 0 3 0,0 0-9 16,0 0-41-16,0 0 0 15,121-103-5-15,-121 98 33 16,13 5 64-16,-7 0 117 16,-6 0-34-16,0 0-65 15,6 0-62-15,0 0-24 16,22 0-30-16,13 0-1 16,-7 0 0-16,-3-8-5 15,-3 0-22-15,6 1-31 16,-22-6-59-16,16 5-53 15,-28-4-97-15,0 4-114 16</inkml:trace>
  <inkml:trace contextRef="#ctx0" brushRef="#br0" timeOffset="-88148.42">27677 6388 314 0,'0'0'269'0,"0"0"-200"0,0 0 1 0,0 0 33 16,0 0-58-16,0 0-12 16,0 0 0-16,0 0 6 15,0 0 9-15,0 0-15 16,0 0 12-16,0 0-12 15,0 0-2-15,0 0-15 16,0 0 15-16,0 0-23 16,0 0-4-16,0 0 0 15,0 0-1-15,0 0 0 16,0 0 1-16,0 0 10 0,0 0-8 16,0 0 16-16,0 0-15 15,0 0 6-15,0 0-12 16,0 0 0-16,0 0-2 15,0 0 5-15,0 0 1 16,0 0-4-16,0 0 3 16,21 0 1-16,13 0 1 15,13-3-4-15,0-10 1 16,5 5 7-16,1 0-10 16,-7 4 0-16,1-4 0 0,3 8 8 15,-13-3-4 1,3 3 0-16,0 0 0 0,-6 0 8 15,-6 0-12-15,-9 0-1 16,-3 0-3-16,-16 0 8 16,6 0-10-16,-6 0 12 15,6 0-11-15,0 0 10 16,-6 0-7-16,13 0 2 16,-13 0-3-16,6-5-7 15,3 1-28-15,3 0-22 16,-12-13-141-16,0 14-300 15</inkml:trace>
  <inkml:trace contextRef="#ctx0" brushRef="#br0" timeOffset="-76258.14">28641 6231 175 0,'0'0'152'0,"0"0"-42"0,0 0 4 0,0 0-65 0,0 0 18 16,0 0-6-16,0 0-3 15,0 0-20-15,0 0-10 16,0 0 39-16,0 0-6 16,0 0 2-16,19 0-41 15,2 0 13-15,-2 0-27 16,3 0-2-16,-4 0-2 15,4 0 2-15,-3 5 6 16,2 11 21-16,-2 0-5 16,-7 0-17-16,-6 8-2 15,4-4-2-15,-4 4-14 16,0-8 9-16,7-7-4 0,2 2-17 16,-3-3-28-16,7-8 5 15,15 4 7-15,0-4 33 16,-9 4 0-16,3 0-5 15,-16 9 12-15,-12-2-5 16,16 9 15-16,-16 0 28 16,0 12-4-16,0 13 0 15,-16-13-4-15,-30 8-34 16,-7-8 19-16,7-4-17 16,5-8-3-16,13-8 0 0,22-12-2 15,6 0-37 1,0-9-95-16,34-38-242 0,35-1-119 15</inkml:trace>
  <inkml:trace contextRef="#ctx0" brushRef="#br0" timeOffset="-75556.96">29336 6228 456 0,'0'0'113'0,"0"0"-73"0,0 0 6 0,0 0 21 0,0 0 38 15,0 0 14-15,0 3-62 16,0 5-34-16,0-3-13 15,12-2-8-15,10 2-2 16,-4 3-1-16,-2 4-9 16,-16 12-1-16,0 8 11 15,0 8 3-15,0 0 6 16,0 1-7-16,0-5 4 0,0-8-2 16,0-4 7-16,0-4-9 15,0 4 3-15,0-9-10 16,18-2 5-16,10-9-3 15,-3 4-20-15,15-8 18 16,7 0-19-16,-7 0 24 16,7 0 0-16,9 0-14 15,-4-12-37-15,1-1-75 16,0-2-7-16,-13 2-38 16,-18 2-191-16</inkml:trace>
  <inkml:trace contextRef="#ctx0" brushRef="#br0" timeOffset="-73709.86">26160 5406 160 0,'0'0'58'0,"0"0"87"0,0 0 51 16,0 0-115-16,0 0-3 15,0 0 48-15,-86 0-32 16,73 0-46-16,13 0-35 16,-6 0-13-16,-3 0 0 15,3 0 3-15,-7 0 6 0,13 0 26 16,-12 0-11 0,12 0 0-16,0 0 26 0,0 0-5 15,0 0 1-15,0 0-44 16,0 0-2-16,0 0-2 15,0 0-2-15,0 0 4 16,0 0-3-16,25 0 3 16,9 0 22-16,12 0-10 15,7 0-6-15,-7 3 4 16,29 2-1-16,-7-2-9 16,-3 2 2-16,10-2-2 15,-7 2 0-15,-3-1 0 16,3-4 0-16,-9 8 0 0,0-8 0 15,-3 3 1-15,-4 2-1 16,1-5 0-16,-6 8 4 16,15-5-3-16,-10 6-2 15,1-1 2-15,9-5 0 16,-15 5-1-16,5-8 4 16,-11 9-8-16,-1-5 9 15,0-4-8-15,1 0 10 16,-17 0-11-16,23 0 4 15,-7 0 0-15,0 0 0 16,7 0-2-16,-13 0 2 16,19 0 0-16,-7 4-1 0,10 0 10 15,-3-4-14 1,6 0 10-16,3 0-9 0,-16 0 4 16,19 0 0-1,4 4 0-15,-10 0 2 0,9-4-6 16,-3 4 10-16,-9-4-14 15,9 0 12-15,-3 3-8 16,-16-3 4-16,19 0 0 16,-9 5 0-16,-19-5-2 15,13 0 2-15,-19 0-7 16,16 0 7-16,8 0 0 16,-8 0-2-16,6 0 6 0,-13 0-8 15,13-5 4-15,-13 2-1 16,0 3 1-16,1 0 0 15,-7 0-4-15,-10 0 10 16,11 0-16-16,-14 0 18 16,4 0-16-16,3 0 10 15,-9 0-3-15,2 0 1 16,-8 0-1-16,-1 0-1 16,4 0 2-16,-4 0-4 15,-6 0 8-15,0 0-5 16,-6 0 2-16,16 0-2 15,-10 0-2-15,-6 0 3 16,6 0 0-16,-6 0 4 16,0 0-12-16,7 0 16 15,-1 0-18-15,9 3 16 0,-9 2-10 16,1-1 7-16,-7 4-6 16,6-4 2-16,0 8 1 15,0 0-2-15,4-4 12 16,-10 8-11-16,0-4 4 15,0 4 7-15,0 4-8 16,0 4 3-16,0-4-2 16,0-4-6-16,0-3-19 15,0-10-102-15,-22-3-257 16</inkml:trace>
  <inkml:trace contextRef="#ctx0" brushRef="#br0" timeOffset="-72061.4">23835 6837 263 0,'0'0'129'0,"0"0"-129"0,0 0-57 0,0 0 51 0,0 0 6 15,0 0 71-15,-168 0 40 0,141 0-43 16,8 0 13-16,-9 0 10 16,9 0-23-16,4 5-31 15,-10 3-30-15,3 0 1 16,-2-1-7-16,-10 1 10 16,-1 0 63-16,11-3 0 15,-10 3-14-15,12 0-31 16,3-4 10-16,13-1 14 15,-9-3-13-15,2 0-25 16,7 0-9-16,0 0 2 16,6 0-7-16,0 0 15 0,0 0-15 15,0 0 18 1,0 0-12-16,0 0-3 0,0 0-4 16,0 0-1-1,0 0 1-15,0 0-9 0,12 0 9 16,41 5 0-16,15-2 1 15,-3 5 6-15,31-3-9 16,-9-5 5-16,6 0 1 16,-6 4-4-16,0 0-3 15,0-4 2-15,-1 0 2 16,-11 0-5-16,-10 0 13 16,22 0-16-16,-13 0 13 0,7 0-9 15,6 0 5 1,6 0-2-16,0 0 0 0,0 0 0 15,15 0-5-15,-2 0 10 16,-4 12-10-16,-3-4 14 16,7 4-16-16,-4-4 9 15,-15 3-4-15,-7 2 2 16,-8-1 0-16,-4-4-3 16,6-5 8-16,7-3-11 15,6 0 12-15,0 0-11 16,-1 0 11-16,-8 0-11 15,12 0 9-15,-13 0-5 16,-2 0 1-16,12 0-3 16,-7 0-1-16,-5 0 8 15,-4 0-6-15,16 9 8 0,-13-1-12 16,1-8 10-16,5 4-4 16,-9-4 0-16,4 0 3 15,-1 4-3-15,-9 0 2 16,4 0-7-16,-1 4 12 15,-9 4-13-15,0 0 7 16,3-3-2-16,-16 2 2 16,7-3 0-16,-7 4-1 15,7-4 0-15,3-4-3 16,3-4 10-16,15 0-9 16,-2 0 5-16,8 0-5 15,1 0 3-15,-13 0-1 16,-9 8 0-16,-19-8 1 15,1 0-6-15,-14 0 8 0,-2 8-7 16,3-3 7-16,6-5-10 16,-15 8 13-16,9-5-8 15,-10-3 2-15,-2 0-5 16,-10 0-22-16,-6 0-64 16,0 0-257-16</inkml:trace>
  <inkml:trace contextRef="#ctx0" brushRef="#br0" timeOffset="-70063.69">25292 7928 62 0,'0'0'342'0,"0"0"-318"0,0 0 65 0,0 0 0 16,0 0-11-16,0 0 0 0,-21 8 21 15,21-8-13-15,0 0-1 16,0 0-20-16,0 0-43 15,0 0 19-15,0 0-33 16,0 0 20-16,-7 0-1 16,7 0-6-16,0 0 14 15,0 0-5-15,0 0 2 16,0 0-14-16,0 0 0 16,0 0-8-16,0 0-5 15,0 0 5-15,0 0-20 16,41 0 17-16,5 0-11 15,29-8 8-15,-10 4-6 16,9-12 2-16,1 12-29 16,-10-4 14-16,-10 4-26 15,-2 4-8-15,-19 0-79 0,-3 0-73 16,-15 0-172-16</inkml:trace>
  <inkml:trace contextRef="#ctx0" brushRef="#br0" timeOffset="-69180.77">26328 7427 218 0,'0'0'113'0,"0"0"30"0,0 0-52 0,0 0 5 0,0 0 3 0,0 0 17 16,28-4-3-16,-28 32-59 15,0 8-25-15,-28 8-21 16,0 0 7-16,-6 4-4 16,9-4-11-16,3-3 14 15,-2-2 6-15,24-11 15 16,-7-3-9-16,7-9-15 0,0-12-11 15,0 4-10 1,7-4-18-16,39-4 19 0,-6 0 2 16,1 0 4-16,-7 0-6 15,-3 0-5-15,3 8-23 16,0-8-26-16,-15 0 14 16,9 0-21-16,-1 0-36 15,-20 0 7-15,11 0 53 16,-18 0 3-16,0 0 6 15,0 0 35-15,0-20 0 16,0 0-119-16,0 8 103 16,0-8 18-16,6 8-22 15,-6 3 22-15,0-2-46 16,10 6-23-16,-10 5 69 0,0 0 81 16,0 0 74-16,0 5-65 15,0 23 27-15,0 8 9 16,0 13 14-16,-16-2-87 15,4 6-2-15,12-1-8 16,-6-1-14-16,6-2-12 16,0-10-10-16,0-6-7 15,0-13-30-15,0-16-11 16,0-4-98-16,0 0-241 16</inkml:trace>
  <inkml:trace contextRef="#ctx0" brushRef="#br0" timeOffset="-67249.01">20961 10042 310 0,'0'0'103'0,"0"0"-93"0,0 0 61 0,0 0-7 16,0 0-31-16,0 0 26 15,0 0-1-15,0 0 42 16,0 0-5-16,0 0-28 0,0 0-12 16,0 0-20-16,0 0 16 15,0 0-18-15,6-4 27 16,6-24-34-16,22-13-5 15,7-3-8-15,-1-8-6 16,0 12 6-16,-6-4-9 16,13 8-1-16,-13 4 7 15,-15 0-20-15,-1 11 8 16,-2 2-4-16,-16 2-20 16,0 2 2-16,12 2-53 0,-6-3-19 15,0-4-92 1,4 4-2-16,-4 13 87 0,-6-2 9 15,0 5-4-15,0 0-184 16</inkml:trace>
  <inkml:trace contextRef="#ctx0" brushRef="#br0" timeOffset="-66829.53">21082 9529 283 0,'0'0'187'0,"0"0"-134"0,0 0-15 0,0 0-7 0,0 0 53 16,0 0 47-16,31 72 61 15,24-33-106-15,-8 10-8 16,-13-1-28-16,19 4-1 16,-13-8-38-16,0 12 0 15,-15-7-3-15,15-1-6 0,-12-9-4 16,-15-3 4-1,15-7-6-15,-10-13-14 0,4 0-4 16,-10-8-80-16,1-8-60 16,-7 0-152-16,-6 0-138 15</inkml:trace>
  <inkml:trace contextRef="#ctx0" brushRef="#br0" timeOffset="-66311.03">22037 9958 532 0,'0'0'303'0,"0"0"-211"0,0 0-12 0,0 0-25 15,0 0-52-15,0 0 62 16,105 0-23-16,-77 0 0 15,6 0-18-15,0 0-22 16,-9 0-4-16,3 0-3 16,-16 0-32-16,16 0-33 15,-15 0-2-15,-1 0-68 16,-12 0-77-16,0-5 12 16,0-10-270-16</inkml:trace>
  <inkml:trace contextRef="#ctx0" brushRef="#br0" timeOffset="-66017.5">22037 9958 519 0,'46'-189'107'0,"-46"181"-93"15,0 0 35-15,28 0 52 0,-9 8-7 16,2 0 11-16,-8 0-25 16,-1 0-19-16,16 0 42 15,-16 0-68 1,10 0-26-16,-10 0-9 0,7 0-1 16,3 0-11-16,-10 0-49 15,16 0-51-15,-9 0-160 16,2 0-112-16</inkml:trace>
  <inkml:trace contextRef="#ctx0" brushRef="#br0" timeOffset="-65100.92">22899 9372 550 0,'0'0'263'0,"0"0"-163"0,0 0 27 0,0 0-63 0,0 0-9 0,0 0 25 16,52 0-54-16,-11 0 7 15,5 0-18-15,-6 0-15 16,7 0 5-16,-1 0-10 15,-12 0-17-15,-6 0-9 16,13 0-85-16,-7 0-138 16,-9 0-194-16</inkml:trace>
  <inkml:trace contextRef="#ctx0" brushRef="#br0" timeOffset="-64401.89">23888 9051 386 0,'0'0'151'0,"0"0"-117"0,0 0 72 15,0 0 3-15,0 0-39 0,0 0 32 16,-155 85-8-1,155-70-28-15,0-7-50 0,0 5 2 16,0-2-11-16,0-2-5 16,49 2-2-16,-18 2-5 15,16-1 2-15,-13 4 6 16,6 0-6-16,-6-1 9 16,-6 2-13-16,-3-1 7 15,-3 0-2-15,-16 0 1 16,-6 4-2-16,0 8 3 15,0 5 2-15,0-2 20 16,-6 2 5-16,-35-2-5 16,-5-7-15-16,6-12-9 15,-1-4 2-15,20-8-12 16,8 0-8-16,7 0-21 0,0 0-16 16,-4-20-94-16,4-12-183 15,0 0-4-15</inkml:trace>
  <inkml:trace contextRef="#ctx0" brushRef="#br0" timeOffset="-64151.86">23956 9059 364 0,'0'0'117'0,"0"0"-16"0,0 0 44 0,0 0-7 0,0 0-10 15,0 0-49-15,127-12 0 16,-115 12-43-16,1 0-23 16,15 0-13-16,-10 0-34 15,10 0-90-15,-9 0-179 16,3 0-37-16</inkml:trace>
  <inkml:trace contextRef="#ctx0" brushRef="#br0" timeOffset="-63636.58">24709 8939 86 0,'0'0'480'0,"0"0"-397"0,0 0 2 0,0 0 30 0,0 0-9 16,0 0-18-16,0 20-13 15,0 4-50-15,0 0-2 0,7 8-8 16,-7 0-15-16,15 0 0 16,-15 4-25-16,0-8-3 15,0-3-77-15,0-1-132 16,0-9-35-16,0-2-142 15</inkml:trace>
  <inkml:trace contextRef="#ctx0" brushRef="#br0" timeOffset="-63301.87">24542 9144 543 0,'0'0'146'15,"0"0"-4"-15,0 0 20 16,0 0-67-16,0 0-55 16,0 0-17-16,174 12-20 15,-134-9-6-15,-6-3-11 0,6 0-70 16,-6 0-179-16,-15 0-59 16</inkml:trace>
  <inkml:trace contextRef="#ctx0" brushRef="#br0" timeOffset="-62851.29">24529 9476 585 0,'0'0'290'0,"0"0"-146"0,0 0-57 0,0 0-59 0,0 0-25 0,0 0 46 16,81 0 5-16,-34 9-16 15,-1-9-28-15,-6 0 13 16,1 0-23-16,-1 0-1 15,0 0-39-15,1 0-50 16,-7 0-24-16,-3 0-176 16,-10 8-41-16</inkml:trace>
  <inkml:trace contextRef="#ctx0" brushRef="#br0" timeOffset="-62336.37">25271 9617 580 0,'0'0'114'0,"0"0"-28"16,0 0 28 0,0 0-46-16,0 0-27 15,0 0-7-15,74 128-13 0,-68-116-5 16,16-4 14 0,-10 5-5-16,1-6-5 0,-13-3 3 15,15-4-7 1,-9 0-4-16,1 0 25 0,5-11-22 15,0-34 4-15,4-12-9 16,-10-15-7-16,6-8 0 16,-12 0-1-16,0-8-4 15,0 7-16-15,7 6 13 16,8 3 3-16,4 0 2 16,9 8 1-16,-3 3-1 15,2 4 4-15,1 14-1 0,-9 14 0 16,-7 9 2-16,-12 17 3 15,0 3-8-15,0 0-5 16,0 0 0-16,0 0-14 16,0 0-31-16,0 11-170 15,0 9-344-15</inkml:trace>
  <inkml:trace contextRef="#ctx0" brushRef="#br0" timeOffset="-55958.53">26074 9380 302 0,'0'0'386'0,"0"0"-331"0,0 0 42 0,0 0 3 0,0 0-47 16,0 0 23-16,0 0-13 15,28 0 2-15,-28 0-9 16,0 0 7-16,0 0-25 16,0 0-11-16,0 0-25 15,0 0 11-15,0 0-13 16,0 0 1-16,18 0-1 16,-5 0 0-16,14 0 18 0,8 0 10 15,23 0 0 1,-11 0-16-16,9 0-6 0,-19 0-6 15,-3 0-1-15,-6 0-4 16,-22 0-31-16,7 0-14 16,-13 0-33-16,0-8-25 15,0 0-193-15,0-9-303 16</inkml:trace>
  <inkml:trace contextRef="#ctx0" brushRef="#br0" timeOffset="-55176.42">26821 9083 550 0,'0'0'136'0,"0"0"-17"0,0 0 26 0,0 0-60 0,0 0-47 15,0 0 9-15,49 4-2 16,-17-4 34-16,2 0-48 15,0 0 3-15,12 0-17 16,-5 0 1-16,-7 0-18 16,-3 0 7-16,-3 0-7 15,-16 21-12-15,3 2 12 16,-15 13 1-16,0 5-1 16,0 3 2-16,0 12-4 15,0 0 7-15,-27 8-5 0,14-7 0 16,-2 2-7-1,8-2 2-15,7-9-3 0,0-8-1 16,0 0-14-16,-6-8 10 16,0-8-35-16,6-3-22 15,0-18-34-15,0-3-9 16,0 0-59-16,0 0 44 16,0 0 13-16,0-20-267 15</inkml:trace>
  <inkml:trace contextRef="#ctx0" brushRef="#br0" timeOffset="-54825.01">26883 9493 641 0,'0'0'143'0,"0"0"-48"0,0 0 68 0,0 0-85 0,0 0-2 16,0 0-4-16,208-17-33 15,-177 17-12-15,9-8-17 16,-6 5-9-16,0-10 3 16,6 5-8-16,-5 0-13 15,-17 0-34-15,-12 1-103 16,-6-1-300-16</inkml:trace>
  <inkml:trace contextRef="#ctx0" brushRef="#br0" timeOffset="-53444.21">25847 8702 43 0,'0'0'356'0,"0"0"-261"0,0 0-67 0,0 0-22 0,0 0 2 15,0 0 11-15,0 0 6 16,0 0 9-16,0 0-5 15,0 0 5-15,0 0 33 16,0 0-4-16,0 0-22 16,0 0-13-16,0 0-13 0,0 0 26 15,0 0-5-15,0 0 29 16,0 0-49-16,0 0-1 16,0 0 9-16,0 0 8 15,0 5-6-15,0-5 26 16,0 0-13-16,0 3-36 15,0-3 3-15,0 5-3 16,0-2 5-16,0-3-5 16,0 4 8-16,0 4-9 15,0-3 0-15,0 3-1 16,0-8 6-16,53 3-10 16,0-3 6-16,9 0-2 15,25 0 3-15,6 0-4 0,-7 0 3 16,-11 0-6-16,-4 0 6 15,-3 0 0-15,-9 0 20 16,-6 0-17-16,3-3 18 16,-4-5-19-16,7-1 9 15,10-2-7-15,11-2-2 16,1 1-3-16,-4 4-2 16,-8 4 0-16,5 0 1 15,-15-4-3-15,3 0 6 16,-16-8-9-16,1 4 5 15,-7 0-4-15,-9 4 3 16,3 4-2-16,-6 0-3 0,-9 4-1 16,3 0 3-16,-10-5 4 15,10 2-3-15,-10-5-2 16,7 4 4-16,2 0-15 16,-8 4 13-16,-7 0-9 15,-6 0 11-15,0 0-10 16,0 0 10-16,6 0 1 15,-6 8 8-15,0 12 11 16,0-4-19-16,0 4 0 16,0 1-7-16,0-2 7 15,0 6-35-15,-6-6-76 16,-13-2-215-16,-15-6-417 16</inkml:trace>
  <inkml:trace contextRef="#ctx0" brushRef="#br0" timeOffset="-52212.41">23044 10061 728 0,'0'0'143'0,"0"0"-82"0,0 0 29 0,0 0-70 0,0 0-9 16,0 0 2-16,22 0 36 15,31 0-19-15,-1 5 53 16,10 3-49-16,25-8 0 15,0 8-22-15,6-4 9 16,0-4-9-16,16 4-4 16,2-4 1-16,23 0-8 15,2 0 17-15,16 0-18 0,9 0 8 16,-9 0-5-16,9-4-2 16,7 0-1-1,-13 4 0-15,3 0 2 16,-3 0 0-16,0 0 2 0,-3 0 0 15,-19 0-4-15,10 0 6 16,-16 0-10-16,-3 0 8 16,-9 0 1-16,-7 0-4 15,-2 0-1-15,-7 0 0 16,-12 0 1-16,-7 0-4 16,-5 0 8-16,-16 0-3 0,-10 0-1 15,4 0 0 1,-19-16-1-16,-15 11-7 0,9 2-5 15,-16-5-18-15,0 0-2 16,-5 8-44-16,-7-4-14 16,0-1-65-16,0-3-129 15,0-3-8-15</inkml:trace>
  <inkml:trace contextRef="#ctx0" brushRef="#br0" timeOffset="-51511.08">24275 10847 38 0,'0'0'589'0,"0"0"-531"0,0 0 91 0,0 0 46 16,0 0-81-16,0 0-8 16,301 17-63-16,-220-17-13 15,-1 0-17-15,7 0-6 16,-6 0 0-16,-10 0-14 16,-15 0 3-16,-3 0-24 15,-13 0-51-15,-6-9-83 16,-9-6-200-16,-10-6-89 0</inkml:trace>
  <inkml:trace contextRef="#ctx0" brushRef="#br0" timeOffset="-50828.92">25345 10415 263 0,'0'0'313'0,"0"0"-248"15,0 0 38-15,0 0 15 16,0 0-19-16,0 0-6 16,19 28-24-16,-19 8 9 15,0 4-20-15,0 5-46 16,-19 2 1-16,0-7-13 16,-2 4 6-16,2-11-4 15,4-6 0-15,15-15-2 0,0 1 2 16,0-10-5-1,0-3 0-15,0 9-5 0,34-5 4 16,6-4-2-16,13 0 12 16,21 0-8-16,-15 0 2 15,9 0-9-15,-27 0-2 16,-1 0-18-16,-22 0-23 16,-2 0 24-16,-4 0 19 15,-12 0-31-15,7 0-7 16,-7 0 2-16,0-4 30 15,6-5 15-15,0-7-3 16,16 13 3-16,-16-9-30 0,-6 4 4 16,12 8-29-1,-12 0 46-15,0 0 18 0,0 0 8 16,0 0 17-16,0 0 5 16,0 31-10-16,0 5-17 15,0 17 30-15,-12 4 6 16,6-2 5-16,6-2-26 15,-7-6 4-15,7-2-25 16,-15-9 3-16,15-8-9 16,-6-9-19-16,6-11-48 15,0 1-130-15,0-9-300 16</inkml:trace>
  <inkml:trace contextRef="#ctx0" brushRef="#br0" timeOffset="-25099.88">23494 13346 433 0,'0'0'92'0,"0"0"-81"0,0 0 3 0,0 0 40 15,0 0-10-15,0 0-4 0,0 0 39 16,-22 13-9 0,22-10 7-16,-6 6-1 0,0-1-46 15,0-5-2-15,-1 2-23 16,7-2 27-16,-6-3-22 16,6 0 13-16,0 0 10 15,0 0 11-15,0 0-6 16,0 0-20-16,0 0 8 15,0 0-17-15,0 0 21 16,0 0-28-16,0-23 12 16,31-26-12-16,31-23 17 15,19-8-14-15,-1 0-4 16,-2 8 1-16,-10 8 1 16,0 8-6-16,-21 12-7 0,-16 11 5 15,-3 9-13-15,-16 9-3 16,10 6-19-16,-22-3-1 15,12 12-30-15,-6-9-38 16,-6 6-102-16,0 3-95 16,0 0-140-16</inkml:trace>
  <inkml:trace contextRef="#ctx0" brushRef="#br0" timeOffset="-24717.79">23506 12853 570 0,'0'0'131'0,"0"0"-58"0,0 0 69 0,0 0-25 0,0 0-18 15,0 0 14-15,127 185-56 16,-65-137-22-16,-3 4-1 16,0-8-22-16,-12 0 2 15,9 1-6-15,-10 2-10 0,-12-11 2 16,-3-3 0-16,-9-17-18 15,3-4-18-15,-16-9-19 16,10 2-36-16,-19-5-86 16,0 0-214-16,0 0-189 15</inkml:trace>
  <inkml:trace contextRef="#ctx0" brushRef="#br0" timeOffset="-22937.25">21909 12529 423 0,'0'0'105'0,"0"0"-70"0,0 0 13 0,0 0 27 15,0 0 15-15,0 0-1 16,-27-25 16-16,27 25-20 0,0-3-22 16,0 3-44-1,0 0 35-15,0 0-33 0,0 0 3 16,0-5-21-16,27-3 21 16,32 8 9-16,3 0-22 15,3 0-10-15,10 0 2 16,5 0-3-16,-5 0 7 15,-16 0-12-15,0 0 7 16,-10 0-4-16,-2 0-12 16,-7 16 5-16,-21 1 0 15,-19-9 3-15,0 15 1 16,0 6-14-16,0-1 18 0,0 16-1 16,-28-4-7-16,-12 20 12 15,2 1-3 1,-2 6 2-16,12 2 17 15,16-5-5-15,2 8-13 0,10-17 8 16,0-6-5-16,0-9-2 16,0-16 12-16,0 4-20 15,0-16 8-15,0 1-4 16,0-13-4-16,0 3 5 16,0-3-4-16,0 0 9 15,0 0-10-15,0 0 11 16,0 0-12-16,0 0 11 15,0 0-6-15,0 0 2 16,0 0 0-16,0 0-2 0,0 0 4 16,0 0-6-16,0 0 10 15,0 0-12 1,0 0 18-16,-18 0-17 0,-22 8 10 16,-7-8-4-16,-21 0 1 15,3 13 4-15,-4-6 9 16,4-2-12-16,3 3 13 15,16 0-12-15,12-8-6 16,15 0 2-16,7 0-4 16,12 0-5-16,0 0-49 15,0 0-82-15,18-21 15 0,29-7-54 16,-7 5-143 0</inkml:trace>
  <inkml:trace contextRef="#ctx0" brushRef="#br0" timeOffset="-22287.91">21978 13090 300 0,'0'0'219'0,"0"0"-179"0,0 0 10 0,0 0-26 0,0 0-10 16,0 0 106-16,-16-21 12 16,16 21 0-16,0 0-69 15,0 0-21-15,0-3-37 16,0-9 26-16,40-4 22 15,1 8-14-15,-1-8-27 16,-6 7-5-16,0-7-7 16,-9 13 4-16,9-2-9 0,-15-2-17 15,2 7-1-15,-8-8-58 16,9 3-10-16,-10 2-167 16,-6-5 6-1,-6 8-140-15</inkml:trace>
  <inkml:trace contextRef="#ctx0" brushRef="#br0" timeOffset="-21238.53">21649 13683 180 0,'0'0'83'0,"0"0"-8"0,0 0 82 0,0 0-111 16,0 0 6-16,0 0-2 15,-6 0 4-15,6 0 1 16,0 0 12-16,0 0-7 0,0 0-14 15,0 0 9-15,0 0 7 16,0 0 0-16,0 0-44 16,0 0 23-16,0 0-38 15,0-8 21-15,12-23-8 16,28-13 12-16,13-17-24 16,15-11 10-16,4-16 5 15,18-20-11-15,3 3 13 16,6-7-9-16,0-1 20 15,-12 9-25-15,9 0 9 16,-18 0-10-16,-10 12-5 16,12-5-1-16,7 17 0 15,-12 0-3-15,11 8 3 0,-20 11-2 16,2 5 4 0,-9 0-4-16,-13 11 7 0,1 2-8 15,-7 11 3-15,-12 7-1 16,-22 14-2-16,7 11 6 15,-13 0-7-15,0 0 15 16,0 0-7-16,0 0-3 16,0 0 19-16,0 0-19 15,0 0 1-15,0 0-2 16,0 0 0-16,0 0-5 16,0 0 11-16,0 0-14 15,0 0 16-15,0 0-12 16,0 0 7-16,0 0-6 15,0 0-8-15,0 8-24 16,0 20-42-16,0 8-114 16,-53 8-428-16</inkml:trace>
  <inkml:trace contextRef="#ctx0" brushRef="#br0" timeOffset="-18508.36">25612 12673 552 0,'0'0'64'0,"0"0"-25"0,0 0 28 0,0 0-11 15,0 0-4-15,0 0 48 16,0 0 1-16,40 8-15 0,-40-8-25 16,0 0-5-1,0 0-40-15,0 0 5 0,6 0-4 16,-6 0-1-16,0 0 12 15,0 0-18-15,0 0 16 16,0 0-22-16,0 0 14 16,0 0-15-16,0 0 0 15,-53 8-3-15,1 7-3 16,-29 14-3-16,7 11-7 16,-7 4 8-16,10 4 10 15,9-4-7-15,21-3 6 16,1 11-7-16,22-4 3 15,5-1-4-15,13-3 3 16,0-3 0-16,0-1-4 0,0-8 0 16,13-15 3-16,33 2-11 15,7-15 3-15,3-4-21 16,-4 0 14-16,7 0-11 16,9 0 6-16,-15-4-27 15,-6-20-30-15,-7 4-9 16,-21 0-82-16,8 1-45 15,-27 6 24-15,0 1-194 16</inkml:trace>
  <inkml:trace contextRef="#ctx0" brushRef="#br0" timeOffset="-18107.04">25026 13102 244 0,'0'0'370'0,"0"0"-259"0,0 0-34 0,0 0 47 16,0 0 23-16,0 0-53 16,238-41-11-16,-176 41-39 15,10 0-1-15,-20 0-32 16,4-7-3-16,-3 7-8 15,-13 0-2-15,1-8-49 16,-17 0-24-16,-2 8-117 16,-16-5-245-16</inkml:trace>
  <inkml:trace contextRef="#ctx0" brushRef="#br0" timeOffset="-17607.15">26126 12448 563 0,'0'0'244'0,"0"0"-197"0,0 0 79 0,0 0-26 16,0 0-58-16,22 256-12 15,-10-187 38-15,16 8-44 16,-21 6 0-16,17-2-16 16,-24 7 7-16,16-8-15 0,-16 0-2 15,0-8 0 1,0-16-14-16,6-23-2 0,0-22-38 15,0-11-38-15,7 0-167 16,9-31-5-16,-10-26-160 16</inkml:trace>
  <inkml:trace contextRef="#ctx0" brushRef="#br0" timeOffset="-17174.93">26508 12529 482 0,'0'0'156'16,"0"0"-74"-16,0 0 24 16,0 0 4-16,0 0-1 15,0 0-63-15,0 136-11 16,0-89-7-16,0 10 31 16,0 3-22-16,0 8-20 0,0 1-6 15,0-2-1-15,0 2 14 16,0-9-23-16,0 0 3 15,0-11-1-15,0-10-6 16,0-3-2-16,0-20-3 16,21-4-12-16,-21-7-11 15,7-5-22-15,-1 0-93 16,6-12-130-16,-6-29 78 16,4-14-270-16</inkml:trace>
  <inkml:trace contextRef="#ctx0" brushRef="#br0" timeOffset="-16491.37">26362 12311 23 0,'0'0'631'0,"0"0"-497"0,0 0-15 0,0 0-70 0,0 0-33 15,0 0 22-15,0-64 20 16,25 45-6-16,3-1-11 15,12 3 28-15,7-2-35 0,11 6 2 16,17 13-31 0,-1 0 13-16,-9 0-15 0,-18 44-2 15,2 8-1-15,-36 12-2 16,-1 13 2 0,-12 3-4-16,0 4 1 0,0-4-3 15,-12-11-8-15,-1-13 13 16,13-12-1-16,0-12-18 15,0-12 17-15,0-8-14 16,0-4-22-16,25 5 3 16,16 7 36-16,-1 3-2 15,0 14 7-15,-6-1 12 16,7 4-8-16,-10-12 17 0,-3 4-20 16,-1-9 3-16,-8-2-9 15,-7-9-1-15,4 0-5 16,3 0-63-16,-4 0-25 15,-3 4-80-15,-12-8-72 16,13 4-101-16</inkml:trace>
  <inkml:trace contextRef="#ctx0" brushRef="#br0" timeOffset="-15226.41">27810 12961 696 0,'0'0'194'0,"0"0"-70"0,0 0-58 0,0 0 42 0,0 0-33 16,0 0-23-16,335 13-9 16,-255-13-13-16,-5 0-15 15,-10 0-14-15,-3 0 6 16,-15 0-2-16,5 0-10 16,-5-5-8-16,-13-3 2 15,0-3-18-15,0 11 1 16,-28-9-24-16,13 5-17 15,-13 0-40-15,-6 4-77 16,0 0 18-16,0-3-17 0</inkml:trace>
  <inkml:trace contextRef="#ctx0" brushRef="#br0" timeOffset="-14894.11">28365 12745 187 0,'0'0'409'15,"0"0"-346"-15,0 0 110 16,0 0-44-16,0 0-35 16,0 0-23-16,202 60 13 0,-150-48-45 15,10-8-25-15,-9 12 11 16,-13-12-25-16,1 5 5 15,-17-1 5-15,-2-1-18 16,-9 1 9-16,-7 13-1 16,-6 7 0-16,0 11 2 15,0 10-6-15,-6-5 10 16,-29-1-15-16,11-7 2 16,-4-7 4-16,22-13-2 15,6-12 2-15,0-4-41 16,0 0-130-16,0 0-297 15</inkml:trace>
  <inkml:trace contextRef="#ctx0" brushRef="#br0" timeOffset="-14374.03">29556 12529 604 0,'0'0'423'0,"0"0"-341"0,0 0 12 0,0 0-28 0,0 0-56 0,0 0 10 15,68 175-20 1,-43-146 1-16,-10 3-2 0,-2 0 5 16,-1 4-10-16,4-4 7 15,-16 0-2-15,6-7-30 16,-6-10-45-16,0-11-103 15,0-4-208-15,0 0-94 16</inkml:trace>
  <inkml:trace contextRef="#ctx0" brushRef="#br0" timeOffset="-14127.76">29971 12601 437 0,'0'0'127'16,"0"0"25"-16,0 0 64 15,0 0-59-15,0 0-63 16,0 0-24-16,6 100-38 16,-6-56-16-16,0 0-12 15,-21 8 3-15,-17 8-1 16,-2 5-11-16,-9-1 13 16,11 0-15-16,10-17 7 15,7 2-4-15,15-21-28 16,-1-16-24-16,-5 1-33 0,12-13-70 15,0 0-215 1,0 0-116-16</inkml:trace>
  <inkml:trace contextRef="#ctx0" brushRef="#br0" timeOffset="-13744.8">30511 13074 580 0,'0'0'244'0,"0"0"-122"15,0 0-22-15,0 0-34 0,0 0 15 0,0 0 3 16,161 0-51-16,-115 0-3 16,-5 0-25-16,-7 0-3 15,-6 0-2-15,-3-5-10 16,-19-3-16-16,15 1-24 15,-14-9-36-15,-7 8-105 0,0-8-189 16</inkml:trace>
  <inkml:trace contextRef="#ctx0" brushRef="#br0" timeOffset="-13528.85">30511 13074 354 0,'-93'-205'202'16,"121"189"-134"-16,18 4 152 16,1 4-60-16,-1 4-39 0,-6 4-17 15,7 0-58 1,-1 0-37-16,-5 0-9 0,-7 0-6 16,0 0-30-1,-9 0-84-15,-4 0-167 0,-2 8-73 16</inkml:trace>
  <inkml:trace contextRef="#ctx0" brushRef="#br0" timeOffset="-13228.21">31394 13002 164 0,'0'0'67'0,"0"0"75"0,0 0 8 15,0 0-86 1,0 0 9-16,0 0 115 0,242 3-74 16,-211-22 0-16,10-22-43 15,-7-3-14-15,-6-4-10 16,-16 9-45-16,-12 3-1 16,0 11 8-16,0 9 8 15,0 8-15-15,-28 8 15 16,-3 0 6-16,-3 0-20 15,-6 0-3-15,18 24-17 16,-3 7 12-16,3 2-39 16,4-9-144-16,-4-4-439 15</inkml:trace>
  <inkml:trace contextRef="#ctx0" brushRef="#br0" timeOffset="6188.96">28613 9617 442 0,'0'0'133'0,"0"0"-98"0,0 0 32 0,0 0-3 0,0 0-28 16,0 0-24-16,0 0 2 15,0 0 23-15,0 36 19 16,0-32 56-16,0-4-56 15,0 0-8-15,0 0-19 16,0 0 22-16,0 0-15 16,0 0-18-16,0 0 3 15,0 0-2-15,0 0 18 16,0 0-22-16,0 0 19 16,0 0-31-16,0 0 32 15,22 0-31-15,18 4-1 16,38 0-1-16,36 7-2 15,7 2 7-15,-6-5 1 16,-3-1-11-16,-19 6 10 16,-7-9-14-16,-11 0-1 0,-22 0-12 15,-13-4-27-15,-18 0-40 16,-16 0-111-16,-6 0-277 16</inkml:trace>
  <inkml:trace contextRef="#ctx0" brushRef="#br0" timeOffset="6606.21">29435 9565 518 0,'0'0'111'0,"0"0"-2"0,0 0 100 0,0 0-96 0,0 0-35 0,0 0-25 15,-6 0-14-15,6 3-21 0,34 2 9 16,12 3 14-1,-6-1-31-15,7 1 1 0,-13 5-4 16,0-5-10-16,-15 20 12 16,-19 3-9-16,0 14 0 15,0 12 3-15,0-10-3 16,-13 1 0-16,-8-12-7 16,2-12-20-16,-3-7-12 15,22-17-82-15,0 0-120 16,0 0-272-16</inkml:trace>
  <inkml:trace contextRef="#ctx0" brushRef="#br0" timeOffset="7138.06">30446 10090 42 0,'0'0'650'0,"0"0"-578"0,0 0-30 0,0 0 139 16,0 0-68-16,0 0-11 16,272 12-49-16,-191-12-28 0,-13 0-6 15,-15 0-17-15,-13-12-4 16,-21 12-10-16,-13-4-19 15,16 0-92-15,-16 4-97 16,-6 0-118-16,0 0-121 16</inkml:trace>
  <inkml:trace contextRef="#ctx0" brushRef="#br0" timeOffset="7605.09">30198 10114 566 0,'0'0'141'0,"0"0"-21"15,0 0-33-15,0 0 37 16,0 0-33-16,0 0-52 16,161-128-12-16,-115 75-21 15,13-7 12-15,-3-4-17 16,-3 8 19-16,-13-4-19 16,7 7 2-16,-7 6-3 0,-6 3 1 15,-15 11-6-15,-1 18 17 16,-18 7-22-16,0 8 22 15,0 0 4-15,0 0-8 16,9 0 3-16,4 31-7 16,5 13 5-16,17 5-4 15,-8 7-1-15,-2 0-8 16,3 0-1-16,-6-8 3 16,-10 5-31-16,7-17-19 15,3-13-83-15,-4-15-209 16,4-8-98-16</inkml:trace>
  <inkml:trace contextRef="#ctx0" brushRef="#br0" timeOffset="8237.35">31453 9858 288 0,'0'0'406'0,"0"0"-310"0,0 0 11 0,0 0-20 0,0 0 7 16,0 0-23-16,81-25 42 15,-28 1-70-15,9-4-11 16,-3-8 9-16,9-5-17 16,-3 5-6-16,-3 5-13 15,-16 11-10-15,-11 7 5 16,-23 5-11-16,-6 8-24 0,-6 0 3 16,0 0-13-16,0 0-43 15,0 0-99-15,0 8-172 16,0 5-128-16</inkml:trace>
  <inkml:trace contextRef="#ctx0" brushRef="#br0" timeOffset="8433.41">31453 9858 402 0</inkml:trace>
  <inkml:trace contextRef="#ctx0" brushRef="#br0" timeOffset="8620.28">31453 9858 402 0,'115'-33'270'0,"-115"33"-204"16,0 4 2-16,0-4 77 15,0 0-80-15,0 4-3 16,0-4-14-16,6 17 13 16,35-2 18-16,11 6-14 15,4 2-36-15,15 6 11 16,-9-6-34-16,-9 2 12 0,-6-9-18 16,-7 4-6-16,0-9 5 15,-6-2-23-15,-15 7 2 16,-13-13-29-16,16 2 1 15,-16-5-120-15,0 0-263 16</inkml:trace>
  <inkml:trace contextRef="#ctx0" brushRef="#br0" timeOffset="9220.09">32452 9997 217 0,'0'0'153'0,"0"0"-11"0,0 0-60 0,0 0-5 15,0 0 54-15,25 28-18 16,-4-28-5-16,4 0-57 16,22 0 18-16,8-8 32 15,10-31-74-15,4-1 12 16,-10-9-35-16,-7 2 9 16,-11-10-12-16,-13 5 0 15,-22 8 4-15,0 8-5 16,-6 12 5-16,0 7-2 0,-34 6-3 15,-31-2 4-15,-16 13-11 16,-12 0-9 0,0 0 5-16,-3 36-8 0,3 5 13 15,22-2 6-15,21-1-1 16,31-15-2-16,19 1-48 16,0-7-89-16,7-2-171 15,27-3-136-15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1T21:50:58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0 418 1377,'0'0'14014,"9"5"-13742,0-1-225,-6-3-6,0 1 1,1-1-1,-1 1 0,0 0 1,0 0-1,0 0 0,0 0 1,3 4 887,49-4-626,-27 0-269,44-4-1,-64 1-46,0 0 0,1-1 1,-1 1-1,0-2 0,0 1 1,-1-1-1,1 0 1,-1-1-1,13-7 0,-14 6 6,0 1-1,-1-1 1,0 0-1,1 0 1,-2-1-1,1 0 0,-1 1 1,0-2-1,0 1 1,0 0-1,-1-1 1,4-10-1,-3 3-62,-1 1 0,0-1 0,0 0 1,-2 0-1,1-26 0,-2-51-557,0 91 623,0-1 0,0 1 1,0 0-1,0-1 0,0 1 1,0 0-1,0 0 0,0-1 1,0 1-1,0 0 0,0-1 1,0 1-1,0 0 0,0-1 1,0 1-1,0 0 0,0 0 1,0-1-1,-1 1 0,1 0 1,0-1-1,0 1 0,0 0 0,0 0 1,0 0-1,-1-1 0,1 1 1,0 0-1,0 0 0,-1-1 1,1 1-1,0 0 0,0 0 1,-1 0-1,1 0 0,0 0 1,0-1-1,-1 1 0,1 0 1,0 0-1,-1 0 0,1 0 1,0 0-1,-1 0 0,-2 0-10,0 0-1,1 0 0,-1 0 1,0 0-1,0 1 0,1-1 0,-1 1 1,0-1-1,0 1 0,1 0 1,-1 0-1,1 1 0,-1-1 1,1 0-1,-1 1 0,-2 2 1,-1 1 2,0 0 1,1 1 0,0-1 0,0 1 0,1 0-1,-7 11 1,-1 6 10,1 0 0,2 1 0,0 0 0,1 0 0,2 1 0,0 0 0,-2 31 0,-3 188 196,11-241-193,-1 28 14,2 1-1,9 55 1,-8-77-18,1 1 0,0-1 1,1 0-1,0 0 0,0 0 0,1-1 0,0 0 0,1 1 0,0-2 0,1 1 0,-1-1 0,11 9 0,1-2-24,0-1 0,1-1 1,1 0-1,0-2 0,1 0 0,0-2 1,0 0-1,1-1 0,29 6 0,8-1-45,0-2-1,86 4 1,32-13-148,-158-2 199,0-1 0,0-2 0,0 1 0,-1-2 0,1-1 0,21-8 0,-29 9 1,-1-1 0,-1-1-1,1 0 1,-1 0 0,0-1 0,0 0-1,0 0 1,-1-1 0,0 0 0,-1-1-1,9-12 1,-6 4 1,0 1-1,-1-1 1,-1 0-1,-1-1 1,0 0-1,-2 0 1,5-21-1,-2-6-130,3-78 1,-8 67-208,-5-65 0,0 102 261,0 0-1,-1 0 0,-2 0 0,1 0 0,-2 0 0,-15-33 1,9 32 8,0 1 0,-1 1 0,-1 0 0,-1 1 0,0 1 0,-1 0 0,-1 1 0,0 1 0,-1 0 0,-1 1 0,0 1 0,-37-16 0,20 12 47,0 2-1,-1 1 1,0 2-1,-1 2 1,0 1-1,-69-5 1,75 12 125,-1 0 0,-48 7 1,66-4-15,0 1 1,0 1 0,0 0 0,0 1-1,0 0 1,1 1 0,-17 10-1,13-4 54,0 1-1,1 0 1,1 1-1,0 1 0,1 1 1,1 0-1,0 1 1,2 0-1,-13 22 1,12-17 2,1 1 0,1 0 0,2 1 1,0 0-1,1 0 0,2 1 0,-5 31 1,6-21-111,2 0 1,1 0 0,2 0 0,1 0 0,11 64-1,-9-90-50,-1-1 0,2 0-1,-1 1 1,1-2-1,0 1 1,1 0-1,0-1 1,0 0-1,0 0 1,1 0 0,0-1-1,0 1 1,1-1-1,0-1 1,0 0-1,0 0 1,1 0-1,-1-1 1,1 0 0,0 0-1,1-1 1,7 3-1,16 2-204,-1-1 0,1-1-1,0-2 1,55 1-1,-27-2 39,1-4-1,68-8 0,-111 7 171,0-1 0,-1-1 0,1-1 0,-1-1 0,0 0 0,0-1 0,-1-1 0,0 0 0,0-1 0,-1-1-1,21-17 1,-26 18 29,0-1-1,0 0 0,-1-1 0,-1 0 1,0 0-1,0-1 0,-1 0 0,-1 0 1,0-1-1,0 0 0,6-25 0,-6 10 91,-2 0 0,-1 0 1,-1 0-1,-3-54 0,1 72-39,0 0 0,-2 0 0,1 0 1,-1 0-1,-1 0 0,1 0 1,-2 1-1,1-1 0,-1 1 0,-10-16 1,7 16 17,-1-1 0,0 1 0,0 0 0,-1 1 0,-1 0 0,1 0 0,-1 1 0,-15-8 0,1 2 98,0 1-1,-1 0 1,-1 2-1,0 1 1,0 1-1,-30-4 1,6 4 130,-1 2 0,-66 2 0,101 4-200,0 0 1,1 1 0,-1 1 0,1 1-1,-1 0 1,1 1 0,-19 7 0,23-6-51,0 1 1,0 0 0,1 1-1,0 0 1,0 1 0,0-1-1,1 2 1,1 0 0,-10 11-1,-2 6 13,2 0 0,0 2 0,2 0 0,1 1 0,1 1 0,2 0 0,0 0-1,3 1 1,0 1 0,2 0 0,1 0 0,-2 50 0,7-43-54,4 38 1,-3-73-15,0 0 0,1 1 0,-1-1 1,1 0-1,0 1 0,0-1 1,1 0-1,-1 0 0,1 0 0,0 0 1,0 0-1,0-1 0,0 1 1,1 0-1,0-1 0,-1 0 0,1 1 1,0-1-1,1 0 0,-1-1 1,7 5-1,1-2-41,-1-2 0,1 1 0,0-1 0,1-1 0,-1 0-1,0-1 1,15 1 0,42 3-393,106-7-1,-145 0 371,-2-1-1,1-1 0,0-2 0,-1-1 1,0-1-1,44-20 0,-47 15-59,-2 0 0,1-1 0,-2-2 0,0 0 0,-1-1-1,0-1 1,-2-1 0,18-22 0,-31 34 167,1 0 0,-2 0-1,1-1 1,-1 1 0,0-1 0,-1 0-1,1 0 1,-2-1 0,1 1 0,-1-1-1,0 1 1,-1-1 0,0 1 0,-1-1-1,1 0 1,-2-9 0,1 14 643,-5 4-284,4 0-316,0-1-42,0 1 0,0 0 0,0-1-1,0 1 1,-1 0 0,1 0 0,0 0-1,0 0 1,0 0 0,0 0 0,0 0-1,0 0 1,0 1 0,-1-1 0,1 0-1,0 1 1,0-1 0,0 1 0,0-1-1,0 1 1,0-1 0,0 1 0,1 0-1,-1-1 1,0 1 0,0 0 0,0 0-1,1 0 1,-1-1 0,0 1 0,0 1-1,-1 13-14,1 0-1,2 28 0,-1-13-880,0-30 817,0 0-1,0 0 1,0 0-1,0 0 1,0 1-1,0-1 1,0 0-1,0 0 1,0 0-1,0 0 1,1 1-1,-1-1 1,0 0-1,0 0 1,0 0-1,0 0 1,0 1-1,0-1 1,0 0-1,0 0 1,0 0 0,1 0-1,-1 0 1,0 1-1,0-1 1,0 0-1,0 0 1,0 0-1,1 0 1,-1 0-1,0 0 1,0 0-1,0 0 1,0 0-1,0 0 1,1 0-1,-1 0 1,0 0-1,0 0 1,0 0-1,1 0 1,-1 0-1,0 0 1,0 0-1,0 0 1,0 0-1,1 0 1,-1 0-1,0 0 1,0 0-1,0 0 1,0 0-1,1 0 1,-1 0-1,0 0 1,3 0-485,1-1 0,-1 1 1,1 0-1,-1-1 1,0 1-1,1-1 1,5-2-1,-3-1-1091,1 0-1,-1 0 1,0-1-1,8-8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1T22:12:54.2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10660 2987 189 0,'0'0'124'0,"0"0"-6"0,0 0-14 0,0 0-37 15,0 0-21-15,0 0-26 16,0 0 2-16,0 0-19 16,0 0 9-16,0 0 10 15,0 0 2-15,0 0 13 16,0 0-24-16,0 0 16 15,0 0-10-15,0 0 6 16,6 0-14-16,-6 0 3 16,0 0-14-16,0 0 15 15,0 0-6-15,7 0-8 16,-7 0 12-16,0 0-10 0,0 0-6 16,0 0 13-16,15 0-14 15,-9 0 8-15,13 0-4 16,-7 0 0-16,16-8 3 15,0 4-7-15,-9 4 8 16,2-4-3-16,-2-4-1 16,3 4 0-16,-4 4 5 15,10-11-4-15,-9 6-1 16,3 5-1-16,-10-4-2 16,7-4 6-16,2 8-8 15,-2-4 14-15,3 4-16 16,-10 0 15-16,10-4-9 0,2-4 6 15,-2 8-6 1,-3 0 1-16,2-3 0 0,-8 3 4 16,5-5 3-16,10 1-3 15,-9 0 0-15,9-4-4 16,0-1 8-16,-10 6-7 16,4 3-1-16,-3-4-2 15,2 4 1-15,-8-4 2 16,5 4-3-16,-11 0 10 15,21 0-13-15,-7 0 12 16,4-4-13-16,3 4 12 16,-3 0-9-16,3-4 6 15,-16 4-2-15,16-4-1 16,-16 4 0-16,4 0-7 0,-4 0 17 16,1 0-7-16,2 0-1 15,4 0 2-15,-1 0-2 16,4 0-2-16,6 0 2 15,3-4-2-15,-3 0 1 16,0 4 7-16,-16 0-12 16,1 0 13-16,-7-5-10 15,3 5 10-15,4 0-7 16,-1 0 2-16,10-3 3 16,-4 3-3-16,10-4 2 15,12 0-11-15,-15 0 16 16,16 4-15-16,-14 0 8 0,8 0-5 15,-4 0 1-15,-10 0-6 16,4 0 5-16,-3 0 2 16,-4 0-3-16,-2 0 9 15,-4 0-8-15,1 0 11 16,2 0-10-16,4 0 0 16,3 0 15-16,2 0-14 15,-2 0 4-15,3 0-10 16,-3 0 11-16,-4 0-7 15,4 0 4-15,-16 0-6 16,0 0 8-16,7 0-5 16,2 0 0-16,4 0-6 15,2-8-32-15,4-5-43 16,-3-10-142-16</inkml:trace>
  <inkml:trace contextRef="#ctx0" brushRef="#br0" timeOffset="4859.88">8294 6870 60 0,'0'0'72'0,"0"0"-31"0,0 0 25 0,0 0 2 0,0 0-39 0,0 0 26 15,0 0-24-15,13 0 4 16,-13 0-16-16,0 0 20 16,0 0-5-16,6 0-6 15,-6 0 21-15,15 0-9 16,-8 0-16-16,-1 0-20 15,-6 0 12-15,6 0-13 16,-6 0 13-16,12 0-10 16,-5 0 9-16,2 0-4 15,-3 0 12-15,0 0-10 16,7 0-5-16,-7 3-4 16,16 2 3-16,-10 3 21 0,-12-5-11 15,28 2 13-15,-28-5-22 16,19 3 11-16,-4-3-18 15,-15 5 7-15,25 2 2 16,-25-2-8-16,28 3 21 16,-10 4-15-16,-2-1 20 15,2-3-15-15,-5 0 0 16,9-3-13-16,-4-1 0 16,-2-4-2-16,-4 8 5 15,1-5-5-15,2 2 7 16,4 3-7-16,-7-5 7 15,10 2-6-15,-4 11 6 0,-2-4-5 16,2-8 11 0,4 12-6-16,-3-5 7 0,-1 2-9 15,-2-1 0-15,9-4 4 16,-4-3-10-16,-2 2 3 16,3-3 0-16,-4-4-1 15,-2 0 2-15,-4 8-4 16,1 1 9-16,2-6 0 15,-3 5-5-15,7-4 16 16,-3 4-15-16,-4-8 3 16,-6 8-5-16,16-3 1 15,-3-5-1-15,-1 0 3 16,-2 8-8-16,-10-5 11 0,6-3-10 16,10 0 11-16,-3 0-11 15,8 8 5-15,-8-8-2 16,9 0-2-16,6 0 3 15,-9 0-2-15,9 0 11 16,-6 0-11-16,-3 8 8 16,-4-8-7-16,20 0 1 15,-17 0 0-15,-2 0 0 16,3 0 1-16,3 0-4 16,0 0 6-16,-3 0-6 15,3 0 10-15,-1 0-11 16,-2 0 12-16,3 0-16 0,-3 0 8 15,9 0-1 1,6 0 0-16,-12-8 1 0,6 0 0 16,-9 5 1-16,-3 3-3 15,-4-8 4-15,10 8 0 16,-9 0 3-16,3-5-5 16,-10-3 0-16,16 8 0 15,-3-8-1-15,-3 8 2 16,2-12-2-16,-2 12 5 15,-3-12-4-15,9 12 3 16,-10-8-6-16,-2 8 3 16,2-4 0-16,-12-3 1 15,1 7 1-15,8-5-4 16,-2-3 4-16,5 4-9 16,4-4 11-16,-4 0-5 0,-8 8 1 15,15-5 0-15,-25 5-2 16,21-3 1-16,-14-1 1 15,11-4 2-15,4-4-2 16,-4 3 4-16,-11-2-6 16,14-1 4-16,-2 4-4 15,-4-5 7-15,-2 2-9 16,-1-1 4-16,4-8 0 16,2 7 0-16,-11-3 7 15,20 1-16-15,-14-1 18 16,15-4-14-16,-28 4 7 0,12-1-2 15,-6 6 0-15,1-6 2 16,-7 5-3-16,0-8 2 16,15 0 2-16,-15 0 4 15,0-1-7 1,0 6 5-16,0-1-3 0,0 0 1 16,0 4-6-16,0-1 2 15,0 2 1-15,0-1 0 16,0-9 1-16,0 1-1 15,0 1 0-15,0 7 0 16,0-9-3-16,0 6 2 16,0-1-13-16,0 3 11 0,0-7 3 15,0 0-17 1,0-4 11-16,0 4-20 0,0 0 11 16,0 4 0-16,0 5 12 15,0-2 6 1,0 5-6-16,-15-4 5 0,-10 0-2 15,9-4 0-15,4 4 1 16,-1 0-4-16,13-5-17 16,-12 2 13-16,-3-1-29 15,15 8 34-15,-13 0 4 16,-9-4-2-16,4-1 0 16,5 5 2-16,4-4-9 15,-9 4 8-15,-10 5-3 16,3-5-8-16,3 8 10 0,4-5 0 15,-10 2 1 1,15 3 4-16,-9-9-1 0,4 6 7 16,-4-2-9-16,-3 2 6 15,-3 3-6-15,-6 0-2 16,3-5-5-16,-3 5 5 16,6-3 4-16,10-2 2 15,-4 2 4-15,3-6-8 16,-8 1-4-16,2-3 8 15,-3-2-16-15,0 5 20 16,3-7-9-16,-9 10 2 16,6 5-6-16,-3 0 0 15,3 0 3-15,-6-8-5 16,0 8 10-16,15 0 1 16,-15-4-2-16,0 4-4 0,3-8-12 15,-9 8 10-15,0 0-24 16,12 0 2-16,0 0 18 15,3 0 5-15,3 0-4 16,10 0 10-16,-16 0 2 16,15 0-7-16,-27 0-1 15,15 0 1-15,-15 0 1 16,0 0-1-16,12 0 1 16,-6 0-1-16,15 0-1 15,-9 0-5-15,10 8 12 0,-4-4-12 16,3 4 15-1,-2 5-11-15,8-13 2 0,-5 7-3 16,2-3-2 0,10 0-5-16,0-4 0 0,-1 4 19 15,-14 0-14-15,8-4 6 16,-5 5-2-16,2-5-3 16,4 0 4-16,-1 0 0 15,-2 0 7-15,3 3-15 16,-7 2 19-16,3-2-22 15,-2 5 22-15,-4 1-22 16,10-1 18-16,-7-5-9 16,4-3 3-16,-4 5-1 15,4-2 0-15,-4 2 2 16,-3-2-4-16,4 6 4 16,-10-1-10-16,3 0 15 0,3 0-14 15,4-5 4-15,-4 2-4 16,9 2-8-16,-5-2-7 15,2 3-30-15,4 0-29 16,0 0 64-16,-10-1 13 16,9 1-4-16,-8 5 16 15,8-5-3-15,-15-1-5 16,16 6 3-16,-7-1-6 16,-2 0 3-16,8 4-3 15,-15-4 3-15,16 3 4 16,-7-2 0-16,10 4 15 0,-3-6-15 15,6 5-2-15,-1 1-2 16,-8-2 1-16,9 6-4 16,-1-1 7-16,1-1 1 15,6 1-3-15,-6 1 22 16,0-6-24-16,6 1 8 16,0-11-8-16,0 3-1 15,0-4-2-15,0-4-18 16,0 19 11-16,0-6 10 15,6 19 11-15,28-13-5 16,-9 6 7-16,9 3-13 16,0-12-17-16,-9-13-51 15,3-3-92-15</inkml:trace>
  <inkml:trace contextRef="#ctx0" brushRef="#br0" timeOffset="15635.26">13900 2959 242 0,'0'0'55'0,"0"0"-24"0,0 0-8 15,0 0-6-15,0 0-13 16,0 0 17-16,0 0 60 15,56-32-18-15,-56 32 21 16,0 0-21-16,0 0-3 16,0 0-28-16,0 0-9 15,0 0-9-15,0 0-13 16,0 0 11-16,0 0-12 16,0 0 30-16,0 0-11 0,0 0 28 15,0 0-33-15,13 0 4 16,-1 0-18-16,10 0 4 15,2 0-7-15,4 0 10 16,6 0 11-16,-9 0-17 16,9 0 44-16,7 0-23 15,-13 0 16-15,12 0-20 16,-9 0-3-16,9 0-7 16,7 0-1-16,9 0-1 15,-4 0-5-15,7 0 12 16,-3 0-13-16,3 0 19 0,0 0-16 15,3 4 2-15,-3-4-3 16,3 8 0-16,-3-8-2 16,0 4 0-16,3-4-2 15,-16 5 8-15,1 3-7 16,-7-5 4-16,-6-3-6 16,6 4 3-16,1 8 0 15,5-12 1-15,7 4-1 16,0 4 0-16,15-8 4 15,-9 5-10-15,15-5 14 16,-15 3-15-16,9 5 17 16,-15-4-18-16,-7-4 8 15,-5 0 0-15,-7 5-4 0,6 3 9 16,-6-5-3 0,4 2 5-16,-4-2-14 0,6-3 14 15,-6 5-12-15,0-2 10 16,0 1-8-16,-9 1 3 15,3-5 0-15,-3 0-4 16,-4 0 13-16,-8 0-20 16,9 0 21-16,-10 0-13 15,-6 0 6-15,0 0-3 16,1 0 0-16,2 0 0 16,-9 0 0-16,0 0 0 15,0 0-5-15,12 0 6 16,-12 0-3-16,13 0 4 15,-7 0-4-15,3 0 4 0,-3 0-2 16,7 0 0-16,5 0 3 16,-2 0-6-16,3 0-13 15,2 0-6-15,-8 0-35 16,-1 0-56-16,-12 0-169 16</inkml:trace>
  <inkml:trace contextRef="#ctx0" brushRef="#br0" timeOffset="19864.64">9643 7928 148 0,'0'0'174'0,"0"0"-133"0,0 0 24 0,0 0 4 16,0 0-28-16,0 0 0 15,0 0 11-15,0 0-5 0,0 0 1 16,0 0 14 0,0 0 12-16,0 0-16 0,0 0-32 15,0 0-10-15,0 0-13 16,0 0-6-16,0 0-9 16,6 0-3-16,22 0 15 15,6 0 2-15,0 0 2 16,13 12 1-16,-7 5-1 15,-9-6-1-15,25 1 2 16,-16 4-4-16,-2 1-1 16,11-6 1-16,-18-3-1 15,25 5 0-15,-9-6-9 16,-1-2 9-16,1 3 0 0,-1 0 0 16,-6 0 10-16,-6-1-16 15,7-2 9-15,-16-2-5 16,15 5 4-1,-12-3-4-15,12-1 2 0,-15-4-10 16,15 0 8 0,-6 0 2-16,0 0-4 0,-9 0 8 15,16 0-5-15,-7 0 1 16,-6 0-4-16,-4 0 3 16,4 0-14-16,0 0 14 15,-9-9-1-15,3-2 0 16,-16 3 4-16,0-9 13 0,13-2-7 15,2 2 7 1,-8-2-3-16,8 7-11 0,-8-9 4 16,5 6 0-1,-2 2-8-15,9-11 6 0,-10 12-3 16,4-8 5-16,2-4-9 16,-8 4 5-16,5-4-1 15,-11-4 4-15,14 11-1 16,-14 2 1-16,-1-1 4 15,0 0 3-15,-6 4-7 16,15-4-6-16,-8-4 4 16,-1-1-2-16,-6-2 0 15,22-1-2-15,-22-1-1 0,0 13 6 16,0-7 8 0,0-2-11-16,0 1 2 0,0-4 5 15,0 4-4-15,0 4 0 16,0-4-3-16,0 8 1 15,0-1 3 1,0 2-6-16,0-1 4 0,0 4 8 16,-10-4-6-16,-2 0 1 15,-1-5-5-15,-8 2 0 16,8-6 0-16,-8 1-5 16,-4 1 4-16,12 6-2 15,-8-7-7-15,2 9 12 0,-3 6-6 16,4-10 2-1,-10 10 0-15,16-7 2 16,-23-4-4-16,1 5 0 16,0 6 1-16,-6-11-1 0,9 4 2 15,3 9-7-15,0-6 14 16,3 9-10-16,4 0-1 16,-4 0 6-16,-3 0 2 15,9 0 2-15,-9 0-8 16,0 0-10-16,-3 0 1 15,-9 0 4-15,0 0 4 16,-7 0 10-16,1 0 15 16,18 0-10-16,-12-12-10 15,12 5-12-15,9-6-1 16,-15 5 9-16,9 4 8 0,-9-4 1 16,6 8-3-1,16 0 10-15,-1-5-2 0,4 2-5 16,-10-1-5-16,19 0-2 15,-6-4-17-15,-15 0-11 16,8-4 4-16,-15 0 26 16,3 4 7-16,-9 8-1 15,0 0 1-15,0 0 8 16,3 0-12-16,-3 0-2 16,12 0 1-16,-3 0-2 15,-2 0 0-15,8 0-2 16,-9 0-14-16,9 0 12 0,-8 0 8 15,14 0-4-15,-2 0 5 16,2 0-1-16,-5 0 3 16,2 0-3-16,-2 0-3 15,2 0 2-15,4 0-2 16,-1 0 5-16,-2 0-12 16,-4 0 6-16,7 16-13 15,-4-9 13-15,10 2-4 16,-13 7 1-16,4-5 3 15,9 2-4-15,-13-5 10 16,13 0-14-16,0-4 11 16,-10 1-4-16,4-5 1 15,-1 11 0-15,4-3 6 0,3 1-6 16,0-6 0-16,-1 9 3 16,-5-4-11-16,12 5 9 15,-6-5-1-15,-16-5 0 16,16 5-4-16,-16 4 4 15,10 1 3-15,-7 2-3 16,-2-2 0-16,8-10 8 16,1 10-5-16,-4-6-6 15,4 6 9-15,-1-2-11 16,-2 6 5-16,3-6 0 16,5 2-4-16,-5-1 13 15,3-1-13-15,-4-3 11 16,13 5-8-16,-6-5 2 15,0 4 1-15,0 4 2 0,-4-1-4 16,4-2-4-16,0 3 4 16,-7 0-1-16,13 0 5 15,-6 0-8-15,6-4 8 16,0 1-1-16,0-2-2 16,-6 1 13-16,6 4-14 15,0-3 1-15,-9-2-11 16,9 1 14-16,0 8-10 15,0 1 12-15,0 2-7 16,0-2 4-16,0-1-6 16,0-4 2-16,0-1-12 15,0 1 9-15,9-7 4 16,3 3-7-16,7-5 12 0,3 1-16 16,-10-3 15-1,22 3-11-15,-9-4 13 0,3 12-7 16,0-4 2-16,-9 0-1 15,8 0 0-15,-2 0 4 16,3 1-8-16,-6-5 9 16,-4 3-9-16,-11-11 10 15,5 8-6-15,-3-8 0 16,-9 4-2-16,13 4 1 16,-7-8 2-16,0 0-2 15,16 0-9-15,-16 0 9 16,6 0 2-16,1 0 2 0,2 8-3 15,-2-8 2-15,-1 4-2 16,4-4 0-16,-4 0-1 16,0 0 4-16,10 0-5 15,-9 8 4-15,8-4-4 16,-2 0 5-16,3 1-3 16,2 3 0-16,4 0 2 15,-3-1-2-15,3-3 5 16,0 5-5-16,-9-9 0 15,8 3-2-15,-8 2 12 16,3 3-19-16,-10-8 9 16,1 0-8-16,14 0-27 15,-14 0-142-15,-7-16-257 16</inkml:trace>
  <inkml:trace contextRef="#ctx0" brushRef="#br0" timeOffset="45026.57">20471 3601 641 0,'0'0'73'0,"0"0"16"0,0 0 12 0,0 0-52 16,0 0-16-16,0 0 18 16,0 0-24-16,0 0 6 15,0 0-3-15,0 0 9 16,0 0-19-16,0 0-8 0,0 4-3 15,0-4-8-15,0 0 1 16,0 0 3-16,0 0-10 16,0 0 10-1,0 12-1-15,0 0 3 0,0 4-4 16,0 12-3 0,0 5-4-16,0-5-8 0,0 3-20 15,9-7 32-15,10 1-16 16,9-5 15-16,-10-9-11 15,10-6 11-15,-9-5 1 16,2 0-4-16,13 0 3 16,-15-25 2-16,21-27 19 15,-6-12-13-15,-3-8-7 16,-15 8 1-16,-10 20-3 16,-6 11 3-16,0 17-1 15,0 8 13-15,0 8-13 0,-34 0-2 16,-6 0-13-16,-1 0 11 15,10 21 7-15,-3 10-12 16,6 2 5-16,16 6 3 16,0-6 1-16,12-5 0 15,0-8-4-15,0-4-1 16,12-8-1-16,22-8-7 16,-3 0 13-16,-3 0 0 15,6 8-2-15,-15 8 6 16,2 4 0-16,20 8-1 15,-10 5 1-15,3-5 0 16,-6 0-1-16,6-9-6 0,12-2 0 16,-21-1-12-16,9 0-33 15,-12-4-15-15,-10-4 5 16,-12 0-71-16,0-8 2 16,0 0-230-16</inkml:trace>
  <inkml:trace contextRef="#ctx0" brushRef="#br0" timeOffset="45614.1">21209 3184 270 0,'0'0'104'0,"0"0"86"0,0 0-18 0,0 0-68 16,0 0-14-16,0 0-27 16,0-12-13-16,0 12-16 15,12 0-25-15,28 0 29 16,19 8-24-16,9 20 9 16,-2 3-20-16,14 14 1 15,-12-5-2-15,-2 16 1 16,-20 0-2-16,-6 4 5 0,-18-4-3 15,-16 9 9-15,-6-9-2 16,0-4-5-16,0-7-10 16,-12-6-18-16,-28-11-65 15,-22-12-84-15,9-16-272 16</inkml:trace>
  <inkml:trace contextRef="#ctx0" brushRef="#br0" timeOffset="47057.93">22564 3396 478 0,'0'0'134'0,"0"0"-50"0,0 0 30 0,0 0-5 16,0 0-54-16,0 0 2 16,0-16-12-16,0 16-26 15,0 0 22-15,0 0-7 16,0 0 4-16,0 0-29 15,0 0 14-15,0 0-12 16,0 0 11-16,0 0-8 16,0 0-12-16,0 0-4 15,0 0-3-15,15 20 0 16,4 4 10-16,-1 4-10 16,10 5-8-16,-22-5 2 15,16 4-32-15,-3-9-12 0,-13-6-13 16,0-1-86-16,-6-4-143 15</inkml:trace>
  <inkml:trace contextRef="#ctx0" brushRef="#br0" timeOffset="47541.67">22412 3930 205 0,'0'0'218'0,"0"0"-167"0,0 0 53 0,0 0-27 16,0 0-28-16,0 0 2 0,0 0 54 16,0 0-33-1,0-5-20-15,0-22 16 0,46-6-25 16,7-10 8-1,6-9-26-15,15-17 13 0,13-3-17 16,0-8-8-16,6 3-8 16,-12 5-8-16,-1 16 3 15,-33 17-21-15,-13 18-12 16,-22 9-4-16,-12 12 2 16,0 0-30-16,0 0-17 15,-25 33-49-15,-30 11 18 16,8-8-141-16</inkml:trace>
  <inkml:trace contextRef="#ctx0" brushRef="#br0" timeOffset="48174.89">23333 3834 272 0,'0'0'438'0,"0"0"-334"0,0 0 44 16,0 0-47-16,0 0-85 16,0 0 57-16,133 0-27 15,-80 0-18-15,-13 0-27 16,-6 0-1-16,-6 0-12 16,-9 0 1-16,-4 0-31 15,-3 0-11-15,-5 0-61 0,-7 0-83 16,0 0-97-1</inkml:trace>
  <inkml:trace contextRef="#ctx0" brushRef="#br0" timeOffset="48440.1">23333 3834 105 0,'-267'-136'609'15,"267"139"-574"-15,19 2 92 0,43-2 24 16,3-3-69-16,9 0-24 16,1 0-20-16,-17 0-27 15,11 0-11-15,-29 0-8 16,-9-3-24-16,-9-2-82 15,-22-3-202-15</inkml:trace>
  <inkml:trace contextRef="#ctx0" brushRef="#br0" timeOffset="49158.78">24604 3468 448 0,'0'0'114'0,"0"0"-6"0,0 0-11 0,0 0-43 0,0 0-29 15,0 0 4-15,6 0 10 16,-6 0-10-16,0 0 17 16,0 0 8-16,0 0-5 15,0 4-41-15,0 25 19 16,0 7-16-16,-12 12 9 15,-22-1-9-15,-7 6-6 16,-5-1 2-16,12 0-2 0,-13 1 2 16,13-9 3-1,-6 0-11-15,21-24 1 0,-3 0-11 16,16-20-21-16,6 0-28 16,0 0-17-16,0 0-44 15,0-25-69-15,0-3-268 16</inkml:trace>
  <inkml:trace contextRef="#ctx0" brushRef="#br0" timeOffset="49555.97">24303 3552 604 0,'0'0'77'0,"0"0"-11"0,0 0 33 0,0 0-31 15,0 0-5-15,0 0 33 16,53 101-50-16,-19-65 8 16,-9-4-19-16,9 4-12 15,-6 0-19-15,6 0 1 0,-16-3-5 16,10-1-4-16,-9-9-20 16,-13 5-3-16,16-3-34 15,-22-9-65-15,19-8-53 16,-13-8-178-16</inkml:trace>
  <inkml:trace contextRef="#ctx0" brushRef="#br0" timeOffset="50439.21">24889 2992 25 0,'0'0'401'0,"0"0"-339"0,0 0 62 0,0 0-45 15,0 0-23-15,0 0 6 16,0 0 39-16,0 0-23 15,0 0-4-15,0 0-24 16,0-5-26-16,9-3-8 0,10 4-8 16,9 4 21-1,3-4-24-15,-9-4 7 0,6 8-12 16,-10 0-8-16,-5 0 7 16,-7 0-7-16,3 16 8 15,-9 12 0-15,0 4-4 16,0 1 9-16,0-5-9 15,0-5 8-15,0-2-1 16,0-6-3-16,0 1 0 16,0-3-2-16,0-6-13 15,6-2 13-15,19-5-14 16,9 0 11-16,7 0 7 0,-1 0-7 16,13 0 5-1,2 0-4-15,-17 0 4 0,-4 0-26 16,0 0-24-16,-22 0-106 15,-12 0-236-15</inkml:trace>
  <inkml:trace contextRef="#ctx0" brushRef="#br0" timeOffset="51387.77">25605 3886 465 0,'0'0'241'0,"0"0"-117"0,0 0-7 0,0 0 18 16,0 0-61-16,0 0-27 0,267 0-9 15,-205 0-22 1,3 0-8-16,-9-5-2 0,-9 2-12 16,-7-2-2-1,-9-3-9-15,-9 8-48 0,-4-7-43 16,-18-6-282-16</inkml:trace>
  <inkml:trace contextRef="#ctx0" brushRef="#br0" timeOffset="52188.08">26657 4070 74 0,'0'0'179'0,"0"0"-137"0,0 0 47 0,0 0-18 0,0 0-16 15,0 0 53-15,0 0-10 0,0 4-21 16,0-4-12-16,0 0 9 15,0 0-11-15,0 0-48 16,0 0 12-16,0 0-21 16,0 0 7-16,0 0 9 15,0 0 4-15,0 0 16 16,0 0-17-16,0-8 10 16,0-28-21-16,6-16-10 15,6-17 3-15,16-3-13 16,-16-8 6-16,23 0 0 15,-17 4-3-15,4 24-9 16,-4 8 7-16,-11 11-11 0,-1 18 16 16,-6 7-26-16,0 8 25 15,0 0-11-15,0 0-30 16,0 23 15-16,-19 14 22 16,-9 3-8-16,-3-4-32 15,-9 8 20-15,6-11-39 16,0-6-47-16,6-3 5 15,16-12-67-15,12-3-129 16</inkml:trace>
  <inkml:trace contextRef="#ctx0" brushRef="#br0" timeOffset="52853.28">27091 3585 257 0,'0'0'219'0,"0"0"-102"0,0 0-3 0,0 0-14 16,0 0-11-16,0 0-17 16,-47 3-22-16,47-3-26 15,0 0-3-15,0 0-12 16,0-3 4-16,13-9-12 16,21 4 5-16,12 0 3 15,-21 8-9-15,9 0 0 0,-12 0-7 16,-16 0-3-16,-6 31-15 15,0 13 19-15,0 9-12 16,-47 4 14-16,-8 2-13 16,24-7 17-16,-3-11 0 15,21-10 12-15,13-11-1 16,0-3-11-16,0-5-10 16,0-4 10-16,37-8 24 15,19 4-19-15,-3-4 7 16,0 3-11-16,-13 2 11 15,0 3-8-15,-6 0-2 16,-9-4-4-16,-3-4-38 0,-4 0-48 16,-2 0-190-16</inkml:trace>
  <inkml:trace contextRef="#ctx0" brushRef="#br0" timeOffset="53619.74">28052 3493 726 0,'0'0'118'0,"0"0"22"0,0 0-50 0,0 0-52 0,0 0-22 15,0 0 2-15,-6 52 10 16,-28-12-17-16,-7-4 18 16,-11 20-16-16,-1 4 4 15,-9 1-10-15,9-9-4 16,7-8-3-16,5-13-8 0,7-6-14 15,16-5 2 1,-4-8 0-16,3-8-24 0,7-4 19 16,-4 0-28-16,16 0-56 15,0-41-122-15,0-10-227 16</inkml:trace>
  <inkml:trace contextRef="#ctx0" brushRef="#br0" timeOffset="53851.68">27565 3629 667 0,'0'0'233'0,"0"0"-190"16,0 0 58-16,0 0-21 16,0 0-36-16,0 0-21 15,273 133-2-15,-227-102-17 16,-11 5-4-16,11-3-10 0,-18-14-9 15,-9 14 13-15,-7-17-22 16,-12 4-23-16,0 0-128 16,0-20-299-16</inkml:trace>
  <inkml:trace contextRef="#ctx0" brushRef="#br0" timeOffset="54386.35">28601 3585 446 0,'0'0'147'0,"0"0"-28"0,0 0 46 0,0 0-76 0,0 0-22 16,0 0 0-16,40 124-32 15,-40-76-7-15,0 1-21 16,0-2-4-16,0-6-3 16,0-5-7-16,0 4-15 0,0-8 1 15,0-4-46-15,0-12-18 16,-6-4-69-16,-10-12-38 16</inkml:trace>
  <inkml:trace contextRef="#ctx0" brushRef="#br0" timeOffset="54667.85">28433 3798 117 0,'0'0'628'0,"0"0"-571"16,0 0 92-16,0 0-24 15,0 0-74-15,0 0-14 16,261 11-13-16,-202-11-24 16,-10 0-10-16,4 0-44 15,-13 0-52-15,-15-8-233 16</inkml:trace>
  <inkml:trace contextRef="#ctx0" brushRef="#br0" timeOffset="55452.45">29277 3436 384 0,'0'0'268'0,"0"0"-146"0,0 0 11 0,0 0-36 0,0 0-35 15,0 0-1-15,-10 5-43 16,10-5 1-16,0 0-10 15,10 0 8-15,21 0-13 16,9 0 11-16,-6 0-8 16,6 0 5-16,-6 0-24 15,-15 11 10-15,9 14-2 16,-9 7-11-16,-13 8 14 16,-6-4-19-16,0 0 17 0,0 5-15 15,0-10-1 1,0-7-3-16,0-4-64 0,21-4 32 15,-2-4 26-15,3 1 16 16,-4-2 4-16,10 6-9 16,-9-1 17-16,-10 7 6 15,-9-3 19-15,0 13 6 16,0-1 6-16,-28 0 14 16,-24 4-20-16,-4 0-19 15,-3-8 11-15,0-8-20 16,3-3 2-16,25-14-5 15,3-3-31-15,28 0-51 0,0 0-117 16,0-3-150 0</inkml:trace>
  <inkml:trace contextRef="#ctx0" brushRef="#br0" timeOffset="56316.7">30052 3588 79 0,'0'0'26'0,"0"0"89"0,0 0 74 0,0 0-28 0,0 0 4 0,0 0-5 15,0 0-48-15,0 0-34 16,0 0-43-16,0 0-10 16,0 0-19-16,0 0 17 15,0 0-9-15,0 0 21 16,-22 0-20-16,-3 0 15 16,-9 0-18-16,0 0 5 15,-6 17-3-15,12-1-7 16,9-5-6-16,7 10 6 15,3-6-11-15,2-2 4 0,7-1-1 16,0-4-11-16,0 0 4 16,0 0-11-16,0 0 9 15,28 1 9-15,13-6-6 16,5 5 6-16,1 0 2 16,-1 4-2-16,7 4-3 15,-4 1 0-15,10-1-35 16,-18-5 12-16,-7 6 2 15,-9-1-8-15,-19-1 27 0,-6-2 6 16,0 15-5 0,0-12 10-16,0 4 28 0,-31 4-26 15,-3-9-7-15,-7 2 0 16,1-1 0-16,0-4 5 16,6-4-3-16,-1-8-4 15,4 0-16-15,-3 0-15 16,6-12-58-16,4-20-65 15,17-4-71-15,-2 4-294 16</inkml:trace>
  <inkml:trace contextRef="#ctx0" brushRef="#br0" timeOffset="56866.78">30042 3557 135 0,'0'0'381'0,"0"0"-273"0,0 0 26 16,0 0-16-16,0 0-29 15,0 0 4-15,121-8-26 16,-65 8-8-16,-3 0-12 0,0 0 4 15,6 0-37-15,-4 0-14 16,-2-4-8-16,0-4-37 16,-13 3-32-16,0-3-53 15,-21 0-180-15</inkml:trace>
  <inkml:trace contextRef="#ctx0" brushRef="#br0" timeOffset="121062.32">27057 3123 393 0,'0'0'157'0,"0"0"-61"0,0 0-6 0,0 0-50 15,0 0-23-15,0 0 0 16,0 0 14-16,0 0-11 0,0 0 36 16,0 0-29-16,-7 5 8 15,7-5-12-15,0 0 5 16,0 0-6-16,0 0-4 16,0 0 5-16,0 0-18 15,0 0 11-15,0 0-8 16,0 0 0-16,0 0 15 15,0 0 7-15,0 0-7 16,0-20-13-16,0-4-3 16,0-4-6-16,0-5-2 15,0 2 6-15,13-13-7 16,5 8 4-16,10-9-3 16,0-3 1-16,-3 0-4 0,9-4-3 15,-6-4 6 1,-3 7-2-16,-4 9 3 0,4-4-1 15,-3 3 0-15,-10 2 1 16,4 6 0-16,3 2 0 16,-13 3-7-16,15-4 5 15,-14 7 1-15,5 2-10 16,-6 2 11-16,-6 9-15 16,0 9 9-16,0-2-10 15,0 5 5-15,0 0-27 16,0 0-38-16,0 0-91 15,0 0-177-15</inkml:trace>
  <inkml:trace contextRef="#ctx0" brushRef="#br0" timeOffset="122012.89">26895 2943 256 0,'0'0'227'0,"0"0"-181"0,0 0 39 0,0 0-3 15,0 0-42-15,0 0 22 16,0 0 8-16,0 0-43 16,0 0 31-16,0 0-6 15,0 0 3-15,0 0-29 16,0 0 5-16,0 0-14 15,0 0 0-15,0 0 0 16,0 0-11-16,0 0 14 16,7 0-10-16,-7 0-3 0,0 0-6 15,6 0-2-15,22 0-8 16,6 0 9-16,6 0 3 16,-21 0 4-16,15 0-7 15,-16 0-5-15,-8 0 5 16,2 0-21-16,-6 0 2 15,0 0-17-15,1 0 25 16,8 0 7-16,-2 0-6 16,-13 0 10-16,12 0-9 15,3 0-2-15,-8 0-80 16,-1 0 13-16,0 0-113 0,-6 0-48 16</inkml:trace>
  <inkml:trace contextRef="#ctx0" brushRef="#br0" timeOffset="122627.07">26908 2927 78 0,'0'0'386'0,"0"0"-265"0,0 0 2 0,0 0-26 0,0 0-35 15,0 0-24-15,21 0-15 16,-14 12 2-16,-1-8-23 16,9 12 18-16,-15-4-4 15,0-4-14-15,0 8 28 16,13 1-16-16,-7 2 0 0,0 1-2 16,0-4-1-1,16 4-11-15,-16-7-4 0,7-1 4 16,2-9-8-16,-9-3-5 15,1 0 13-15,-7 0 0 16,0 0 7-16,0 0 19 16,0 0-12-16,0 0 9 15,6 0-14-15,-6 0-1 16,18 0-8-16,10-23 1 16,6-5 0-16,0-8-1 15,-15 0-1-15,9 3-6 16,-3 1 6-16,-4 12-21 15,-8 0 13-15,-13 8 9 16,0 0-17-16,12 4-1 0,-2-1-22 16,-10 2-9-16,18 3-34 15,-12 0-63-15,-6 0-80 16</inkml:trace>
  <inkml:trace contextRef="#ctx0" brushRef="#br0" timeOffset="124061.4">27590 1210 238 0,'0'0'70'0,"0"0"92"0,0 0-56 0,0 0-46 0,0 0-32 0,0 0 12 16,6 0-19-16,-6 0 4 15,0 0 6-15,0 0 15 16,0 0 8-16,0 5-10 15,0-5 7-15,0 0-15 16,0 0 17-16,0 0-36 16,0 0 8-16,0 0-7 15,0 0-10-15,-6 0-6 16,-25 0 0-16,-9 4-2 16,-7 7 6-16,-15 5-12 15,9 4 19-15,1 1-14 16,5-9 4-16,13 4 4 15,0 0-4-15,21-8-3 0,-2 4-7 16,3-4 4 0,12 4 0-16,0 0-2 0,0 0 4 15,0-4-10-15,0-4 5 16,0 1-5-16,0-2-4 16,0 9-5-16,12 0 20 15,22 0 1-15,13 0 1 16,-7-4-4-16,6 8 10 15,7 0-14-15,-13 1 11 16,10-1-5-16,-13-1 0 16,-3 1 0-16,7 9-2 15,-7-5 0-15,-16 4 0 0,4-8-4 16,-10 4 3 0,-5-4-4-16,8-1 4 0,-9 6 4 15,-6-6-1-15,7 6 9 16,-7-5-6-16,0-8 7 15,0 16-7-15,0-8 25 16,-35 1-25-16,-17-6 13 16,-7 1-14-16,-16-4 16 15,1 8-5-15,-7 1-6 16,22-1 7-16,-3-8-12 16,31-5-2-16,4 1-7 15,27-4-17-15,-13 0-38 16,-2 0-66-16,2 0-288 15</inkml:trace>
  <inkml:trace contextRef="#ctx0" brushRef="#br0" timeOffset="125542.3">29996 2959 69 0,'0'0'206'0,"0"0"-87"0,0 0-1 0,0 0-61 0,0 0-19 0,0 0 32 16,0 0-11-16,-25 12 10 15,25-12 17-15,0 0-10 16,0 4-8-16,0-4-16 16,0 0-13-16,0 0-12 15,0 0 2-15,0 0-20 16,0 0 10-16,0 0-5 15,0 0 16-15,0 0-15 16,0 0 7-16,0 0-10 16,0 0 3-16,0 0-15 15,0 0-11-15,0-19 11 16,0-14-13-16,0-11 9 16,0-4-9-16,0-9 6 0,0 5 7 15,0 4 3-15,0 1 1 16,0-2-1-16,0 1-3 15,0-4 4-15,0 4-9 16,0-1 4-16,0 2-8 16,0 14 16-16,0 13-11 15,0 9 5-15,0 6-2 16,0 2-20-16,0 3-57 16,0 0 11-16,6 0-65 15,-6 0-70-15,0 3-153 16</inkml:trace>
  <inkml:trace contextRef="#ctx0" brushRef="#br0" timeOffset="126641.24">29822 2943 211 0,'0'0'127'0,"0"0"34"0,0 0-64 0,0 0-24 15,0 0 1-15,0 0-37 16,0-4 2-16,0 4-1 16,-6 0-1-16,0 0 3 15,6 0 2-15,-6 0 18 0,6 0-14 16,0 0-15 0,0 0-26-16,0 0 20 0,0 0-24 15,0 0-2 1,0 0 2-16,0 4-1 0,6 12 5 15,6 4 2-15,10 8-1 16,-3-7-2-16,-13-1 5 16,3-4-5-16,-3-5 9 15,-6-2-12-15,7-6 0 16,-7-3-1-16,0 5 3 16,0-5-9-16,0 0 19 15,0 0-14-15,6 0 3 16,0 0-4-16,0 0 7 15,3 0-11-15,-2 0 5 16,17-25 1-16,-2-6 3 0,12-2-3 16,-3 5 0-16,-3-4 3 15,0 12-7-15,-3-4-6 16,3 7 7-16,-10 2-1 16,-18 7-2-16,16 4-5 15,-10 4-2-15,-6 0 8 16,0 0 10-16,0 0-3 15,0 0 5-15,0 0-8 16,0 0 5-16,0 0-8 16,0 0 1-16,0-9-5 15,0 6 7-15,0-1-14 16,0 0 14-16,0 4-2 0,0-4 2 16,0 4 1-1,0 0-3-15,0 0 0 0,-6 0 1 16,-28 0-15-16,0 0 17 15,-13 0-4-15,-6 0 8 16,-2 4 0-16,2 7 3 16,0-2-8-16,13-5 2 15,6-4-2-15,15 0 1 16,4 0-20-16,15 0-32 16,0 0-57-16,0 0-164 15</inkml:trace>
  <inkml:trace contextRef="#ctx0" brushRef="#br0" timeOffset="127889.6">29689 1271 750 0,'0'0'93'0,"0"0"46"0,0 0-45 0,0 0-58 0,0 0-23 0,0 0 10 0,-40 92-11 0,34-52-1 15,-1 8 12-15,1-4-3 16,6 12-7-16,0 1-13 16,0-6 0-16,0-2 0 0,0-13-8 15,0-11 4-15,0-10 0 16,0-15 8-16,0 8-6 16,0-8 2-16,0 0 0 15,0 0 4-15,0 0 7 16,0-8 1-16,0-12-1 15,0-8-21-15,0 0 22 16,0-21-24-16,-6 6 10 16,-10-9 0-16,16-9-6 15,0 14-5-15,0 11 12 16,0-5-4-16,0 1 0 0,0 8 8 16,0-1-4-1,28-3 1-15,-9 5-1 0,3 3-23 16,-10 7 16-16,-6 9 6 15,10 4 2-15,-10 5 0 16,19-2 0-16,-4 2-12 16,-2 3 14-16,15 0-11 15,-6 0 1-15,6 0 3 16,6 0-8-16,-15 0-13 16,-3 0 12-16,-16 0 7 15,-6 3 0-15,0 13 14 16,0 4 10-16,0 0-10 15,0 9 8-15,0-1 4 16,0 0 8-16,-34 8-13 0,-12-4-7 16,-1 0 12-16,-6-12-7 15,4 1-12-15,12-10-15 16,2-3-6-16,20 0-72 16,15-8-168-16</inkml:trace>
  <inkml:trace contextRef="#ctx0" brushRef="#br0" timeOffset="145941.5">21233 5718 295 0,'0'0'58'0,"0"0"40"0,0 0-30 0,0 0-19 16,0 0-4-16,0 0 27 15,0 0-31-15,0 0-3 16,0 0 7-16,0 0-28 15,0 0 1-15,0 0-18 16,0 0 0-16,0 0-4 16,0 0 4-16,0 0 6 15,0 0 2-15,0 0 9 16,0 0 11-16,0 0 8 16,0 0-16-16,0 0 19 0,0 0-11 15,0 0 1-15,0 0-22 16,0 0 6-16,0 0-11 15,0 0 5-15,0 0 7 16,0 0-8-16,0 0 1 16,0 0-5-16,0 0 12 15,0 0-12-15,0 0 16 16,0 0-17-16,0 0 8 16,0 0-6-16,7 0 6 15,2 0-8-15,22-16 4 16,3-15 0-16,19-10 2 15,9 2-5-15,-3-6-1 0,15 1 5 16,-21 3-6-16,21 2-2 16,-15-2-6-16,9 5-16 15,-9 5 3-15,-25 2-9 16,1 17 2-16,-23 4-31 16,-6 8 27-16,-6 0-18 15,0-4-5-15,0-4-56 16,22-3-27-16,-16-2-76 15,13-7-102-15</inkml:trace>
  <inkml:trace contextRef="#ctx0" brushRef="#br0" timeOffset="147407.14">21562 5093 190 0,'0'0'12'0,"0"0"45"0,0 0-18 0,0 0-16 15,0 0 5-15,0 0-9 16,6 0-2-16,-6 0 31 15,0 0 29-15,0 0 3 16,0 0-30-16,0 0-14 16,0 0 21-16,0 0-16 15,0 0-8-15,0 0-6 16,0 0 2-16,0 0-14 0,0 0-4 16,0 0 14-1,0 11-4-15,0-11-6 0,0 5-11 16,0-1 10-16,0-4 4 15,0 8 15-15,0 3-11 16,0 2-1-16,0 7-3 16,7 4-11-16,5-4 4 15,3 5-9-15,-2-6-1 16,9 9 7-16,-4-3-8 16,-5-2 5-16,21 6 1 15,-22 2 2-15,10-6 0 16,-10-5-14-16,4-4 17 15,-4-5-22-15,-6 6 12 16,0-6-2-16,1 6 2 0,-1-1 4 16,-6-4-5-16,15 0 0 15,-8-8 0-15,-1 0-11 16,6-4-15-16,4 0-62 16,2 0 3-16,-11-4-83 15,-7-21-278-15</inkml:trace>
  <inkml:trace contextRef="#ctx0" brushRef="#br0" timeOffset="148872.81">22402 5831 257 0,'0'0'30'0,"0"0"-30"0,0 0-3 0,0 0-7 0,0 0 10 15,0 0 4 1,0 23 37-16,0-18 45 0,0-5 1 16,0 0-29-1,0 0-21-15,0 0-24 0,0 8 9 16,0-8-13-16,0 8 12 16,0-4 4-16,0-4-10 15,0 12-3-15,0-12 7 16,0 8-4-16,0-8-6 15,0 0 6-15,0 0-10 16,0 8 16-16,0-8-2 16,0 0 22-16,0 0-11 15,0 0-9-15,0 0-13 16,0 0 14-16,0 0 9 16,0 0 8-16,0 0 14 0,0 0-35 15,0 0 6-15,0-8-5 16,0-24-19-16,0 0-4 15,0-4-2-15,0-12 2 16,0-1 4-16,0-3 1 16,0 1 6-16,0 6-14 15,0 16 11-15,0 10-7 16,0 11 6-16,0-1 9 16,0 6-8-16,0 3-4 15,0 0 5-15,0 0-1 16,0 0-8-16,0 0-15 15,0 0 11-15,0 0-26 0,-18 12 32 16,-10 8-35-16,9 4-2 16,-15 8-23-16,0-7-93 15,9-10-29-15,10-7-387 16</inkml:trace>
  <inkml:trace contextRef="#ctx0" brushRef="#br0" timeOffset="150187.7">21714 5398 252 0,'0'0'77'0,"0"0"37"0,0 0-22 15,0 0-50-15,0 0-12 16,0 0-12-16,9 0 2 0,-2 0-18 15,-1 0 27 1,-6 0-7-16,0 0-1 0,0 4 6 16,0-4 20-1,6 4 4-15,0-1-19 0,0 2-7 16,4-2-11-16,2 5 4 16,-6-3-12-16,7 3 6 15,-7-1-12-15,16 1 13 16,-10 9-11-16,10-6 3 15,-10 2-1-15,7 3 4 16,-4-4-12-16,4 0 11 16,-13 0-6-16,16-4 0 15,-10-4-2-15,4-1 0 0,-10 6-1 16,0-5-11-16,-6 4-28 16,12 1-35-16,1 2 15 15,-4 1 29-15,-3-4-26 16,-6-3-16-16,0-5-131 15</inkml:trace>
  <inkml:trace contextRef="#ctx0" brushRef="#br0" timeOffset="151320.72">23038 5314 58 0,'0'0'199'0,"0"0"-137"0,0 0 44 0,0 0-3 0,0 0-24 0,0 0-25 15,0 92-3-15,0-81-25 16,0 2-2-16,0-1 7 15,0 7 21-15,0-2 15 16,0 7-33-16,0-4 22 16,0-4-25-16,0 0-19 15,-6 0-12-15,0-4 0 16,-1 5-1-16,1-2-8 16,6 1 6-16,0 0-16 0,0-4 11 15,0 1-36-15,0-5 1 16,0-5-83-16,0-3-28 15,0 0-91-15,0 0-113 16</inkml:trace>
  <inkml:trace contextRef="#ctx0" brushRef="#br0" timeOffset="152068.75">22799 5498 223 0,'0'0'221'0,"0"0"-102"0,0 0-5 0,0 0-32 16,0 0 24-16,0 0-49 16,0-9 5-16,0 6-27 15,0 3-4-15,0 0-11 16,0 0-7-16,0 0 11 15,25 0 5-15,9 0 1 16,19-5-10-16,9 2 3 16,-3-5-15-16,9 4-2 15,-3-1-2-15,-3 2-4 16,-9-2-4-16,-13 2-18 0,1 3 6 16,-7-5-18-16,18-2 13 15,1-9-32 1,-6-4-38-16,-13-1 2 0,-16 10-89 15,-18 11-141-15</inkml:trace>
  <inkml:trace contextRef="#ctx0" brushRef="#br0" timeOffset="152902.73">23695 5654 130 0,'0'0'132'0,"0"0"-10"0,0 0 30 0,0 0-55 16,0 0-16-16,0 0-50 15,0 4-19-15,0-4-5 16,0 0-5-16,0 0 14 15,0 5 10-15,0-5 56 16,0 0-43-16,0 0 8 16,0 0-28-16,0 0-8 15,0 0 6-15,0 0 2 16,0 0 4-16,0 0 3 16,0 0 11-16,0 0-20 15,0 0 14-15,0-9-16 0,13-18-3 16,33-9-11-16,13-9 7 15,3 1-8-15,-3-8-1 16,3 0-1-16,3 4-13 16,-3-4 10-16,-3 15-20 15,-6-3 11-15,-19 8-44 16,-15 16-32-16,2 0-4 16,-14 16-81-16,-7 0-123 15</inkml:trace>
  <inkml:trace contextRef="#ctx0" brushRef="#br0" timeOffset="153334.04">23841 5189 449 0,'0'0'171'0,"0"0"-50"0,0 0 38 0,0 0-99 0,0 0-17 15,0 0-8-15,93 169-7 16,-87-138-23-16,10-3 5 16,-10-3-7-16,0-1 1 15,0-1 2-15,-6 6-6 16,13-9-3-16,2 3-10 15,-8 2-24-15,5-9-54 0,-6-4-68 16,16-8 16-16,-4-4-118 16</inkml:trace>
  <inkml:trace contextRef="#ctx0" brushRef="#br0" timeOffset="154034.6">24288 5546 379 0,'0'0'149'0,"0"0"-75"0,0 0 36 0,0 0-36 0,0 0-45 0,0 0 12 0,229-32-27 15,-217 32-14-15,-12 11-19 16,0 22 14-16,0 8 5 16,0 2 5-16,-34 1 4 15,-12 0-10-15,6-8 3 16,-1 0 28-16,7-7 16 16,16-14-25-16,11 6-2 0,7-9-17 15,0-4-4-15,0-4-20 16,0-4 10-16,19 0 8 15,27 0 3-15,4 0 2 16,-3 0 5-16,-1 0-3 16,-6 0-1-16,7 0 13 15,-16 0-15-15,9 0-1 16,-6 0-25-16,-12 0-41 16,-3 0-57-16,-7 0-153 15</inkml:trace>
  <inkml:trace contextRef="#ctx0" brushRef="#br0" timeOffset="154734.75">25103 5638 443 0,'0'0'125'0,"0"0"-11"0,0 0-24 16,0 0 19-16,0 0-26 16,0 0 2-16,28 0-38 15,-9 0 6-15,9 0-29 16,6 0-5-16,-6 0-8 0,3 0-8 16,9 0-6-16,-12 0-7 15,6 0-3-15,-9 0-18 16,-4 0-3-16,-8 0-8 15,5 0-18-15,-8 0-2 16,2 0-17-16,-12 0-17 16,12 0 8-16,-12-11-70 15,0-6-372-15</inkml:trace>
  <inkml:trace contextRef="#ctx0" brushRef="#br0" timeOffset="154911.56">25103 5638 278 0</inkml:trace>
  <inkml:trace contextRef="#ctx0" brushRef="#br0" timeOffset="155049.88">25103 5638 278 0,'16'-177'227'0,"-16"177"-89"16,0 0 40-16,0 0 61 16,24 5-172-16,-2-5-12 15,25 4-27-15,-1-4-2 16,7 0-5-16,9 0-21 0,-9 0-2 16,-7 0-57-1,-12-9-2-15,-9-2-80 0,3 3-142 16</inkml:trace>
  <inkml:trace contextRef="#ctx0" brushRef="#br0" timeOffset="157281.51">25965 5686 365 0,'0'0'77'0,"0"0"-56"0,0 0 73 0,0 0-27 0,0 0 19 0,0 13-7 16,0-13-11-16,0 8-21 15,0-8-1-15,0 0-4 16,0 3-27-16,0-3 5 16,0 0-12-16,0 5 1 15,0-2-7-15,0-3-2 16,0 0 0-16,0 9 13 16,0-9-6-16,0 0 11 15,0 0-5-15,0 0-11 0,0 0-3 16,0 0 4-1,0 0 7-15,0 0-8 0,0 0 16 16,0 0 12 0,0-9-4-16,0-23 0 0,9-12-24 15,-2-7-2-15,11-10 10 16,-2 1-23-16,-4-8 1 16,1-5 6-16,2 9-15 15,-9 5 6-15,-6 2 12 16,0 9-19-16,0 7 14 15,0 13-17-15,0 4 7 16,0 17-28-16,0 2-2 16,0 5-1-16,0 0 37 15,0 0-37-15,0 0-10 16,0 17 54-16,0 11-7 0,0 8-41 16,0 4-62-1,-15 0-71-15,-16 4-170 0</inkml:trace>
  <inkml:trace contextRef="#ctx0" brushRef="#br0" timeOffset="157980.47">26340 5173 282 0,'0'0'248'0,"0"0"-116"0,0 0-9 16,0 0-50-16,0 0-56 16,0 0-12-16,93-5 32 15,-24-6-16-15,-1 11 11 16,-3 0-6-16,-19 0 19 16,-12 0-42-16,-15 0-3 15,-10 20-22-15,-9 9-8 0,0-1 26 16,0 19-40-1,-55 1-12-15,2 4 37 16,0 1 19-16,7-9 9 16,18-8 23-16,9-16-5 0,4-4-10 15,15 0-15-15,0-4 1 16,0-4-6-16,0 0 6 16,34-3-11-16,12-2 11 15,-5-3-3-15,21 0 10 16,9 0 1-16,3 0 29 15,-6 0 9-15,-9 0-26 16,-18-3-21-16,-23-2-2 16,10-3-41-16,-28 8-79 15,0-4-292-15</inkml:trace>
  <inkml:trace contextRef="#ctx0" brushRef="#br0" timeOffset="158815.73">25878 5285 296 0,'0'0'101'0,"0"0"-9"0,0 0-18 16,0 0-5-16,0 0 22 16,0 0-7-16,41 0 17 15,-26 0-8-15,-3-12-2 16,7 0-60-16,-3-7-21 16,18-2 0-16,-3-2-10 0,3 2-2 15,-12 1-30-15,2 8-47 16,-8 4-61-16,-10-4-79 15,-6 12-285-15</inkml:trace>
  <inkml:trace contextRef="#ctx0" brushRef="#br0" timeOffset="160362.6">21342 7528 49 0,'0'0'11'0,"0"0"26"0,0 0 64 0,0 0-17 0,0 0 25 0,0 0 9 16,0 3-64-16,0 1 2 0,0-4-42 16,0 0 2-16,0 0-9 15,0 0 9-15,0 4 28 16,0-4 28-16,0 0 10 15,0 0-39-15,0 0 15 16,0 0-15-16,0 0 16 16,0 0-38-16,0 0-2 15,0-16 2-15,34-15-5 16,19-14 9-16,27-7-11 16,7-8 4-16,0-4-14 0,6 0 16 15,0-1-20 1,-12 5 0-16,-7-4-8 15,-21 7-22-15,-13 10-19 0,-6 11-10 16,-15 11-33 0,3 14 8-16,-16 6-20 0,-6 5-5 15,0 0-24-15,0 0-168 16</inkml:trace>
  <inkml:trace contextRef="#ctx0" brushRef="#br0" timeOffset="160811.76">21649 7002 735 0,'0'0'84'0,"0"0"-5"0,0 0 38 0,0 0-54 0,0 0-33 0,0 0 13 0,133 188-40 0,-114-156 9 15,21-3-9-15,1-1 19 16,-14 3-18-16,20-6-4 16,-13-9-3-16,0 4-19 15,-15-9-21-15,15-3 2 16,-16-3-35-16,4-5-50 15,-3 0-50-15,-4 0-128 0</inkml:trace>
  <inkml:trace contextRef="#ctx0" brushRef="#br0" timeOffset="161677.2">22505 7659 55 0,'0'0'34'0,"0"0"16"0,0 0 20 0,0 0-37 16,0 0 28-16,0 0 91 0,18 16-58 15,-18-11-2-15,0-5-32 16,0 0-2-16,0 0-19 15,0 0-4-15,0 0-3 16,0 0 3-16,0 0 5 16,0-5-16-16,0-19 8 15,0-4-20-15,0-12 15 16,0-8-17-16,16-8-3 16,9 0-7-16,-4 0-6 15,-8 7-21-15,-1 2-9 16,-12 14 23-16,0 2-32 15,0 6 19-15,0 17 10 0,0-3 14 16,-12 11 4 0,-1 0 4-16,-8 0 29 0,-4 19-27 15,-9 26-5 1,-7-6 1-16,1-3-6 0,18-3 3 16,4-9-2-16,12-8-41 15,6-4-39-15,0 0-17 16,0-8-126-16</inkml:trace>
  <inkml:trace contextRef="#ctx0" brushRef="#br0" timeOffset="162410.2">23308 7258 512 0,'0'0'208'0,"0"0"-113"0,0 0 17 0,0 0-70 0,0 0-17 16,0 0 18-16,-22 13 7 16,10-13-42-16,6 0 22 15,6 0-18-15,-10 0-12 16,4 0-7-16,6 0-20 16,-19 0-2-16,13 0 15 15,-3 0 14-15,-4 0 6 16,7 0 15-16,0 0-19 15,6 0 11-15,0 0-11 0,0 0 6 16,0 0-6-16,-6 0 4 16,-10 0-6-16,16 0-17 15,-18 0 15-15,12-5-43 16,6 5-3-16,0-8 17 16,0 8 25-16,-7 0-81 15,-2-7-159-15</inkml:trace>
  <inkml:trace contextRef="#ctx0" brushRef="#br0" timeOffset="163225.43">23761 7447 200 0,'0'0'210'0,"0"0"-157"0,0 0 61 0,0 0-56 0,0 0-14 16,0 0 14-16,-13 16 18 15,13-16-1-15,0 0-26 16,0 0 4-16,0 0-1 15,0 0 0-15,0 0-42 0,0 0 24 16,0 0-11-16,0 0 5 16,0 0 5-16,25-28-14 15,31-8 21-15,9-9-8 16,15 1 2-16,-11-8-32 16,-4 9-2-16,22-9-9 15,-19-1-10-15,-3 9-26 16,-3 3 5-16,-28 10-2 15,13 7-20-15,-23-1 10 16,-2 10-64-16,-10 7 0 16,-12 3-14-16,0 5-36 15,0-3-288-15</inkml:trace>
  <inkml:trace contextRef="#ctx0" brushRef="#br0" timeOffset="163610.74">24083 6938 462 0,'0'0'200'0,"0"0"-98"0,0 0 29 0,0 0-75 0,0 0 17 0,0 0 1 15,25 128-24-15,15-95-8 16,0-2 5-16,1 2-6 16,5 6-21-16,1-6-5 15,-1 3-14-15,-5 0 3 16,-7-5-4-16,-6 2-5 15,-4-1-6-15,-8-4-19 16,-4-5 4-16,-6-6-13 16,13-9 14-16,3-8-55 15,-16 0-108-15,0 0-179 0</inkml:trace>
  <inkml:trace contextRef="#ctx0" brushRef="#br0" timeOffset="164358.34">24750 7354 116 0,'0'0'443'0,"0"0"-333"0,0 0-2 0,0 0-55 16,0 0-31-16,0 0 21 15,62 0 5-15,-56 0-21 16,0 13 19-16,6 2 12 15,-12 10-40-15,0-1-6 16,0 4-8-16,0 5 10 0,0-5-9 16,0-5-3-16,0 1-2 15,0-4 2-15,0-12-6 16,0 8 2-16,0-7 1 16,0-6-10-16,0 2 4 15,7-5-2-15,39 0 1 16,10 0 8-16,9-5 7 15,10-15 3-15,-10 4-8 16,-10 4 9-16,-8 1-11 16,-13 6-6-16,-28 2-27 15,7 3-79-15,-13 0-186 16</inkml:trace>
  <inkml:trace contextRef="#ctx0" brushRef="#br0" timeOffset="165110.16">25686 7315 496 0,'0'0'235'15,"0"0"-152"-15,0 0 58 0,0 0-82 0,0 0-14 16,0 0-10-16,0 0-13 0,0 0 2 16,0 0-3-16,0 0 6 15,19 0-5-15,15 0 8 16,-6 0-16-16,6 0-4 16,-3 0-10-16,-10 0-6 15,20 0-28-15,-29 0 2 16,10 0-30-16,-16 0-49 15,0 0-23-15,-6 0-31 16,0 0 42-16,0 0 31 16,0 0-79-16,-34 0-127 15</inkml:trace>
  <inkml:trace contextRef="#ctx0" brushRef="#br0" timeOffset="165246.7">25686 7315 538 0</inkml:trace>
  <inkml:trace contextRef="#ctx0" brushRef="#br0" timeOffset="165341.84">25686 7315 538 0,'-180'-249'180'0,"205"249"-103"16,15 20 87-16,-6-7-8 15,19-2-156-15,-19-11-16 16,-12 0-58-16,9 0-7 0,-16 0-135 16,-8-11-425-16</inkml:trace>
  <inkml:trace contextRef="#ctx0" brushRef="#br0" timeOffset="166128.81">26529 6930 519 0,'0'0'29'0,"0"0"66"0,0 0-2 0,0 0-47 0,-9 0-9 0,9 0 29 16,0 0-15-16,0 0-18 16,0 0 10-16,9 0 15 15,4 0-12-15,27 0-33 16,-15 4 5-16,3 15-16 16,-6-2 3-16,-10 10 6 0,-6-2-10 15,-6 3 1-15,0 0 3 16,0-7-10-1,0-2 9-15,0 1-9 0,0-8-4 16,0 1 9-16,0-2-11 16,0-11-3-16,0 8-5 15,0-8-45-15,28 8 28 16,12-4 16-16,-9-4 20 16,3 13 2-16,-21-13-2 15,-13 15-7-15,0 1 7 16,0-3 9-16,0 15 26 15,-19 0 21-15,-33 0-22 0,5 0-6 16,1-9-28-16,11-2 9 16,8-5-9-16,14-8-10 15,1-1-18-15,-4-3-37 16,-2 0-87-16,-10 0-431 16</inkml:trace>
  <inkml:trace contextRef="#ctx0" brushRef="#br0" timeOffset="166923.94">27190 7034 307 0,'0'0'160'0,"0"0"-61"0,0 0-6 0,0 0-47 15,0 0 2-15,0 0 15 16,0 0-10-16,0 0-8 16,0 8 13-16,0-4 28 15,-28 4-19-15,16-1-39 16,-16-2 3-16,-3 11-18 16,3-8-5-16,15 1-7 0,-8 2 0 15,8 6-1-15,1-6-10 16,-4 1 10-1,16 9-5-15,-6-10 3 0,6 9-5 16,0-15 3-16,0 10-15 16,0-10-11-16,6 6 26 15,35-3 1-15,-7-8-7 16,6 5 16-16,7 2-6 16,-7 6 4-16,0-5-4 15,0 3 2-15,-5 1-1 16,-11 1-1-16,4-1-22 15,-15-4 16-15,-7 8-5 0,-6 0 11 16,0 4 7-16,0 0 8 16,0 4-15-16,0-4 7 15,-6 0-22-15,-19-8 13 16,-3 0-15-16,-6-4-45 16,9 4 6-16,-15-4-92 15,-1 0-1-15,7-4-153 16,0-4-62-16</inkml:trace>
  <inkml:trace contextRef="#ctx0" brushRef="#br0" timeOffset="167740.63">27270 7074 539 0,'0'0'117'0,"0"0"-23"0,0 0-22 0,0 0-41 0,0 0 13 15,0 0 5-15,0 0 1 16,0 0 22-16,0 0-10 16,13 0-21-16,9 0 2 15,2 0-3-15,23 0-13 16,-1 0 4-16,4 0-15 16,-13 0 6-16,-3 0-19 15,-6 0-3-15,-9 0 0 16,3 0-12-16,-4 0-24 15,4 0-17-15,-4 0 10 16,10 0-10-16,-9 0 16 16,-4 0-25-16,-15 0-138 15,0 0-257-15</inkml:trace>
  <inkml:trace contextRef="#ctx0" brushRef="#br0" timeOffset="200278.45">22043 9413 542 0,'0'0'57'0,"0"0"28"0,0 0-8 0,0 0-55 15,0 0 14-15,0 0 22 16,0 0-16-16,0-5-32 16,0 5 47-16,0 0 6 15,0-4-29-15,0 4-19 0,0-4 4 16,0 4 11-16,0-4-22 15,-6 0 17-15,-7-8-8 16,-9 8-14-16,-2-4-3 16,-10 4-11-16,-13 0-13 15,-9 4 24-15,3 0-7 16,-5 0 5-16,-4 0-4 16,9 16 6-16,25 0 0 15,3-4-2-15,19-3-1 16,-10-9-10-16,16 8-2 15,0-8-38-15,35 0 22 16,33 7 18-16,19-3 13 16,-1 0 2-16,-5 0 2 15,-10 8-8-15,-2 4-5 0,-11 1 8 16,11 6-9-16,-17 1-6 16,-11 4 0-16,-7 5-3 15,-22-2-7-15,10 2 10 16,-22-1 16-16,0 0 7 15,0 8 26-15,0 0-17 16,-28 4 6-16,-6-3-15 16,-13-5-5-16,1-8-2 15,6-17-21-15,-19 2 8 16,3-13-27-16,-9 0-55 16,-3-13-40-16,9-18-34 15,12-13-285-15</inkml:trace>
  <inkml:trace contextRef="#ctx0" brushRef="#br0" timeOffset="200628.59">21984 9344 636 0,'0'0'118'0,"0"0"-32"0,0 0 32 0,0 0-13 16,0 0-46-16,0 0 4 15,146-8-52-15,-106 0-3 16,6-4-6-16,1 0-4 16,6-9-23-16,-13 2-24 15,16-6-23-15,-25 2-72 16,3 2-92-16,-19 6-173 16</inkml:trace>
  <inkml:trace contextRef="#ctx0" brushRef="#br0" timeOffset="201128.75">23125 9247 532 0,'0'0'138'0,"0"0"-66"0,0 0 27 0,0 0-33 0,0 0-23 15,0 0-13-15,0 49 41 16,0-17-53-16,0 4 28 16,22 0-18-16,-16 8-16 15,12 5-7-15,-2 2 0 0,-16 1-5 16,12 5 1-16,-6-6-1 15,7 2-16-15,-4-13-3 16,-9-8-13-16,6-11 13 16,-6-6-71-16,0-11-34 15,0-4-30-15,0 0 88 16,0 0-352-16</inkml:trace>
  <inkml:trace contextRef="#ctx0" brushRef="#br0" timeOffset="201448.12">22926 9632 662 0,'0'0'81'0,"0"0"19"15,0 0-10-15,0 0-61 16,0 0 77-16,0 0-46 16,227-31-10-16,-162 18-41 15,-3 6-9-15,-3-6-1 16,-3-3-16-16,-4 13-24 0,1-6-63 15,-13 6-78-15,1-2-117 16</inkml:trace>
  <inkml:trace contextRef="#ctx0" brushRef="#br0" timeOffset="201960.04">24083 9079 325 0,'0'0'322'0,"0"0"-263"0,0 0 98 0,0 0-88 0,0 0-36 16,0 0-8-16,313-40-1 0,-285 44 8 15,-16 24-19 1,-5 9 11-16,-1 2-19 0,-6 17 3 16,0 1-4-16,0 7-4 15,0 4 2-15,0-8 2 16,0-4 4-16,0-12-8 16,0-3-1-16,28-5-13 15,12 0-41-15,-15 0 24 16,3 5-37-16,-16 2-80 15,4 5 43-15,-16-8 12 16,0 1-27-16,0-17-153 0</inkml:trace>
  <inkml:trace contextRef="#ctx0" brushRef="#br0" timeOffset="202226.59">24309 9593 611 0,'0'0'118'0,"0"0"59"16,0 0-121-16,0 0-40 15,0 0-16-15,376 3-9 16,-345-6-21-16,3-2-125 16,-22 2-91-16</inkml:trace>
  <inkml:trace contextRef="#ctx0" brushRef="#br0" timeOffset="202725.57">25460 9593 41 0,'0'0'850'0,"0"0"-718"0,0 0-37 0,0 0-45 16,0 0-6-16,0 0-19 16,254-8-9-16,-195 8-6 15,9 0-16-15,-31 0 16 16,4 0-20-16,-14 0-7 15,-8 0-17-15,-10 0-13 16,-9 0-11-16,0 0-51 0,0-17-61 16,-9-7-104-1,-50-12-274-15</inkml:trace>
  <inkml:trace contextRef="#ctx0" brushRef="#br0" timeOffset="202943.9">25500 9244 681 0,'0'0'101'16,"0"0"40"-16,0 0-14 16,0 0-82-16,0 0-26 15,0 0-13-15,267-25-6 16,-227 25-52-16,-6 0-59 0,-3 0-124 15,-9 0-287-15</inkml:trace>
  <inkml:trace contextRef="#ctx0" brushRef="#br0" timeOffset="203443.44">26616 9676 549 0,'0'0'30'16,"0"0"7"-16,0 0 36 16,0 0-39-16,0 0-5 15,0 0 22-15,19 17 41 16,-19-17-16-16,0 0 39 16,6-36-59-16,-6-17-9 15,22-11-35-15,-10-8 19 16,1-4-31-16,2 0 3 0,-9 7-9 15,-6 5 14-15,0 20-20 16,0 13 7-16,0 18 4 16,0 13 2-16,0 0-8 15,0 0 7-15,0 0-35 16,0 0-13-16,0 36 11 16,-15 16 37-16,-38 17 0 15,7 3-6-15,-7-8-75 16,19-12-79-16,0-20 5 15,21-11-211-15</inkml:trace>
  <inkml:trace contextRef="#ctx0" brushRef="#br0" timeOffset="203958.51">27150 9119 563 0,'0'0'170'0,"0"0"-17"0,0 0-64 0,0 0-36 0,0 0-14 15,0 0 3-15,40-16-9 16,-40 16-30-16,6 0-3 16,-6 0-19-16,0 8 15 15,12 20-2-15,-12 8 5 16,0 8-1-16,0 1-3 15,0-5 3-15,-12-8-2 16,12-12 3-16,0-4-3 16,0-8-5-16,28-8 7 0,31 0-2 15,3 0 8 1,15 0-4-16,-2 0 0 0,-7 0 0 16,-9 0 1-16,-13 8 1 15,-11 8-4-15,-8 1 6 16,-8 6-3-16,15-7-1 15,-9-8-30-15,9-8-176 16,-12 0-303-16</inkml:trace>
  <inkml:trace contextRef="#ctx0" brushRef="#br0" timeOffset="205006.91">22285 10523 346 0,'0'0'427'0,"0"0"-391"0,0 0 56 0,0 0-35 0,0 0-32 0,0 0-5 15,-41 44 27 1,41-40-23-16,0 8-13 0,0 0 21 15,0 4-14-15,0 4 11 16,41 4-25-16,11 1 9 16,7-2-11-16,9 2 3 15,-2-1-5-15,-4-1-2 16,-22-2 1-16,-6 7-4 16,-22 3 5-16,7 10 0 15,-19 7-1-15,0 1 6 16,0-2 0-16,-19-2 2 15,-9-6 12-15,-12-15 0 16,0-4-5-16,9-12-14 16,-16-3-3-16,13-5-23 15,-12 0-35-15,-10 0-1 0,31 0-62 16,-3-33-107-16,10-11-77 16</inkml:trace>
  <inkml:trace contextRef="#ctx0" brushRef="#br0" timeOffset="205224.73">22458 10567 823 0,'0'0'16'0,"0"0"26"16,0 0 69-16,0 0-37 15,341-56-29-15,-269 44-40 16,-4 0-5-16,-22 8-29 16,-18 0-81-16,-22 4-159 15</inkml:trace>
  <inkml:trace contextRef="#ctx0" brushRef="#br0" timeOffset="205625.45">23447 10932 657 0,'0'0'62'0,"0"0"-32"15,0 0 44 1,0 0-32-16,0 0-6 0,0 0 4 15,25-8-34-15,-25 5 16 16,0 3-19-16,0 0-1 16,0 0 0-16,0 0-4 15,0-5-27-15,0 5-166 16,0 0-185-16</inkml:trace>
  <inkml:trace contextRef="#ctx0" brushRef="#br0" timeOffset="206173.61">24436 10390 621 0,'0'0'85'0,"0"0"25"0,0 0 14 0,0 0-58 0,0 0-21 16,0 0-25-16,295 0-7 16,-264 0-11-16,-3 0-4 15,0 0 10-15,-16 0-9 16,-12 33 3-16,0 15 8 15,0 16 0-15,0 12-10 16,0-7 0-16,0 6-2 16,0-11-5-16,0-3-18 15,0-9 22-15,0 4-28 0,0-7-4 16,0-1 14-16,0-12-28 16,-6-12-26-16,-6-8-40 15,2-12-50-15,-8-4-71 16,-4 0-90-16</inkml:trace>
  <inkml:trace contextRef="#ctx0" brushRef="#br0" timeOffset="206407.72">24436 10796 857 0,'0'0'84'0,"0"0"-21"16,0 0 26-16,0 0-15 16,0 0-8-16,0 0-28 15,422-77-31-15,-329 61-7 16,-18 5-24-16,-16-1-32 16,-7-4-10-16,-11 11-109 15,-14-3-162-15</inkml:trace>
  <inkml:trace contextRef="#ctx0" brushRef="#br0" timeOffset="206957.87">25853 10952 686 0,'0'0'264'0,"0"0"-204"0,0 0 4 0,0 0-44 0,0 0-10 16,0 0-6-16,208-8-4 15,-183 4-2-15,9 4-51 16,-21 0 3-16,8 0-16 15,-15 0-71-15,-6 0-28 16,0 0-125-16</inkml:trace>
  <inkml:trace contextRef="#ctx0" brushRef="#br0" timeOffset="207206.5">25853 10952 489 0,'-6'-272'445'0,"37"272"-436"15,25 0 89-15,-9 0-27 16,12 0-54-16,-13-16-5 15,10-1-12-15,-19-2-56 16,-9 2-133-16,-22 1-308 16</inkml:trace>
  <inkml:trace contextRef="#ctx0" brushRef="#br0" timeOffset="207722.41">26849 10399 868 0,'0'0'75'16,"0"0"-8"-16,0 0-4 16,0 0-63-16,0 0-22 15,0 0-14-15,21 4 28 16,17-4 8-16,11 0 10 16,4 0 22-16,-6 12-13 15,-13 4-10-15,-10 12-12 16,-17 0 6-16,-7 16-3 15,0-4 0-15,0 4-3 16,0-8-3-16,-7-7 3 16,1-6 0-16,6-7 3 15,0-7-24-15,0-1-13 0,0 0 26 16,0 8 11-16,0 7 9 16,0 22 40-16,0 7 0 15,0 0-27-15,0 9-18 16,-18-14-1-16,-10-6-3 15,-6-13-2-15,-7-13-14 16,23-7-12-16,-4-8-36 16,-3 0-83-16,4 0-205 15</inkml:trace>
  <inkml:trace contextRef="#ctx0" brushRef="#br0" timeOffset="208404.67">27810 10395 593 0,'0'0'159'0,"0"0"-86"0,0 0 29 0,0 0-34 0,0 0-3 16,0 0-2-16,-31 4-27 15,25-4 13-15,-16 8-5 0,16 3-9 16,-7 2-29-16,-14 10-6 15,14 2-4-15,-2-1-5 16,8 1 0-16,7-6 3 16,0-2 5-16,0 2-10 15,0-2 2-15,0 6 8 16,7-7-6-16,27 9 7 16,6-1-20-16,-6-9 8 15,13 10-14-15,-19 7 22 16,-10-9-1-16,-12 18 5 15,-6-1 2-15,0 8 5 16,0-3 10-16,-12 6-17 16,-22-7 0-16,0-11-4 15,3-6-3-15,-3-15-16 0,0-12-25 16,-7 0-72-16,7-7-75 16,0-50-138-16,3 1 82 15</inkml:trace>
  <inkml:trace contextRef="#ctx0" brushRef="#br0" timeOffset="208572.39">27798 10318 856 0,'0'0'244'16,"0"0"-182"-16,0 0 13 15,0 0-50-15,0 0-25 0,0 0-7 16,195 28-26-16,-108-28-22 15,-7 0-70-15,-21-15-189 16</inkml:trace>
  <inkml:trace contextRef="#ctx0" brushRef="#br0" timeOffset="209404.77">23888 13207 234 0,'0'0'448'0,"0"0"-387"0,0 0 63 15,0 0-32-15,0 0 13 16,0 0-23-16,121-74-33 0,-81 35 21 15,13-17-31-15,21-1 8 16,-3-15-35-16,10 0-2 16,0 4-10-16,-1 8-13 15,-21 8-16-15,-3 12-19 16,-10 16 10-16,-21 12-28 16,-3-1 17-16,-22 13-91 15,0 0-78-15</inkml:trace>
  <inkml:trace contextRef="#ctx0" brushRef="#br0" timeOffset="209689.84">24257 12604 573 0,'0'0'212'0,"0"0"-194"16,0 0 105-16,0 0-32 16,0 0-19-16,0 0-35 15,65 169 12-15,-44-141-37 16,20 8 9-16,-16-8-14 16,9 4-14-16,0 1 4 15,12-2-23-15,-5-3-13 16,5 8-52-16,7-15-74 0,-13-1-238 15</inkml:trace>
  <inkml:trace contextRef="#ctx0" brushRef="#br0" timeOffset="210219.98">25292 13182 849 0,'0'0'30'0,"0"0"-10"0,0 0 25 0,72-213-42 0,-38 138 21 16,6 10-19-16,-12 14 2 15,-10 13-7-15,-2 19 4 16,-10 7-4-16,-6 12 2 16,0 0 3-16,0 0-1 15,0 0-4-15,0 24 0 16,-6 8-28-16,-22 8 26 15,-6-4-10-15,15 4-20 16,-9-7-60-16,16-6-46 16,-3-18-118-16</inkml:trace>
  <inkml:trace contextRef="#ctx0" brushRef="#br0" timeOffset="210802.89">26133 12801 242 0,'0'0'536'0,"0"0"-454"0,0 0 5 0,0 0-40 0,0 0-23 15,0 0 31-15,148-12-6 16,-101 4-37-16,-1-4-5 16,1 0-7-16,-7 8-14 0,-6-4-16 15,-9 3-25 1,-9 2-37-16,-10 3-111 0,-6-4-129 15</inkml:trace>
  <inkml:trace contextRef="#ctx0" brushRef="#br0" timeOffset="211036.13">26133 12801 535 0,'86'-220'392'16,"-86"220"-349"-16,0 0 63 15,0 0-81-15,34 0-20 0,7 0-10 16,5-13 5-16,29 5-33 16,-16-8-100-16,-13 1-101 15,-12 10-267-15</inkml:trace>
  <inkml:trace contextRef="#ctx0" brushRef="#br0" timeOffset="212487.87">27785 12300 431 0,'0'0'305'0,"0"0"-290"0,0 0 48 0,0 0 64 0,0 0-77 15,0 0 26-15,-276 55-41 16,245-46-18-16,10 3 8 16,2-5-2-16,19 6 6 15,0 3-28-15,0-4-1 16,0 0-10-16,0 0 7 16,0 0-12-16,25-8 4 0,15 8 1 15,0-8 10 1,7 4 0-16,-1 8 3 0,-5-8-7 15,-7 4 10-15,0-7-7 16,-16 6 3-16,4-7-4 16,-22 4 2-16,13-8-5 15,-13 16 5-15,0 0 3 16,0 9 21-16,0-2-9 16,-13 13 13-16,-21-3-17 15,0-1-10-15,-6 4-1 16,9 0-2-16,-3 4-6 15,-7-7 0-15,13-10 6 16,10-2-7-16,-4-18 6 0,10-3-30 16,-7 0 0-1,-15-47-151-15,18-17-53 16</inkml:trace>
  <inkml:trace contextRef="#ctx0" brushRef="#br0" timeOffset="212718.11">27624 12260 521 0,'0'0'205'0,"0"0"-63"0,0 0-4 0,0 0-66 0,0 0-33 0,0 0-27 15,248-41-12-15,-201 25-9 16,5-4-61-16,-18 12-106 16,-15 5-183-16</inkml:trace>
  <inkml:trace contextRef="#ctx0" brushRef="#br0" timeOffset="213567.66">24195 14646 559 0,'0'0'382'0,"0"0"-357"0,0 0-24 0,0 0 37 0,0 0 2 16,266-213 16-16,-198 161-17 15,7 0-34-15,-16 4 1 16,15-8-3-16,-21 12-6 16,15-5 1-16,-15 10-18 15,-13-2-13-15,-15 10-43 16,-10 11-19-16,-15 12-76 15,0 8-81-15</inkml:trace>
  <inkml:trace contextRef="#ctx0" brushRef="#br0" timeOffset="213849.7">24477 14132 874 0,'0'0'40'16,"0"0"-28"-16,0 0 91 16,0 0-73-16,0 0 2 15,87 218 3-15,-69-187-19 16,-2 2-15-16,-4-2-1 15,7-2-1-15,-13-6-24 0,22-3-13 16,0-7-90-16,-3-5-77 16,2-8-111-16</inkml:trace>
  <inkml:trace contextRef="#ctx0" brushRef="#br0" timeOffset="214320.24">25230 14297 552 0,'0'0'171'0,"0"0"-153"15,0 0 113-15,0 0-96 16,0 0-7-16,0 0-12 16,270-8-13-16,-264 36-3 15,-6 20 0-15,0 12 0 16,0-4 3-16,-6 4 4 0,-22-15-3 15,0-17-6-15,22-12 11 16,6-16-7-16,0 0 1 16,0 0 9-16,0 0-12 15,0 0-4-15,12 0 3 16,22 0 2-16,13-4 10 16,0 0-11-16,-13-4-3 15,18 8-14-15,-2-4-33 16,9-4-49-16,0 0-31 15,-19-4-99-15</inkml:trace>
  <inkml:trace contextRef="#ctx0" brushRef="#br0" timeOffset="214682.52">26294 14425 739 0,'0'0'167'0,"0"0"-113"0,0 0 22 0,0 0-53 0,0 0 1 0,0 0-13 16,167-24-8-16,-120 17-3 16,-13 7 0-16,-6-5-41 15,-3 2-27-15,-13-6-86 16,-12 1-75-16,0 0-289 15</inkml:trace>
  <inkml:trace contextRef="#ctx0" brushRef="#br0" timeOffset="-214614.99">26294 14425 707 0,'93'-228'155'16,"-78"232"-110"-16,16-4 13 16,-3 0-58-16,19 0-1 15,-1-28-34-15,-5-8-110 16,-7 8-68-16,-6 3-336 0</inkml:trace>
  <inkml:trace contextRef="#ctx0" brushRef="#br0" timeOffset="-214114.25">27398 13739 517 0,'0'0'305'0,"0"0"-303"16,0 0 90-16,0 0-37 16,0 0-51-16,0 0 4 15,313 0 0-15,-292 16 0 16,-8 17-3-16,-13-2 20 16,0 18 1-16,0 15-1 15,0 5-18-15,0 10 1 16,0 1 12-16,-6 0-11 0,6-6 11 15,0-19-18 1,0-7 1-16,0-15-3 0,0-14-13 16,0 6 5-16,0-14-18 15,0 1-71-15,0-7 4 16,0-5-91-16,0 0-176 16</inkml:trace>
  <inkml:trace contextRef="#ctx0" brushRef="#br0" timeOffset="-213864.27">27472 14176 505 0,'0'0'316'15,"0"0"-252"1,0 0 74-16,0 0-48 0,0 0-59 16,0 0-5-16,313 13-23 15,-254-13-6-15,-6-5-43 16,-13-6-52-16,-24-2-198 0</inkml:trace>
  <inkml:trace contextRef="#ctx0" brushRef="#br0" timeOffset="-211249.45">23333 12216 238 0,'0'0'463'0,"0"0"-402"0,0 0-8 0,0 0-2 0,0 0-29 16,-13 220-6-16,13-160 23 15,0 4-4-15,0 5 39 16,0 3-29-16,13 8 1 16,-7 0-20-16,16 4-13 0,12 9-10 15,-22 2 5 1,0 10-12-16,10 0 15 0,-9 3-9 15,5 0 7 1,-18 5 13-16,16-5-12 0,-16 8 24 16,0-8-12-16,0-8-20 15,0-7-2-15,0-6 3 16,0-10-7-16,0-5 1 16,0-8 0-16,0-8-3 15,-16-7 3-15,16-1 0 16,0-16 2-16,0-7-2 15,0-10 4-15,0-11-4 16,0-4-17-16,0 0 20 0,0 0-7 16,0 0 2-1,0 0-1-15,0 8 6 0,28 4 14 16,31 4 3-16,3-4-14 16,19 1 0-16,-1-6 1 15,-2 1-1-15,24-3-5 16,-15-2 8-16,12-3-6 15,0 5 6-15,10 3-5 16,12-5 8-16,12 5-9 16,28-4 2-16,-3 12 5 15,10 4-14-15,-13 1-3 16,-16-1-46-16,-24-4 56 16,-16-4 0-16,-6-12 1 15,-6 0-1-15,6 0 1 0,10 0 2 16,18 0 3-16,12 0-3 15,6 0-3-15,7 0 0 16,-3 0-1-16,-16 0-1 16,-9 0-15-16,-16 0 7 15,-31 0-3-15,-2 0 9 16,-1 0 8-16,-16 0-2 16,23 0-1-16,2 0 3 15,-2 0-4-15,-7 0-2 16,3 0-2-16,-9 0-4 15,3-4 1-15,4-25 7 16,5 6 2-16,-3-2-2 0,10 14-1 16,6-6 1-1,0 6 4-15,0 3-4 0,-13-5 0 16,-15 1-5-16,-3-4 1 16,-16 0 2-16,0-4-11 15,-9 0 10-15,3-4 3 16,-6 0 1-16,19-8 1 15,-1-12 6-15,1-20-8 16,-13-16-5-16,0-17 2 16,-22 5-8-16,-5-1 9 15,-1 5-7-15,-6 4 8 16,0 9-8-16,0-2 9 16,0 0 5-16,0-3-4 0,6-4 3 15,-6 0 0 1,28-4 16-16,-9 0-18 0,-4-1 3 15,-3-3 2-15,-12-1-14 16,0-2 7-16,0-6-5 16,13-7-4-16,-13 0 4 15,15 11 3-15,10 1 4 16,9 8 2-16,13 16-4 16,-13 12 15-16,-6 16-13 15,-10 24 11-15,-18 7-11 16,0 13 8-16,0 0-7 15,0 0-3-15,0 0-3 0,0 0-16 16,0 0 16 0,0 0-23-16,0-3 12 0,0-10 7 15,0-2 7-15,0-6 5 16,0 1-1-16,0 0 17 16,-18 0-16-16,-23 8-1 15,1 4 2-15,-22 8-2 16,-3 0-3-16,-22 0 0 15,-21 0 12-15,-4 16-8 16,-24 0-2-16,-10-8-1 16,-15-8 4-16,21 0 0 15,-15 0-4-15,3 0 1 16,3-4 9-16,-15-8 4 16,-3 12 27-16,-16 0-13 15,-10 0-19-15,-21 0-11 0,7 0-6 16,14 0-4-16,11-4-6 15,14 4 10-15,22 0 12 16,19 0 15-16,13 0-12 16,20 0-9-16,-11 4 1 15,-3 16-1-15,-4-8-3 16,-15-8-3-16,18-4-1 16,4 0 14-16,3 5-2 15,-4-2 0-15,19 2 7 16,0 6 2-16,-6-2-13 15,13-1 0-15,5-5 8 16,-5-3-14-16,21 0 10 0,-3 0 5 16,-9 8-4-1,15 0 10-15,9 12-16 0,-5-4-7 16,5 1 5-16,7 6-2 16,12-7 2-16,3-8 3 15,3 1-4-15,22-9 6 16,0 0-8-16,0 0-14 15,0 0-6-15,0 0-47 16,0 0-42-16,0 0 17 16,0 0-114-16,0 8 51 15,0 3-304-15,-40-11 371 16,0 0-13-16,15 0 96 16</inkml:trace>
  <inkml:trace contextRef="#ctx0" brushRef="#br0" timeOffset="-185422.88">20793 4584 360 0,'0'0'285'0,"0"0"-270"0,0 0-15 0,0 0 90 0,0 0-65 16,0 0-7-16,0 0 17 0,0 0-4 15,-6 0 8-15,6 0-1 16,0 0 17-16,0 0-29 15,12 8 5-15,22-5-28 16,7 5 19-16,5 4-8 16,1-4 13-16,6 5-9 15,-1-10-14-15,23-3 13 16,-1 9-17-16,25-9 13 16,10 0-11-16,18 0-1 15,6 0 2-15,7 4 4 16,-1-4-7-16,4 0 0 15,-4 0-3-15,-5 0 8 16,-1 0-10-16,-6 0 12 16,-12 0-14-16,-3 0 14 0,2 0-12 15,1 0 7-15,3 4-2 16,3 12 0-16,12 0-1 16,-6 4-2-16,22-8 6 15,-16 0-4-15,1-8 3 16,-1 8-4-16,-12-8 2 15,0 0-3-15,-16 4 6 16,-2-4-6-16,-10-4 2 16,-13 0 1-16,7 4-2 15,0-4 8-15,0 0-11 16,24 8 11-16,-2-8-12 0,12 0 12 16,-3 0-9-1,-4 0 3-15,-5 0 0 0,-4 4 0 16,-5-4 3-16,8 0-8 15,-9 0 10-15,-6 0-10 16,16 0 11-16,-10 0-11 16,10 0 5-16,-4 0-1 15,22 0-2-15,-18 0 6 16,-10 0-4-16,0 0 7 16,10 0-11-16,-10 0 11 15,9 0-10-15,-8-9 7 16,-14-14-6-16,-5-5 0 15,-7 4 3-15,-8-4-3 16,-14 4 14-16,4 7-21 0,-25 1 20 16,9 4-10-16,-5 1 0 15,-8 3-1-15,-2 3 1 16,-9 1 0-16,2 4-6 16,-11 0-3-16,-7 0 8 15,0 0 2-15,0-3-3 16,0 3-20-16,0 0 5 15,0 0-36-15,-7 0-67 16,-58 0-237-16</inkml:trace>
  <inkml:trace contextRef="#ctx0" brushRef="#br0" timeOffset="-181341.81">20799 4623 328 0,'0'0'90'0,"0"0"-77"0,0 0 75 0,0 0 19 0,0 0-74 0,0 0 14 15,-18 0-24-15,18 0-2 16,0 0 15-16,0 0 52 16,0 0-39-16,0 33-31 15,-10 11 20-15,-2 8-28 16,-7 4 5-16,-8 0-15 16,-1 4 2-16,21 1-2 0,-11 6 6 15,12 2 2-15,-10-1-4 16,10-4 4-16,0 8-5 15,-7 1-1-15,7-1 2 16,-3-4 5-16,-10 4-6 16,1 0-1-16,-4 4-2 15,3 1 2-15,-2-1 3 16,2 8-4-16,3-7 8 16,-2-2 0-16,-10 2 14 15,3-1-23-15,3 1 14 16,4-2-6-16,-10 5-8 15,0 1 1-15,3-5-1 16,-9-4 1-16,16-8 2 16,-4 5-3-16,9-2 0 0,-8 6 1 15,15 3 2 1,-13-4-3-16,3 4 0 0,4 4 0 16,0 5-7-16,5 3 17 15,-2 9-8-15,-3-5 0 16,-1-4-2-16,13 1 3 15,0 6-3-15,0-7 0 16,0-3 0-16,0 3-2 16,0-7 2-16,0-6-6 15,19-3 15-15,3-3-5 16,-10-5-3-16,10 0-2 0,-10 0 4 16,7-4-2-1,2-4-1-15,-2 5-2 0,-3-6-2 16,2-2 4-16,-12-4-4 15,16-2 10-15,-10 1-11 16,-5 4 10-16,-7 9-8 16,0 3 3-16,0 0 0 15,0 4 0-15,0-4 3 16,0-3 0-16,0 7 3 16,0 4-10-16,0 0 14 15,0 4-8-15,0-4-2 16,0 0 0-16,0-7 1 15,0-1 0-15,0 0-2 16,0 0 6-16,6 0-6 0,-6 1 3 16,0-6 6-16,0-2-6 15,0-1 14-15,0 0-13 16,0 1 5-16,0-6-5 16,0 2-3-16,0-1 3 15,0 4 7-15,6 8-20 16,10-7 20-16,-4 7-20 15,10 8 7-15,2-8 3 16,-2-7 3-16,3 7-3 16,-3-9 0-16,-10-10 0 0,16 7-5 15,-9-13 12 1,21-3-11-16,0 5 4 0,-6 3 0 16,7 0-2-16,5 12 6 15,-6 8-9 1,1 8 10-16,-1 9-15 0,-9-1 25 15,3-12-15-15,0-7 3 16,7-5-1-16,5-4 3 16,7-4-3-16,0 7-2 15,2 2-4-15,17-1 3 16,-10 21 2-16,-10-10-2 16,1 10 8-16,3-5-16 15,3-4 15-15,-13 0-6 16,1-4 0-16,6-7 1 15,9 3-2-15,-10 4 2 16,7 1 2-16,-12-1 1 16,9 0-6-16,-10-4 4 15,1-4-4-15,-13 4-4 0,-16-4 4 16,10 5 0-16,-15-9 2 16,8 7-2-16,-2-7 5 15,-13 1-5-15,28-1 7 16,-15 9-10-16,2-14 9 15,7 1-7-15,-3 1 3 16,9 3-5-16,7-1 4 16,-7 10 2-16,6-9-5 15,-15 9 12-15,3-6-10 0,-3-2 7 16,-10-14-4-16,10 5-1 16,3-8 0-16,12 0 2 15,-6 5-2-15,13 3 0 16,-7 1 4-16,0-1-7 15,1 3 11-15,5-2-7 16,-6-5-1-16,7-4 0 16,-1-4-1-16,1 0 1 15,6-4 3-15,-7 16 2 16,7-8-10-16,3-3 11 16,-16 3-13-16,7 4 15 15,-1-16-16-15,-6 4 8 16,13-8-1-16,6-4-3 15,22 0 4-15,5 7-4 16,1 2 9-16,16 16-7 16,-10-5 5-16,-19 3-2 15,13-3-1-15,-22 0 0 0,-12-8 0 16,21 5 0-16,-12-14 0 16,3 6 2-16,10-5 1 15,11-4 5-15,1 0-3 16,6 7-1-16,6 2 4 15,-12-9 3-15,0 12-3 16,0-12-7-16,-13 1 3 16,-12-2-4-16,3-2 1 15,-6-2 13-15,-3-3-10 16,3-4 18-16,3-4-12 16,9 4 9-16,4-4-11 0,5 4-2 15,20 1-4-15,-7-5 2 16,3 3 3-16,-3-3-3 15,0 0-7 1,0 0 11-16,-6 0-8 0,21 0 0 16,-15 0 0-16,6 0 2 15,-5 0 0-15,8-3-4 16,-15-6 6-16,-1 5-6 16,7-8 8-16,-6 9-1 15,6-5-2-15,-6-1 7 16,-6-2-8-16,-1 3 14 15,-5-5-9-15,-10-2-4 0,9-6-2 16,1 1 5 0,2-20-8-16,4 11 13 0,6 1-20 15,-13 5 9 1,19 10-1-16,-6 2-2 0,0 3 3 16,0-9 0-16,-7 9 8 15,-5-8-12-15,-1 1 10 16,-9-1-10-16,10-9 11 15,-1 14-11-15,4-6 4 16,-4-2 0-16,7 2-1 16,-23 9 3-16,4-8-6 15,-3-4 12-15,-12-16-22 16,-1-8 3-16,16-12 7 0,-15-8-19 16,6-8 16-16,-1 7 0 15,-11 1 7-15,-1 0-3 16,0 8 13-16,1-4-14 15,5-1 8-15,-6-3 8 16,13-16-9-16,3 3-6 16,-10-10 1-16,1-1 1 15,-22-1-15-15,9 9-3 16,-6 16 15-16,-16-1 4 16,10-2-7-16,-10-2 15 15,22-11-11-15,-3-4 3 16,10-1-2-16,-7-3 2 0,6 4 0 15,-12 4-2 1,3 11 3-16,-3 5-4 16,-6 5 6-16,-4-1 9 15,4 3-10-15,-10-16 3 0,1 10-5 16,-1-13-1-16,4-9-1 16,-4 9 4-16,10 0-6 15,-4 4 10-15,-5 3-6 16,15-3 9-16,-16 8-16 15,4-12 7-15,-16-4-2 16,0-16-13-16,0-4 0 16,0-5-7-16,0 13-11 15,0 12 15-15,-10 8 18 16,-2 15 13-16,6-2-12 16,-7-10 12-16,-15-11-11 0,0-20-4 15,-18-8-7 1,-1-17-24-16,13 17 14 0,-6 3-6 15,9 29 24-15,-3 8 2 16,-6 11 16-16,-1 1-12 16,7-8 8-16,-6-16-13 15,-7-8-7-15,-5-9 2 16,-1-6-17-16,0-2-11 16,19 13 13-16,6 19 16 15,10 9 8-15,2 8 4 16,-2-8 4-16,-4 9-9 15,3-19 6-15,-9-6 0 0,3-12-18 16,-15-12 0 0,-6 4-10-16,-1 8-28 15,7 7 42-15,-7 17-3 16,-8 0 8-16,2 4 4 0,-22-5 13 16,16-6-5-16,-15-6-1 15,9-15-11-15,-3-1 7 16,15 2-15-16,13 2 16 15,18 9-6-15,16 12 1 16,-7 4-1-16,13 4-2 16,0 11 2-16,0-2 3 15,0-2 4-15,0-3-13 16,0-8 16-16,-18 4-19 16,-10-8 7-16,0 8-2 15,9 7 2-15,7 1 24 0,12 8-24 16,0 4 0-16,0-13-3 15,0 1 8-15,0-8-10 16,-9-8 3-16,-4-4-3 16,7 12-19-16,-16 0 24 15,10 3 7-15,12 5 23 16,0 9-30-16,0-2 1 16,0-12 12-16,-12-3-5 15,-4-19-16-15,-9-6 2 16,-3 4 6-16,4 18-17 0,8 11 17 15,4 15 0 1,5 14 2-16,-5-6 10 0,-16 2-9 16,-6-10 1-1,-12-11-4-15,-1-4-7 0,-6-16-14 16,-3 11 21-16,10-6-13 16,-7 10 11-16,1-2 1 15,11-7 2-15,-5 11 14 16,5 2-8-16,1 6-14 15,22 14 5-15,-4 2 2 16,3 6-2-16,4-3-8 16,-4 9 10-16,4-6 3 15,2 5 7-15,-5 4-8 16,-4-16-4-16,3 4 4 16,-9-4 11-16,10 3-13 0,2 9-6 15,10 1 6 1,-6 2-11-16,12 1 6 0,-7 1 0 15,7-6-3-15,0 6-2 16,0-6 3-16,0 1 13 16,0-4-11-16,0 4 5 15,0-4 0-15,13 4 0 16,-1 8 0-16,-2-4 12 16,8-4-10-16,-5-8 12 15,2 7-11-15,-9-10 11 16,13-5-14-16,-13-5 0 15,10-6 0-15,-4 2-5 0,0 5-6 16,-5 12 10-16,-7 16-14 16,0 4 15-16,0 8-1 15,0 0-1-15,0 0-1 16,-7 12-3-16,-11 20-58 16,-10-4-120-16,-19-16-427 15</inkml:trace>
  <inkml:trace contextRef="#ctx0" brushRef="#br0" timeOffset="-173699.03">1724 10680 607 0,'0'0'85'0,"0"0"-56"0,0 0 48 0,0 0-15 0,0 0-37 0,0 0-1 0,0 0 13 0,0 0-1 16,-6 0 23-16,6 0-18 15,0 0 2-15,0 0-38 16,0 0-3-16,0 0-2 15,0 0-8-15,0 12 6 16,0-1 2-16,0 5 4 16,0-7-1-16,0 7-6 15,6-5 9-15,40-2-13 0,13-6 5 16,3-3-8-16,10 0 0 16,-4-23 10-16,-9-18 9 15,-6-7-1-15,-13-7-8 16,-12 6 4-16,-22 1-8 15,-6 12 1-15,0 12-16 16,0 4 8-16,-47 12 2 16,-27 8-5-16,-3 0-18 15,-26 8 28-15,16 28 4 16,22 12 3-16,19-8 4 16,36-12-14-16,10 5-16 15,0-26 1-15,47 1-3 16,27-3-4-16,13-5 23 0,6 0 12 15,-46 0 3 1,2 8-6-16,-11 15 22 0,-11 10-16 16,-5 3 12-16,-16 3-3 15,1-2 4-15,-1-9-22 16,0-5-22-16,9-10 1 16,-2 11-16-16,-1-4-21 15,-6 0-129-15,-6 5-86 16</inkml:trace>
  <inkml:trace contextRef="#ctx0" brushRef="#br0" timeOffset="-173166.75">2484 10739 215 0,'0'0'473'0,"0"0"-427"0,0 0 15 0,0 0 48 0,0 0-72 16,0 0-9-16,201 5-4 16,-154-5-16-16,-13 0-7 15,-16 0-1-15,4 0-9 16,-22 0-29-16,0-16-36 15,0 7-113-15,0-7-369 16</inkml:trace>
  <inkml:trace contextRef="#ctx0" brushRef="#br0" timeOffset="-172916.67">2484 10739 223 0,'148'-204'621'16,"-148"204"-596"-16,0 0 65 16,7 0-36-16,11 0-54 15,-2 0-32-15,-4 0 20 16,28 0-12-16,-5 0-31 15,-1-4-35-15,-9 1 4 16,2-2-116-16,-8 5-209 16</inkml:trace>
  <inkml:trace contextRef="#ctx0" brushRef="#br0" timeOffset="-172416.64">3482 10783 444 0,'0'0'65'15,"0"0"-62"-15,0 0 51 0,0 0 37 16,0 0-17 0,0 0 30-16,-46-19-43 0,30-1-21 15,4 4 6-15,-10-1-2 16,3-6 7-16,7-1-35 16,-4-12-14-16,10-5-1 15,6-11-2-15,0 4-29 16,0 0-6-16,0 8 21 15,0 12-15-15,0 16-7 16,0 12 37-16,0 0 19 0,0 0 3 16,0 0-15-1,0 0-7-15,0 0-1 0,-18 0-40 16,-4 0 10 0,-3 23-46-16,-21 18-15 0,-16 15 51 15,-4 0 0-15,11 4 37 16,14-16 8-16,17-11-11 15,24-25-44-15,0-8-249 16</inkml:trace>
  <inkml:trace contextRef="#ctx0" brushRef="#br0" timeOffset="-171833.91">3910 10752 425 0,'0'0'297'0,"0"0"-273"0,0 0 19 15,0 0-19-15,0 0-11 0,0 0 40 16,40 64 18 0,-27-36-9-16,-1 4 5 0,-12-4-22 15,0 8-33-15,6-8-12 16,-6-3-11-16,0-10-62 16,0-7-20-16,0-3-120 15,0-5-265-15</inkml:trace>
  <inkml:trace contextRef="#ctx0" brushRef="#br0" timeOffset="-171300.53">4617 10752 179 0,'0'0'333'0,"0"0"-309"0,0 0 73 0,0 0-3 0,0 0-20 15,0 0 15-15,0 0 3 16,0 0-25-16,0 0-14 15,0 0 17-15,0-33-36 16,0-22-11-16,0-9-19 16,0-1 6-16,0-8-3 15,12 1-4-15,4 0-2 16,-10 0 1-16,6 0-2 0,4 12-11 16,-16 20-17-16,12 16 3 15,-12 24 7-15,7 0-12 16,-7 0-36-16,0 36-45 15,0 8-17-15,0 4-146 16</inkml:trace>
  <inkml:trace contextRef="#ctx0" brushRef="#br0" timeOffset="-170866.2">4778 10592 360 0,'0'0'232'16,"0"0"-183"-16,0 0 9 15,0 0-12-15,0 0-15 16,0 0 14-16,106 0-13 15,-66 0-19-15,0 0 10 16,0 3 3-16,-5 13 2 0,-1 1-21 16,-16-6 11-1,-11 5-5-15,-1 1 23 0,-6-1 7 16,0-1-3 0,-6 10 22-16,-41-14-39 0,-12-6 11 15,-9-5-13-15,3 0-11 16,-16 0-10-16,1 0-1 15,11 0-14-15,10 0-2 16,13 16-4-16,24-1-30 16,10 6-42-16,12-9-59 15,0-1-29-15,28-6-66 16,31-5-213-16</inkml:trace>
  <inkml:trace contextRef="#ctx0" brushRef="#br0" timeOffset="-170334.2">5398 10728 583 0,'0'0'152'0,"0"0"-80"0,0 0 33 0,0 0-46 0,0 0 15 15,0 0-18-15,68 16-29 0,-33-16-7 16,5 0-18-16,-9 0 11 16,3 8-13-16,-6-8-4 15,-9 3-12-15,2-3-20 16,-8 0-5-16,5 0-78 16,-8 0-91-16,-10 0 20 15,0-16-137-15</inkml:trace>
  <inkml:trace contextRef="#ctx0" brushRef="#br0" timeOffset="-170136.23">5398 10728 428 0,'62'-117'494'15,"-56"117"-491"-15,7 0 47 16,2 0-13-16,4 0-18 15,9 0 17-15,-3 0-16 16,3 0-12-16,-10 0-8 16,16 0-13-16,0 0-66 15,-9 0-75-15,-3 0-238 16</inkml:trace>
  <inkml:trace contextRef="#ctx0" brushRef="#br0" timeOffset="-168686.55">6074 10703 270 0,'0'0'162'0,"0"0"6"0,0 0-65 0,0 0-42 0,0 0 9 15,0 0 33-15,0-3-33 16,0-2-26-16,0 5 13 15,0 0-17-15,0 0-3 16,0 0-11-16,28 0 17 0,12 0-24 16,1 0 3-1,-4 0-13-15,3 0 8 0,10 0 10 16,-4 0-16-16,7 0 7 16,-13 0-18-16,13 0-2 15,-13 0-42-15,-5 0 2 16,-1 0-47-16,-16-20-13 15,-18 4-243-15</inkml:trace>
  <inkml:trace contextRef="#ctx0" brushRef="#br0" timeOffset="-167937.75">6977 11040 270 0,'0'0'174'0,"0"0"-119"0,0 0 58 0,0 0-57 0,0 0-24 15,0 0-2-15,-7 0-17 16,7 0 22-16,0 0 12 15,0 0 43-15,0 0-38 0,0 0-11 16,0 0 4-16,0-8-3 16,0-8-15-16,0-7-23 15,0-6 12-15,0-3-5 16,0-4 21-16,0-13-24 16,0-6 15-16,0-9-23 15,13 0-4-15,-7 0-10 16,3 23-2-16,-3 13 5 15,-6 16 11-15,0 4 1 16,0 8 2-16,0 0 4 0,0 0-3 16,0 0-4-1,0 0-3-15,0 0-27 0,0 0 12 16,0 24 2-16,-15 12 11 16,-16 4 4-16,-16 4-12 15,7-7-38 1,12-10-14-16,6-2-49 0,22-14-101 15,0-6-216-15</inkml:trace>
  <inkml:trace contextRef="#ctx0" brushRef="#br0" timeOffset="-167337.83">7271 10575 543 0,'0'0'112'0,"0"0"-44"0,0 0 0 0,0 0-29 0,0 0-17 16,0 0 36-16,0 0-15 15,0 0 21-15,0 0-19 16,12 0-26-16,29 0-9 15,12 0-9-15,-4 0-1 16,-12 0-18-16,-15 0-21 16,-16 0-32-16,-6 33 45 15,0 14 1-15,0 1 17 16,-59 13 8-16,4-9 10 16,14-13 11-16,10-14-7 15,25-5 5-15,6-8-10 16,0-3 32-16,0 2-40 0,0-3 15 15,0 1-15-15,25-6 7 16,15-3 1-16,7 5 4 16,-1-5 15-16,-12 0-15 15,13 0 30-15,5 0-34 16,-11 0-2-16,15 0-7 16,-16 0-26-16,6-5-49 15,-5 2-88-15,-35 3-329 16</inkml:trace>
  <inkml:trace contextRef="#ctx0" brushRef="#br0" timeOffset="-166720.75">8260 10928 745 0,'0'0'101'0,"0"0"-15"0,0 0 9 0,0 0-87 0,0 0 0 15,0 0-8-15,-115 204-18 16,97-171-29-16,-10-1-8 16,9-17-15-16,4-2-10 15,15-13-116-15</inkml:trace>
  <inkml:trace contextRef="#ctx0" brushRef="#br0" timeOffset="-166018.83">8989 10523 516 0,'0'0'81'0,"0"0"48"0,0 0-7 0,0 0-36 0,0 0-24 0,0 0 21 15,0 0-50-15,0 0-8 16,0 0-1-16,0 0 18 16,0 0-30-16,0 0 23 15,0 0-15-15,-6 12-14 16,-22 12 2-16,-13 4-6 15,7 0-4-15,3 8 11 16,3 1-5-16,16 3-3 16,-3 12-1-16,8-8 9 0,7-4-5 15,0-8-4 1,0-4-1-16,0-12-2 0,0-4-11 16,7-7 0-16,27-5-13 15,28 0 25-15,-10 0-6 16,7 0 7-16,-3-5-1 15,-19-15-20-15,-9 12 2 16,6-4-39-16,-21 4 19 16,-7 0-94-16,-6 0-89 15,0 5-261-15</inkml:trace>
  <inkml:trace contextRef="#ctx0" brushRef="#br0" timeOffset="-165339.79">9522 10892 624 0,'0'0'145'0,"0"0"-70"0,0 0 18 0,0 0-47 15,0 0-38-15,0 0 41 16,-6 0-9-16,6 0-8 16,0 4 3-16,0 0 10 15,0 0-15-15,0 0-24 16,22 0 6-16,9 0-9 15,-10 1-6-15,7-5 0 16,-9 0-3-16,3 0-37 16,2 0 9-16,4 0-12 0,-9 0-3 15,9 0 3 1,-10 0 19-16,-2 0 21 0,-4 0-74 16,-12 0-48-16,0 0-39 15,0-9-164-15</inkml:trace>
  <inkml:trace contextRef="#ctx0" brushRef="#br0" timeOffset="-165139.18">9522 10892 622 0</inkml:trace>
  <inkml:trace contextRef="#ctx0" brushRef="#br0" timeOffset="-165023.3">9522 10892 622 0,'-65'-173'117'0,"65"173"32"0,19 0-29 15,2 0-27-15,20 0-78 16,-17 0-13-16,4 0-4 15,0 0-7-15,-9 0 6 16,9 0-27-16,-3 0-27 16,-10 0-55-16,-2 0-86 15,-1 0-212-15</inkml:trace>
  <inkml:trace contextRef="#ctx0" brushRef="#br0" timeOffset="-164272.9">10077 10511 262 0,'0'0'414'0,"0"0"-302"0,0 0 6 0,0 0-30 0,0 0-46 16,0 0-15-16,0 0-9 15,0 0-5-15,16 0 10 16,-10 0-15-16,0 0 29 16,7 0-33-16,8 0 11 15,-2 0-15-15,-4 0 0 16,-8 17-6-16,-7-2 2 16,0 9 4-16,0 4-18 15,0-12 15-15,0 1-18 16,0-9 7-16,0-5-10 15,0-3-43-15,0 12 20 0,0-4 23 16,18 8 20 0,4 4 4-16,-10-4 29 0,1 9 6 15,-13-1 32-15,0-1-27 16,0 10-38-16,0 3 21 16,0 4 2-16,-34-4-20 15,-13 8 0-15,1-8 3 16,5-4-1-16,10-12-9 15,3-4 13-15,16-11-22 16,3-5-2-16,-4 0-22 16,1 0-80-16,-10 4-158 15</inkml:trace>
  <inkml:trace contextRef="#ctx0" brushRef="#br0" timeOffset="-163424.66">10573 10595 76 0,'0'0'308'0,"0"0"-174"0,0 0-5 0,0 0-39 16,0 0-46-16,0 0 7 15,0 0 13-15,0 0-9 16,-21 0-29-16,-4 0 28 16,3 0-42-16,-3 0 27 15,-3 0-25-15,0 0 10 16,4 0-3-16,-10 13-3 16,6 2-10-16,21 1-5 15,-5 0-6-15,12-7 1 0,0 7 0 16,0-4-3-1,0-4-7-15,0 3 6 0,0-3 6 16,6-8-5 0,35 0 5-16,-1 0 0 0,0 0 2 15,1 0 2-15,11 0-4 16,-11 0-4-16,11 0-7 16,4 0 2-16,-19 9 5 15,-9 7 2-15,0-5-1 16,-22 1 6-16,0 1-6 15,1-10 3-15,-7 14-2 16,0 2 2-16,0 9 1 16,0 10 5-16,-19 1-4 15,-21-6-4-15,12 3 8 16,-12-13-10-16,5-2 13 0,4-6-18 16,4-7 0-16,-1 0 7 15,3-8-5-15,19 0-8 16,-10 0-8-16,-2 0-47 15,11-16-82-15,-14-7 12 16,-4-10-294-16</inkml:trace>
  <inkml:trace contextRef="#ctx0" brushRef="#br0" timeOffset="-162956.71">10474 10675 467 0,'0'0'44'0,"0"0"-44"0,0 0-40 0,0 0-141 0</inkml:trace>
  <inkml:trace contextRef="#ctx0" brushRef="#br0" timeOffset="-162775.22">10474 10675 194 0,'0'-75'241'16,"0"75"-29"-16,0 0-58 0,0 0-65 15,0 0-34-15,6 0-51 16,1 0 11-16,17 0 3 16,10 0 24-16,1-5-2 15,5 5-24-15,-12 0 10 16,24 0-25-16,-27-3 1 15,9-2-2-15,-12 1-40 16,-10-4-74-16,-5-3-135 16,-7-2-443-16</inkml:trace>
  <inkml:trace contextRef="#ctx0" brushRef="#br0" timeOffset="-129254.02">1891 13025 320 0,'0'0'86'0,"0"0"-73"0,0 0 37 0,0 0-8 0,0 0-10 16,0 0 16 0,0 0 8-16,0 0-39 0,0 0-11 15,0 0 15-15,0 0-16 16,7 0-1-16,-7 0-4 16,0 0 27-16,0 0 8 15,0 0 26-15,0 0-24 16,0 0 16-16,0 0-23 15,0 0 7-15,0 0-5 16,0 0-7-16,0 0 8 16,0 0-19-16,6 0 6 15,0 0-10-15,6-3-2 16,23-22-8-16,5-6 29 0,6-10-13 16,1 2-10-16,-7-2 0 15,-6 5-5 1,7 5-2-16,-14 1-19 0,11-1 19 15,24-5-30-15,-3 12 7 16,-7-4 5-16,-2 16-10 16,-50 4-43-16,0 8-6 15,0 0-59-15,0 0-47 16,0 0-364-16</inkml:trace>
  <inkml:trace contextRef="#ctx0" brushRef="#br0" timeOffset="-128685.84">1851 12753 464 0,'0'0'51'0,"0"0"-36"0,0 0 44 0,0 0-9 16,0 0-25-16,0 0 29 15,112 36 1-15,-84-20 11 16,12 8 13-16,0 5-48 16,-6-6-9-16,4 1-12 0,-4 1 4 15,6-5-8-15,-6-1-6 16,34 1 0-16,-9 5 1 16,0-1-4-16,-12-8-5 15,-19 4-14-15,-1-16-96 16,-14-4-65-16,-1 0-164 15</inkml:trace>
  <inkml:trace contextRef="#ctx0" brushRef="#br0" timeOffset="-127770.09">2974 13110 396 0,'0'0'42'0,"0"0"28"0,0 0 26 0,0 0-40 0,0 0 2 16,0 0-25-16,99 4 27 16,-65 0-4-16,-16-4-10 0,23 0-34 15,-1 0-4-15,-12 0-7 16,6 0 3-16,-21 0-8 15,-1 0-16-15,-6 0-50 16,22 0-31-16,-16 0-45 16,-12 0-198-16</inkml:trace>
  <inkml:trace contextRef="#ctx0" brushRef="#br0" timeOffset="-126904.75">3085 12861 417 0,'0'0'73'0,"0"0"-54"0,0 0 24 0,0 0 4 15,0 0-3-15,0 0 34 16,0 0-39-16,0 0 6 15,0 0 9-15,0 0 16 16,0 0-38-16,0 0-7 16,0 0-24-16,0 0 23 15,28 0 10-15,12 0-10 16,1 0 6-16,5 0-26 16,-5 0 2-16,-7 0-4 15,12 0 4-15,-21 0-5 16,9-3-2-16,6-5-5 15,-12 3-13-15,-3-3-42 16,3 4-57-16,-28 0-105 0,0 4-343 16</inkml:trace>
  <inkml:trace contextRef="#ctx0" brushRef="#br0" timeOffset="-121892.39">4096 12368 137 0,'0'0'164'0,"0"0"-117"0,0 0 28 0,0 0-11 0,0 0-24 16,0 0 11-16,-22 0-10 16,22-4 2-16,0 4-5 15,0 0 4-15,0 0-15 16,-6 0 10-16,6 0-9 16,0 0 3-16,0 0-22 15,0 0 6-15,0 0 9 0,0 0 9 16,-6 0 7-16,0 0-24 15,6 0 14-15,0 0-25 16,0 0 7-16,0 0-9 16,0 0 2-16,0 0 5 15,0 0 3-15,0 0 7 16,0 0-12-16,0 0 11 16,0 0-17-16,0 0 16 15,0 0-15-15,0 0 5 16,0 0-4-16,0 0-8 15,0 0 0-15,0 0-9 0,0 0 7 16,12 0 6 0,22 0 11-16,13 0-6 0,-1 0 5 15,10 0-5-15,-3 0-5 16,-7 0 0-16,1 0 2 16,-13 0-6-16,0 0-11 15,-9 0 15-15,3 0 0 16,-10 0 1-16,-12-4-1 15,10 4-22-15,-16 0-15 16,0 0-34-16,12 0-35 16,-5 0-100-16,-7 0-187 15</inkml:trace>
  <inkml:trace contextRef="#ctx0" brushRef="#br0" timeOffset="-120209.91">5045 12640 242 0,'0'0'16'0,"0"0"28"0,0 0 50 0,0 0-29 0,0 0-17 0,0 0 8 16,0 17-11 0,0-17-24-16,0 0 16 0,0 0 5 15,0 0-6-15,0 0-21 16,0 0 15-16,0 0-11 15,0 0 3-15,0 0-2 16,0 0 25-16,0 0-15 16,0 0 0-16,0 0 1 15,0 0-9-15,0 0 7 0,0 0-28 16,0 0 32 0,0 0-24-16,0 0 3 0,0 0-12 15,0-4-1-15,0-20-20 16,0-12-7-16,0-5 25 15,0-15-3-15,0 0-11 16,0 7-2-16,0 2 6 16,0 7-2-16,0 8 3 15,0 4 12-15,0 0 8 16,0-5-8-16,0 9-11 16,0-7 5-16,6-2-67 15,28-3-157-15,-6-4-354 16</inkml:trace>
  <inkml:trace contextRef="#ctx0" brushRef="#br0" timeOffset="-119395.25">5404 12376 106 0,'0'0'311'0,"0"0"-250"0,0 0 65 0,0 0 4 0,0 0-56 0,0 0-20 16,22 0-19-16,-9 0-16 16,8-4 16-16,-2 4-10 15,3 0 19-15,2 0-24 16,-2 0-15-16,-3 0 5 15,2 0-7-15,4 0-1 16,-3 0-2-16,-3 0-21 0,2 0-46 16,-8 0-73-16,-7 0-130 15</inkml:trace>
  <inkml:trace contextRef="#ctx0" brushRef="#br0" timeOffset="-119080.84">5404 12376 130 0</inkml:trace>
  <inkml:trace contextRef="#ctx0" brushRef="#br0" timeOffset="-118796.38">5404 12376 130 0,'422'200'204'0,"-422"-195"-198"0,6-5-4 0,-6 3 166 0,16-3-108 16,-16 0-4-16,0 0-1 16,0 0 25-16,0 0-20 0,0 0 8 15,0 0-28-15,12 0-4 16,-12 0 14-16,0-16-8 16,0-12 1-16,0-11-32 15,0-14 6-15,0 1-7 16,13-8 1-16,8 4-11 15,-8 0 0-15,9 7-2 16,-10 13-13-16,0 5 0 16,-12 6 6-16,16 13 0 15,-16 8-10-15,0 4 11 16,0 0-26-16,0 0-12 0,0 4-16 16,0 25 26-16,0 2-18 15,-28 2-8-15,16-14 34 16,2 1-58-16,-2-4-63 15,12-7-32-15,-13-1-35 16</inkml:trace>
  <inkml:trace contextRef="#ctx0" brushRef="#br0" timeOffset="-118196.73">6142 12087 92 0,'0'0'471'0,"0"0"-408"0,0 0-8 0,0 0-24 15,13 0-31-15,-1 0 0 16,10 0-5-1,-10 0 14-15,7 0-18 0,-10 0 15 16,-3 16-11-16,-6 9 10 16,0 2 24-16,0 9 6 15,0 4-15-15,0-4-2 16,0-7-12-16,-15-1 9 16,3-16 1-16,12-1 10 15,0-3-13-15,0-8-10 16,0 0-3-16,0 5-6 15,0-1-11-15,0 0 17 16,0 0 15-16,0 0 14 16,12-4 5-16,3 0-25 0,-8 0 27 15,5 0-12-15,4 0-10 16,-4 0 4-16,0 0-14 16,4 0-8-16,2 0-13 15,1 12-33-15,-3 0-64 16,2 0-73-16,-12-8-253 15</inkml:trace>
  <inkml:trace contextRef="#ctx0" brushRef="#br0" timeOffset="-117513.2">6570 11826 325 0,'0'0'258'0,"0"0"-200"15,0 0 14-15,0 0-11 0,0 0 1 0,0 0 9 16,134 105-23-16,-94-61 3 16,-9-4-11-16,-3 4-1 15,-16 16-22-15,-6 1 3 16,-6 6-15-16,0 5 1 15,0 0-6-15,0 1 0 16,-12 0-1-16,-7-6-11 16,-8-6 11-16,8-22-66 0,-3-18-27 15,16-21-176-15</inkml:trace>
  <inkml:trace contextRef="#ctx0" brushRef="#br0" timeOffset="-116696.78">7311 12019 619 0,'0'0'29'0,"0"0"12"0,0 0-23 0,0 0-11 16,0 0-7-16,0 0 4 15,0 0 16-15,0 0 22 16,0 0 26-16,7 16-23 16,-7 8-6-16,6 4-6 0,6 4 4 15,-12 0-17-15,0 0-17 16,10-7-3-16,-10 6-7 16,6-3-10-16,-6-4-26 15,0-4 13-15,0 5-63 16,0-9-31-16,0-13-122 15</inkml:trace>
  <inkml:trace contextRef="#ctx0" brushRef="#br0" timeOffset="-116229.91">7125 12231 439 0,'0'0'221'0,"0"0"-163"0,0 0 9 0,0 0-30 0,0 0 44 15,0 0-10-15,124-36-16 16,-68 24-29-16,-15 4-8 16,-1 0-7-16,-15 5-6 15,9 3-10-15,-6 0-13 16,-4-5-61-16,-2 1-78 0,-9 0-26 16,-13 4-321-16</inkml:trace>
  <inkml:trace contextRef="#ctx0" brushRef="#br0" timeOffset="-115730.95">7156 12576 405 0,'0'0'277'0,"0"0"-265"0,0 0 29 0,0 0 22 0,0 0-8 15,0 0-36-15,270 0-5 16,-217 0-11-16,-7-8 1 16,-12 0-4-16,-3 0-7 15,-15 0-33-15,-4 8-69 16,1-4-42-16,-13 1-196 16</inkml:trace>
  <inkml:trace contextRef="#ctx0" brushRef="#br0" timeOffset="-114882.46">7953 12521 312 0,'0'0'126'0,"0"0"-22"0,0 0-14 0,0 0-29 16,0 0 1-16,0 0-9 15,6 3-3-15,-6 2-27 16,7-5 13-16,-7 8-24 15,6-1 26-15,9 1-9 16,4 8 23-16,3 9-17 16,9-1-23-16,-3 7 8 15,6 2-13-15,-3-10-11 16,-3 2 4-16,6-1-1 16,-16-12-2-16,-2 1-13 0,-10-7 15 15,-6-6 1-15,0 0-1 16,0 0 6-16,0 0-10 15,0 0 0-15,0 0-4 16,0-27 18-16,0-13-4 16,0-20 0-16,0-16-5 15,19-25 0-15,-4-7 0 16,16-17-3-16,-9-7 0 16,3 4 0-16,3 8-25 15,-16 15 2-15,10 25-10 16,2 28 35-16,-8 16-4 15,-16 11 5-15,12 17-1 16,-12-3-5-16,0-1-64 16,7 7-92-16,-1 5 61 15,-6 0-117-15,0 13-176 0</inkml:trace>
  <inkml:trace contextRef="#ctx0" brushRef="#br0" timeOffset="-111402.39">8809 12581 208 0,'0'0'62'0,"0"0"62"0,0 0-20 0,0 0-46 0,0 0-5 16,0 0 8-1,0 0-8-15,0 0-22 0,0 0 20 16,0 0-15 0,0 0 7-16,0 0-24 0,0 0 18 15,0-5-26-15,0-3 20 16,0 8-17-16,0-8 7 15,0-8-20-15,0 9 5 16,-15-9 3-16,8-4-7 16,-11-1 17-16,2-2-17 15,4-2 6-15,-1 1-5 16,7-8-6-16,0-8 3 16,6 0-6-16,0-12-6 0,0-9-10 15,0 17 18 1,12 5-32-16,7 10 36 0,3 13-28 15,3 4-27 1,-4 4-86-16,-8 4-30 0,-7 4-232 16</inkml:trace>
  <inkml:trace contextRef="#ctx0" brushRef="#br0" timeOffset="-110786.33">9017 12412 512 0,'0'0'92'0,"0"0"-14"0,0 0 20 0,0 0-11 0,0 0-51 0,0 0-9 16,198-40-25-16,-151 28 11 15,-7-1-13-15,-18 2 9 16,-10 7-7-16,1 0-4 15,-4 4-11-15,-9 0-58 16,0-4-89-16,0 4-211 16</inkml:trace>
  <inkml:trace contextRef="#ctx0" brushRef="#br0" timeOffset="-110151.9">9522 12544 112 0,'0'0'274'0,"0"0"-191"0,0 0 34 0,0 0-43 16,0 0-33-16,0 0-6 15,0 8 32-15,0-8-5 16,0 0 21-16,0-8-43 0,0-15-22 15,0-18-12-15,9 9 20 16,4-4 3-16,-7-8-5 16,13 0-11-16,2-8-13 15,-2-1 0-15,-3 1-23 16,2 4 4-16,-12 20-14 16,-6 8-14-16,0 8 4 15,0 12 37-15,0 0 6 16,0 0-64-16,0 24 18 15,-6 4-22-15,-28 5 11 16,3-2-57-16,9-6-83 16,10-6-129-16</inkml:trace>
  <inkml:trace contextRef="#ctx0" brushRef="#br0" timeOffset="-109597.39">9897 12043 461 0,'0'0'125'0,"0"0"-64"15,0 0-39-15,0 0-8 0,0 0-4 0,0 0-5 16,53 28-5-16,-53 12-10 15,0 4 10-15,0 4 1 0,0 4 16 16,0-3-16-16,-19-9 34 16,7-8-2-16,-3-8 14 15,8-8 1-15,7-11-34 16,0-5-14-16,0 0-18 16,0 0 14-16,0 0 8 15,22 0 9-15,-10 0 22 16,1 0 6-16,-7 3 21 15,16-3-23-15,-10 4-11 16,1-4-25-16,2 0 9 16,-3 0-9-16,1 0 3 15,-4 0-6-15,-3 4-16 16,-6-4-23-16,13 0-30 16,-7 0-18-16,-6 0-143 15,0 0 1-15</inkml:trace>
  <inkml:trace contextRef="#ctx0" brushRef="#br0" timeOffset="-109086.52">10313 11943 557 0,'0'0'25'0,"0"0"14"0,0 0 22 0,0 0-39 0,0 0 18 15,0 0-24-15,80 92 23 16,-61-60-6-16,3 4 32 0,-4 5-25 15,-11-2-29-15,-7 17 5 16,0 1-1-16,0 2 11 16,0-2-11-16,0 3 7 15,-7-3-18-15,-11-2-8 16,2-7-13-16,10-7 7 16,0-21-33-16,6-12-44 15,0-8-65-15,0 0-195 16</inkml:trace>
  <inkml:trace contextRef="#ctx0" brushRef="#br0" timeOffset="-108253.92">10713 11707 88 0,'0'0'30'0,"0"0"-30"0,0 0 95 0,0 0 11 15,0 0 56-15,0 0-22 16,0 7-3-16,0-7 0 16,0 0-52-16,0 0-32 15,0 0-24-15,0 0-11 16,0 0-16-16,0 0 8 16,0 0-7-16,0 0 13 15,0 0-16-15,28 4 3 0,-10 8 7 16,-11 4-20-16,14 9-2 15,-15-2-6-15,-6 6-30 16,0-1 26-16,0 11 22 16,0-6 5-16,0-5 19 15,0-8-9-15,0-12 5 16,0-8-20-16,0 0-4 16,0 0-29-16,0 0 32 15,0 0-12-15,0 0 13 16,0 0 18-16,13 0-6 15,15 0 20-15,-10 0-27 16,16-4-5-16,1 0-1 16,-7 4-15-16,-4 0-49 0,-8 0-25 15,-16 0-95-15,0 8-134 16</inkml:trace>
  <inkml:trace contextRef="#ctx0" brushRef="#br0" timeOffset="-107021.15">11082 12400 485 0,'0'0'64'0,"0"0"-10"0,0 0 24 0,0 0-40 16,0 0 0-16,0 0 71 15,40 21-32-15,-21-18-33 16,9 1 9-16,-4 0-4 16,4-4-31-16,6 0-1 15,7 0-6-15,-16 0 2 16,9 0-9-16,-6 0-4 15,3 0-8-15,-3-4-29 16,-7-8-10-16,4-4-94 16,-9 16-131-16</inkml:trace>
  <inkml:trace contextRef="#ctx0" brushRef="#br0" timeOffset="-106056.66">11944 11879 406 0,'0'0'165'0,"0"0"-81"0,0 0 19 0,0 0-11 0,0 0-27 0,0 0-22 15,12-12-8-15,-12 12-34 16,0 0-1-16,0 20 9 16,0 8-5-16,0 11 25 15,-12 18-21-15,-22-1-4 16,6-4 3-16,3-4-8 15,9-7 13-15,10-13-12 16,6-9 2-16,0-7-4 0,0-7-7 16,0 3-10-1,0-8 6-15,0 0 1 0,0 0-3 16,16 0 13-16,9 0 2 16,3 0 12-16,-4 0 11 15,4-8-21-15,-6 3-2 16,-3-2-2-16,-7-6-21 15,-12 13 17-15,15-3-28 16,-8-2 10-16,-1 2-17 16,-6-2 24-16,12 2-37 15,-12 3 29-15,0-4 24 16,0 4 1-16,0-5 9 16,0 5-9-16,0 0 12 15,0 0 1-15,0 0 30 0,0 0-36 16,0 0 11-16,0 17-11 15,0 11 5-15,0 4 22 16,-12 4-16-16,-16-4-3 16,22 4-3-16,0 0 27 15,-7 0-18-15,-2 4 7 16,2-8-23-16,13 5-3 16,0-14-2-16,0-10-22 15,0-6-3-15,0-7-54 16,0 0-47-16,0 0 18 15,0 0 13-15,0 0-153 16</inkml:trace>
  <inkml:trace contextRef="#ctx0" brushRef="#br0" timeOffset="-105438.93">12390 12464 313 0,'0'0'151'0,"0"0"-59"0,0 0-23 0,0 0-46 0,0 0-12 0,0 0 11 16,0 0-12-16,0 0 15 15,0 0 8-15,0 0 25 16,0 0 14-16,0 0-24 15,0 0-26-15,0 0-21 16,0 0-2-16,0 0-21 16,0 0 10-16,0 0-4 15,0 0 16-15,0 0 5 16,0 0 4-16,0 0-9 16,0-4-15-16,0-8-2 15,0 0-54-15,-6 4-13 16,6-4-224-16,-6 12 110 0,-6 0 97 15</inkml:trace>
  <inkml:trace contextRef="#ctx0" brushRef="#br0" timeOffset="-104390.81">12880 12588 145 0,'0'0'114'0,"0"0"18"0,0 0-39 0,0 0-16 0,0 0 4 0,0 0-16 16,-15 29-20-16,2-29-2 16,13 0-10-16,0 0 23 15,0 0-32-15,0 0-3 16,0 0-4-16,0 0 8 16,0 0 11-16,0 0-1 15,0-16 11-15,0-17-45 16,0-6 8-16,0-10 7 15,0-3-12-15,19-16 0 16,3-4-4-16,-10-8 0 16,4 8-10-16,2 3-11 15,-12 17 3-15,-6 8 17 0,0 24-4 16,7 12 5-16,-7 4 1 16,0 4 28-16,0 0-29 15,0 0-5-15,0 0-39 16,0 0-24-16,0 15 3 15,0 18 35-15,0 8 16 16,-19 6 4-16,-15 9-1 16,0-4-51-16,0 4-38 15,3-15-214-15</inkml:trace>
  <inkml:trace contextRef="#ctx0" brushRef="#br0" timeOffset="-103706.68">13159 12488 484 0,'0'0'132'0,"0"0"-78"0,0 0 20 0,0 0-51 16,0 0 12-16,0 0-31 15,0 0 21-15,0 0-17 16,0 0 24-16,0 0 35 16,0 0-29-16,0 0-31 15,0 0-4-15,0 0 4 16,0 0-1-16,0 0-12 0,0 0 3 16,0-8-19-16,0 0-52 15,0-4-150-15,-18 9-69 16</inkml:trace>
  <inkml:trace contextRef="#ctx0" brushRef="#br0" timeOffset="-102709.78">13702 12131 524 0,'0'0'90'0,"0"0"-35"0,0 0 13 0,0 0-48 16,0 0 16-16,0 0 8 15,-16 0 14-15,16 0-13 16,0 0 20-16,0 0-24 16,0 0-33-16,0-12 5 0,10 1-10 15,8-2 11 1,23 5-9-16,-7 4-6 0,0 4 1 16,-9 0 0-16,3 0-9 15,-16 20 3-15,-12 13 0 16,0 3 5-16,0 0-2 15,0-5 3-15,0 2 4 16,-12-5 2-16,5-9-9 16,7-2 3-16,0-9-19 15,0 0-24-15,0-5 3 16,7 2 34-16,33-5 3 16,-15 0-8-16,-10 4 21 0,4 0-10 15,-13 4 2-15,-6 4 15 16,6 0-11-16,-6 9 7 15,0 6-8-15,0 5 19 16,-40 25 2-16,-25-6-23 16,-16 6 23-16,-6-13-15 15,19-12 20-15,15-16-27 16,35-13-8-16,18-3-29 16,0 0-70-16,0-23-111 15,46-13-194-15</inkml:trace>
  <inkml:trace contextRef="#ctx0" brushRef="#br0" timeOffset="-101877.02">14201 12183 290 0,'0'0'233'0,"0"0"-104"0,0 0-9 0,0 0-43 0,0 0 1 16,0 0-34-16,0 0 23 0,0 0-39 16,0 0 0-16,0 0-9 15,0 0-7-15,0 0-10 16,0 0 2-16,-18 0 10 15,-4 20-12-15,3 5 12 16,-9-6-10-16,16 6 9 16,-1-6-13-16,13-2-3 15,0-6-10-15,0-6-11 16,0 3 13-16,0-8 0 0,19 0 9 16,9 0 4-16,6 0-1 15,6 0 0-15,-9 0 17 16,10 0-13-16,5 0-3 15,-5 0-2-15,5 0 0 16,-6 12-3-16,-6-4-1 16,1 8 0-16,-17-1 8 15,-2 2-14-15,-10 7-4 16,-6-8 14-16,0 8 0 16,0 0 1-16,0 0 15 15,-13 4-15-15,-14-3-1 16,-1-2 1-16,-13-2-8 15,10-1 14-15,-3-1-14 16,-6-2-5-16,0-14-36 16,-1-3-14-16,13 0-55 0,16 0-70 15,6-23 71-15,6-13-258 16</inkml:trace>
  <inkml:trace contextRef="#ctx0" brushRef="#br0" timeOffset="-101543.89">14310 12208 173 0,'0'0'59'0,"0"0"68"0,0 0 38 16,0 0-26-16,0 0-34 0,0 0 21 15,18 0-63-15,-8 0-9 16,8 0-17-16,1 0-4 16,9 0-1-16,0 0-11 15,-4 0-9-15,17 0-9 16,-13 0-6-16,18-5-30 15,-12-7-39-15,-9-7-156 0,-9 2-422 16</inkml:trace>
  <inkml:trace contextRef="#ctx0" brushRef="#br0" timeOffset="-99112.14">8642 11466 327 0,'0'0'140'0,"0"0"-131"0,0 0 6 0,0 0-7 16,0 0 5-16,0 0 51 16,-41 8-5-16,35-8-24 15,6 0 22-15,0 0-20 16,0 0 14-16,0 0 2 16,0 0-12-16,0 0-14 15,0 0-17-15,0 0 13 16,0 0-22-16,0 0-2 15,0 0-3-15,0 0-14 16,0 0 18-16,0 0 1 0,0 0 22 16,0 0-14-16,0 0 5 15,0 0-12-15,0 0-2 16,12 0 8-16,1 0 8 16,2 0-4-16,-2 0 1 15,5 0 11-15,17 0-9 16,-1 0 8-16,6 0-22 15,0 0 5-15,-6 4 0 16,-3-4-9-16,10 3 9 16,-7 2-6-16,0-2 7 15,6 5-3-15,0 0 7 16,1 4-9-16,12-4 10 0,-1-3-10 16,1-2 3-1,3-3 0-15,-4 0-8 0,-5 5 7 16,-13-5-4-16,6 4 4 15,7 4-2-15,-1-4 12 16,-11 3-13-16,17 1 14 16,1-8-10-16,0 0-7 15,2 0 4-15,-2 0-2 16,0 0 1-16,-13 0 1 16,22 0-4-16,-15 0 7 15,-1 0-7-15,1 0 7 16,-1 0-5-16,1 0 3 15,5 0-3-15,1 0 2 0,-3 0-2 16,-4 0 0 0,1 0-2-16,6 0 0 0,5 0 4 15,-2-8-8-15,-9 5 11 16,12-1-10-16,-7 4 10 16,4-4-10-1,-9 4 5-15,5 0 0 0,-5 0-2 16,-1-4 8-16,1-4-15 15,6 3 19-15,2-3-14 16,4 5 6-16,3 3-4 16,-9 0 4-16,6 0-2 15,-6 0 0-15,3 0 0 0,-10-5-6 16,-12 2 9 0,13-6-6-16,-16 6 6 0,9 3-10 15,0 0 9 1,1 0-4-16,-7 0 0 0,0 0 2 15,0 0 5-15,-9 0-4 16,3 0-2-16,-10 0 2 16,23 0-1-16,-1 0 8 15,-6 0-5-15,6 0-2 16,-6 0 0-16,7 0-1 16,-4 0 2-16,13 0-5 15,-4 0 10-15,1 0-8 16,-7 0 8-16,13 0-11 15,-13 0 8-15,0 0-6 16,19 0 2-16,-6 0-3 16,3 0 3-16,-4 0-3 0,-5 0-5 15,6 0 12-15,-7 0-10 16,-6 0 10-16,16 0-8 16,9 0 4-16,4 0-4 15,-4 0-14-15,9 0 18 16,-6 0 2-16,-3 0 1 15,4 0-2-15,-11 0 4 16,1 0-7-16,-3 0 4 16,-15 0-4-16,-10 0-2 15,9 0 4-15,-6 0 0 16,0 0 3-16,0 0-8 0,6 0 10 16,-9 0-12-1,16 0 9-15,-13 0-3 0,0 0 1 16,0 0-5-16,0 0 2 15,-9 0 3-15,9 0-9 16,7 0 18-16,-13 3-16 16,18 9 12-16,-6-7-5 15,-9-2 0-15,10-3 3 16,-13 0-3-16,12 0-4 16,-15 0 2-16,9 0 1 15,-12 0-6-15,-10 0 13 16,0 0-12-16,-5 0 4 15,2 0-2-15,-3 0 4 0,0 0 0 16,7 0-1 0,-7 0-2-16,3 0-2 0,4 0 10 15,-7 0-6 1,0 0 13-16,6 0-20 0,-12 0 16 16,10 0-16-16,-10 0 17 15,0 5-9-15,6 7 2 16,0 7 9-16,0 6 17 15,0 7-17-15,1 4 4 16,2 4-10-16,-9 4-5 16,0-8 0-16,0-8-7 15,0-4-15-15,0-7-37 0,0-14-54 16,0-3-162 0,0 0-499-16</inkml:trace>
  <inkml:trace contextRef="#ctx0" brushRef="#br0" timeOffset="-96414.04">4201 13038 126 0,'0'0'168'0,"0"0"-82"0,0 0 22 0,0 0-52 0,0 0-8 0,0 0 2 16,0-8 16-1,0 8-32-15,0 0 7 0,0 0-3 16,0 0 26-1,0 0-26-15,0 0-22 0,0 0 7 16,0 0-15-16,0 0 15 16,0 0-12-16,0 0 21 15,0 0-14-15,0 0 6 16,0 0-11-16,0 0-8 16,28 0 13-16,6 0-17 15,13 0 12-15,6 0-12 16,-7 0 13-16,16 0-11 15,-9 0 11-15,0 0-11 0,-1 0 0 16,-18 0 6 0,28 0 0-16,-15 0-4 0,-1 0 1 15,13 0 0-15,-6 0-4 16,3-5-1-16,-3 5 0 16,-1-3 0-16,10-5 0 15,-3 8 4-15,-12 0 0 16,12 0-3-16,-10 0-4 15,10 0 8-15,0 0-3 16,-3 0 2-16,3-4-10 16,0-4 5-16,9-5-4 15,-9 10 1-15,3-9 3 0,-3 12 3 16,3 0 5 0,3 0-12-16,3 0 12 0,-15 0-6 15,12 0 1-15,-3-5-3 16,-3 2 0-16,-13-5 2 15,10 0-7-15,-9 8 8 16,-1-5-4-16,7 5 2 16,-13 0-2-16,13 0 7 15,-7 0-9-15,1 0 4 16,-7 0-1-16,1 0 4 16,-1 0-4-16,6 0-2 15,1 0 2-15,-1 0-3 16,4 0 13-16,9 0-8 15,9 0-2-15,-3 0 1 16,10 0-2-16,-10 0 0 16,-3 5-5-16,-9 3 12 0,-7 0-9 15,1-5 7-15,-1 2-6 16,1-5 4-16,8 0-4 16,-8 7 0-16,-1-2 1 15,20-2-1-15,-4-3 2 16,9 0-4-16,-3 8 10 15,-21-3-11-15,-1-5 16 16,-6 3-14-16,-12 2 3 16,6-1 0-16,-3 4 5 15,4-8-3-15,11 0-4 16,1 0 5-16,-1 0-8 0,22 0 12 16,-3 3-10-1,10 5 10-15,-7-3-11 0,-3-5 6 16,-3 8-4-16,-9-4 0 15,0-4 2-15,-1 0-6 16,-2 0 15-16,3 0-16 16,-7 0 13-16,7 0-12 15,9 0 12 1,9 4-6-16,10-4 0 0,-1 12-1 16,1-4-3-16,-7 4 8 15,4-4-7-15,-10 0 7 16,0-8-7-16,-3 8 6 15,-12-4-4-15,9 0 1 0,-9-4 0 16,-7 0 0-16,1 0 0 16,6 0-3-16,2 0 7 15,11 0-9-15,2 0 12 16,3 0-14-16,4 0 12 16,5 0-10-16,-5 0-2 15,-4 0 7-15,3 0-8 16,-5-4 9-16,-17 0-5 15,1-4 8-15,0 3-7 16,9-2 10-16,-10 3-7 16,-5-4 0-16,6-1 0 15,2 9 0-15,-2-3 4 0,6 3-4 16,-12 0 3 0,2 0-1-16,10 0 1 0,-6-5-6 15,-1-2 4-15,-2 7-1 16,3-4 0-16,0 4 0 15,-13-4-4-15,0 4 10 16,-12 0-12-16,3 0 12 16,3 0-11-16,0 0 19 15,13 0-20-15,-1 0 6 16,1 0 0-16,-1 0-1 16,1 0 5-16,-7 0-10 15,-6 0 13-15,19 0-14 16,-13 0 14-16,7 0-12 15,-1 0 9-15,-12 0-5 16,1 0 1-16,-1 0 0 16,6 0-2-16,0 0 4 15,1 0-6-15,11 0 11 0,13 0-13 16,4 0 14-16,5 0-10 16,-9 0 4-16,3 0 2 15,-9 0-4-15,3 0 4 16,-25 0-5-16,-2 0 12 15,-14 0-8-15,-8 0 8 16,5 0-14-16,-2 0 10 16,2 4-7-16,-2 0 0 15,-4-4 0-15,1 0-1 16,-7 0 6-16,0 0-10 0,16 7 14 16,12-2-18-16,-9-2 18 15,3 2-12-15,0-1 3 16,-16-4-11-16,-12 0-36 15,6 0-32-15,-6 0-100 16,0 0-427-16</inkml:trace>
  <inkml:trace contextRef="#ctx0" brushRef="#br0" timeOffset="-95249.49">8493 13636 379 0,'0'0'150'0,"0"0"-95"0,0 0 9 0,0 0-7 0,0 0-32 0,0 0 46 16,0 0 24-16,0 0-37 16,0-9 4-16,0 9-19 15,0-8-1-15,9-11-31 16,3-10-3-16,1-3-5 15,15-9 6-15,6-3-7 0,-9 8-2 16,-4 13 0 0,-2 7-5-16,-13 16 0 15,0 0-11-15,-6 0 12 0,10 0-21 16,-10 0 22-16,6 28-20 16,-6 12 11-16,0 11 0 15,0 10-23-15,0 3 18 16,-16 4-5-16,-21 5 17 15,-12-10 5-15,2-7 9 16,16 1-9-16,9-25 13 16,10-20-5-16,6-12 5 15,6 0-13-15,0 0-9 16,0-16-24-16,0-8 31 0,6 4 2 16,19 17 8-16,-4 3 9 15,-2 0 1 1,21 11 45-16,-6 21-30 0,13 0-4 15,-7 1-17-15,1-10-12 16,-1-7-6-16,-6-4-35 16,0-4-29-16,-9-3-34 15,-3-2-36-15,-10-3-7 16,-6 0-106-16</inkml:trace>
  <inkml:trace contextRef="#ctx0" brushRef="#br0" timeOffset="-94715.25">9029 13804 334 0,'0'0'174'0,"0"0"-100"0,0 0 16 0,0 0-12 0,0 0-13 0,0 0-6 16,0 0 8-16,0 0-39 15,0 0 11-15,0 0-22 16,0 0-16-16,0 0-1 0,0 0-1 16,0-8-4-1,0-8 4-15,0 0-7 0,6 7-25 16,-6 6 8 0,0 3-153-16,7 0-36 15,8 0-13-15</inkml:trace>
  <inkml:trace contextRef="#ctx0" brushRef="#br0" timeOffset="-93733.05">9609 13968 202 0,'0'0'91'0,"0"0"-74"0,0 0 31 0,0 0-32 16,0 0 43-16,0 0 15 16,0 0-16-16,0 4-16 15,0-4 43-15,0 0 28 16,0 0-22-16,0-8-34 15,0-16-45-15,0-8-6 16,0-8 0-16,0-9 0 16,0 2-6-16,0-1 0 15,0-1 18-15,0 13-14 16,0 0-4-16,0 4 2 16,0 0-11-16,0 8-18 0,0 4-7 15,0 15 15-15,0 5 19 16,0 0-13-16,0 0 11 15,0 25-7-15,0 15 9 16,-25-8 0-16,-9 8-26 16,6-8-20-16,3-4 6 15,10 1 7-15,15-6-3 16,0-7-91-16,0-4-315 16</inkml:trace>
  <inkml:trace contextRef="#ctx0" brushRef="#br0" timeOffset="-85323.15">1817 15681 165 0,'0'0'251'0,"0"0"-212"0,0 0 29 0,0 0 9 0,0 0-16 16,0 0 7-16,0 0-12 16,6-13 21-16,-6 13-25 15,0 0 11-15,0 0-9 16,0-3-1-16,0 3-23 16,0-5-4-16,0 1-12 15,13-7 0-15,8-5 6 16,-2-9-11-16,21-6 14 15,1-10-14-15,11-3 22 16,10-8-31-16,3-4 6 16,4 0-6-16,-17-8-5 0,-5 20-3 15,-7 0-18-15,-27 8 9 16,49 19-32-16,-22 9 2 16,-15 0-42-16,-10 8-27 15,-15 0-117-15,-22 0-188 16</inkml:trace>
  <inkml:trace contextRef="#ctx0" brushRef="#br0" timeOffset="-84856.64">1777 15255 530 0,'0'0'75'0,"0"0"-5"0,0 0-4 0,0 0-55 0,0 0 9 0,0 0 33 16,93 5 28-16,-59 26-32 16,6 2 12-16,-15-5-25 15,25 0-24-15,-13-4-8 16,3 8-2-16,16-5 0 15,-3 3 10-15,-7-7-20 16,1 9 16-16,-1 0-16 16,22 8-10-16,-9-4-26 15,-12-8-25-15,-7-3-40 16,-34-14-50-16,-6-11-90 16,0 0-179-16</inkml:trace>
  <inkml:trace contextRef="#ctx0" brushRef="#br0" timeOffset="-84175.03">2859 15496 169 0,'0'0'488'0,"0"0"-435"0,0 0 5 0,0 0-12 15,0 0-41-15,0 0 0 16,40 0 72-16,-18 0-30 16,3 0 18-16,9 0 0 15,6 0-50-15,0 0 6 0,7 0-16 16,-7-8-5-16,7-4-1 16,-19 12-5-16,-10-4-25 15,-5 0-10-15,2 4-25 16,-2-8-52-16,-13 0-42 15,0 8-130-15</inkml:trace>
  <inkml:trace contextRef="#ctx0" brushRef="#br0" timeOffset="-83969.53">2859 15496 458 0</inkml:trace>
  <inkml:trace contextRef="#ctx0" brushRef="#br0" timeOffset="-83790.54">2859 15496 458 0,'99'-236'246'0,"-99"236"-160"16,9 0 24-16,16 0 47 0,-9 0-114 16,15 0-16-1,-10 0 4-15,-8 0-20 0,15 0 20 16,-16 0-29-16,22 0 4 16,0 0 1-16,-9 0-9 15,9 0 2-15,7 0-25 16,-23-5 3-16,22 2-14 15,-5-10-38-15,-8-2-74 16,-14 7-171-16</inkml:trace>
  <inkml:trace contextRef="#ctx0" brushRef="#br0" timeOffset="-81944.06">4096 15191 326 0,'0'0'84'0,"0"0"-64"0,0 0-14 0,0 0-1 15,0 4 53-15,0-4 1 16,0 0 1-16,0 0-7 16,0 0 21-16,0 0 15 15,0 0-28-15,0 0-7 16,0 0-33-16,0 0 12 16,0 0 0-16,0-20-1 15,0-19-7-15,0-6-17 16,12-15 15-16,10 4-13 15,3-1 12-15,-10 1-16 16,16 4-6-16,-15 4 0 16,-4 8-11-16,10 16 1 0,-16 12 9 15,0 12-13-15,-6 0 25 16,0 0-22-16,0 0 5 16,0 24-28-16,0 24 25 15,-34 4-19-15,0 0-73 16,-12 1-101-16,12-9-131 15</inkml:trace>
  <inkml:trace contextRef="#ctx0" brushRef="#br0" timeOffset="-81210.9">4471 14710 379 0,'0'0'65'0,"0"0"-27"0,0 0 28 0,0 0 3 16,0 0-5-16,0 0-1 15,53-60-25-15,-19 56 41 0,-9 4-34 16,-3 0-11-16,-10 0-25 15,10 0-9-15,-16 24-8 16,-6 16-5-16,0 12 7 16,0 1-7-16,-28 6 0 15,-12-2 0-15,-7-9 13 16,13-12 1-16,9-8 4 16,19-16 10-16,-3-12-3 15,9 0-12-15,0 0-49 16,0 0 39-16,15-16 10 0,10 0 33 15,3 0-8 1,-10-1 9-16,-2 17-4 16,9 0-3-16,-10 0-6 0,4 0-21 15,9 0 6-15,-10 0-3 16,17 0-6-16,-23 0-62 16,3 17-62-16,-15 7-117 15,0 12-353-15</inkml:trace>
  <inkml:trace contextRef="#ctx0" brushRef="#br0" timeOffset="-80411.05">5305 14558 563 0,'0'0'127'0,"0"0"-49"0,0 0 22 0,0 0-72 16,0 0-21-16,0 0 17 0,13 11 17 16,-13 6 5-16,0-6-10 15,0 2 11-15,15 3-30 16,-15 12 17-16,13 4-27 16,-13 4 6-1,6 0-13-15,-6-7-13 0,0-14-6 16,0-2-11-16,0-13-36 15,0 8-68-15,0-8-88 16,0 0-167-16</inkml:trace>
  <inkml:trace contextRef="#ctx0" brushRef="#br0" timeOffset="-80011.95">5132 14738 478 0,'0'0'78'0,"0"0"32"0,0 0-25 0,0 0-51 0,0 0 79 15,0 0-52-15,80 0-1 16,-52 0-17-16,-15 0-14 15,5 0-19-15,-2 0-10 16,2 0-2-16,10 0-64 16,6 0-3-16,-3 0-76 15,-15 0-33-15,-10 0-217 16</inkml:trace>
  <inkml:trace contextRef="#ctx0" brushRef="#br0" timeOffset="-79429.5">5067 15070 435 0,'0'0'207'0,"0"0"-116"0,0 0 15 0,0 0-48 0,0 0-45 0,0 0 39 0,139 0-10 15,-92 0 19-15,-1 0-45 16,-12 0-1-16,0 0-15 16,-9 0-5-16,-13 0-7 15,4 0-56-15,-10 0 6 16,0 0-73-16,7 0-12 15,-4 0-97-15</inkml:trace>
  <inkml:trace contextRef="#ctx0" brushRef="#br0" timeOffset="-78879.93">5653 15127 640 0,'0'0'72'0,"0"0"2"16,0 0-4-16,0 0-35 16,0 0-1-1,0 0-8-15,179 109-19 0,-129-85 1 16,-25-4 6-16,-3 0-12 15,2 4 8-15,-8-4 3 16,-10 4-8-16,6-4 10 16,1-4-15-16,-13-8 0 15,15-4 0-15,-15-4 0 16,0 0-24-16,0-16 14 0,0-44 10 16,0-28 0-16,19-28 3 15,9-17-3-15,-3-11 0 16,21-13-16-16,10 13-54 15,-10 3-93-15,7 29 141 16,-19 32-12-16,-15 28-14 16,-4 27 35-16,-15 25 11 15,0 9-46-15,0 35-338 0</inkml:trace>
  <inkml:trace contextRef="#ctx0" brushRef="#br0" timeOffset="-69919.29">6784 15336 306 0,'0'0'110'0,"0"0"-96"0,0 0 41 0,0 0-1 0,0 0 27 0,0 0-19 16,0 0 3-16,0 27-30 15,0-27 31-15,0 0-4 16,0 5-19-16,0-5-8 15,0 0-11-15,0 0 12 16,0 0-22-16,0 0 12 16,0 0-26-16,0 0 31 15,0-5-16-15,0-18 4 16,0-9-12-16,0-9-6 16,0-10 11-16,0-10-11 15,0-7 7-15,0-12-2 16,0 12-12-16,6 8 4 15,7 4 1-15,-7 20 0 0,-6 7-11 16,0 14 5-16,0 15 7 16,0 0 0-16,0 0 0 15,0 0-3-15,0 0-13 16,0 0 11-16,0 15-5 16,0 1-4-16,0 17-6 15,0-10-14-15,-6 9-21 16,-7 1-38-16,-8-2-43 15,2-3-23-15,-3-7-78 16</inkml:trace>
  <inkml:trace contextRef="#ctx0" brushRef="#br0" timeOffset="-69056.36">7184 14646 234 0,'0'0'214'15,"0"0"-98"-15,0 0 10 0,0 0-34 0,0 0-51 16,0 0-2-16,0 36-23 16,0-16-10-16,0 4-1 15,-21 1-4-15,14-2 13 16,-5 1-3-16,0 1 20 0,-10 6-21 16,9 2 14-16,-14-2-21 15,20-6 7-15,1-1-10 16,6-8-1-16,0-9-4 15,0 1-23-15,0-3 7 16,0-5-13-16,0 0 8 16,13 0 19-16,21 0 6 15,-6 0 1-15,18 0 0 16,-12 0-1-16,-3 0 4 16,-3-13-7-16,0 6 10 15,-3-1-10-15,3-5 6 16,-3 2-4-16,2 3-11 15,-5-1 8-15,-9 6-2 16,-7-5-5-16,-6 0 6 0,0-4 6 16,6-1-8-16,-6 2-3 15,0 2 10-15,0 6-15 16,0-2 1-16,0 5 12 16,0 0 3-16,0 0 7 15,0 0-5-15,0 0 22 16,0 5-4-16,-12 7 10 15,-10 12-23-15,3 7 24 16,-2 2-25-16,8 7 19 16,-5 8-9-16,2-8 8 15,10 9 0-15,-7-10-9 16,7-6-5-16,-16-5-4 16,22-12-8-16,0-1 2 15,-6-2-1-15,6-13-28 16,0 0-24-16,0 0-88 0,0 0-32 15,0 0 3-15,0 0-43 16</inkml:trace>
  <inkml:trace contextRef="#ctx0" brushRef="#br0" timeOffset="-68155.96">7798 14654 238 0,'0'0'113'0,"0"0"-94"0,0 0 50 0,0 0-51 0,0 0-18 0,0 0 0 15,6 0 18-15,-6 0-9 16,0 0 5-16,0 0 36 15,0 0 45-15,0 4-12 16,0 0-40-16,0 4 20 16,0 4-27-16,0 8-21 15,-24 4-8-15,-4 1 1 16,3 11 0-16,-3-8 0 16,-6 16 2-16,6 0-6 15,3-4 15-15,3-4-7 16,4-8-2-16,12-9-8 15,-1-14-2-15,7 3 0 16,0-8-14-16,0 0-14 16,0 0-42-16,0 0 47 0,0 0 23 15,25 0 15-15,9-8-1 16,-6 3-5-16,-3 2-7 16,3-1 5-16,0 0-7 15,3 4-12-15,-3 0 11 16,6-8-30-16,-9 8-11 15,-10-4-5-15,-2 4 33 16,-7-13-2-16,-6 10 16 16,12 3 3-16,-2-8 3 15,-10-4 8-15,6 4-13 16,25-8-2-16,-3 7-21 16,0-2-10-16,-4 3-30 0,-24 3 31 15,0 5-2-15,10 0 27 16,-10 0 6-16,0 0 59 15,0 0 9-15,-16 0-27 16,-18 21-16-16,-6 7-16 16,9 3 34-16,3 10-28 15,-6-2 12-15,9-2 5 16,19-8-1-16,-22 2 6 16,22-15-12-16,6-4-18 15,-7 4 3-15,-2-3-20 16,9 2 10-16,0 1-20 15,-6 9-36-15,0-2-63 0,-1-2-34 16,1-1-71 0,-6-20 27-16</inkml:trace>
  <inkml:trace contextRef="#ctx0" brushRef="#br0" timeOffset="-60011.87">8260 15159 151 0,'0'0'81'0,"0"0"-36"0,0 0 78 0,0 0-47 0,0 0-28 0,0 0 6 16,0 0 0-16,-6 0-2 0,6 0-29 15,0 0 7 1,0 0-1-16,0 0 7 0,0 0 4 16,0 0 7-16,0 0-23 15,0 0-3-15,0 0-14 16,0 0 2-16,0 0 1 16,0 0 1-16,0 0 20 15,0 0-21-15,0 0 38 16,-6 0-23-16,6 0 9 15,0 0-21-15,0 0 0 16,0 0-9-16,0 0-4 16,0 0-1-16,0 0 1 15,0 0-8-15,18 0 16 16,29 0 5-16,-1 0-6 16,1-8 5-16,15 1-11 0,-3-1-1 15,3-9-2-15,-16 17-1 16,-5-8-1-16,-16 8-3 15,-19 0 7-15,-6 0-25 16,0 0-1-16,0 0-73 16,0 0-127-16,0 0-389 15</inkml:trace>
  <inkml:trace contextRef="#ctx0" brushRef="#br0" timeOffset="-52835.19">9243 15324 220 0,'0'0'228'0,"0"0"-212"0,0 0-4 0,0 0-5 0,0 0-5 16,0 0 11-16,0 0 8 15,0 12 12-15,0-12 28 16,0 4 26-16,0-4-33 15,0 0-3-15,0 0 2 16,0 0-27-16,0 0 2 16,0 0-10-16,0 0 16 0,0-21-33 15,0-15 38 1,0-16-1-16,0-7 7 0,0-10-28 16,34-3-17-1,-15 8 0-15,9 0 3 0,-3-1-14 16,2 14 8-16,1 7-30 15,-9 11-16-15,-13 30 24 16,-6 3-21-16,0 0 11 16,0 19 24-16,0 21 11 15,-25 1-1-15,-3-10 1 16,-12 10-4-16,12-17-50 16,16 7-14-16,-7-11-58 15,10-7-60-15,3-13-218 16</inkml:trace>
  <inkml:trace contextRef="#ctx0" brushRef="#br0" timeOffset="-51935.19">9745 14686 381 0,'0'0'154'0,"0"0"-109"0,0 0 30 0,0 0-40 16,0 0-21-16,-201 209 8 15,179-186 12-15,10-2-28 16,-1-1 6-16,-2-4 17 15,15-4 6-15,0-1-1 16,0-2-27-16,0 3 5 16,0-8-7-16,28-4-5 15,6 0 8-15,-16 0-2 16,4 0-5-16,-3 0 9 0,3 0-9 16,12 0 0-1,-3 0-1-15,-3 0-2 0,-1 0 2 16,11 0-15-16,-17 0 13 15,-2 0-10-15,-4-8 2 16,-15 0-18-16,13 8 18 16,-13-9-4-16,0 1-18 15,0 5 20-15,0-5 7 16,0 4 1-16,0 4 5 16,0-8-1-16,0 8 0 15,0 0 13-15,0 0 17 16,0 0 22-16,0 20-4 0,0 8-37 15,0 12 4 1,-40 0 1-16,27-4 4 0,-9-8-15 16,10 8 16-16,6-12-16 15,6-4-4-15,-13-4-1 16,13 1-1-16,0-6-14 16,-9 6-31-16,9-6 21 15,-6 10-50-15,-6-6-23 16,5 1-79-16,7 1-154 15</inkml:trace>
  <inkml:trace contextRef="#ctx0" brushRef="#br0" timeOffset="-51436.78">10024 15159 508 0,'0'0'37'0,"0"0"-20"0,0 0 43 0,0 0-37 16,0 0-1-16,0 0-6 0,81 72 14 16,-68-67-18-16,2-2 25 15,-9-3 6-15,0 0-4 16,-6 0-12-16,13 0 10 16,9 0-5-16,-4-20-14 15,10-16 15-15,6-11-20 16,-9-2-2-16,-3 1-11 15,-10-4-2-15,0 4-22 16,-12 4-16-16,0 11 15 16,0 9 6-16,0 16 19 15,-18 8 4-15,-22 0 16 16,-22 0 18-16,-4 16-26 0,-8 17-12 16,15 3 0-1,6 0-2-15,19-4 2 0,13 0-2 16,21-4-80-16,0-4-135 15,0 0-406-15</inkml:trace>
  <inkml:trace contextRef="#ctx0" brushRef="#br0" timeOffset="-49321.07">6415 14120 25 0,'0'0'378'0,"0"0"-299"0,0 0-49 0,0 0 10 15,0 0-33-15,0 0-1 16,-28 28 6-16,28-28 0 16,0 0 15-16,0 0 39 15,0 0 13-15,0 0-25 0,0 0-17 16,0 0-18 0,0 0 15-16,0 0-17 0,0 0-14 15,0 0-3 1,0 0 0-16,0 0 0 0,0 0 3 15,0 0 3-15,0 0 4 16,0 0 2-16,0 0-1 16,0 0 6-16,35 0 12 15,11 0 0-15,1 0-4 16,8 0-23-16,-2 0 7 16,-13 5-1-16,1 2-7 15,-10-2 6-15,-3-2 1 0,6 2 7 16,0-2-15-1,19-3 16-15,5 0-3 0,-2 0-4 16,9 0-2 0,-12 0-7-16,-6 0 0 0,15 0-6 15,-28 0 3 1,12 0 3-16,-5 0 0 0,-1 0 2 16,0 0 1-16,-3 0-3 15,4 0 2-15,-1 0-1 16,0 0-1-16,7 0-3 15,-1 5 1-15,16 3 2 16,-3 0 0-16,22 7-6 16,12-7 12-16,-6-3-3 15,-7-5-1-15,-27 0-2 16,-3 0 0-16,-13 0 0 0,3 0-1 16,-12 0 3-16,6 12-4 15,-9-9 0-15,3-3-5 16,6 0 14-16,12 0-7 15,1 8 9-15,-1-3-12 16,7-5 6-16,-6 8-3 16,9-4 4-16,-10 4-3 15,1 0-2-15,-7-8 11 16,0 8-15-16,-15-8 14 16,3 8-18-16,6-4 16 15,0-4-7-15,-3 4 3 16,3 5-3-16,7 2 8 15,-1-7-7-15,0 12-2 16,19-8 5-16,-12 4-2 0,-7-8 2 16,0-4-7-16,-12 0 3 15,12 0 0-15,1 0 0 16,-10 0 4-16,9 0-6 16,0 0 6-16,7 0-6 15,2 0 8-15,10 0-4 16,0 0-2-16,-3 0 0 15,-3 0 0-15,-13 0-2 16,0 0 0-16,1 0 4 16,-16 0-1-16,21 0 0 15,-6 0-2-15,1 0 2 0,5 0-5 16,1 0 6 0,-7-4-2-16,0 4 0 0,-6 0 1 15,-6 0-7 1,-3 0 10-16,-3-4-10 0,3 4 12 15,-4 0-7-15,-14-8 1 16,11 8-1-16,-9 0-2 16,4-3 1-16,-13 3 0 15,18-5 2-15,-8 5 0 16,2-4 0-16,1 4 1 16,-13-4 0-16,0 4 1 15,15 0-2-15,-15 0-2 0,0 0 2 16,0 0 0-1,0 0 16-15,0 0-12 0,0 0 24 16,0 0-4-16,0 13 4 16,0 6-17-16,0 6 6 15,0-2-15-15,0-7-2 16,0 4-10-16,0 1-11 16,0-1-11-16,0 0-31 15,-15 4-11-15,-10-4-125 16,15-9-190-16</inkml:trace>
  <inkml:trace contextRef="#ctx0" brushRef="#br0" timeOffset="-47456.55">4062 15617 420 0,'0'0'116'0,"0"0"-108"0,0 0 11 0,0 0 34 16,0 0-42-16,0 0 44 16,-53-13-2-16,47 13-36 15,0-3 41-15,6-2-22 16,0 5-6-16,0 0-30 16,0 0 24-16,0 0-9 15,0 0 36-15,0 0 7 16,0 0-23-16,0 0-16 0,0 0-17 15,0 0-4 1,0 0-8-16,6 0 8 0,19 0 4 16,9 0 11-16,12 0-7 15,10 0 0-15,-3 0-3 16,6 0-1-16,15 0-4 16,7 0 7-16,-16 0-8 15,9 0 4-15,-5 0-2 16,-10 0 1-16,21 0-1 15,-15 0 1-15,10 0 9 16,-1 0-9-16,7 0 2 16,-10 0-8-16,-3 5 12 15,7-2-7-15,-10-3 2 0,15 13 0 16,-18-10-1 0,-3-3 4-16,-6 0-10 0,0 0 13 15,-7 9-12-15,4-1 14 16,-4-5-13-16,-15 2 12 15,31-5-16-15,-15 0 17 16,-1 0-14-16,29 8 7 16,5-8-2-16,-2 3 0 15,18 6 8-15,-25-6-10 16,16 5 5-16,-12-8-1 16,5 5 1-16,-12-2-4 15,-2 6 1-15,2-1 0 16,-9 0-1-16,9 0 1 15,-3 0-3-15,3-4 8 0,-3 0-6 16,4-4 6-16,-11 7-10 16,17 1 12-16,-7-8-9 15,3 8 2-15,-2 1 0 16,-4-5 2-16,3 0 0 16,-9-4 0-16,3 11 2 15,19-2 1-15,-4-5-3 16,-3 4-1-16,1 0 5 15,-22-1-2-15,-7-7 1 16,7 9-4-16,3-5 6 16,3 0-4-16,9-4 0 15,-3 0 6-15,-3 0-10 16,3 0 6-16,3 8-2 0,-3-3-1 16,4-2 0-16,-4 0-2 15,-3 2 0-15,-10-5-2 16,1 0 4-16,3 0 1 15,-3 0 1-15,6 0-4 16,9 0 4-16,-9 0-1 16,9 0 4-16,-9 0-7 15,-7 0 6-15,4 0-4 16,-3 0 2-16,-6 0 0 16,5 0-4-16,-11 0 3 15,11 0-5-15,4 12 4 16,3-8-2-16,-13 5 5 0,7-1-1 15,9-5-8-15,-15 1 8 16,-13-4-7-16,-16 0 11 16,4 0-13-16,-16 0 5 15,1 0-2-15,-7 0 2 16,6 0 0-16,-6 0-3 16,0 0 2-16,0 0 1 15,0 0-47-15,0 0-19 16,0-15-140-16</inkml:trace>
  <inkml:trace contextRef="#ctx0" brushRef="#br0" timeOffset="-45973.89">6716 16210 282 0,'0'0'213'0,"0"0"-163"0,0 0 30 0,0 0-34 0,0 0-26 16,0 0 16-16,0 0 2 16,0 3-29-16,0 2 17 15,0-5-7-15,0 0-1 16,0 0 2-16,0 0-6 15,0 0 11-15,0 0-3 0,0 0 16 16,0 0-1-16,0 0 14 16,0 0-17-16,0 0-8 15,0 0-26 1,0-16-2-16,0-9 1 0,0 2 1 16,0-1-2-16,0-1 5 15,0 2-6-15,12-6-10 16,16 1-18-16,0 13-18 15,-9-1 19-15,-1 11-11 16,-8 5 6-16,8 0-8 16,-5 13 43-16,2 18 26 15,-2 2-18-15,-1 3-4 16,-3 0-2-16,-9 8-4 16,0 12 4-16,0 4 0 0,-21 4 2 15,-26 13-3-15,1-10-2 16,-16 2 4-16,3-13 5 15,12-12-8-15,-5-16 0 16,24-12-25-16,21-16-7 16,7 0-2-16,0 0-28 15,0 0-94-15,0-8 156 16,0 8 13-16,0-3 24 16,7 3 13-16,33 0-10 15,0 0 37-15,13 23-24 16,-7-7-30-16,1-3-20 15,-1-1 3-15,-11-9-8 16,-7 2 5-16,-10-2-6 16,-9-3 13-16,4 5-17 15,-7-5 7-15,6 0-4 0,4 0-87 16,3 0 24-16,2-28 19 16,-2-9-89-16,-13 5-18 15</inkml:trace>
  <inkml:trace contextRef="#ctx0" brushRef="#br0" timeOffset="13291.89">10673 16082 293 0,'0'0'135'0,"0"0"-62"0,0 0-12 0,0 0-5 16,0 0-22-16,0 0 5 16,0 0 7-16,0 0-21 15,0 0 16-15,0 0 19 0,0 0 3 16,0 0-30-16,0 0 12 15,0 0-6-15,0 0-36 16,0 0 14-16,0 0-16 16,0 0 19-16,0 0-2 15,0 0 14-15,0 0-13 16,0 0 1-16,0 0 1 16,0 0-7-16,0 0 9 15,0 0-17-15,0 0 21 16,0 0-26-16,27 0-1 0,-2 0 1 15,9 0-1 1,13 0 0-16,-7 0 3 16,7 0-8-16,-7 0 10 15,-12 0-10-15,12 0-13 0,-15-5 3 16,3 2-47-16,0-5 17 16,12 8-78-16,-21 0-84 15,-19-5-226-15</inkml:trace>
  <inkml:trace contextRef="#ctx0" brushRef="#br0" timeOffset="13841.83">10638 15813 425 0,'0'0'271'0,"0"0"-225"0,0 0 62 0,0 0-18 16,0 0-36-16,0 0 19 16,162-8-20-16,-100 0-27 15,-10-5-4-15,-5 2-21 0,-7 11 4 16,-6-8-5-16,-15 8-23 15,9-9-32-15,-10 9-136 16,-18 0-405-16</inkml:trace>
  <inkml:trace contextRef="#ctx0" brushRef="#br0" timeOffset="22252.28">5138 12841 87 0,'0'0'187'0,"0"0"-128"0,0 0-20 0,0 0 21 0,0 0-28 16,0 0-17-16,0 0 11 0,0 24-10 16,0-24 10-16,0 0 12 15,0 0 27-15,0 0-14 16,0 0-7-16,0 0 5 15,0 0 0-15,0 0-3 16,0 0-32-16,0 0 0 16,0 0-4-16,0 0 11 15,0 0-12-15,0 0 5 16,0 0-3-16,0 4 0 16,0-4-10-16,0 0 0 0,0 0 17 15,0 0-18 1,0 0 10-16,0 0-5 15,0 0 15-15,0 0 6 16,0 0-4-16,0 0-5 0,0 0-12 16,0 0 0-16,-6 0 1 15,-7 0-4-15,13 0 3 16,-15-4-4-16,2-3-1 16,1-6-4-16,0-3-3 15,-4 4 6-15,4 0 1 16,-10-4 0-16,9 0 0 15,1-4-1-15,6 4-9 16,-10 0 9-16,10-1-6 16,0 6 13-16,0-1-6 15,0 4 0-15,-1 0-1 0,7-9-1 16,0 1-13-16,0 1 9 16,-9 7-1-16,9-8-1 15,0-1-2-15,0 1 10 16,0-4 0-16,0 4 0 15,0-4-4-15,0 4 9 16,0 0-10-16,0 1 10 16,0-6-15-16,0 6 20 15,0-6-15-15,0 4 8 16,0 2-6-16,0-1 6 16,0 0-7-16,0 8 5 15,0-9-1-15,0 6 0 16,0-1 3-16,0-4-10 0,0 8 14 15,0-1-14-15,0 1 8 16,0-3-3-16,0-1 2 16,0-4 0-16,9 3-1 15,-2-2 2-15,-1-1-2 16,0-1-1-16,6 1-6 16,4-4 8-16,-10 4 0 15,6 0 0-15,-5 8 2 16,-1-8-8-16,9 4 12 15,-8 0-15-15,-1 0 22 16,0 4-16-16,0-8 6 16,4 0-6-16,-4 8 7 15,12-16-12-15,4 3 8 16,-3 2 0-16,-7 2-2 0,4 6 6 16,-10-1-4-16,-6 7 0 15,0 5 4-15,0 0-4 16,0 0 0-16,0 0-5 15,0-3 5-15,12-5-1 16,-12 8-1-16,22-8-3 16,-16 0 10-16,-6-1-10 15,6 9 11-15,-6 0-12 16,0 0-2-16,0 0 3 16,0 0-4-16,0 0 9 0,0 0 0 15,0 0 4 1,0 0-9-16,0 0 13 0,0 0-11 15,0 0 4-15,0 0-2 16,0 0-17-16,0 0-3 16,0 0 14-16,0 0 7 15,0 0 0-15,0 0 6 16,0 0-7-16,0 0 6 16,0 0 7-16,0 0-12 15,0 0 19-15,0 0-19 16,0 0-1-16,0 0-4 15,0 0 10-15,0 0-9 16,0 0 8-16,0 0-8 0,0 0 11 16,0 0-16-1,0 0 2-15,0 0-11 0,0 0-114 16,-12 0-361-16</inkml:trace>
  <inkml:trace contextRef="#ctx0" brushRef="#br0" timeOffset="39771.96">11944 15604 277 0,'0'0'443'0,"0"0"-404"0,0 0 3 0,0 0-8 15,0-272-27-15,0 207 14 16,0 9-8-16,0 20 12 16,0 5 4-16,0 6 22 15,0 13 0-15,0 0-29 0,-6 12 5 16,-4 0-24-16,-2 0-1 15,12 0-2-15,0 0-9 16,-6 0 9-16,-13 8 3 16,10 16 5-16,-10 8-8 15,-9 4-7-15,16 5-32 16,-16 3-42-16,16-5-85 16,-1-6-61-16,7-17-180 15</inkml:trace>
  <inkml:trace contextRef="#ctx0" brushRef="#br0" timeOffset="40521.19">12269 15067 297 0,'0'0'142'0,"0"0"-85"0,0 0 4 0,0 0-12 0,0 0-7 16,0 0 28-16,0 3-26 0,0-3 28 16,0 0-21-16,0 0 5 15,0 0-25 1,0 0-24-16,0 0-3 0,0 0 0 16,0 0-4-16,0 0 0 15,0 0-4-15,0 13 4 16,16-5-1-16,-10 12-2 15,0 5 3-15,7 6 0 16,-13 10 3-16,0 6-7 16,0 6-12-16,0 2 5 15,0-2-21-15,-25-6 29 16,3-6 5-16,10-16-2 0,12-14 17 16,0-11-1-1,0 0 1-15,0 0-16 0,0 0-2 16,0 0 9-1,18 0 10-15,4 0 31 0,-16 0-7 16,7 0-33-16,2 0 0 16,-2 0-5-16,-1 17 4 15,10-1-8-15,-4-9-8 16,10 1-18-16,13-3-65 16,-17-5-21-16,4 0-201 15</inkml:trace>
  <inkml:trace contextRef="#ctx0" brushRef="#br0" timeOffset="41169.08">13147 14983 174 0,'0'0'401'0,"0"0"-377"0,0 0 38 0,0 0-9 0,0 0-24 0,0 0 2 16,-68 104 64-16,68-72-35 15,-7 4-20-15,7 0 7 16,0-3-23-16,-6 3-1 16,0-5-22-16,6-3 9 15,0-3-10-15,0-6 0 16,0-2-43-16,0-9-1 16,0 4-47-16,0-8-36 15,-15-4-24-15,15 0-69 0,0 0-164 16</inkml:trace>
  <inkml:trace contextRef="#ctx0" brushRef="#br0" timeOffset="41502.67">12846 15288 188 0,'0'0'116'0,"0"0"54"0,0 0-53 16,0 0-26-16,0 0-4 16,0 0 0-16,0-13-9 15,0 10-37-15,19-2 40 16,9-2-49-16,0 7 7 15,3 0-37-15,3-5 3 16,6 5-2-16,-6-3-3 16,0-5-5-16,3 3-41 15,-9 2-16-15,19-2-76 16,-25-2-51-16,2 7-262 16</inkml:trace>
  <inkml:trace contextRef="#ctx0" brushRef="#br0" timeOffset="42068.02">12831 15632 495 0,'0'0'63'0,"0"0"45"0,0 0-7 0,0 0-19 0,0 0-21 0,0 0-7 15,155 21-28-15,-115-21-24 16,0 0 18-16,1 0-3 16,-1 0-5-16,-22 0-12 15,29 0-10-15,-25 0-32 16,12 0-35-16,-16 0-141 15,-18 0-248-15</inkml:trace>
  <inkml:trace contextRef="#ctx0" brushRef="#br0" timeOffset="45497.92">13742 15580 118 0,'0'0'245'0,"0"0"-240"0,0 0 56 0,0 0 9 0,0 0-37 15,0 0 5-15,0 0 28 16,19 101-16-16,-13-85-1 0,-6-4-18 16,16-4-16-16,-16 0-2 15,6-4-2-15,-6-4 12 16,6 0-8-16,-6 0 33 15,0 0-16-15,0 0 17 16,6 0-10-16,-6 0-11 16,0 0-28-16,0-32 4 15,6-28 3-15,1-20-6 16,2-5 31-16,-3-15-22 16,-6-5-8-16,0-3 12 0,0 4-12 15,6 8-1 1,-6 11 4-16,13 5 3 0,-13 16-3 15,0 11-5-15,0 9 8 16,0 21-20-16,0 10 15 16,0 2-3-16,0 11 0 15,6 0 3-15,-6 0-8 16,0 0 1-16,6 0 4 16,10 0 3-16,8 0 17 15,23-17-3-15,21 9 10 16,0 0-11-16,-3 1-14 15,-12 7 2-15,9 0-3 16,-22 0-2-16,-5 0-14 16,2 0-13-16,-22 0-65 0,10 0-61 15,-25 0-213-15</inkml:trace>
  <inkml:trace contextRef="#ctx0" brushRef="#br0" timeOffset="46681.04">14338 14867 198 0,'0'0'194'0,"0"0"-108"16,0 0 1-16,0 0-36 0,0 0-12 0,0 0 7 15,0-29-25-15,0 29 3 16,0 0 20-16,0 0 14 15,0 0 4-15,0 16-45 0,0 0-15 16,0 4 8 0,-16 5-5-16,4 3-1 0,-10 12 8 15,3-4-7-15,7 0 8 16,6 4-11-16,-4-4-2 16,-2-8-1-16,12-4-12 15,-6 1 13-15,6-17-25 16,0-5-4-16,0-3-18 15,0 0 15-15,0 0 5 16,12 0 27-16,10 0 7 16,-10 0-5-16,16 0 8 15,-9 0 7-15,-7 0-2 16,-2 0-7-16,8 0-1 16,-5 0-7-16,-7 0 0 15,9-3-2-15,-15-5-20 16,13-5 11-16,-1 1-3 0,-3 1-6 15,4-6 20-15,5-2-4 16,-18 2 8-16,16 9-4 16,-10 0 3-16,-6 8-3 15,0 0 0-15,0 0 1 16,0 0-1-16,0 0 15 16,0 0 12-16,0 0-22 15,0 16 16-15,0 9-1 16,0 3 9-16,0 8-6 15,0 8-3-15,0 0-3 16,-6 0-14-16,-10-1 30 0,4 1-22 16,6 1 3-1,0-1-9-15,-1-3-10 0,-2 6-15 16,-3-6-15 0,-1-10 4-16,7-10-45 0,-3-14-47 15,9-7-17-15,0 0-29 16,0-3-279-16</inkml:trace>
  <inkml:trace contextRef="#ctx0" brushRef="#br0" timeOffset="47747.11">14409 14522 148 0,'0'0'246'0,"0"0"-124"0,0 0-20 0,0 0-28 0,0 0-59 16,0 0 1-16,-6 8-13 0,6-8 7 15,0 0 11 1,0 0-20-16,0 0 24 0,0 0-7 15,0 0 43-15,0 0-23 16,0 0-3-16,0 0-34 16,0 0 18-16,0 0-6 15,0 0 3-15,6 0-5 16,22 0 8-16,-10 0 4 16,16 0-22-16,-12 0 5 15,9 0-5-15,3 0 6 16,-6 0-2-16,6 0-3 15,-9 0-4-15,3 0-9 0,-3 0-5 16,9 0-18 0,-12 0 28-16,2 0-61 0,-8 0-73 15,-16 0-174-15</inkml:trace>
  <inkml:trace contextRef="#ctx0" brushRef="#br0" timeOffset="51094.03">11882 16102 253 0,'0'0'175'0,"0"0"-172"0,0 0-3 0,0 0-12 16,0 0 12-16,0 0 36 0,0 0 63 15,0 0-7 1,0 0 1-16,0 0-11 0,0 0 4 16,0 0-38-16,0 0-32 15,0 0 24-15,0 0-24 16,0 0 11-16,0 0-26 15,0 0 7-15,0 0-5 16,9 0-1-16,16 0 7 16,15 0-7-16,7 0 20 15,15 0 1-15,9 0 4 16,22 0-16-16,16 0 10 16,12 0-19-16,-1 0 13 15,14 0-14-15,-7 0 1 0,-9 0 0 16,3 0 1-16,-7 8 4 15,7 4-3-15,-15-4 18 16,2 8-20-16,4-12 0 16,-10 0 5-16,-9-4-6 15,13 8-1-15,-10-4 0 16,-9 4-1-16,6 4 4 16,-13 4-9-16,-2-5 9 15,-4 2-7-15,-12-5 5 16,-9-4-2-16,-7 1-7 15,-11-5-12-15,-17 0-12 16,4 0-23-16,-22-9-71 16,0-7-155-16,0 4-414 0</inkml:trace>
  <inkml:trace contextRef="#ctx0" brushRef="#br0" timeOffset="51992.32">13268 16282 312 0,'0'0'136'0,"0"0"-23"0,0 0-7 0,0 0-44 16,0 0-34-16,0 0-11 0,186-8-16 16,-168 8 4-16,-18 20-1 15,0 20 1-15,0 13-1 16,0 3-2-16,-6 4-2 15,-40 0 0-15,21-12-2 16,-3-8 4-16,16-8 16 0,12-7-16 16,0-14 5-16,0-3-3 15,0-4-5-15,24-4 6 16,17 0 9-16,-1 0 18 16,0 0 16-16,-12 0-1 15,13 0 10-15,-17 0-22 16,4 0-34-16,-9 0 5 15,3 0 3-15,-4 0-18 16,-12 0-29-16,4 0-24 16,-10 0-59-16,0 0-59 15,0 0-119-15</inkml:trace>
  <inkml:trace contextRef="#ctx0" brushRef="#br0" timeOffset="53008.67">14911 16346 296 0,'0'0'128'0,"0"0"-29"0,0 0-32 0,0 0-24 0,0 0-30 15,0 0-7-15,0 0-6 16,0 0 0-16,0 0 62 0,0 0 43 15,0 0 10-15,0 0-77 16,0 0 10-16,0 0-44 16,0 0-4-16,0 0 4 15,0 0-3-15,0 0 14 16,13 0 8-16,8 0 19 16,10 0-14-16,10 0 10 15,8 0-19-15,-2-8-3 16,-1-7-13-16,-5 7 9 15,5-1-12-15,-6 5 0 16,-9-4-8-16,-9-4-1 0,-3 12 3 16,-4-8-23-1,-9 4 2-15,1-8-38 0,-1 8-37 16,-6-7-119-16,0 6-268 16</inkml:trace>
  <inkml:trace contextRef="#ctx0" brushRef="#br0" timeOffset="53591.63">14976 15997 335 0,'0'0'148'0,"0"0"-45"0,0 0-15 15,0 0-20-15,0 0 34 0,0 0-11 16,0 0-19-16,28 0 5 16,19 0-1-16,-7 0-29 15,13 0 0-15,3 0-29 16,-10-3-14-16,7-2-4 0,-7 2-5 15,1-10-27-15,-13 1-45 16,0 9-32-16,-22-10-215 16</inkml:trace>
  <inkml:trace contextRef="#ctx0" brushRef="#br0" timeOffset="55056.89">15953 15813 12 0,'0'0'303'0,"0"0"-188"0,0 0 2 0,0 0-35 0,0 0-37 0,0 0-16 16,0 7 25-16,0-7 3 16,0 0 17-16,0-7-11 15,0-9-21 1,0-16-10-16,0-8-2 0,0-17-5 15,0 1-12-15,16-16-6 16,2-5-3-16,1-3-1 16,-4 8 2-16,-9 8-2 15,-6 12-3-15,0 24 0 16,0 12 1-16,0 12 2 16,0 4-6-16,0 0-35 15,0 4 3-15,0 28-67 16,0 24 46-16,-12 13-109 0,-28 3-112 15</inkml:trace>
  <inkml:trace contextRef="#ctx0" brushRef="#br0" timeOffset="55739.4">16220 15355 47 0,'0'0'338'0,"0"0"-208"0,0 0-32 0,0 0-32 0,0 0-14 16,0 0-25 0,34-31 12-16,-6 15-2 0,-4 4 14 15,-8-1-26-15,9 10 2 16,-10 3-27-16,-2 0-2 16,-7 0-3-16,0 3 5 15,-6 30 24-15,0 6-24 16,0 18 0-16,0 3-20 15,-40 5-29-15,-7-1-19 16,1-12 56-16,21-8 12 16,-3-12 27-16,28-13 27 15,0-11-42-15,0 5-2 0,0-9-1 16,0 4-10-16,19-8 9 16,9 0-7-16,6 0 17 15,6 0 28-15,13-16 34 16,-1-16-32-16,4 16-16 15,-19 0-29-15,4-1-6 16,-13 17-8-16,0 0-9 16,-10 0-21-16,-12 0-45 15,-6 0-87-15,0 0-75 16</inkml:trace>
  <inkml:trace contextRef="#ctx0" brushRef="#br0" timeOffset="56642.03">17075 15155 240 0,'0'0'49'0,"0"0"29"0,0 0 43 15,0 0-18-15,0 0-58 16,0 0 54-16,0 0 11 16,0 0-29-16,0 0-56 15,0 0-14-15,16 4-11 16,-4 9 0-16,1 10 9 0,2 6 4 15,-2 7 13-15,-13-5-17 16,6 2 1-16,-6 3-9 16,0-8-2-16,0 4-23 15,0-16-19-15,0 0-79 16,0-5-87-16,0-6-278 16</inkml:trace>
  <inkml:trace contextRef="#ctx0" brushRef="#br0" timeOffset="56959.73">17010 15404 312 0,'0'0'329'0,"0"0"-302"15,0 0 25-15,0 0 27 16,0 0 22-16,0 0-32 16,87-16-1-16,-53 16-9 15,-3 0-57-15,3-5 20 0,0 5-15 16,1 0-14-16,-11 0 6 15,-2 0-38-15,-9 0-59 16,-13 0-127-16,0 0-263 16</inkml:trace>
  <inkml:trace contextRef="#ctx0" brushRef="#br0" timeOffset="57375.11">16883 15769 332 0,'0'0'332'0,"0"0"-270"0,0 0 37 0,0 0 15 0,0 0-57 15,0 0 2-15,168 0-37 0,-128-4-18 16,0-5 1-16,-9 9 1 16,-3 0-12-16,6-8-69 15,-21 8-47-15,-7-3-204 16</inkml:trace>
  <inkml:trace contextRef="#ctx0" brushRef="#br0" timeOffset="60221.88">17913 15291 272 0,'0'0'82'0,"0"0"19"0,0 0-9 0,0 0-19 0,0 0-5 15,0 0-4-15,-28 5-10 16,28-5 11-16,0 0-30 16,0 0 12-16,0 0-28 15,-6 0 24-15,6 0-2 16,-7 0-9-16,7 0-3 0,0 0-29 16,0-13 25-1,0-10-22-15,0-1-1 0,0-1 2 16,19 9-8-16,15-4 4 15,0 12-1-15,0 0-2 16,-9 4-7-16,-9 4 4 16,2 0-18-16,-12 0 18 15,-6 12-20-15,0 32 25 16,0 5-29-16,-12 15-28 16,-41-8-4-16,7 0-14 15,-10 1 47-15,3-10 29 16,13-7 0-16,15-16 13 15,16-8 30-15,9-16-13 16,0 0-19-16,0 0-11 16,0 0-4-16,0 0 4 15,0 0 5-15,9 0 23 0,10 0 9 16,2 0 43-16,4 0-43 16,3 0 0-16,6 0-26 15,3 0 1-15,4 0-8 16,-1 0-4-16,0 0-18 15,-6 0-12-15,-6 0 2 16,-3 0-83-16,-3 0-52 16,-16 0-155-16</inkml:trace>
  <inkml:trace contextRef="#ctx0" brushRef="#br0" timeOffset="61218.06">16027 16058 80 0,'0'0'258'0,"0"0"-180"0,0 0 44 16,0 0-43-16,0 0-10 16,0 0 4-16,174 8 11 0,-121 3-13 15,-1-6-32-15,10-1 7 16,-3 0 7-16,10-4-9 15,5 0-14-15,13 7-7 16,6-7-3-16,12 0-7 16,10 0 13-16,-10 0-26 15,29 0 8-15,2 0 2 16,-9 0-5-16,0 0-5 16,-9 0-3-16,3 0 3 15,-12 0 4-15,-22 0-4 16,-7 0-10-16,-27 0-7 15,-13 0-10-15,1 0 4 0,-29 0-33 16,0 0-47 0,-12-7-134-16,0 3-283 0</inkml:trace>
  <inkml:trace contextRef="#ctx0" brushRef="#br0" timeOffset="62168.04">17051 16487 193 0,'0'0'394'0,"0"0"-302"16,0 0 40-16,0 0-27 0,0 0-51 0,0 0-11 16,-7 0 3-16,7 0-8 15,0-4-4-15,0-4 9 16,19-5-29-16,15 5 3 15,-9 5-16-15,-3 3-2 16,-10 0-7-16,-6 0 1 16,-6 16-8-16,0 28 11 0,0 12-1 15,-6 0-16-15,-28-4 21 16,-13-4 0-16,29-4-1 16,-10-12 5-16,9-4-4 15,19-11 1-15,0-9 4 16,0 0-5-16,0-8-4 15,0 0 4-15,41 0 3 16,-1 0 7-16,0 0 5 16,13 0 5-16,-13 0-20 15,1 0 0-15,5-5-3 16,1 5 0-16,5 0 2 16,-18-3-20-16,1 3-18 15,-17 0-77-15,-18 0-90 0,0 0-167 16</inkml:trace>
  <inkml:trace contextRef="#ctx0" brushRef="#br0" timeOffset="65865.84">19531 16146 259 0,'0'0'452'0,"0"0"-416"0,0 0 93 0,0 0-52 0,0 0-52 16,394 48 7-16,-307-40 17 15,0 0-38-15,-1-5 15 16,-5 2-2-16,-10 7 20 16,4-4-33-16,-7-3 6 15,-3 6-3-15,3 1-8 16,4-4-6-16,8 0-5 15,-24 12-5-15,-25-7-3 16,3-5-16-16,-21 3-9 0,-13-11-14 16,0 0-90-1,0 0-31-15,0 0-146 0</inkml:trace>
  <inkml:trace contextRef="#ctx0" brushRef="#br0" timeOffset="66429.89">20926 16302 175 0,'0'0'198'0,"0"0"-19"0,0 0-65 0,0 0-52 16,0 0 1-16,0 0 18 15,-52 101-30-15,30-78-27 16,10-3-5-16,5-12 18 0,7-3-7 16,0-5-23-16,0 0-7 15,0 0-11-15,0 0 1 16,0 0 3-16,7 0 7 16,27 0 7-16,0-5 45 15,19-15-43-15,-13-4 12 16,-6 9-10-16,-9-10-1 15,-3 9-9-15,-16-4-1 16,0 4-5-16,-6 0 5 16,0-4-10-16,0-4 13 15,0 9-7-15,-6-2-22 16,-22 4 7-16,3 6-51 16,-3 7 0-16,16 0-12 15,-4 0-8-15,16 20-18 16,0 4-78-16</inkml:trace>
  <inkml:trace contextRef="#ctx0" brushRef="#br0" timeOffset="67030.86">21568 16575 294 0,'0'0'257'0,"0"0"-167"0,0 0-12 0,0 0-33 0,0 0-7 16,0 0 59-16,134-113-35 15,-82 61 15-15,-5 4-28 16,9 9-4-16,-4-2-16 15,-11 13-23-15,-7 4 1 16,-9 4-3-16,-4 0-8 0,-8 4-14 16,8 4-12-16,-8 4-13 15,-7 4-42-15,-6 4-4 16,0 0-85-16,0 0-45 16,0 0-240-16</inkml:trace>
  <inkml:trace contextRef="#ctx0" brushRef="#br0" timeOffset="67279.42">21823 16194 645 0,'0'0'94'15,"0"0"-27"-15,0 0 49 16,0 0-69-16,0 0 11 15,65 216-30-15,-31-167 13 0,0-2-24 16,-6 2 5-16,-10-9-22 16,4 1 1-16,-9-5-19 15,-13-13 18-15,0 1-10 16,0-12-61-16,6-12-73 16,-6 0-173-16,0 0-158 15</inkml:trace>
  <inkml:trace contextRef="#ctx0" brushRef="#br0" timeOffset="67713.45">22257 16880 251 0,'0'0'394'16,"0"0"-316"-16,0 0-54 0,0 0 47 15,0 0 16-15,0 0-13 16,46-177-9-16,-33 141-33 16,2 0-16-16,-9 4-13 15,-6 0 2-15,0 12-5 16,0 7-4-16,0 13-24 16,0 0 13-16,0 9-19 15,-21 31-13-15,-10 4 23 16,-4-4-21-16,8-12-22 15,8-7 11-15,19-6-47 16,0-7-58-16,0-3-94 0</inkml:trace>
  <inkml:trace contextRef="#ctx0" brushRef="#br0" timeOffset="68015.3">22257 16880 353 0</inkml:trace>
  <inkml:trace contextRef="#ctx0" brushRef="#br0" timeOffset="68147.13">22257 16880 353 0,'393'-157'233'0,"-371"157"-152"0,3 0 21 16,9 0 158-16,13 4-201 15,-7-4-23-15,0 4-34 16,13 1 10-16,3-2-8 0,-16 2-8 16,-9-2-9-1,-9-3-3-15,-16 0-31 0,6 0-28 16,-5 0-15-16,8 0-101 16,-15 0-79-16</inkml:trace>
  <inkml:trace contextRef="#ctx0" brushRef="#br0" timeOffset="68394.89">22871 16551 583 0,'0'0'241'0,"0"0"-204"0,0 0 22 15,0 0-42-15,34 0 13 16,-6 0 1-16,6 0 7 16,6 0-5-16,-15 0-14 15,21 0-19-15,-12 0-6 16,7 0-59-16,5 0-57 16,-18 0-132-16</inkml:trace>
  <inkml:trace contextRef="#ctx0" brushRef="#br0" timeOffset="69461.31">19522 16475 174 0,'0'0'517'15,"0"0"-470"-15,0 0-27 0,0 0 68 0,0 0 2 0,0 0-30 16,248 120 13-16,-174-84-33 16,1 8-1-16,2-3-17 15,-2 3 14-15,5-1-27 16,-11-2 1-16,-4-2-9 16,3 5-2-16,-15-3-11 15,-1-1-1-15,-11 0 2 0,5-12-19 16,-18 0 13-1,-3-12-22-15,-10-12-42 0,-2-4-52 16,-13 0-93-16,0 0-321 16</inkml:trace>
  <inkml:trace contextRef="#ctx0" brushRef="#br0" timeOffset="70044.08">20759 17104 320 0,'0'0'152'0,"0"0"-130"0,0 0 5 0,0 0-5 0,0 0-21 0,0 0 28 0,-93 152 25 15,81-135-41 1,-10-6 17-16,3-3 0 0,13-3 4 15,6-5-11-15,0 0 8 16,0 0-31-16,0 0-39 16,0 0 4-16,0-8 35 15,31-8 8-15,9 4-3 16,1 4 9-16,5 3 14 16,10 2 13-16,-25-5 11 15,16 4-13-15,-20 0-20 16,1 0 0-16,-9-1-15 15,-13-6-1-15,-6-9 1 0,0-4-3 16,0-9-2 0,0 10-12-16,0-2 13 0,0 9 2 15,0 4 19-15,-12 0 1 16,-1 0-2-16,7 4-20 16,-9 4-6-16,15 0-24 15,0 0-109-15,0 4-85 16,0 0-247-16</inkml:trace>
  <inkml:trace contextRef="#ctx0" brushRef="#br0" timeOffset="70527.92">21221 17613 92 0,'0'0'472'0,"0"0"-414"0,0 0 14 0,0 0 7 0,0 0 5 0,0 0-19 15,226-132-11-15,-173 100-14 16,3 5 2-16,-16 6-24 16,-9-3-8-16,-3 12 0 15,-15 0-10-15,8 4 0 16,-8-4-52-16,-7-1-33 16,0 6-109-16,-6-1-77 0</inkml:trace>
  <inkml:trace contextRef="#ctx0" brushRef="#br0" timeOffset="70793.23">21556 17309 726 0,'0'0'115'15,"0"0"-60"-15,0 0 15 0,0 0-64 16,0 0 12 0,0 0-14-16,59 208 3 0,-47-179-6 15,-12-1 8-15,10 0-7 16,-4 0-2-16,-6 0-2 16,6-9-48-16,6 14-52 15,-5-21-66-15,-7-8-120 16</inkml:trace>
  <inkml:trace contextRef="#ctx0" brushRef="#br0" timeOffset="71244.89">21841 17590 297 0,'0'0'144'0,"0"0"-129"16,0 0 68-16,0 0-11 16,0 0-38-16,0 0-3 15,149 0-24-15,-137 0 7 16,-12 23 20-16,0 10 8 15,0 7-30-15,0 4-12 16,-12-8-2-16,-10-4-8 0,4 0 2 16,12-16 16-16,-10 0 21 15,16-8 35-15,0-4-10 16,0-4-41 0,0 0-9-16,0 0-4 0,0 0 10 15,28 0 37-15,6 0-11 16,0-4-6-16,-15 0-26 15,15 0-4-15,-16 4 0 16,-2 0-22-16,3 0-21 16,2 0-23-16,-2 0-40 15,3 0-45-15,-10 0-146 16</inkml:trace>
  <inkml:trace contextRef="#ctx0" brushRef="#br0" timeOffset="71760.87">22598 17706 610 0,'0'0'121'0,"0"0"-43"0,0 0 19 0,0 0-50 15,0 0 11-15,0 0 7 0,52 0-48 16,-11 0-1-16,-13 0-12 15,6 0-8-15,-9 0 3 16,-4 0-9 0,-2 0-26-16,-7 0-19 0,-2 0 2 15,-10 0-82-15,0 0-34 16,0 0-186-16</inkml:trace>
  <inkml:trace contextRef="#ctx0" brushRef="#br0" timeOffset="71959.6">22598 17706 494 0,'127'-257'341'0,"-127"257"-272"16,0 0 1-16,6 0-37 15,22 0-18-15,-9 0-15 16,2 0-16-16,4 0-51 15,-9 0-77-15,2 0-41 16,-18 0-425-16</inkml:trace>
  <inkml:trace contextRef="#ctx0" brushRef="#br0" timeOffset="75374.31">23881 16526 296 0,'0'0'231'0,"0"0"-174"0,0 0 1 0,0 0-1 0,0 0-14 16,0 0 48-16,0 0-8 15,0 0-17-15,0 0-22 16,0 0 15-16,0 0-22 15,0 0-17-15,0 0-7 0,0-11-7 16,7-14 20 0,-1-11-21-16,16-12 14 0,9-4-15 15,-10-8 16 1,7-4-18-16,-3 11 1 0,3 6-3 16,-16 22-8-1,-6 10 3-15,1 15-15 0,-7 0 11 16,0 0-9-16,0 0 17 15,0 0-10-15,0 0 5 16,0 0-12-16,0 7-10 16,0 34-1-16,0 11-38 15,-25 1-177-15,-15 6-529 16</inkml:trace>
  <inkml:trace contextRef="#ctx0" brushRef="#br0" timeOffset="76339.05">24328 16154 381 0,'0'0'137'0,"0"0"-39"0,0 0-23 0,0 0-17 0,0 0-24 16,0 0 6-16,0 32-32 15,-12-12-8-15,-16 4 5 16,9 4-4-16,-3-4 10 15,10 0-1-15,0-7 16 0,12 3-19 16,-7-17-7 0,1 5-15-16,6-3 2 0,0-2-22 15,0-3 29 1,0 0 6-16,0 0 3 0,19 0 21 16,15 0 10-16,-9 0 0 15,15 0-18-15,0-16-4 16,-12 8-9-16,12-7-6 15,-15 10-2-15,-9 2-12 16,-4 3-11-16,-12 0 22 16,0-9 6-16,0 9 4 15,0-4 6-15,0-4-8 16,0 8 18-16,0 0-19 16,0 0 14-16,0 0-13 15,0 0 2-15,0 4 4 0,0 16 2 16,0 8 2-16,0 5 3 15,-12-2 36-15,-4 2-24 16,-2-1 4-16,-1-9-25 16,10-2 4-16,3-9-10 15,6-4-2-15,-13 0-4 16,13 0-3-16,0 4 8 16,-12 4-39-16,-4 7 8 15,-9 2-28-15,16-9 6 16,3 0 16-16,0-12 34 15,6-4-33-15,0 0-89 16,0 0-16-16,6-23-182 16</inkml:trace>
  <inkml:trace contextRef="#ctx0" brushRef="#br0" timeOffset="77071.86">24201 16993 346 0,'0'0'132'0,"0"0"-73"0,0 0-28 0,0 0-8 0,0 0 14 0,0 0 38 15,0 0 13-15,-13 6-5 16,13-6 5-16,0 0-10 16,0 0-26-16,0 0-37 0,0 0-2 15,0 0-9-15,0 0-3 16,13-15 9-16,43-21 3 15,9-8 12-15,9-5-14 16,7 5 14-16,-10 0-21 16,4 4 9-16,-7 0-13 15,-9-3-2-15,3 5-3 16,-16 2-9-16,-6 9-2 16,1 7-8-16,-16 12 1 15,-13 8-5-15,10 0-15 16,-4-4-73-16,-2 4-23 15,-4-5-57-15,-12 2-228 16</inkml:trace>
  <inkml:trace contextRef="#ctx0" brushRef="#br0" timeOffset="77620.81">24750 16819 532 0,'0'0'137'0,"0"0"-63"0,0 0-22 0,0 0 15 0,0 0-9 16,0 0-7-16,74-23-31 16,-55 23-1-16,-19 0 8 15,15 0 14-15,-15 20-31 16,0 8 10-16,0 4-20 15,0 4-7-15,0 4-7 0,-28-4-19 16,0 0 20 0,4-8 13-16,8-7 0 0,10-10 1 15,6-3-1-15,0-4-1 16,0-4-11-16,0 0-9 16,15 0 21-16,16 0 6 15,10 0 15-15,14 0 11 16,-2-12-12-16,6 4 8 15,-6 5-25-15,3-2-3 16,-10 5 1-16,-12 0-2 16,-15 0-15-16,-7 0-47 15,-12 0-7-15,0 0-74 16,0 5-38-16</inkml:trace>
  <inkml:trace contextRef="#ctx0" brushRef="#br0" timeOffset="78303.43">25692 17092 485 0,'0'0'240'0,"0"0"-137"0,0 0 6 15,0 0-48-15,0 0-35 0,0 0 14 16,81 0 2 0,-41 0-21-16,-6 0 14 0,19 0-26 15,-13 0-6-15,1 0 2 16,5 0-10-16,-12 0-10 16,-9 0-33-16,3 0-93 15,-16 0 96-15,-12 0-181 16,0 0-128-16</inkml:trace>
  <inkml:trace contextRef="#ctx0" brushRef="#br0" timeOffset="78484.86">25692 17092 699 0</inkml:trace>
  <inkml:trace contextRef="#ctx0" brushRef="#br0" timeOffset="78586.89">25692 17092 699 0,'140'-212'114'0,"-125"212"7"0,16 3-62 0,10-3-29 16,-7 0-30-16,-6 0-17 15,6 0-23-15,6 0-30 16,-21-7-104-16,-7-1-204 16</inkml:trace>
  <inkml:trace contextRef="#ctx0" brushRef="#br0" timeOffset="79085.92">26495 16655 559 0,'0'0'109'15,"0"0"-20"-15,0 0-28 16,0 0 1-16,121-11-34 15,-96 11 1-15,3 0-29 0,-16 0 1 16,1 0 0-16,-4 0-1 16,-9 0 11-16,6 7-1 15,-6 22 26-15,0 14-12 16,0 9 8-16,0 5-30 16,0-6-2-16,0-2 0 15,0-9-46-15,0-4 18 16,0-4-9-16,0-4 1 15,0 0-76-15,0-7-57 16,0-9-167-16</inkml:trace>
  <inkml:trace contextRef="#ctx0" brushRef="#br0" timeOffset="79387.73">26629 16816 416 0,'0'0'462'0,"0"0"-353"15,0 0-2-15,0 0-27 16,0 0-39-16,0 0-22 16,279-20-19-16,-230 15 0 0,-18 2-22 15,10-5-38-15,-26 0-87 16,-9-1-264-16</inkml:trace>
  <inkml:trace contextRef="#ctx0" brushRef="#br0" timeOffset="83315.92">23547 17710 264 0,'0'0'207'15,"0"0"-130"-15,0 0-3 0,0 0-33 0,0 0 15 16,0 0 6-16,0 0 31 15,0-4-33-15,0 4-3 16,0 0-19-16,0 0-5 0,0 0-17 16,0 0-9-16,0 0 9 15,0 0-15-15,0 0 21 16,0-12-9-16,0-8 20 16,12-13-21-16,-3-6 8 15,10-14 7-15,-7-2-12 16,22-6-5-16,-12-3-10 15,-3 4 0-15,2 12-17 16,-8 12 17-16,-7 20-26 16,0 11 22-16,-6 5-16 15,0 0 15-15,0 21 2 16,0 10 2-16,0 10 1 0,-34-9-40 16,3 8 14-1,9-8-16-15,10 0-22 0,-10-4-33 16,22-8-24-1,-6 4-27-15,0-7-198 0</inkml:trace>
  <inkml:trace contextRef="#ctx0" brushRef="#br0" timeOffset="83731.88">23807 17674 242 0,'0'0'257'0,"0"0"-193"0,0 0 66 0,0 0-46 0,0 0-70 0,0 0 3 16,22 84-14-16,-10-84 26 16,22-16 29-16,-15-13 14 15,21-15-6-15,0-7-21 16,-12-1-17-16,-3-1-17 16,-9 6-5-16,-16 3-4 0,0 8-4 15,0 6-22-15,0 19 13 16,-16 11-16-16,-9 0-14 15,-15 16 38-15,0 36-6 16,12 12-13-16,9-3-16 16,4-13-135-16,15-16-248 15</inkml:trace>
  <inkml:trace contextRef="#ctx0" brushRef="#br0" timeOffset="84349.43">23888 18051 282 0,'0'0'154'0,"0"0"17"15,0 0-52-15,0 0-30 0,0 0-16 16,0 0-3-16,0 0-56 0,6-12 39 16,40-21 16-16,16-14-16 15,3-9 5-15,10-9-7 16,12-7-10-16,-7 0-19 16,1 0-6-16,-10 3-16 15,-3 10-8-15,-15 6-25 16,-12 17-16-16,-29 17 10 15,10 14-6-15,-22 5-2 16,0 0-72-16,0 36 2 16,0 5-229-16</inkml:trace>
  <inkml:trace contextRef="#ctx0" brushRef="#br0" timeOffset="84848.14">24502 17851 108 0,'0'0'420'0,"0"0"-394"16,0 0 30-1,0 0 22-15,0 0-23 16,0 0 11-16,62-5-3 16,-50 5-30-16,-6 0-8 0,-6 28 21 15,0 8-24-15,0 16-7 16,-12 5-10-16,-29-6-1 15,14 2 6-15,2-9 9 16,3-16-4-16,22-12-14 16,0-11 23-16,0-5-24 15,0 0 4-15,0 0-2 16,22 0 12-16,30 0 8 0,-11-5-11 16,-1-7-2-1,7 4-8-15,-7 4-1 0,-6-3 0 16,-3 7-22-16,-3-5-12 15,0 5-27-15,-10 0-38 16,-11 0-151-16,-7 0-154 16</inkml:trace>
  <inkml:trace contextRef="#ctx0" brushRef="#br0" timeOffset="85247.78">25364 18183 399 0,'0'0'334'0,"0"0"-256"0,0 0 26 0,0 0-16 0,0 0-49 16,0 0 14-16,161 8-34 0,-108-8-1 15,-19 0-18-15,12 0-4 16,-12 0-6-16,-12 0-11 16,3-16-43-16,-19 0-34 15,9 8-71-15,-15-4-133 16</inkml:trace>
  <inkml:trace contextRef="#ctx0" brushRef="#br0" timeOffset="85480.69">25364 18183 365 0,'300'-213'585'0,"-300"213"-523"0,0 0 25 15,0 0-61-15,0 0-14 16,0 0 0-16,0 0 0 15,28 0-12-15,-6 0-18 16,-3-8-5-16,15-3-68 16,-16-1-101-16,16 4-264 15</inkml:trace>
  <inkml:trace contextRef="#ctx0" brushRef="#br0" timeOffset="86080.47">26300 17774 455 0,'0'0'179'0,"0"0"-135"0,0 0 32 0,0 0-28 0,0 0-29 16,0 0 4-16,-112 32 22 16,84-20-31-16,22 0 57 15,0 0 0-15,6 5-14 16,0-10-30-16,0 6-11 16,0-10-16-16,6 2-4 15,28 3 1-15,-3-8 3 16,10 3-7-16,-7 2 14 0,0-2-14 15,6 9 14-15,7 9-7 16,-7 2 0-16,-6 2-12 16,-15-6 5-16,2 1-6 15,-21-4 10-15,0 9-17 16,0 7 8-16,0 4-27 16,-55 4 23-16,14-4 13 15,10-8 3-15,3-15 0 16,10-13 0-16,-10 0-2 15,15-8-92-15,-8-33-74 16,-7-11-229-16</inkml:trace>
  <inkml:trace contextRef="#ctx0" brushRef="#br0" timeOffset="86313.7">26300 17774 365 0</inkml:trace>
  <inkml:trace contextRef="#ctx0" brushRef="#br0" timeOffset="86369.13">26300 17774 365 0,'74'60'340'0,"-46"-76"-326"0,3 0 69 0,-3 12 14 0,0 4-64 0,-15 0 14 0,5 0-21 0,-2 0-4 16,18 4-22-16,-22 0-14 0,1-4-71 15,8 0-74-15,-21 0-86 16</inkml:trace>
  <inkml:trace contextRef="#ctx0" brushRef="#br0" timeOffset="88111.62">28179 14314 430 0,'0'0'249'0,"0"0"-225"0,0 0 25 0,0 0 17 0,0 0 6 0,0 51-16 15,6-47-34-15,7 13 5 16,8-9-26-16,7 12 59 0,3-1-20 16,-3 1-6-16,25 1-23 15,-13 2 3-15,0 2-5 16,-5-1-9-16,-17-1 5 16,10 2 1-16,-9-1-10 15,2 8 15-15,-8 4-15 16,-13 4 8-16,0 4-3 15,0 1-1-15,0 2 0 16,0-6-3-16,0-1-1 16,-13 4-5-16,-8 0 13 15,-4 4-9-15,-3-8 2 16,-12 0 3-16,-7-4-4 0,-6 5 4 16,-5 6 3-1,-5 2-1-15,5 2 3 0,-4 2-1 16,9-1 7-16,-6-3-5 15,19-10-10-15,-1 2 6 16,1-5-2-16,-6 4 0 16,-7 0-2-16,3 11 2 15,-3 2-1-15,1-4-5 16,-1-5 12-16,13-13-10 16,-1 2 7-16,7-17-6 15,6-1-2-15,-3 6-2 16,-3-1-6-16,-6 0 13 15,6 4 0-15,0-4 3 16,9 0-10-16,-3 0 14 16,9 4-12-16,-15 0 5 0,-6 8 0 15,12-8-23-15,-3-4-7 16,3-8 23-16,16 5-10 16,-4-6-24-16,10 1-7 15,0 4 10-15,6 4-17 16,-6 1-12-16,-7-6 5 15,13 1 24-15,0-7 24 16,0-9 8-16,0 0-35 16,0 0-47-16,0 0 81 15,0 0-26-15,0 0-73 16</inkml:trace>
  <inkml:trace contextRef="#ctx0" brushRef="#br0" timeOffset="90192.8">28508 12817 242 0,'0'0'288'0,"0"0"-207"0,0 0 19 0,0 0-31 0,0 0-6 15,0 0 9-15,-22 0 8 16,10 0-29-16,12 0 1 16,0 0-15-16,0 4-11 0,0 8-5 15,0 0-3-15,0 1 14 16,0 2-27-16,0-2 12 15,0 15-17-15,46-5 13 16,1 1-4-16,5 1-9 16,10-6 4-16,-9 6-3 15,0-1 5-15,15 0-1 16,-9 0-6-16,3 4 4 16,-9 4-6-16,5-4 5 15,-5 4-7-15,3-8 5 16,-16 12 0-16,13-8-3 15,-13 13 7-15,-6-5-10 16,-9-5 11-16,3 2-12 0,-9-1 14 16,-4 0-7-16,-2 0 5 15,-1 0-5-15,-12-4 0 16,0 9 2-16,0 2-2 16,0 2 1-16,0 10-6 15,0 1 10-15,0 1-6 16,0 11 7-16,0-7-5 15,0 7 1-15,0-5-2 16,0 1 0-16,-12-7 5 16,-16-1-9-16,-3 9 14 15,-3-6-20-15,0 6 20 16,-1-5-12-16,1 8 5 16,-6-9-3-16,9 6 0 0,-3-5 0 15,-6 1-4-15,12-2 9 16,-13 1-7-16,10 1 6 15,-9-9 0-15,-6 4 0 16,-10 1-8-16,3-6 3 16,-6 9-1-16,3-7-4 15,4 3 2-15,-1-4 1 16,6 4 6-16,1-4-3 16,-1 4 9-16,1 1-16 15,-10-9 10-15,25-5-5 16,-15-6 2-16,5 3-5 15,1-8 5-15,-7 12-1 16,7-8-4-16,-6 0 8 16,5 8-3-16,1-4 0 0,0 5 5 15,6-10-4-15,-1 2-2 16,1-5-2-16,10-1-11 16,-17 1 0-16,7 5 14 15,-6-1-12-15,-1 5 23 16,1 2-17-16,0 9 12 15,9-8-3-15,-3 0 0 16,6-7 0-16,9-9-6 16,-2-4-1-16,2 4 0 15,-3-1 3-15,-3 6-6 16,4 3 11-16,-4 4-8 16,3 5 8-16,4-10-5 0,-17 2 2 15,23-6-1-15,-3-2 0 16,-4-2 1-1,3 2-5-15,-2-6 3 0,-10 6-11 16,16-9 9-16,-1 7 1 16,-2 2 4-16,-4 7-2 15,-3 0 0-15,4 4-10 16,-16-4 8-16,21-4 4 16,-15 0 0-16,16-4 1 15,-7 1-5-15,10-5 2 16,-10 4-2-16,-2-1 2 15,15 2 2-15,-13 3 2 16,-3 0 1-16,10-1-7 0,-16 3 9 16,22-7-11-16,-19 5 4 15,9 1-3-15,4-6-10 16,0 5 11-16,-10-4-1 16,3 1 5-16,4 3-3 15,2-12 2-15,7 0-1 16,6-9 8-16,-6 1-15 15,0 5 8-15,0-1-1 16,-10-1 0-16,16-11 2 16,0 0-5-16,0 9 11 15,0-5-14-15,-6 0 14 16,6 4-7-16,-6 0-1 0,6 0 13 16,-7-4 1-1,7 0-1-15,0-4-13 0,0 0 8 16,0 0-16-16,0 0 11 15,0 0-8-15,0 0 5 16,0 8 0-16,0-4 0 16,0 0 5-16,0 8 3 15,0-8-4-15,0 0-8 16,0-4 5-16,0 0-7 16,0 0-7-16,0 0-5 15,0 0-31-15,0-13 5 16,0-10-18-16,0-5-118 15,0-8-589-15</inkml:trace>
  <inkml:trace contextRef="#ctx0" brushRef="#br0" timeOffset="155403.78">13407 6324 97 0,'0'0'48'0,"0"0"-30"0,0 0 65 0,0 0-40 16,0 0-5-16,0 0 71 0,0 0-41 16,0 0-29-1,-6 0-16-15,6 0 5 0,0 0-4 16,0 0 1 0,0 0 20-16,0 0-7 0,0 0 29 15,0 0 0 1,0 0-11-16,0 0-44 0,0 0-7 15,0 0-5-15,0 0-1 16,0 0-2-16,0 0 2 16,0 0-3-16,0 0 8 15,0 0 0-15,0 0-2 16,0 0-4-16,0 0-6 0,0 0-33 16,0 0-21-1,0 0 0-15,0 0 21 0,0 0-39 16,0 8 0-1,0-4-63-15,0 1 51 0,0-2 58 16,0-3 26-16,0 0-35 16,0 0 10-16,0 0 32 15,0 8 1-15,-6-4-8 16,-10-4-99-16,16 0 30 16</inkml:trace>
  <inkml:trace contextRef="#ctx0" brushRef="#br0" timeOffset="155461.24">13407 6324 164 0</inkml:trace>
  <inkml:trace contextRef="#ctx0" brushRef="#br0" timeOffset="155687.71">13407 6324 164 0,'-34'44'111'0,"34"-44"-18"16,0 4-23-16,0-4 117 15,-6 0-101-15,6 0-12 0,0 0 3 16,0 0-10-16,0 0-17 16,0 0 7-16,0 0-27 15,0 0-11-15,0 0-16 16,0-12 27-16,0-12-28 15,28-12 10-15,12-8-3 16,-3 4-3-16,4-9-3 16,-1 5 6-16,0 5-15 15,7-6 6-15,-7 13-5 16,-6 0-21-16,0 11 10 16,-21 10-42-16,-7 11 1 15,-6-4-6-15,0 4-89 0,0 0 2 16,0 0-117-1</inkml:trace>
  <inkml:trace contextRef="#ctx0" brushRef="#br0" timeOffset="156255.68">13448 5943 0 0,'0'0'515'0,"0"0"-404"0,0 0-18 0,-13-4-14 0,13 4-15 0,0 0-29 16,0 0 8-1,0 0-35-15,0 0 0 0,0 0-5 16,0 0 13-16,0 0 10 16,0 0 1-16,0 0-4 15,0 12-4-15,0 8 14 16,19-4-25-16,-1 4 11 16,10 1-16-16,-6-2 9 15,-16 1-7-15,19-3-7 16,-3 7 2-16,-4-1 0 15,10 5 0-15,-15-7-4 16,-1-6 2-16,4-2-26 16,2-13 12-16,-2 3-62 15,2-3-18-15,-5 0-89 0,-4 0-108 16</inkml:trace>
  <inkml:trace contextRef="#ctx0" brushRef="#br0" timeOffset="157669.62">14062 6432 179 0,'0'0'186'0,"0"0"-59"0,0 0-37 0,0 0-41 0,0 0-39 16,0 0 21-16,0 0-29 16,0 0-1-16,0 0 5 15,0 0-2-15,0 0 9 16,0 0 8-16,0 0 14 15,0 0-5-15,0 0 4 16,0 0-17-16,0 0 10 0,0 0-21 16,0 0 14-1,0 0 7-15,0 0 1 0,0 0-5 16,0-3-6 0,0-18 7-16,0 1-24 0,0-4 11 15,0 1-10-15,12-7 4 16,-3 3-1-16,-3-1-5 15,1 8 3-15,-7 8-2 16,0-1 0-16,0 10 2 16,0-10-1-16,0 10 3 15,0-5-8-15,6-1 1 16,-6 1-2-16,0 0-9 16,0 1 2-16,0 2 2 15,0 5 1-15,0 0 7 0,0 0-9 16,0 0-7-16,0 0 2 15,0 5 7-15,0 10 9 16,-19-2-3-16,-2 2-2 16,2 6-9-16,-3-6-3 15,4 1-37-15,2 5 14 16,10-1-27-16,0-4-4 16,0 0-53-16,-7-8-18 15,13 0-23-15</inkml:trace>
  <inkml:trace contextRef="#ctx0" brushRef="#br0" timeOffset="158689.61">14443 6224 297 0,'0'0'97'0,"0"0"-9"0,0 0-34 0,0 0-38 16,0 0-13-16,0 0 20 16,0 0-10-16,0 0-2 15,0 0-10-15,0 0 6 16,0 0 0-16,0 0 12 15,0 0 31-15,0 0 1 16,0 0-3-16,0 0-19 16,0 0 18-16,0 0-22 15,0 0-3-15,0 0-10 16,0 0 3-16,0 0-5 0,0 0 1 16,0 0 16-16,0 0-15 15,0 0 7-15,0 0-16 16,6 0 8-16,16 0-9 15,-10 0 1-15,-6 0-3 16,16 0 0-16,-22 0 0 16,13 0-1-16,-1 0 0 15,-6 0-17-15,-6 0 17 16,9 0-13-16,-9 0-2 16,7 0-15-16,-1 0-30 15,0 0-52-15,0 0-57 16,-6 0-174-16</inkml:trace>
  <inkml:trace contextRef="#ctx0" brushRef="#br0" timeOffset="159317.54">14455 6003 303 0,'0'0'198'0,"0"0"-115"0,0 0 23 0,0 0-22 0,0 0-10 16,0 0-12-16,0 0 0 16,0 0-32-16,0 0 28 15,0 0-15-15,0 0 0 16,0 0-26-16,0 0-10 15,0 0 1-15,0 0-6 16,0 0-4-16,0 0 10 16,0 0-14-16,0 0 12 0,0 0-9 15,0 0 3 1,0 0-2-16,22 0-10 0,-3 0-7 16,9 0-3-16,6 0-41 15,-3 0-16-15,3 0-99 16,-6 0-5-16,-10 0-133 15</inkml:trace>
  <inkml:trace contextRef="#ctx0" brushRef="#br0" timeOffset="160167.26">15017 5815 450 0,'0'0'129'0,"0"0"-36"0,0 0-21 0,0 0-25 0,0 0-20 0,0 0 25 15,0 0-12 1,-7-5-2-16,7 5 4 0,0 0-4 16,0 0-3-1,0 0-33-15,0 0 9 0,22-3-11 16,18-5 19-16,1 4-19 15,5-9 9-15,-5 13-9 16,-1-3 0-16,-9-2-1 16,3 2-11-16,-6-2-2 15,6-3-33-15,-9 1 15 16,9 2-37-16,0-3-43 16,-9-3-50-16,3-1-74 15</inkml:trace>
  <inkml:trace contextRef="#ctx0" brushRef="#br0" timeOffset="161231.54">15801 5265 57 0,'0'0'173'0,"0"0"-163"0,0 0 78 0,0 0 66 0,0 0-86 0,0 0 3 16,0-12-8-16,0 12-17 15,0 0-12-15,0 0 30 16,0 0 5-16,0 0-28 15,0 0-11-15,0 0-12 16,0 0-18-16,0 0 0 16,0 0-2-16,0 12 4 0,0 4 11 15,0 9-6-15,6-2 3 16,-6 6 4-16,0 2-3 16,0 5 14-1,0 0-20-15,0-3 12 0,0-2-10 16,0 5 0-16,6-3 2 15,-6 0-8-15,0-14 0 16,0 1 0-16,0-4-1 16,7-4 2-16,-7 1-4 15,0-10 6-15,0 2 4 16,0-5-7-16,0 0-2 16,0 0-11-16,12 0 0 0,-3 0-17 15,-9 0 24-15,0 0 0 16,0 0 10-16,0 0 0 15,7 0-1 1,-1-5-3-16,0-6 1 0,0 3-3 16,0-1 1-16,1 1 0 15,2 5-2-15,-3-5 2 16,0 8-1-16,0 0-19 16,1 0 17-16,-1 0-9 15,9 0 7-15,-8 0-12 16,-1 0 10-16,6 0-10 15,-2 0 6-15,-4 0 10 16,0 0 2-16,0 11-4 0,0 1-4 16,-6 4 5-1,0 0 4-15,0 4 2 0,0 5 4 16,0-6 14-16,0 6-12 16,-12-5-6-16,-16-4 2 15,3 0-5-15,-3-8 15 16,0 4-16-16,10-12 8 15,5 0-6-15,-8 0-4 16,21 0-24-16,0 0-33 16,0 0-106-16,0 0-81 15</inkml:trace>
  <inkml:trace contextRef="#ctx0" brushRef="#br0" timeOffset="164313.29">16855 6072 296 0,'0'0'38'0,"0"0"-1"0,0 0 42 0,0 0-18 16,0 0-27-16,0 0 20 16,34 64 6-16,-34-64-3 15,0 0-20-15,13 0-5 16,-7 0 4-16,3 0-7 0,-2 0 16 15,-1 0-37-15,0-5 27 16,16-15 4-16,-4-7 1 16,10-10-22-16,3-15 1 15,-3 8-19-15,0-16-15 16,-9 0 5-16,-13 0-16 16,9-4 18-16,-15 3 0 15,0-7-3-15,0 0-8 16,13 0 18-16,-13 4-19 15,0 15-3-15,6 5 22 16,-6 12 1-16,6 8-3 16,-6 12 12-16,6 4-1 15,-6 0 11-15,0 5 1 0,10-6-20 16,-4 5-5-16,6-4 1 16,1-1-1-16,8 6 4 15,4-5 1-15,-3 8 3 16,12 0-1-16,-3 0 20 15,9 0-3-15,7 0 10 16,9 0-15-16,-10 0 9 16,13 0-16-16,9 0-4 15,-9 0-4-15,9-4 7 16,-9 0 1-16,3-4-3 16,-15 4 4-16,-22 4-8 15,2 0-1-15,-14 0-35 0,-7 0-28 16,0 0-86-1,-6 8-105-15</inkml:trace>
  <inkml:trace contextRef="#ctx0" brushRef="#br0" timeOffset="165011.87">17336 6047 345 0,'0'0'165'0,"0"0"-90"0,0 0-28 0,0 0-12 16,0 0-13-16,0 0 51 15,0-4-14-15,0 4 13 0,0 0-3 16,22 0-12-16,6 0 16 16,-4-4-41-16,10 0-19 15,-6 4-12-15,10 0-1 16,-4 0 4-16,0-7-8 15,-6 7-10-15,-10 0-14 16,-12-8-39-16,16 8 12 16,-16 0-38-16,7-5-36 15,-13 5 10-15,0-8-116 16</inkml:trace>
  <inkml:trace contextRef="#ctx0" brushRef="#br0" timeOffset="165285.34">17336 6047 81 0</inkml:trace>
  <inkml:trace contextRef="#ctx0" brushRef="#br0" timeOffset="165596.87">17336 6047 81 0,'-140'25'191'0,"153"-30"-48"0,15-6-34 0,0-10 42 16,-4 1-87-16,4 0-43 15,0-12-9-15,-3 8-4 16,9-8-8-16,0-8 2 16,0 0-1-16,4-8-2 15,-4-4 3-15,6-1-6 16,-6 1 2-16,-22 8-4 16,10 4 10-16,-16 12-7 15,7 16 6-15,-7 3 3 0,3 6 2 16,-9 3-7-16,0-5 17 15,0 5-11-15,0 0-7 16,0 0 1-16,0 0-1 16,0 0 5-16,0 5 7 15,0 23 7-15,0 0 16 16,0 4-25-16,0 4-8 16,0 0 3-16,0 4-1 15,0 1-5-15,0-2 6 16,0 2-10-16,0-5 4 15,-9-12-40-15,9-12-30 16,0-12-55-16,0 0-146 16</inkml:trace>
  <inkml:trace contextRef="#ctx0" brushRef="#br0" timeOffset="169890.56">16520 5361 245 0,'0'0'316'0,"0"0"-245"0,0 0 26 0,0 0-38 16,0 0-45-16,0 0 25 16,0 0 1-16,-12 41-4 15,12-34-10-15,0-2 9 16,0 6-23-16,0 2 13 0,0-1 1 15,0-1 0-15,0 9 6 16,0-3-15-16,0 7 14 16,0 0-30-16,0-4 7 15,0 0-3-15,0 0-4 16,0-8-1-16,0 5-2 16,0-10-4-16,0 9 5 15,0 0-4-15,0 1 10 16,0 7-9-16,0-1 4 15,0-10-1-15,0 10-23 16,0-6-27-16,0-1 7 0,0-8 27 16,0 12-13-1,0-12-38-15,-12-5-54 0,12-3-64 16,-7 0-159 0</inkml:trace>
  <inkml:trace contextRef="#ctx0" brushRef="#br0" timeOffset="170523.93">16322 5702 322 0,'0'0'305'0,"0"0"-222"0,0 0 26 0,0 0-5 15,0 0-52-15,0 0 16 16,0 0-18-16,0 0-20 16,0 0-12-16,0 0 14 15,0 0-29-15,0 0 9 16,12 0-3-16,22 0 6 0,7 0-3 15,-7 0-3-15,12 0-8 16,1 0 1-16,6 0-4 16,-13 5-16-16,0-5 6 15,-6 3-39-15,-15-3-64 16,-13 0-124-16,-6 0-232 16</inkml:trace>
  <inkml:trace contextRef="#ctx0" brushRef="#br0" timeOffset="171508.44">14905 6336 137 0,'0'0'279'0,"0"0"-194"0,0 0-10 0,0 0 16 15,0 0-48-15,0 0 27 16,0 0-25-16,0 0-9 0,0 5 2 15,19-5-21-15,15 3 7 16,6 5-3-16,13-4 16 16,9 4-6-16,9 0 7 15,16-3-11-15,0 3-7 16,15-5-16-16,3 1 9 16,-24 0-8-16,18 4-4 15,-24-4 10-15,11-4-9 16,1 8 28-16,0-8-23 15,6 5 18-15,-6-2-10 16,9 2 9-16,-9-2-22 0,0 6 4 16,-10-1-6-16,-2 0 2 15,-1 0-4-15,-15-1 6 16,3-7-9 0,-3 0 10-16,3 8-10 0,-16-8 5 15,1 5-1-15,-7-5-2 16,-9 0 3-16,-3 8-4 15,0-8-8-15,-3 0 3 16,-19 0-27-16,10 0-1 16,-16 0-18-16,0 0-44 15,0 0-137-15,0 0-306 16</inkml:trace>
  <inkml:trace contextRef="#ctx0" brushRef="#br0" timeOffset="172289.46">15699 6829 483 0,'0'0'88'0,"0"0"35"0,0 0 1 0,0 0-37 0,0 0-22 15,0 0-18-15,0 0 12 16,0 0-19-16,0 0 3 16,0 0-13-16,0 0-16 15,15 0 8-15,10-4-20 16,3 4-4-16,-9 0 1 15,8 0-16-15,-8 0-5 16,-10 28 7-16,-9 16-14 0,0 9 13 16,0-1-5-16,-40 7-3 15,0-10 20-15,-7 4 4 16,7-22 3-16,6-10 1 16,28-1 5-16,6-20-4 15,0 0-4-15,0 0-1 16,0 0-12-16,0 0 12 15,46 0 6-15,1-13 16 16,-7 6-13-16,6 7-6 16,-11 0 0-16,-11 0-2 15,4 0-1-15,-9 0-11 16,3 0-22-16,-4 0-55 16,-2 0-120-16,-10 0-188 15</inkml:trace>
  <inkml:trace contextRef="#ctx0" brushRef="#br0" timeOffset="172921.8">16229 7215 262 0,'0'0'183'0,"0"0"-106"0,0 0 77 0,0 0-48 0,0 0-14 0,0 0-25 0,118-85-37 16,-84 45-6-16,-6 0-21 16,-10 4 9-16,-2 8-11 15,-16 3 1-15,0 9-2 16,0 9 0-16,0 3 4 16,0 4-1-16,-40 0 10 15,-16 4 2-15,3 36-4 0,0 4-4 16,7-5 27-16,18-6-22 15,9 0-1 1,13-10 3-16,-3-2-6 0,9-10 11 16,0-3-11-16,0-4-8 15,0-4-6-15,0 0 0 16,40 8 2-16,0-3 4 16,1-5 2-16,5 8-1 15,-5-1 8-15,-7-2-9 16,-6 14 13-16,-4 6-11 15,-8-14 8-15,9 17-7 16,-4-7 8-16,-2-1-6 0,3-4-5 16,-10-4 1-16,1-1 0 15,2-2-2-15,-3-1-14 16,-5-8 14 0,5 0-30-16,-6 0-28 0,10 0-97 15,-10 0-140-15</inkml:trace>
  <inkml:trace contextRef="#ctx0" brushRef="#br0" timeOffset="181881.84">15271 10114 483 0,'0'0'89'0,"0"0"-23"0,0 0 16 0,0 0-38 0,0 0 18 0,0 0 13 0,0 0-23 15,-31 32-11 1,31-32 19-16,0 0-1 0,0 0-26 15,0 0 11-15,0 0-37 16,0 0 2-16,0 0-5 16,0 0 8-16,0 0 0 15,0 0 2-15,0 0-4 16,0-16-6-16,6-17 3 16,25-14 10-16,19-6 2 15,2-6-17-15,1-6-2 16,6-2-2-16,-3 3-10 15,-10 3 2-15,-5 20-13 16,-17 10 1-16,-8 10-12 16,-10 18 18-16,-6 3-30 15,0 0-3-15,0 0-135 0,0 0-177 16</inkml:trace>
  <inkml:trace contextRef="#ctx0" brushRef="#br0" timeOffset="182198.67">15299 9645 50 0,'0'0'679'15,"0"0"-605"-15,0 0 0 16,0 0 3-16,0 0-45 15,0 0 32-15,-6 76 0 0,24-36-25 16,16 8-13-16,0 1 4 16,0 7-12-16,-9-1 5 15,-3 1-19-15,3 1-3 16,3-9-2-16,-16-7 0 16,10-10-2-16,-4-3-36 15,-5-4 13-15,-13-7-37 16,22-9-82-16,-16-8-141 15,-6 0-181-15</inkml:trace>
  <inkml:trace contextRef="#ctx0" brushRef="#br0" timeOffset="182763.73">15779 10025 342 0,'0'0'74'0,"0"0"37"0,0 0 5 0,0 0-18 16,0 0-61-16,0 0-8 15,41 165-4-15,-41-109-12 16,0-8 2-16,0-11 6 16,0-9 23-16,0-5-2 0,0-6 28 15,0-13-41-15,0-4-11 16,0 0-18-16,12 0-12 16,16 0 9-16,12 0 3 15,1 0 18-15,-1 0-4 16,0 0 14-16,-6 0-11 15,-9 0 12-15,3 0-24 16,-9 4 0-16,-4 0-5 16,4 3-13-16,-7-2-7 15,-3 11-38-15,-2-8-10 16,-7 4-54-16,0-12-170 16</inkml:trace>
  <inkml:trace contextRef="#ctx0" brushRef="#br0" timeOffset="183346.36">16316 10182 462 0,'0'0'202'0,"0"0"-113"0,0 0 28 0,0 0-36 0,0 0-19 0,0 0-2 16,0 0-2-16,0 0-46 16,0 0 13-16,6 0 1 15,28 0-9-15,-15-4-12 16,-7 0 1-16,16 1-11 16,-16-2 8-16,4 5-6 15,-4-4-22-15,16-4-2 16,-15 8-35-16,-7-8-35 15,0 0-47-15,-6-8-42 16,0-4-100-16</inkml:trace>
  <inkml:trace contextRef="#ctx0" brushRef="#br0" timeOffset="183613.06">16220 9842 698 0,'0'0'105'15,"0"0"-11"-15,0 0-2 16,0 0-10-16,0 0-6 16,0 0-40-16,40 0-15 15,-18 0-17-15,-4 0 2 0,4 0-6 16,12 0-5-16,-3 0 4 15,-3 0-15-15,0 0 9 16,3-9-37-16,-3 5-49 16,-10-8-101-16,-2 1-218 15</inkml:trace>
  <inkml:trace contextRef="#ctx0" brushRef="#br0" timeOffset="184245.6">16889 9801 397 0,'0'0'286'0,"0"0"-259"0,0 0 87 16,0 0 2-16,0 0-68 0,0 0 29 16,121 0-23-16,-80 0-31 15,-17 0-4-15,17 0-8 16,-7 0 5-16,0 0-14 15,0 0-4-15,-3 0-4 16,-9 0-9-16,-4 0-20 16,4-20-61-16,-16 0-137 15,-6 1-365-15</inkml:trace>
  <inkml:trace contextRef="#ctx0" brushRef="#br0" timeOffset="185045.75">17525 9056 668 0,'0'0'32'0,"0"0"30"0,0 0 69 0,0 0-69 0,0 0-9 0,0 0-8 0,40 147 1 0,-27-103-30 15,-7 5 22-15,-6 2-9 0,0 2-24 16,0-1-3-16,0 0-2 15,0-4 0 1,0 4 0-16,0-3 0 0,0-5 7 16,0-4-12-16,0-8 6 15,0-12-1-15,0-8 0 16,0-7-2-16,0-5-7 16,0 0 2-16,0 0 6 15,6 0-18-15,10 0 16 16,2-13 3-16,10-15-7 15,6 0 14-15,-3 8-7 16,-3 0 0-16,0 12-7 16,-9 0 4-16,9 8 5 0,-10 0-8 15,10 0 12 1,-9 0-12-16,9 0 6 0,-10 0 0 16,-2 0 0-16,-4 16-6 15,1-1 5-15,-13 2 1 16,0-1 2-16,0 17 0 15,0-5 12-15,-25-1-14 16,-22 1 13-16,-15-3-10 16,3-5 5-16,-9-12 8 15,9 3-16-15,13-6 15 16,5-5-15-16,7 0-2 16,0 0-40-16,16 3-46 15,2 2-126-15,-3 2-294 16</inkml:trace>
  <inkml:trace contextRef="#ctx0" brushRef="#br0" timeOffset="192305.73">18313 9640 88 0,'0'0'484'0,"0"0"-370"0,0 0-3 0,0 0 12 0,0 0-37 0,0 0-33 0,0 0 7 16,-65 0-36-16,65 0 16 15,0 0-16-15,0 0 13 16,0 0-12-16,0 0-9 15,0 0-9-15,6 0-2 16,28 0-3-16,12 9-1 16,1 3 16-16,-1-5-17 15,-5 1 0-15,-17-3 0 16,4-5-4-16,-15 8-6 16,2-8-26-16,-2 0-11 15,-7 0-29-15,0 0-79 0,-6 0-297 16</inkml:trace>
  <inkml:trace contextRef="#ctx0" brushRef="#br0" timeOffset="192972.34">18793 9953 368 0,'0'0'281'0,"0"0"-260"0,0 0 86 0,0 0-31 0,0 0-39 16,0 0-2-16,96 108 6 0,-83-95-5 15,-1-1-2 1,-6-8 44-16,10 3-47 0,-10-2-2 15,-6-5-29-15,12 0 11 16,-5 0-11-16,8-12 2 16,-2-20-1-16,-7-24 3 15,15-8 20-15,-8-16-24 16,-13-13 16-16,0-7-13 16,0-5-4-16,0-3 2 15,0 12-1-15,0 12 0 16,0 7-3-16,0 18-2 15,12 15 10-15,-6 11 3 0,1 17-8 16,-7 8 21 0,9 8-10-16,3 0 7 0,22 0-13 15,7 0-3-15,18 0 2 16,9 0 3-16,-3 0-11 16,3 0 8-16,-21 0-8 15,-7 0-5-15,-6 4-4 16,-9 0-20-16,3 4-8 15,-9 0-2-15,2 0-50 16,-15 0-152-16,-6 9-378 16</inkml:trace>
  <inkml:trace contextRef="#ctx0" brushRef="#br0" timeOffset="193521.69">19221 10002 277 0,'0'0'574'0,"0"0"-502"0,0 0-9 0,0 0 2 0,0 0-14 16,0 0-9-16,189-69-28 15,-136 50-7-15,-13 11 0 16,13-1 4-16,-19 6-10 15,0 3 5-15,-15 0-1 0,3 0-10 16,-4 0 4-16,-5 0-25 16,2 0-14-16,-9 0-70 15,-6 3-51-15,0 6-109 16,0-6-232-16</inkml:trace>
  <inkml:trace contextRef="#ctx0" brushRef="#br0" timeOffset="193685.77">19221 10002 703 0</inkml:trace>
  <inkml:trace contextRef="#ctx0" brushRef="#br0" timeOffset="193954.05">19221 10002 703 0,'16'-28'116'0,"-16"28"-9"16,0-21 10-16,18-18 5 15,16-2-86-15,-6 13-22 16,3-8 3-16,-9-8 1 16,18 0-12-16,-6-4-5 15,-9-1 3-15,3 6-8 16,6 6-7-16,-9 9 9 0,-3 16-11 15,-22 9 8-15,6 3 4 16,0 0 1-16,0 0 4 16,7 0-4-16,8 3 10 15,-2 17-6-15,9 8 11 16,-9 5-13-16,2-1-4 16,-8 4 2-16,-7 4-1 15,-6-4-22-15,0 0-14 16,0 0-8-16,0-8-58 15,0-7-88-15,0-10-216 16</inkml:trace>
  <inkml:trace contextRef="#ctx0" brushRef="#br0" timeOffset="194804.62">17544 10274 249 0,'0'0'0'0,"0"0"0"0,0 0 44 0,0 0 133 15,-47-31-140-15,35 23 140 0,12 8 17 16,0 0-66-16,0 0-20 16,0 0-47-16,0 0-11 15,0 0-39-15,0 0 15 16,0 0-24-16,0 0 3 16,0 0-5-16,0 0 7 15,18 0-6-15,44 8 16 16,38 3 12-16,14 1-8 15,13-7 2-15,19-5-18 16,15 0 13-16,-9 0-13 16,10 0-10-16,-14 0-4 0,-20 0-7 15,-17-5 5-15,-24 5-13 16,-6 0-2-16,-35 0-6 16,1 0 15-16,-26 0-24 15,-8 13-2-15,-13 2-101 16,0 1-234-16</inkml:trace>
  <inkml:trace contextRef="#ctx0" brushRef="#br0" timeOffset="195486.21">17959 10808 328 0,'0'0'388'0,"0"0"-291"0,0 0 46 0,0 0-79 0,0 0-42 15,0 0 32-15,13-56-2 16,27 32-10-16,6-4-29 16,10 8 20-16,-3 12-24 15,-13 8-5-15,-15 0 2 16,-3 0-12-16,-22 0-2 16,0 31 7-16,0 26-3 15,0-6-18-15,-22 18 14 0,-9-5-27 16,-19 0 33-16,4 1-22 15,15-21 22-15,9-13 4 16,16 2-4-16,6-17 2 16,0-9 0-16,0-2-1 15,12-2-17-15,44-3 14 16,9 0-2-16,4 0 5 16,-4 0 2-16,-13 0 18 15,4 0-17-15,-9-3 0 16,-23-2-4-16,-2 2 0 15,-9-1-32-15,-13-4-78 16,0 8-128-16,0 0-190 16</inkml:trace>
  <inkml:trace contextRef="#ctx0" brushRef="#br0" timeOffset="196057.57">18613 11085 469 0,'0'0'118'0,"0"0"-16"0,0 0 23 0,0 0-40 0,0 0-40 16,0 0-15-16,174-109-13 16,-146 65 0-16,-16 16-8 15,-12-8 27-15,0 15-2 16,0 6 5-16,-12-1-33 16,-28 4-12-16,-19 8-17 15,-3 4-17-15,15 0 34 16,1 0-6-16,18 19 10 15,9 14 2-15,13 0 57 16,6-2-33-16,0-3 0 16,0-4-13-16,0 1 12 0,0-10-12 15,25-2 2-15,3-5-2 16,0-8-8-16,3 3 1 16,-4 5-1-16,8-8 4 15,-1 12 0-15,-3 4-14 16,9 1 16-16,-12 19-9 15,12 0 0-15,-6-4 5 16,-9 0-10-16,3-5-1 16,6-6-3-16,-9-12-3 15,9-9 4-15,-15 0 4 16,-4 0-3-16,4 0 1 16,-4 0 3-16,-2 0-11 15,-1 0-38-15,0 0-57 0,4 0-137 16,-4-9-218-16</inkml:trace>
  <inkml:trace contextRef="#ctx0" brushRef="#br0" timeOffset="205943.66">12124 5995 516 0,'0'0'241'0,"0"0"-240"0,0 0 5 0,0 0 36 0,0 0-39 15,0 0-2-15,0 0 6 16,12-32 1-16,-12 32 2 15,0 0 79-15,0 0-18 16,0 0-12-16,0 0-29 16,0 0-20-16,6 0 5 15,-6-9-13-15,0 9 14 16,0 0-15-16,0 0 18 16,0 0-8-16,0 0-1 0,0 0 4 15,0 0-4 1,0 0 4-16,0 0-8 0,0-3-3 15,0-5 7-15,0 4-20 16,0-4 12-16,0 8-6 16,-6-8-3-16,0 8 7 15,0 0-2-15,-1 0-11 16,1 0 12-16,0 0 1 16,-3 0-2-16,-4 0-15 15,1 0 6-15,-10 0-12 16,-3 0 22-16,-2 0-6 15,-1 8 7-15,-3 12 4 0,3-17 0 16,9 14-3 0,4-13 4-16,2 5-8 0,7-6 3 15,-10 5-4-15,-2 4-3 16,5-4 6-16,-8 5 0 16,2-2 0-16,4 1-5 15,-4 4 12-15,-3-4-12 16,10 1 13-16,-13-5-14 15,10 7 13-15,2-2-12 16,1-5 3-16,3 3-22 16,2-2 0-16,1-1 15 15,0 0 5-15,0 4 10 16,-16-1-4-16,22 5 4 16,-19 1 2-16,7-1-3 15,3-4-6-15,-4 0 2 16,13 0 0-16,-6 0-3 0,0 7 8 15,0-2-10-15,-10-1 14 16,16 12-16 0,-18-12 9-16,5 4-4 0,4-4 4 15,-3 1-2-15,12-6 0 16,0 5 0-16,0-4-2 16,0 1 9-16,0-2-16 15,0 9 20-15,0-7-18 16,0 7 7-16,0-9 0 15,0 2 4-15,-7 7-3 16,1 0 3-16,-9-1-2 0,15-2 1 16,0 7 4-16,0-12-10 15,0-4 3-15,0 0 0 16,0-8-14-16,0 8 13 16,0 0-3-16,0 1 8 15,0 2-4-15,0 1 6 16,0 4-9-16,0-4 7 15,0 0-4-15,0 5 3 16,21-9-3-16,-14 4 0 16,5-4-8-16,3-5 3 15,-8 2-6-15,-1-2 8 16,0-3 6-16,-6 0-2 16,0 0 3-16,0 0-3 0,6 5-1 15,4-5 0-15,2 0-2 16,0 3 2-16,10-3 5 15,-3 4-5-15,-7 1 11 16,4 3-9-16,-4 0 5 16,0 0-7-16,4-5 0 15,-4 2 0-15,1-5 0 16,2 0 0-16,4 0-14 16,-1 0 13-16,-2 0 2 15,-4 0-7-15,10 0 11 16,-3 0-10-16,-7 4 5 15,16-1 0-15,6-3-1 0,-28 5-3 16,22-5 2 0,-3 0-7-16,-3 0 8 0,-4 0-13 15,4 0 12-15,-3 0-5 16,-7 0 5-16,3 3 2 16,-2 5 0-16,-1-8-1 15,4 9 0-15,2-5-4 16,-5-4 10-16,2 7-10 15,-2-7 5-15,-1 0-2 16,-6 0-3-16,10 0-2 16,-4 0 7-16,1 5 0 15,2-5-5-15,-3 0 10 16,7 0-10-16,-3 3 10 16,-4 2-11-16,-6-5 6 15,0 3-6-15,10 2 4 0,-10-1-1 16,-6-4 0-16,6 0-3 15,-6 0 0 1,0 0 10-16,13 0-10 0,-7 0-3 16,9 0 5-16,-8 0 4 15,-1 0 0-15,0 0 0 16,-6 0 4-16,6 0-9 16,10 0 10-16,-10 0-5 15,6 0 7-15,4 0-11 16,-10 0 6-16,0 0-2 15,7 0 0-15,-7 0 0 16,0 0-2-16,10 0-1 0,2 0 0 16,4 0 6-16,-10 0-7 15,7 0 9-15,3-9-5 16,-10 1 0-16,3 0 0 16,4-3 0-16,-13-6-2 15,22 6-1-15,-15-6 6 16,-1 6-7-16,3-2 8 15,-15 1-8-15,13 4 2 16,-7-12 2-16,0 1-8 16,4 2-7-16,-4-2 14 15,-6 6 2-15,0-2 0 16,0-6 1-16,0 4 4 16,0 2-4-16,0-1-3 0,0-4 1 15,0-1-5 1,0 2-5-16,0 7-3 0,0-8 5 15,-6 7 14-15,6 2-12 16,-10-1 1-16,10-9 0 16,0 1-1-16,0 9-7 15,0-10-2-15,-6 9-4 16,6-7 19-16,-19 2-1 16,19-3-5-16,-15 4 12 15,9 0-9-15,0 4 5 16,-7-4-2-16,13 4 0 15,-6 0 5-15,6 0-5 0,-6 4-12 16,6 0-3 0,0 4-9-16,0 0 24 0,0 0-3 15,-16-1 1-15,16-2 3 16,0-1-2-16,-12-5-4 16,12 2-15-16,-13-1 7 15,13-1 12-15,-15 5-6 16,3 0 14-16,-1 8-10 15,4-3 6-15,-10-1 12 16,13 0 4-16,0 0-6 16,-16-4-13-16,4 3-10 15,2-3 7-15,-9 1-9 16,-3 2 5-16,10 2 14 16,-4-2-1-16,3 2 10 15,4-2 10-15,-4-3-18 16,13 5-4-16,-6-6-7 15,-4 9 6-15,4 0-4 16,-1 0 7-16,-15 0-12 0,10 0 5 16,-4 0 1-16,-6 0 0 15,10 0 0-15,-1 0-2 16,-3 0-21-16,4 0 22 16,-10 0-4-16,15 0 1 15,-8 0-6-15,-4 0-27 16,-9 0-147-16,6 0-126 15,3 0 59-15</inkml:trace>
  <inkml:trace contextRef="#ctx0" brushRef="#br0" timeOffset="213503.86">12893 7066 119 0,'0'0'411'0,"0"0"-325"0,0 0-35 0,0 0 23 16,0 0-46-16,0 0-2 0,0 0-6 15,-28 0-12-15,15 0 11 16,7 0 29-16,-9 0 19 16,2 0-26-16,7 0-3 15,-6 0-29-15,12 0 0 16,-16 0-9-16,16-5 0 16,0-2-2-16,-12-1-10 15,-7 8 11-15,-3 0 2 16,16 0 14-16,-6 0-11 15,-4 0 10-15,10 0-4 0,-13 0-8 16,19 0-2 0,-15 0 0-16,-10 0 1 0,13-4-1 15,-16 4 0-15,15 0 2 16,-8 0-8-16,2 0 12 16,4 0-12-16,2 0 6 15,1-8-3-15,-4 8 3 16,4 0-5-16,-7 0 4 15,-2 0 0-15,2 0-7 16,-3 0 4-16,10 0 4 16,-10 0 5-16,4 0-5 15,5 0-3-15,-15 0 3 16,16 0 1-16,-16 0 0 16,9 0-2-16,-9 8 2 15,10-4-5-15,-4 4 11 0,10-4-14 16,-4-4 14-16,4 3-6 15,-1-3-1-15,7 5 1 16,-9-5-3-16,2 8-13 16,1 0 1-16,-10-4-14 15,10 4 26-15,6-3-2 16,-16 6 4-16,-3-3 0 16,-3 4-1-16,-12 8-4 15,6 1 10-15,3-10-10 16,-3 1 0-16,12 1 4 15,10 2-4-15,-7-2 4 16,3-2-5-16,-2 1 6 0,-10 1 0 16,22 6 7-16,-13 1-4 15,4 1-1-15,2-1-4 16,7-4 3-16,-9 4-5 16,8-4 0-16,7-1-4 15,0 6 3-15,0-1 1 16,-6 8-1-16,6 5 10 15,0-2-7-15,0 1 6 16,0 0-8-16,0-3 0 16,0-1 0-16,0-8-1 15,0 12 2-15,0-12 1 16,0 4-4-16,0-4-2 16,0 0 4-16,6 4 0 0,1 4-37 15,8-3 32-15,-3 6 1 16,-5 2 7-16,-1-2-1 15,3-3 4 1,-9-4-7-16,13 1 8 0,-7-1-4 16,0-4 2-16,6 0-1 15,4-4 3-15,-4 0-6 16,1-4 2-16,2 4-7 16,4 0-2-16,2-4 7 15,-8 0-1-15,15-8-10 16,-16 0 9-16,16-4 5 15,-3 4 3-15,15-4-2 16,-12 0-1-16,12 0-4 16,1 0-3-16,-1 0 3 0,-3-12 0 15,4 0-2-15,-7 7-9 16,0-2 15-16,6-1-31 16,-6-5 2-16,7 2 26 15,-1-1-6-15,-3-4 5 16,3-4-30-16,7-1 1 15,-7-2 10-15,-6-1 20 16,7-4-7-16,-1 3-3 16,-6 1-7-16,-9-4-6 15,-3 8 11-15,-4 0-9 16,-18 1 24-16,16-2 0 16,-16 9 6-16,12-20 10 0,0 8 15 15,10-8-30-15,-16-8 1 16,7 16-1-16,2-4-1 15,-15 3 0-15,0 6 3 16,0 2 4-16,0 1-4 16,0 8 29-16,0-4 0 15,0-4 19-15,0-4-42 16,0-8-9-16,0-4 0 16,0 4-5-16,0-5 0 15,0 5 2-15,0 1 2 16,-9 2 2-16,-16-3 4 15,3 0-4-15,-2 4 0 16,-4 4-1-16,0 4-11 0,9 1 8 16,-9 10-5-16,3 5-8 15,-15 0-111-15</inkml:trace>
  <inkml:trace contextRef="#ctx0" brushRef="#br0" timeOffset="-198274.08">18300 1287 192 0,'0'0'13'0,"0"0"28"0,0 0 70 0,0 0-37 0,0 0-47 15,0 0-22-15,0 0-5 0,0 0 5 16,-12-32-5-16,12 28 36 16,0 4 37-16,0-8 12 15,0 0-37-15,0 0 10 16,-9 0-1-16,9-1-1 15,0 1-42-15,-7 5 16 16,7-5-1-16,0 0-1 16,0-1-8-16,0 1 8 15,-12 0-13-15,12 0-11 16,0 1-8-16,0 2 2 16,0-3-10-16,0 8-29 15,-6 0-3-15,6 0 13 16,0 0 31-16,0 0 1 15,0 0 2-15,0 0-6 0,0 0-42 16,0 0-141-16,0-3-310 16</inkml:trace>
  <inkml:trace contextRef="#ctx0" brushRef="#br0" timeOffset="-197025.7">18561 1078 87 0,'0'0'493'0,"0"0"-421"0,0 0 2 0,0 0-18 0,0 0-36 15,0 0-13-15,0 0 15 0,0 0-16 16,-22 0 26-16,10 0 18 16,-7 0 0-16,-3 5-15 15,4 3-3-15,-10 0-10 16,9 3-4-16,-9 1 1 16,0-4-17-16,16 0 5 15,6 0-2-15,-7 1-5 16,13-1 3-16,-21 3-6 15,21 6-6-15,-13 2 9 16,1 1-2-16,3 13 1 16,2-5-5-16,7-4-6 15,0-8 5-15,0-1-48 0,0-2 42 16,0-1-1-16,7-7 8 16,20 2 5-16,8-7 1 15,-11 0 0-15,32 0 3 16,-3-20 25-16,12-36 12 15,-3-5-20-15,3-11-20 16,-9-3-4-16,-25 2-12 16,9 9-11-16,-30 16 20 15,-10 20 5-15,0 15 2 16,0 13 18-16,-10 0 4 16,-49 5-9-16,7 39 2 15,-1 8-13-15,3 4-4 16,19-8 0-16,22-4 1 15,9-11-9-15,0-9-13 0,0-1 22 16,0-6-13-16,40-1 1 16,10 4 9-16,3-4 4 15,-1 0 0-15,-11 4 1 16,-7 12 5-16,-9 16-4 16,-10-4 7-16,-9-4 3 15,0-8-2-15,1-7-10 16,-7-14-5-16,12-2-23 15,4-9-19-15,2 0-177 16,-12 0-113-16</inkml:trace>
  <inkml:trace contextRef="#ctx0" brushRef="#br0" timeOffset="-196191.15">19677 837 105 0,'0'0'606'0,"0"0"-447"0,0 0 2 0,0 0-67 16,0 0-52-16,0 0-19 16,0 0 12-16,0 0-32 15,0 0-3-15,-12 13-14 16,-23 27 14-16,-17 16 12 15,5-4-1-15,-9-8-9 16,25-3-1-16,3-2 1 16,-6-11-1-16,16-4-2 0,-4-7-7 15,10-9-1-15,-1 0-28 16,13-8-8-16,0 0-29 16,0 0-23-16,0-8-76 15,0-17 37-15,0-3-417 16</inkml:trace>
  <inkml:trace contextRef="#ctx0" brushRef="#br0" timeOffset="-195976.14">19677 837 334 0,'-394'85'450'0,"388"-85"-285"16,6 0-43-16,0 20-62 16,0 16-16-16,0 5-32 15,25 6 3-15,21-3-10 16,10 4 12-16,-16 1-14 15,13-1-2-15,0-12-2 0,-13-4-9 16,0 4 1-16,-5-12-32 16,-4 0 9-16,-10-8-35 15,-8-8-2-15,-7-4-86 16,16-4-111-16</inkml:trace>
  <inkml:trace contextRef="#ctx0" brushRef="#br0" timeOffset="-195310.36">19804 569 263 0,'0'0'296'0,"0"0"-242"0,0 0 4 0,0 0-58 0,0 0 3 15,0 0-3-15,0-24 53 16,0 24 1-16,0 0 24 16,0 0-33-16,0 0-42 15,0 0-2-15,6 0 7 16,0 0-8-16,22 0 9 15,-9-4 33-15,9 4 2 16,-10 0-17-16,-2 0 1 16,3 0-21-16,-7 0 16 0,-3 0-20 15,4 0 10-15,-13 0-12 16,12 0 2-16,-12 0-3 16,0 28-1-16,0 4 1 15,0 8 3-15,0 0 11 16,0-8-11-16,0-8-1 15,0 1 6-15,0-6-16 16,0-7 7-16,0 4 1 16,0-3 1-16,0-9-1 15,28-1 0-15,0-3-6 16,3 0 5-16,15 0-11 16,10-15-17-16,-15-6-36 15,5 6-5-15,-27 2-174 16,-19 10-301-16</inkml:trace>
  <inkml:trace contextRef="#ctx0" brushRef="#br0" timeOffset="-194426.8">20821 946 289 0,'0'0'385'0,"0"0"-316"0,0 0 50 0,0 0-9 16,0 0-60 0,0 0 35-16,53 112-20 0,-35-60-46 15,-2 1-8-15,-16 3-4 16,18-9-7-16,-18 2-4 16,0-1-21-16,0-16 15 15,0-7-30-15,0-18 7 16,0-3-63-16,0-4-96 15,0 0-15-15</inkml:trace>
  <inkml:trace contextRef="#ctx0" brushRef="#br0" timeOffset="-194209.37">20666 1227 840 0,'0'0'59'0,"0"0"2"16,0 0 76-16,0 0-83 16,0 0 1-16,0 0-6 15,295 11-35-15,-243-11-14 16,-5 0-8-16,6-8-19 16,2-12-46-16,-2-4-100 15,0-4-279-15</inkml:trace>
  <inkml:trace contextRef="#ctx0" brushRef="#br0" timeOffset="-193578.79">21643 596 668 0,'0'0'55'16,"0"0"-11"-16,0 0 29 15,0 0 9-15,0 0-24 16,0 0 12-16,0-19 11 15,0 35-64-15,0 20 2 16,0 20 18-16,12-4-13 16,1 20-19-16,8-3-2 15,-8-1 0-15,-7 0-1 16,0-4 2-16,-6 1-4 16,0-9-2-16,0-9-5 15,0-14 7-15,0-13-6 0,0-12 1 16,0-8-5-1,0 0-9-15,9 0 16 16,4-20-7-16,5-16 7 0,16-5 6 16,13 2-8-16,6 3 8 15,3 7-3-15,-10 9 0 16,1 12 4-16,-7 8-4 16,-22 0-6-16,23 0 5 15,-13 0 1-15,-16 0-4 16,10 0 9-16,-10 5-10 15,-6 22 4-15,-6 6 1 16,0 15 3-16,-12 20 7 16,-56-4 0-16,-4 8 10 15,-2-19-20-15,6-22-2 16,3-7-7-16,9-15-22 0,25-9 1 16,-3 0-51-16,12 0-140 15,10-9-217-15</inkml:trace>
  <inkml:trace contextRef="#ctx0" brushRef="#br0" timeOffset="-192995.51">22350 1412 711 0,'0'0'135'0,"0"0"-11"0,0 0-34 0,0 0-58 16,0 0 1-16,0 0-7 15,195-202-8-15,-124 142-7 16,10 4-9-16,-19 8-2 15,-3 8-26-15,-19 8-6 0,-12 16-51 16,-15 8 3-16,-13 4-86 16,0 4-7-16,-7 0-196 15</inkml:trace>
  <inkml:trace contextRef="#ctx0" brushRef="#br0" timeOffset="-192795.64">22492 946 795 0,'0'0'132'15,"0"0"11"-15,0 0-46 0,0 0-44 16,100 240-31-16,-42-196 16 16,-5 5-32-16,9-5-6 15,-21 0-9-15,11-8-28 16,-5-8-25-16,-19-8-112 15,-22-20-245-15</inkml:trace>
  <inkml:trace contextRef="#ctx0" brushRef="#br0" timeOffset="-192279.1">23726 778 566 0,'0'0'196'0,"0"0"-59"0,0 0-29 0,0 0-57 16,0 0 17-16,0 0-44 16,28 205-6-16,-15-154-18 15,8-7 6-15,-21 0-6 0,19-3 0 16,-13 6-8-16,0-2-23 15,4-13-52-15,-10-12-120 16,0-4-172-16</inkml:trace>
  <inkml:trace contextRef="#ctx0" brushRef="#br0" timeOffset="-192046.75">23320 1166 777 0,'0'0'111'0,"0"0"-46"0,0 0 41 16,0 0-32-16,0 0-9 16,0 0-24-16,307 36-41 15,-220-36 0-15,0 0-32 16,-13 0-20-16,7-16-96 15,-22-7-261-15</inkml:trace>
  <inkml:trace contextRef="#ctx0" brushRef="#br0" timeOffset="-191529.79">24905 737 237 0,'0'0'445'0,"0"0"-424"0,0 0 51 0,0 0 32 0,0 0-30 16,0 0-9-16,-7-31 18 15,-48 31-47-15,2 3-3 16,-6 25-21-16,-9 21 7 16,9-1-3-16,12 4-16 15,13 8 0-15,13 0 0 16,21-8 6-16,0-4-2 16,0-8-8-16,0-7-4 15,55-10 4-15,-8-3-3 16,34-12-4-16,5-8-8 0,7 0-11 15,19-28 6-15,-3-19-68 16,-16-6-146 0</inkml:trace>
  <inkml:trace contextRef="#ctx0" brushRef="#br0" timeOffset="-189897.22">26015 1183 496 0,'0'0'404'0,"0"0"-396"0,0 0 1 0,0 0 13 16,0 0-17 0,0 0 6-16,341 0 2 0,-295-4-3 15,1-4-10-15,-22 8 9 16,-10 0-9-16,-2-5 0 15,-13 5-15-15,0 0-38 16,0-3-76-16,0-5-157 16</inkml:trace>
  <inkml:trace contextRef="#ctx0" brushRef="#br0" timeOffset="-189697.75">26015 1183 125 0,'-121'-125'820'0,"121"125"-774"16,0 5 11-16,0-5 17 15,12 0-70-15,35 0 14 16,27 0 9-16,13 0-6 16,-6 0-21-16,12-5-5 15,-7-15-48-15,-27 4-106 16,10 0-401-16</inkml:trace>
  <inkml:trace contextRef="#ctx0" brushRef="#br0" timeOffset="-189182.75">27063 1099 523 0,'0'0'177'0,"0"0"-139"0,0 0 14 0,0 0 2 0,0 0-13 16,0 0 29-16,207 28-11 15,-101-61 11-15,9-19-20 0,-1-7-17 16,-14-10-6-16,-26-3-24 16,-27 11 10-16,-35 6-9 15,-12 14 11-15,0 13-7 16,-59 20-1-16,-43 8-7 16,-4 16-1-16,-27 45-1 15,0 19-17-15,5-5-94 16,8 2-315-16</inkml:trace>
  <inkml:trace contextRef="#ctx0" brushRef="#br0" timeOffset="-185851.9">17999 1900 295 0,'0'0'232'0,"0"0"-214"0,0 0 26 0,0 0 33 0,0 0-64 16,0 0 13-16,0 0 3 15,0 0 3-15,0 0 21 16,7 0 26-16,33 0-13 16,6 0-20-16,13-12 36 15,16 1-41-15,12-6 15 16,27-2-20-16,20-6 17 15,5 9-8-15,-12-8-14 16,-12 8-31-16,-16 0-5 16,-12 5-10-16,6 2-26 15,-18 1 4-15,-17 0-48 16,-23 3-57-16,-29 5-204 16</inkml:trace>
  <inkml:trace contextRef="#ctx0" brushRef="#br0" timeOffset="-185252.63">18492 2486 472 0,'0'0'141'0,"0"0"-137"0,0 0 46 0,0 0 33 0,0 0-28 16,0 0 17-16,261 44-1 15,-199-44-33-15,3-16 12 0,-3-20-5 16,-15-16-20 0,-13-8-25-16,-10 3-18 0,-17 5-17 15,-7 8-7 1,0 20-5-16,0 16 10 0,-53 8 18 15,-6 0-5-15,-15 36 24 16,15 12 20-16,-3-4 14 16,31 5-13-16,15-18-16 15,16-6-5-15,0-5-4 16,16-4 1-16,36 4 6 16,14-1 7-16,2 11 8 15,-3 1 14-15,-9 1 8 16,-16 0-2-16,0-11-23 15,-15 7-14-15,3-12-2 16,-3-1 0-16,9-7-9 0,0-3-43 16,0-5 6-16,0 0-64 15,-9 0-113-15</inkml:trace>
  <inkml:trace contextRef="#ctx0" brushRef="#br0" timeOffset="-184402.28">21388 1896 18 0,'0'0'598'0,"0"0"-517"0,0 0 20 0,0 0 15 0,0 0-82 15,0 0-8-15,0 0 20 16,-34-8-8-16,34 8 2 0,13-3-8 16,43-5 21-16,9 0-13 15,28-12-4-15,15-1-7 16,4 1-13-16,15-4-5 16,-12-4-7-16,-7 5-8 15,-15-2-29-15,-34 5-12 16,-6-9-45-16,-7 6-61 15,-36 7-190-15</inkml:trace>
  <inkml:trace contextRef="#ctx0" brushRef="#br0" timeOffset="-183803.66">21801 2309 169 0,'0'0'56'0,"0"0"19"0,0 0 40 0,0 0-18 0,0 0-47 16,0 0 24-16,189 33 10 15,-136-49 20-15,-1-29-15 16,4-7-46-16,-31 4-10 15,3-1-9-15,-22 10-17 16,-6 6-7-16,0 10-2 16,0 7-24-16,-46 16 4 15,-23 0-7-15,-2 3 13 0,-9 33 16 16,5 13 4 0,7-1 23-16,31 1 5 15,15-10-1-15,22-14-22 0,0-6 1 16,0-7-6-16,0-4-1 15,34 0 4-15,-9 1-3 16,24 7 3-16,-11-8 23 16,2 8-6-16,0 7-6 15,1-10-1-15,-7 2-17 16,6 2 4-16,-6-9-4 16,0 0-6-16,-15-5-15 15,3 2-6-15,-16 3-63 16,-6 4-63-16,0-1-94 0,0 2-84 15</inkml:trace>
  <inkml:trace contextRef="#ctx0" brushRef="#br0" timeOffset="-182903.68">24061 1776 113 0,'0'0'336'0,"0"0"-213"0,0 0 9 0,0 0-31 16,0 0-41-16,0 0 13 0,0 0-28 16,13 0 22-16,15-7-4 15,18-2-17-15,16-3-3 16,9-3-11-16,22-10-1 16,10 1-10-16,18-24-8 15,-3 15-11-15,2-3-4 16,-17 0-26-16,-26 8-6 15,-15 12-25-15,-37 8-68 16,-25 0-183-16</inkml:trace>
  <inkml:trace contextRef="#ctx0" brushRef="#br0" timeOffset="-182104.26">24629 2286 275 0,'0'0'350'0,"0"0"-255"0,0 0 46 0,0 0-51 0,0 0-50 15,0 0 11-15,0 0 26 16,276 56-61-16,-177-56 7 15,-18-16-21-15,-1-9 12 16,-5-3-14-16,-29-8 2 16,-6-8-2-16,-21-4-6 15,-19 4-8-15,0 8-13 16,0 3 11-16,-28 17 0 16,-37 13 8-16,-28 3 4 15,-9 0 4-15,2 19 2 16,7 18 11-16,13 3-13 15,33 0 0-15,13-4 0 16,28-4 2-16,6-4-12 0,0-8 19 16,0-4-18-16,19 1-3 15,49-6 8-15,12-3 4 16,1 1 10-16,0 7 15 16,-22-8-9-16,6 15 12 15,-16-7-16-15,-2 1-1 16,-7-1-5-16,0-4-12 15,13-4 6-15,-6-5-16 16,-1-3-6-16,1 0-31 16,-13 0-55-16,-16 0-151 15,-11-28-195-15</inkml:trace>
  <inkml:trace contextRef="#ctx0" brushRef="#br0" timeOffset="-180955.75">18161 1776 310 0,'0'0'186'0,"0"0"-167"0,0 0 57 0,0 0-6 0,0 0-50 0,0 0 44 16,-34 8 5 0,34-8-16-16,0 0-5 0,0 0 14 15,0 0-16 1,0 0-9-16,0 0-13 0,0-15-15 16,46-30 11-16,13-35-19 15,34-13 34-15,16-27-14 16,11-20 13-16,8 15-30 15,-7 1 5-15,-10 16-7 16,-24 19 1-16,-6 30-6 16,-35 10 3-16,-18 33-6 15,-22 8-4-15,-6 8 3 0,0 0-18 16,0 0-10 0,0 0-70-16,0 21-132 0,0 10-210 15</inkml:trace>
  <inkml:trace contextRef="#ctx0" brushRef="#br0" timeOffset="-180172.28">18834 2895 696 0,'0'0'114'0,"0"0"6"0,0 0-10 0,316-260-21 0,-217 183-55 0,0-3 3 0,-3 4-37 16,4 8 0 0,-35 20-4-16,-9 11 2 0,-16 14-5 15,-22 10-32-15,-11 6-20 16,-1 2-56-16,-6-3-117 15,15-4-413-15</inkml:trace>
  <inkml:trace contextRef="#ctx0" brushRef="#br0" timeOffset="-172213.01">18232 4684 320 0,'0'0'228'0,"0"0"-137"0,0 0-3 0,0 0 1 16,0 0-8-16,0 0-18 16,0 0-1-16,0-4-32 15,0 4 27-15,0 0-16 16,0 0-1-16,0-8-20 16,0 8 3-16,0 0-5 0,0 0-4 15,0 0 0-15,22-5-4 16,3 2 19-16,9-5-24 15,18 0 18-15,-2-1-22 16,3 1 5-16,-1-3-4 16,1-1-4-16,3-1-10 15,-10 2-11-15,1-6 6 16,-22 6-23-16,3-6-11 16,-22-2-66-16,-6 2-257 15</inkml:trace>
  <inkml:trace contextRef="#ctx0" brushRef="#br0" timeOffset="-171596.35">19162 5125 101 0,'0'0'132'0,"0"0"-46"0,0 0 27 0,0 0-10 0,0 0-5 16,0 0-43-16,13 7-6 16,-13-7-4-16,0 0 48 0,0 0-1 15,0 0-10-15,0 0-39 16,0-11-22-16,-7-22-19 16,-33-10 0-16,6-6 18 15,-6-6 3-15,9-9 2 16,-3-13-25-16,21-20 7 15,4 2-7-15,9-21-1 16,0-1-9-16,0 13-16 16,28 4 14-16,12 20-2 15,7 7-36-15,-1 17-7 16,1 24-62-16,-7 4-68 0,-18 24-1 16,-4 4-236-16</inkml:trace>
  <inkml:trace contextRef="#ctx0" brushRef="#br0" timeOffset="-171063.75">19230 4636 676 0,'0'0'74'0,"0"0"2"0,0 0 16 0,0 0-23 16,0 0 33-16,0 0-29 16,174-28-29-16,-109 12 1 15,-3-4-10-15,-3-1-32 16,-6 1-3-16,0-4-30 16,-13 4-18-16,0 0-37 15,-18 4-88-15,-10 4-249 0</inkml:trace>
  <inkml:trace contextRef="#ctx0" brushRef="#br0" timeOffset="-170447.15">19869 3945 649 0,'0'0'115'0,"0"0"-96"16,0 0 66-16,0 0-39 16,0 0 0-16,0 0 9 15,109 190-32-15,-63-143-16 16,-12-7-3-16,7 4 13 16,-17-11-14-16,-8-9-3 15,-10-4 3-15,0-17 1 16,-6-3-4-16,0 0-3 15,7 0-16-15,-1 0-9 16,15-15 14-16,4-21 14 0,22-4-5 16,9 7 11-16,2 2-9 15,-5 11 4-15,15 12-2 16,-21 0-2-16,-7 8 3 16,-6 0 7-16,0 0-3 15,-15 8-4-15,0 8 7 16,-19-4-7-16,0-4 2 15,0 3 12-15,0 6 18 16,-38 7-10-16,-48-1-13 16,-4 5-6-16,3 5 23 15,0-9-24-15,28-8-2 0,25-9-13 16,15-7-23 0,19 0-58-16,0 0-115 15,0 0-239-15</inkml:trace>
  <inkml:trace contextRef="#ctx0" brushRef="#br0" timeOffset="-170030.41">19909 4796 270 0,'0'0'418'0,"0"0"-345"0,0 0 44 0,0 0-23 16,0 0-43-16,0 0 30 16,149-8-15-16,-49-8-31 0,-1-8-13 15,15-4-22-15,-14-4-1 16,-10 0-41-16,-4 15-56 15,-33 9-137-15,-34 8-336 16</inkml:trace>
  <inkml:trace contextRef="#ctx0" brushRef="#br0" timeOffset="-169532.25">19919 5306 445 0,'0'0'327'0,"0"0"-324"16,0 0 48-16,0 0 26 15,0 0-46-15,0 0-1 16,52 23 17-16,-5-23 4 16,-7-44-18-16,7 8-4 15,-13-12-29-15,-9 0 0 16,-25 8-17-16,0 4-21 0,0 16-16 16,0 15 41-1,0 5-9-15,-53 0-25 16,0 16 36-16,7 25 11 0,12-5 8 15,6-4-3-15,22 0 1 16,6-7 2-16,0-6 9 16,21-7-12-16,32-12 1 15,21 0 1-15,-2 0-5 16,30 0 11-16,-3 0-5 16,0 0 7-16,-12 0-14 15,-12 0-2-15,-23 0 1 16,-11 0-2-16,-20 0-3 15,-2 8 3-15,-7-8-60 16,-12 0-130-16,0 0-178 0</inkml:trace>
  <inkml:trace contextRef="#ctx0" brushRef="#br0" timeOffset="-169082.57">20592 4135 423 0,'0'0'439'0,"0"0"-382"0,0 0 29 0,0 0 49 15,0 0-94-15,403-21 13 16,-292 25-14-16,4 33-6 15,-10 15-11-15,-24 12-2 16,-6 16-10-16,-35 4-11 0,-34 16-3 16,-6 13-19-16,-12 3 0 15,-57-3-18-15,-11-18 15 16,15-15 2-16,-4-19-31 16,17-21-110-16,-1-25-244 15</inkml:trace>
  <inkml:trace contextRef="#ctx0" brushRef="#br0" timeOffset="-167500.68">18114 4222 237 0,'0'0'27'0,"0"0"41"0,0 0 39 0,0 0-55 0,0 0 1 0,0 0 1 15,53 33 19-15,-53-33-18 16,0 8 8-16,0-8 24 16,0 3-17-16,0-3-29 15,0 0-22-15,0 0 0 16,0 8-17-16,0 5 12 16,0 2 11-16,-28 10 8 0,-19 11-10 15,7 4-2 1,-6 5-4-16,12 10-13 0,21-2-4 15,7-1 2-15,6 7-8 16,0-6 5-16,6-9-6 16,41 0-12-16,12-8 6 15,3-8 0-15,18 5 6 16,1-6 5-16,-4-7-7 16,10 5 9-16,0-14-30 15,-6-3 4-15,-1-8 3 16,-5 0 6-16,-10-3 4 15,-3-33 5-15,-10-5 7 0,-11-3-20 16,-1 4-15-16,-6 0-12 16,-9 4 25-16,3 16 15 15,-10-13 3-15,-2 2 6 16,-4-2-1-16,-5-3 2 16,-1 0-2-16,-6-3 0 15,0-10-14-15,15-3-31 16,-15 4-17-16,0 7 26 15,0 2 7-15,0 6 21 16,0-3-35-16,-28 5-10 16,-18-5-18-16,12 3-27 0,-7 5 28 15,10 4 56 1,4 12 2-16,-8 4 24 0,1 0 62 16,10 4 34-1,-11-4-39-15,1-5-69 0,0 6-86 16,-6-1 72-16,9 8 14 15,-16 0 61-15,1 0 19 16,-4 0-69-16,-2 15 0 16,-1 6-11-16,-6 3-6 15,9-3 6-15,10-6 47 16,-6-3-23-16,15 0-19 16,-4 0-4-16,-5 9-2 15,12-2-10-15,-18 9 11 16,5 5 3-16,17-5 2 0,-17 3 30 15,20-2 1 1,2 3-1-16,3 0-29 0,10 0-5 16,0 4 3-16,6-4-8 15,0 4-7-15,0 0-11 16,0-3 9-16,0 3 4 16,0 0 2-16,22 8-21 15,-4-8-12-15,4 4-28 16,-3-12 44-16,-1-4-43 15,10 4 29-15,6-8 22 16,0 4 16-16,7-4-21 16,-1 1-26-16,-9-6-9 15,9-2-60-15</inkml:trace>
  <inkml:trace contextRef="#ctx0" brushRef="#br0" timeOffset="-166834.75">19175 4528 22 0,'0'0'120'0,"0"0"-67"0,0 0-46 0,0 0-7 0,0 0-9 16,0 0 6-16,62-193-42 15,-50 157-21-15,-6 0 44 16,-6 11 22-16,0 9 152 16,0-4 30-16,-6 0-43 15,-28 1-121-15,0-9-14 16,3-5-4-16,-3 1-10 15,0 0-38-15,6 4-36 16,-3 4 67-16,-3 8 17 16,6 4 51-16,-13-4 40 15,10 4-32-15,-9-4-44 16,-6 0-15-16,-10-1-3 0,-9 9-12 16,12-3-21-1,3 11-3-15,-2 0 38 0,5 0 1 16,7 0 0-16,-7 0 8 15,1 16 11-15,-1 4-2 16,1-4 2-16,18 0-8 16,-6-1 5-16,15-2-16 15,-3-1-1-15,-2 4-16 16,11-4-6-16,-9 8 10 16,4-4 12-16,2 5-4 15,-2 2 10-15,12 1-1 16,-10 4 1-16,4 8-2 0,-1 0-3 15,-8 8-1 1,14 1-3-16,7 2-12 0,0-3-21 16,0 1-4-16,0 3 19 15,28-3-17-15,3 2 9 16,-3 1-3-16,-6 4-36 16,3 1-56-16,-4-17-20 15</inkml:trace>
  <inkml:trace contextRef="#ctx0" brushRef="#br0" timeOffset="-166736.32">18415 4885 57 0,'0'0'60'0,"0"0"-28"0,0 0-31 0,0 0-1 0</inkml:trace>
  <inkml:trace contextRef="#ctx0" brushRef="#br0" timeOffset="-166671.01">18415 4885 218 0,'434'-133'0'0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1T22:22:49.8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30092 1688 309 0</inkml:trace>
  <inkml:trace contextRef="#ctx0" brushRef="#br0" timeOffset="136808.54">2778 12657 293 0,'0'0'314'0,"0"0"-282"0,0 0 35 0,0 0 22 0,0 0-51 15,0 0 3-15,0 0-9 16,0 0 15-16,34 11 16 16,-34-6 1-16,0-5-15 15,0 0-26-15,0 0 11 0,0 0-3 16,0 0 4-16,0 0-19 16,0 0 1-16,0 8-4 15,-12 0 16-15,-22 4-25 16,-13 4 2-16,-5 4 7 15,-4 0-12-15,3 7 19 16,13-2-20-16,15 3 8 16,9 8-8-16,16 5-18 15,0 3 18-15,0 0-9 16,62-8 2-16,10-13-29 16,2-6 10-16,7-1-9 15,-1-16 4-15,-5 0-16 16,12 0-19-16,-10-16-67 15,-9-24-112-15,-27-9-256 0</inkml:trace>
  <inkml:trace contextRef="#ctx0" brushRef="#br0" timeOffset="137225.37">3299 12360 563 0,'0'0'182'0,"0"0"-149"0,0 0 28 0,0 0 38 16,0 0-35-16,0 0 30 0,295 128-41 15,-215-79 0 1,1 7-18-16,-28 16 7 0,-19 8-5 15,-22 16-37-15,-12 13-22 16,-6 15-13-16,-59 4-39 16,-16-20-42-16,1-15-144 15</inkml:trace>
  <inkml:trace contextRef="#ctx0" brushRef="#br0" timeOffset="137990.66">4710 12347 889 0,'0'0'54'0,"0"0"17"0,0 0 13 0,0 0-40 16,0 0-32-16,121 205 6 0,-87-169-18 15,0 0-12-15,-9-3 8 16,-3 3-19-16,-16-4-25 16,-6 0-82-16,0 4-24 15,0 0-105-15,-6-4-278 16</inkml:trace>
  <inkml:trace contextRef="#ctx0" brushRef="#br0" timeOffset="138257.68">4552 13302 495 0,'0'0'186'0,"0"0"-181"16,0 0 66-16,0 0-13 15,0 0-21-15,0 0 29 16,53-80 8-16,5 16 0 15,4-8-45-15,-3 0 7 16,10-5-34-16,-4 9-2 16,-13 4-6-16,4 7-26 15,-9 13-48-15,-1-3-29 16,1 14-75-16,-13 10 7 16,-9 15-29-16,-25 8-98 15</inkml:trace>
  <inkml:trace contextRef="#ctx0" brushRef="#br0" timeOffset="139161.7">5541 12933 734 0,'0'0'74'0,"0"0"34"0,0 0 16 0,0 0-75 0,0 0-19 0,0 0-26 15,378-16-4-15,-328 13-8 16,-4-2 1-16,-15-3-34 16,-9 8-44-16,-16 0-40 15,-6-7-65-15,0-1-146 16</inkml:trace>
  <inkml:trace contextRef="#ctx0" brushRef="#br0" timeOffset="139356.09">5572 12725 899 0,'0'0'152'0,"0"0"-140"15,0 0 61-15,0 0-42 16,0 0-12-16,357-21-15 16,-311 6-4-16,1-1-58 15,-13 8-46-15,-28 8-144 16</inkml:trace>
  <inkml:trace contextRef="#ctx0" brushRef="#br0" timeOffset="139824.04">6356 13230 3 0,'0'0'698'0,"0"0"-610"0,0 0 40 15,0 0-25-15,0 0-29 16,0 0-12-16,245-220-39 16,-142 143 14-16,-17 2-28 15,1 1 7-15,-22 15-15 0,-3 7-1 16,-21 11-44-1,-16 18 1-15,-10 7-26 16,-9 11-84-16,-6 1-96 16,0 4-132-16</inkml:trace>
  <inkml:trace contextRef="#ctx0" brushRef="#br0" timeOffset="140089.79">6682 12529 562 0,'0'0'368'0,"0"0"-321"0,0 0 83 16,0 0-70-16,40 228-29 16,-6-176-19-16,-6 4 12 15,3-4-23-15,-3 5-2 16,-9-1-1-16,3-8-24 15,-10 0-1-15,10-8-26 16,-4-8-44-16,4-8-204 16,-10-16-53-16</inkml:trace>
  <inkml:trace contextRef="#ctx0" brushRef="#br0" timeOffset="140721.81">7432 12103 225 0,'0'0'486'0,"0"0"-459"0,0 0 95 0,0 0-55 0,0 0-61 15,0 0 26-15,205-44-19 0,-190 44-4 16,-2 16-2-1,-13 17 25-15,0 6 19 0,0 9-25 16,0 4-5-16,-34 1-16 16,3-6 7-16,9-6-8 15,16-13-8-15,0-4-15 16,6-4 19-16,0-8-3 16,0-4 1-16,12-8 0 15,28 0 2-15,19 0 13 16,9 0-9-16,7 0 8 15,-16-16-8-15,0 4-8 16,-19 0-3-16,-18 4-44 0,-16 0-107 16,-6 8-436-16</inkml:trace>
  <inkml:trace contextRef="#ctx0" brushRef="#br0" timeOffset="151796.28">8468 13038 335 0,'0'0'0'0,"0"0"3"0,0 0-8 0,0 0-12 16,0 0-106-16,0 0-63 15</inkml:trace>
  <inkml:trace contextRef="#ctx0" brushRef="#br0" timeOffset="152267.71">8468 13038 243 0</inkml:trace>
  <inkml:trace contextRef="#ctx0" brushRef="#br0" timeOffset="152512.12">8468 13038 243 0,'-87'-260'302'0,"87"260"-190"0,0 0 7 15,0 0 141-15,6 0-226 16,-6 0-1-16,0 0-16 16,0 0 35-16,7 0-22 15,-7 0 13-15,0 0-24 16,0 0 9-16,0 0-7 0,0 0-9 16,0 0-12-16,0 6-18 15,0 27 18-15,0 3 6 16,0 12 6-16,0-4-12 15,0 0-4-15,0 0 2 16,0-3-18-16,0-13-8 16,0-4-13-16,0-12 1 15,0-12-41-15,6 0-39 16,0-5-75-16,-6-34 63 16,0-9-138-16</inkml:trace>
  <inkml:trace contextRef="#ctx0" brushRef="#br0" timeOffset="152928.96">8018 12989 321 0,'0'0'395'0,"0"0"-376"0,0 0-5 0,0 0 116 16,127 0-30-16,-58 0-12 15,-4 0-18-15,-3 0-29 16,-9 0-9-16,-13 0-27 16,-6-3-5-16,0-9-4 15,-3 4-27-15,9 0-17 16,-12 0-56-16,-9 3-157 15,-19 5-392-15</inkml:trace>
  <inkml:trace contextRef="#ctx0" brushRef="#br0" timeOffset="153827.93">9150 12733 372 0,'0'0'275'0,"0"0"-214"0,0 0-8 0,0 0-39 0,0 0-6 15,0 0 39-15,133-52 0 16,-92 24-15-16,-7-8 2 16,-16 0 21-16,1-5-23 15,-10 2-18-15,-9 2-4 16,0 13-8-16,0 5-2 15,0 6-10-15,-21 13-7 16,-32 0-21-16,0 4 9 16,-15 36 29-16,15 9 0 15,7-10 3-15,18 2 4 16,22-13-7-16,6-13-22 16,0 1 11-16,0-11 5 0,34-2 2 15,6-3 4 1,-9 0 5-16,19 0-3 0,-13-8 3 15,-3-15-5-15,0-6-3 16,-6 6-10-16,-3 2-5 16,-19 6 0-16,3 15 18 15,-9 0 0-15,0 0 0 16,0 0 24-16,0 0-24 16,0 0-29-16,0 23 20 15,0 13 9-15,0 0 11 16,0-3-1-16,0-1-6 15,0 0 2-15,0 4-12 16,0 4 12-16,25 0-9 16,-3 9 5-16,-16-10-4 0,6 2 3 15,-12-5-4 1,0-5 3-16,0 2-7 16,0-5 7-16,-52 4 4 0,-16-4 30 15,-4-4-11-15,4-4 4 16,9-16-7-16,13 1-11 15,-1-5-9-15,7 0-58 16,-10 0-34-16,19 11-176 16</inkml:trace>
  <inkml:trace contextRef="#ctx0" brushRef="#br0" timeOffset="154410.9">9764 13118 295 0,'0'0'426'0,"0"0"-369"0,0 0 93 0,180-204-41 0,-106 131-39 16,1 5-35-16,-23 7-14 16,-5 6-21-16,-13 22 2 15,-15 2-6-15,2 19-4 16,-14-1 2-16,-1 10-52 16,-6 3-40-16,0 0-50 15,0 0-40-15,0 0-160 16</inkml:trace>
  <inkml:trace contextRef="#ctx0" brushRef="#br0" timeOffset="154643.94">10024 12568 55 0,'0'0'816'16,"0"0"-791"-16,0 0 66 15,0 0-7-15,156 253-47 16,-98-188 1-16,-5-1-30 16,-6-12 5-16,-7-4-8 15,-6-12-10-15,-12-4 3 16,3-9-28-16,-10 2-48 16,-9-13-85-16,-6-8-200 0</inkml:trace>
  <inkml:trace contextRef="#ctx0" brushRef="#br0" timeOffset="155276.17">11200 13190 718 0,'0'0'101'0,"0"0"13"0,40-209-25 0,-12 125-49 16,0 1-38-16,-3 9-2 15,9 15-8-15,-13 23-31 0,-14 15 13 16,-7 21-8-16,0 0-62 16,0 0-129-16,0 24-311 15</inkml:trace>
  <inkml:trace contextRef="#ctx0" brushRef="#br0" timeOffset="155526.79">11141 12869 345 0,'0'0'538'16,"0"0"-478"-16,0 0 30 16,0 0 2-16,0 0-32 15,0 0-34-15,273 36-4 16,-199-32-22-16,-21-4 0 16,3 0-48-16,-16 0 4 15,0 0-110-15,-3 0-133 16</inkml:trace>
  <inkml:trace contextRef="#ctx0" brushRef="#br0" timeOffset="155994.04">12071 13218 749 0,'0'0'125'0,"0"0"-81"16,0 0 20-16,0 0-32 16,0-285 5-16,19 202-19 15,15-10-2-15,0 9-10 16,-9 12-9-16,-4 15 10 16,-15 17-7-16,-6 16 2 15,0 16-2-15,0 0 0 16,0 8-3-16,0 0-5 15,0 0 4-15,0 16-23 16,-18 33 26-16,-22 10-18 0,-16 6 19 16,9-9-59-1,7-8-90-15,15-8-6 0,10-8-97 16</inkml:trace>
  <inkml:trace contextRef="#ctx0" brushRef="#br0" timeOffset="156693.41">12672 12400 262 0,'0'0'350'0,"0"0"-259"0,0 0-34 0,0 0-33 15,0 0-23-15,0 0 7 16,13-4 32-16,-13 4 8 15,0 28 3-15,0 12 9 16,-28 0 7-16,-25 8-62 16,1 9-3-16,5-9 6 0,-6 7-13 15,13-10 10-15,12-9-10 16,10-12 2-16,8-4-27 16,10-7 22-16,0-10-32 15,0 5 18-15,0-4-5 16,22-4 13-16,12 4 4 15,-3-4 10-15,-3 0 0 16,0 0 2-16,-3 0-5 16,3 0 9-16,12 0-2 15,-6 0-1-15,-3 0 0 16,19-11-3-16,-13-2-2 16,3-3-22-16,0 1-40 0,-12-6-4 15,0-3-22 1,-15 8 46-16,-7 0 4 0,-6 8 40 15,0 8 23-15,0 0 69 16,0 0-50-16,0 0-32 16,0 0-10-16,0 8-19 15,0 28 19-15,0 12 19 16,-19 12 62-16,-9 0-4 16,16-12 1-16,-4 1-39 15,4-9-16-15,12 0-6 16,0-8-11-16,0-8-6 15,0-4-19-15,0-7-54 16,0-6-121-16,-12-3-252 0</inkml:trace>
  <inkml:trace contextRef="#ctx0" brushRef="#br0" timeOffset="-201715.06">23667 2759 325 0,'0'0'116'0,"0"0"-89"0,0 0-27 0,0 0-4 0,0 0-128 16</inkml:trace>
  <inkml:trace contextRef="#ctx0" brushRef="#br0" timeOffset="-66041.78">12778 15704 735 0</inkml:trace>
  <inkml:trace contextRef="#ctx0" brushRef="#br0" timeOffset="-33833.42">29884 14582 499 0</inkml:trace>
  <inkml:trace contextRef="#ctx0" brushRef="#br0" timeOffset="47125.06">20499 2165 62 0,'0'0'394'0,"0"0"-271"0,0 0 5 0,0 0-17 0,0 0-40 0,0 0-9 16,0 0-14-16,-19 0-32 15,19 0-11-15,0 0 8 16,0 0 2-16,0 0-5 16,0 0 9-16,0 0-12 15,0 0 10-15,0 0-10 16,0 0-6-16,0 0 16 15,0 0 1-15,-9 0 14 16,2 0-10-16,1 0-9 16,0 0-5-16,6 0-15 15,-6 0 7-15,-16 0-3 16,22 0-4-16,-12 0 7 16,-1 0-7-16,-15 16 8 15,16 4-5-15,-10 8 2 16,4 5-3-16,-4-9 3 0,22-1-2 15,0-6 1-15,0-1-7 16,0-8-1-16,0 0-1 16,0 0 7-16,28-1-8 15,0-7 12-15,-10 8 0 16,17-8-5-16,-1 0 8 16,6 0-2-16,7-31 11 15,5-18 3-15,7-3-7 16,-12-4-6-16,-13 8 6 15,-13 8-4-15,-2 8 4 16,-19 4-5-16,0 7 8 16,0-7-6-16,0 4-3 0,-25 9-1 15,-9 7-2 1,-12 0-8-16,5 8-11 0,1 0 6 16,6 0 7-16,-6 0 6 15,-1 31 4-15,1 13 1 16,6 13 2-16,9-1-5 15,-3 0 4-15,-6 1-4 16,28-13 3-16,0-13 2 16,6 2 0-16,0-17-5 15,0-1-1-15,0-2-13 16,28-1 2-16,6-4 9 16,3 0 3-16,-3 8 12 15,0 4-9-15,-6 4 9 0,3 4-9 16,-3-8 12-16,-6-4-13 15,-10 1-4-15,7-10 0 16,2 5 0-16,-2-8-14 16,-4 4-5-1,4 0-24-15,0-8-117 0,2 0-115 16,7-8-30-16</inkml:trace>
  <inkml:trace contextRef="#ctx0" brushRef="#br0" timeOffset="47772.65">21286 2358 73 0,'0'0'428'0,"0"0"-364"0,0 0 14 0,0 0 12 15,0 0-18 1,0 0 9-16,0 0-37 0,0 0-2 16,0 0-6-16,9 0 35 15,10 0-50-15,9 0 8 16,-3 0-13-16,3 0-10 15,6 0-6-15,0 0-3 16,-9 0-2-16,15 0-20 16,-12 0 10-16,-3 0-38 15,-10 0 8-15,-2-8-1 16,-7-8-15-16,6 8-56 16,-12-1-38-16,0-7-106 15</inkml:trace>
  <inkml:trace contextRef="#ctx0" brushRef="#br0" timeOffset="48018.82">21286 2358 423 0</inkml:trace>
  <inkml:trace contextRef="#ctx0" brushRef="#br0" timeOffset="48140.13">21286 2358 423 0,'96'-245'38'0,"-96"245"25"0,0 0 24 0,0 0 22 15,0 0-39-15,0 0 14 16,25 0-29-16,-9 0-23 16,-4 0-23-16,28 0-9 15,-15 0 0-15,9 0-26 16,7 0-64-16,-7 0-64 16,0 0-133-16</inkml:trace>
  <inkml:trace contextRef="#ctx0" brushRef="#br0" timeOffset="49039.2">22030 2462 93 0,'0'0'184'0,"0"0"-90"0,0 0 19 0,0 0-40 0,-6 16-32 16,6-16-4-16,0 0-17 16,0 0 6-1,0 0-13-15,0 0 27 0,0 0-2 16,0 0 17-16,0 0 12 15,0 0-3-15,0 0-7 16,0 0-15-16,0 0-14 16,0 0-13-16,0-12 10 15,0-20-21-15,0-8 8 16,0-12-9-16,19-4 1 16,9-13-4-16,-10 1 0 15,4 4-3-15,-16 3-18 16,7 9 10-16,-7 12-14 0,-6 8 3 15,0 9-1 1,0 10 23-16,0 5 0 0,0 8-1 16,0 0 0-16,0 0-10 15,0 0-7-15,0 4-37 16,-6 24 52-16,-41 8-21 16,7 5-25-16,6-5 4 15,9-8 8-15,9 8-42 16,10-16-112-16,-6-4-310 15</inkml:trace>
  <inkml:trace contextRef="#ctx0" brushRef="#br0" timeOffset="53518.71">23165 2386 326 0,'0'0'291'0,"0"0"-258"0,0 0 14 0,0 0 25 0,0 0-46 0,0 0-8 0,0 0 17 15,0 0 32-15,40-20-14 16,-40 20 11-16,0 0-10 16,0 0-28-16,0 0 3 15,0 0-14-15,0 0 15 16,0 0-24-16,0 0 10 15,0 0-15-15,0 0 9 16,0 28-3-16,0 8 7 16,0 4 16-16,0-4-19 15,-6-8-11-15,0-4 0 16,6-4-26-16,-6 1-25 16,-16-6-22-16,-3 6-135 0,-15-10-431 15</inkml:trace>
  <inkml:trace contextRef="#ctx0" brushRef="#br0" timeOffset="54234.05">24343 2482 249 0,'0'0'236'0,"0"0"-166"0,0 0 8 0,0 0-43 16,0 0-33-16,0 0-2 16,-55 4 28-16,55-1-5 15,-7 2 45-15,7-5 21 16,0 0-23-16,0 4-28 0,0-4-6 15,0 0-5 1,0 0-9-16,0 0 14 0,0 0-21 16,0 0 21-16,0 0-10 15,0 0 12-15,22-20-30 16,18-20 13-16,13-12-6 16,22-8-4-16,-17 4 4 15,17-1-11-15,-16 6 0 16,9-2-12-16,-21 13-9 15,-13 8-14-15,-16 11 16 16,-12 10 2-16,-6 2-1 16,0 1-7-16,0 5-42 15,0 3-13-15,0 0-60 16,-6 0-96-16</inkml:trace>
  <inkml:trace contextRef="#ctx0" brushRef="#br0" timeOffset="54567.78">24455 1980 448 0,'0'0'159'0,"0"0"-70"0,0 0 29 15,0 0-10-15,0 0-87 0,0 0 5 16,195 201-2-16,-160-169-7 16,-4-3-13-16,-4-6-2 15,1-2-4-15,-15-6-18 16,-7 1-3-16,16 1-38 15,-16-17-69-15,0 0-126 16</inkml:trace>
  <inkml:trace contextRef="#ctx0" brushRef="#br0" timeOffset="55301.4">24976 2630 360 0,'0'0'135'0,"0"0"-40"0,0 0 0 0,0 0-44 0,0 0-42 16,0 0 15-16,22 0 9 16,-22-16-2-16,0 1 6 15,0-10 38-15,0 1-22 16,0-4-2-16,0-5-12 16,6-6-25-16,6-9-2 15,-2-4-12-15,-4-5-11 16,6 13-8-16,-12 8 7 15,0 21-3-15,0 10 13 0,0 5 2 16,0 0 14 0,0 5-7-16,0 26-5 0,-12 10 21 15,-4-10-22-15,4 2-1 16,6-1-1-16,-1 0-16 16,-8-4-10-16,3-1-39 15,-1-6-54-15,13-9-48 16,-6-9-111-16</inkml:trace>
  <inkml:trace contextRef="#ctx0" brushRef="#br0" timeOffset="55849.09">25317 2402 666 0,'0'0'94'0,"0"0"-35"0,0 0 44 0,0 0-45 0,0 0 13 15,0 0-35 1,369-29-19-16,-329 29-17 0,-6 0-9 15,-9 0-4-15,-3 0-45 16,-10 0 5-16,-12 0-79 16,0 0-18-16,0-7-194 15</inkml:trace>
  <inkml:trace contextRef="#ctx0" brushRef="#br0" timeOffset="56082.08">25398 2169 767 0,'0'0'26'15,"0"0"84"-15,0 0-14 16,0 0-28-16,0 0-50 15,0 0-18-15,369 0-20 16,-317 0-117-16,-5 0-173 16</inkml:trace>
  <inkml:trace contextRef="#ctx0" brushRef="#br0" timeOffset="56982.44">26328 2594 240 0,'0'0'441'0,"0"0"-431"0,0 0 102 0,0 0 0 16,34-236-74-16,-9 179-8 15,-10-2-10-15,16 2-18 16,-3 4 8-16,0 14 11 15,-15 11 25-15,5-5-11 16,-2 10 4-16,18-6-37 16,-22 6-2-16,1 7-12 15,8 7 1-15,-21 9 4 16,0 0 7-16,0 0-1 16,0 4 10-16,-9 25-9 0,-28 2 5 15,-13 5 0-15,4-3-5 16,5-5-21-16,10 0-53 15,-3 0-42-15,-6-8-22 16,12-8 70-16,22-4 53 16,0-8-7-16,6 0-80 15,0 0-289-15</inkml:trace>
  <inkml:trace contextRef="#ctx0" brushRef="#br0" timeOffset="57831.15">27016 2045 297 0,'0'0'204'0,"0"0"-176"0,0 0 47 0,0 0-30 0,0 0-17 0,0 0 33 16,-6 0 11-16,6 0 24 16,-22 0-10-16,16 0-1 15,-19 0-47-15,4 0-19 16,-13 12-16-16,2-4 7 16,-2 0-9-16,0 0 7 15,6 4-4-15,4 0 4 16,8-4-3-16,10 0-2 15,-7-3-1-15,13-2-2 16,0 5-2-16,0-4-20 16,0 4 16-16,0 0-5 15,13 4 10-15,21-4 0 16,-6 0 2-16,25 0-3 16,-13 0 8-16,13 4-11 15,-7-4 10-15,1 8-8 0,-13 0 3 16,6 1-10-16,-21 2-3 15,9-7-6-15,-28-4 13 16,12 0-2-16,-12 1 8 16,0 7-7-16,0 8 7 15,-47 4 11-15,-5-5 5 16,-1-2-6-16,0-6-9 16,4-2 4-16,11-5-2 15,-11 0-6-15,18-4-1 16,9-1 3-16,4-3-25 15,2 0-35-15,-3 0-45 16,19 0-45-16,0-23 39 0,0-9-316 16</inkml:trace>
  <inkml:trace contextRef="#ctx0" brushRef="#br0" timeOffset="58179.81">26976 2016 516 0,'0'0'293'0,"0"0"-172"0,0 0 9 0,0 0-64 15,0 0-37-15,0 0-15 16,40 5-12-16,-12-5 1 16,-9 0 1-16,21 3-2 15,0-3-2-15,-21 0-13 16,15 0-66-16,-6 0-116 15,-22 0-248-15</inkml:trace>
  <inkml:trace contextRef="#ctx0" brushRef="#br0" timeOffset="58964.27">27919 2555 558 0,'0'0'240'0,"0"0"-207"0,0 0 75 0,0 0-70 0,0 0-17 15,0 0-15-15,-146 227 8 16,112-199-14-16,6-11-5 15,15-1-17-15,13 0-45 16,0-4-135-16,0-4 2 0,0-8-130 16</inkml:trace>
  <inkml:trace contextRef="#ctx0" brushRef="#br0" timeOffset="59698.74">28967 2149 576 0,'0'0'109'0,"0"0"-22"0,0 0 16 0,0 0-68 0,0 0-30 0,0 0-4 0,0 0 10 15,0 0-11-15,0 0 18 16,0 16 21-16,0 4 23 0,0 12-15 15,-19 8-12-15,-15 4-18 16,-13-3 2-16,-5 3-18 16,-1-4 7-16,-3-4-2 15,10 4-5-15,5-4 4 16,1-4-2-16,0 0 2 16,-7-7-3-16,16-6-2 15,-3-2-6-15,12-14-7 0,22-3-29 16,0 0 0-1,0 0-76-15,0-3-38 0,0-30-154 16,28 5 51-16</inkml:trace>
  <inkml:trace contextRef="#ctx0" brushRef="#br0" timeOffset="60062.6">28567 2309 198 0,'0'0'206'15,"0"0"-102"-15,0 0 16 0,0 0-17 16,0 0 35-16,0 0-23 15,52-8-19-15,-30 24-30 16,3 9-33-16,3 6-4 16,12-2-11-16,7-1-8 15,-1 4-3-15,-6-5-5 16,-6 6 1-16,-15-5-6 16,9-4 0-16,-9 4-16 15,-10-11 4-15,-3-6-12 16,0-6-11-16,0-5-109 15,-6 0-142-15,13 0-198 16</inkml:trace>
  <inkml:trace contextRef="#ctx0" brushRef="#br0" timeOffset="60628.91">29140 2566 373 0,'0'0'125'16,"0"0"19"-16,0 0-31 0,0 0-60 0,0 0 10 0,0 0-25 0,81 64-11 0,-81-31-4 16,0 3-5-16,-31 3 0 15,-10 5-17-15,-5-3 7 16,-4-5-6-16,26-4 4 16,8-8-4-16,16-12 24 15,0 4-26-15,0-11-9 16,0 3 9-16,40-5 7 15,10-3 8-15,9 0-14 16,-6 0 12-16,-7 0-10 16,-6 0-6-16,-5 0-2 15,-1 0-27-15,-16 0-34 16,-2 0-114-16,-10 0-141 0</inkml:trace>
  <inkml:trace contextRef="#ctx0" brushRef="#br0" timeOffset="61245.57">29717 2646 613 0,'0'0'200'0,"0"0"-94"0,0 0-24 0,0 0-6 0,0 0-26 15,0 0-8-15,152 0-10 16,-118 0-24-16,0 0 9 15,0 0-15-15,0 0-4 0,-9 0-21 16,3 0-5-16,-9 0-11 16,-4 0-3-16,-2 0-49 15,-7 0-53-15,-6 0-17 16,0 0-62-16</inkml:trace>
  <inkml:trace contextRef="#ctx0" brushRef="#br0" timeOffset="61497.66">29717 2646 669 0,'-47'-160'85'0,"47"160"-12"0,0-4 3 16,19-4-23-16,9-4-7 15,12 8 7-15,-6-1-15 16,4 5-16-16,-4 0 14 16,0 0-23-16,-6 0-13 15,3 0-9-15,3 0-27 16,-6 0-105-16,-4 0-192 16</inkml:trace>
  <inkml:trace contextRef="#ctx0" brushRef="#br0" timeOffset="62028.24">30718 2522 949 0,'0'0'61'0,"0"0"24"0,0 0-34 0,0 0-6 0,0 0-11 0,0 0-5 0,376 16-29 15,-317-12-8-15,-4 0-2 16,-2 0-23-16,-13-4-14 16,7 0-82-16,-13 0-159 15</inkml:trace>
  <inkml:trace contextRef="#ctx0" brushRef="#br0" timeOffset="62709.75">31922 2181 587 0,'0'0'198'0,"0"0"-118"16,0 0-11-16,0 0-37 0,0 0 17 16,0 0 0-16,195 12-2 15,-170 4-34-15,-16 4-6 16,-9 4 8-16,0 9 6 16,0 7 0-16,0-8-15 0,-28 12 11 15,0-16-16-15,10-5-1 16,5 2-16-16,-2-14-4 15,15 6-3-15,0-4 1 16,0-2 19-16,0 1-11 16,15 4 13-16,16 0-3 15,3-4-1-15,-6 4-80 16,-15-4 83-16,-13 9-19 16,0 7 21-16,0 3 6 15,-28 5 19-15,-50 0 19 16,-12 0-17-16,19-15 4 15,3-9-27-15,21-8-8 0,1-4-18 16,12 0-43 0,-7 0-64-16,10 0-121 0</inkml:trace>
  <inkml:trace contextRef="#ctx0" brushRef="#br0" timeOffset="80894.4">20272 1363 638 0,'0'0'32'0,"0"0"5"0,0 0 30 0,0 0-10 0,0 0-30 16,0 0 34-16,0 0-12 15,0 0-18-15,0 4-14 16,0-4 24-16,0 4-24 15,0-4-3-15,0 5-3 16,0 6-10-16,0 1 12 16,0 12-11-16,-28 9 14 15,16 6-16-15,-10 9 15 16,-3 9-5-16,4 2-10 0,2 2 3 16,-3-5 0-1,10 4-6-15,0 0 5 0,5 1-2 16,-8 11 5-16,-4-5 8 15,-2 2-9-15,2 0-2 16,-3-17-2-16,4-4 2 16,-10-9 6-16,3-3-7 15,-9 8 14-15,0 1-11 16,-7 3 10-16,1 5-8 16,0-6-10-16,9 6 4 15,3-6-1-15,0-11 0 16,9-3 2-16,-2-9-3 15,8-8 5-15,1 0-11 16,6-8 17-16,-4 0-19 0,10 4 8 16,0-4 2-16,0-3-7 15,0-2-8-15,0-3 5 16,0 0-30-16,0 0 40 16,0 0-14-16,0 0 14 15,16 0 0-15,-4 0 9 16,1 12 3-16,21-8-3 15,0 8-1-15,6 1-6 16,7-6 5-16,-1 5-2 16,7 0-10-16,-7-7 14 15,16-5-18-15,-3 0 11 16,16 0-2-16,5 0 2 16,1 0 7-16,-10 0-9 15,-2 0 0-15,-17 0 10 16,1 0-5-16,-3 0-5 0,2 3 6 15,1-3-8-15,0 0 3 16,21 0-1-16,-15 0 0 16,-3 0 2-16,9 0-7 15,-12 0 13-15,9 0-14 16,-3 0 17-16,9-8-18 16,-9-4 14-16,3-4-7 15,-10 5 3-15,-11 6 2 16,12 1-5-16,-7-4 0 15,-6 4-3-15,7 4 8 0,6-12-9 16,9 9 5-16,-10-10-2 16,1 9-3-16,-6-4-2 15,-7 3 6-15,-12-2-8 16,6 3 7-16,-3-4-8 16,-9 0 2-16,5-1 1 15,-14-2 6-15,-1-1-5 16,10-1 4-16,-3 2 1 15,2 3-1-15,-2 4-2 16,-13-1-5-16,16 5 7 16,-10-3-14-16,7-2 14 15,2-3-9-15,-2-3 10 16,-3-1-8-16,2-4 5 0,-5 4-3 16,-4-4 6-16,-3 8 3 15,0-4 0-15,1-4 5 16,-1-1-3-16,0 1-4 15,9-12 2-15,-2-4-5 16,-7-4 3-16,6 4-1 16,-2-4 0-16,2 8 1 15,-6-4-5-15,16-8 12 16,-16 8-9-16,7-4 4 16,-13-9-3-16,6 1 0 15,-6-8 0-15,6 0-2 16,-6-4-10-16,9 3 7 15,-9 6 5-15,0 6-2 16,0 5 5-16,0 5 5 0,0-2-6 16,13 1 4-1,-1 0-6-15,16-9 0 0,-9-10-2 16,9 2-8-16,-10 2 3 16,-12 6-14-16,16 5 13 15,-10 13 5-15,-12 10-1 16,0-3 5-16,0-4-2 15,16 0-1-15,-10-8-6 16,0 0 2-16,13 4-5 16,-13 16 8-16,-6 0-9 15,0 8 9-15,0 0 6 16,0 0-10-16,-31 0-14 16,-25 0 15-16,10 0 6 0,-13 0 5 15,0 0 10-15,-3 0-14 16,3 0 19-16,-3 0-4 15,-9 0 7-15,-10 0-20 16,7 0-1-16,-7 0 2 16,1 0 8-16,-1 0-7 15,16 0 1-15,-10 0-4 16,1 0 2-16,9 8 10 16,-3 0-10-16,2 0 8 15,4 0-11-15,4 0 0 16,5-8 5-16,6 0-4 15,-8 8-1-15,24-8 8 0,-10 0-14 16,1 7 9 0,6 2-8-16,-7-1 2 0,14-4 2 15,-4 0-2-15,3 4 4 16,-13-8-6-16,7 0 8 16,-12 0-9-16,5 0 12 15,10 0 5-15,-9 0-2 16,12 0-6-16,10 0-3 15,8 0-1-15,10 0 0 16,0 0-10-16,0 0 5 16,0 0-12-16,-12 0 0 15,-7 0-4-15,-9 8 14 16,0-4-13-16,10 8 15 0,-4-12-23 16,16 0-162-16,-6 0-516 15</inkml:trace>
  <inkml:trace contextRef="#ctx0" brushRef="#br0" timeOffset="84907.8">20598 4287 68 0,'0'0'313'0,"0"0"-218"0,0 0-33 0,0 0 22 0,0 0-31 16,0 0-15-16,0 0-12 15,-6-8-5-15,6 3-1 16,0 5 7-16,0 0 41 15,0 0-24-15,0 0 5 16,0 0-10-16,0 0 6 16,0 0-25-16,0 0-7 15,0 0-11-15,0 0 0 16,0 0 3-16,0 0 4 16,0 0-15-16,0 0 12 15,0 13-3-15,0 18-2 16,21 6 23-16,13 11-12 0,-3 5 3 15,-3 6-4 1,0 1-6-16,-3 4 14 16,-13 0-18-16,4-11 2 15,-10-1 6-15,0-24-13 0,-6-8 4 16,0-8-4-16,0-12-24 16,0 4-34-16,0 1-54 15,0-5-170-15</inkml:trace>
  <inkml:trace contextRef="#ctx0" brushRef="#br0" timeOffset="85641.32">20700 5121 135 0,'0'0'72'0,"0"0"21"0,0 0 4 16,0 0-59-16,0 0 14 0,0 0-10 15,0 0-7-15,0 0 15 16,0 0 5-16,0 0 9 15,0 0-25-15,0 0 10 16,0 0-35-16,0 0 5 16,0 0-17-16,6 0-2 15,-6 0 6-15,0 0 0 16,0 0 39-16,0 0 2 16,7 0 15-16,-1-4-19 15,9-25-12-15,16-18-24 16,16-17 4-16,15-25-10 15,18-7 6-15,1-24-7 16,-16 20 1-16,-12 7-1 0,-13 21 4 16,-12 24-7-16,0 7 3 15,3-3-2-15,9 0-29 16,-6 0-62-16,19 13-57 16,-13 11-49-16,-12 15-54 15</inkml:trace>
  <inkml:trace contextRef="#ctx0" brushRef="#br0" timeOffset="86389.87">21754 4892 666 0,'0'0'81'0,"0"0"13"0,0 0-10 16,0 0-54-16,0 0 4 15,0 0 39-15,155-7-55 16,-114 2 3-16,-7 5-13 15,-9 0 8-15,3 0-11 16,-1-3-5-16,4 3 0 0,4 0-14 16,-14 0-11-1,4-5-51-15,-3-3 31 0,-4 0-57 16,-11 4-29-16,-7-7-1 16,0 6-40-16,0 5-150 15</inkml:trace>
  <inkml:trace contextRef="#ctx0" brushRef="#br0" timeOffset="86689.37">21801 4535 425 0,'0'0'144'0,"0"0"-38"15,0 0 36-15,0 0-42 16,0 0-30-16,0 0-8 16,127 0-42-16,-87 0-8 15,1 0-9-15,-7 0-3 16,12 0-33-16,-5 0-40 15,-7-12-121-15,-22-4-226 0</inkml:trace>
  <inkml:trace contextRef="#ctx0" brushRef="#br0" timeOffset="87739.1">23044 4965 226 0,'0'0'145'0,"0"0"-20"0,0 0 38 0,0 0-102 0,0 0-42 16,0 0 2-16,0 3 32 16,0-3-23-16,0 0 7 15,0 0 2-15,0 0-8 16,0 0-1-16,0 0-4 15,0 0 28-15,0 0-29 16,0 0-2-16,0 0-12 16,0 0 4-16,0 0-9 15,22-19 4-15,24-22 7 16,13-7-13-16,3-12 27 16,19-16-30-16,-16 8 8 0,3-9-9 15,-15 5 0-15,6 8-11 16,3 12-3-16,-28 12-6 15,-15 16-1-15,-19 7 0 16,0 9-19-16,0-3-2 16,0 2-23-16,0 1-3 15,12 5-106-15,-3-2-119 16</inkml:trace>
  <inkml:trace contextRef="#ctx0" brushRef="#br0" timeOffset="88189.48">23218 4346 116 0,'0'0'273'0,"0"0"-190"0,0 0-12 0,0 0-7 0,0 0 34 16,0 0 10-16,28 93 16 15,-16-57-32-15,10 9-12 16,-3-1-43-16,2 0-14 15,-2 4 0-15,3-1-2 16,2 2 0-16,-14 10-11 16,8-2 5-16,-12-9-9 15,16-4 0-15,-9 0-4 16,-1-11-4-16,-6-5-1 16,22-5-8-16,-16-7 5 15,10-7-26-15,-9-5 13 16,14-4-45-16,-2 0-12 15,-3 0-83-15,-3-32-106 0</inkml:trace>
  <inkml:trace contextRef="#ctx0" brushRef="#br0" timeOffset="89170.35">24009 3793 557 0,'0'0'93'0,"0"0"19"0,0 0-39 0,0 0-57 0,0 0-14 16,0 0 13-16,-7 0 12 16,7 0 13-16,0 0 13 15,0 0-19-15,0 0-3 16,0 0-29-16,0 0-2 15,0 0 2-15,25 0-2 0,15 0 5 16,-5 0-2-16,-8 0-3 16,-8 0 1-16,-13 5-2 15,-6 22-7-15,0 6 4 16,0 3 8-16,0 0 8 16,-18 4-9-16,-23 0 17 15,7-4-6-15,0-4-5 16,16-8 5-16,-4 1-10 15,9-6-3-15,13-2 1 16,0-1-4-16,0-4-13 16,0-4 15-16,0 0-12 15,13-8 2-15,15 0 5 16,0 0 5-16,-4 0 0 16,4 0 3-16,-15 0-6 0,21 0-41 15,-22 0-11-15,4 0-21 16,-10 0-53-16,-6 0-73 15</inkml:trace>
  <inkml:trace contextRef="#ctx0" brushRef="#br0" timeOffset="90288.48">24415 4703 282 0,'0'0'187'0,"0"0"-71"0,0 0-7 0,0 0-44 0,0 0 0 16,0 0 30-1,-6 13-25-15,6-13 4 0,0 0-20 16,0 0 11-16,0 4-19 16,0-4-2-16,0 0-29 15,0 0-3-15,0 0-12 16,0 0 1-16,6 0-1 15,40 4 11-15,16 4 16 16,13-8-14-16,2 0 13 16,4 0-20-16,-13 0 8 15,-9 0-14-15,-13 0-4 16,-11 4-10-16,-23-4-21 0,3 0-10 16,-8 0-8-16,-7 0 2 15,0 0-12-15,0 0-42 16,0 0-187-16</inkml:trace>
  <inkml:trace contextRef="#ctx0" brushRef="#br0" timeOffset="91685.75">26508 4102 246 0,'0'0'152'0,"0"0"-25"0,0 0-17 0,0 0 0 16,0 0-1-16,0 0-12 15,-134 8-54-15,116-8 23 16,-10 0-18-16,15 0-15 0,-14 0-14 16,-1 4-7-16,-13 4-2 15,17 5-3-15,-11-2-9 16,1 1 8-16,10 1-10 16,-17 7 10-16,20-4-6 15,-4 7 2-15,-9-2 4 16,18-6 2-16,-3 10 0 15,1-9-2-15,-4 4-1 16,22-1-10-16,0-6 0 16,0-1-4-16,0-1-8 15,0 2 10-15,0 3 1 0,13-4 5 16,21 13-1-16,12-10 2 16,10 6 0-16,3 2 0 15,6-7-2-15,3 9-7 16,-15-6 7-16,21-2-5 15,-21 7 7-15,-6-1-7 16,-13 10 7-16,12-2-4 16,-18 6 8-16,19-1-8 15,-13-8-5-15,-3-4 8 16,-10 0-57-16,-8-4 58 16,-13 4 0-16,0 1 1 15,0 3 20-15,0-1-10 16,0 6 21-16,-13 3-27 0,-21 0 17 15,-6 4-21 1,-6-8 19-16,5-4-3 0,-11-3-3 16,-17-14 5-1,4 1 8-15,-15 1-14 0,-13-5-7 16,12-1 1-16,7-3-5 16,15-4-1-16,18 0-1 15,7 0-20 1,6 0-21-16,3-4-35 0,19-24-20 15,-22 5-161-15,-6 2-314 16</inkml:trace>
  <inkml:trace contextRef="#ctx0" brushRef="#br0" timeOffset="92635.04">27016 5177 119 0,'0'0'337'0,"0"0"-214"0,0 0-27 0,0 0-37 0,0 0-34 15,0 0 32-15,0 0 5 16,0 0-35-16,0 0 5 15,0 0 9-15,0 0 22 16,0 0-19-16,0-20-3 16,13 0-29-16,21-13 13 15,6-6-7-15,7-5-6 16,-1-12-5-16,16 4-2 16,3-1-5-16,-18 13 0 15,-7 4 0-15,-12 4 6 0,6 4-15 16,-15 4 7-16,-7 4-6 15,4-4-11-15,-10 7-9 16,0 14-24-16,0-10-55 16,-6 13-44-16,0 0-1 15,0 0 51-15,0 0-33 16,0 0 30-16,0 0 44 16,0 0-113-16</inkml:trace>
  <inkml:trace contextRef="#ctx0" brushRef="#br0" timeOffset="92968.61">27196 4539 488 0,'0'0'263'0,"0"0"-188"0,0 0 13 0,0 0-38 16,0 0 15-16,0 0 3 15,109 161-22-15,-38-113-24 0,3-12 6 16,-21-4 1 0,9 8-5-16,-15-8-5 0,-1 12-18 15,1-4 4-15,-13 4 4 16,6-8-18-16,-9-3-31 15,-3-5 36-15,-6-9-22 16,-10-2-9-16,-12-9-8 16,6 0-102-16,-6-8-150 15</inkml:trace>
  <inkml:trace contextRef="#ctx0" brushRef="#br0" timeOffset="94184.16">28560 4672 136 0,'0'0'136'0,"0"0"-32"0,0 0 35 0,0 0-52 0,0 0-1 15,0 233 17-15,0-189 0 16,0 0-41-16,0 0 13 16,0 0-15-16,0-4-44 15,0-8 12-15,7-8-27 16,14 5 18-16,-8-14-19 16,-7 6 5-16,-6-10-4 15,6 9-1-15,-6-8-8 16,0-4-22-16,0-3-52 15,0-5-140-15,0 0-164 16</inkml:trace>
  <inkml:trace contextRef="#ctx0" brushRef="#br0" timeOffset="94666.63">28213 5081 604 0,'0'0'129'0,"0"0"-45"0,0 0 38 0,0 0-84 0,0 0-17 15,0 0-2-15,0-4 29 16,34 4 13-16,13 0-8 15,24 0 1-15,10 0-24 0,5 0 7 16,-5 0-24-16,-13 0-1 16,-3 0-12-16,-24 0-6 15,5 0-21-15,1-9-5 16,-7-2-1-16,16-1-13 16,-3 4 5-16,-13 3-40 15,0 2-34-15,-27 3-145 16,-7 0-311-16</inkml:trace>
  <inkml:trace contextRef="#ctx0" brushRef="#br0" timeOffset="95700.19">29503 4367 518 0,'0'0'104'0,"0"0"68"0,0 0-43 0,0 0-49 16,0 0-32-16,0 0-11 15,0-21-5-15,0 21-3 16,0 0 14-16,0 0-13 16,0 0-4-16,0 13-23 15,0 19 16-15,0 16-3 16,19 8 3-16,2 5-15 0,-2 3-2 16,3-4 1-16,-4-4-2 15,4 4-2-15,-3-4 6 16,2-3-7-16,-2-1 2 15,3-1-17-15,-10 1 16 16,0-3 0-16,1-5-8 16,2-8-2-16,-2-4 4 15,-13-11-4-15,6-2 9 16,-6-15-2-16,0 4 0 16,0-8 2-16,0 0-3 15,0 0 5-15,0 0-4 16,0 0 1-16,0-24-3 15,0-19-2-15,0-6 5 16,0-4-6-16,0 1 18 0,0 1-11 16,0-9 5-16,0-1-3 15,0-8 4-15,0-6-3 16,0-13-2-16,0-1 2 16,0 1-7-16,0 8-1 15,15 7 5-15,-2 14 4 16,5 7-1-16,4 8-1 15,-10 16 3-15,1 7 6 16,-4 9-7-16,-3 4-4 16,1 5 10-16,5 3-17 0,10-9 16 15,2 9-13 1,23 0 6-16,9 0 0 0,9 0-1 16,3 0 1-1,-15 0 0-15,0 20-5 0,-13 5 5 16,-18-10-6-16,-4 6 4 15,-12-5 4-15,-6 4-7 16,7 3 5-16,-7 1 0 16,0 9 9-16,0 3 0 15,0 8 18-15,-53 8-3 16,-12-4 10-16,-16 8-23 16,7-4 13-16,5-4-22 15,11 1 8-15,17-13-10 16,7-16-8-16,16-8-25 15,5-12-34-15,-2 0-46 0,-4 0-278 16</inkml:trace>
  <inkml:trace contextRef="#ctx0" brushRef="#br0" timeOffset="104965.2">20654 6236 475 0,'0'0'28'0,"0"0"-2"0,0 0 34 0,0 0-52 0,0 0 7 0,0 0 40 16,0 0 6-16,0 8-21 16,0-8 43-16,0 0-39 15,0 0-30 1,0 0-11-16,0 0 4 0,0 0-1 16,0 0 7-16,0 0 13 15,0 0-14-15,0 0 7 16,0 0 2-16,0 0-13 15,-7 0 0-15,-8 0-16 16,9 0 12-16,-7 0-7 16,13 0 3-16,0 0-1 15,-6 0-4-15,6 12 5 16,0 24 16-16,0 4 7 16,0 5-2-16,19 7-4 0,9-9 7 15,-4 1-14-15,-2 5 1 16,-3-13-10-16,2 8 2 15,-14-12-3-15,11-8-15 16,-12-4-8-16,4-12-93 16,-10-8-116-16,0 0-233 15</inkml:trace>
  <inkml:trace contextRef="#ctx0" brushRef="#br0" timeOffset="105723.4">20527 7163 25 0,'0'0'218'0,"0"0"-163"0,0 0 24 0,0 0-49 0,0 0-21 16,0 0 0-16,0 0-3 16,0 0-5-16,0 0 17 15,0 8 43-15,0-8 17 16,0 3-1-16,0-3 4 15,0 8-43-15,0-8-1 16,0 0-19-16,0 0 12 16,0 0-15-16,12-8 1 15,-6-16 21-15,10-8-25 16,30-20 13-16,-6-12 2 16,13-4 3-16,6-5-12 0,3-10-2 15,9 2-16-15,10-3-3 16,-7 8-16-16,-8 11-5 15,-11 17-13-15,-24 16-22 16,-15 17-68-16,-16 15-1 16,0 0-50-16,0 0-285 15</inkml:trace>
  <inkml:trace contextRef="#ctx0" brushRef="#br0" timeOffset="106407.2">21683 6909 81 0,'0'0'491'0,"0"0"-378"0,0 0-36 0,0 0-17 0,0 0-42 0,0 0 2 0,25 0 5 15,-10 0 14-15,10 0 8 16,15 0 45-16,7 0-27 15,15 0-34-15,3-12-2 16,3-4-29-16,-3-4 8 16,-9 4-8-16,-9 5-2 15,-16 2-19-15,-16 1-11 16,-9 8-14-16,-6-3-38 16,0 3 18-16,0 0-48 0,0 0 16 15,0 0-97-15,0 0-238 16</inkml:trace>
  <inkml:trace contextRef="#ctx0" brushRef="#br0" timeOffset="106712.08">21776 6657 677 0,'0'0'185'0,"0"0"-139"16,0 0-13-16,0 0 6 15,0 0 6-15,0 0 9 16,180 0-31-16,-146 0-22 15,19 0-1-15,-13 0-24 16,7-4-42-16,-7 4-94 16,0-8-117-16</inkml:trace>
  <inkml:trace contextRef="#ctx0" brushRef="#br0" timeOffset="107424.26">22638 7106 380 0,'0'0'181'0,"0"0"-133"0,0 0 20 16,0 0-2-16,0 0-18 16,0 0 41-16,-6 0-13 15,6 0-20-15,0 0 16 16,0 0-30-16,0 0 2 15,0-7-36-15,18-18 11 16,44-24 13-16,32-10 3 0,11-13-15 16,28-5-10-1,10-3 1-15,-16 8-9 0,-28 8-2 16,-12 12-11-16,-40 19-3 16,-13 10-14-16,-22 23 4 15,-12-8-12-15,0 8 0 16,0-5-29-16,0-7-108 15,0 1-229-15</inkml:trace>
  <inkml:trace contextRef="#ctx0" brushRef="#br0" timeOffset="107873.05">22886 6457 301 0,'0'0'284'0,"0"0"-259"0,0 0 13 0,0 0 28 0,0 0 27 15,0 0 24-15,53 111-23 16,-25-66-6-16,18-5-59 16,1 8-6-16,5-4-15 15,7-4-1-15,-12 4-1 16,3 5-5-16,-10 3-1 15,-9-1 5-15,-9 2-11 16,12-13 2-16,-10-4-3 16,4-4-47-16,-15-16 44 15,-1-11-50-15,4 3-43 0,-10-8-122 16,0 0-151 0</inkml:trace>
  <inkml:trace contextRef="#ctx0" brushRef="#br0" timeOffset="108888.63">23829 6007 261 0,'0'0'96'0,"0"0"12"0,0 0-9 0,0 0-17 0,0 0-20 15,0 0 3-15,-10-4-10 16,10 4-15-16,0 0 20 16,0 0-27-16,0 0 16 15,0 0-19-15,0-8 8 16,0 8-17-16,0 0-16 16,0 0-5-16,0 0 2 0,0 0-8 15,0 0 12-15,0 0-1 16,0 0-4-16,16 0-2 15,-10 0 1-15,7 0-5 16,-7 8 3-16,-6 4-8 16,0 16 5-16,0 1-15 15,0 10 16-15,-6 2-1 16,-19-1 4-16,-16-1 1 16,35-10 10-16,-3-5-3 15,9 0-6-15,0-8-1 16,0-8-22-16,0 1 17 0,0-6-8 15,15-3 6-15,10 0 3 16,3 0 4-16,12 0 3 16,1 0-3-16,11 0 0 15,1-16-3-15,-6-1-8 16,2 6-27-16,-18-1-73 16,10-1-115-16,-20 6-234 15</inkml:trace>
  <inkml:trace contextRef="#ctx0" brushRef="#br0" timeOffset="110371.21">24275 6773 641 0,'0'0'82'0,"0"0"4"0,0 0 25 0,0 0-69 0,0 0-25 0,0 0 12 15,0 0-6-15,-6 0-3 16,6 0 43-16,0 0-29 16,0 0-7-16,0 0-19 15,0 0 12-15,0 0-19 16,0 0 8-16,0 0-3 15,0 0 2-15,0 0 8 16,0 0-10-16,0 0-6 16,0 0-1-16,0 0-7 15,19 0 4-15,15 0 4 0,6 5 4 16,7-5 2 0,-7 3 4-16,6-3-8 0,16 0 5 15,-15 4-5 1,12-4-1-16,9 0 3 0,-15 0-3 15,-13 0 4-15,-6 0-7 16,-9 0 3-16,-10 4-1 16,-8-4 0-16,-7 0 0 15,6 0-9-15,-6 0 17 16,0 0-9-16,0 0 1 16,0 0 0-16,0 0 0 15,0 0 6-15,0 0-2 16,0 0-3-16,0 0-1 0,0 0 4 15,0 0-7-15,0 0 9 16,0 0-7 0,0 0 3-16,0 0-4 0,0 0-3 15,0 0-23-15,0 0-34 16,-40-16-166-16</inkml:trace>
  <inkml:trace contextRef="#ctx0" brushRef="#br0" timeOffset="120211.48">25484 7207 239 0,'0'0'163'0,"0"0"-134"0,0 0 57 0,0 0 0 0,0 0-47 15,0 0 22-15,0 0-17 16,0 8 0-16,0-8-14 16,7 0 0-16,-7 0 17 15,0 0-23-15,0 0 8 0,0 0-15 16,0 0 3 0,0 0-12-16,0 0 6 0,0 0 0 15,0 7-5-15,0-7 11 16,0 5-6-16,0 3 7 15,0-5-8-15,0-3 12 16,0 0-17-16,0 0 11 16,0 0-6-16,0 0 0 15,0 0-2-15,0 0 2 16,0-23-2-16,0-18-4 16,0-23-7-16,0 0 5 15,0-16-6-15,9-5 2 16,10-3-2-16,-7-4-13 15,16 4-12-15,-9 20 0 16,-4 16 4-16,-9 16 15 0,0 15 7 16,-6 17 0-16,0 1 0 15,0 3-21-15,0 0-50 16,0 0 16-16,0 0 13 16,0 0-28-16,0 7-7 15,0 29 48-15,-27 5 28 16,-4 11 2-16,-16 4-3 15,-3 0 0-15,13-4-40 16,-3-16-103-16,12-12-163 16</inkml:trace>
  <inkml:trace contextRef="#ctx0" brushRef="#br0" timeOffset="121078.9">26148 6377 376 0,'0'0'73'0,"0"0"37"0,0 0-43 0,0 0-16 0,0 0-39 15,0 0 0-15,0 0-2 16,65 31-8-16,-65-3 44 15,0 8 32-15,-25 16 7 0,-43 5-60 16,-6-6 2-16,2 14-24 16,4-13 2-16,15-8 2 15,19 0 10-15,0-3 12 16,22-10-11-16,6-2-18 16,6-9 2-16,0-8-4 15,0-4-16-15,0-5-1 16,18-3 19-16,29 0 1 15,-7 0 22-15,7 0 15 16,-13-11-17-16,12 7-8 16,-18-1 4-16,6 5-16 15,-9 0 12-15,22 0-12 16,-20 0 9-16,8 0-2 0,-17 0-15 16,4 0 7-16,-16 0-11 15,6 0-3 1,1 0-19-16,2 0 8 0,4 0-32 15,3 0-12-15,-4 0-152 16,-2 0-113-16</inkml:trace>
  <inkml:trace contextRef="#ctx0" brushRef="#br0" timeOffset="122025.95">25981 6356 39 0,'0'0'268'0,"0"0"-203"0,0 0 13 0,0 0-11 16,0 0-1-16,0 0 5 15,-28 21-21-15,28-21-27 16,-7 8 18-16,1-5-14 15,6-3 11-15,-6 4-4 16,6-4 21-16,0 0-24 16,0 4 4-16,0-4 5 15,0 0 6-15,0 0-24 16,0 0-10-16,0 0-6 16,0 0-4-16,0 0 2 0,0 0-1 15,0 0 0 1,0 0 1-16,0 0 2 15,19 0-1-15,9 0 1 0,18 0 8 16,7 0-7-16,-13 0-5 16,-6 0 1-16,-15 0-6 15,-4 0-17-15,-8 0-7 16,11 0-50-16,-12 0 14 16,22 0 7-16,-22 0-159 15,-6 0-348-15</inkml:trace>
  <inkml:trace contextRef="#ctx0" brushRef="#br0" timeOffset="122860.29">26681 7158 360 0,'0'0'150'0,"0"0"-48"0,0 0-1 15,0 0-55-15,0 0-2 0,0 0 25 16,0 5-11-16,0-5 15 16,7 0 3-16,8 0-23 15,16-33-29-15,25-3 0 16,15-16-12-16,10-9-9 16,6-3 7-16,6 0-8 15,-19 12 4-15,-12 12-2 16,-25 13-8-16,-15 10-3 15,-22 9 1-15,0 8-14 16,0-5-4-16,0 5-13 16,0-3-44-16,0-1-79 15,-12 0-68-15</inkml:trace>
  <inkml:trace contextRef="#ctx0" brushRef="#br0" timeOffset="123192.01">26815 6681 459 0,'0'0'226'0,"0"0"-176"16,0 0 56-16,0 0 1 16,0 0-39-16,201 205 15 0,-136-161-45 15,-3 4 8-15,-9-8-9 16,-19-4-3-16,6-8-24 16,-5-4-9-16,-11-12-1 15,4 12-25-15,-9-8 9 16,3-11-26-16,-4 6-16 15,-12-11-147-15,-6 0-232 16</inkml:trace>
  <inkml:trace contextRef="#ctx0" brushRef="#br0" timeOffset="130969.61">27919 6902 379 0,'0'0'50'0,"0"0"-30"0,0 0 0 0,0 0 0 16,0 0-5-16,0 0 42 15,0 0 17-15,0 0 4 16,0 0 8-16,0 0-6 16,0 0-24-16,0 0-34 15,0 0 17-15,0 0-9 16,0 0-1-16,0 0-11 16,0 0 4-16,0 0 0 15,0 0-4-15,0 0 16 16,0 0-23-16,0 0 4 15,0 0-8-15,0 0 17 16,0 0-16-16,0 0 6 16,0 0-1-16,0 0 4 15,0 0 7-15,0 0-7 0,0 0 11 16,0 0-14-16,0 0 2 16,0 0-16-16,0 0 15 15,0 0-11-15,0 0 2 16,12 0-5-16,16 0 1 15,6 7 5-15,6 6-4 16,19-5 16-16,16 0-16 16,11 7 6-16,1-10-7 15,0 3 3-15,0-4-2 16,-22-4-1-16,-3 0-4 16,-28 0 4-16,-15 0-6 15,-13 0 4-15,-6 0-5 16,0 0-4-16,0 0-1 15,0 0-23-15,0 0 1 16,0 0-23-16,0 0-27 0,0-9-19 16,0-14-228-16</inkml:trace>
  <inkml:trace contextRef="#ctx0" brushRef="#br0" timeOffset="134199.28">29416 6244 598 0,'0'0'66'0,"0"0"-9"0,0 0 10 0,0 0-58 16,0 0 16-16,0 0 21 15,0 0 0-15,0-8 16 16,0 8 8-16,0 0-12 15,0 0-35-15,0 0 11 16,0 16-22-16,0 16 11 16,0 12-4-16,-22 13-9 15,-2-1-1-15,-4-4-8 16,9-8-1-16,-3 0 3 0,4-12-11 16,2-5 7-16,4-2 0 15,-7-1-15-15,10-4 4 16,-3 8-8-16,5-8-13 15,7 1 13-15,0-2-7 16,0-7 4-16,0 1-60 16,0-10 29-16,0-3 27 15,28 0 0-15,3 0 0 16,-3 0 27-16,0-3-1 16,-3-10 2-16,-10 5-2 15,4-4-1-15,3 4-3 16,-4 0 10-16,10-4-7 0,-3-4 2 15,15 0 0-15,-12 0-4 16,-9 0-2-16,-4 0-14 16,-8 0-22-16,-7 4 11 15,0 12 22-15,0 0 9 16,0 0 36-16,0 0 27 16,0 0-20-16,0 0-11 15,0 0-5-15,0 0-8 16,0 24 8-16,0 0 2 15,0 4 23-15,0 13-24 16,0-2 11-16,0 5-16 16,0 0 4-16,-16-3-20 15,10-9-6-15,6 0 0 16,-6 0 3-16,-7-5-8 0,-2 2-1 16,2-1 4-16,-5-4-9 15,-4-3 8-15,22-2-12 16,0 1-37-16,0-7-27 15,0-1 17-15,0-12-86 16,0 0-135-16</inkml:trace>
  <inkml:trace contextRef="#ctx0" brushRef="#br0" timeOffset="135148.29">30325 6460 359 0,'0'0'173'0,"0"0"-130"0,0 0 28 16,0 0-34-16,0 0-24 0,0 0-2 15,18-3 34 1,-18 3 5-16,0 0 29 0,0 0-10 15,0 0 1-15,0 0-7 16,0 0-27-16,0 0-11 16,0 0-23-16,-6 0-2 15,-19 0-1-15,-9 0-3 16,-6 0 4-16,12 11 9 16,-3 6 8-16,9-1 3 15,4-1-6-15,2 6-11 16,4-1-3-16,6 4 6 15,-1-4-13-15,7 0 14 16,0 4-14-16,0-12 2 16,0 4 1-16,25 0 2 15,15-4-4-15,29 4 6 0,-17 1 0 16,1-6-4 0,-6 1 4-16,8-4-2 0,-14 0-12 15,5 4 11-15,-5 0-6 16,-10 5-1-16,-16-6 10 15,16 1 0-15,-15 4 4 16,-4 1-3-16,-6-1-1 16,-6 0 5-16,0 4 12 15,0-4-16-15,0 12 11 16,0-5-5-16,-34 2-2 16,3-5 7-16,-9-4-10 15,12 0 13-15,-6-8-15 16,3 0 0-16,3-4-8 0,-19 4-13 15,1-3-12-15,-16-5-7 16,21 0-18-16,10 0 26 16,4 0 31-16,14 0-5 15,-9 0 5-15,16 0-48 16,0 0-5-16,6-13-69 16,0-12-15-16,0-6-204 15</inkml:trace>
  <inkml:trace contextRef="#ctx0" brushRef="#br0" timeOffset="135699.57">30377 6465 209 0,'0'0'327'0,"0"0"-221"0,0 0-50 16,0 0 13-16,0 0 21 15,0 0-28-15,103-8-11 0,-63 8-11 16,-3 0 22-16,19 0-33 16,-3 0 4-16,15 0-32 15,-9-5-2-15,0 2 1 16,3-10-16-16,-16-2-30 15,1-6-32-15,-29-2-91 16,-18 10-211-16</inkml:trace>
  <inkml:trace contextRef="#ctx0" brushRef="#br0" timeOffset="139777.32">19764 5743 314 0,'0'0'11'0,"0"0"-1"0,0 0 57 0,0 0-8 0,0 0 17 15,0 0 50-15,6-8-43 16,-6 8-4-16,0 0 0 16,0 0-24-16,0 0-22 15,0 0-7-15,0 8-7 16,0 12 3-16,0-1 4 15,0 14-24-15,0-2 13 16,0 2 0-16,0 11 10 16,0-4-17-16,0 4 9 15,0 5-3-15,0-2-8 16,0 2 8-16,0 2-9 16,-12 2 3-16,-10 2 0 0,9 6-4 15,1 3 3-15,-16 4-7 16,10 5 7-16,2-10-4 15,-3 6-2-15,-2 0 9 16,8-5-15-16,-5 3 15 16,-10-6-18-16,15 3 12 15,-8 1-4-15,2-14 0 16,-3-7 1-16,22 8-2 16,-6-8 2-16,0 9-5 15,0-9 5-15,6-4-8 16,-13-8 5-16,13-16-4 15,0-4 4-15,0-4-2 0,0-4 2 16,0 4-9-16,0 0 6 16,0 8 3-16,19 4-2 15,15 8 6-15,37 4-5 16,4 4-8-16,12-3 4 16,-1-5 2-16,17 0 4 15,-26-8 1-15,26 7 0 16,-17-2-4-16,7-5 13 15,13 4-17-15,9-4 13 16,12 0-10-16,6-4-14 16,7 4 18-16,8-8 0 15,-2 5 1-15,15-2 1 0,-6 1 4 16,-3 4-1 0,-12-7-1-16,15-5-6 0,-16 3 12 15,-5-11-19-15,15 5 9 16,3-5 1-16,9 4-3 15,0 4 3-15,-6 3-1 16,-15 9-10-16,-13 5 8 16,-16-1 3-16,-2 0 15 15,-10-4-6-15,3-8-3 16,10-4-5-16,-3-8 1 16,18 0-2-16,6 0 0 15,0 0 3-15,7 0-1 0,9 0-3 16,-16-8 5-1,-6 0-4-15,-9 8 4 0,-9 0-4 16,5-4 0-16,13-1 7 16,-3-3-6-16,4 5 0 15,8-1 1-15,-3 4 2 16,-15 0-8-16,3 0 4 16,-12 0-2-16,11 0 4 15,-2 0 0-15,-9 0-2 16,18 0 3-16,-22 0-1 15,29 0-2-15,2 0 0 16,-3 0 4-16,-5 0-4 16,-1 0 1-16,-16 0 5 15,-18 0-5-15,3 0 4 16,-18 0-8-16,18 0 10 16,-9-4-10-16,18 4 5 15,10-4-2-15,12 4 2 0,0-4-2 16,0 0-1-16,7-1 1 15,-29 2-5-15,4-2 9 16,-4-3-4-16,-18 1 0 16,0 3 2-16,9 4-2 15,-3 0-1-15,-6 0-7 16,0 0 8-16,-1 0 2 16,7 0-2-16,7 0 7 15,2 0-4-15,-3-4 4 16,0-1-6-16,4 5 4 0,-10 0-1 15,6-3-4-15,-6-2 3 16,0-3-3-16,-3-4 0 16,-19-4-3-16,-9 1-2 15,-9-1-2-15,0 3 7 16,-13 1 0-16,-6 1 0 16,0 3 0-16,-9-5 0 15,9-2 4-15,-6-6 2 16,3-11-2-16,3 0 0 15,-6 0-8-15,-3-8 11 16,9-4-9-16,-6 8 4 16,-3-4 0-16,-4 4-2 15,-8 0 2-15,15 7-2 0,-10-7 2 16,4 4-4 0,-16-4 11-16,13-8-18 0,3 3 8 15,-4-11-6-15,4-4-4 16,-10 1-1-16,1-1 3 15,-13-5 1-15,0 9 4 16,0 4 8-16,0 4 1 16,0 8-4-16,0 0 12 15,0 3-9-15,0-3 2 16,0 0-5-16,0 0 3 16,0-8 7-16,0 0-7 15,0-8 8-15,0 7-11 16,0 1 14-16,0 13-11 15,9-2 16-15,-3 5-12 0,0 4-1 16,1-7-7-16,-7-2 1 16,0-7-2-16,0-4-7 15,0-5 7-15,0 2-10 16,0-2 11-16,0 6-13 16,6-1 12-16,0 11-3 15,-6 1-1-15,9 8 2 16,-9 3 6-16,0 2-8 15,0-1 12-15,0 8-14 16,0-1 11-16,0 5-5 16,0-3 1-16,-21 3 0 15,-7-4 0-15,9-1 0 16,-9 2-6-16,10-6 3 0,-23 1 2 16,20-4-12-1,-11 0 7-15,-2 1 12 0,0-1-1 16,-6-1 2-16,0 1-6 15,-1 4-1-15,-5 8 8 16,-7 4-12-16,-21 4 4 16,-7 0-1-16,-6 0 1 15,-6 4 5-15,0 12-3 16,-6-4 8-16,6 4 8 16,-9-8-15-16,9 0 8 15,6-3-8-15,0-5-6 16,19 0-6-16,3 0 5 0,12 0-10 15,6 0 14-15,-2 0 5 16,-4 0 4-16,-6 0-9 16,-9 0 4-16,-19 3-9 15,0 14 14-15,-12-6-13 16,6-3 15-16,6 9-16 16,-9-9 6-16,9-8-1 15,22 0 0-15,-9 0 0 16,9 0-4-16,3 0 3 15,-19 0-8-15,0 0 12 16,-12 0-6-16,0 0-9 16,-6 0 5-16,-9-13 6 15,21 1 1-15,-6 12 2 0,0 0-2 16,6-3 1-16,0-2 5 16,0 5-8-16,7 0 2 15,-1 0-2-15,1 0 0 16,-7 0 2-16,12-3 0 15,-2-2-3-15,2-3 2 16,7 0-6-16,-19-4 4 16,22 4 3-16,-9 5-3 15,-1 3-3-15,4 0 6 16,9 0 0-16,-9 0 0 16,9 0 0-16,-13 0 3 15,10 0-2-15,-9-5 2 16,-7 1 0-16,16 0 3 15,3-4 1-15,16 8-5 0,5-4-1 16,7 4-2-16,-3 0-2 16,3 0-4-16,-13 0-12 15,1-8 15-15,-16 5 3 16,-13-6-4-16,4 1 7 16,-3 8-2-16,-1 0 1 15,10 0-1-15,-9-4 0 16,15 4 1-16,-9 0-10 15,-7 0 8-15,4-4-6 16,-4 4-8-16,-11-3 15 16,5-5-3-16,-6-1 3 15,7 1-4-15,5 4 4 16,4 0 4-16,-10-4-3 0,19 0 3 16,3 4-3-16,0-4-1 15,-3 8-7-15,-9 0 7 16,3 0 7-16,-7 0-7 15,-5 0 0-15,8 0 4 16,10 0-8-16,-9 0 12 16,3 0-10-16,-13 0 5 15,-6-4 2-15,22 4-5 16,-3-4 2-16,9 4 2 16,3 0 0-16,-3 0-3 15,-9 0 1-15,9 0 6 16,-15-5 0-16,3 2-9 0,-10-1 5 15,0 0-4-15,35 0 2 16,-16 0 0-16,15 0-4 16,1 4 6-16,-1 0-8 15,1 0 10-15,6 0-10 16,-1 0 8-16,-5 0-8 16,-1 0 0-16,-12 0-7 15,3 0 6-15,-2 0 5 16,-11 8 0-16,-2 4 4 15,3-4-8-15,-7 0 13 16,16-4-15-16,-9-4 8 16,9 0-4-16,0 0 2 15,-3 0 0-15,3 4 0 16,-3 0-1-16,4 0 0 16,-11 3 2-16,17-2-4 0,-7 3 7 15,12 0-4-15,-15-4 0 16,16 1 0-16,5-2 0 15,-5 2 0-15,-1-2-3 16,13 5 14-16,-12-4-22 16,-7 4 13-16,-15 0-6 15,3 0 7-15,-4 4-4 16,4 4 1-16,3 0-3 16,10 1 1-16,5-6-14 15,19-3 12-15,3 1 8 16,4-9-4-16,8 0 5 15,-5 0-6-15,-16 0 4 0,-13 0-5 16,-9 0 2-16,16 0 0 16,-7 0 20-16,7 0-16 15,9 0 13-15,-3 0-14 16,0 0-6-16,-6 0 5 16,6 0-2-16,-7-9 4 15,16 9-4-15,4 0 3 16,15 0 0-16,-1 0 2 15,7 0-2-15,0 0-6 16,0 0-11-16,0 0 0 16,0 0-5-16,0 0-13 0,0 0-4 15,0 0-38 1,0 0-40-16,0 0-79 16,0 0-150-16</inkml:trace>
  <inkml:trace contextRef="#ctx0" brushRef="#br0" timeOffset="188653.96">22650 9476 227 0,'0'0'35'0,"0"0"-35"0,0 0-16 0,0 0 13 15,0 0-104-15</inkml:trace>
  <inkml:trace contextRef="#ctx0" brushRef="#br0" timeOffset="-63127.83">19423 9508 144 0,'0'0'215'0,"0"0"-107"0,0 0-32 0,0 0-25 16,0 0-45-16,0 0 10 15,0 0-16-15,0 0-7 16,0 0 7-16,0 0 10 16,0 0 38-16,0 0-2 15,0 0 19-15,0 0 2 0,0 0-16 16,0 0-34 0,0 0-2-16,0 0-7 0,0 0 2 15,0 0 11 1,0 0 5-16,0-4 25 0,0 4-24 15,-7-3 10-15,1-5-30 16,6 0 16-16,-6 8-20 16,6-9 8-16,0 9-3 15,0 0 0-15,0 0 9 16,0 0-8-16,0 0 9 16,0 0-13-16,0 0 4 15,0 0-9-15,0 9-9 16,0 22 9-16,0 18 0 15,19-13 3-15,21 3 3 16,-28 2-12-16,10-10 0 0,3-1 0 16,-10-3-35-16,4-7 5 15,3 0-100-15,-10-8-57 16,7-8-152-16</inkml:trace>
  <inkml:trace contextRef="#ctx0" brushRef="#br0" timeOffset="-62560.86">19277 10395 338 0,'0'0'27'0,"0"0"64"0,0 0 8 0,0 0-42 16,0 0-35-16,0 0 51 15,25 8 9-15,-10-8 7 16,4-21-26-16,15-23 13 16,12-15-19-16,13-21-40 15,16-13 10-15,-16 9-27 0,-3 7 11 16,-10 18-10 0,-21 6-2-16,-3 17-6 0,-10 0-1 15,-6 8-19-15,0-1-56 16,4 18-4-16,-10 7-73 15,0 4 13-15,0 0-179 16</inkml:trace>
  <inkml:trace contextRef="#ctx0" brushRef="#br0" timeOffset="-61928.06">20244 10338 304 0,'0'0'374'0,"0"0"-336"0,0 0 54 16,0 0 14-16,0 0-61 0,0 0-14 15,202-20 23-15,-168 12-34 16,13 5-17-16,-13-2-6 16,-10 5 2-16,4 0-14 15,-15 0-32-15,-1 0 10 16,-3 0-61-16,-9 0-35 15,0 0-53-15,0 0-127 16</inkml:trace>
  <inkml:trace contextRef="#ctx0" brushRef="#br0" timeOffset="-61712.36">20244 10338 425 0,'-139'-192'382'16,"139"192"-365"-16,0 0 34 16,18 0 45-16,38 0-49 15,3-4 0-15,0-8-15 16,-3 4-26-16,-10 0-6 16,-5 8-22-16,-10 0-31 15,-10-8-76-15,-14 8-160 16</inkml:trace>
  <inkml:trace contextRef="#ctx0" brushRef="#br0" timeOffset="-56715.36">21320 10182 345 0,'0'0'126'0,"0"0"-108"0,0 0 32 0,0 0 17 0,0 0-46 16,0 0 36-1,0 0 5-15,-18 0-24 0,18 0 9 16,0 0 8-16,0 0-15 15,0 0-37-15,0 0 19 16,0 0-15-16,0 0 27 16,0 0-6-16,0 0 7 15,0 0-2-15,0 0-9 16,0 0 2-16,0 0-14 16,0 0 12-16,0 0-19 15,0 0 12-15,0 0-15 16,0 0 3-16,0 0-5 15,0 0-5-15,0 0 4 0,46 4 1 16,1 0 10 0,12-4-10-16,3 12 12 0,3-7-6 15,-3-2-1 1,-10 2-5-16,-5-2-11 0,-1 1-4 16,-11-4-17-16,-8 8-26 15,-27-3-130-15,0 3-333 16</inkml:trace>
  <inkml:trace contextRef="#ctx0" brushRef="#br0" timeOffset="-55534.29">22170 10439 1 0,'0'0'438'0,"0"0"-362"0,0 0-8 0,0 0 23 16,0 0-46-16,0 0 2 15,-6 4 17-15,6-4 2 16,0 0-25-16,0 0 12 15,0 0 11-15,0 0-33 16,0 0-7-16,0-20-22 0,40-21 27 16,13-6-13-16,6-9 15 15,3-5-26-15,3-3-1 16,-3 0-4-16,-3 7-4 16,-13 2-4-16,-6 15-12 15,-18 8 12-15,9 7-20 16,-15 5 9-16,-16 9-37 15,0 11-10-15,0 0-58 16,0 0-91-16,-16 0-43 16</inkml:trace>
  <inkml:trace contextRef="#ctx0" brushRef="#br0" timeOffset="-55133.72">22117 10042 409 0,'0'0'299'0,"0"0"-282"0,0 0 34 0,0 0 16 0,0 0 26 0,0 0-31 15,0 0 5-15,140 165-40 16,-112-134-2-16,3 10-5 16,-3-10-8-16,-1 5 2 15,-2 0-14-15,-9 0 10 16,2-7-4-16,4 7-7 15,-10-12 1-15,1-3-2 16,2-6-11-16,-2-7-3 16,-1 8-14-16,-6-16-50 15,1 0 11-15,-7 0-126 16,0 0-107-16</inkml:trace>
  <inkml:trace contextRef="#ctx0" brushRef="#br0" timeOffset="-54099.77">22957 9436 415 0,'0'0'112'0,"0"0"-36"0,0 0 15 0,0 0-42 16,0 0-11-16,0 0-14 0,183-44-3 15,-170 44-16-15,5 0-3 16,-2 0 14-16,-16 21 23 15,0 10 14-15,0 10-39 16,0 6 0-16,0 9-9 16,-34 1-2-16,0-5 3 15,0-4 14-15,9-4 5 16,9-12-14-16,10-3-11 16,6-14 4-16,0-7-6 15,0 0 4-15,6-3-2 16,35-5 8-16,-7 0-3 15,12 0 11-15,16 0-8 16,-9 0 9-16,6-5-13 0,-19-3-4 16,-6 8-7-16,-6-4 0 15,-9 4-37-15,15 0 13 16,-9 0-28-16,3 0-99 16,-7 0-142-16</inkml:trace>
  <inkml:trace contextRef="#ctx0" brushRef="#br0" timeOffset="-46375.47">24049 9978 508 0,'0'0'68'0,"0"0"-11"0,0 0 0 0,0 0-12 0,0 0 4 16,0 0 24-16,0 0-20 15,-22-40-5-15,22 40-17 16,0 0 24-16,0-5-15 15,0 5 2-15,-6 0-17 16,0 0-1-16,6 0-2 16,0 0-19-16,-6 0 6 15,6 0-5-15,-7 0-8 16,7 0-9-16,-6 20 11 0,-3 5 2 16,-4 19 13-16,7 0-13 15,-15 4 5-15,-4 0 2 16,19-3-2-16,-1-1-10 15,-8-8 5-15,15-8-2 16,-6-8-27-16,6-12-3 16,0-8-26-16,0 0-51 15,0 0-55-15,0 0-47 16,0-25-99-16</inkml:trace>
  <inkml:trace contextRef="#ctx0" brushRef="#br0" timeOffset="-45942.38">23667 10230 561 0,'0'0'109'0,"0"0"-78"0,0 0 82 0,0 0-41 16,0 0-42-16,0 0 0 16,-12-15 1-16,12 15-19 15,0 0 28-15,47-5 33 16,-1 2-38-16,13-2-6 16,-6-7-23-16,3 12-3 15,15-8-3-15,-9 0-26 0,18-4-22 16,-8-4-59-1,-16 0-82-15,-25 12-164 16</inkml:trace>
  <inkml:trace contextRef="#ctx0" brushRef="#br0" timeOffset="-45026.4">24657 10382 472 0,'0'0'59'0,"0"0"-11"0,0 0 0 0,0 0-14 0,0 0 21 0,0 0 34 16,186-83 7-16,-112 38-31 15,7-7-8-15,6-4 0 16,-7 0-37-16,13 8-11 16,-25 0-9-16,-9 7 4 15,-12 2-11-15,-13 19-8 16,-16 7-11-16,-2 5-16 15,-16 8-4-15,0 0-25 16,0 0-46-16,0 0-30 16,0 8-130-16</inkml:trace>
  <inkml:trace contextRef="#ctx0" brushRef="#br0" timeOffset="-44593.12">24883 10090 124 0,'0'0'426'0,"0"0"-371"0,0 0 62 0,0 0 29 15,0 0-49-15,0 0-16 16,195 153-21-16,-142-122-41 16,0 2-1-16,3-5-10 15,-25-4 19-15,15 7-25 0,-18-3-4 16,0-7 2 0,-16-1-10-16,1 4-14 0,2-8-80 15,-15-4-129 1,0 5-438-16</inkml:trace>
  <inkml:trace contextRef="#ctx0" brushRef="#br0" timeOffset="-41346.32">26288 9933 325 0,'0'0'164'0,"0"0"-104"0,0 0 31 0,0 0-37 16,0 0 19-16,0 0 18 16,0 0-13-16,0-8-33 15,0 8-3-15,0 0 31 16,0 0-45-16,0 0 2 16,0 13-17-16,0 27 12 15,0 7 0-15,0 10-8 0,0-9-2 16,0 4-13-1,0-8 16-15,0-4-16 0,0 1 9 16,0-5-3-16,0-5-16 16,0 6 2-16,0-9-14 15,0-8-9-15,0 0-8 16,0-12-7-16,0-8-80 16,0 0-41-16,0 0-94 15,0-20-226-15</inkml:trace>
  <inkml:trace contextRef="#ctx0" brushRef="#br0" timeOffset="-40978.6">26061 10307 652 0,'0'0'81'0,"0"0"-9"0,0 0 33 0,0 0-66 0,0 0 0 16,0 0 49-16,118 0-46 16,-62 0-18-16,-10 0-16 15,1-5-4-15,-7-3-4 16,-6 1-37-16,19-1-13 16,-13-5-68-16,-6 1-138 15</inkml:trace>
  <inkml:trace contextRef="#ctx0" brushRef="#br0" timeOffset="-39663.36">27450 9745 186 0,'0'0'214'0,"0"0"-106"0,0 0-9 0,0 0-49 16,0 0-21-16,0 0 27 16,0 0-9-16,0 0 4 15,0 0-32-15,0 8 25 16,0-8-23-16,-12 0 4 15,6 0-9-15,-10 0-2 16,-2 4-1-16,-4-4-3 16,3 8 12-16,-9-4-16 15,16 5 19-15,-10-2-25 0,-3 1 14 16,-2 0-13-16,-8 8 3 16,-11 0 1-1,21 1-5-15,-9 6 2 0,-6-2 3 16,6-1-5-16,15 11 9 15,-15-2-16-15,0 7 7 16,0-4-4-16,9 12 3 16,3-8-5-16,4-4 1 15,11 0 10-15,-8-3-3 16,15 2 1-16,-6-3 0 16,6 0 4-16,0 1-7 15,0-1 0-15,0-5-1 0,0 6-3 16,6-9-3-16,22-4 3 15,6-1-10-15,-9-6 9 16,24-1-16-16,-2-4 18 16,-7-4 0-16,-9 0 3 15,3 0-7-15,-6 0-3 16,-3 0 8-16,9-4-2 16,0-21-1-16,6-6 10 15,-5 3-8-15,-11 0 3 16,4-1-1-16,-9 1-11 15,-13 5-4-15,3 2-9 16,-9 6-6-16,0 2 30 16,0 5 1-16,-21 8 10 15,-26 0-8-15,-6 0 24 16,-9 5-21-16,-3 22 13 0,-3 10-9 16,9 2 4-16,0 2 25 15,25-2-9-15,6 5 4 16,16-11-33-16,12 0-18 15,0-14-33-15,0-7-45 16,12-7-135-16,16-5-462 16</inkml:trace>
  <inkml:trace contextRef="#ctx0" brushRef="#br0" timeOffset="118452.29">17386 9945 517 0,'0'0'82'0,"0"0"52"0,0 0 24 0,0 0-111 16,0 0-16-16,0 0-28 15,0 0 15-15,-28 16-17 16,28 1 12-16,0-1 15 16,18 4 18-16,10-9-21 15,6 6-10-15,-9-9 0 16,9 3-15-16,-6-6 14 0,-9-5-8 16,-4 0-6-16,-9 0 1 15,-6 0 13-15,13 0-13 16,-1-16 13-16,10-12-2 15,-4-16-5-15,-2 11-7 16,-16 2-13-16,0 3 10 16,0 7-7-16,0 6 8 15,-28-2-35-15,-12 17 22 16,-13 0-25-16,-9 0 40 16,16 0 0-16,-1 32 9 15,1 9-9-15,33 6 0 16,-9 2 0-16,22 7-19 15,0-8-50-15,0 0-74 16,0-12-77-16,0-8-251 0</inkml:trace>
  <inkml:trace contextRef="#ctx0" brushRef="#br0" timeOffset="119083.53">17612 9396 662 0,'0'0'46'0,"0"0"27"0,0 0 6 0,0 0-48 0,0 0-6 16,0 0 30-16,34 108-40 16,-15-60 27-16,2 4 4 15,-21 5-11-15,13-1-19 16,-13-4-9-16,12 4 3 16,-6-12-5-16,0 1-5 15,-6-9 2-15,0 0-4 0,10-8-12 16,-10-4-23-16,0 4-33 15,0-4-43-15,0-8-90 16,0-8-319-16</inkml:trace>
  <inkml:trace contextRef="#ctx0" brushRef="#br0" timeOffset="119501.31">18052 9231 790 0,'0'0'38'0,"0"0"83"0,0 0-69 0,0 0-11 0,196 221-26 0,-165-149 9 15,-22 8-20-15,-9 9-2 16,0 11 27-16,-28 16-25 16,-31 0 12-16,-15 9-16 15,-7-21-23-15,13-15-71 16,9-33-233-16</inkml:trace>
  <inkml:trace contextRef="#ctx0" brushRef="#br0" timeOffset="134905.94">20278 3552 700 0,'0'0'142'0,"0"0"-135"0,0 0 56 0,0 0 3 15,0 0-22-15,0 0-24 16,0 0 21-16,7 0-37 16,-7 0 22-16,0 0 8 15,0 0 1-15,0 0-16 16,0 0 0-16,0 0 6 15,0 0-18-15,0 0-7 16,0 33 14-16,0 11-18 16,0 16 10-16,-19 13-7 15,-27 7 5-15,5 12-4 16,-15 16 5-16,4 0-2 16,-1 13-6-16,0-5 11 15,13-4-15-15,12-3 14 0,0-14-14 16,3-2 6-16,-9-17-2 15,6-7-2-15,-18-14 2 16,15-2-2-16,-9-9 5 16,18-5-5-16,9-3 19 15,7-3-23-15,6-5 14 16,0 4-9-16,0-8 5 16,0 8-2-16,0-12 1 15,0 1 0-15,0-9 0 16,0-12-7-16,0 0 3 15,19 8-14-15,21-5 15 16,-6 5 5-16,13 9-2 0,5-6 3 16,23 6 0-16,5-1-6 15,7-5 15-15,19-2-24 16,8-9 23-16,7 0-16 16,-9 0 7-16,3 0-4 15,-22 0 2-15,21 0 0 16,-21 0 0-16,7 0 3 15,14 0-3-15,7 0 3 16,13 0-3-16,5 0 4 16,-5-4-3-16,-1-1 2 15,-6-3-2-15,-12 8-1 16,-16 0-6-16,-3 0 3 0,3 0 6 16,-6 0-4-1,7 0 7-15,2 0-6 0,-3 0 2 16,0 0-2-16,-3 0 1 15,10 0-1-15,-7 0 0 16,3 0 0-16,-2 0-2 16,-20 0 6-16,7 0-9 15,-6 0 13-15,-7 0-10 16,4 0 3-16,8 0-1 16,4 0 2-16,3 0-2 15,0 0-2-15,-6 0 2 16,-6 0 2-16,-10 0 8 15,4 0-10-15,5 0 6 16,1 0 4-16,12 0-10 0,-6 13 0 16,6-9 0-16,-13-4 7 15,1 0-17-15,0 0 22 16,-1 0-20-16,1 0 18 16,-1 0-11-16,-8 0 4 15,14 0-3-15,1 0 3 16,6 0 0-16,3 8-4 15,-9-5 8-15,6 5-11 16,-6-8 12-16,6 0-15 16,6 0 13-16,-3 0-8 15,-9 0 3-15,-15 0-1 0,24 0 0 16,-3 5 1 0,-6 7-5-16,12 0 10 0,0-5-10 15,3 6 12-15,-15-5-12 16,0 4 7-16,-6-9-6 15,-10 6 3-15,3-1 0 16,-5 5-1-16,-11-2 8 16,17-3-16-16,-4 0 20 15,10 4-18-15,6-4 7 16,-1 0-11-16,1-4 11 16,0 0-5-16,9 0 3 15,-3-4 4-15,6 5-4 16,1 3 11-16,8 0-18 0,-2 4 18 15,-10-1-24 1,-3-6 15-16,-6-2 0 0,-7-3-1 16,1 0-8-16,-10 0 4 15,4 0 10-15,5 0-15 16,1 0 9-16,-1 0-9 16,7 8 10-16,-15-8-1 15,8 9 1-15,-12-1 0 16,-9-5-3-16,3 2 7 15,-9-2-7-15,6-3 13 16,-13 0-19-16,16 0 22 16,-9 5-24-16,0-5 14 0,21 0-6 15,-15 0 1 1,16 0 2-16,-1 0-3 0,-3 7 7 16,4-2-9-16,-7-5 12 15,3 0-19-15,-9 0 24 16,3 0-13-16,4-12 2 15,-4-4 4-15,-9-1-5 16,-16 6 0-16,-9-2-3 16,-3-2 12-16,6-10-8 15,6-7 8-15,13-16-13 16,6-8 4-16,9-1-5 16,-15 2-2-16,-1 10 7 15,-11 13-4-15,-1 1 12 16,-6-2-8-16,0-3 5 15,-6-4-6-15,-3-4 10 16,9-8-18-16,0 0 9 16,-3-4 0-16,10 7 0 0,-14 5 1 15,-5 4-5-15,3-4 9 16,-3-16 3-16,-4-16-1 16,-5-9-14-16,2-7-2 15,-9 4 5-15,1 4 1 16,11 7-2-16,-2 13 3 15,2 12 4-15,-12 13-3 16,16 3 7-16,-16-1-1 16,1 8-2-16,-7-2 8 15,0 3-9-15,0-4 0 0,0 12-2 16,0-5 0 0,0 1-5-16,0 1 3 0,-13-2-5 15,-9 1 0-15,-2 9 2 16,2 2-6-16,3 5 5 15,-9 0 5-15,-12 4 1 16,0 1 0-16,-25 3 6 16,-16 0-12-16,-6 0 9 15,-12 0-6-15,12 0 1 16,-9-13-3-16,25-3 5 16,-10 1 0-16,-6-10-3 15,7 17 9-15,-19-4 0 16,-4 12-5-16,-8 0 15 0,2 0-7 15,4 0-5 1,2 0 0-16,10 4-4 0,0 4 4 16,13-5-4-16,-7-3 0 15,0 0 1 1,6 0-2-16,-5 0 2 0,-1 0 2 16,6 0 5-16,-6 5-10 15,7 7 2-15,-13 1 0 16,-7-2-2-16,-8 1 9 15,9-8-10-15,-1 0 8 16,4-4-9-16,19 0 16 16,2 0-24-16,-5 0 16 15,5 0-5-15,-5 0 1 16,2 0 0-16,-9 0-4 0,-2 0 11 16,-4 0-13-16,-7 0 10 15,7 0-8-15,-9 0 2 16,9 0 1-16,0 0-9 15,0 0 10-15,0 0 0 16,0 0-4-16,-3 0-4 16,3 0 16-16,-7 0-6 15,-8 0 5-15,3 0-14 16,-4 0 6-16,4 0 1 16,5 0 1-16,-2 0-1 15,3 5 0-15,6-2-2 16,-16 5-9-16,16 0 17 15,-12 0-12-15,-10 4 10 16,-6-4-12-16,16 12 13 0,-4-4-8 16,-5 4 3-16,8 1 0 15,7-9-8-15,-16-1 18 16,7-3-23-16,-10-3 15 16,25-1-8-16,-3-4 5 15,37 0-1-15,-9 0 1 16,9 0-6-16,6 0 6 15,6 0 2-15,-15-9-10 16,3-7 18-16,-15 8-19 16,-7 4-4-16,-5 1 14 15,-7 3-1-15,18 0 1 0,-5 0 0 16,14-5 2 0,-2-6-8-16,9 3 10 0,13-4-18 15,-7-1 24-15,-3 2-20 16,16 2 9-16,-13 5 1 15,1 0-9-15,-7 4 6 16,3 0 2-16,-9-8-7 16,3 0-1-16,15-4 6 15,-6 1-1-15,1-6 4 16,18 1-6-16,-7 5 8 16,13-2-2-16,4 1 2 15,-10 7-1-15,-7 2-2 16,7-5 13-16,-6 4-25 15,-1 4 30-15,-11-4-22 16,5-4 5-16,1 4 0 0,5-9 0 16,1 10-3-16,6-9 3 15,-6 7 2-15,-1 2 8 16,-5-5-9-16,6 8 3 16,2 0 6-16,-11 0-15 15,12-5 5-15,-19 5-5 16,15 0-3-16,1 0 6 15,0 0-1-15,9 0 6 16,-25 0-8-16,16 0 5 16,-7 0 0-16,-12 0 2 15,19 0-2-15,0 13-2 16,21-10 2-16,-3 2-2 0,4 3-5 16,-10-4 6-16,9-1-15 15,-2 10 15-15,2-13 0 16,-15 4-4-16,0 4 10 15,-7-4-5-15,-11 8 0 16,-1-4 0-16,-15 12-3 16,9-9 10-16,6 6-13 15,4-9 12-15,24 0-3 16,-3-3-1-16,9-5 3 16,-2 0-5-16,-4 0 0 15,-3 3-2-15,-6-3 2 16,9 0-5-16,-9 0 10 15,0 0-8-15,-13 4 7 0,-6 4 4 16,19 0-8 0,-6 0 0-16,6-3-6 0,0-2 8 15,-3 1-9 1,15 4-6-16,-18-3 12 0,12-2-19 16,-3 2 20-16,-3-2-1 15,-1 2 0-15,17-2 2 16,-10 2 5-16,0-2-2 15,-3 6-4-15,-3-1-6 16,-13 0 2-16,7 3-11 16,-6-2-14-16,5-1 24 15,13-5 5-15,22-3 0 0,6 0 0 16,0 0 0 0,0 0-24-16,13 0-165 0,42 0-154 15</inkml:trace>
  <inkml:trace contextRef="#ctx0" brushRef="#br0" timeOffset="150059.4">18936 11818 32 0,'0'0'237'0,"0"0"-229"0,0 0 34 0,0 0 49 0,0 0-40 15,0 0-7-15,0 0-35 16,0 0-7-16,0 0-1 15,0 0 0-15,0 0 19 16,0 0-6-16,0 0 34 16,0 0 14-16,0 0-11 15,0 0-12-15,0 0-23 16,0 0-16-16,0 0-24 16,0 0-1-16,0 0 12 15,0 0 13-15,0 0 5 16,0 0 41-16,0 0 0 0,-16 0 2 15,16 0-4-15,0 0-44 16,0 0-26-16,0 0-49 16,0 0 22-16,0-3 12 15,0-2 27-15,0 5 10 16,0 0 4-16,0 0 14 16,0 0 16-16,0 0 10 15,0 0-26-15,0-8-14 16,0 0-41-16,0-4 10 0,0 1-75 15,0-2-221-15</inkml:trace>
  <inkml:trace contextRef="#ctx0" brushRef="#br0" timeOffset="184100.71">6214 13182 219 0,'0'0'178'0,"0"0"-103"0,0 0-5 15,0 0-35-15,0 0-23 16,0 0 24-16,0 0-5 0,0 0-18 16,0 0 26-16,0 0 4 15,0 0-3-15,0 0-16 16,0 0 13-16,0 0-6 16,0 0 2-16,0 0-9 15,0 0-5-15,0 0 10 16,0 0-22-16,0 0 16 15,0 0-22-15,0 0 10 16,0 0-9-16,0 0 1 16,0 0-2-16,0 0 3 15,0 0-3-15,0 0 2 16,0 0 9-16,0 0-6 0,0 0 17 16,0 0-14-1,0 0 6-15,0 0-10 0,0 0 3 16,0 0 4-16,0 0-9 15,0-4 7-15,0 0-5 16,0-12 6-16,0-1-10 16,0-6 5-16,6 2 0 15,3 2-6-15,-3-9 2 16,7 0-2-16,-7-5 0 16,10 10 1-16,-10-10-4 15,6 9 8-15,-6-4-5 16,10 5 0-16,-10-2 3 15,0-3-2-15,0 4-2 0,1-4 1 16,-1-4 0-16,9 0-1 16,-8-4 3-16,5 0-8 15,-6 12 8-15,0-1-7 16,-6 1 8-16,22 9-9 16,-9-10 8-16,-13-3-2 15,21-8 0-15,-15 12 3 16,-6-9-8-16,19 5 11 15,-13 5-12-15,4-5 7 16,-4 4-4-16,6-1 1 16,-6 1-1-16,1 1 1 15,8-2 1-15,-9 9-2 0,0-12 6 16,-6 4-11 0,0-4 13-16,0 0-10 0,7 4 0 15,5 0-3-15,-12 0-1 16,9 8 6-16,-9-1 0 15,0 10 6-15,0-9-8 16,0 8 12-16,0-8-14 16,0-1 7-16,0 1-1 15,7 4-5-15,-7 1 4 16,0-2-2-16,0 10 5 16,0-6-2-16,0 6 2 15,0 3 0-15,0 0 7 16,0-5-15-16,0 5 8 15,0 0-1-15,0 0 0 16,0 0 3-16,0 0-3 0,0 0 0 16,0 0 0-16,0 0-10 15,0 0 9-15,0 0-23 16,0 5 18-16,0-2 1 16,0 14 5-16,0-1 1 15,-16-1-1-15,-3 1 3 16,13 1 2-16,-15-1-5 15,14 0 3-15,-11-1-1 16,12 10 2-16,-22-9-2 16,21 8-2-16,-8-8 1 15,3 8 1-15,-1-4-1 16,-9 1 3-16,10-2-2 0,0 1 3 16,-10-4 1-1,9 1-2-15,7-6 0 0,6 1 5 16,-6-4-7-1,6-3-2-15,-6-5 0 0,6 8 2 16,0 0-8-16,0-1 12 16,-9 1-10-16,9 0 9 15,-7 0-8-15,7 1 4 16,0-6-1-16,-6 2 0 16,6-5 3-16,0 8-6 15,-6 0 7-15,0 0-2 16,0 0 0-16,-4-1 5 15,10-7-3-15,-6 8-5 16,6-3 2-16,0-5-1 0,0 4 0 16,0-4 2-16,0 4-3 15,0-4 6-15,0 0-8 16,0 4 8-16,-6-4-5 16,6 8 1-16,0-5 3 15,0-3-3-15,0 0 6 16,0 0-12-16,0 0 7 15,0 0-4-15,0 0-23 16,0 0 1-16,0 0-78 16,0 0-169-16,0 0-460 15</inkml:trace>
  <inkml:trace contextRef="#ctx0" brushRef="#br0" timeOffset="188780.46">8849 11538 135 0,'0'0'216'0,"0"0"-196"0,0 0 26 0,0 0 32 0,0 0-61 15,0 0 8-15,0 0 11 16,0 0 2-16,-6 0 21 16,-3 0 12-16,9 0-23 15,0 4-30-15,0-4 3 16,0 0-13-16,-6 0 21 15,6 4 9-15,0-4 3 16,0 0-15-16,0 0-14 16,0 0 0-16,0 0 5 0,0 0-1 15,0 0-15-15,0 4 12 16,0-4-12-16,0 0 1 16,0 0-2-16,0 0 0 15,0 0-1-15,0 0 7 16,-7 0-9-16,7 0 6 15,0 0 13-15,0 0-12 16,0 0 20-16,0 0-11 16,0 0-7-16,0 0-3 15,0 0-1-15,0 0 7 16,0-12-9-16,0-21 9 16,28-3-2-16,3-11 0 0,10-10-6 15,21-7 3-15,-3-8-3 16,9-17 2-16,12 1-3 15,-8 4 1-15,-4 12-4 16,-15 28 5-16,-19 11-6 16,-22 18 4-16,4 11-3 15,-10 4 0-15,0 0-5 16,-6 0-8-16,0 0-27 16,0 0-9-16,12 0-30 15,-12 0-134-15,0 0-247 16</inkml:trace>
  <inkml:trace contextRef="#ctx0" brushRef="#br0" timeOffset="189614.03">8803 11337 95 0,'0'0'137'0,"0"0"-55"0,0 0-18 0,0 0-17 16,0 0 5 0,0 0 1-16,0 0-21 0,0 0 25 15,0 0-12-15,0 0-1 16,0 0-25-16,0 0 9 16,0 0-3-16,0 0 26 15,0 0 1-15,0 0-12 16,0 0-9-16,0 0-18 15,0 0 18-15,0 0-16 16,0 0 10-16,0 0-25 16,-9 0-2-16,2 16-4 15,1 9 6-15,-12 2 5 16,-4 10-4-16,16-1 1 16,-7-9 1-16,-2-2 4 0,2-5-6 15,7-12 8-15,6-5-9 16,0-3 0-16,0 0-1 15,0 0-5-15,0 0-14 16,0 0 20-16,0 0 25 16,0 0-13-16,19-11 28 15,15-14-21-15,0 5-6 16,6-7-8-16,-6-1-3 16,-3 0-2-16,3 3 0 15,-6 1-9-15,-3 4 7 16,-3 9 0-16,-10 2-7 15,-6 1 7-15,-6 8-5 16,0 0-6-16,0 0-20 16,0 0-29-16,0 0-24 0,0 0-91 15,0 0-104-15</inkml:trace>
  <inkml:trace contextRef="#ctx0" brushRef="#br0" timeOffset="190761.24">9857 10535 49 0,'0'0'29'0,"0"0"5"0,0 0 100 0,0 0-55 16,0 0 38-16,0 0-12 0,0-12 14 15,0 12-47-15,-6 0-27 16,6 0-5-16,0 0-3 15,-13 0 16-15,13 0-17 16,0 0 6-16,0 0-11 16,0 0 17-16,0 0-27 15,0 0 2-15,0 0-15 16,0 0 2-16,0 0-6 16,0 0-2-16,13 0-2 15,15 0 8-15,12 0 14 16,0 0-22-16,-2 0 6 15,2 0 0-15,0 0-8 16,-12 0 2-16,0 0-9 16,-16 0-5-16,16 0-4 0,-9 5-5 15,-7-5-50-15,-5 7-9 16,2-7-125-16,-3 0-84 16</inkml:trace>
  <inkml:trace contextRef="#ctx0" brushRef="#br0" timeOffset="191811.5">10862 10102 230 0,'0'0'254'0,"0"0"-203"0,0 0 11 16,0 0 19-16,0 0-56 15,0 0 3-15,-109 28 16 16,81-16-19-16,-3 8-4 16,-3 0 18-16,6 0 2 15,-6-4-28-15,9 4 9 16,-3-4-21-16,4 1 26 15,2 2-24-15,3 1 4 0,-2 5 3 16,14-6-1-16,1 1-9 16,6-4 2-16,0 5-2 15,0-9 0-15,0-4 0 16,0 4-3-16,0-8-2 16,0-4-2-16,6 15 2 15,22-10 5-15,-3-1 8 16,-3 8-7-16,3-8 4 15,3 4 12-15,-10 4-12 16,16-8-2-16,-6 8 3 16,6 0-6-16,-15 4 4 15,9-3-2-15,-10-2-2 0,4 1 0 16,-10 1 1 0,-5 2 0-16,5 1 10 15,-3 0 4-15,4 1-1 16,-7-1-9-16,-6 7 9 0,0 2-5 15,0-1 1-15,0-1 6 16,0 6-13-16,-6-1 21 16,-35 0-9-16,1 4 19 15,0-3-23-15,0-10 0 16,5-7-5-16,4-12-6 16,4 0-3-16,14 0-16 15,-9 0-3-15,4 0-8 16,-4 0-16-16,4 0-76 15,-10-8-156-15,3-4-220 16</inkml:trace>
  <inkml:trace contextRef="#ctx0" brushRef="#br0" timeOffset="192510.34">10949 10908 261 0,'0'0'149'0,"0"0"-144"0,0 0 31 0,0 0-11 15,0 0 6-15,0 0 58 16,0 0 23-16,0-8-31 16,0 0 4-16,0-8-12 15,0 0-17-15,0-4-14 16,0-9-14-16,12-2-7 16,28-5-12-16,-6-5 3 0,-3 2-10 15,3 3 5 1,1 3-7-16,-1-3-2 0,-3-4-4 15,3 8-16-15,-6-1-12 16,-10 10-16-16,-2 7 9 16,-16 4-22-16,0 8-4 15,0 0 23-15,0 4 3 16,0 0-64-16,0-5-80 16,0 5-16-16</inkml:trace>
  <inkml:trace contextRef="#ctx0" brushRef="#br0" timeOffset="192877.33">10980 10479 347 0,'0'0'46'0,"0"0"40"0,0 0 20 0,0 0-30 16,0 0 20-16,0 0-7 0,74 121-9 16,-46-90-41-16,25 2 6 15,-19-2-31-15,-3 2 4 16,3-1-10-16,-6 0-6 15,-10 8 6-15,10-8-8 16,0 8-1-16,-3-12-28 16,-3-3 0-16,-16-10-76 15,12-7-41-15,-18-8-56 16,0 0-329-16</inkml:trace>
  <inkml:trace contextRef="#ctx0" brushRef="#br0" timeOffset="201154.21">4062 14080 257 0,'0'0'64'0,"0"0"13"0,0 0-12 0,0 0-19 15,0 0-27-15,0 0 18 0,0 0-27 16,0 0 8-16,0 0-4 16,0 0 29-16,0 0-9 15,0 0 3-15,0 0-3 16,0 0-11-16,0 0 6 15,0 0-9-15,0 0 10 16,0 0-6-16,0 0 10 16,0 0-12-16,0 0 10 15,0 0 0-15,0 0-7 16,0 0-2-16,0 0-16 0,0 8-7 16,0 0 4-1,0 5-4-15,0 10 2 0,0 10 12 16,0 3-7-16,22 3-5 15,2 10 4-15,4 3-4 16,6-4 9-16,-9-4-7 16,-3-3 2-16,12-18 2 15,-9 13-16-15,3-11 5 16,-22-6-23-16,6-2-13 16,-12-1-30-16,0-8-97 15,0 4-178-15</inkml:trace>
  <inkml:trace contextRef="#ctx0" brushRef="#br0" timeOffset="201871.36">4102 14959 207 0,'0'0'76'0,"0"0"24"0,0 0 18 0,0 0-44 0,0 0-9 15,0 0-11-15,0 24-3 16,0-24-11-16,0 0 35 15,0 0-10-15,0 0-6 16,0 0-17-16,0 0 4 16,0 0-24-16,0-16 0 0,0-8-16 15,13-16 0 1,15-4 12-16,12-21-8 0,-6-19 5 16,12 0-10-1,13-20 5-15,3 7-8 0,-15 9-4 16,-7 16 2-16,-15 8-6 15,-3 28-1-15,-16 3-11 16,6 5 8-16,10-3-13 16,-10 10-32-16,7 9-45 15,-10 9 5-15,-9 3-44 16,0 0-96-16</inkml:trace>
  <inkml:trace contextRef="#ctx0" brushRef="#br0" timeOffset="202535.65">4738 14830 549 0,'0'0'62'0,"0"0"-33"0,0 0 44 0,0 0-24 0,0 0-10 0,0 0-3 16,180-43-20-16,-152 38-2 15,-4-3-14-15,-2 8 8 16,-10-8-6-16,1 4-4 16,-4-7-8-16,-3 6-13 15,7-3-2-15,-1 0-38 16,-12 8-17-16,10-4-23 0,-10 4 33 16,0 0-51-1,0 0-80-15</inkml:trace>
  <inkml:trace contextRef="#ctx0" brushRef="#br0" timeOffset="202687.77">4738 14830 373 0</inkml:trace>
  <inkml:trace contextRef="#ctx0" brushRef="#br0" timeOffset="202820.49">4738 14830 373 0,'-75'-225'268'0,"75"217"-262"0,0 8 30 0,0 0 216 15,35 0-186-15,-23 0 14 16,16 0-33-16,6 0-5 16,-9-11-29-16,9 7-8 15,6-9-5-15,-6 5-9 16,7-7-17-16,-1 10-42 15,-9-6-77-15,-9 3-217 16</inkml:trace>
  <inkml:trace contextRef="#ctx0" brushRef="#br0" timeOffset="203618.23">5606 14823 243 0,'0'0'292'0,"0"0"-259"0,0 0-7 0,0 0 14 15,0 0-25-15,0 0 26 16,0 0 35-16,0 0-7 16,0 0 8-16,0 0-31 0,0 0-20 15,6 0-18 1,16 0 7-16,3-16-6 0,9-17 48 16,19-11-29-16,9-9-13 15,-4-6 1-15,5-1-6 16,-5-1-7-16,-11 22 2 15,-13-2-4-15,-6 10-1 16,-9-2 0-16,8 0-10 16,-2 10-14-16,-3 3-44 15,-16 8-19-15,0 0-110 16,-6 12-105-16</inkml:trace>
  <inkml:trace contextRef="#ctx0" brushRef="#br0" timeOffset="204069.55">5746 14314 511 0,'0'0'167'0,"0"0"-160"0,0 0 5 0,0 0 65 0,0 0-7 0,0 0 30 16,86 116-40-16,-24-77-12 15,-3 6-5-15,3 2 3 16,-3 2-35-16,-6-1-5 16,3 4-5-16,-10 4 3 15,-5 1-4-15,-10-1 2 16,-4-1-4-16,1-10-3 0,-21-9-4 16,5-12-22-16,-6-16-10 15,0-8-60-15,-6 0-103 16,0 0-76-16,0 0-81 15</inkml:trace>
  <inkml:trace contextRef="#ctx0" brushRef="#br0" timeOffset="205101.48">6387 13855 306 0,'0'0'148'0,"0"0"-18"0,0 0-9 0,0 0-58 15,0 0-16-15,0 0-4 16,22-11 3-16,-9 7-27 16,-1-4 29-16,3 3-12 15,10-3 2-15,3 0-14 16,0 8-7-16,-16-7-17 16,7 7-1-16,-10 0-5 15,-9 0-8-15,7 0 8 16,-7 32 6-16,0 12 19 0,0 8-19 15,-7 0 0-15,-21 1-6 16,1-17 5-16,20-5-3 16,1-3 1-16,6-7 3 15,0 2-21-15,0-10 18 16,0-5-19-16,6-8-2 16,28 0-16-16,1 0 39 15,-11 0 1-15,4 0 9 16,-15 0 13-16,15-4-16 15,-16-8 8-15,10-4-11 16,-4 4-6-16,10-4-14 16,-15 11-23-16,-1 2-109 15,-12-2-85-15</inkml:trace>
  <inkml:trace contextRef="#ctx0" brushRef="#br0" timeOffset="208230.72">7070 14605 196 0,'0'0'191'0,"0"0"-108"0,0 0-12 15,0 0-60-15,0 0 0 16,0 0-4-16,0 0 2 15,0 0 4-15,0 0 26 0,0 0 24 16,0 0-10-16,0 0-10 16,0 0-15-16,0 0 5 15,0 0-31-15,0 0 4 16,0 0-2-16,0 0-1 16,0 0 11-16,0 0 5 15,0 0 15-15,0 0-19 16,0 0-1-16,0 0-5 15,15 0 4-15,4 0-5 16,9 0 6-16,-4 0-5 16,10 0 17-16,1 0 1 15,-1 5 3-15,-10-5-10 16,17 4-14-16,-13-4-1 16,-3 4-3-16,2-4 2 0,-5 0-3 15,-3 0-2-15,-13 0-14 16,0 0 13-16,0 0-1 15,-6 0-15-15,10 0-7 16,-4 0 12-16,-6 0-26 16,0 0-64-16,0 0-121 15</inkml:trace>
  <inkml:trace contextRef="#ctx0" brushRef="#br0" timeOffset="209512.29">7780 15067 169 0,'0'0'39'0,"0"0"-1"0,0 0 30 0,0 0-1 16,0 0 11-16,0 0 34 15,0 0-40-15,0 0-14 16,0 0 31-16,0 0-1 16,0 0-21-16,0 0-38 15,0 0-2-15,0 0-10 16,0 0 11-16,0-12-14 15,0 12-5-15,0-8-6 16,0 4 11-16,0 0-8 0,0-4 3 16,0 0-9-16,0-8 10 15,-7-1-5-15,-2 6-1 16,9-9 4-16,0 0-6 16,0-1 10-16,0 1-12 15,-6 1 4-15,6 2-8 16,0-7 8-16,0 12-8 15,0-7 12-15,0-1-7 16,0 3 0-16,0 5 5 16,0 0-2-16,0 4-4 15,0-4 6-15,0-4-2 16,0 4 4-16,0-4-7 0,0-4 4 16,0-1-1-1,0 2-3-15,0-6 3 0,0 5-6 16,0 1 5-16,0-1-4 15,0-1 1-15,6-7 0 16,16-3-6-16,-4 3 13 16,-2-8-8-16,9 7 9 15,-4 1-5-15,-8 8-2 16,9 4 1-16,-16 4-4 16,25 12 6-16,3-8-8 15,-12-8 10-15,12 4-15 16,-3-1 18-16,-25-2-13 15,22 10 4-15,-22 2-3 0,0-5-17 16,3 8-2-16,-2-8-6 16,11 8-16-1,4-4-3-15,-3-4-29 0,-7-5-86 16,4 2-27-16,-10 6-214 16</inkml:trace>
  <inkml:trace contextRef="#ctx0" brushRef="#br0" timeOffset="210478.48">7907 14650 332 0,'0'0'59'0,"0"0"-51"0,0 0-4 0,0 0 31 16,0 0 17-16,0 0 9 16,0 0 13-16,0 0-28 15,0 0 3-15,0 0-2 16,12 0 13-16,28 0-19 15,-5-4 14-15,11-1-27 16,-12 2 10-16,6 3-7 16,-9 0 32-16,-3 0-23 15,0 0-20-15,-9 0-1 16,9 0-12-16,-3 0 0 16,3 0-4-16,-10 0 4 15,-2 0-7-15,-4 0-5 0,-12 0-4 16,12 0 1-16,-5 0-9 15,-7 0-7-15,9 0-6 16,-9 0-61-16,0 0-95 16,0 0-153-16</inkml:trace>
  <inkml:trace contextRef="#ctx0" brushRef="#br0" timeOffset="211827.08">8769 14458 364 0,'0'0'71'0,"0"0"-11"0,0 0 0 0,0 0-35 16,0 0 36-16,0 0 23 15,0 0-24-15,0 0-6 0,0 0 22 16,0 0-14 0,0 0-43-16,0 0 0 15,0 0-14-15,0 0 5 16,0 0 2-16,18 0 10 0,-2 0-5 15,2 0-6-15,-5-5 8 16,2-3-16-16,4-4 19 16,-7-7-18-16,16-1 11 15,-6-13-15-15,-3-8 10 16,8 5-10-16,-14-8-2 16,-7 16 0-16,0 5-6 15,-6 2 4-15,0 10 3 16,0 2 1-16,0 6 3 15,0 3-3-15,0 0-14 0,-6 0 0 16,-6 0-5-16,-10 8 9 16,3 12 3-16,-2 4 13 15,2 4-11-15,7-5 10 16,-4 6-5-16,16-1 0 16,-6 4-21-16,0 0-2 15,6-7 1-15,0-2 15 16,0-10-10-16,0-10 9 15,0 9-12-15,6-12 19 16,16 0-13-16,9 0 0 16,-10 0-9-16,-2 0 22 15,3 0-4-15,-16-4 10 16,-6-4-2-16,0 8 0 0,0 0 13 16,0 0-15-1,0 0 15-15,0 0-12 0,0 0-4 16,6 0-20-16,-6 0 9 15,0 0 11-15,0 8 0 16,0 4 4-16,0 4-1 16,0-4 3-16,0 4-2 15,0 4-7-15,6 1 5 16,-6-1-2-16,0 8 0 16,0-4 3-16,0 4-7 15,0 4 10-15,0-4-11 16,0 4 13-16,0-4-12 0,0 1 6 15,0-1-2 1,0-5 2-16,0 9 0 0,-12-4 10 16,-28 0-10-16,5 0 14 15,-5-3-11-15,9-6 23 16,3-2 21-16,7-6-6 16,2-6-26-16,7-5-11 15,12 0-6-15,-10 0-20 16,10 0-28-16,0 0-60 15,0 0-132-15,0 0-482 16</inkml:trace>
  <inkml:trace contextRef="#ctx0" brushRef="#br0" timeOffset="212626.58">9308 14212 454 0,'0'0'155'0,"0"0"-81"0,0 0-4 0,0 0-26 15,0 0-26-15,0 0 37 16,22 0-36-16,-16 13 4 15,16 2 5-15,-16 6 12 16,19 2-9-16,-10 7-9 0,4-3-4 16,-13 1-14-16,10 12 8 15,-10 1-9-15,0-2 4 16,6 5-6-16,1-8 18 16,2 13-5-16,-15-9-3 15,0 4 2-15,0 5-8 16,0-10 0-16,0 1-1 15,0-3-3-15,0-9 0 16,0-5-2-16,0 2-7 16,0-1 1-16,-15-1-14 15,9 2-31-15,-13-9-44 16,19 4-133-16,-12-16-132 16</inkml:trace>
  <inkml:trace contextRef="#ctx0" brushRef="#br0" timeOffset="213226.89">9798 14903 485 0,'0'0'150'0,"0"0"-71"0,0 0-4 0,0 0-15 16,0 0 13-16,0 0-11 16,53-24 41-16,-19-1-63 15,6-14-6-15,7 11-8 16,-1-8-7-16,-12 11-10 16,13-3-8-16,-28 0-2 15,8 8 1-15,1 3-1 16,-21 2-28-16,11 2 12 0,-18 2-29 15,0 3-34 1,6-1-29-16,-6 1-56 0,0 8 17 16,0 0-72-16</inkml:trace>
  <inkml:trace contextRef="#ctx0" brushRef="#br0" timeOffset="213525.71">9950 14522 563 0,'0'0'78'0,"0"0"8"0,0 0-28 16,0 0-30-16,0 0 34 15,0 0 33 1,34 75-29-16,0-46-1 0,0 3-31 15,7-4-15-15,-16-4-2 16,15 9-14-16,-12-6 5 16,-3 5 0-16,2-4-13 15,-5 1 5-15,3-1-12 16,3-5-12-16,-16 1-42 16,1-4-28-16,8-7-67 15,-14-5-83-15</inkml:trace>
  <inkml:trace contextRef="#ctx0" brushRef="#br0" timeOffset="-197602.76">10989 14329 336 0,'0'0'219'0,"0"0"-172"0,0 0 28 0,0 0-14 16,0 0-37-16,0 0 20 15,0 0 12-15,0 0 16 16,0 0-12-16,0 0 15 16,0 0-40-16,0 16-12 15,0-8 4-15,0 8-26 16,6 1 28-16,0-2-15 0,7 1 3 16,-7 17 10-1,9-2-3-15,-8 10-2 0,-1-2-17 16,0 2 11-1,-6-2-11-15,12 6 1 0,-12-5-4 16,0-4-4-16,0-8-1 16,0-3-4-16,0-6-13 15,0-7-1-15,0-4-8 16,0-8-38-16,0 0-11 16,0 0-169-16,0 0-225 15</inkml:trace>
  <inkml:trace contextRef="#ctx0" brushRef="#br0" timeOffset="-197153.79">10821 14751 432 0,'0'0'327'0,"0"0"-298"0,0 0 60 0,0 0-30 15,0 0-9-15,0 0 2 16,87 0 16-16,-46-5-54 16,5-3 0-16,1 4-12 15,-7-4 3-15,0 4-5 16,-15-8-11-16,3 9-19 15,12-6-55-15,-15 1-35 16,-3 4-127-16,-4 0-279 0</inkml:trace>
  <inkml:trace contextRef="#ctx0" brushRef="#br0" timeOffset="-195888.27">11795 14109 367 0,'0'0'138'0,"0"0"-25"0,0 0 8 0,0 0-7 0,0 0-7 16,0 0-38-16,15-13-34 15,-15 13 8-15,0 0-17 16,0 0 9-16,0 0-13 15,0 0 4-15,0 0-13 16,0 8-9-16,7 25 1 16,-7 19-4-16,0-1 8 15,0-2-7-15,0 7-4 16,0-7 0-16,0-2 1 0,-28-7 1 16,9 9-1-1,4-10 0-15,2-3 1 0,7-11-4 16,6-9-1-16,0-12-7 15,0 0-28-15,0-4 13 16,0 0 4-16,0 0 14 16,34 0 9-16,6 0 0 15,-9 0-4-15,4 0 9 16,-7 0-10-16,-16-8 10 16,16 0-10-16,-3 0 10 15,-10 0-9-15,4 0 4 0,-13 4 0 16,-6-1 0-1,15 2 3-15,-8-2-6 0,-7-6-8 16,0 2 8-16,0 1-41 16,0 0 36-16,0 8-11 15,0 0 14-15,0 0-2 16,0 0-14-16,0 0-31 16,0 0-98-16,0 0-99 15,0 0-75-15,0 0 247 16,0 0 77-16,0 0 240 15,0 0-54-15,0 0-124 16,0 0-31-16,0 0 25 16,0 0-56-16,0 0 0 15,0 0-4-15,0 0 8 16,0 0 18-16,0 0 54 0,0 0-22 16,0 0-32-1,-22 0-2-15,16 21-20 0,0-9-48 16,-7-4 30-16,13-5-8 15,0-3 23-15,0 0-14 16,0 0 17-16,0 0 0 16,0 0-10-16,0 0-13 15,0 0-22-15,0 0-35 16,0 0-20-16,0 0 86 16,0 0 14-16,0-8 3 15,0-12 0-15,0 1-3 16,0-1 0-16,0-4-20 15,0 4 9-15,0 7 11 16,0 13 19-16,0 0 58 0,0 0 47 16,0 0-13-16,0 0-9 15,0 0-46-15,0 16-3 16,0 20 17-16,0 8-36 16,0 12 5-16,19 5-17 15,-13-4 5-15,16-6-26 16,-16-7 2-16,-6-3-3 15,0-2-11-15,0-3-4 16,0 0-20-16,0-3-16 16,0-9-70-16,0 0-116 15,0-16-176-15</inkml:trace>
  <inkml:trace contextRef="#ctx0" brushRef="#br0" timeOffset="-194934.23">11649 14962 379 0,'0'0'104'0,"0"0"-37"0,0 0 46 16,0 0-61-16,0 0-22 16,0 0-16-16,0 0 4 15,0 0 5-15,0 0 40 16,0 0 33-16,-6 0-33 15,6 0-14-15,-6-8-24 16,-3-7 13-16,9-6-21 0,0-7 2 16,0-11-10-16,0-5 3 15,0-5-8-15,0-2 1 16,0-2-2-16,0-4-2 16,0 13 3-16,0-4 0 15,0 17-7-15,0 2 9 16,0 1-9-16,0-3 5 15,0-2-4-15,0-3 2 16,0 8-4-16,0 0 3 16,0 0 1-16,0 12-7 15,0 0 9-15,0 12-4 16,0 4-12-16,0-4 9 16,0 0 5-16,0 4-5 0,0 0 1 15,0 0 4-15,-7 0 0 16,-5 0 3-16,0 4 18 15,-10 20-19-15,3 7-2 16,-9 10 0-16,10-1 3 16,-10 0-3-16,15 0 2 15,-8-16-5-15,15 9 4 16,-1-10-4-16,1 5 5 16,-9 1-8-16,8 2-4 15,1 2 8-15,-6-2-20 16,6-2-34-16,-1-13-78 15,-8-4-133-15,9-12-212 0</inkml:trace>
  <inkml:trace contextRef="#ctx0" brushRef="#br0" timeOffset="-180848.51">7243 14350 66 0,'0'0'61'0,"0"0"54"0,0 0-43 0,0 0-38 16,0 0-33-16,0 0 24 15,0 0 24-15,0 0 25 16,-18-13-10-16,18 13-7 16,0-8-13-16,0 8-18 15,0 0 25-15,0-4-23 16,0 4-12-16,0 0-8 15,0 0 11-15,0 0 2 16,0 0 7-16,0 0 23 0,0 0-24 16,0 0 8-1,0 0-19-15,0 0 12 0,0-5 4 16,0 5-13-16,0 0-16 16,0 0-2-16,0 0 0 15,0 0 8-15,0 0-11 16,0 0 8-16,0 0-6 15,0 0 3-15,0 0-2 16,0 0 4-16,0 0 1 16,0 0-6-16,0 0 0 15,0-3-2-15,0 0 7 16,0 3-10-16,0-9 10 16,0 5 6-16,0-8-9 0,0 7-1 15,0-2 0 1,0-5 1-16,0 4-2 0,0-9 7 15,0 2-14-15,0-9 14 16,0 7-12-16,0 1 12 16,0-7-5-1,12 7-2-15,-6-9 0 0,0 1 0 16,4 9 0-16,8-6-1 16,-12 6 4-16,10 2-7 15,-10 1 10-15,0 1-12 16,7-10 12-16,-7-3-9 15,16 8 3-15,-4-8-3 16,-2-4-2-16,2 8 9 16,-5 0-9-16,2-1 10 0,-8 6-13 15,5 7 12 1,-6 0-5-16,10 0 2 0,-10-5-2 16,0 1-5-16,6-4 6 15,4 4-2-15,3-7 7 16,-1-2-6-16,-2 1 8 15,8 0-14-15,-2 0 12 16,-3 8-10-16,2-3 4 16,-2 2-4-16,3 1 5 15,-10-4 0-15,10 0-6 16,-4-4 8-16,1-5-7 16,3 2 5-16,-4 2-2 15,-2 1-2-15,9 4 2 0,-25 8-7 16,21 1 4-16,-8-6 4 15,-1 2 0-15,22-6 1 16,7 6 0-16,-13-6 0 16,6 1-1-16,-16 0 0 15,-5-7-10-15,15-2 1 16,6 1-8-16,-16 8-1 16,4 0 13-16,-10 0-6 15,1 0 6-15,2 4 5 16,-2-4-4-16,-1-4 6 15,-6-1-3-15,10 2-1 16,-10 2 3-16,0 2 0 0,0 2-6 16,7 2 1-16,2-1 4 15,-2-9-5-15,-1 6-1 16,4 7 5-16,-4-8 0 16,7-1-2-16,-4 1 4 15,-2 0 0-15,-7-4-2 16,0 4 4-16,28-4-8 15,-12-4 10-15,-4 4-6 16,4-8 2-16,-3 0 0 16,-7 0-4-16,16 0 4 15,-16 4 0-15,10 4 2 16,-10-1-4-16,1 6 6 16,9-6-6-16,-10 1 6 0,0-4-8 15,10 1 4 1,-9-2 0-16,8-7-1 0,-2 4 1 15,3-8-2 1,-4 8 4-16,-5-8-3 0,8 8 6 16,-2-8-8-1,9 11 3-15,-10-6-1 0,10-2 0 16,0 14 1-16,-9-6-1 16,9 5 2-16,-16 4-3 15,0-4 4-15,10-4-4 16,-9 8 4-16,14 1-6 15,-14-6 2-15,9 1-3 16,-4-5 1-16,4-6-6 16,3 10 2-16,-13 1-1 0,4-3 2 15,-4 7 11-15,-6-9-5 16,10 14 1-16,-4-10 0 16,1 6-1-16,-1-6 4 15,3 1-6-15,4 4 6 16,-13 8-8-16,22-8 10 15,-15 4-9-15,2-3 11 16,-3-2-10-16,7-2 6 16,3-6-4-16,-10 1 1 15,16-4 0-15,-9 3 0 16,2-3 4-16,-8 9-8 16,8 2 7-16,-14 1-6 15,-1 5 3-15,6-1 0 0,-6-13 0 16,10 14 0-16,-4-18-2 15,1 14 2-15,2 2-4 16,-8 1 13 0,-7 4-16-16,12 5 12 0,-6-18-10 15,0 6 7-15,10-10-2 16,2-3 0-16,10-8-1 16,-9 8-20-16,-4-9-47 15,10 14 17-15,-12-2-6 16,2 6 38-16,-2 2 11 15,-13 6 7-15,0 3 1 16,0-5 0-16,0-2-1 0,0-6 2 16,12-2-6-1,-3-2-2-15,-3 9 6 0,-6 0-9 16,0 12 10-16,0 1 0 16,0 3 18-16,0 0 3 15,0-5-18-15,0 1 2 16,0-4-4-16,0-5-2 15,0 2 2-15,0 3-4 16,0 4 4-16,0 4-3 16,0-4 2-16,0 0 0 15,0 4 0-15,0 0 8 16,0 0-1-16,0 0 1 16,0 0-7-16,0 0 0 15,0 0-2-15,0 0-4 16,0 0-2-16,0 0 5 0,0 0 2 15,0 0 0-15,0 0 2 16,0 0 12-16,0 0-14 16,0 0 11-16,0 0-10 15,0 0-1-15,0 0-3 16,0 0-44-16,0 0-57 16,0 12-274-16</inkml:trace>
  <inkml:trace contextRef="#ctx0" brushRef="#br0" timeOffset="-176653.1">8828 13880 285 0,'0'0'60'0,"0"0"-8"0,0 0 43 0,0 0-45 16,0 0-7-16,0 0 4 16,0 0 4-16,-25 0 9 15,9 0 3-15,16 0 14 16,-6 0-30-16,-6 0-21 16,6 0-21-16,-10 0 13 15,10 0-17-15,0 0 1 0,-13 0-2 16,10 0 0-1,3 0 0-15,-13 0 2 0,13 0 0 16,-16 0 0-16,10 0 16 16,5 0-13-16,-8 0-4 15,2 0-1-15,7 0 0 16,-6 0-10-16,-16 3-2 16,0 10 8-16,9-5 8 15,7-4-8-15,3 4 8 16,3-3-8-16,-1-2 9 15,-11 5-10-15,-4 4 3 16,10 4 2-16,-10-4 0 0,22-4 0 16,-19 5-2-1,7 2 8-15,-4-2 0 0,4-2-2 16,0 5 1-16,-4-4-1 16,4 1-1-16,-1 10-3 15,-2-7 0-15,2 4-3 16,-5 8-8-16,-4-4 11 15,4 9-2-15,2-10-2 16,4 2 8-16,-1-1-10 16,7-8 10-16,-10-4-4 15,10 0 0-15,6 4 0 16,0-8 0-16,0 8-5 16,0-8 0-16,-6 1 9 15,0 10-9-15,0 1 2 16,-1 5 2-16,-2 6 1 0,9-7 0 15,-6 9-3-15,0-10 1 16,0 2-2-16,-1 3-4 16,-8-9 6-16,-16 6 4 15,3-1-6-15,-6-4 7 16,15 0-4-16,19 1 1 16,0-2-2-16,0-7 2 15,0 4 0-15,0 1-2 16,0-1 7-16,0-1-10 15,0 1 8-15,13-3-3 16,8-1 0-16,-8 12-1 16,-1-1 1-16,-6 2 2 0,-6-1-2 15,0-9 3-15,10 2-3 16,-4-1 7-16,0 0-13 16,-6-4 8-16,0 0-2 15,0-5 0-15,12 6 1 16,-5-1-7-16,-1 4 12 15,3 0-11-15,-3 1 11 16,7-2-12-16,-1 1 11 16,16-8-10-16,-9 4 4 15,9 1 1-15,0 3-1 16,-10-1-2-16,-2-2-3 16,8-5 12-16,4 7-10 15,-15-10 10-15,15 3-12 16,-16-8 2-16,0 3 0 15,4 2 4-15,-4-1-4 0,1-1 1 16,21 2 6-16,-16-5-8 16,10 3 11-16,-6-3-14 15,-10 0 8-15,1 5-2 16,15-5 2-16,-22 0-3 16,22 0 0-16,-10 0-2 15,4 0 2-15,-3 0 6 16,9 3-4-16,-3-3 7 15,2 0-10-15,-2 0 8 16,3 0-5-16,-6 0 1 0,3 0-26 16,-4 0 22-1,4 0 4-15,-3-8 6 0,-10 0-6 16,1 1 9-16,2-1-4 16,-2 0-6-16,5 0 1 15,-2-4 0-15,2 4 1 16,-2 0 1-16,2-5-4 15,4-2 6-15,-3-6-9 16,-7 1 10-16,10-11-7 16,3-6 3-16,3 0-1 15,-10 6 0-15,4-1 0 16,-10 12 2-16,-12 0 2 16,16 7-1-16,-10 2 5 15,0-1 17-15,-6-4-18 0,13-4-2 16,-13-13-5-16,6 1-2 15,9-4 2-15,4-7-9 16,-7 14 7-16,10-3 1 16,-16 4-8-16,-6-1 18 15,0 1-15-15,0-8 7 16,0 13-1-16,0-1 2 16,0-1 1-16,0 2 3 15,0-6-4-15,0 1 9 16,0 5-9-16,0-2-4 15,0 1 6-15,0 4-9 16,0 0 5-16,0-4-6 16,0 0 2-16,0 0-6 0,0 0 9 15,0-1 1-15,0 6-6 16,0-9 13-16,0 11-8 16,0-10 3-16,0 2-4 15,0-6 2-15,0 2-14 16,0 9 9-16,0 0 0 15,0 12-1-15,-6-4 12 16,-16 8-12-16,22 4 12 16,-18-4-7-16,-4-4 2 15,-3-3-1-15,13-2 3 16,-10 1-1-16,3-4-4 16,-2-4 10-16,-4 15-12 15,-3-6 9-15,16 11-10 0,-10-4 9 16,9 0-4-1,7 0 0-15,-15-9 0 0,8 13 1 16,-15-8 3-16,3 1-8 16,-9 7-4-16,0 0 8 15,0 0-4-15,9 0-6 16,-3 0-4-16,1 0 10 16,14 12-6-16,1-1-12 15,-10 2-15-15,10-9 14 16,5 4 21-16,1-5 2 15,0 2 3-15,6-5-2 16,0 0-2-16,0 0-9 0,0 0-89 16,0 0-160-1</inkml:trace>
  <inkml:trace contextRef="#ctx0" brushRef="#br0" timeOffset="-175620.65">9745 13880 270 0,'0'0'74'0,"0"0"-28"0,0 0 32 0,0 0 3 0,0 0 16 0,0 0-20 15,93-89-32-15,-68 73-3 16,-3 8-3-16,-3 5 11 16,8-6-20-16,1 1 20 15,10 0-17-15,-11-4-7 16,26 1 14-16,9-5-18 16,-9-4-7-16,0-1-14 15,-7 6 5-15,1-2 0 0,-19 9-11 16,-10 4 5-16,-9 4-17 15,-2 0-8-15,-1 0 10 16,-6 0 14-16,0 0-9 16,6 0-9-16,6 0-13 15,-2-4-65-15,2 4-147 16,-12-4-366-16</inkml:trace>
  <inkml:trace contextRef="#ctx0" brushRef="#br0" timeOffset="-174172.84">10393 13564 194 0,'0'0'404'0,"0"0"-359"0,0 0 8 0,0 0-31 0,0 0-22 16,0 0-3-16,0 0 3 16,19 0 12-16,3 0 3 15,-4 0 31-15,-11 0 11 16,21-5 7-16,-4-7-11 15,-8-1-31-15,9 2 2 16,-4-14-19-16,4 6 19 16,-3-9-21-16,6-5 5 15,-3 2-1-15,2-2-3 16,-14-3 2-16,15 5 2 16,-10-2 12-16,-11 9-16 15,14-8 13-15,-15 0-15 16,7-4 1-16,2-4 1 0,-2 0-1 15,-1 4-3-15,4-4 1 16,-10 3-1-16,0 5 1 16,-6 5-2-16,0-1 2 15,6-1 5-15,-6 9 0 16,0-3-3-16,0-2-3 16,0-3 0-16,0 7-1 15,6-2 7-15,1-5-11 16,-1 4 11-16,-6 4-5 15,9-1 8-15,-9 1 5 16,0 4-3-16,0-7 5 16,0-2-15-16,0-7 2 15,0 0-3-15,0 4 0 0,0-8-6 16,0 7 13-16,0 1-14 16,0 9 14-16,0-9-9 15,0 11 4-15,0 1-1 16,0-7 1-16,0 2 0 15,0-2-4-15,0-2 9 16,0-3-15-16,0 12 17 16,0-8-13-16,0 0 8 15,0 0-5-15,0 4 1 16,0-4 0-16,0-1 0 16,0 2 1-16,0-6-2 15,0 1 2-15,0 8-2 0,-9 1 6 16,9 2-8-1,-6 1 6-15,6 0-4 16,-7-4 1-16,-5 4 0 0,12-4-3 16,-6 4 12-16,0-8-18 15,-4 12 20-15,4-3-16 16,-6-2 7-16,6 5-3 16,-1-8 1-16,-2 3 0 15,3 2-6-15,-7-6 11 16,1 10-14-16,-10-1 8 15,16-4-1-15,-6 0 4 16,-4-4-4-16,16 7 0 0,-12-2 2 16,-1 2 5-1,13 2-4-15,-6 2 1 0,6-2 7 16,-6 3-17-16,-9-9 18 16,15 1-15-16,-7 0 7 15,1 4-4-15,-6 1-4 16,12 2 6-16,0 1 7 15,0 8-6-15,0 0 4 16,0 0 1-16,0 0-10 16,-10 0 7-16,10 0-3 15,0 0 0-15,0 0 1 16,0 0-4-16,0 0-3 16,0 0 4-16,0 0-2 15,0 0-5-15,0 0 3 0,0 0-14 16,0-8-49-16,-6 8-78 15,-6 0-219-15</inkml:trace>
  <inkml:trace contextRef="#ctx0" brushRef="#br0" timeOffset="-173390.22">10505 11530 110 0,'0'0'94'0,"0"0"-18"0,0 0 14 0,0 0-1 0,0 0-29 16,0 0-6-16,16 0-13 16,-16 0 0-16,6 0-21 0,-6 0 36 15,0 0-13-15,0 0 5 16,0 0-17-16,12-8-3 16,-6-9-1-16,1 6-10 15,-7-2-5-15,15-7-11 16,-9-8 14-16,-6 9-12 15,7-14 9-15,-7 17-9 16,0 1 3-16,0-2 8 0,0 9 15 16,0-3-6-16,0-2-21 15,0 5-3-15,0 4 7 16,12 4-12-16,-12 0 6 16,0 0-4-16,0 0 6 15,0 0-2-15,0 0 1 16,0 0 2-16,0 0 15 15,0 0 3-15,0 0-15 16,0 0-6-16,0 0 0 16,6 0-11-16,3 0 3 15,16 4 8-15,-9 20 17 16,24 1-10-16,-15 6 4 16,3 1-6-16,12-4-3 15,-9-3-4-15,-3-5 6 0,0-4-4 16,-3-5 1-16,-10 1-1 15,-2-4-18-15,-1 0-40 16,-12 1-17-16,0-1-68 16,0-4-54-16,0-4-429 15</inkml:trace>
  <inkml:trace contextRef="#ctx0" brushRef="#br0" timeOffset="-171158.35">5479 16534 205 0,'0'0'252'0,"0"0"-219"0,0 0 13 0,0 0-6 0,0 0-26 15,0 0-10-15,0 0 58 0,0 0-26 16,0 5 18-16,0-5 0 15,0 4 18-15,0-4-34 16,0 0-25-16,0 0 11 16,0 0-4-16,0 0 15 15,0 0-13-15,0 0 11 16,0 0-16-16,0 0 6 16,0 0-14-16,0 4-8 15,0-4 7-15,0 0-7 16,0 0 18-16,0 0-11 15,0 0 20-15,0 0-27 16,0 0 17-16,0 0-15 16,0 0 5-16,0 0-1 0,0 0-2 15,0 0 4-15,0 0-5 16,0 0 5-16,0 0-9 16,0 0-7-16,6-13-7 15,16-15 14-15,12-11 1 16,12-18 9-16,1 6-6 15,6-10 2-15,-1 1-6 16,-5 8 4-16,-1 4-1 16,-12 20 6-16,-18 8-18 15,-4 12 5-15,-12 8 2 16,0 0-8-16,13 0-5 16,-13 0 4-16,0 0-35 15,0 0 1-15,0 0-60 16,0 0-5-16,0 0-42 0,0 0 32 15,0 0 34-15,0 0 25 16,0 0-41-16,-13 0 33 16</inkml:trace>
  <inkml:trace contextRef="#ctx0" brushRef="#br0" timeOffset="-170776.11">5572 16086 274 0,'0'0'325'0,"0"0"-275"0,0 0 0 0,0 0-13 0,0 0-12 16,0 0-10-16,-6 0-15 15,6 0 2-15,0 0-2 16,0 0 21-16,0 0 11 15,0 0 8-15,0 0-15 16,0 0 7-16,28 0-3 16,-4 16 16-16,4 0-37 15,0 4 4-15,-3-4-8 16,9 12 2-16,0 0 8 16,0 5-2-16,-9 3 8 15,-3 0-12-15,3-5 0 16,-4 2-8-16,-8-6-5 0,9-7-17 15,-10 0-4-15,0-7-10 16,4-13-60-16,-16 0-76 16,6 0-70-16</inkml:trace>
  <inkml:trace contextRef="#ctx0" brushRef="#br0" timeOffset="-170026.56">6322 16663 255 0,'0'0'283'0,"0"0"-277"0,0 0 40 0,0 0 5 16,0 0-31-16,0 0-9 15,6 68 35-15,1-60 0 16,-7-3-1-16,0 3 56 15,0 3-43-15,0-2-13 0,0 2-36 16,0 2 4 0,0-6-12-16,0 1 6 15,0-8-7-15,0 5 3 0,0-5 21 16,0 0 2-16,0 0 10 16,0 0-18-16,0 0-18 15,0-13-14-15,0-23 13 16,0-15 1-16,0-10 8 15,0-3-5-15,0-1 1 16,0 1-5-16,0 8 1 16,0 4-6-16,0 4-10 15,0 21 16-15,0 6-21 16,0 17 11-16,0 4 3 16,0 0-13-16,0 0 18 15,0 28-13-15,0 13 9 0,-13-2-57 16,-8-3-74-16,2-8-18 15,7-3 56-15,2-6 44 16,4-2-32-16,6-6-41 16</inkml:trace>
  <inkml:trace contextRef="#ctx0" brushRef="#br0" timeOffset="-169443.01">6983 16534 532 0,'0'0'134'0,"0"0"-51"0,0 0 18 0,0 0-46 15,0 0 14-15,0 0 28 16,21-75-41-16,-14 26-16 15,5 1-17-15,0-8 17 16,4 8-34-16,-10 0 6 0,7 4-11 16,8 4-2-16,-2 4-5 15,-4-1-14-15,-8 9 0 16,5 16-19-16,-6 1 13 16,-6 11-24-1,0 0 2-15,0 0-32 0,0 0-35 16,0 31-98-16</inkml:trace>
  <inkml:trace contextRef="#ctx0" brushRef="#br0" timeOffset="-169143.91">6871 16302 409 0,'0'0'355'0,"0"0"-304"16,0 0 54-16,0 0-21 15,0 0-73-15,0 0 37 16,0 4 2-16,31-4 0 16,3 9-31-16,0-9 4 15,7 0-12-15,-7 0-11 16,6 0 0-16,-9 0-15 15,9 0 1-15,-6 0-31 16,1-9-27-16,-11 5-70 0,-14 4-109 16,8 0-194-1</inkml:trace>
  <inkml:trace contextRef="#ctx0" brushRef="#br0" timeOffset="-168727.41">7417 16595 417 0,'0'0'154'0,"0"0"-66"0,0 0 44 0,0 0-23 16,0 0-43-16,0 0-4 15,248-185-37-15,-195 145 14 16,-13 8-20-16,0 0-8 16,1 8-11-16,-14 0 0 0,-2 16-21 15,16-8-28-15,-7 0 5 16,-13 11-68 0,-8 2-64-16,-13 3-137 0</inkml:trace>
  <inkml:trace contextRef="#ctx0" brushRef="#br0" timeOffset="-168428.47">7559 16213 511 0,'0'0'153'0,"0"0"-145"15,0 0 47-15,0 0 0 16,0 0-3-16,0 0 39 16,47 117-21-16,-22-88-19 15,-4-6-8-15,14 1 9 16,-17 9-51-16,4-2 6 16,9 10-6-16,-9-5-2 15,2-4-10-15,4-8-33 16,0-4-43-16,-9-4-26 15,21-8-56-15,-6-8-132 16</inkml:trace>
  <inkml:trace contextRef="#ctx0" brushRef="#br0" timeOffset="-167627.5">8394 16555 397 0,'0'0'291'0,"0"0"-257"0,0 0-19 16,0 0 14-16,0 0 5 16,0 0 56-16,74-76-36 15,-40 67-14-15,-9 6-19 16,-3 3 15-16,2 0-1 16,-2 0-11-16,3 0-5 15,-3 16-16-15,-16 7-3 0,-6 5-2 16,0 1 1-1,0 7-34-15,0 1 25 0,0-1 2 16,-13-5 6-16,7-3 1 16,6-4 2-16,0-7 1 15,0 2 0-15,0-11-4 16,0-4-4-16,0 1-3 16,13-5 1-16,21 0 8 15,-3 0 8-15,9 0 7 16,-6 0-8-16,0 0-2 15,7 0-6-15,-7 0 1 16,-10 0-5-16,-2 0-30 0,-9 0-23 16,-7 0-107-16,0-12-27 15,-6-1-305-15</inkml:trace>
  <inkml:trace contextRef="#ctx0" brushRef="#br0" timeOffset="-166878.28">9203 16439 386 0,'0'0'264'0,"0"0"-196"0,0 0 3 0,0 0-27 0,0 0-21 15,0 0 31-15,0-13 11 16,12 10-29-16,16-10 35 16,6 9-30-16,-3-7-8 15,10 3-19-15,5-9-10 16,4 9-4-16,-13 5-3 15,19-2-1-15,-25-3-25 16,3 8-22-16,-12 0-31 0,-10-3-18 16,-6 3-40-16,-6 0 24 15,0 0-23-15,0 0-259 16</inkml:trace>
  <inkml:trace contextRef="#ctx0" brushRef="#br0" timeOffset="-166607.4">9203 16439 659 0</inkml:trace>
  <inkml:trace contextRef="#ctx0" brushRef="#br0" timeOffset="-166496.15">9203 16439 659 0,'12'-233'105'0,"-12"233"-60"16,0 0 21-16,53 0 140 15,3 4-170-15,-16-4-3 16,0 0-22-16,13 0-7 16,-13 0-4-16,7 0-15 0,-7 0-41 15,-21 0-56-15,3 0-121 16,-22 0-292-16</inkml:trace>
  <inkml:trace contextRef="#ctx0" brushRef="#br0" timeOffset="-165862.12">10145 16315 469 0,'0'0'136'0,"0"0"-113"0,0 0 30 0,0 0-23 0,0 0 35 15,0 0 39-15,0 0-33 16,19 0 8-16,3 0-6 0,12 0-16 15,-9 0-43 1,21 0 4-16,-6 0-18 0,-5 0-1 16,17 0-6-16,-11 0-33 15,-1 0-37-15,-12 0-56 16,-3 0-125-16,-4-9-386 16</inkml:trace>
  <inkml:trace contextRef="#ctx0" brushRef="#br0" timeOffset="-164781.24">11054 16213 485 0,'0'0'37'0,"0"0"-20"0,0 0-7 0,0 0 4 16,0 0 15-16,0 0 12 15,81 5-3-15,-69-5-11 16,10 0 12-16,-4-5 1 16,-5-14 9-16,2-1-13 15,-9-8 3-15,1 0-13 0,-7 0-14 16,0 4-12-16,0 4 0 16,0-1-1-16,0 13-9 15,0 4 10-15,-13 4 12 16,-9 0 8-16,-2 0 4 15,2 0 0-15,3 4-24 16,-2 12-16-16,-4 4 10 16,9 1-2-16,4-5 8 15,6 7 2-15,6-6-2 16,0 7 1-16,0-1-1 16,0 2 1-16,0-9-1 0,0-4 0 15,6-4-6 1,22-8 4-16,-16 5-26 0,7-5 25 15,9 0-8-15,6 0 9 16,-9 0 2-16,9 0-5 16,0-13 3-16,-12-4-5 15,-16-2-2-15,12 15-13 16,-18 0 6-16,7 0-11 16,-7-4 15-16,0 4 12 15,0 4 3-15,0 0-3 16,0 0 0-16,0 0-1 15,0 0 3-15,0 0 8 16,0 4 5-16,0 12-7 16,0 4-7-16,0-4 6 0,0 1-7 15,0 6 0-15,0-7-5 16,0 8 7-16,0 4-5 16,0 0 6-16,0-3-7 15,0 11 7-15,0-8-3 16,0-4 4-16,0-9-1 15,0 6-2-15,0-6-1 16,0 2 7-16,0-1 0 16,0-5 23-16,0 2-7 15,-25-5 21-15,-3 0-6 16,-6-4 40-16,0 4-35 16,3 4-20-16,-10 1-14 15,-5 6-8-15,6 1-1 0,-1-4 7 16,13-4-16-16,16-4 9 15,6-8-1-15,6 0-38 16,0 0-64-16,0-3-125 16,0-22-221-16</inkml:trace>
  <inkml:trace contextRef="#ctx0" brushRef="#br0" timeOffset="-151176.43">5668 17742 249 0,'0'0'259'0,"0"0"-238"0,0 0 71 0,0 0-6 0,0 0-71 15,0 0 9-15,0 0 19 16,-15 0 3-16,8 0-20 16,-5 0 3-16,6 0-18 15,-4 0 21-15,4 0-6 16,6 0 18-16,0 0-3 15,-6 0-23-15,6 0 9 16,0 0-25-16,0 7 5 16,0-7 2-16,0 5-5 0,-6-5 2 15,6 4 7 1,-13 8-1-16,-2 0-12 0,-4 0-1 16,13 0 1-16,-9 0-6 15,8 0 12-15,-5 4-12 16,0 0 12-16,-10 9-12 15,-3 3 12-15,-3 3-9 16,0 2 3-16,10-6 0 16,-10-2 3-16,9-5-1 15,4-4 1-15,-4 0 7 0,7 0-11 16,-4 0 4 0,4-4-5-16,12 0 4 15,0-9-2-15,0-3 13 0,0 0-11 16,0 0-2-16,0 0-2 15,0 0-9-15,0-19 1 16,12-21 10-16,35-17 11 16,15-10-8-16,24-10 1 15,-5-3-2-15,0 0-4 16,-10 7 5-16,-15 14-7 16,-25 18-13-16,3 14 3 15,-22 15-27-15,-12 7-27 16,16 2-29-16,-16 3-64 0,0 0-38 15,0 0-163 1</inkml:trace>
  <inkml:trace contextRef="#ctx0" brushRef="#br0" timeOffset="-150809.65">5333 17641 483 0,'0'0'240'0,"0"0"-229"0,0 0 5 0,0 0 26 16,0 0 57-16,0 0-9 15,199 81-4-15,-125-45-53 16,7-4-7-16,-13 1-22 16,-9-2 8-16,-7-6-12 15,-24-6-4-15,7-7-32 16,-11-7-42-16,-8-2-87 15,-16-3-129-15</inkml:trace>
  <inkml:trace contextRef="#ctx0" brushRef="#br0" timeOffset="-150191.53">6375 18167 573 0,'0'0'46'0,"0"0"-37"0,0 0 62 0,0 0-5 16,0 0 5-16,0-200-4 15,0 156-20-15,-12 3-36 16,5 1 39-16,-2 4-20 15,3 4-19-15,0 0-11 16,6 16 0-16,-7 8 0 16,7 0 1-16,-6 8-4 15,-6 0 3-15,-10 0-1 16,-6 16 1-16,3 16 8 16,-2 4-7-16,2 8-1 0,3 0-6 15,3-3-39 1,10-5-49-16,9-16-109 0,0-9-101 15</inkml:trace>
  <inkml:trace contextRef="#ctx0" brushRef="#br0" timeOffset="-149593.71">7011 17823 538 0,'0'0'158'0,"0"0"-135"0,0 0 20 0,0 0-43 15,0 0-33-15,0 0 33 16,0-33 15-16,0 22-9 15,0 2 24-15,0 9 38 16,0 0-23-16,0 0 6 0,0 0-5 16,0 0-18-16,0 9-28 15,0-1-6-15,0-8-28 16,0 0-74-16,0 0-37 16,0 0-32-16,0 0-182 15</inkml:trace>
  <inkml:trace contextRef="#ctx0" brushRef="#br0" timeOffset="-149278.57">7011 17823 97 0</inkml:trace>
  <inkml:trace contextRef="#ctx0" brushRef="#br0" timeOffset="-149144.45">7011 17823 97 0,'468'172'442'0,"-450"-172"-391"0,17-20 33 0,11-16 238 16,7-13-252-16,3 5-24 16,-16 0-29-16,13 0-6 15,-13 4-6-15,6-1-10 16,7 13 5-16,-6-3-3 15,-1-5-28-15,-12 12-33 16,-15 4-10-16,-10 4-73 16,-3 7 3-16,-6 9-98 15,0 0-165-15</inkml:trace>
  <inkml:trace contextRef="#ctx0" brushRef="#br0" timeOffset="-148860.36">7625 17558 589 0,'0'0'234'16,"0"0"-229"-16,0 0 8 16,0 0-6-16,52 64 63 15,10-37 8-15,3 10 11 16,10 7-56-16,12 0-5 15,-13-3-14-15,0-5-11 16,-36 0-3-16,-4-5-1 0,-6 2-2 16,-10-5-12-16,4-4 6 15,-10-8-85-15,-5-4-77 16,-7-12-133-16</inkml:trace>
  <inkml:trace contextRef="#ctx0" brushRef="#br0" timeOffset="-148211.83">8573 17834 280 0,'0'0'353'0,"0"0"-347"0,0 0 30 0,0 0 30 0,0 0-30 16,0 0-13-16,28 0 10 16,-9 0 14-16,-4 4-10 15,-8 20 20-15,-7 9-23 16,0 6 1-16,0 6-30 16,0-1 3-16,-7-4-5 0,-8-4 7 15,-4-4-8-15,19-16 0 16,0-4 8-16,0-8-4 15,6-4-3-15,22 0-3 16,13 0 17-16,11 0-11 16,-11-4 7-16,-7-4-11 15,6-1-1-15,-15 2-2 16,3 3-6-16,-10 4 4 16,4-4-43-16,-3 4-26 15,2 0-133-15,-8 0-45 16</inkml:trace>
  <inkml:trace contextRef="#ctx0" brushRef="#br0" timeOffset="-147795.25">9243 18003 837 0,'0'0'75'0,"0"0"-9"0,0 0 7 0,0 0-35 0,0 0-33 16,0 0 8-16,239 16-13 15,-211-16-3-15,0 0-19 16,-10 0-7-16,-5 0-11 15,-4 0-65-15,-9-16-76 0,0 3-103 16</inkml:trace>
  <inkml:trace contextRef="#ctx0" brushRef="#br0" timeOffset="-147579.18">9243 18003 761 0,'65'-121'232'0,"-65"118"-217"16,0-2 27-16,16 1 8 15,18 0-14-15,-3 0-30 0,3 1-5 16,0-2-1 0,6 2-13-16,-6-6-48 0,-3 1-59 15,-3 0-210-15</inkml:trace>
  <inkml:trace contextRef="#ctx0" brushRef="#br0" timeOffset="-146896.21">10145 18087 263 0,'0'0'273'0,"0"0"-170"0,0 0 1 16,0 0-36-16,0 0-4 15,0 0 15-15,0-40-31 0,0 12-7 16,0-12 19-16,0-8-4 16,0-17-23-16,13-3 0 15,-13-4-2-15,6 4-21 16,3-8 2-16,-2 11-9 16,-7 1 3-16,6 8-1 15,0 15-10-15,-6 18 1 16,6 15 1-16,-6 8 0 15,0 0 2-15,0 0-2 16,0 0 0-16,0 0-3 0,0 8 4 16,0 20-3-1,0 16-10-15,-6 9 2 0,-22-6-4 16,3-3 8-16,4-7-10 16,21-5-7-16,-13-4-3 15,13-5-65-15,-6-15-9 16,6-8-56-16,0 0 34 15,0 0-44-15,0 0 15 16,0-15 135-16,6-9 17 16,28-4-5-16,7 0-67 15</inkml:trace>
  <inkml:trace contextRef="#ctx0" brushRef="#br0" timeOffset="-146229.16">10567 17333 403 0,'0'0'105'0,"0"0"-45"0,0 0 19 0,0 0-41 16,0 0 50-16,0 0 20 15,6 0-20-15,-6 0-43 0,0 4 5 16,0 28-18-16,0 8-19 16,-6 9 11-16,-34 6-16 15,12-2 17-15,3-1-15 16,-3-12 9-16,6-12-18 15,16-8 9-15,0-8-7 16,6-12-3-16,0 4-1 16,0-4-17-16,0 0-1 15,0 0 1-15,6 0 14 16,22 0 8-16,0 0-10 0,3 0 8 16,3 0-4-1,0 0 1-15,0 0 0 0,7 0-6 16,-1 0-19-1,-15 0-10-15,3 0-22 0,-10-4-3 16,-11-4-46-16,-7 0 63 16,0 4 20-16,0 0 24 15,0 4 0-15,0 0 11 16,0 0 6-16,0 0-17 16,0 0 7-16,0 0-2 15,0 0-5-15,0 19 2 16,0 10 10-16,0 11 9 15,0 8 29-15,-7 1 13 0,-11 3-14 16,2 4 28 0,4-9-42-16,12-2-5 15,0-9-27-15,0-12-6 0,0-12-14 16,0 4-56-16,0-3-55 16,0-10-167-16</inkml:trace>
  <inkml:trace contextRef="#ctx0" brushRef="#br0" timeOffset="-135289.25">14576 12821 104 0,'0'0'249'0,"0"0"-157"0,0 0-12 0,0 0-1 0,0 0-26 15,0 0 23-15,0 0-42 16,0 0-7-16,0 12-21 16,0-12 11-16,0 0 3 15,0 0 0-15,0 0 8 0,0 0 10 16,0 0 14-16,0 0-28 16,0 0 13-16,0 0-28 15,0 0 14-15,0 0-10 16,0 4 0-16,0-4-1 15,0 0-11-15,0 0 16 16,0 0-11-16,0 0 16 16,0 0-19-16,0 0 13 15,0 0-13-15,0 0 10 16,0 0-7-16,0 0-6 16,0 0 0-16,0 0 4 15,0 0-8-15,0 0 8 16,41 0 11-16,-7 0-12 0,12 0 14 15,1-4-15 1,-7 4-1-16,0 0-1 0,-12 0-8 16,-3 0 5-16,-13 4-7 15,4 32 4-15,-16 13 12 16,0 3-12-16,0 12 2 16,0-8 4-16,-22-9-10 15,-3-6 4-15,-2 3 3 16,-1-4 6-16,-3 1 3 15,9-5-4-15,3-8 5 16,13-1-5-16,6-10-4 16,0-1-6-16,0-4 3 15,0-4 2-15,25 0 1 0,15-8-2 16,1 0 8-16,-1 0-8 16,6 0 13-16,-12 0-13 15,1 0 8-15,-11-5-8 16,-2-6 0-16,3-6-27 15,-10 9-44-15,4 5-84 16,-13 3-173-16</inkml:trace>
  <inkml:trace contextRef="#ctx0" brushRef="#br0" timeOffset="-134090.59">15755 12933 223 0,'0'0'234'0,"0"0"-155"0,0 0-18 16,0 0 31-16,0 0-36 0,0 0-7 0,0-11 10 16,0 11 12-16,0 0-18 15,0 0-8-15,0 0 4 16,6 0-26-16,-6 0 2 16,0 0-22-16,0 0-1 0,0 0 8 15,0 0-11 1,6 28 4-16,19 8 14 0,3 11 2 15,-7-2-9-15,4 7-7 16,-3-8 2-16,-10 0-6 16,1-8 1-16,-7 12-4 15,3-12-19-15,-9-7 3 16,0-6-51-16,0-10-33 16,0-6-121-16,0-2-42 15,0-2-199-15</inkml:trace>
  <inkml:trace contextRef="#ctx0" brushRef="#br0" timeOffset="-133473.97">15693 13266 25 0,'0'0'294'0,"0"0"-157"0,0 0-1 0,0 0 7 16,0 0-28-16,0 0-9 15,6 0-20-15,9 0-28 16,10 0-24-16,3 0-7 16,25 0 12-16,6-12-29 15,-10 4-7-15,-2 5-3 16,-7-10-6-16,-9 5-18 0,3-7-37 16,0 10-63-16,-28 5-169 15</inkml:trace>
  <inkml:trace contextRef="#ctx0" brushRef="#br0" timeOffset="-132891.32">16576 12845 535 0,'0'0'128'0,"0"0"-60"0,0 0-10 0,0 0-12 0,0 0 19 0,0 0 2 15,87-31-35-15,-62 22 0 16,3 1 6-16,0 0-3 15,-4 3-25-15,4 5-10 16,-9 0 0-16,9 0 0 16,-9 0-5-16,-4 0 4 15,-9 33 0-15,-6 11-5 16,0 12 4-16,0 8-12 16,0 5-9-16,0-9-2 15,0-4 7-15,0-8 10 16,0 0-32-16,0-3-30 15,0-6-13-15,0 5 53 0,0-3-40 16,-21-5-3 0,-4-8 22-16,-3-4-18 0,-6-20-174 15</inkml:trace>
  <inkml:trace contextRef="#ctx0" brushRef="#br0" timeOffset="-132608.43">16570 13294 561 0,'0'0'208'15,"0"0"-177"-15,0 0 77 16,0 0-24-16,0 0-41 15,0 0 36-15,133-12-44 16,-86 1-19-16,-1 2-11 16,1-7-3-16,-1 0-4 15,1 8-44-15,-7-7-65 16,-6 10-103-16,-15 5-150 16</inkml:trace>
  <inkml:trace contextRef="#ctx0" brushRef="#br0" timeOffset="-132208.53">17510 13214 675 0,'0'0'127'0,"0"0"-95"0,0 0 80 0,0 0-93 16,0 0-19-16,0 0-9 16,241-7-89-16,-206-2-55 15,-23 5-101-15,-12 4-96 16</inkml:trace>
  <inkml:trace contextRef="#ctx0" brushRef="#br0" timeOffset="-131957.02">17510 13214 767 0,'-124'-120'87'0,"124"116"-52"0,0-8 24 16,37 8-21-1,12-9 4-15,4 6-26 0,-13 3-7 16,7 4-9 0,-13 0-42-16,-3 0-29 0,-9 0-100 15,2 0-69-15</inkml:trace>
  <inkml:trace contextRef="#ctx0" brushRef="#br0" timeOffset="-131175.85">18313 12950 271 0,'0'0'369'0,"0"0"-361"15,0 0-6-15,0 0 64 16,0 0-25-16,0 0 24 16,93 0 31-16,-78 0-31 15,4-9-18-15,2-18 19 0,-2-14-45 16,-7 5-16-16,-12-4-5 16,0 8 10-16,0 12-19 15,0 4 10-15,0 12-1 16,-24 4 5-16,-10 0-2 15,-7 0 8-15,7 0-6 16,0 15-5-16,9 10-8 16,-3-1 5-16,10 4 6 15,18 0-10-15,0-8 7 16,0 1-1-16,0-6-14 16,25-2-11-16,9-5-26 15,12-5 35-15,1-3 14 16,-1 0 3-16,-6 0-3 15,-5-3-3-15,-8-22 2 0,-14 1-13 16,-13 9 9-16,0 7 8 16,0 8 2-16,0 0 9 15,0 0 2-15,0 0 17 16,0 0-24-16,0 0-4 16,0 11-2-16,0 6-2 15,0 2 1-15,0 6 0 16,0-6 1-16,22 6 0 15,-10-2-3-15,16 13 7 16,-16-7-8-16,1 7 10 16,-7-12-11-16,-6 3 10 15,0 6 4-15,0 0 15 16,-31 6 1-16,-31 2-13 16,-13-2-10-16,-2-3-1 0,-4 0 10 15,7-3-22-15,21-5 7 16,13-8-31-16,12-9-26 15,9-11-134-15,4 0-371 16</inkml:trace>
  <inkml:trace contextRef="#ctx0" brushRef="#br0" timeOffset="-130076.03">14524 14377 554 0,'0'0'131'0,"0"0"-88"0,0 0 42 0,0 0-32 0,0 0-18 15,0 0 13-15,-13 0-4 16,13 0-10-16,0 0 9 15,0 0 11-15,47-16-30 0,12-8 3 16,9 4-21-16,-9 4 1 16,-13 12-7-16,-18 4-5 15,-9 0-2-15,-13 28-2 16,-6 16 5-16,0 20-7 16,-12 8 7-16,-47 0-22 15,-10 5 12 1,11-1-17-16,-11-4 11 0,29-7 14 15,6-9 5-15,21-17-6 16,7-14 10-16,6-9-10 16,0-16 1-16,0 0 4 15,41 0 2-15,11-13 4 0,23-10-3 16,-10-1 11-16,-3-1-12 16,3-3-2-16,-3 0 1 15,-16-8-61-15,-5 8-228 16</inkml:trace>
  <inkml:trace contextRef="#ctx0" brushRef="#br0" timeOffset="-129560.8">15541 14798 243 0,'0'0'311'0,"0"0"-243"0,0 0 60 0,0 0-53 0,0 0-35 15,0 0-22-15,226-144-12 16,-180 120-6-16,-5-4-19 16,-7 3-11-16,-3 9-13 15,-3 1-15-15,0 7-34 16,-22 3-16-16,-6 5-104 15</inkml:trace>
  <inkml:trace contextRef="#ctx0" brushRef="#br0" timeOffset="-129310.7">15727 14522 708 0,'0'0'196'16,"0"0"-133"-16,0 0 43 15,0 0-52-15,0 0-29 0,0 0-23 16,133 208-2-16,-93-176-4 16,-21-7-3-16,3-5 5 15,-10-4-36-15,4-5-53 16,2-7-104-16,-5-4-18 15,8 0-268-15</inkml:trace>
  <inkml:trace contextRef="#ctx0" brushRef="#br0" timeOffset="-128761.75">16582 14261 845 0,'0'0'20'0,"0"0"-20"0,0 0 44 0,0 0-5 0,0 0-32 15,0 0 7-15,233-36-13 16,-205 36-1-16,6 0 14 16,-22 15 7-16,7 29 4 15,-10 9-10-15,-9 4 0 16,0 7-12-16,0 0-2 16,0-4 4-16,0-4-3 15,-15-4-2-15,2-8-2 16,13-4-9-16,-6 9-14 0,6-13 14 15,0-5-24 1,0-6-4-16,0-6-48 0,-6-10-36 16,0-1-101-16,-16-8-240 15</inkml:trace>
  <inkml:trace contextRef="#ctx0" brushRef="#br0" timeOffset="-128526.48">16635 14710 750 0,'0'0'59'0,"0"0"66"15,0 0 22-15,0 0-104 16,0 0-43-16,0 0 0 15,335-84-16-15,-307 76-74 16,-3 8-129-16,-19 0-266 16</inkml:trace>
  <inkml:trace contextRef="#ctx0" brushRef="#br0" timeOffset="-128045.18">17565 14710 808 0,'0'0'23'0,"0"0"36"0,0 0 26 0,0 0-45 15,0 0-39-15,0 0-1 16,279-44-18-16,-257 40-50 15,-3 4-10-15,-19 0-37 16,0 0-71-16,0 0-263 0</inkml:trace>
  <inkml:trace contextRef="#ctx0" brushRef="#br0" timeOffset="-127762.98">17565 14710 715 0,'-62'-229'49'0,"62"229"-4"15,22 0 29-15,12 0-9 16,6 0-15-16,-9 0 3 15,16 0-26-15,-13 0-6 16,6 0-21-16,1-4-1 16,-1-15-72-16,0 6-94 15,-6 1-119-15</inkml:trace>
  <inkml:trace contextRef="#ctx0" brushRef="#br0" timeOffset="-127163.18">18365 14798 698 0,'0'0'85'0,"0"0"-63"0,0 0 38 0,0 0-55 0,0 0-1 0,0 0 34 15,-24-124-21-15,24 68 33 16,0-16 4-16,0 0 17 16,0-8-56-16,0 3 4 15,6 0-14-15,-6 30 6 16,6 7-10-16,-6 19 4 0,0 13-5 15,6 1 0-15,-6 7-5 16,6 0 5-16,-6 0-10 16,0 0-15-16,0 12 23 15,0 27-5-15,0 18 5 16,-6 7-3-16,-40 8-28 16,-7-16 14-16,19 1-38 15,0-26-40-15,3 2-4 16,9-13 39-16,10-9-25 15,12-3 46-15,0-8 9 16,0 0-111-16,34 0-128 16</inkml:trace>
  <inkml:trace contextRef="#ctx0" brushRef="#br0" timeOffset="-126447.1">18827 14029 563 0,'0'0'149'0,"0"0"-21"0,0 0-9 0,0 0-62 16,0 0 12-16,0 0-34 15,0 19-1-15,0 6-13 16,0 6 4-16,0 10 0 16,-24 3-15-16,-11 0-3 15,1 7 1-15,-6-10-13 16,6-1 12-16,3-4-10 15,15-4 3-15,-2-7 0 16,12 6-8-16,-4-15-1 16,4 1 3-16,6-6-27 15,0-6 16-15,0-5-16 16,0 0 21-16,0 3-4 0,28-3 15 16,0 0-1-16,9 5 2 15,3-5 0-15,-12 0 3 16,19 0-14-16,-19 0 8 15,-10 0-35-15,-11 0-23 16,-1 0 27-16,-6 0-7 16,9 0 12-16,-3 0 2 15,7-16-1-15,-1-9 9 16,10 1-21-16,-10 9 7 16,-6 2-11-16,10 10 18 15,-10 3 6-15,-6 0 20 16,0 0 11-16,0 0 67 0,0 0 5 15,0 24-11 1,0-1 0-16,0 10-30 0,0-2 2 16,0 5-23-1,0 5 4-15,0-2-19 0,-22 2-5 16,16 3-1-16,0-8-5 16,-13 0-19-16,10-8-45 15,-3-11-13-15,5 2-103 16,-5-14-170-16</inkml:trace>
  <inkml:trace contextRef="#ctx0" brushRef="#br0" timeOffset="-125414.32">13147 14670 622 0,'0'0'192'0,"0"0"-148"0,0 0 67 0,0 0-67 15,0 0-18-15,0 0-11 16,0-4 9-16,0 4-18 15,0 0 13-15,40 16 24 16,1 12-7-16,11 8-8 16,-5 5-25-16,-7-5 10 15,0 3-13-15,7-3 0 16,-13 5 0-16,-9-5-1 0,-10-4-13 16,10 0 9-16,-9-16 4 15,-4-1-7-15,-6-15 7 16,-6 0-22-16,0 0 22 15,6 0-12-15,10-39 13 16,9-17 6-16,3-16 17 16,24-16-10-16,17-9-12 15,8-7 0-15,10 4 3 16,-7 11-8-16,1 17 3 16,-13 20-1-16,-27 24-24 15,-17 16 18-15,-14 12-26 16,-10 0-7-16,0 0-54 15,0 28 23-15,0 8-55 0,0-8-339 16</inkml:trace>
  <inkml:trace contextRef="#ctx0" brushRef="#br0" timeOffset="-119736.1">13333 16844 445 0,'0'0'189'0,"0"0"-147"0,0 0-8 0,0 0 0 0,0 0-34 15,0 0 17-15,0 0 19 16,0 0-10-16,0 0 63 16,0 0-19-16,0 0 24 15,0 0-74-15,12 0 22 0,38 3-21 16,15 2 18-1,3-2-10-15,25 2-1 0,-6-5-18 16,-6 0-7-16,6 0-6 16,-22 0-1-16,-3 0-15 15,-16 0-26-15,-12-13-20 16,-15-10-144-16,-13-2-324 16</inkml:trace>
  <inkml:trace contextRef="#ctx0" brushRef="#br0" timeOffset="-119052.88">14511 16551 585 0,'0'0'77'0,"0"0"-19"0,0 0 8 0,0 0-24 0,0 0 48 16,0 0-29-1,165-17-29-15,-125 17-31 0,-6 0 9 16,0 0-10 0,-6 0 18-16,-9 25-18 0,-19 11 13 15,0 13-9-15,0 6 1 16,0 6-5-16,-41 3-3 15,1-8-1-15,0 4 8 16,15-12 9-16,3 1-3 16,10-10 3-16,12-3-13 15,0-8-3-15,0-12-10 16,0-7-17-16,12-9 18 16,35 0 12-16,5 0 11 15,10-12 0-15,13-21 28 16,-16-7-39-16,15 4-11 15,-27 4-44-15,-7 8-86 0,-15 16-156 16</inkml:trace>
  <inkml:trace contextRef="#ctx0" brushRef="#br0" timeOffset="-118168.21">15680 16747 391 0,'0'0'398'0,"0"0"-355"0,0 0 48 0,0 0-45 16,0 0-38-16,0 0 3 0,0 8 45 16,34-3 4-16,13-2-5 15,-1-3-11-15,1 0-7 16,5 0-22-16,1 0-3 16,-6 0-8-16,2 0-4 15,-2 0-6-15,-16 0-33 16,9-8-14-16,-12-3-81 15,0-6-143-15,-22 9-423 16</inkml:trace>
  <inkml:trace contextRef="#ctx0" brushRef="#br0" timeOffset="-117649.58">16601 16379 491 0,'0'0'286'0,"0"0"-264"0,0 0 93 0,0 0-64 16,0 0-38-16,0 0 21 15,248-20-11-15,-226 20 10 16,-16 20-6-16,-6 7 9 16,0 10-1-16,0 7-15 15,0 3 1-15,0 10-20 0,0-1 2 16,-6-4-3-16,-16-4 0 16,10-7-9-16,-4-2-7 15,4-3-9-15,6-3 6 16,-7-5 0-16,7-12-21 15,-16 0-25-15,10-4-45 16,-4-4-8-16,10-8-2 16,0 0-55-16,6 0-228 15</inkml:trace>
  <inkml:trace contextRef="#ctx0" brushRef="#br0" timeOffset="-117353.85">16756 16744 497 0,'0'0'197'0,"0"0"-91"0,0 0 37 0,0 0-99 0,0 0-30 15,0 0-14-15,186 0-6 16,-158 0-80-16,-9 0-145 16,-10 0-185-16</inkml:trace>
  <inkml:trace contextRef="#ctx0" brushRef="#br0" timeOffset="-116871.4">17646 16847 556 0,'0'0'108'0,"0"0"-20"0,0 0 57 0,0 0-76 15,0 0-22-15,0 0-23 16,214 0-24-16,-174 0 0 16,-3 0-4-16,-2-11-23 15,-8-1-28-15,-2 4-45 16,-15 3-15-16,-10 5-94 16</inkml:trace>
  <inkml:trace contextRef="#ctx0" brushRef="#br0" timeOffset="-116605.91">17646 16847 721 0,'99'-175'60'0,"-65"170"87"16,7-3-65-16,-1 0-67 0,13 1-4 15,-1-6-11 1,7 1-20-16,-9-4-48 0,-19 8-102 16,-16 0-91-16</inkml:trace>
  <inkml:trace contextRef="#ctx0" brushRef="#br0" timeOffset="-113939.11">18682 16672 424 0,'0'0'402'0,"0"0"-328"0,0 0 12 0,0 0-45 0,0 0-20 16,0 0-19-16,46 0 28 16,-40 0-4-16,13 0-3 15,9 0 21-15,0 0-22 16,-3 0 2-16,2 0-23 0,1 0-1 16,-3 0 0-16,-3 0-15 15,3 0-48-15,-10 0-81 16,4 0-236-16</inkml:trace>
  <inkml:trace contextRef="#ctx0" brushRef="#br0" timeOffset="-112975.3">19308 16603 269 0,'0'0'220'0,"0"0"-157"0,0 0 27 16,0 0-44-16,0 0-20 0,0 0 10 15,115 3 2-15,-94-3 16 16,-2-11-3-16,-13-9 2 16,0-4-40-16,16-1 4 15,-22-3-17-15,0 5-4 16,0 7-13-16,0 3-1 16,0 6 7-16,0 7 11 0,-22 0 10 15,4 0 19-15,-4 0-16 16,3 0 3-16,13 0-14 15,-9 0 1-15,9 15-4 16,-1 1 1-16,-5 4 0 16,6 5 3-16,6-1 2 15,0-4 12-15,0-4-14 16,0-4-2-16,0-8-1 16,0 0 1-16,0 0-1 15,6-4 0-15,19 0 0 16,3 0 1-16,6 0-4 15,-16 0 3-15,10 0-8 16,0-4 3-16,-9-16 3 16,-13 8-1-16,6 4 3 15,4 4 0-15,-16 4 0 16,6 0 14-16,-6 0-6 16,0 0 29-16,0 0-17 0,0 4 7 15,6 8-21-15,7 0 0 16,-13 4-5-16,21 4-1 15,-21 1 1-15,13 2 3 16,-7 1-1-16,-6 1-2 16,0-2 13-16,0 1-8 15,0 1 11-15,0-6-15 16,0 1 1-16,0-7 3 16,0-1-5-16,0-1 8 15,0-3 1-15,-19 9 18 16,-2-1-20-16,-10 0 4 0,-10-1-5 15,-5-2-14-15,-1-1 1 16,-2-1-12-16,8 6-2 16,4-1-24-16,16 0-17 15,8-4-46-15,-2-4-131 16,2-3-520-16</inkml:trace>
  <inkml:trace contextRef="#ctx0" brushRef="#br0" timeOffset="-110410.46">14114 14830 250 0,'0'0'83'0,"0"0"-68"0,0 0 14 0,0 0-29 16,0 0-55-16,0 0 26 16,16 0 6-16,-10 0-24 15,0 0 47-15,-6 0 11 16,6 0 19-16,-6 0 7 16,0 0 17-16,0 0-9 15,0 0-3-15,0 0 3 16,0 0-27-16,0 0 14 15,0 0-1-15,0 0-13 0,0 0-18 16,0 0 4-16,0 0-2 16,0 0-1-16,0 0 3 15,0 0 3-15,0 0 21 16,0 0-19-16,0 0 7 16,0 0-12-16,0 0-4 15,0 0-5-15,0 0-6 16,0 0 9-16,0 0 2 15,0 0 7-15,0 0 2 16,0 0 6-16,0 0-10 16,0 0 14-16,0 0-16 0,0 0-1 15,0 0 1-15,0 0 6 16,0 0 18-16,0 0-27 16,0 0 11-16,0 0-10 15,0 0 19-15,0 0-17 16,0 0 18-16,0 0-10 15,13-4-1-15,2 1 11 16,4-5 28-16,3 8-1 16,2-5-7-16,4 2 9 15,13-2-18-15,-1-3-5 16,-6 4-12-16,6-4-3 16,-9 0-11-16,10 4 1 15,-13 0-4-15,12 0 4 16,-6 4-2-16,-3-4 3 0,-3-3-6 15,6 7-3-15,-15-5-39 16,-4-3-56-16,-15 4-172 16</inkml:trace>
  <inkml:trace contextRef="#ctx0" brushRef="#br0" timeOffset="-108910.22">16220 14698 146 0,'0'0'256'0,"0"0"-209"0,0 0 46 0,0 0-31 15,0 0 23-15,0 0 3 16,0 0 5-16,0 0-41 15,0 0-12-15,0 0-9 16,0 4-2-16,0-4 20 16,0 0-18-16,0 5 9 15,0-2-27-15,34-3 18 16,6 8-12-16,7-8 8 16,-1 0-11-16,-6 0-12 15,1 0 1-15,-20 0-5 16,-8 0 0-16,-1 0-14 0,-12 0 8 15,0 0-51-15,0 0-22 16,0 0-207-16,-31 0-522 16</inkml:trace>
  <inkml:trace contextRef="#ctx0" brushRef="#br0" timeOffset="-105295.26">13900 11085 370 0,'0'0'114'0,"0"0"-60"0,0 0 39 0,0 0-17 15,0 0-30-15,0 0 11 0,-12 16-14 16,12-16-1-16,0 0-13 16,0 0 17-16,-6 0-10 15,6 3-13-15,-6 5-9 16,-1-3-7-16,-2-1 22 16,3-1-8-16,6-3 19 15,0 0-21-15,0 0 12 16,0 0-19-16,0 0 1 15,0 0 0-15,0 0 3 16,0 0-16-16,0 0-14 16,6-7 14-16,22-25 0 15,25 4 13-15,-7-8-8 16,4-5-5-16,-4 1-24 0,-15 0-12 16,3 8-15-16,-12 11-15 15,-16 10-13-15,-6 11-51 16,0-4-3-16,0 4-20 15,0 0-142-15</inkml:trace>
  <inkml:trace contextRef="#ctx0" brushRef="#br0" timeOffset="-105133.9">13900 11085 655 0</inkml:trace>
  <inkml:trace contextRef="#ctx0" brushRef="#br0" timeOffset="-105031.72">13900 11085 655 0,'-86'-157'100'0,"132"209"-83"0,35 5 77 16,5 7 66-16,1 0-158 15,-40-20 3-15,-13-8 0 16,-6-3-10-16,0-2 5 15,-16-7-41-15,-6-4-65 16,7-8-38-16,-13-4-79 16</inkml:trace>
  <inkml:trace contextRef="#ctx0" brushRef="#br0" timeOffset="-104216.05">14812 11265 36 0,'0'0'221'0,"0"0"-217"0,0 0-4 0,0 0 0 0,0-97 4 15,0 97 7-15,-22 0 72 16,4 0-13-16,-10 0 92 15,0 0-63-15,-3 8-55 16,-3 5 12-16,6 7 34 16,3 0-26-16,-3 4-15 15,9 1-49-15,4 6-2 0,3 2-40 16,-1-2-40-16,-2 1-72 16,8-7-57-16,1-13-98 15</inkml:trace>
  <inkml:trace contextRef="#ctx0" brushRef="#br0" timeOffset="-103583.44">15138 11109 591 0,'0'0'193'0,"0"0"-178"0,0 0 86 16,0 0-23-16,0 0-52 0,0 0 0 16,254 76-20-16,-214-72 4 15,-12 8-7-15,-3-9-6 16,-3-3 1-16,-16 0-29 16,-6 0-32-16,0 0-101 15,0 0-119-15</inkml:trace>
  <inkml:trace contextRef="#ctx0" brushRef="#br0" timeOffset="-103379.21">15138 11109 18 0,'173'-13'870'0,"-151"18"-867"0,3-5 46 15,21 0 13-15,-6 0-21 16,1 0-40-16,-7 0-1 16,-6 0-2-16,-10 0-27 15,-5 0-49-15,2 0-138 16,-15 0-310-16</inkml:trace>
  <inkml:trace contextRef="#ctx0" brushRef="#br0" timeOffset="-102916.44">15981 11044 908 0,'0'0'109'0,"0"0"-45"0,0 0 0 0,0 0-49 0,0 0 3 0,0 0-17 15,161 37-2 1,-130-33-9-16,-3 4-24 0,-9 0-62 15,2 0-140-15,-14-8-263 16</inkml:trace>
  <inkml:trace contextRef="#ctx0" brushRef="#br0" timeOffset="-102434.2">16582 10892 616 0,'0'0'40'0,"0"0"12"0,0 0 48 16,0 0-63-16,0 0-23 15,0 0-8-15,261-16-6 16,-255 32-2-16,-6 24 2 16,0 4 21-16,-6 1 2 15,-41 15 2-15,1-17-3 16,-1 9 18-16,19-16-8 0,10 0-25 15,2-6-3-15,16-7 3 16,0-7-12-16,0 0 10 16,7-7-10-16,33-9 8 15,-6 0-3-15,12 0 4 16,-5 0-1-16,5 0-3 16,-12 0-3-16,7 0 2 15,-7 0-40-15,-16 0-55 16,-2 0-61-16,-16 0-11 15,0 0-71-15</inkml:trace>
  <inkml:trace contextRef="#ctx0" brushRef="#br0" timeOffset="-101584.56">13755 12100 377 0,'0'0'107'0,"0"0"-40"0,0 0 32 0,0 0-36 0,0 0-15 0,0 0 1 0,0 0-16 16,0 3 1-16,0-3 1 16,0 5 1-16,0-5-14 15,0 0 0-15,0 0-6 16,0 0 17-16,0 0-4 16,0 0 1-16,0 0 1 15,0 0-8-15,0 0 9 16,12-13-12-16,28-15 25 15,1-4-37-15,-1 0 6 16,13 4-14-16,-7-4 0 16,-6-1-10-16,-5 5-22 15,-8-3 8-15,-14 18-22 0,-7 1-11 16,0 9-69 0,-6-2-25-16,0 5 67 0,0 0-26 15,-6 0-194-15</inkml:trace>
  <inkml:trace contextRef="#ctx0" brushRef="#br0" timeOffset="-101301.13">13742 11810 387 0,'0'0'199'0,"0"0"-86"0,0 0 28 0,0 0-28 0,0 0-55 16,0 0-30-16,205 169-21 16,-165-141-7-16,-6-4 0 15,7-4-4-15,-20-12-22 16,4 4-15-16,-3-8-108 15,-10-4-16-15,-6 0-102 16</inkml:trace>
  <inkml:trace contextRef="#ctx0" brushRef="#br0" timeOffset="-100851.89">14409 11890 386 0,'0'0'106'15,"0"0"-86"-15,0 0 50 0,0 0-49 16,0 0-18-16,0 0-3 16,62 0-1-16,-62 8-27 15,0 17 28-15,0 6 12 16,0 22-1-16,-22-1-7 16,-18 8 30-16,15-4 57 15,-3-15-17-15,22-13-17 16,6-12-42-16,0-9 3 15,0-2-12-15,19-5 17 16,36 0-9-16,10 0 0 16,10 0-6-16,-16 0-7 0,9-12-1 15,-15-9-18-15,-13 6-57 16,-6-1-55-16,-15 8-92 16,-13 3-239-1</inkml:trace>
  <inkml:trace contextRef="#ctx0" brushRef="#br0" timeOffset="-100368.08">15240 12136 683 0,'0'0'61'0,"0"0"-56"0,0 0 62 0,0 0-34 0,0 0-14 16,0 0-19-16,180 3 0 16,-168 2-40-16,0-5 0 15,-2 0-27-15,-10 0-70 16,0 0-185-16</inkml:trace>
  <inkml:trace contextRef="#ctx0" brushRef="#br0" timeOffset="-100169.36">15240 12136 537 0,'0'-133'279'16,"18"133"-276"-16,10 0 82 15,3 0-22-15,10 0-38 16,-7 0-25-16,6-8-2 15,-12 0-108-15,-3 0-106 16,-10 0-242-16</inkml:trace>
  <inkml:trace contextRef="#ctx0" brushRef="#br0" timeOffset="-99768.28">15981 12067 814 0,'0'0'54'15,"0"0"7"-15,0 0 13 16,0 0 1-16,0 0-53 15,0 0-5-15,260 33-17 16,-219-30-5-16,-17-3-19 16,-8 0-49-16,3 0-68 15,-13 0-179-15</inkml:trace>
  <inkml:trace contextRef="#ctx0" brushRef="#br0" timeOffset="-99303.74">16635 11802 275 0,'0'0'209'16,"0"0"-130"-16,0 0 25 16,0 0-24-16,0 0-29 15,0 0 8-15,254 8-1 16,-201-8-33-16,-19 0-7 16,-12 0-15-16,-10 8 11 15,1 0-8-15,-7 4 14 16,-6-4-19-16,6 8 16 15,-6 12-14-15,0 21 16 16,0-1-6-16,0 8-3 16,0-12-10-16,0 0-10 0,-12 0 8 15,-1-3-7-15,1-2 1 16,-10-3-8-16,10-3 3 16,-10-5-16-16,16-8 8 15,0-4-18-15,-7-4-9 16,4 0 38-16,3-3-19 15,-7-9-42-15,1 0-106 16</inkml:trace>
  <inkml:trace contextRef="#ctx0" brushRef="#br0" timeOffset="-98999.74">16942 12147 293 0,'0'0'329'0,"0"0"-189"0,0 0 67 0,0 0-98 15,0 0-44-15,0 0-52 16,208 0-13-16,-174 0-3 16,6 0-27-16,-15 0-54 15,-3 0-96-15,-22 0-221 0</inkml:trace>
  <inkml:trace contextRef="#ctx0" brushRef="#br0" timeOffset="-97372.04">16300 10199 244 0,'0'0'437'0,"0"0"-337"0,0 0 24 0,0 0-18 15,0 0-32-15,0 0-19 16,0 0-22-16,0 0-9 16,-12 0-8-16,-16 0 12 15,3 0-23-15,-15 0 12 16,0 0-14-16,-13-9-1 0,-15 5-2 15,-7-4 0-15,-5 1 0 16,-20 2 4-16,7 1-8 16,-15-4 14-16,9 8-19 15,-1-4 12-15,-2 4-5 16,-10 0 2-16,-2-4-3 16,2 4-6-16,-9 0 8 15,6 0-6-15,1 0 6 16,2 0-4-16,4 8 10 15,2 12-12-15,-9-8 10 16,10-8-3-16,-4 13 0 16,10-6-13-16,6 9 10 15,-3 13-24-15,25 3 19 0,-10 11-10 16,-6 6 17-16,7-1-8 16,5 0 9-16,4 4-2 15,9-8 2-15,22 1 0 16,-1-2-6-16,29 2-1 15,0 10 7-15,5 10-3 16,7 0 3-16,-9-5-3 16,9 8 3-16,0-4-2 15,0 0 2-15,0-4 0 16,0 1-3-16,0-1 8 16,40 8-8-16,29 3 7 15,-11 6-1-15,11 7-3 0,5 0 0 16,-27 1-6-1,18-1-8-15,-19-4-1 0,16-4-8 16,-3-8 10-16,16-7-8 16,11-5 20-16,1-12-2 15,12-3 0-15,10-14-14 16,9-7 6-16,3 1-10 16,12-10 12-16,3 14 8 15,4-9 1-15,-7 8-5 16,1 0 7-16,-20-4-4 15,-8 12-9-15,-7-16 1 16,-3-4-6-16,-9-12 8 16,0 4 7-16,6-8 2 0,0 0-2 15,6 0 6-15,3 0-6 16,-2 0 2-16,-14 0-2 16,-5 0-6-16,0 0-44 15,-7 0-24-15,-9-20 3 16,3-16 4-16,-9 0-5 15,10-5 50-15,-17 10 23 16,7-2 8-16,3-6 8 16,-3-2 14-16,0-7-11 15,3 4-3-15,-9-5-16 16,-13-2-10-16,13-9-2 16,-19-1-38-16,0-6 37 0,0 2 13 15,-15-3 3 1,2 0 7-16,-8 4 30 0,5-5 11 15,4 5 1-15,-9 8-13 16,14-1-20-16,-8 6-4 16,3-1-15-16,-16 0-15 15,0 4 12-15,-6-4 3 16,0-1 0-16,0 1 5 16,-18 4 13-16,-17 4 13 15,8 8 29-15,-8 8-21 16,17 4 2-16,-10 4-15 15,9-5-18-15,-9-2-8 16,-6-9-13-16,-6-9-12 16,-19 1 7-16,6-5-4 15,1 13 22-15,-17 5 16 0,1 6 9 16,15 9 13-16,-12-7-25 16,3-2 4-1,-9-2-17-15,-10-9-23 0,1-5-16 16,-13 9 23-16,-10 0 2 15,10 7 6-15,13 10 8 16,9 11 19-16,2 4 27 16,17 0-46-16,-10 0-27 15,15 0-97-15,7-12-111 16</inkml:trace>
  <inkml:trace contextRef="#ctx0" brushRef="#br0" timeOffset="-39986.06">20561 12167 171 0,'0'0'152'0,"0"0"-69"0,0 0-8 0,0 0-31 0,0 0-3 16,0 0 10-16,0 0-8 16,0 0 8-16,0 5-12 15,0-5 27-15,0 3-5 16,0 2 5-16,0-2-47 15,0-3 24-15,0 8-24 0,0 4-19 16,-16 1 3-16,4 7 6 16,-1-1-4-16,4-2-3 15,-3 2 8-15,12-2-9 16,0-6 5-16,0-2-6 16,0-1-5-16,0 0-1 15,0-5-13-15,0-3 17 16,34 5 4-16,6-5 8 15,0 0-10-15,13 0 18 16,-6-5-14-16,-1-34 17 16,7-22-5-16,-13-11 7 15,16-3-16-15,-31-6-2 16,9 13-7-16,-22 7 11 0,-12 6-16 16,0 2 7-16,0 9-1 15,-18 4-6-15,-35 16 5 16,-3 12-4-16,3 12-6 15,-6 0-1-15,19 45 4 16,-13 30 3-16,-2 17 12 16,-4 5-12-16,6-13 2 15,25-20-50-15,16-16-29 16,12-12-22-16,0-15-79 16,0-9-231-16</inkml:trace>
  <inkml:trace contextRef="#ctx0" brushRef="#br0" timeOffset="-39354.22">21342 12159 335 0,'0'0'258'0,"0"0"-216"0,0 0 39 0,0 0-19 16,0 0 30-16,0 0-6 16,25 0-32-16,-4 0-8 15,14 0-14-15,-4 0-1 16,3-4-27-16,0-4 4 15,6 0-2-15,7-12-12 16,-7 12 5-16,6-3-11 16,-5-2-49-16,-7 1 20 0,-16 4-1 15,-5 0-26-15,-13 0-21 16,0 0-27-16,0 0 24 16,0 8-178-16</inkml:trace>
  <inkml:trace contextRef="#ctx0" brushRef="#br0" timeOffset="-39152.58">21342 12159 307 0</inkml:trace>
  <inkml:trace contextRef="#ctx0" brushRef="#br0" timeOffset="-39037.19">21342 12159 307 0,'112'-236'201'16,"-78"236"-78"-16,18 0-19 0,4 0-9 15,3-8-94-15,-12-4-1 16,-7-1-6-16,-6 2-13 15,-9-6-2-15,-10 6-105 16,-15-2-210-16</inkml:trace>
  <inkml:trace contextRef="#ctx0" brushRef="#br0" timeOffset="-37039.6">22257 12529 634 0,'0'0'105'0,"0"0"-44"0,0 0 35 0,0 0-72 0,0 0 39 15,12-25 38-15,22 1-32 16,7-16-34-16,-1 0 26 16,0-8-33-16,13-4 3 0,-7-17-8 15,16-3-12-15,-3 0-2 16,-6 4-5-16,-7 11-8 16,-11 10 0-16,-14 22 1 15,-2 2-26-15,-13 7 7 16,-6 11-8-16,0 2-5 15,0-5-5-15,0-1-47 16,0 6-65-16,-6 3-141 16</inkml:trace>
  <inkml:trace contextRef="#ctx0" brushRef="#br0" timeOffset="-36687.47">22371 11951 645 0,'0'0'94'0,"0"0"53"16,0 0-45-16,0 0-75 16,273 224 8-16,-198-175-2 15,-10-1-21-15,3-9 1 0,-9 5-4 16,-13-8-9-16,10-3 2 16,-9-5-5-16,-7-4-14 15,-15 1-6-15,-3-10-30 16,-16-2-70-16,-6-5-111 15,0-8-333-15</inkml:trace>
  <inkml:trace contextRef="#ctx0" brushRef="#br0" timeOffset="-35907.17">23038 11353 565 0,'0'0'44'0,"0"0"31"0,0 0-9 0,0 0-44 0,0 0 15 16,0 0 50-16,62 0-8 15,-31 0-26-15,9 0 20 16,-6 0-51-16,7 0 6 16,-7 0-28-16,0 5-1 15,-22 31 1-15,-5 7 0 16,-7 6 2-16,0 7 7 15,0-4-3-15,0-4-2 16,-19-8-1-16,13-4 4 0,-16-16-9 16,22-4 2-1,0-12-4-15,0-4-11 16,0 0 5-16,34 0 6 0,25 0 8 16,3-12 11-16,3-12-12 15,3 9-3-15,-21 2-4 16,-1 9-7-16,-11-4-24 15,-11 8-37-15,-17 0-49 16,-7 0-217-16</inkml:trace>
  <inkml:trace contextRef="#ctx0" brushRef="#br0" timeOffset="-33276.31">23916 12304 597 0,'0'0'156'0,"0"0"-43"0,0 0-28 0,0 0-58 0,0 0-18 15,0 0 9-15,0 7 27 16,40 6 6-16,0-5 12 16,7-4-34-16,12-4 24 15,-7 0-38-15,17 0 9 16,-11 0-21-16,-5 0-6 15,-3 0 2-15,-10 0-23 16,-9-8-7-16,-9-9-37 16,-22 2-56-16,0 10-223 15</inkml:trace>
  <inkml:trace contextRef="#ctx0" brushRef="#br0" timeOffset="-32593.61">25050 12709 504 0,'0'0'172'0,"0"0"-103"0,0 0 9 0,0 0-35 16,0 0 10-16,0 0 8 15,81-36 33-15,-34-8-30 16,15 3-21-16,3-7-7 15,3-4-4-15,-9 0-14 16,-7 4-15-16,-5 4-3 16,-13 4-3-16,-6 3 0 15,-9 6-25-15,2-2 3 0,-14 5-23 16,5 4-45-16,-6 4-38 16,-6 8-98-16,0 12-107 15</inkml:trace>
  <inkml:trace contextRef="#ctx0" brushRef="#br0" timeOffset="-32276.29">25373 12128 600 0,'0'0'122'15,"0"0"-12"-15,0 0 4 16,0 0-86-16,205 244-3 16,-143-195-17-16,-10-6 7 15,1 5-13-15,9 0 7 16,-22-4 31-16,7-3-29 15,-22-13-11-15,2 0-15 16,-20-17-23-16,-7-11-127 16,0 0-190-16</inkml:trace>
  <inkml:trace contextRef="#ctx0" brushRef="#br0" timeOffset="-29961.94">26715 12476 536 0,'0'0'224'0,"0"0"-167"0,0 0-3 0,0 0-32 16,0 0-15-16,0 0 36 15,47 0 20-15,-7 0-11 16,7 0 26-16,6 0-22 0,-7 4-11 16,10-4-25-1,3 0-7-15,0 0-12 0,-4 0-1 16,-8 0-5 0,-1 0-36-16,1 0 3 0,-19-20-82 15,-3-4-156 1</inkml:trace>
  <inkml:trace contextRef="#ctx0" brushRef="#br0" timeOffset="-29246.32">28294 11954 550 0,'0'0'126'0,"0"0"-47"0,0 0-21 0,0 0-38 0,0 0 41 16,0 0 0-16,-16 0-8 15,16 0-31-15,-6 0 34 16,-6 0-19-16,-16 8-2 15,15 9-25-15,-15-1 7 16,-3 17 11-16,-3-2-25 16,0 10 16-16,6 3-16 15,10-5-6-15,11 2 12 16,1 2-18-16,6-2 3 16,0-5 3-16,0 8 0 15,0-4 2-15,25-4-4 0,9 12 2 16,13-16-2-1,5 8 0-15,10-15-1 16,4-5-5-16,-4-9 10 0,-10-11-11 16,-11 0 2-16,-7 0-3 15,-10-11 6-15,-17-25 3 16,-7-5 8-16,0 5-8 16,0 0 5-16,0 8-7 15,-31 12-13-15,-10 12 17 16,-5 4 3-16,-10 0-1 15,-9 32 0-15,-16 20 5 16,1 0 0-16,5-3-3 16,29-9-4-16,21-16-35 15,25-4-50-15,0-12-199 0,0-8-235 16</inkml:trace>
  <inkml:trace contextRef="#ctx0" brushRef="#br0" timeOffset="-26481.1">21956 12501 341 0,'0'0'74'0,"0"0"-53"0,0 0 44 0,0 0-7 16,0 0-46-16,0 0 14 15,0 0 3-15,0 0-6 0,0 0 32 16,0 0 13-1,0 0 12-15,0 0-20 0,0 0-17 16,0 0-22-16,0 0 9 16,0 0-17-16,0 0 1 15,0 0-11-15,0 0 4 16,0 0 20-16,0 0-16 16,0 0 24-16,0 0-25 15,0-21 4-15,0-19-10 16,0-17 10-16,12-15-1 15,10-8-1-15,18-7 5 16,-15-6-15-16,3-7-4 16,-16 0 8-16,10 11-12 15,-9 9 8-15,-7 12-4 16,0 8 2-16,3 11-2 0,-9 13 2 16,13 9-6-16,-7 15-7 15,-6-1-12-15,6 13 24 16,-6 0-35-16,0 0-10 15,0 0-6-15,0 5 37 16,0 31 15-16,0 11 11 16,-6 14 50-16,-22-9-41 15,-3 4-18-15,3-8-2 16,-12 1-34-16,21-10-62 16,4-6-120-16,8-14-239 15</inkml:trace>
  <inkml:trace contextRef="#ctx0" brushRef="#br0" timeOffset="-21869.45">25317 11602 91 0,'0'0'255'0,"0"0"-254"0,0 0 7 0,0 0 20 16,0 0-1-1,0 0 53-15,0 0 36 0,0 0-34 16,0 0-37-16,0 0 10 15,0 0-24-15,0 0 4 16,0 0-8-16,0 0 7 16,0 0 0-16,0-8 0 15,0-4 5-15,0-4-11 16,9-12 5-16,29-5-14 16,-4-3 13-16,28-3-21 0,-16-10 7 15,13 5-15 1,-12 8 1-16,-1 0-4 0,1 8-2 15,-7-5-2-15,0-6-10 16,16-2 14-16,-19 2-37 16,13 14-13-16,-32 9-44 15,-11 12-75-15,-7 4-51 16,0 0-143-16</inkml:trace>
  <inkml:trace contextRef="#ctx0" brushRef="#br0" timeOffset="-21385.71">25292 11497 387 0,'0'0'104'0,"0"0"-56"0,0 0-7 0,0 0-38 0,0 0 18 0,0 0 32 0,53 0 18 16,-19 0 1-16,0 0 24 16,-9 0-20-16,3 0-47 15,-3 0 0-15,-10 0-28 16,10 0 23-16,-25 0-24 15,16 0 0-15,-10 0-17 16,-6 5-9-16,6-2-18 16,-6 6-34-16,0-1-44 0,0-5-59 15,0-3-191 1</inkml:trace>
  <inkml:trace contextRef="#ctx0" brushRef="#br0" timeOffset="-21207.35">25292 11497 145 0</inkml:trace>
  <inkml:trace contextRef="#ctx0" brushRef="#br0" timeOffset="-20968.25">25292 11497 145 0,'34'5'210'0,"-68"26"-137"0,13 2 65 16,2-5 41-16,7-8-158 15,12-16-6-15,0-4 4 16,0 0 22-16,0 0-13 16,0 0-4-16,0 0 8 15,0 0-20-15,0 0 15 16,31 0 4-16,3 0 15 15,6 0-14-15,6-13 4 16,-5 2-20-16,-1-1-13 16,-6-9-3-16,-9 10-2 15,9-6 0-15,-21 6-13 0,14 3 7 16,-20-1-35-16,8 9 3 16,-9 0-46-16,1 0-81 15,-7 0-79-15</inkml:trace>
  <inkml:trace contextRef="#ctx0" brushRef="#br0" timeOffset="-19852.79">26433 10921 507 0,'0'0'90'0,"0"0"-49"0,0 0 6 16,0 0-40-16,16-5 22 15,-16 5 25-15,0 0 19 16,0 0 4-16,0 0-20 16,0 0-8-16,0-4-26 0,0 4-1 15,0-4-14-15,0 0 5 16,0 0 1-16,0 4 16 16,0 0-22-16,-22 0 5 15,-3 0-4-15,-9 0-5 16,-6 4 7-16,6 16-6 15,0 0 6-15,-7 0-8 16,17 1 9-16,8 2-5 16,-9 9-14-16,13 1 7 15,3-2-6-15,2 2 0 16,7-9-8-16,0-4 10 16,0 0-2-16,0-9 5 15,0-2-21-15,7-5 8 16,33-4-8-16,0 0 8 0,7 0 5 15,8 4-17-15,-14-4 12 16,-4 0-15-16,3 8 23 16,-12-8-12-16,6 0 14 15,-9 0-3-15,-9 0 6 16,2 0-15-16,-2 0 8 16,-4 0 0-16,-12 0 6 15,0 8-1-15,0 0-4 16,0 4 5-16,0 1 4 15,0 10 35-15,0-7-20 16,-40 9-15-16,6-2 11 16,0-7-1-16,-13 8-12 15,1-7-4-15,5 3-8 16,1-9-31-16,6 2-79 0,9-10-201 16</inkml:trace>
  <inkml:trace contextRef="#ctx0" brushRef="#br0" timeOffset="-15389.5">27345 11658 194 0,'0'0'284'0,"0"0"-235"0,0 0 7 0,0 0 6 15,0 0-11-15,0 0-14 16,0-8-17-16,0 8-15 15,0 0 30-15,0 0 12 16,0 0 17-16,0 0-43 16,0 0-8-16,0 0 2 15,0 0-7-15,0-4 19 16,0-7-2-16,0 2-5 16,0-3-16-16,0-8 17 15,0-5-13-15,0 10-5 0,25-6 5 16,9-7-16-16,0 12 10 15,19-7-2-15,-1-6 0 16,10-3 2-16,3-8 5 16,10 12-1-16,-10-8 7 15,22 13-11-15,-7 6 1 16,1 9 0-16,-13 8-3 16,4 8-1-16,2 32 1 15,7 12 20-15,12-4-18 16,9-7 4-16,3-2 0 15,-5-15-12-15,-4-4 5 16,-25-3 0-16,-24-5-5 16,-20-5-14-16,1 1-44 15,-21-8-119-15,-7 0-305 0</inkml:trace>
  <inkml:trace contextRef="#ctx0" brushRef="#br0" timeOffset="-14141.86">28393 10346 363 0,'0'0'284'0,"0"0"-186"0,0 0 16 0,0 0-43 16,0 0-36-16,0 0-6 15,0 85-13-15,0-57 3 16,0 0 11-16,0 8 18 15,0-8-33-15,0-4 3 16,0 9-14-16,-28-2 2 16,9-6 3-16,-8 6-7 15,8-7-1-15,7-15 0 16,2-1-1-16,10-8-2 16,0 0 0-16,0 0-24 15,0-8 16-15,0-20 10 16,0-13 6-16,16-7-3 0,24-4-5 15,7-4 3-15,-7 0-1 16,6 4 0-16,-5 8 1 16,-10 0-7-16,-3 11 4 15,-7 2-2-15,4-10 1 16,9 1-3-16,13 0 4 16,-7 4-19-16,0 0 10 15,-6 24-11-15,-15-1 7 16,3 13-1-16,-4 0 16 15,4 0-1-15,3 17 1 16,3 7 1-16,-3 7 0 16,2-6 2-16,8-1 1 15,-23-4-8-15,0 0 3 16,-12 4-2-16,0 4 6 0,0 8 13 16,-24 5 17-16,-45 3-14 15,4 0 4-15,-15-8-13 16,-1-4-2-16,-12-4-3 15,0-16-10-15,19-4-19 16,5-8-38-16,23 0 25 16,27 0 5-16,13-12-288 15</inkml:trace>
  <inkml:trace contextRef="#ctx0" brushRef="#br0" timeOffset="-12690.44">22192 14305 331 0,'0'0'197'0,"0"0"-147"0,0 0 0 0,0 0-4 0,0 0 30 16,0 0 9-16,192-268 19 15,-146 203-57-15,7 9-9 16,-6 8 9-16,-7 12-23 16,-12 0-8-16,12 4-11 15,-6-1-7-15,-9 5 7 16,3 0-9-16,-10 4 4 16,-2 12-14-16,-4 0-51 0,-12 12 15 15,0 0-36-15,0 0-68 16,0 9-103-16</inkml:trace>
  <inkml:trace contextRef="#ctx0" brushRef="#br0" timeOffset="-12443.25">22371 13767 703 0,'0'0'90'0,"0"0"31"15,0 0-36-15,307 262-42 16,-226-203-15-16,-16-2-1 16,-9-18-10-16,-25-14-16 15,3-14-2-15,-12-6-25 16,-10-5-44-16,-6 0-168 15,-6-5-107-15</inkml:trace>
  <inkml:trace contextRef="#ctx0" brushRef="#br0" timeOffset="-11892.68">23100 14450 582 0,'0'0'96'0,"0"0"-12"0,0 0 19 0,0 0-74 0,0 0-13 15,0 0-3-15,0-189 51 16,12 121-10-16,-12 4-9 16,0 3-13-16,0 9-26 15,0 8-6-15,7 16 9 0,-7 8-13 16,0 20 12-16,0 0-15 16,0 0 18-16,0 0 0 15,0 0 3-15,0 36 0 16,-19 5-14-16,-21 6-2 15,-1-2-22-15,14-6-71 16,8-6-52-16,13-5-94 16,6-4-110-16</inkml:trace>
  <inkml:trace contextRef="#ctx0" brushRef="#br0" timeOffset="-11260.13">23881 14165 764 0,'0'0'190'0,"0"0"-71"0,0 0-44 0,0 0-34 15,0 0-18-15,41-257 6 16,-41 209-24-16,12 7-7 15,-12 10 2-15,6-2-4 16,-6 17-21-16,0 4-4 16,0 1-22-16,0 6-52 15,0 5-97-15,-6 0-137 0</inkml:trace>
  <inkml:trace contextRef="#ctx0" brushRef="#br0" timeOffset="-11028.04">23646 13883 309 0,'0'0'420'16,"0"0"-381"-16,0 0 132 15,0 0-97-15,0 0-35 0,375 21-27 16,-313-21 2-16,3 4-14 15,-12-4-10-15,-19 0-31 16,6 0-15-16,-6 0-130 16,-21 0-188-16</inkml:trace>
  <inkml:trace contextRef="#ctx0" brushRef="#br0" timeOffset="-10561.25">24889 14220 854 0,'0'0'110'0,"0"0"-81"0,0 0 23 0,0 0 7 0,0 0-38 16,301-252 18-16,-239 192-34 15,-3 7 2-15,-19 2-5 16,7 11-1-16,5 0-1 16,-18 7-26-16,-12 9-25 15,-3 4-47-15,-19 0-47 16,0 16-102-16,0 0-253 15</inkml:trace>
  <inkml:trace contextRef="#ctx0" brushRef="#br0" timeOffset="-10329.41">24998 13716 602 0,'0'0'193'0,"0"0"-143"16,0 0 84-16,0 0-74 16,0 0-12-16,341 228-15 15,-282-179-18-15,-7-5-12 16,-2-1-1-16,-19 1-4 16,-3-3-17-16,-9-9-31 15,-19-4-62-15,0-13-123 0,0 2-417 16</inkml:trace>
  <inkml:trace contextRef="#ctx0" brushRef="#br0" timeOffset="-9829.9">25878 14120 422 0,'0'0'207'15,"0"0"-109"-15,0 0 52 16,0 0-74-16,0 0-30 16,0 0-22-16,208-36-17 15,-192 45 0-15,-4 22 2 16,-6 18 22-16,-6 11-5 16,0 12-6-16,0-8-17 15,-34-8 14-15,9-23 20 16,25-22 12-16,0-6-34 15,0-5-15-15,0 0-11 16,0 0-6-16,59 0 17 0,16-16 15 16,11-9 0-16,-5 9-10 15,-16 8 3-15,-31 4-8 16,0 4 0-16,-21 0-24 16,-13 0-6-16,12 0-30 15,-12-4-75-15,0-3-147 16</inkml:trace>
  <inkml:trace contextRef="#ctx0" brushRef="#br0" timeOffset="-7496.43">27115 14117 357 0,'0'0'190'0,"0"0"-83"0,0 0-50 0,0 0-10 0,0 0-32 15,0 0 29-15,0 0 25 0,0 0-1 16,0 0 13-16,0 0 1 16,0 0-32-16,0 0-41 15,7 0 23-15,-7 0-25 16,0 0 11-16,0 0-16 16,15 0 8-16,-9 0-5 15,13 0-3-15,15 0 10 16,-6 0-9-16,18 7 2 15,1-7-1-15,-7 5-8 16,-6-5 1-16,-3 0-8 0,-15 0-13 16,3 0-24-1,-4 0-5-15,-9 0-67 16,-6 0-96-16,0-12-255 16</inkml:trace>
  <inkml:trace contextRef="#ctx0" brushRef="#br0" timeOffset="-7319.81">27115 14117 53 0</inkml:trace>
  <inkml:trace contextRef="#ctx0" brushRef="#br0" timeOffset="-7197.4">27115 14117 53 0,'22'-209'639'0,"-16"209"-576"0,13 0-9 0,3 16 62 15,12-8-108-15,-22 0 3 16,16-8-2-16,-3 0-7 16,15 0-2-16,-6 0-17 15,-9 0-75-15,3 0-71 16,-6 0-182-16</inkml:trace>
  <inkml:trace contextRef="#ctx0" brushRef="#br0" timeOffset="-6509.68">28185 14458 262 0,'0'0'427'0,"0"0"-354"0,0 0-1 0,0 0-40 0,0-44-4 16,0-1 16-16,0 1 8 15,0-16-15-15,0-4-16 16,0 0 9-16,0 0-2 16,0 15-2-16,0 9-25 15,0 16 24-15,0-4-5 16,6 12-17-16,-6 4-3 16,7-1-13-16,2 5 8 15,-9 8-4-15,0 0 1 0,0 0 5 16,0 21 3-16,-9-1 0 15,-10 13 0-15,-9-2-11 16,3-3-27-16,-9 4-32 16,-12-7-147-16,5 3-203 15</inkml:trace>
  <inkml:trace contextRef="#ctx0" brushRef="#br0" timeOffset="-3801.42">24142 5691 143 0,'0'0'408'0,"0"0"-365"0,0 0 15 0,0 0 8 0,0 0-29 16,0 0 2-16,0 0 28 16,-34 8-15-16,34-8 22 15,0 0-15-15,0 0 1 16,0 0-59-16,0 0 8 16,0-8 0-16,0-25-9 0,40-11 1 15,13-20 7 1,21-12-16-16,7-9 18 0,6 2-18 15,-1-6 15 1,20-3-9-16,-4-4 2 0,4-1-4 16,-4 6-11-16,-15 6-11 15,0 1 16-15,-22-1-33 16,-3 1 24-16,-16 8-6 16,-12 24-11-16,-15 8 34 15,0 15-3-15,2 6-5 16,-8 3-35-16,15 4-49 15,-16 11-57-15,0 2-84 16,-2 3-67-16</inkml:trace>
  <inkml:trace contextRef="#ctx0" brushRef="#br0" timeOffset="-3301.19">24542 4338 398 0,'0'0'120'0,"0"0"-54"0,0 0 38 0,0 0-49 16,0 0-25-16,0 0 6 15,0 29 58-15,0-1-25 16,0 12-8-16,15 9 6 16,10 6-15-16,43 14-35 0,13 11 28 15,6-4-21 1,12 1-3-16,-12-5-10 0,-6-13-10 16,-7-2 3-1,-15-9 2-15,-19-12-10 0,-6-12 4 16,-21-8-17-16,-13-12-35 15,0-4-44-15,0 0-240 16</inkml:trace>
  <inkml:trace contextRef="#ctx0" brushRef="#br0" timeOffset="-1120.49">22278 16074 598 0,'0'0'50'0,"0"0"23"0,0 0-5 0,0 0-18 0,0 0 17 16,0 0 16-16,0 0-23 16,0 0-7-16,0 0-10 15,0-16-22-15,7-17 19 16,24-11-32-16,9-15 22 16,28-18-18-16,0-3 4 15,10-4-15-15,-4 7 1 16,-15 13-2-16,-9 20-6 15,-19 16-3-15,-16 12-11 16,-8 4 9-16,5 12-26 16,-12 0 1-16,0-4-35 0,0 4-33 15,0 0-69-15,-19 0-71 16</inkml:trace>
  <inkml:trace contextRef="#ctx0" brushRef="#br0" timeOffset="-854.21">22244 15427 561 0,'0'0'212'0,"0"0"-155"15,0 0 61 1,0 0-9-16,0 0-49 0,366 226-8 15,-285-178-21-15,-13-1 2 16,-9-2-21-16,-19-9 1 16,-6-9-13-16,-15-6-8 15,-4-9-14-15,-15 0-55 16,0-4-64-16,0 0-177 16</inkml:trace>
  <inkml:trace contextRef="#ctx0" brushRef="#br0" timeOffset="-368.37">23314 16298 309 0,'0'0'318'0,"0"0"-186"0,0 0-49 0,0 0 14 0,0 0 15 15,0 0-33-15,12-257-30 16,-12 202-35-16,0-1 18 16,7 7-26-16,-7 1-2 15,0 8-2-15,0 12-4 16,0 11-6-16,0 9 0 15,0 8 6-15,0 0-12 16,0 0 4-16,0 0-7 0,0 16-3 16,0 25 13-16,-34-1-25 15,9 0-95-15,9-8-153 16,-9 0-236-16</inkml:trace>
  <inkml:trace contextRef="#ctx0" brushRef="#br0" timeOffset="147.19">24269 15717 941 0,'0'0'94'0,"0"0"-35"0,0 0-23 0,0 0-29 0,0 0-3 0,0 0-8 15,0-20 2-15,0 16 2 16,0 4 6-16,0 0-3 16,0 0 16-16,0 0-10 15,0 0 1-15,0 0-10 16,0 0-23-16,0 0-72 16,0 0-137-16,0 0-206 15</inkml:trace>
  <inkml:trace contextRef="#ctx0" brushRef="#br0" timeOffset="645.47">25026 16082 741 0,'0'0'59'0,"0"0"81"0,0 0-63 0,0 0-2 0,266-232-59 0,-194 179 12 16,-4 4-27-16,-16 5-2 16,-5 0-2-16,-7 4-14 15,-12 13-25-15,-22-1-60 16,-6 11-56-16,0 9-144 16</inkml:trace>
  <inkml:trace contextRef="#ctx0" brushRef="#br0" timeOffset="894.8">25184 15496 68 0,'0'0'746'16,"0"0"-651"-16,0 0 58 15,0 0-72-15,195 233-64 16,-155-178-4-16,1-2-3 16,-17-4-10-16,-2-5 1 15,-9-13-2-15,-7-11-30 16,0-7-62-16,-6-10-174 16,0-3-222-16</inkml:trace>
  <inkml:trace contextRef="#ctx0" brushRef="#br0" timeOffset="1378.07">25919 15937 589 0,'0'0'197'0,"0"0"-143"15,0 0 14-15,0 0-35 16,0 0-2-16,0 0-11 15,167 57 11-15,-151-26-8 16,-4 5 29-16,-12 8-8 16,0 1-22-16,0-1 9 15,0 0-13-15,0-16 14 16,-28-12-22-16,28-4 7 16,0-12-17-16,0 0-6 0,0 0-4 15,0 0 5-15,34 0 5 16,19 0 2-16,9 0 14 15,-9 0-15-15,-1 4-2 16,-18 0 1-16,-6 0-12 16,-9-4-31-16,-7 0-17 15,4 9-58-15,-10-6-95 16,-6 2-106-16</inkml:trace>
  <inkml:trace contextRef="#ctx0" brushRef="#br0" timeOffset="1946.24">27057 16082 116 0,'0'0'791'0,"0"0"-685"0,0 0-3 0,0 0-60 16,0 0-12-16,0 0-5 15,105 0 21-15,-71 0-33 0,-6 0-6 16,18 0-7-16,-11-5-1 16,5 2-1-16,-15-5-25 15,-4 0 4-15,-8 0-26 16,-7-4-16-16,-6-4-117 15,0-4-160-15</inkml:trace>
  <inkml:trace contextRef="#ctx0" brushRef="#br0" timeOffset="2144.69">27057 16082 806 0,'24'-249'263'15,"-2"249"-235"-15,12 0 49 16,13 0-37-16,12 0-5 16,-7-4-21-16,-2-12-14 15,-4-4-3-15,-5 0-32 16,-23-5-26-16,-11 10-174 16,-7 7-661-16</inkml:trace>
  <inkml:trace contextRef="#ctx0" brushRef="#br0" timeOffset="4825.74">28033 15973 489 0,'0'0'186'0,"0"0"-155"0,0 0 89 0,0 0-17 0,0 0-58 16,0 0 35-16,0-15-16 15,0 15-9-15,0 0-26 16,0 0 12-16,6 0-28 16,41 0 23-16,6 0-17 15,15-8-13-15,-3-5-2 16,3 1 1-16,-3 0-10 16,-3 0 5-16,-3 0-10 15,-6-4-31-15,3-1-14 16,-10-2-53-16,7 2-225 15,-13 2-432-15</inkml:trace>
  <inkml:trace contextRef="#ctx0" brushRef="#br0" timeOffset="5424.7">29503 15363 525 0,'0'0'194'0,"0"0"-65"0,0 0 41 0,0 0-95 15,0 0-43-15,0 0-6 16,-99 45 6-16,77-26-18 16,3 2 28-16,-2 7-14 15,-4 8 16-15,-3 9-34 16,6 2 4-16,-9 5-14 15,22 1 3-15,-3-6-7 16,5 2-1-16,7-17 5 16,0 4-21-16,0-12 13 0,0 1-17 15,28-10 15 1,3 1-7-16,3-8 3 0,1 4 8 16,-1-12 5-16,0 0-2 15,-3 0 2-15,-3 0-6 16,0-23 14-16,-4-14-7 15,-2-3 3-15,-10 4-6 16,-12 12-4-16,0 8 6 16,0 16 1-16,0 0 7 15,-6 0-7-15,-34 12 0 16,-13 24-2-16,7 8 2 0,5 0-1 16,7-8-1-1,22-8-13-15,12-8-59 0,0-15-201 16,0-5-199-16</inkml:trace>
  <inkml:trace contextRef="#ctx0" brushRef="#br0" timeOffset="36297.99">30706 10471 149 0,'0'0'525'0,"0"0"-489"0,0 0 9 0,0 0 13 0,0 0-26 16,0 0-31-16,0 0 29 0,-28 0 6 15,16 0 30-15,6 0-5 16,-1 0-3-16,-8 0-13 16,15 0-21-16,-6 0 0 15,6 0-3-15,0 0-17 16,0 0-2-16,-7 0 12 16,7 0-13-16,-12 0-1 15,12 0 6-15,0 0-6 16,0 0 2-16,0 0-1 15,0 0 10-15,0 0-9 0,0 0 11 16,0 0-9 0,0 0-4-16,0 0-20 0,0 0 15 15,19-9 5-15,15 1 9 16,6 1-9-16,-6 7 3 16,13-4-9-16,-7 4-18 15,-15 0-17-15,15 0-93 16,-34 0-180-16</inkml:trace>
  <inkml:trace contextRef="#ctx0" brushRef="#br0" timeOffset="37030.65">31360 10146 221 0,'0'0'270'0,"0"0"-209"0,0 0 28 0,0 0-3 0,0 0-19 16,0 0 25-16,0 0-17 15,0 0-10-15,0 0-23 16,0 0 10-16,6 0-21 0,-6 0 0 16,7 0-20-16,-7 0-10 15,9 0 2 1,3 0 0-16,1 0 12 0,21 0-11 15,0 0 0-15,-9 0-3 16,9 0-2-16,-12 8-7 16,-4 12-4-16,-12 8-4 15,-6 16-4-15,0 9 16 16,0 7-3-16,-40-4 0 16,22-9-15-16,-4-10 4 15,16-13 7-15,-7-4 11 16,13-12-1-16,0-8 2 15,0 0 12-15,0 0-12 0,0 0 1 16,0 0 4-16,34 0-6 16,7 0 4-16,-10 0 3 15,3 0-7-15,-6-4-2 16,-4-8-24-16,4 12-41 16,-6 0-62-16,-3-4-111 15,-13 4-200-15</inkml:trace>
  <inkml:trace contextRef="#ctx0" brushRef="#br0" timeOffset="38596.68">32585 9745 505 0,'0'0'159'0,"0"0"-82"0,0 0 26 0,0 0 18 0,0 0-56 16,0 0 16-16,0-3-59 0,0 30 0 15,0 25 1-15,0 13 27 16,-9 10-7-16,-38 14-42 16,-5 11 4-16,-14-4 5 15,4-4-20-15,-12 1-4 16,15-21 4-16,13-4-6 15,11-11-29-15,17-21-17 16,18 0-85-16,0-20-92 16,0-16-218-16</inkml:trace>
  <inkml:trace contextRef="#ctx0" brushRef="#br0" timeOffset="39328.71">33140 9961 468 0,'0'0'407'16,"0"0"-305"-16,0 0 21 0,0 0-71 0,0 0-31 0,0 0-13 15,-9 0-4-15,30 0-4 16,-8 0-4-16,2 0-4 16,-8 0-3-16,-7 36 9 15,0 5 4-15,0 3 8 16,0-4-4-16,0 0-12 16,0-12 5-16,0 4-1 15,0-16 1-15,0-3-13 16,0-10-7-16,12-3-16 15,28 0 4-15,7 0 22 16,-7 0 5-16,0 0 6 16,-15 17-2-16,-15-1-6 0,-10 7 0 15,0 10 8-15,0 3 7 16,-62 3 9-16,3 10-12 16,-28 3 22-16,-6-4-22 15,12-4 31-15,1-8-29 16,21-11-6-16,9-17-23 15,25-8-65-15,25 0-178 16</inkml:trace>
  <inkml:trace contextRef="#ctx0" brushRef="#br0" timeOffset="40794.06">30325 12496 468 0,'0'0'291'0,"0"0"-285"0,0 0 134 16,0 0-44-16,0 0-65 0,0 0 9 16,214-60-30-16,-196 60-10 15,4 0 3-15,-16 0-1 16,-6 24 10-16,0 17 6 16,0 10-17-16,-53 6-2 15,-15 7-2-15,-12 8 3 16,8-20 0-16,10-4 3 15,16-15-4-15,21-14 2 16,9-7 6-16,16-7-7 16,0-5 2-16,35 0 0 15,45 0 0-15,19 0 1 0,-6 0 2 16,4 0 0-16,-26 0-5 16,-9 0 0-16,-16 0-12 15,-21 0-39-15,-9 0-120 16,-16 0-140-16</inkml:trace>
  <inkml:trace contextRef="#ctx0" brushRef="#br0" timeOffset="41527.15">32077 12100 171 0,'0'0'318'0,"0"0"-185"0,0 0 2 0,0 0-26 0,0 0-31 16,0 0-46-16,0 0 11 16,0 0-11-16,0 0 5 15,0 19-8-15,0 26 0 16,-7 7 19-16,-33 12-28 15,-16 11-1-15,-3 10-15 16,-6 4 0-16,3-1 1 16,-3-1-6-16,25-10 1 15,6-13-11-15,0-8-11 0,15-7-14 16,3-10 0-16,4-6-76 16,6-9-174-16,0-16 38 15</inkml:trace>
  <inkml:trace contextRef="#ctx0" brushRef="#br0" timeOffset="42060.58">32402 12693 497 0,'0'0'304'0,"0"0"-210"0,0 0 35 0,0 0-68 15,0 0-21-15,0 0-14 16,40 0 8-16,-5-4-13 16,5-4 25-16,6 8-21 15,-5 0-13-15,-1 0-8 16,6-8-3-16,-5 8-1 0,-7-8-19 16,6-4-1-1,1-1-35-15,-1 2 8 0,-9-9-57 16,3-1-88-16,-28 1-150 15</inkml:trace>
  <inkml:trace contextRef="#ctx0" brushRef="#br0" timeOffset="42625.5">33267 12247 618 0,'0'0'137'0,"0"0"-23"16,0 0 1-16,0 0-63 16,0 0-37-16,0 0 28 15,37 0-28-15,-37 0-7 0,0 0 2 16,0 13 8 0,0 10-4-16,0 13-7 0,0 13-2 15,-6 4 11-15,-25-2-16 16,3-11 0-16,7-15-1 15,8-10-16-15,13-15-1 16,0 0-2-16,0 0-3 16,0 0 1-16,0 0-20 15,28 0 41-15,12 0-3 16,-9 16-2-16,4-3 5 16,5-1 0-16,-12 12 0 15,-10 7 1-15,-11-6-1 16,2 11 3-16,-9 0 35 15,0 8-13-15,0-4 7 16,-16 4-23-16,-24-3-3 0,-6-14-5 16,21-7-5-16,-22-7-38 15,-2-13-42-15,2 0-198 16</inkml:trace>
  <inkml:trace contextRef="#ctx0" brushRef="#br0" timeOffset="43974.8">33171 12119 35 0,'0'0'16'0,"0"0"59"0,0 0-6 0,0 0 25 0,0 0 30 16,0 0-35-16,0 17-23 15,0-17-29-15,0 0-6 16,0 0-26-16,0 0 8 16,0 0 3-16,0 0 22 15,0 0 30-15,0 3-16 16,0-3 8-16,0 0-30 15,0 0 8-15,0 0-32 16,0 5 8-16,0-5-11 16,0 0-2-16,0 0 0 0,0 0 0 15,0 0-1 1,0 0 9-16,0 0-2 0,0 0 15 16,0 3 13-16,-6 1-3 15,0 0-1-15,6 0-16 16,0-4-7-16,0 0-7 15,0 0 2-15,0 0 1 16,0 0 1-16,0 0 6 16,0 0-4-16,0 0 14 15,0 0-18-15,0 0 2 0,0 0-5 16,6 0 9 0,28 0-8-16,-6 0 1 0,-3 0-4 15,-10 0-5-15,-2 8 6 16,-7 5-26-16,-6 2 17 15,0-2 2-15,0-13-1 16,0 8-41-16,0-8-94 16,0 0-149-16,0 0-295 15</inkml:trace>
  <inkml:trace contextRef="#ctx0" brushRef="#br0" timeOffset="49370.21">30291 15733 92 0,'0'0'534'0,"0"0"-493"0,0 0-26 0,0 0 21 0,0 0-31 15,0 0-1-15,0 0 26 16,6-24-10-16,-6 24 27 16,0 0 25-16,0 0-19 15,15 0-35-15,-15 0 5 16,0 0 9-16,0 0 5 0,0 0 1 16,0 0-12-16,0 0-3 15,0 0-5-15,0 0 18 16,0 31-32-16,0 2 6 15,6 23-2-15,-6-4-4 16,0-3-4-16,0 2 1 16,0-7-3-16,0-3 7 15,0-2-10-15,0-6 11 16,0-17-5-16,0-8-1 16,0-8-2-16,0 0-9 15,41-40-5-15,5-36 13 16,41-12 3-16,6-9 3 15,6 9 0-15,-3 12 0 16,-9 19-2-16,-28 18-1 0,0 11-25 16,-25 12-16-1,-6 7-52-15,-28 9-62 0,0 0-200 16</inkml:trace>
  <inkml:trace contextRef="#ctx0" brushRef="#br0" timeOffset="57747.33">30787 14088 332 0,'0'0'220'0,"0"0"-216"0,0 0 64 0,0 0-4 15,0 0-34-15,0 0 16 16,0 0-8-16,-7 5 20 0,7-5 12 16,0 0 4-16,0 0-37 15,0 0-2-15,0 0-22 16,0 0 11-16,0 0-22 16,0 0 6-16,31 0 0 15,10 0-4-15,21 0 8 16,-16 0-12-16,13 0 1 15,-12 0 1-15,-1-5-2 16,-5-3-8-16,-7 1-2 16,-6-6-30-16,-10 1-81 15,-2-4-82-15,-16 5-253 16</inkml:trace>
  <inkml:trace contextRef="#ctx0" brushRef="#br0" timeOffset="58054.73">30787 14088 436 0</inkml:trace>
  <inkml:trace contextRef="#ctx0" brushRef="#br0" timeOffset="58129.23">30787 14088 436 0,'-28'-228'240'0,"68"228"-206"0,7 0 45 0,15 0 49 0,-10 0-97 0,-5-5-8 16,-7 2-19-16,-6-5-4 16,-9 8-29-16,-3 0-18 15,-4 0-62-15,-5-4-72 16,-13 4-271-16</inkml:trace>
  <inkml:trace contextRef="#ctx0" brushRef="#br0" timeOffset="58913.63">31667 13964 353 0,'0'0'138'0,"0"0"-44"0,0 0 71 0,0 0-62 0,0 0-12 0,-18 4-45 15,18-4-7-15,0 0-23 16,0 0 19-16,46 0 8 15,-6 4 0-15,7-4-21 16,-7 0-3-16,7 8-3 16,-7-8-10-16,0 8-2 15,1-8-4-15,-16 0-5 0,2 0-31 16,-5 0-12 0,-3 0-88-16,-7 0-104 0,4-12-211 15</inkml:trace>
  <inkml:trace contextRef="#ctx0" brushRef="#br0" timeOffset="59512.68">32430 14217 41 0,'0'0'96'0,"0"0"-31"0,0 0 34 16,0 0-54-16,0 0-18 15,0 0 48-15,28 31 0 16,-28-31 11-16,0 5-2 16,6-1 0-16,-6 0-17 0,0-4-12 15,0 0-13-15,0 0-11 16,0 0 4-16,0 0-1 15,0 0 22-15,0-36-45 16,6 0 10-16,1-24-5 16,-1-4 4-16,0-5-20 15,3-3 6-15,-9 8-11 16,0 8 10-16,0 4-7 16,0 8 2-16,6 8 0 15,1 3-4-15,-1 17 3 16,-6 4-13-16,0 4-12 15,0 8-38-15,0 0 26 16,0 0 18-16,0 8 20 16,-19 25-7-16,-37-2 5 0,16 2 1 15,3-5-27 1,-3-9-92-16,5 14-24 0,1-2-229 16</inkml:trace>
  <inkml:trace contextRef="#ctx0" brushRef="#br0" timeOffset="61842.78">32030 9552 272 0,'0'0'177'0,"0"0"-78"0,0 0 3 0,0 0-37 16,0 0-31-16,0 0 3 16,-6-8-8-16,6 8 21 15,0 0 4-15,0 0 14 16,0-4-24-16,0 4 3 15,0-3-22-15,0 3 3 0,0-5-6 16,0 5-10 0,0-3 14-16,12 3-19 15,7-5 22-15,9 5-24 16,6 0 0-16,-9-8-2 0,3 8 5 16,6-8-6-16,-10 4-4 15,4-4-6-15,0-3-12 16,-9 11 13-16,-7 0-34 15,-12-9 17-15,10 9-33 16,-10-8-40-16,0 0-81 16,0-8-80-16</inkml:trace>
  <inkml:trace contextRef="#ctx0" brushRef="#br0" timeOffset="62575.85">32142 9268 45 0,'0'0'168'0,"0"0"-50"0,0 0 50 0,0 0-42 0,0 0-8 15,0 0-15-15,0 0-20 16,0 0-29-16,0-4-31 16,0 4 0-16,0 0-2 15,0 0 24-15,0 0 2 16,0-4-11-16,0 4 5 16,0 0-16-16,0 0 3 15,0 0-9-15,0 0 8 16,0-8-20-16,0 8 4 15,0 0-11-15,0 0-6 16,9-5-1-16,10 2 6 16,15-2-2-16,-10 2 2 15,23 3-5-15,-13 0-7 0,-6-5 1 16,-9 5-6-16,-4 0 6 16,-9-3-17-16,1 3-12 15,-1-9-9-15,6 9 1 16,-3 0-9-16,4 0-31 15,-13-8-34-15,0 5-112 16</inkml:trace>
  <inkml:trace contextRef="#ctx0" brushRef="#br0" timeOffset="65073.74">32228 8626 82 0,'0'0'94'0,"0"0"0"0,0 0 6 0,0 0-12 0,0 0 34 0,0 0-11 16,0 0-41 0,0 0-32-16,0 0 5 0,0 0 18 15,0 0-36 1,0 0 6-16,0 0-13 0,0 0 20 16,0 0-12-16,0 0 9 15,0 0-14-15,0 0-16 16,0-16 6-16,16-8-6 15,-4-8-1-15,1 0 0 16,2-9-6-16,4 2 2 16,3-2-5-16,-10 1 3 15,0 1 1-15,-5 2 1 16,-7 5-4-16,0 4 3 16,0 0-4-16,0 4 3 0,0 4-17 15,0-1 19 1,0 13 0-16,-7 1 2 0,-5 3-1 15,12 4 3-15,0 0 23 16,0 0-24-16,-6 0-3 16,-16 0-15-16,3 24 15 15,-21 20-3-15,-6 12 3 16,-1 4 0-16,-15-4 5 16,22-3 3-16,-13-6-8 15,13-6 0-15,6-13-8 16,15-12-3-16,13-4-50 15,6-4-73-15,0-5-147 16</inkml:trace>
  <inkml:trace contextRef="#ctx0" brushRef="#br0" timeOffset="68139.25">33233 9493 236 0,'0'0'132'0,"0"0"-48"0,0 0 46 0,0 0 6 0,0 0-47 0,0 0-18 16,0-8-11-1,0-1-29-15,0 9 4 0,0 0-9 16,0 0 31-16,0 0-29 16,0 0-3-16,0 0-17 15,0 0 0-15,0 0-8 16,0 0 2-16,-15 0-7 15,-4-8 12-15,-9 5-12 16,-3-10 14-16,-9 5-10 16,6 8 3-16,-13-4 7 15,-6 0-8-15,-2 4 9 16,-4-4-10-16,-16 4 1 0,10 0-6 16,-9 0 12-1,6 0-16-15,-4 0 3 0,10 0 3 16,-3 0-1-16,3 0 3 15,3 20-4-15,-9-4 5 16,9 1-6-16,0 2 16 16,10-7-20-16,8 1 23 15,10-5-18-15,-9-5 6 16,6 6-2-16,-7 2-1 16,-5-6 1-16,-1 3-4 15,-15 0-8-15,10-1 10 16,5 1 6-16,-5 0-10 15,11 0 11-15,-5-3-4 16,5 10 4-16,1-7-2 16,0 5-2-16,-1-5 1 15,7-1-1-15,10-2 1 0,-4-2 1 16,-6 2 1-16,3 11-6 16,-4-9 5-16,8 10-3 15,-8 4 2-15,-5-2-2 16,15 5 1-16,-9 8-7 15,0-4 7-15,-6 0-20 16,21 13 15-16,-9-5-20 16,-6 0 20-16,3 3 5 15,-9 2 0-15,6-1-1 16,0 0 0-16,9-4-2 0,3-3-10 16,4-5 6-16,18-5-11 15,-10 10 18-15,10-6-8 16,0 6 7-16,0 3-2 15,0-8 0-15,0 16 3 16,0-4-11-16,-6-4 4 16,0-4-10-16,6 4 15 15,0-8 2-15,0 5-8 16,6-5 10-16,28 0-4 16,-6 4 2-16,19-9 0 15,-7 10 0-15,6-5 0 16,1 4-4-16,-1-8 8 15,7 0-6-15,3 1 4 16,-3-10-4-16,-13 9 2 0,6-8 0 16,-5-4 0-16,-1 1 2 15,13-2-2-15,6 6 2 16,9-1 2-16,-9-4-4 16,15 7 0-16,1 1-1 15,-23 1 1-15,7 2 2 16,-12-6-2-16,9-5 0 15,-4-5 2-15,1-2-3 16,9-5 7-16,-3 0-1 16,0 0-4-16,9 0 2 15,-3 0 0-15,3 0-2 16,1 0-1-16,-17 0-6 0,1 0 2 16,0 0-8-1,-13 0 9-15,0-5 6 0,1-10 1 16,5 2-2-1,1-6 17-15,8 2-6 0,-2-2-4 16,0 2-8-16,0-2 0 16,9-14 4-16,3-3-2 15,-3-8 2-15,9 0-2 16,-9 1-2-16,-15 2 3 16,-1 1 5-16,-6 3 3 15,-5 14-9-15,-11-2 7 16,4 6-6-16,-9-9 2 15,15 3 2-15,-6 1-8 16,-10-4 5-16,4 8-4 16,-3-8-1-16,2 0 2 0,4-4-4 15,-9 12 4-15,-4-4-5 16,1 4 7-16,-7 4-4 16,3-9 3-16,-3 14 1 15,-6-9-4-15,6-5 0 16,-6 1 1-16,0 4 5 15,0-8-12-15,0 12 12 16,0-4-11-16,0 1 12 16,0 2-13-16,0-3 10 15,0 0-5-15,0-8 1 16,0 0-4-16,0-8 2 0,0 11-10 16,0 2 10-16,0-1 4 15,0 15-1-15,-6-2-1 16,-9-2 7-16,2 1-1 15,-15 1-3-15,4-5-3 16,-17-4-1-16,7 3-3 16,-6-2 3-16,6 2-6 15,3 5 6-15,-3-3 0 16,6 6 2-16,-12-3 1 16,21-4-2-16,-9 8 0 15,-6-8 0-15,3-4 4 16,-9-1-11-16,5 10 5 15,1-9-4-15,6 0-9 16,4 7 7-16,-10 2 5 0,6 6 3 16,-10 5 15-1,-17 0-7-15,-4 0-8 0,-16 0-23 16,1 5-34-16,3 3-187 16,2-8-350-16</inkml:trace>
  <inkml:trace contextRef="#ctx0" brushRef="#br0" timeOffset="69602.92">23227 17906 164 0,'0'0'758'0,"0"0"-742"0,0 0 25 0,233-252 47 0,-153 175-42 16,-21 13-39-16,9 17 5 15,-21 11-11-15,-28 15 0 16,9 4 2-16,-22 11 1 15,-6 1-7-15,0 1 3 16,0 0-13-16,0 4-66 16,0 0-79-16,-34 0-288 0</inkml:trace>
  <inkml:trace contextRef="#ctx0" brushRef="#br0" timeOffset="69835.56">23233 17345 920 0,'0'0'19'16,"0"0"36"-16,0 0 60 0,0 0-88 16,335 232-21-1,-276-196 0-15,0-3-6 0,-12-10-30 16,-13-15-52-16,-13 9-13 15,-21-9-152-15,0 0-369 16</inkml:trace>
  <inkml:trace contextRef="#ctx0" brushRef="#br0" timeOffset="70253.95">24170 17954 439 0,'0'0'374'0,"0"0"-284"16,0 0 3-16,0 0-77 15,0 0 1-15,0 0 4 0,59-241 20 16,-41 169-21 0,-2-3-19-16,-10 6 13 0,0 5-13 15,-6 17 7-15,0 17-6 16,0 19 1-16,0 11-2 15,0 0-2-15,0 16-1 16,-12 32-5-16,-28 4 2 16,-1 0-20-16,7-19-30 15,15-13-32-15,19-4-100 16,0-12-113-16</inkml:trace>
  <inkml:trace contextRef="#ctx0" brushRef="#br0" timeOffset="70601.97">25184 17502 698 0,'0'0'292'16,"0"0"-290"-16,0 0 65 0,0 0-2 0,0 0-49 0,0 0-13 0,288 39-6 15,-254-39-17-15,-15 0-70 16,-19 0-6-16,0 0-117 16,0-11-232-16</inkml:trace>
  <inkml:trace contextRef="#ctx0" brushRef="#br0" timeOffset="70786.31">25184 17502 881 0,'-19'-229'44'16,"19"229"-41"-16,25 0 43 15,31 0-10-15,15 0-19 16,3 0-17-16,7 0-5 16,6-25-84-16,-34 2-114 15,-7-1-303-15</inkml:trace>
  <inkml:trace contextRef="#ctx0" brushRef="#br0" timeOffset="71155.69">26179 17233 688 0,'0'0'208'0,"0"0"-174"16,0 0 79-1,0 0-39-15,0 0-57 0,0 0-16 16,391 100-1-16,-326-88-64 16,-25-4-50-16,-21-5-81 15,-19 2-190-15</inkml:trace>
  <inkml:trace contextRef="#ctx0" brushRef="#br0" timeOffset="71618.59">26957 17140 846 0,'0'0'0'16,"0"0"28"-16,0 0 56 16,0 0-35-16,338-44-18 15,-257 44 1-15,-19 0-18 16,-3 5-13-16,-25 26 2 0,-22 13 1 15,10 13 2-15,-22 11-2 16,0 8-8 0,-6 5 3-16,-44-1-4 0,4-13-21 15,-1-14 18 1,22-13 3-16,4-16 10 0,21-12-5 16,0-12 0-16,0 0-2 15,28 0-6-15,24 0 8 16,23-4-3-16,-4-13 1 15,10 2-4-15,-7 7-7 16,1 4-13-16,-4 4-25 16,-3 0 12-16,-15 0-100 15,-13 0 88-15,-18 4-179 16</inkml:trace>
  <inkml:trace contextRef="#ctx0" brushRef="#br0" timeOffset="72354.19">29863 16891 727 0,'0'0'238'0,"0"0"-221"0,0 0 70 0,0 0-18 16,0 0-57-16,-146 213-4 0,124-164-1 16,-3-1-4-16,4-4 1 15,2 3-3-15,-9 6 19 16,3-9-20-16,-3-3 0 15,1-10-2-15,8-19-47 16,-9-12-51-16,16 0-93 16,-16 0-99-16</inkml:trace>
  <inkml:trace contextRef="#ctx0" brushRef="#br0" timeOffset="72550.15">29435 17060 816 0,'0'0'135'0,"0"0"-68"16,0 0 50-16,0 0-67 15,0 0-35-15,0 0-12 16,254 165-3-16,-214-150-1 16,-6 10-26-16,-15-9-17 15,-3 0-58-15,-16 4-85 16,0-8-172-16</inkml:trace>
  <inkml:trace contextRef="#ctx0" brushRef="#br0" timeOffset="72957.27">30018 17437 565 0,'0'0'277'16,"0"0"-243"-16,0 0 27 15,0 0-31-15,0 0-10 0,0 0 29 16,232 0-18-16,-191 16-15 15,-14 8-16-15,-8 12 25 16,-13 9-20-16,-6 7-5 16,0-4 5-16,0 0-4 15,-18-12-2-15,-10 1-1 16,22-22 2-16,6-3 0 16,0-3-4-16,0-9 4 15,0 0-10-15,46 0 4 16,16-9-10-16,19-23 1 15,-10 0-23-15,3 8-42 0,-5 4-149 16,-17-1-191-16</inkml:trace>
  <inkml:trace contextRef="#ctx0" brushRef="#br0" timeOffset="73352.89">31072 17461 498 0,'0'0'420'0,"0"0"-364"0,0 0 3 16,0 0 7-16,0 0-40 15,0 0-11-15,301-60-14 16,-246 48-1-16,-14 9-34 0,-16-6-21 16,-19 1-65-16,-6 4-260 15</inkml:trace>
  <inkml:trace contextRef="#ctx0" brushRef="#br0" timeOffset="73567.67">31094 17120 699 0,'0'0'63'0,"0"0"-37"0,0 0 109 16,0 0-107-16,0 0-28 15,0 0-36-15,307-24-80 16,-280 4-105-1,-20 4-233-15</inkml:trace>
  <inkml:trace contextRef="#ctx0" brushRef="#br0" timeOffset="73767.61">31094 17120 1014 0,'353'-172'100'16,"-331"172"-61"-16,3 0 6 0,3 0-21 16,6 0-24-16,6 0-8 15,0 0-34-15,-9-16-24 16,10 0-72-16,-14 4-131 16</inkml:trace>
  <inkml:trace contextRef="#ctx0" brushRef="#br0" timeOffset="74482.97">32117 16860 439 0,'0'0'163'0,"0"0"-43"0,0 0-5 0,0 0-7 0,0 0-43 0,0 0 16 0,-6 3-44 16,6-3-21-16,31 0 25 16,9 0-11-16,0 9 1 15,-6-1-24-15,-15 11 10 16,-4 6-14-16,-15 7 7 0,0 8-8 16,0 4-2-16,0 0-5 15,-21 1-7-15,2-14 11 16,13-7-14-16,6-7 13 15,0-6-18-15,0-3 10 16,0 1-18-16,40-1 10 16,13 0 11-16,6 0-2 15,3 4 7-15,-9 4 2 16,-19 4-8-16,-9 4 8 16,-19 0 17-16,-6 8-11 15,0 4 19-15,0 8-13 16,-37 5-1-16,-25-10-11 15,-4 2 9-15,11-13-9 16,2-8-15-16,0 0-16 16,0-9-21-16,7-3-94 15,-10 9-303-15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1T22:53:17.1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3882 13587 536 0,'0'0'61'0,"0"0"-44"0,0 0-17 0,0 0 35 0,0 0-13 16,0 0 25-16,0 0 24 15,0 0 2-15,-19-120-50 16,10 104 19-16,3-1-35 16,0 1 0-16,0 8-7 15,-1-7 0-15,7 2-4 16,0 5 10-16,0 5-2 16,-6-1 20-16,6 4 43 0,0-5-35 15,0 5 7-15,0 0-28 16,-9 0 10-16,3 0-10 15,6 0-1-15,-7 0-10 16,7 0 8-16,-12 9-19 16,-3 23 22-16,2 12-11 15,-5 7 0-15,-4 22 11 16,9 0-1-16,7 10-10 16,0 17 5-16,6 13-1 15,-9 12-1-15,9-1 5 16,0 4-4-16,0-12 3 15,0-3-14-15,0-9 14 16,0-3-14-16,0 10 14 16,0 2-7-16,0 3 0 0,0 9 3 15,0-5-14-15,0-4 22 16,0 5-20-16,0-10 19 16,0 14-20-16,0-9 17 15,0 0-7-15,0-3 5 16,9 7-2-16,-9-7-6 15,6-2 6-15,0-10-17 16,-6-5 21-16,0 0-15 16,0-11 16-16,0 2-18 15,0-6 5-15,0-1-6 16,-21 5 9-16,8-10-16 0,1-10 10 16,12-17-55-16,0-15-30 15,0-33-119-15,-6 0-226 16</inkml:trace>
  <inkml:trace contextRef="#ctx0" brushRef="#br0" timeOffset="899.59">2232 16146 585 0,'0'0'4'0,"0"0"67"0,0 0 0 0,0 0-37 0,0 0-11 16,0 0 25-16,-15-8-16 15,15 8-12-15,0 0 36 16,0 0-23-16,0 0-2 16,53 0-14-16,21 0 41 15,35 0-11-15,18 0-15 16,12 0-7-16,29 0-19 16,12 0 24-16,21 3-30 15,4 18 29-15,3-1-24 0,12 0 5 16,-13 4-8-16,1-7-2 15,-6 10 4-15,5-3 0 16,-8-3 1-16,9-6-2 16,-7-2 3-16,-2-10 1 15,-10-3-8-15,-16 0 8 16,-21 0-11-16,-25 0 4 16,-12 0-7-16,-22 16 1 15,-18 1-30-15,-1 7-1 16,-9-1-53-16,-31-6 64 0,-6-6-213 15,-28-3-246-15</inkml:trace>
  <inkml:trace contextRef="#ctx0" brushRef="#br0" timeOffset="1915.52">11336 13780 457 0,'0'0'258'0,"0"0"-234"0,0 0 28 0,0 0 28 0,0 0-15 0,0 0 7 16,-96-141 12-16,96 138-20 15,0 3-37-15,0 0 28 16,0 0-21-16,0 0-4 16,0 0-30-16,0 31-6 15,0 41 1-15,0 49 5 16,22 40 24-16,6 11-19 15,-4 12 8-15,-2 8-7 16,-3-3 12-16,-13 12-16 16,9-1 16-16,-8 9-13 15,-1-1-10-15,-6 0 2 16,12 2 3-16,-6-2-1 16,1-7 2-16,-7-21-7 0,0-16-3 15,15-31 4-15,-2-29-31 16,-1-36 6-16,10-24-17 15,-10-28-16-15,-6-16-48 16,-6 0-145-16,0-24-357 16</inkml:trace>
  <inkml:trace contextRef="#ctx0" brushRef="#br0" timeOffset="2564.3">10164 16110 691 0,'0'0'40'0,"0"0"-17"0,0 0 24 0,0 0 4 16,0 0 31-16,0 0 16 16,416 20-16-16,-196 4-52 0,28-8 20 15,25 0-28-15,34-8-2 16,21 8-15-16,13 4 13 16,-6 0-18-1,-22 4 12-15,-46 4-4 0,-13 4-5 16,-18 13-6-16,-10-1 7 15,-24 3-8-15,-10 2 15 16,-12-13-22-16,-13-12-5 16,-12-8-14-16,-21-5-21 15,-26-6-88-15,-55 3-228 16</inkml:trace>
  <inkml:trace contextRef="#ctx0" brushRef="#br0" timeOffset="4629.34">2499 13908 230 0,'0'0'201'0,"0"0"-177"0,0 0 8 0,0 0 28 0,0 0-58 15,0 0-4-15,0-64 4 16,0 60-2-16,0-4 1 16,0 3 28-16,0 5 52 15,0 0-38-15,-6 0 5 0,-3 0-31 16,9 0 22-16,0 0-15 16,0 0 6-16,0 0-20 15,0 0 15-15,0 0 2 16,0 0-21-16,0 0-5 15,0 0 14-15,0 5-9 16,0 18-1-16,9 5 14 16,10 13-13-16,15 11 8 15,0 1-4-15,-3 2-7 16,3 18 9-16,19-5-8 16,-4 12 44-16,-2 1-27 0,-7-14-3 15,7 2-13-15,-16-9 2 16,15 8 4-16,4-8-9 15,2 4 9-15,7 13-8 16,-6-5 5-16,15 8-6 16,-9 0-1-16,9 9 13 15,1-6-21-15,-17 6 9 16,1-9-2-16,6-4 3 16,3-3 0-16,-3-6-1 15,9 2 3-15,-9-9-5 16,3 0 3-16,-9 0-6 0,6 1 5 15,-7-1-2 1,4 4 0-16,3 3 2 0,3 2-4 16,-9 3 3-16,-1 0-6 15,7-8 10-15,3 1-10 16,3-5 13-16,-2-4-12 16,-5-4 4-16,4 0-5 15,-3-3 5-15,0-5 0 16,-12 0-7-16,9-4 7 15,-4-4-7-15,7 0 14 16,3 5-9-16,10 3 9 16,-4-5-14-16,6 2 7 15,-9-10-6-15,10-6 4 0,-7-2-3 16,-9-7 5 0,0-8-17-16,-3 1 14 0,-16-9-7 15,13 0 4-15,-13 0 6 16,19 0 0-16,3 0 0 15,-9-12-3-15,21-13 0 16,-3 1 6-16,-3-15-11 16,7-2 6-16,-22-7 0 15,6-4 4-15,3 4-4 16,-4 4 2-16,1-5 0 16,3-7 4-16,-9-4 0 15,6-8-8-15,9-8 11 16,13 0-12-16,6-9 7 15,-7 2-4-15,7-2-10 16,-22 9 8-16,-3 4-16 16,-3 8-18-16,-25 7 16 0,0-2 4 15,-3 2 14-15,-9-3-11 16,12-5 3 0,-9-2-10-16,15-13 12 0,-6-5-42 15,7-4-6-15,-1 2 34 16,0 7 4-16,1-5 19 15,-1 5-21-15,0 0 16 16,1 4-4-16,-4-1 4 16,-9 5 4-16,12 4 2 15,-6 0 3-15,13-4 11 16,5-13 8-16,10 2-5 0,-3-2 32 16,-6-4-37-1,9 14-2-15,-16 6-10 0,-5 5-1 16,-1 12-2-16,-15-4 3 15,21 12-1-15,-5 0 5 16,-7-1 13-16,12 6-10 16,-12 3 18-16,-15 20-12 15,3 7 9-15,-22 9-22 16,0 0 9-16,0 0-9 16,0 0-26-16,0 0 24 15,0 0-10-15,0 0-2 16,0 0-58-16,0 20 5 15,-16 8-149-15</inkml:trace>
  <inkml:trace contextRef="#ctx0" brushRef="#br0" timeOffset="5577.69">6294 16483 35 0,'0'0'169'0,"0"0"-149"0,0 0 40 0,0 0-12 16,0 0 1-16,0 0 6 15,0-40-24-15,0 40-11 16,0 0 34-16,0 0 1 16,0 0 37-16,0 0-27 15,0 0-7-15,0 0-17 16,0 0 5-16,0 0-1 16,0 0-22-16,0 0 19 15,0 0-17-15,0 0 13 16,0 0-29-16,0 0 23 15,0 0-19-15,0 0-2 0,7 0-11 16,33 0-8-16,6 0 8 16,35 0 18-16,21 8 8 15,4-5-26-15,15 2 25 16,18-2-24-16,16-3 8 16,-3 5-6-16,16-2 7 15,-13 10-5-15,-10-6-5 16,-11 18-14-16,-13-9 13 15,-7 8-11-15,-21-4 3 16,-6 0 4-16,-6 0-3 16,-28-8 6-16,-19 0-5 15,-10-7-40-15,-14-5-71 0,-10 0-176 16,0 0-397 0</inkml:trace>
  <inkml:trace contextRef="#ctx0" brushRef="#br0" timeOffset="7743.1">10505 17541 284 0,'0'0'151'0,"0"0"-101"0,0 0 10 0,0 0-50 0,0 0-3 16,0 0 17-16,0 25 45 16,0-22-27-16,0-3 45 15,0 0-15-15,0 0 2 16,0 0-37-16,0 0-3 0,0 0 6 15,0 0 6-15,0 0-4 16,0 0-30-16,0 0 14 16,0 0-22-16,0-3 3 15,0-25-7-15,0-13 0 16,0-11 29-16,16-16-16 16,15 0-4-16,-3-8-3 15,12-4-3-15,0 0 5 16,0-9-10-16,1 4 8 15,-16-6-4-15,9-1-2 0,0 3-3 16,-16 5 0 0,10 3-4-16,0 6-4 0,-3-6 8 15,3 5 1-15,6 0-24 16,6-4 25-16,-21 3-7 16,9-3 4-16,3 0-13 15,-16 8 4-15,4 4 9 16,3 3-5-16,-16 9-2 15,19 4 15-15,-4 4-10 16,-2 8 9-16,9 0-5 16,-6-4 2-16,2-5-2 15,10-7 0-15,7-8 4 16,5-8-3-16,1 8 8 16,6 7-14-16,-7 6 15 0,1 10-14 15,-7 2 8-15,-6-5-4 16,6 11-3-16,1-6 5 15,-1 3 0-15,19-1 2 16,-3-3 1-16,-10 4 3 16,7-5 2-16,15 2-6 15,-3-6-2-15,3 1 1 16,-9 5 0-16,10 3-2 16,-17 0 2-16,1-1-5 15,6 0 8-15,-10-2-7 16,17 6 11-16,-4-3-4 15,-10 5-3-15,-11-2 11 16,11 9-5-16,-11 4-2 0,-13 4-4 16,-4 4 8-16,4 4-18 15,19-4 17 1,-1 4-15-16,-5-3 13 0,11-2-12 16,1 9 3-16,3-4-3 15,-10 8 5-15,-15 0-2 16,3 0-5-16,-6 0 11 15,6 0-13-15,-3 0 18 16,25 0-11-16,-15 12 4 16,-1 8-1-16,-3-4 0 15,13 5 5-15,-19 2-14 16,-3 5 18-16,6 4-3 16,0 1-3-16,-3-2-2 0,3 10 10 15,6-10-17 1,-12 6 8-16,12-5-2 0,1 4 0 15,-10 8 5-15,3 1-5 16,0-1 3-16,0 3 4 16,-9 6 0-16,9-1-7 15,-6-4 0-15,-3 1 0 16,3-5-1-16,0 3 6 16,-4-7-10-16,4 9 14 15,6-5-16-15,-9 4 12 16,-3-4-5-16,-4 0 3 15,4 0 4-15,-9 12-7 0,-1-4-3 16,-6 4-3-16,3 1 8 16,-2-1-7-16,-7 8 10 15,6-8-3-15,0 1 5 16,0-5-12-16,7-4 8 16,-4-4-3-16,-3 3 0 15,0 10 4-15,1-1-12 16,-1 5 17-16,0 3-21 15,3-5 18-15,-2 1-12 16,-1-3 12-16,0-9-5 16,0 8 1-16,7-7-2 15,2 7 0-15,-3-9 4 16,10 2-5-16,-9-1 2 16,5-1 0-16,10 2 7 0,0 4-12 15,-9-2 8-15,2-2 4 16,4-2-8-16,-3 2 3 15,3-9-8-15,2 4 22 16,-2-3-18-16,-3-2 9 16,-3 2-5-16,2-5-3 15,-2 0-2-15,3 0 2 16,-10 3 2-16,0 2-2 16,-2-5 9-16,2 0-16 15,1-4 18-15,8 4-12 16,-2 0 6-16,-7-4-10 15,-2 4 14-15,2-3-9 16,-6-5 2-16,0 3 5 0,-6 10 7 16,7-2-12-16,-7 2 22 15,9-5-20-15,-9-11 11 16,6-14-15-16,-6-7-2 16,0-4-17-16,0 0-24 15,0 0-19-15,0-32-66 16,0-4-381-16</inkml:trace>
  <inkml:trace contextRef="#ctx0" brushRef="#br0" timeOffset="8677.06">14992 16647 246 0,'0'0'79'0,"0"0"53"0,0 0-46 0,0 0-42 0,0 0 30 16,0 0 11-16,-6-20-22 15,6 8-9-15,0 3-51 16,0-2 6-16,0 3-5 15,0 4-4-15,0 4 2 16,0 0 61-16,0 0-29 16,0 0-14-16,0 0-1 15,0 0-14-15,0 0 18 16,18 0-14-16,16 0 16 16,7 0-5-16,11 0 11 0,7 0-28 15,3 0 1-15,-3 0-4 16,3 0 0-16,-3 0-2 15,0 0-20-15,-9 0 9 16,-13 0-65-16,-9-8-70 16,-28 0-297-16</inkml:trace>
  <inkml:trace contextRef="#ctx0" brushRef="#br0" timeOffset="76419">11107 13772 72 0,'0'0'152'0,"0"0"-21"0,0 0-32 0,0 0-21 0,0 0-40 16,0 0-4-16,-31 0-7 15,31 0 10-15,0 0-8 16,0 0-11-16,0 0-4 16,0 0-7-16,0 0 7 15,-10 0 18-15,-2 0 40 16,6 0-7-16,0 0-15 15,-1 0-38-15,7 0 10 0,0 0-17 16,0 0 3 0,0 0 16-16,0 0-15 0,0 0 34 15,0 0-20 1,0 0 10-16,0 0-19 0,0 0-12 16,0 0-2-16,0 0 0 15,0 0-1-15,0 0-2 16,7 0-4-16,27 0 14 15,3 0-4-15,-3 0 2 16,19 0-9-16,-13 0 11 16,16 0-6-16,-16 0 9 15,7 0-9-15,-16 0-2 0,9 0-1 16,-6 0 1 0,-6 0 1-16,-3 0-4 0,-4 0-11 15,-2-5 6-15,-3-7 2 16,2 12-7-16,-5-8 13 15,8-3-29-15,-2-1-2 16,9-9-15-16,0 5-84 16,-10 1-168-16</inkml:trace>
  <inkml:trace contextRef="#ctx0" brushRef="#br0" timeOffset="77751.34">10012 13667 365 0,'0'0'151'0,"0"0"-116"0,0 0 0 0,0 0-22 0,0 0-13 16,0 0 10-16,-6-3 5 15,6 3 21-15,0 0 34 16,0 0-3-16,0 0 19 16,0 0-41-16,0 0 3 15,0 0-38-15,0 0-1 16,0 0-9-16,0 3 0 15,0 13 0-15,0 4 0 0,18 4 1 16,4-4 6 0,-3 5-5-16,-7-6 7 0,16 1-11 15,-15 5 6-15,8-9-8 16,-15-8-16-16,7 0-17 16,-7 0-19-16,3-8-27 15,-2 0-4-15,-1 0-83 16,-6 0-176-16</inkml:trace>
  <inkml:trace contextRef="#ctx0" brushRef="#br0" timeOffset="78300.39">9984 14284 93 0,'0'0'30'0,"0"0"29"0,0 0 24 0,0 0-6 0,0 0 50 15,0 0-19-15,0-59-19 16,0 35-24-16,0-9-19 16,0 2-13-16,0-5-10 15,28-5-2-15,-16-3-19 16,16 4-4-16,-3-12 9 16,-3-4-15-16,-3 7 8 15,8 5-4-15,-8 5-6 0,-10 14-10 16,-2 5 18-16,-1 12-9 15,-6 0 11-15,0 0-45 16,6 0-26-16,-6 0-97 16,0 8-84-16</inkml:trace>
  <inkml:trace contextRef="#ctx0" brushRef="#br0" timeOffset="79183.08">10180 14361 186 0,'0'0'116'0,"0"0"-18"0,0 0-8 0,0 0-41 15,0 0-27-15,18-237 1 16,-5 193-22-16,-4-4 3 15,3 4-4-15,1 13-9 16,-13-2-10-16,15 25-15 16,-15 8 32-16,0 0 2 15,0 0 7-15,0 5 63 16,0 18-25-16,0 13-25 0,0-8 25 16,-15 1-6-16,15-14 2 15,0-2-5-15,0-10-24 16,0-3-12-16,0 0-23 15,0 0 3-15,0-8-16 16,0-8 36-16,28 4 0 16,-4 9 6-16,-8 3 1 15,-10 0-7-15,0 0-14 16,7 0 14-16,2 11 28 16,-9 6-11-16,1-6-4 15,-7 5-10-15,12 1 4 16,-6-1-3-16,-6 4-4 15,0-4-1-15,0-1-8 16,9-2-16-16,-9-1-75 16,7-4-72-16,-1-8-87 0</inkml:trace>
  <inkml:trace contextRef="#ctx0" brushRef="#br0" timeOffset="79617.53">10487 14240 297 0,'0'0'161'0,"0"0"-96"0,0 0 8 0,0 0-49 0,0 0 18 16,0 0-18-16,0-87-18 15,0 46 8-15,0 9-13 16,0 4 18-16,0 13-4 16,0 2 1-16,12 5-11 15,0 0 8-15,-12 1-13 16,10 7-11-16,-10 0-14 15,0 0 11-15,0 0-21 16,0 20 35-16,6 7 46 0,-6-2-43 16,0 6-3-16,0-3-33 15,0-3 10-15,0-1 0 16,0-4 13-16,0 4-2 16,0-9-35-16,0 2 13 15,0-1-55-15,0-5-85 16</inkml:trace>
  <inkml:trace contextRef="#ctx0" brushRef="#br0" timeOffset="79725.47">10487 14240 667 0</inkml:trace>
  <inkml:trace contextRef="#ctx0" brushRef="#br0" timeOffset="79833.4">10487 14240 667 0,'-94'8'80'0,"94"-8"1"0,0 0 1 0,0 0-35 16,0-8-36-16,7 8-11 16,17-7-1-16,4-1-7 15,-6-5-29-15,9 2-79 16,-9-9-54-16,-4 7-98 16</inkml:trace>
  <inkml:trace contextRef="#ctx0" brushRef="#br0" timeOffset="80182.09">10648 14193 282 0,'0'0'243'16,"0"0"-159"-16,0 0 25 16,0 0-80-16,0 0 30 15,46-45 29-15,-40 34-57 0,7-6-31 16,-1-2-6-16,-12-2 1 15,28 1-49-15,-15 4-7 16,8 4-22-16,-8 4-9 16,-1 0-60-16,-12 8-107 15</inkml:trace>
  <inkml:trace contextRef="#ctx0" brushRef="#br0" timeOffset="80416.1">10648 14193 663 0,'-16'-141'18'0,"16"162"13"16,34-1-1-16,0-4-15 15,-9 4-13-15,9 4-2 16,-6-4-8-16,-15-9-22 15,-1 2-8-15,-3-1-11 16,-9-4-75-16,0 0-287 16</inkml:trace>
  <inkml:trace contextRef="#ctx0" brushRef="#br0" timeOffset="81581.09">11984 13775 49 0,'0'0'78'0,"0"0"19"0,0 0 56 0,0 0-86 0,0 0-44 0,0 0 64 0,-6 0 8 16,6 0-14-16,0 0-22 15,0 0 0-15,0 0-29 16,0 0 6-16,0 0-14 15,25 0-2-15,-4 0-12 16,4 0 0-16,3 0-8 16,0 0-24-16,-3 0-35 15,3 0-58-15,6 0-15 16,-9 0-54-16,-4 0-75 16</inkml:trace>
  <inkml:trace contextRef="#ctx0" brushRef="#br0" timeOffset="81751.48">11984 13775 223 0</inkml:trace>
  <inkml:trace contextRef="#ctx0" brushRef="#br0" timeOffset="81914.28">11984 13775 223 0,'453'-3'15'0,"-438"3"27"0,-2 0 64 0,-1 0 179 16,-6 0-211-1,-6 0-33-15,0 0-3 0,16 0-10 16,-4 0-15-16,7 0 15 16,3 3-14-16,-4 2 16 15,10-5-18-15,-6 0-5 16,3 0 2-16,-13 0-18 15,22 0 9-15,-6 0-38 16,-3 0-66-16,3 0-34 16,-16-8-93-16</inkml:trace>
  <inkml:trace contextRef="#ctx0" brushRef="#br0" timeOffset="82233.17">13228 13736 452 0,'0'0'119'0,"0"0"-77"16,0 0 17-16,0 0-56 16,52 16 11-16,-24-13-5 0,-9-3-1 15,-1 0-8-15,4 0-3 16,-3 0-8-16,2 0-55 16,-8 0-66-16,-13 0-150 15</inkml:trace>
  <inkml:trace contextRef="#ctx0" brushRef="#br0" timeOffset="103512.06">15531 16250 32 0,'0'0'163'0,"0"0"-134"0,0 0 40 0,0 0-11 0,0 0-45 16,0 0-6-16,0 0 66 0,0 0 2 16,10 20-23-1,-10-20-5-15,0 4-24 0,0-4-4 16,6 0-17-16,-6 5-4 15,0-2 4-15,0-3-5 16,6 8-1-16,-6 0-13 16,6-4-48-16,0 0-29 15,-6 5 69-15,0-1 25 16,0 3 14-16,0-2 23 16,0-6 9-16,0 5-28 15,0-8 5-15,0 0 12 16,0 0-12-16,0 0 4 0,0 0-13 15,0 0 16-15,0 5 4 16,0-2 19-16,0 5-28 16,0-8 14-16,0 9-8 15,0-6 13-15,0-3-21 16,0 5 2-16,0-5 11 16,0 0-4-16,7 0-7 15,14 0-21-15,4 8-1 16,3 0 0-16,19-5-6 15,-13 1 2-15,6-4-10 16,-6 0 8-16,-15 0-26 16,9 0 16-16,-22 0-5 15,0 8 16-15,-6-8-10 0,0 8 10 16,0 5 4 0,0 7 8-16,-6 11-8 0,-35 5-2 15,-5 5 0 1,18-2-13-16,-12-1 13 0,9-10-4 15,9-5 1-15,3-10 6 16,4-10-6-16,15 2 3 16,0-5 0-16,0 0 0 15,0 0-6-15,0 0-11 16,0 0-25-16,0 0 41 16,0 0 2-16,0 0 9 15,-6 0-9-15,0 3-2 16,6 1-23-16,-7-4-119 15,-8 0-208-15</inkml:trace>
  <inkml:trace contextRef="#ctx0" brushRef="#br0" timeOffset="104561.11">16474 16250 236 0,'0'0'225'0,"0"0"-143"0,0 0 27 0,0 0-24 15,0 0-8-15,0 0 7 0,0 0-15 16,0 0-41-16,0 0 16 16,0 0 5-16,0 0-3 15,0 0-10-15,0 8-18 16,0 13-1-16,0 2-14 16,0-2 9-16,0 2-9 15,0 10 7-15,0-2-9 16,0 2 9-16,0 3-4 15,0 4 2-15,0 4-2 16,0-1-3-16,0 10-3 16,9-13 5-16,-3-3-9 15,7-6 9-15,5-10-10 16,4-1-7-16,6-1 12 16,-16-6-6-16,7-1-2 0,-3-9 4 15,-4 2-14-15,7-2 5 16,15-3-20-16,-13 0 31 15,20 0-20-15,-10 0 13 16,-3 0-30-16,6 0-44 16,-9 0-29-16,-4-11-94 15,-15-9-73-15</inkml:trace>
  <inkml:trace contextRef="#ctx0" brushRef="#br0" timeOffset="105210.76">16294 16523 116 0,'0'0'179'0,"0"0"-75"16,0 0 25-16,0 0-41 0,0 0-1 0,0 0-15 16,22 0-1-16,-4 0-20 15,-5 0 1-15,8 0-11 16,14 0 11-16,5 0-21 15,6 0 12-15,1 0-19 16,-1 0-20-16,1 0 0 16,-7 0 0-16,-6-8-8 15,-3-4-32-15,-9-4-17 16,-3-1-31-16,-19 1-94 0,0 8-78 16</inkml:trace>
  <inkml:trace contextRef="#ctx0" brushRef="#br0" timeOffset="107141.78">13575 14353 185 0,'0'0'81'0,"0"0"-19"0,0 0 41 0,0 0-26 0,0 0-26 16,0 0 39-16,0 0-3 16,0 8-56-16,0-4-7 15,0-4-22-15,0 4 0 16,0 4 1-16,0 1-4 15,0-6 2-15,0 2 1 16,0-5 6-16,0 7 5 16,0-3 47-16,0 0-9 15,0-4-8-15,0 0-39 16,0 0 3-16,0 5-7 16,0-2-11-16,0 10-7 0,0 2-10 15,0-2-23-15,0-5-45 16,0 3-68-1,0-7-241-15</inkml:trace>
  <inkml:trace contextRef="#ctx0" brushRef="#br0" timeOffset="107626.38">13407 14943 358 0,'0'0'201'0,"0"0"-175"0,0 0 77 0,0 0-65 0,0 0-37 16,0 0 1-16,-28 44 0 15,28-33-4-15,-6-2 4 16,6 3 19-16,0-5-21 16,0-2-8-16,0 3-32 15,0 0-22-15,0 0-57 16,0-8-108-16</inkml:trace>
  <inkml:trace contextRef="#ctx0" brushRef="#br0" timeOffset="107992.06">13314 15380 257 0,'0'0'98'0,"0"0"1"15,0 0 16 1,0 0-59-16,0 0-31 0,0 0-3 16,-28 80-15-16,28-72-4 15,0 0 0-15,0 4-3 16,0 0 1-16,0 0-2 16,0 0-13-16,0 4-45 15,0 1-76-15,-6 6-68 16</inkml:trace>
  <inkml:trace contextRef="#ctx0" brushRef="#br0" timeOffset="108424.92">13228 16074 484 0,'0'0'13'0,"0"0"-13"0,0 0-3 0,0 0-32 0,0 0 25 15,0 0 10-15,-41 67 15 16,35-54 11-16,6-5 26 15,0-4-18-15,0 4-34 16,0 0-17-16,0 0-17 16,-16 4-71-16,10-4-218 0</inkml:trace>
  <inkml:trace contextRef="#ctx0" brushRef="#br0" timeOffset="109341.29">13026 16506 37 0,'0'0'43'0,"0"0"62"0,0 0 45 0,0 0-28 0,0 0-42 16,0 0-40-16,0 0-3 15,0 5-34-15,0-5-1 16,0 0-2-16,0 0 0 16,0 0-3-16,0 0 6 15,0 4 2-15,0 0-1 16,0 0 58-16,12 4-10 16,-12-5 3-16,0 2-4 15,0-5-13-15,0 0-20 16,0 4-14-16,0-4 1 15,0 8 0-15,0-4 2 16,0 0-6-16,0 0 16 16,0-4-14-16,0 0 13 0,0 0 1 15,7 0 11-15,-7 0 1 16,0 0-16-16,15-12 15 16,-9-16-13-16,0-5 7 15,1-6-12-15,8-6-1 16,-15-7-9-16,13 4 0 15,-1 0-2-15,-6 16-10 16,-6 8 9-16,6 8-18 16,-6 4 19-16,0 4-22 15,0-4-13-15,0-4-42 0,0 8-109 16,0 4-113 0,0 4-163-16</inkml:trace>
  <inkml:trace contextRef="#ctx0" brushRef="#br0" timeOffset="110540.07">12784 17297 331 0,'0'0'32'0,"0"0"-21"0,0 0 13 0,0 0 19 15,0 0 60-15,0 0 2 16,0-32-12-16,0 15-25 15,0 2 8-15,0-1-14 16,16-12-41-16,8-1 1 16,4-7-21-16,6-4 31 15,-15 8-12-15,15 0 8 16,-15 8-8-16,-4 4-18 16,-15 7-2-16,0 2-6 0,13 3-10 15,-13-4-20-15,0-4 2 16,0 4-42-16,12-1-34 15,-12 2-12-15,0 7-71 16,0 0-128-16</inkml:trace>
  <inkml:trace contextRef="#ctx0" brushRef="#br0" timeOffset="110939.01">12731 16896 385 0,'0'0'209'0,"0"0"-167"0,0 0 22 0,0 0 1 15,0 0-6-15,0 0-6 0,100 72 7 16,-79-47-20 0,13-2-7-16,-15 1 28 0,9 4-35 15,-9-8 18 1,2 4-39-16,-8-4 15 0,-1 1-20 15,-3-6 0-15,4-2-1 16,-13-5-2-16,0-5-15 16,0-3-29-16,0 0-48 15,0 0-121-15,0 9-160 16</inkml:trace>
  <inkml:trace contextRef="#ctx0" brushRef="#br0" timeOffset="120798.24">13541 13908 277 0,'0'0'99'0,"0"0"-78"0,0 0 13 0,0 0-2 0,0 0-18 16,0 0 54-16,-13 0 5 15,13 0-20-15,-6 0 13 16,-3 8-14-16,9 0 3 16,-6 0 1-16,-1 4-2 15,7 1-42-15,0-2-2 16,0 1-7-16,0 1-3 15,0-5 2-15,0-5-1 0,0 1-1 16,0-4 6-16,0 0-14 16,7 0 14-16,-1 0-13 15,9 0 3-15,-15 0 1 16,0 0-5-16,0-4-8 16,0-7-5-16,0-2 21 15,0 5 7-15,0 0 0 16,0 8-5-16,0 0 0 15,0 0-2-15,0 0 0 16,0 0-9-16,0 8 8 16,0 4-2-16,0 5 1 15,0-10 1-15,0 6-1 16,0-13-7-16,0 0 6 0,0 0 0 16,13 0 3-16,-13 0 1 15,12 0 3-15,-6 0 1 16,-6 0-5-16,0 0 0 15,0-17-12-15,0 1 7 16,0-4 9-16,0-4-8 16,0 12-16-16,0 1-12 15,-18 11 14-15,5 0 9 16,13 0 9-16,-15 0 23 16,9 0 11-16,-1 19-29 15,1 1 0-15,6-4-3 16,0-12-4-16,0-4-25 15,0 0-4-15,0 0 5 0,0 0-9 16,19 0-5 0,-10-12-95-16,-3-12-118 0</inkml:trace>
  <inkml:trace contextRef="#ctx0" brushRef="#br0" timeOffset="126791.95">14043 13531 196 0,'0'0'111'0,"0"0"59"0,0 0-4 0,0 0-47 16,180-205-5-16,-115 133-42 15,16-4-16-15,-1 0-12 16,-18 12-10-16,3 7-28 16,-3 13 9-16,-15 4-15 15,-16 12 3-15,-3 0-7 16,-10 8 5-16,-2 4-4 15,-4 0-17-15,1 5 5 0,-13 11-28 16,0 0-47-16,0 0-120 16,0 0-159-16</inkml:trace>
  <inkml:trace contextRef="#ctx0" brushRef="#br0" timeOffset="127593.2">14089 13254 259 0,'0'0'223'0,"0"0"-178"0,0 0 15 15,0 0-21-15,0 0-24 16,0 0 12-16,-15 72 12 16,-10-36-20-16,-9 5 10 0,-6-1-3 15,12-4 12-15,9-17-20 16,13 6 10-16,-16-9 22 16,22-4-25-16,0 1-5 15,0-6-18-15,0 1 1 16,0 0 1-16,0-8-8 15,0 0 4-15,0 0-16 16,0 0 16-16,0 0 0 16,28 0 16-16,13 0-5 15,-1 0 26-15,13-16-22 16,-7 4 2-16,-6-4-17 16,13 7 4-16,-19 6-4 15,-6-5-5-15,-9 8 5 16,-4 0-2-16,-9 0-2 15,-6 0 8-15,0 0-6 0,0 0 7 16,0-4-10-16,0 4 3 16,0 0 0-16,0 0 2 15,0 0-17-15,0 0-14 16,0 0-72-16,0 0-64 16,0 0-216-16</inkml:trace>
  <inkml:trace contextRef="#ctx0" brushRef="#br0" timeOffset="130022.46">14992 11898 355 0,'0'0'189'0,"0"0"-184"0,0 0 17 15,0 0 3-15,0 0-17 16,0 0 13-16,0 0 50 15,0-8 17-15,0 8 9 0,0 0-16 16,0 0-19-16,0 0-26 16,0 0-25-16,0 25 5 15,0 27-12-15,6 12 14 16,13 8-12-16,2-3 2 16,13-2-4-16,-9-2-2 15,9-9 5-15,-6-16-7 16,-9 0 1-16,-7-16 2 15,-2-16-3-15,-10-4 1 16,12-4-2-16,-6 0-7 16,0-16 4-16,16-28 4 15,3-17 43-15,9-3-18 16,0-8-23-16,6 4-2 0,-15 4-3 16,3 12-9-16,-6 20-48 15,-16 16-21-15,6 16 7 16,-12 0-26-16,0 0-27 15,0 32-10-15,0 8-195 16</inkml:trace>
  <inkml:trace contextRef="#ctx0" brushRef="#br0" timeOffset="130424.17">15472 12400 44 0,'0'0'575'0,"0"0"-496"0,0 0-3 0,0 0-36 0,0 0 7 16,0 0-17-16,0 28 8 0,0-16-24 15,7 8 5 1,5 0 8-16,16 1-13 0,0-6 2 16,3-2-10-16,9-5 11 15,10-8-16-15,-19 0-2 16,25 0-1-16,-19 0-11 15,-9-8-16-15,6-17-65 16,-9-3-79-16,-16 4-125 16</inkml:trace>
  <inkml:trace contextRef="#ctx0" brushRef="#br0" timeOffset="130580.09">15472 12400 639 0</inkml:trace>
  <inkml:trace contextRef="#ctx0" brushRef="#br0" timeOffset="130673.39">15472 12400 639 0,'-12'-24'193'0,"24"24"-192"16,7 0 47-16,3 0-4 15,-4 0-76-15,4 0-67 16,-10 0-4-16,1-4 12 16,-13-8-71-16</inkml:trace>
  <inkml:trace contextRef="#ctx0" brushRef="#br0" timeOffset="130872.12">15578 12260 593 0,'0'0'383'0,"0"0"-352"15,0 0 32-15,0 0-8 16,90-13-40-16,-59-10-5 16,9-1-10-16,0-9-62 15,-6-3-93-15,-15 8-116 16,-10 0-369-16</inkml:trace>
  <inkml:trace contextRef="#ctx0" brushRef="#br0" timeOffset="131155.91">15832 11915 512 0,'0'0'584'0,"0"0"-584"16,0 0-20-16,0 0 18 15,0 0-54-15,0 0-141 16,161-113-176-16</inkml:trace>
  <inkml:trace contextRef="#ctx0" brushRef="#br0" timeOffset="131838.1">16142 12529 390 0,'0'0'139'0,"0"0"-138"16,0 0 6-16,0 0 41 0,0 0-7 15,0 0 18-15,-28 64-18 16,28-64-21-16,-6 0 22 15,0-5 1-15,-16-31-43 16,22 0-32-16,-6-16 32 16,6 0 7-16,0 0-6 15,0 3 5-15,0 18-6 16,6 11 4-16,7 7-3 16,-4 13 24-16,-3 0-23 15,-6 0 10-15,0 0 1 16,0 0 1-16,0 17-12 15,0 15-3-15,0 4 1 0,0 4 0 16,0 0 0-16,0-12 1 16,0-8 27-16,0-16 6 15,0 4 5-15,0-8-27 16,0 0 13-16,19 0-23 16,9 4 15-16,6 0 33 15,6 4-13-15,0 8-9 16,-9 4-24-16,-9 0 8 15,3 1-11-15,-4-2-2 16,-14-10 0-16,-1 2-3 16,-6-6-11-16,0-5-11 0,0 0-65 15,0 0-3-15,0 0-35 16,0 0-52-16,0 0-271 16</inkml:trace>
  <inkml:trace contextRef="#ctx0" brushRef="#br0" timeOffset="132106.67">16508 12352 489 0,'0'0'219'0,"0"0"-177"0,0 0 68 0,0 0-40 0,0 0-20 15,0 0-20-15,0 72-13 0,0-48-17 16,0 0 1-16,0 5-2 16,0-6 0-16,0 5 0 15,0-4-19-15,0 1 17 16,0-9-27-16,0-16 6 16,0 0-57-16,-12 0-45 15,-10-8-302-15</inkml:trace>
  <inkml:trace contextRef="#ctx0" brushRef="#br0" timeOffset="132305.57">16508 12352 991 0,'-121'12'87'0,"121"-12"-74"0,0 0-2 15,16 0-4-15,24 0-2 16,25 0-2-16,3 0 9 15,-9-4-12-15,0-4 0 16,-3 0-11-16,-10-4-27 16,7 4-71-16,-13-5-93 15,-5 13-82-15</inkml:trace>
  <inkml:trace contextRef="#ctx0" brushRef="#br0" timeOffset="132505.59">17035 12328 135 0,'0'0'655'0,"0"0"-640"16,0 0 60-16,0 0-42 15,0 0-19-15,0 216-8 16,0-192-12-16,0 1-42 16,0-9 14-16,0-8 29 15,0-8-40-15,-12 0-132 16,-7-8-383-16</inkml:trace>
  <inkml:trace contextRef="#ctx0" brushRef="#br0" timeOffset="132687.26">17035 12328 1039 0,'-71'-81'92'0,"71"81"-59"16,0 0-5-16,6 0-28 15,6 0-21-15,4 0-5 16,-4 0 1-16,7 0-85 16,-4 0-59-16,4 0-8 15,15 0-250-15</inkml:trace>
  <inkml:trace contextRef="#ctx0" brushRef="#br0" timeOffset="133121.28">17652 12344 211 0,'0'0'464'0,"0"0"-404"15,0 0 4-15,0 0-24 16,0 0-35-16,0 0 57 16,-167 64-6-16,114-40-19 15,7 4-1-15,-16 8-3 16,27 5 5-16,4-2-24 15,10 2-2-15,21-13-6 16,0-5-12-16,0-2 5 16,0-9 0-16,28-4-6 15,6-5 0-15,12-3-3 0,1 0 10 16,5 0-4 0,1-3 9-16,-13-17-10 0,1 4-15 15,-13-4-19-15,-4-1-15 16,-24 18 5-16,16 3-26 15,-16 0 71-15,0 0 4 16,0 0 53-16,0 0-14 16,6 3-38-16,13 22 27 15,21-9-14-15,0 4-14 16,22-1-25-16,-9-6-19 16,-6-5-18-16,-23-4 0 15,-2-1 13-15,-9-3-9 16,-13 0-69-16,6 0-243 15</inkml:trace>
  <inkml:trace contextRef="#ctx0" brushRef="#br0" timeOffset="133340.38">17851 12540 696 0,'0'0'332'0,"0"0"-319"0,0 0 13 0,0 0-1 15,0 0-25-15,0 0-4 0,102 0-16 16,-90 0-73-16,-12 0-133 16,0-11-196-16</inkml:trace>
  <inkml:trace contextRef="#ctx0" brushRef="#br0" timeOffset="133520.07">17851 12540 995 0,'40'-112'102'16,"-40"124"-71"-16,0-4 19 16,34-4-23-16,6-4-13 15,1 0-13-15,5 0-1 16,1-4-11-16,-1-20-34 15,-12-4-53-15,-34 8-219 0</inkml:trace>
  <inkml:trace contextRef="#ctx0" brushRef="#br0" timeOffset="140563.9">5786 17317 379 0,'0'0'149'0,"0"0"-71"0,0 0-3 0,0 0-41 0,0 0-6 16,0 0 6-16,0 0-2 16,-6-4-10-16,6 4 35 15,0 0-13-15,0 0-6 16,0 0-20-16,0 0 6 15,-7 0-3-15,7 0-1 0,0 0 8 16,0 0-17-16,0 0 9 16,0 0-15-16,0 0 3 15,0 0-1-15,0 0-14 16,0 0 9-16,0 0-2 16,0 0 0-16,0 0 1 15,0 0-1-15,0 0-10 16,0-12-5-16,0-5 15 15,0-2-1-15,13-1 2 16,-13 0-2-16,0-1-3 0,0 9-6 16,0 4 3-1,0 8 7-15,0 0 11 0,0 0-5 16,0 5 2 0,0 15-8-16,-6 4-5 0,-7-9-8 15,7-7 10-15,6-3 2 16,0-5-16-16,0 0-11 15,0 0 5-15,0 0 12 16,0 0 5-16,0 0 5 16,0 0-54-16,0 0-62 15,0 0-17-15,0 0-180 16</inkml:trace>
  <inkml:trace contextRef="#ctx0" brushRef="#br0" timeOffset="148824.34">3426 17269 236 0,'0'0'99'0,"0"0"-12"0,0 0-42 0,0 0-29 0,0 0 15 0,0 0 16 15,0 0 23-15,0 0-24 16,0 0 5-16,-6 4-14 15,6-4-2-15,0 0-27 16,0 0 2-16,0 0-2 16,0 0 11-16,0 0 4 15,0 0-17-15,0 0 10 0,0 0-6 16,0 0 15-16,0 0-11 16,0 0 2-16,0 0-14 15,0 0 1-15,22 0-2 16,9 0 0-16,18-4-2 15,-8-4 8-15,18 3-9 16,-13 2 2-16,-6-2-25 16,1 2-38-16,-16 3 1 15,2 0-25-15,1 0-57 16,-9-5-96-16</inkml:trace>
  <inkml:trace contextRef="#ctx0" brushRef="#br0" timeOffset="149074.88">4397 17217 309 0,'0'0'0'0,"0"0"1"0,0 0-3 0,0 0-59 16,0 0-117-16</inkml:trace>
  <inkml:trace contextRef="#ctx0" brushRef="#br0" timeOffset="149307.44">4946 17261 168 0,'0'0'121'15,"0"0"-70"-15,0 0 57 16,0 0-39-16,0 0-69 15,0 0-39-15,173-21-86 0,-139 10 3 16,-9 7 80 0,9 4 10-16,-21 0-95 0</inkml:trace>
  <inkml:trace contextRef="#ctx0" brushRef="#br0" timeOffset="150323.78">5832 16097 333 0,'0'0'58'15,"0"0"-40"-15,0 0-16 0,0 0-2 0,0 0 5 16,0 0 43-16,0 0 29 16,0 8-22-16,0 9 6 15,0 2-11-15,0 2-23 16,0-1-22-16,0-8 18 16,0 7-18-16,0 2 14 0,0-1-17 15,0 0 3-15,0 8-3 16,0-7 2-16,0 15-2 15,0-8 5-15,0-5 1 16,0 6-1-16,0-14-14 16,0-7-3-16,0 5-31 15,16-9-50-15,-16 4-34 16,18-5-73-16</inkml:trace>
  <inkml:trace contextRef="#ctx0" brushRef="#br0" timeOffset="152853.4">5866 17553 32 0,'0'0'92'0,"0"0"-21"0,0 0-2 0,0 0-13 15,0 0 31-15,0 0-45 16,0 0-13-16,0 0-5 16,0 0-11-16,0 0-1 15,0 0 5-15,0 0 11 16,0 0 3-16,0 0 15 16,0 0-13-16,0 0 14 0,0 0-21 15,0 0-5-15,0 0-6 16,0 0-3-16,0 0 36 15,0 0-14-15,0 0 4 16,0 0-23-16,0 0 7 16,0 0-3-16,0 0 6 15,0 0 4-15,0 0-11 16,0 5 1-16,0-2-17 16,0 2 25-16,0 6-20 15,0 6 14-15,0 2-16 16,0 6 19-16,0-1-21 0,7 0-2 15,14 8 1 1,-8 8 0-16,9 0 3 0,-10 0-3 16,0 4-4-16,4-8 12 15,2 0-20 1,-5-7 17-16,-13-17-15 16,15-1 11-16,-15-6-6 0,0-5 1 15,7 0-6-15,5 0 5 16,10 0-2-16,9-28-5 15,15-21 10-15,16-23 19 16,13-11-7-16,-4-10-9 16,10 1-2-16,-19 11-1 15,-10 17-15-15,-18 28-20 16,-27 24-4-16,-7 12-7 0,0 0 45 16,0 0-25-16,0 4-101 15,-7 21-244-15</inkml:trace>
  <inkml:trace contextRef="#ctx0" brushRef="#br0" timeOffset="156467.79">5832 15725 89 0,'0'0'131'0,"0"0"19"0,0 0-52 0,0 0-29 16,0 0-17-16,0 0-15 15,-24 0 9-15,24 0-18 16,0 0 3-16,0 0-2 16,-7 0-11-16,7 4-2 15,-15 0-15-15,9 3 23 16,-1 1-20-16,-5 0 10 0,6-8-11 16,-3 9-1-16,9-5-2 15,0-4 2-15,0 0 12 16,0 0 6-16,0 0 26 15,-7 0-16-15,7 0-2 16,0 0-17-16,0 0 8 16,0 0-15-16,0 0-2 15,0 0-4-15,0 0-10 16,0-13 12-16,7-10 2 16,27-1 27-16,6-4-2 15,6 0-4-15,-18 4-16 16,19-4-1-16,-19 3-6 0,3-3-2 15,9-4-3 1,0 0-5-16,-12 0-5 0,6 4-24 16,-9 0 8-16,-3 8-4 15,-10 4-2-15,-5 11-65 16,-7 2 6-16,0 3-1 16,0 0-62-16</inkml:trace>
  <inkml:trace contextRef="#ctx0" brushRef="#br0" timeOffset="156933.18">5894 15460 347 0,'0'0'219'0,"0"0"-168"0,0 0 33 0,0 0-17 0,0 0-43 16,0 0 1-16,202 208-15 15,-177-179 9-15,-13-9-11 16,4-4 13-16,-4-1-7 15,-12 6-6-15,12-1-8 16,-2 0-39-16,-4-9-10 16,0 2-53-16,-6-9-138 15</inkml:trace>
  <inkml:trace contextRef="#ctx0" brushRef="#br0" timeOffset="158202.31">2580 17068 428 0,'0'0'80'0,"0"0"1"0,0 0 1 16,0 0-28-16,0 0-6 15,0 0 32-15,-10-3-21 16,10 3-18-16,0 0-13 0,0 0 2 16,0 0-19-16,0 19 10 15,0 6 16-15,10 6-29 16,21-3-4-16,-16-4-1 15,-2-4 2-15,5 1 1 16,-2-6-12-16,-16-7-1 16,12 5-13-16,10-1-33 15,-10-4-39-15,1 4-84 16,8 0-39-16,-14-8-80 16</inkml:trace>
  <inkml:trace contextRef="#ctx0" brushRef="#br0" timeOffset="159015.88">2667 17658 238 0,'0'0'0'0,"0"0"-20"0,0 0-30 0,0 0-20 15,0 0 58-15,0 0 12 16,0-9 47-16,0 9 62 16,0-3 13-16,0 3-73 15,0 0-46-15,0 0-6 16,0 0-7-16,0 0 10 15,0 0 6-15,0 0 56 16,0 0-6-16,0 0-8 16,0 0 2-16,0 0-23 15,0 0 15-15,0 0-14 16,0 0 5-16,0 0-2 0,0 0 17 16,0 0-22-16,0 0-10 15,0 0-7-15,0-5-1 16,0-3 17-16,0-12-21 15,0-3 13-15,0-14-12 16,6-3 9-16,19-12-6 16,9-4-3-16,12-4 2 15,1-4-2-15,-1 3 5 16,-5 9-8-16,-20 16 4 16,-8 13-2-16,-7 23-8 15,-6 0-18-15,0 0-35 16,0 15-64-16,0 14 28 15,0-6-147-15</inkml:trace>
  <inkml:trace contextRef="#ctx0" brushRef="#br0" timeOffset="211006.69">22452 3513 56 0,'0'0'0'0,"0"0"0"0,0 0 24 0,0 0 71 0,0 0-21 16,0 0-17-16,0 0-57 15,-50 0-44-15</inkml:trace>
  <inkml:trace contextRef="#ctx0" brushRef="#br0" timeOffset="-210230.48">8561 7215 629 0,'0'0'102'0,"0"0"-64"0,0 0-35 0,0 0 11 0,0 0 2 16,0 0 4-16,0 0-11 15,0 7 4-15,12-2 23 0,-12-5 23 16,0 0 4-16,0 8-20 16,0-5 1-16,0 5-33 15,0 4 16-15,0 9-26 16,0-1 9-16,0 8-10 15,0 8 0-15,0 8 0 16,0 3 6-16,0 10-8 16,0 7 9-16,0 12-5 15,0 9-2-15,-18 11 0 16,-10-12 1-16,3 4 0 16,10-7-1-16,-4-5-2 15,13 5-3-15,-16 2 10 0,10 1-11 16,-10 1 11-16,10-1-10 15,5-4-8-15,-5-3 9 16,12-10-8-16,0-6-10 16,-9-6 8-16,2-2-14 15,-5 4 15-15,0-6-4 16,-10-2 15-16,3-2-12 16,4-6 11-16,2-10-4 15,7-6 6-15,6-14-2 16,0-11-17-16,0 0-8 15,0 0-28-15,0 0 24 0,0 0 32 16,28-8 42-16,3 1-30 16,-3 3 2-16,19 4-10 15,-1 0 0-15,16 0-8 16,9 0 9-16,10 4 0 16,0 0-3-16,5-1-1 15,1 5 4-15,0 1-6 16,-6-1 1-16,-1 3 0 15,7-6 3-15,0 7 2 16,12-8-2-16,-6 8-3 16,10 0 0-16,-10 4-3 15,12 4 3-15,3 1 0 0,13-2 8 16,7 1 2-16,-17 0-9 16,10 1-1-16,-6-6 3 15,6 6-7-15,-16-6 9 16,-6 6-13-16,-2-5 14 15,-4 4-11-15,-22-9 5 16,9-6 0-16,-11 2-2 16,-10-2 9-16,3-5-11 15,-16 0 10-15,1 0-12 16,-7 0 14-16,0 0-16 16,-15 0 9-16,15-5-2 15,-12-10 2-15,-9-6 3 16,15 1 7-16,-12-11-8 0,-4 2 18 15,-12-7-19 1,-6-4 12-16,0 4-1 0,0-4 6 16,0 8-3-16,0 0 12 15,0 0-7-15,0-9-17 16,7 5 2-16,8-3 1 16,-2-5-5-16,-7 0 1 15,0-5-4-15,16 1 6 16,-4 4-10-16,10-4 5 15,0-1 0-15,9-6-1 16,-9-6 6-16,19-11-8 16,-1 3 10-16,-5-3-14 15,-7 0 12-15,-6-3-10 16,-10-2 6-16,-5-3-2 0,-4-1-2 16,-9 1 3-16,0-16-1 15,0-4 7-15,0-17-12 16,12-2 2-16,7 2 0 15,-4 24-16-15,-15 29 18 16,0 17-1-16,0 14 3 16,0 10 7-16,-9 2 1 15,-3-10 0-15,-7-5-5 16,19-13-6-16,-6-4 6 16,6-2-4-16,-9 15 1 15,2 7-2-15,1 6 0 16,-6 7 4-16,-4 7-8 15,4 5 5-15,-13 8 1 0,-3 0-25 16,-12 0 19 0,6 0 6-16,-13 0 4 0,1 0-3 15,-1 0 2-15,-6 0 2 16,-15 0-4-16,-12 16-2 16,-7 9 9-16,-6-1-20 15,-6-1 17-15,-4-2-10 16,-2-14 10-16,-16 1 1 15,16 0-5-15,-16-8 7 16,-7 5-2-16,8-1-2 16,-1 4 20-16,0 0-17 15,15-5 5-15,13 2-12 0,6-5 0 16,19 0-2 0,3 0 1-16,3 0-6 0,3-13 7 15,-3 2 6-15,16-1-4 16,-1 7 5-16,1-3-7 15,-1 8 0-15,-6-7 0 16,13 7 2-16,0 0-4 16,-1 0-11-16,14 0 13 15,2 0 0-15,-3 0 2 16,9-4-2-16,-2-5-10 16,-4 1 4-16,-3 5 6 15,0-5 8-15,-3 4-8 16,3-1 2-16,0 2 4 15,16-2 6-15,-7 2-9 0,4 3 4 16,2-5-3-16,-15 5-3 16,10-3 3-16,-4-2-1 15,3 2-6-15,13 3 8 16,-9-5-6-16,8 5 8 16,7 0-8-16,0 0 6 15,0 0-7-15,0 0 2 16,-6 0 0-16,6 0-2 15,0 0 5-15,0 0-7 16,0 0 5-16,0 0-5 16,-18 0 8-16,2 0 4 15,-2 0-4-15,5 0-4 16,4 0 9-16,3 0 2 0,-1 0-11 16,7 0 10-16,0 0-20 15,-6 0 9-15,6 0-1 16,-6 0-8-16,0 0 10 15,-3 0 0-15,9 0 2 16,0 0-2-16,0 0 5 16,0 0-3-16,0 0 7 15,0 0-12-15,0 0 12 16,0 0-18-16,0 0 8 16,0 0-9-16,0 0-2 15,0 0-21-15,0 0 5 16,0 0-19-16,0 5-1 15,0-5 13-15,0 3 30 0,0-3 9 16,0 0-4-16,0 0 19 16,0 0 8-16,0 0 5 15,0 0-20-15,0 0-12 16,0 0-8-16,-7 5 2 16,-5 6-1-16,-10 6 0 15,10-6 14-15,-1 2-5 16,1-5 17-16,12-8-4 15,-9 0 2-15,9 0-16 16,0 0 15-16,0 0-2 16,-6 7-5-16,-1 1-5 15,-11 0-4-15,-4 1 0 0,10-1-2 16,-10 0-1 0,16 3 1-16,-13 2 1 0,-3 2-20 15,10 2 10-15,-16-5-4 16,22 0 11-16,0 0-1 15,-1 0 5-15,7-12 0 16,0 0-1-16,0 0-4 16,0 4 10-16,0 1-16 15,-12 6 23-15,12-3-19 16,0 4 9-16,0 0-2 16,0 4 0-16,0 0 0 15,0 4 0-15,0 1 4 16,0-1-9-16,0 3 11 15,0-2-12-15,0 10 9 16,0 5-7-16,0 5 1 0,-15-1 3 16,-4-4 0-16,3-4 0 15,4-7-7-15,12-14 14 16,0 1-14-16,0-8 4 16,0 0-7-16,0 4-48 15,0-8 1-15,0 5-72 16,0-2-2-16,0-3-133 15</inkml:trace>
  <inkml:trace contextRef="#ctx0" brushRef="#br0" timeOffset="-206369.62">22176 3917 45 0,'0'0'71'0,"0"0"15"0,0 0-19 0,0 0 22 0,0 0 31 16,0 0-49-16,0 0-38 16,0 0-16-16,0 0-9 15,0 0 4-15,0 0 4 16,0 0 12-16,0 0-12 15,0 0 5-15,0 0-15 16,0 0 7-16,0 0 1 16,0 0-5-16,0 0-2 15,0 0 5-15,0 0 20 0,0 0 5 16,0 0 8-16,0 0-16 16,0 0-9-16,0 0-20 15,0 0-16-15,0 0-15 16,16 0-5-16,-16 0 29 15,0 0 5-15,0 0 0 16,0 0 4-16,0 0 31 16,0 0 19-16,0 0-4 15,0 0-26-15,0 0-13 16,0 0 1-16,0 0-8 16,0 0 2-16,0 0-4 15,0 0-5-15,0 0 5 16,0 13-3-16,0-1 3 15,0-9 0-15,0 10-1 16,0-9 1-16,0 4-4 16,0 0 9-16,0 3-7 15,0-2 15-15,0 3-9 0,0-8 5 16,0-4 9-16,0 0-2 16,0 0 14-16,0 0 4 15,0 0-28-15,0-16 8 16,18-24 3-16,41-20 14 15,16-1-5-15,11-11-7 16,23-8-13-16,2 0 3 16,4 7-6-16,-9 6-2 15,-10 10-1-15,-25 9 0 16,-24 20 0-16,-32 12-26 0,4 8 17 16,-19 8-26-16,0 0 5 15,0 0-36-15,0 0-66 16,-19 8-169-16</inkml:trace>
  <inkml:trace contextRef="#ctx0" brushRef="#br0" timeOffset="-205567.48">22412 3352 281 0,'0'0'169'0,"0"0"-137"0,0 0 4 0,0 0-12 16,0 0-23-16,0 0 4 0,0 0 1 16,0 0 27-16,0 0 41 15,0 0 27-15,0 0-10 16,0 0-15-16,0 0-39 16,0 0-25-16,0 4 5 15,0 4-14-15,0 5 16 16,0 2-16-16,12 9 53 15,-6 9-12-15,22 6-17 16,-3 5-13-16,3 5-7 16,0-1 3-16,3-4-1 15,-3 0-3-15,-10-8-3 16,10-8-3-16,-6-11 5 0,-16-9-10 16,-6-5 0-1,0-3-5-15,0 0-8 0,0 0 7 16,0 8 2-16,0 0-12 15,0 4 16-15,0-4-17 16,0 5-40-16,0-9-97 16,0-1-191-16</inkml:trace>
  <inkml:trace contextRef="#ctx0" brushRef="#br0" timeOffset="-203854.55">22384 3452 31 0,'0'0'36'0,"0"0"3"0,0 0 48 16,0 0-30-16,0 0-7 0,0 0 30 16,12 0-36-16,-6 0-31 15,-6 0-13-15,10 0 14 16,-10 0-3-16,0 0-3 0,0 0 1 15,0 0 49 1,0 0-26-16,0 0 8 0,0 0 6 16,0 0 7-16,0 0-33 15,0 0-10-15,0 0 1 16,0 0-10-16,0 0 6 16,0 0 8-16,0 0 5 15,0 0-14-15,0 0 21 16,0 0-25-16,0 0 12 15,0 0 15-15,0 0 15 16,0 0-22-16,0 0 2 16,0 0 18-16,0 0-31 0,0 0 27 15,0 0-32 1,0 0 32-16,0 0-16 0,0 0 4 16,0 0-21-16,0 0 6 15,0 0-2-15,0 0-7 16,0 0 10-16,0 0-11 15,0 0 10-15,0 0-11 16,0 8 0-16,18 9 4 16,-5 7 1-16,8 4-6 15,7-5 3-15,-9 13-2 16,9 8 3-16,-3 1 1 16,9-5 0-16,0-4 0 15,0 0-3-15,-9-3-1 16,3-2-5-16,-4-3 5 15,11 0-3-15,5 5 6 0,0-1-2 16,1 0 3 0,-1 0-8-16,-6-8 8 0,-15-4-2 15,8-3-2-15,-14-10-7 16,-13-3 5-16,6 0 1 16,-6-4-3-16,0 0 4 15,6 0-5-15,-6 0-24 16,0 0 20-16,16-8-103 15,-16-12-116-15,0-4-371 16</inkml:trace>
  <inkml:trace contextRef="#ctx0" brushRef="#br0" timeOffset="-202819.93">23407 3962 470 0,'0'0'147'0,"0"0"-26"0,0 0-22 0,0 0-37 0,0 0-25 0,0 0-18 16,-12 8 4-16,12-8-19 15,0 4 15-15,0 0-9 16,0 7 15-16,0 6 9 15,0 2-2-15,0 6-7 16,0 7-25-16,0 0 8 16,0 0-3-16,12 1-7 15,-6-2 9-15,13-3-9 16,-10 0 4-16,4-3 1 0,-7-6 2 16,0 2-5-16,0-6 2 15,-6 2 5-15,0-13-9 16,16 0 7-16,-16-4-6 15,0 0 4-15,6 0 5 16,0 0-8-16,0 0-3 16,0-8 3-16,16-17 8 15,3-6 19-15,9-13-21 16,13-9 5-16,8-7-3 16,-2 1-16-16,0-2-1 15,-13 9 5-15,-6 16 0 16,-15 8-14-16,-19 12 0 15,15-1-2-15,-8 9 12 16,-7-3-55-16,0 7-38 16,0 4-149-16</inkml:trace>
  <inkml:trace contextRef="#ctx0" brushRef="#br0" timeOffset="-201935.29">24570 3942 312 0,'0'0'360'0,"0"0"-314"0,0 0 44 0,0 0 5 0,0 0-37 16,0 0-6-16,294-44-8 16,-253 40-24-16,-17-4-9 15,-2 3-6-15,-16 5-10 16,7 0 2-16,-7 0-17 15,9 0-25-15,-8 0-4 16,-1 0 1-16,0 0-13 16,0 0 26-16,4 0-27 0,-10 0-56 15,0-8-158 1</inkml:trace>
  <inkml:trace contextRef="#ctx0" brushRef="#br0" timeOffset="-200803.72">24623 3513 204 0,'0'0'78'0,"0"0"-35"0,0 0 88 0,0 0-59 0,0 0-23 16,0 0 16-16,-19 3-23 16,19-3-10-16,0 0 35 15,0 0-8-15,-6 0 19 16,-10 0-16-16,16 0 1 16,0 0-19-16,0 0 2 15,0 5-17-15,0-5-8 16,0 0-3-16,0 0-15 15,0 0 10-15,0 0-12 16,0 0 7-16,0 0-7 0,0 0 6 16,0 0-4-16,0 0-3 15,0 0-2-15,0 0-2 16,16 0 3-16,15 0 2 16,25 0 19-16,9 0-13 15,3 0 6-15,12 0-13 16,-2 0 0-16,-10 0-3 15,-9 0 3-15,-19 0-16 16,-18 0-11-16,3 0-4 16,-10 0-19-16,-2 0-24 15,15 0-50-15,-16 0-71 16,1-5-61-16</inkml:trace>
  <inkml:trace contextRef="#ctx0" brushRef="#br0" timeOffset="-199042.25">25847 3681 70 0,'0'0'214'0,"0"0"-120"0,0 0 25 0,0 0-74 0,0 0-22 0,0 0-4 15,0 0 13-15,0 0 4 16,0 0 31-16,0 0 3 15,0 0 1-15,0 0-3 16,0 0-34-16,0 0 2 16,0 0-21-16,0 4 8 15,0-4-13-15,0 0 8 16,0 0 6-16,0 0 0 16,0 0-3-16,0 0-6 0,0 4 6 15,0-4-12-15,0 0 7 16,0 0-16-16,0 0 15 15,0 0-10-15,0 4 6 16,0 1 9-16,31-2-6 16,-3 5 16-16,12-4-12 15,-5 0 12-15,11-4-21 16,13 4 9-16,3 0-18 16,-3-4 11-16,0 0-4 15,15 0 5-15,-12 0 0 0,-3 0-5 16,-12 0 11-1,-1 0-15-15,-18 0-2 16,-3 0-1-16,-16 0-3 0,-9 0-9 16,0 0-11-16,0 0-21 15,0 0-20 1,0 0-14-16,-9 0-104 0,-44 0-635 16</inkml:trace>
  <inkml:trace contextRef="#ctx0" brushRef="#br0" timeOffset="-197310.43">28092 2177 4 0,'0'0'366'0,"0"0"-213"0,0 0-10 16,0 0-37-16,0 0-37 15,0 0 10-15,-12-28-5 16,6 28-13-16,6 0-23 15,0 0 16-15,0 0-32 0,0 0-3 16,0 0-10 0,0 0 6-16,-10 0 5 0,10 0-20 15,0 0 4-15,-12 4 2 16,6 20-9-16,-7 0 6 16,-8 17 0-16,2 6-2 15,-3-2-1-15,10 10 0 16,-1-2 4-16,-14-1-4 15,20 0-7-15,-8-4 4 16,2 0 0-16,-5 1-2 16,2-10 5-16,10 2-2 15,0-2-2-15,0-6 4 0,6-5-1 16,0-8 1 0,0-8-3-16,0-3 6 0,0-6-11 15,0-3 3 1,0 0 2-16,0 0-1 0,0 0 4 15,0 0-1-15,0 0-2 16,0 0 3-16,0 0-17 16,0 0 15-16,0 0 2 15,0-12-1-15,0-9 4 16,18 2-1-16,10-5 1 16,6-5-2-16,0 6 5 15,7-5-1-15,-10 4-4 0,3-4 0 16,6 0-2-1,-6 12 5-15,7-1-8 0,-17 1 0 16,4 16-3-16,-15 0 7 16,8 0-18-16,4 0 15 15,3 0 3-15,6 0 8 16,-9 0-5-16,15 16-6 16,-12 1-13-16,6-1 1 15,-9 4-3-15,-3 3 16 16,-4 1-3-16,-11 1-2 15,2-1 3-15,-9 8 8 16,0-4 4-16,0-1-8 16,0 6 5-16,-34-9-4 15,6-4-2-15,-12 8 0 0,-13-8 1 16,-15 9-4-16,-10-6 12 16,-18-3 1-16,-3 1 10 15,6-6 5-15,6-7-9 16,13 0-5-16,21-8-8 15,6 0 0-15,13 0-4 16,16 0-8-16,8 0-16 16,4-19-33-16,6 2-30 15,0 6-96-15,0 2-169 16</inkml:trace>
  <inkml:trace contextRef="#ctx0" brushRef="#br0" timeOffset="-196245.35">27317 3588 296 0,'0'0'291'0,"0"0"-187"0,0 0 37 0,0 0-55 0,0 0-26 16,0 0-9 0,-12 0-11-16,12 0-26 0,0 8 11 15,0-3 15-15,0-5-19 16,0 0 3-16,0 0-19 16,0 4-3-16,18 4 0 15,29-4 18-15,21 0 3 16,19 4 4-16,18-8 3 15,16 3-10-15,6 2 17 16,0 7-18-16,-6 1 13 16,6 2-29-16,-15 1 3 15,9 4-6-15,0 1 0 0,-16-2-35 16,-2-7 34 0,-29-4-1-16,-21-3-22 0,-7-5 3 15,-21 0-34-15,-9 0-3 16,-16 0-58-16,0 0-242 15</inkml:trace>
  <inkml:trace contextRef="#ctx0" brushRef="#br0" timeOffset="-195212.45">27410 4475 269 0,'0'0'287'0,"0"0"-138"0,0 0-65 0,0 0-28 0,0 0 6 16,0 0 10-16,81-168-11 0,-41 132 12 15,-6 11-52-15,-3 9 17 16,3 1-25-16,-6 7-5 15,-9 3-7-15,2 5-1 16,-2 0-1-16,-13 0-14 16,10 0 2-16,-16 20-40 15,0 32 50-15,0 17 1 16,-47 19-11-16,-27 4-39 16,-13 8 1-16,-12-15 29 15,-4 3 3-15,-2-16 19 0,24-16 3 16,13-8 37-16,22-19-3 15,21-17-8-15,9-9-11 16,16-3 12-16,0 0-30 16,28 0 0-16,47 5 22 15,-4-2 5-15,25 5 13 16,-25 5-25-16,-9-1 31 16,-15-4-38-16,-1 4-3 15,-21-8-5-15,3 8-28 16,-22 4-11-16,16 0-32 15,-16 12-37-15,0-8-220 16,-6-4-330-16</inkml:trace>
  <inkml:trace contextRef="#ctx0" brushRef="#br0" timeOffset="-194546.72">27919 5093 233 0,'0'0'75'0,"0"0"27"0,0 0-51 0,0 0 24 0,0 0 34 0,0 0-4 15,167-28-11-15,-114 0 21 16,-7-8-39-16,22-8 17 15,-15-17-78-15,0 1 2 16,-13-4-7-16,-18-8-20 16,-10 11-5-16,-12 14 0 15,0 22-4-15,-34 25-13 16,-46 0 2-16,-14 28-2 0,-5 33 30 16,-9 19 4-16,9 8 12 15,30-16-5-15,17-11 2 16,17-14-6-16,23-14-5 15,12-5 2-15,0-8 3 16,0-12-5-16,47 3-1 16,15-11 1-16,15 0 2 15,10 0 13-15,0 0 3 16,9 0-7-16,-25 0-10 16,-9 0 5-16,-15 0-6 15,-7 0-16-15,-6 13 16 16,-3 27 24-16,3 1-4 15,-12 3-15-15,18-1 10 0,-3-11-14 16,13 1-2-16,3-13-8 16,-7-9-60-16,7-11 50 15,0 0-68-15,9-3-159 16</inkml:trace>
  <inkml:trace contextRef="#ctx0" brushRef="#br0" timeOffset="-177561.17">21655 1764 648 0,'0'0'185'0,"0"0"-157"0,0 0 86 0,0 0-37 16,0 0-50-16,0 0 12 15,0 0-3-15,0 0-24 16,-6-16 9-16,6 16-8 15,0 0 10-15,0 0-23 16,0 0-3-16,-6 0-6 16,6 0-1-16,0 0 9 15,0 12 1-15,0 4 2 0,0 8 2 16,0 9 6-16,0 11-2 16,-6 8 1-16,-16 7-7 15,3 10-1-15,-9 11-1 16,0 9 1-16,4 2-5 15,-29 14 8-15,-3-1-2 16,3 5 0-16,-15 7-4 16,3-4-1-16,12 0-3 15,-2 5 5-15,14-1 2 16,-18 12-6-16,7 4 2 16,-17 1 0-16,10-5-13 15,-3-12 4-15,10-11-12 16,-1 3 23-16,13-8-7 0,-7 16-5 15,-5 9 12-15,-4 7-14 16,3 9 9-16,6-5-18 16,7-15-5-16,6-21-22 15,9-25 48-15,-3-22 0 16,22-1 6-16,6-19-4 16,0-2 4-16,0-6-6 15,0-9 8-15,47-5-10 16,5 1-4-16,23-4 9 15,12 5 5-15,6-10 11 16,15 14-1-16,-9 3-12 16,22 7 3-16,0 1-5 15,0 8-2-15,12-3 1 16,-5-9-5-16,5 4 10 16,19-11-3-16,-3 2 0 0,31-2 0 15,-1 2 3-15,17 1-4 16,8 5 5-16,20 2-2 15,8 6 9-15,-5 7-11 16,2-8-3-16,-24-9 9 16,18 6-8-16,-9-13 5 15,12-8 7-15,1 0 3 16,8-4-14-16,-8 16 9 16,-7 3-6-16,-19 10 3 15,-9-5-6-15,4 0 7 0,-4-4-8 16,-12-4-4-1,15 1 4-15,-15-6 0 0,15-2 6 16,-2-5-3-16,8-8 2 16,7 0 3-16,-10 0-14 15,-2 0 10-15,-4 0-7 16,9 0 3-16,-5 3 0 16,-23 2-2-16,-14 2 2 15,-23-7 5-15,-31 0-5 16,4 0 5-16,-10 0 1 15,-12 0-3-15,-6 0-3 16,-1 0 0-16,-8 0-1 16,8 0 0-16,1 0-3 0,-1-3 8 15,1-9-11-15,-22 4 4 16,-6 3 3-16,-13 2 0 16,-12-2-4-16,-10 2 4 15,4-6 3-15,6 1-3 16,12-3-3-16,-9-14 1 15,16-3-3-15,-7-8 1 16,7-4 5-16,-7-5-1 16,0 6 8-16,7-5 3 15,-7 0-1-15,7-9-1 16,-1-11 0-16,4-11-3 16,3-14-2-16,-7-4-4 15,-6-10-4-15,7-10 4 16,-7-3 5-16,-6-9-5 0,-3 6 0 15,-3-6-7-15,-15-7 2 16,-4-1 5-16,-9 5 0 16,6-1-3-16,-6 17 0 15,0-8 3-15,0 8 0 16,0 4-10-16,0-2 9 16,0 15 2-16,0 2-2 15,0 5 2-15,0 1-5 16,0 6-11-16,0 1 13 15,0 3-3-15,0-11 1 16,-6-4-17-16,-16-13-16 0,22-6-7 16,0 6-24-1,0 9-17-15,0 12-8 0,0 27 69 16,0 13 24 0,-12 12 19-16,-10 4 48 0,3-4-21 15,-2 7-46 1,2-2-13-16,7-1 10 0,-10 0-2 15,3 3-3-15,-2 2 11 16,2 2-3-16,-3 6 4 16,-2 7 2-16,-10 0-4 15,6-5-2-15,3 6 0 16,-15-1-14-16,5 0 8 16,-5-5-11-16,0 1 0 15,-7-7 17-15,-5-1-1 0,-10 4 2 16,-4-9 3-1,-14 9 22-15,-1 0 5 0,-6 9 61 16,-12 2-73-16,-3 5-17 16,-4 0 3-16,-15-4 35 15,7 0-10-15,-4 0-25 16,-3 0-5-16,6 0 1 16,-6-1-2-16,0 2 4 15,-6-9 4-15,9 0-2 16,-30 0 9-16,2 0-8 15,-9 12-6-15,-13 0-2 16,17 0 2-16,-11 0 0 16,7 0 3-16,-9 0-5 15,15 0 9-15,-3 0-14 16,-9 0 19-16,6 4-13 0,-3 4 2 16,-10 0 10-16,19-8-7 15,-18 0-1-15,27 0 1 16,-5 0-1-16,-4-8-6 15,3-8 7-15,-9-1-10 16,16-6-1-16,-16 15 3 16,-13 0 4-16,-5 8-2 15,14 0 1-15,-8 24 1 16,6-4-6-16,6-12 8 16,15-8-8-16,7 0 5 15,6 0-3-15,0-28-5 16,-7 4 8-16,7 4 2 0,6 7 0 15,0 13-1-15,10 0-6 16,2 25 0-16,16 7 12 16,6-4-10-16,13-16 4 15,9 4-7-15,3-4-26 16,15-8 13-16,7-4 3 16,9 0-3-16,-3 0 16 15,-7 0-5-15,7 0 3 16,-6 0 12-16,15 0 6 15,4 0-6-15,8 0 2 16,13 0-8-16,0 0-5 16,0 0-10-16,0 0-51 15,0-4-114-15,0-13-316 0</inkml:trace>
  <inkml:trace contextRef="#ctx0" brushRef="#br0" timeOffset="-166702.8">21869 7628 433 0,'0'0'82'0,"0"0"-21"0,0 0 71 0,0 0-43 16,0 0 2-16,0 0-14 0,0 0-52 15,-28-25 10 1,28 25 6-16,0 0 13 0,0 0-19 15,0 0-14-15,0 0 5 16,0 0-23-16,-6 0 18 16,6 0-18-16,0 0 5 15,0 0-8-15,0 0-1 16,0 0-4-16,0 36 1 16,0 17 4-16,0 11 1 15,15 0 0-15,4 12 0 16,0-7-2-16,-4-2-1 15,-9 2-9-15,-6-13-46 16,13-4-52-16,-13-16-96 0,0-16-218 16</inkml:trace>
  <inkml:trace contextRef="#ctx0" brushRef="#br0" timeOffset="-166187.34">21587 8710 295 0,'0'0'181'0,"0"0"-175"0,0 0 84 0,0 0 9 0,0 0-27 16,0 0-24-16,0-3 56 0,0-30-16 15,28-23 5-15,25-12-28 16,27-21-33-16,7-11-5 16,22-12-15-16,-10-8-2 15,9-5-8-15,-21 6-2 16,-22 22-8-16,-12 20-21 15,-7 25 26-15,-36 29-32 16,2 10 21-16,-12 13-37 16,0 0-23-16,0 0-94 15,-22 5-228-15</inkml:trace>
  <inkml:trace contextRef="#ctx0" brushRef="#br0" timeOffset="-165521.65">22244 8686 470 0,'0'0'79'0,"0"0"-66"0,0 0 24 0,0 0-22 15,0 0 3-15,0 0 21 16,34 240-17-16,-27-203 8 16,-7-1 45-16,6-4-10 15,-6-7-4-15,0-10-34 16,6-11 0-16,0-4-24 16,-6 0 7-16,13 0 0 15,2 0-5-15,10-32 35 16,21-24 13-16,10-8-9 15,3-8-21-15,9 3-8 16,-15 5-9-16,-19 17-5 16,13 11-1-16,-23 11-7 0,4 12-3 15,-15 6-13 1,-13 7 1-16,0 0-75 0,0 0-43 16,0 0-159-16</inkml:trace>
  <inkml:trace contextRef="#ctx0" brushRef="#br0" timeOffset="-163738.98">23454 8871 960 0,'0'0'56'0,"0"0"-13"0,0 0 21 0,0 0-53 0,0 0 23 16,0 0-12-16,0 0-5 15,328 0-15-15,-269 0 5 16,9 0 1-16,-15 0-7 16,-6 0-1-16,-13 0-27 15,-16 0-10-15,-5 0-66 16,-13 0-70-16,0 0-162 15</inkml:trace>
  <inkml:trace contextRef="#ctx0" brushRef="#br0" timeOffset="-163438.36">23534 8530 937 0,'0'0'21'0,"0"0"110"15,0 0-33-15,0 0-56 16,0 0-22-16,428 0-13 15,-341 0-7-15,-7 0-10 16,-14 0-5-16,-26-5-37 16,-6 5-103-16,-34 0-414 15</inkml:trace>
  <inkml:trace contextRef="#ctx0" brushRef="#br0" timeOffset="-161805.46">25500 8630 503 0,'0'0'96'0,"0"0"-36"0,0 0 55 0,0 0-44 16,0 0 19-16,0 0-37 16,-9 0-4-16,9 0-6 15,0 0 21-15,0 5-20 16,0-2-16-16,0 1-14 16,40 8 0-16,34-3 30 15,26-6-3-15,8 2-1 16,13-2-19-16,-9-3 3 15,-4 0-24-15,-15 4 4 16,-12 0-9-16,-7 4-13 16,-15-4-23-16,0-4-22 0,-19 5-13 15,-30-5-98 1,-10 0-317-16</inkml:trace>
  <inkml:trace contextRef="#ctx0" brushRef="#br0" timeOffset="-160457.42">27422 8597 491 0,'0'0'84'0,"0"0"61"0,0 0-40 0,0 0-20 0,0 0-24 0,0 0 3 16,-24 0-21-16,24 0-14 16,0 5-8-16,24-1-3 15,45 4 30-15,5 4 0 16,19-8 4-16,22 1-16 0,24-5 16 16,29 0-31-1,-1 0 5-15,-2 0-11 0,-10 0-15 16,-28 0-11-16,-13 0-21 15,-27 0-15-15,-22 3-37 16,-37 5-20-16,-28 0-167 16,0 4-513-16</inkml:trace>
  <inkml:trace contextRef="#ctx0" brushRef="#br0" timeOffset="-159892.15">27438 8738 718 0,'0'0'79'0,"0"0"23"0,0 0 37 0,0 0-41 0,0 0-60 15,226-232-4-15,-167 151 0 16,16-7 1-16,5-7-8 15,-5-15-14 1,11-1 24-16,-14-6-28 0,2 1-3 16,-6 8-1-16,-15 11-9 15,6 21 4-15,-12 16-4 16,-20 24-2-16,-5 15-2 16,-16 13 6-16,1 8-16 15,5 0 12-15,28 0-24 16,13 21 30-16,21 27 4 15,1 24-1-15,-16 20 4 16,-13 17-7-16,-18-1-9 0,-9 4-8 16,-4-11 13-1,-15-6-23-15,0-10 11 0,0-13-8 16,0-11-8-16,6-22-64 16,-6-14-164-16,0-9-223 15</inkml:trace>
  <inkml:trace contextRef="#ctx0" brushRef="#br0" timeOffset="-152582.1">26607 9347 481 0,'0'0'112'0,"0"0"-79"0,0 0 40 0,0 0-33 0,0 0-34 15,0 0 13-15,0 0 11 16,0-11 9-16,0 11 48 16,0 0 5-16,0 0-25 15,0 0-19-15,0 0-27 16,0 0-15-16,0 0-5 15,0 0 9-15,50 0 7 16,8 11 6-16,35 6 14 16,28-5-16-16,25 0 14 15,37-12-3-15,22 0 3 16,9 0-26-16,28-8 22 16,12-8-14-16,-6-1-15 0,-9 14-2 15,-25-5 0-15,-19 8-8 16,-43-4-32-16,-44 4-7 15,-27 0-32-15,-28 0 12 16,-25 0-72-16,-28 4-202 16</inkml:trace>
  <inkml:trace contextRef="#ctx0" brushRef="#br0" timeOffset="-150849.28">27698 9869 535 0,'0'0'49'0,"0"0"-30"0,0 0-16 0,0 0 36 0,0 0-14 0,0 0-6 16,25-36 53-16,-25 36-8 15,0-8 17-15,9 4-31 16,-2-8 1-16,-7 9-30 16,6-6-10-16,0 1 26 15,-6 0-1-15,0-4-10 16,12 12-12-16,-12 0 19 16,0 0-9-16,0 0 0 15,0 0-6-15,0 0-10 16,0 0-1-16,0 0-6 15,0 0 16-15,0 0-17 0,0 12 0 16,0 16 5-16,0 13-5 16,0 6 0-16,-18 9 0 15,-22 1-1-15,-7 7 1 16,1 0-3-16,-7 0-13 16,3-4 13-16,4-12-21 15,15-7 17-15,3-10-14 16,6-10 10-16,22-1-5 15,0-12-4-15,0-4-14 16,0-4-45-16,40 0 53 16,16 0 25-16,-3 0 1 15,6 0 3-15,-3 0-3 0,-10 0 5 16,-15 0-7 0,-3-4 2-16,6 4 0 0,-15 0 0 15,3-8 0-15,-16 8-1 16,0-5 1-16,0-6-3 15,0-6-22-15,4-2-2 16,2-1-18-16,-6 4-15 16,7-1 30-16,-13 9 6 15,0 0 24-15,0 5 0 16,0-2 35-16,0-2-22 16,0-1 6-16,0 0-4 15,0-1-5-15,0 9-7 0,0 0-1 16,0 0 16-1,0 0 20-15,0 9 28 0,0 19-35 16,0 11 8-16,-13 5-5 16,-5 9-9-1,2-1-7-15,4 4-6 0,-10 1-5 16,22 2-6-16,-6-7-2 16,0 4 5-16,-7 1-9 15,7-5 3-15,-10 4 0 16,4 0-13-16,6-7-14 15,6-10-57-15,-6-14-98 16,6-14-100-16</inkml:trace>
  <inkml:trace contextRef="#ctx0" brushRef="#br0" timeOffset="-150133.53">28365 10892 603 0,'0'0'90'0,"0"0"-68"0,0 0 39 0,0 0-22 0,0 0-27 16,0 0 22-16,167 4-1 15,-74-56-10-15,10-9 38 16,-23 6 50-16,-8-1-35 16,-16-1-47-16,-25 1-15 15,-16 8-9-15,-15 4-5 16,0 12-17-16,0 8 6 16,-46 12 6-16,-23 12-34 0,-11 0 30 15,-7 0-8-15,6 24-6 16,10 0 12-16,31 12 11 15,6-8 6-15,27 4 15 16,1 8-18-16,6-8 4 16,0 8 8-16,0 0-10 15,6-16-5-15,41 9-5 16,12-18-8-16,9 1 13 16,13-7-3-16,-1-5 6 15,-8-4-4-15,2 0 4 16,-28 4-3-16,13 4 5 15,-25 3-1-15,-6 6-6 0,6-1 5 16,-9 0 7-16,-3 16-5 16,3 0-5-16,-10-7-6 15,10 3-3-15,-3-9 4 16,-4-2-52-16,4-6 27 16,3 5 10-16,-3-7-23 15,-10-9-162-15,0 3-226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1T22:58:36.7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1891 9761 296 0,'0'0'19'0,"0"0"31"0,0 0 27 0,0 0-20 15,0 0 16-15,0 0 16 16,0 0-46-16,0 0-27 15,0 0-6-15,0 0 10 16,-9 48-1-16,9-40-16 16,0-4 14-16,0 0 4 15,0 0 20-15,0 0-22 0,0-4 5 16,0 12-10 0,0-4-13-16,0-3 15 0,0-2-14 15,9-3 18-15,10 0-20 16,3 0 0-16,3 0 0 15,2 0 24-15,20-16-5 16,6-12 19-16,-7-8-15 16,16-8-18-16,-15-4 7 15,-16-4-7-15,-3 3-10 16,0 1 1-16,-16 4-7 16,-12 8-25-16,0 4 35 15,0 8-7-15,-6 8 8 16,-35 4 10-16,-11 4-3 15,-10 8-7-15,-3 0 0 16,3 0-6-16,9 12 6 0,0 40-12 16,7 1 1-16,12 2 10 15,6-2 1-15,28-6 3 16,0-6-3-16,0-5 5 16,0-8-3-16,21-8-2 15,20-16 0-15,5 5-1 16,7-9-11-16,6 0 1 15,9 0 11-15,-9-17 8 16,-3-2-7-16,-10 2-1 16,-33 4-3-16,21 5-4 15,-28 8 7-15,-6 0-11 16,0 0-19-16,6 13 17 16,-6 15 13-16,13 5 23 15,14-2-4-15,-5 10-19 0,-9-5 7 16,39-8 0-16,-18-4-14 15,19-12-12-15,9-12-20 16,-37 0-78-16,37-12-36 16,-22-29-32-16</inkml:trace>
  <inkml:trace contextRef="#ctx0" brushRef="#br0" timeOffset="765.98">2912 8831 263 0,'0'0'343'0,"0"0"-314"0,0 0 56 0,0 0-19 0,0 0-28 15,0 0-4-15,254 192-9 16,-186-132-5-16,-21 13-1 16,-13 2 13-16,-16 5 7 15,-18 9 11-15,0-4-5 0,0-5 1 16,0-13-25-16,0-10-8 15,0-13-12-15,-6-12-2 16,6-4-20-16,0-4-44 16,-12-8-74-16,-35 1-198 15</inkml:trace>
  <inkml:trace contextRef="#ctx0" brushRef="#br0" timeOffset="14038.26">4570 9753 271 0,'0'0'133'0,"0"0"-75"0,0 0 34 0,0 0 2 16,0 0-15-16,0 0-22 16,0 0-33-16,0 0 17 15,0 4 11-15,0-4 8 16,0 0-23-16,0 0-2 16,0 4-20-16,0-4 8 15,0 0-8-15,0 0-10 16,0 0-1-16,0 0-3 0,0 0 2 15,0 0 1-15,0 0-5 16,0 0 5-16,0 4-4 16,0-4 10-16,-12 4-7 15,12 8 0-15,0-4-2 16,-6-4-2-16,6 4 4 16,0-8 10-16,0 0-7 15,0 0 9-15,-10 0-15 16,4 0 9-16,6 0-1 15,0 0-8-15,0 0 0 16,0 0 8-16,0 0-9 16,0 0 2-16,0 0-2 15,0 0 4-15,0 0-1 16,0 0-2-16,6-16 0 0,29-12 6 16,5-25-5-16,22 2 5 15,-3-14-2-15,21 6-5 16,-14 2 2-16,-11 6-2 15,-2 10-19-15,-13 8 9 16,-5 2 10-16,-17 11-5 16,-5 7 3-16,-7 13-19 15,3-3 0-15,-9-2-42 16,0-2-95-16,0 3-187 16</inkml:trace>
  <inkml:trace contextRef="#ctx0" brushRef="#br0" timeOffset="14671.28">4496 9219 403 0,'0'0'92'0,"0"0"-42"0,0 0 48 0,0 0-27 0,0 0-32 15,0 0-27-15,-6 9 20 16,6-1 17-16,0 3 24 16,28 6-14-16,-4 2 3 15,17 6-14-15,-7 7-17 16,12 4-7-16,1 1-15 16,21 10 15-16,-15-6-24 15,0-2 6-15,2 2-4 16,-14-5 2-16,-10 0 0 15,-3-8-4-15,-10-5 0 16,4-2 1-16,-16-9-1 16,0-4 0-16,1 0-5 15,-7-8-28-15,0 0-34 16,0 0-71-16,0 0-129 0,0 0-193 16</inkml:trace>
  <inkml:trace contextRef="#ctx0" brushRef="#br0" timeOffset="15419.95">5318 9925 220 0,'0'0'195'0,"0"0"-81"0,0 0-47 0,0 0-2 0,0 0-27 0,0 0-7 0,0 0-10 16,0 0-12-16,0 0 17 15,0 0 15-15,0 0 27 16,0 0-26-16,0 0 4 16,0 0-15-16,0 0 18 15,0 0-31-15,0 0-3 16,0 8-2-16,0 9-8 0,0 7 13 15,0 4-5-15,0 12 4 16,15-4-16-16,4 0 7 16,-4-4-7-16,-2-4 0 15,5-12 8-15,-12 1-7 16,4-9 7-16,-4-8-7 16,-6 0-2-16,6 0 8 15,7-5-9-15,8-31 2 16,13-8 16-16,-3 0-8 15,-3 0-9-15,0 4 0 16,-3-1-2-16,-3 5-14 16,3-3-14-16,-4 3-6 15,-2-5-35-15,3 17-26 16,-16 8-54-16,-6 12-26 0,0 4-151 16</inkml:trace>
  <inkml:trace contextRef="#ctx0" brushRef="#br0" timeOffset="16119.93">6167 9850 211 0,'0'0'380'0,"0"0"-326"0,0 0 26 0,0 0-10 0,0 0-23 16,0 0-32-16,-6 0 54 16,6 0-28-16,12 0-10 15,23 0 21-15,11 0-3 16,1 0-25-16,-1 0-17 16,-6 0 0-16,16 0-7 15,-15 0 0-15,-10 0-24 16,3 0-34-16,-6-8 18 15,-4-1-53-15,-14 5-109 16,-10-4-108-16</inkml:trace>
  <inkml:trace contextRef="#ctx0" brushRef="#br0" timeOffset="16440.14">6167 9850 93 0</inkml:trace>
  <inkml:trace contextRef="#ctx0" brushRef="#br0" timeOffset="16552.91">6167 9850 93 0,'16'-218'559'0,"43"215"-522"15,9-2 110-15,-3-2 76 16,-6 7-178-16,-19 0-35 16,-12 0-7-16,0 0 4 15,-9 0-14-15,9 0-43 0,-4 0-53 16,-2 0-147-16,-16 0-228 16</inkml:trace>
  <inkml:trace contextRef="#ctx0" brushRef="#br0" timeOffset="17202.24">7132 9496 317 0,'0'0'279'0,"0"0"-214"0,0 0 62 0,0 0 4 0,105 0-43 16,-59 0-13-16,1 0-22 0,-7 0-37 16,7 0-2-16,-13 0-9 15,0 0-5-15,-6 0-2 16,-3 0-18-16,3 0-34 16,-10 0-46-16,10 0-96 15,-3 5-98-15</inkml:trace>
  <inkml:trace contextRef="#ctx0" brushRef="#br0" timeOffset="18118.86">8406 8538 161 0,'0'0'590'0,"0"0"-538"0,0 0-5 0,0 0 13 0,0 0-53 0,0 0 35 15,-6 120-7-15,6-68-3 16,0 1 5-16,0 2-5 16,6-2-3-16,9 2-19 15,-15 2 8-15,0-5-16 16,0-4 7-16,0-8-9 16,0-7 7-16,0-6-7 0,0-7 1 15,0-4-1 1,0-4 2-16,0-7-5 0,0-5 4 15,0 0-5-15,0 0-3 16,0 0 0-16,0 0-10 16,0-8 7-16,0-12 10 15,13-5 4-15,21-2-4 16,0-1 10-16,13-5-12 16,-1-3 6-16,7 0-8 15,0 12-16-15,-7 8-1 16,-12 8 5-16,0 8-9 15,-15 0 5-15,3 0 1 16,-10 0 18-16,0 8 2 16,-2 16 10-16,-10 4-9 15,0 1 28-15,0 2-9 0,0 5-5 16,0 8 7 0,-22-3-6-16,-18-5-4 0,6-8-8 15,3-4-2 1,-4-12-3-16,-11 0-20 0,-1-4-74 15,-8-4-31-15,8 0-123 16,16-1-324-16</inkml:trace>
  <inkml:trace contextRef="#ctx0" brushRef="#br0" timeOffset="18783.77">7972 9676 390 0,'0'0'161'0,"0"0"-154"0,0 0 47 0,0 0-18 0,0 0 1 0,0 0 16 16,0-11 41-16,0 11 3 16,0 0 1-16,0 0 1 15,0 0-52-15,0 0-16 16,0 0-27-16,28 0 5 16,52 0-6-16,20 3 36 15,14-3-22-15,-2 0 15 16,9 0-7-16,18 0 3 15,-11 0-18-15,-8 0-10 16,-5 0-12-16,-28 0 6 16,-13 0-15-16,-21 8-28 15,0-3 6-15,-25 7-44 0,-22-1-79 16,-6 6-225 0</inkml:trace>
  <inkml:trace contextRef="#ctx0" brushRef="#br0" timeOffset="19618.86">8328 10207 207 0,'0'0'121'0,"0"0"65"0,0 0-60 15,0 0-52-15,0 0-23 16,0 0 19-16,-21 0 2 16,15 0-10-16,6 0-1 15,-7 0-11-15,7-17-7 16,0 9-28-16,0-8-8 15,0 0-4-15,0-4 22 0,13 4-25 16,15 8 8-16,-16 4-8 16,16 4-5-16,-16 0-3 15,-5 0-2-15,-1 4 8 16,0 20-2-16,-6 20 2 16,0 4-25-16,0 12 22 15,-6 12-25-15,-53 5 2 16,-3-5 24-16,15 0 4 15,1-16 4-15,12-7-2 16,21-13 12-16,7-16-3 16,6-4-11-16,0-8-4 15,12-8 0-15,35 0 4 0,15 0 22 16,3 0 7-16,10-8-9 16,-1 0 1-16,-15 0 5 15,3 0-20-15,-31 8-6 16,-9 0-17-16,-10 0-33 15,-6 0-48-15,0 8-105 16,-6 16-74-16,0-1-171 16</inkml:trace>
  <inkml:trace contextRef="#ctx0" brushRef="#br0" timeOffset="20265.43">8821 10664 456 0,'0'0'105'0,"0"0"-103"0,0 0 5 0,0 0-7 16,0 0 0-16,0 0 27 15,69-36 66-15,-45 8-21 0,11-5 14 16,-17-3-1-16,-2 0-40 15,-10 0-40-15,-6 0 3 16,0 12-4-16,0-1-4 16,-13 2 0-16,-42 10-20 15,2 13 0-15,0 0 14 16,1 0-6-16,-4 36 24 16,-3 21-11-16,12-1 25 15,7 8-10-15,28-15 6 16,-4-10-1-16,16-14-17 0,0-9-3 15,0 4-2-15,40-17-13 16,16-3 13-16,16 0-11 16,2 0 12-16,0 0-4 15,-9 0-2-15,-12-8 5 16,-13 8-19-16,-5 0 1 16,-8 0-18-16,-8 0 10 15,3 33 27-15,3-1 17 16,-10 0-9-16,10-5-4 15,9-6-4-15,-6-14-12 16,3-7-60-16,3 0 2 16,-12 0 8-16,-10 0-135 15</inkml:trace>
  <inkml:trace contextRef="#ctx0" brushRef="#br0" timeOffset="21314.45">9984 9869 669 0,'0'0'192'0,"0"0"-191"0,0 0 77 0,0 0-43 15,0 0-7-15,0 0-13 0,242 0 5 16,-189-4-10-16,-7-3 11 16,-12 2 3-16,-9 5-15 15,-9 0-4-15,-10 0-5 16,-6 0-20-16,0 0-43 16,0 0-20-16,0 0-74 15,0 0-138-15</inkml:trace>
  <inkml:trace contextRef="#ctx0" brushRef="#br0" timeOffset="21594.32">9984 9869 655 0</inkml:trace>
  <inkml:trace contextRef="#ctx0" brushRef="#br0" timeOffset="21715.31">9984 9869 655 0,'13'-257'78'15,"61"257"60"-15,0 0 19 0,13 0 76 0,6 0-204 16,-40 0-25-16,-13 0-4 16,-6 0-18-16,-6 0-14 15,-21 0-41-15,-7 0-115 16,0 0-396-16</inkml:trace>
  <inkml:trace contextRef="#ctx0" brushRef="#br0" timeOffset="24161.75">11094 9704 41 0,'0'0'407'0,"0"0"-324"0,0 0 5 0,0 0-17 16,0 0-14-16,0 0 15 15,0 0 10-15,0 8-22 16,0-8 7-16,0 0 5 16,0 0-14-16,0 0-33 15,0 0 3-15,0 0-16 0,6 0-2 16,7 0 8-16,9 0 3 16,12 0 5-16,-3 9-7 15,24-1 13-15,11 5-18 16,-4-10-5-16,3 5-4 15,3-4-6-15,-15 0 1 16,-1-4 0-16,-18 0-11 16,-21 0-19-16,-4 0 0 15,-9 4-43-15,0 0-26 16,-22 5-309-16</inkml:trace>
  <inkml:trace contextRef="#ctx0" brushRef="#br0" timeOffset="25178.74">12198 9873 340 0,'0'0'242'0,"0"0"-184"0,0 0 20 0,0 0-21 0,0 0-26 16,0 0 13-16,0 0-4 16,0-15 11-16,0 15 1 15,12 0 40-15,7 0-29 16,9 0-15-16,12 0-7 16,19 0 8-16,16 0-27 15,24 0 9-15,16-8-19 16,18 0-9-16,10-1 3 15,-4 5-5-15,1 4-1 16,-19 0-4-16,-7 0 3 16,-21 4-13-16,-28 21 0 0,-12-2-12 15,-13 2-4-15,-18-9-20 16,-16-5-37-16,-6-6-136 16,0-5-282-16</inkml:trace>
  <inkml:trace contextRef="#ctx0" brushRef="#br0" timeOffset="38150.96">13159 8542 142 0,'0'0'281'0,"0"0"-181"0,0 0 16 0,0 0-41 15,0 0-30-15,0 0-10 0,0 0-7 16,0-12-18-1,0 12 23-15,0 0 38 0,0 0-4 16,0 0 7-16,0 0-36 16,0 0-17-1,0 0-16-15,0 0-4 0,0 0-1 16,0 0 4-16,0 0-4 16,0-5 1-16,0 5 14 15,0 0-7-15,0 0 7 16,0 0-10-16,0 0 10 15,0 0-15-15,0 0 4 16,0 0-4-16,0 0-5 16,0 17 5-16,0 7 0 0,0 4-3 15,0 8 8-15,0 8-2 16,-28 4-3-16,-9 12-1 16,9-4-2-16,-12-4 2 15,21-7 0-15,-2-5-11 16,2-4 7-16,-3-8-9 15,-2-3 12-15,8-2-14 16,-3-2 15-16,-15 2-28 16,22 2-37-16,-10-6 14 15,4-2 12-15,18-9 25 16,0-8 3-16,0 3 2 16,0-3-45-16,0 0 23 15,31 0 14-15,9 0 15 0,10 5 3 16,-13-2 1-16,12-3-1 15,-18 0-1-15,16 0-3 16,-7 0-28-16,-6 0 30 16,-6 0-19-16,-3-19 14 15,-3-6-35-15,3-3-61 16,-16 0-18-16,9 9 71 16,-11 2 50-16,8 6 11 15,-15 6 18-15,0-7 4 16,0 0-33-16,0 0-13 15,0-4-8-15,0 4 17 16,0 4 4-16,0 0 4 16,0 8-3-16,-22-4 44 0,22 0-38 15,-6 4 37-15,6 0 29 16,0 0-16 0,0 0-19-16,0 0-3 0,0 0-7 15,0 0-7-15,0 0 27 16,0 0 10-16,0 4-30 15,0 13-27-15,0 2 9 16,-12 5-4-16,3 5 5 16,2 2 4-16,-11 5-1 15,-4 0 4-15,16 0 11 16,-7 5 8-16,1-2-12 16,-4 2 0-16,10 3-19 15,-6 1 6-15,12 2-10 16,-6-6-1-16,-4-5-1 0,4-5 0 15,0-6-1-15,6-14 7 16,0-3-14-16,0-3 3 16,0-5-27-1,6 0-78-15,16-13-121 0</inkml:trace>
  <inkml:trace contextRef="#ctx0" brushRef="#br0" timeOffset="43113.25">12049 10564 186 0,'0'0'200'0,"0"0"-91"0,0 0 3 0,0 0-35 16,0 0-19-16,0 0-35 15,0 0 19-15,0 0-13 16,0 0 5-16,0 0 32 15,0 0-20-15,0 0 21 16,0 0-25-16,0 0-11 16,0 0-13-16,0 0-14 15,0 0 2-15,0 0-3 16,0 0 5-16,0 0-6 16,0 0 19-16,0-5-11 15,0-7 15-15,0 0-20 16,0 0 14-16,0 0-11 0,0-4-5 15,28-8-3-15,-9 0-4 16,-4 0 4-16,4 12 1 16,-13-4 3-16,10 3 2 15,-10 10-12-15,0-5 6 16,-6 8-3-16,6 0-3 16,-6 0 3-16,6 0 1 15,1 0 4-15,2 0-4 16,-3 0 1-16,-6 0-5 15,6 0 0-15,0 0 6 16,1 0-6-16,5 11 6 16,-3 10 5-16,-9-1-4 0,0 11-2 15,0 2 4-15,0 15-1 16,0-8 2-16,-9 8-6 16,-28 1 2-16,3-2 0 15,-7-6 8-15,7-5-7 16,0-4-1-16,-6 0 6 15,0-4-14-15,-1 0 4 16,-5 0 1-16,-1 0 2 16,1-4-3-16,12-8-23 15,9-12 11-15,19-4 15 16,6 0 0-16,0 0 0 16,0 0-13-16,0 0-3 15,0-4-9-15,0 0 26 16,12 4-8-16,16 0 8 15,-9 0 18-15,15 0 16 0,0 0-8 16,6 0-14 0,-15 4 5-16,15 5-15 0,1-1-1 15,-1 3 5-15,-6 1-9 16,-9 4 3-16,3-3-1 16,-10-9-5-16,4-4 1 15,-3 0-11-15,-4 0-27 16,4-28 15-16,2-21-63 15,-8-7-22-15,-7 8-101 16,-6 12-161-16</inkml:trace>
  <inkml:trace contextRef="#ctx0" brushRef="#br0" timeOffset="43902.28">12657 10868 327 0,'0'0'135'0,"0"0"-121"0,0 0 1 16,0 0-8-16,0 0 0 15,0 0 12-15,0 0 50 0,0 0 23 16,0 0 6-16,0 0-7 15,0 0-14-15,0 0-48 16,0 0-23 0,0 0 9-16,0 0-10 0,0 0 18 15,0 0 0-15,0 0 31 16,0 0-20-16,0 0-7 16,0 0-11-16,0 0-15 15,0 0-1-15,0 0 10 16,0 0-11-16,0 0 3 15,0 0-3-15,0 0 1 16,0 0-2-16,0 0-36 0,0 0-66 16,0-4-147-16,0 0-493 15</inkml:trace>
  <inkml:trace contextRef="#ctx0" brushRef="#br0" timeOffset="57883.54">13181 11016 258 0,'0'0'122'0,"0"0"-3"0,0 0-26 0,0 0-39 16,0 0-45-16,0 0 13 16,0 0-1-16,0 0 23 0,0 0 0 15,0 0 16-15,0 0 7 16,0 0-18-16,0 0-1 15,0 0-28-15,0 0-1 16,0 0-16-16,0 0-3 16,0 0 4-16,0 0 8 15,0 0 8-15,0 0 6 16,0 0-3-16,0 0 2 16,0 0-3-16,0 0-18 15,0 0 17-15,0 0-20 16,0 0 20-16,0 0-19 0,0 0 1 15,0 0 5-15,0 0 8 16,0 0 5-16,0 0-9 16,-16 0 15-16,-2 0-22 15,-4 0 6-15,-9-12-10 16,9 1 8-16,-12-2-9 16,16 9 0-16,-16-4 1 15,21-3 0-15,-8 11-1 16,2-13 2-16,-9-7-12 15,16 0 4-15,-10-4 1 16,3-4-4-16,-2 4 2 16,8 4 3-16,-5-5 4 0,2 6-1 15,16-6 2-15,-6 2-3 16,6-13-10-16,0-5 11 16,0 2-11-16,0-10 6 15,0 9-18-15,6 8 2 16,10 0-4-16,2 8 3 15,4 8 8-15,-10 8-11 16,1 4-3-16,2 4-63 16,-2 0-60-16,-7 0-125 15</inkml:trace>
  <inkml:trace contextRef="#ctx0" brushRef="#br0" timeOffset="58983.34">13200 10636 345 0,'0'0'205'0,"0"0"-127"0,0 0 32 0,0 0-27 0,0 0-25 16,0 0 23-16,0 0-28 15,0 0-20-15,0 0-6 16,6 0 13-16,16 0-13 0,18 0 4 16,13 0-10-1,-7 0-12-15,7 3 15 0,-1-3-21 16,-2 0 4 0,-3 0-2-16,-23 0-10 0,23 0 0 15,-19 0-8-15,6 0-10 16,0 0-28-16,-15-11-67 15,-13-2-156-15,-6 13-370 16</inkml:trace>
  <inkml:trace contextRef="#ctx0" brushRef="#br0" timeOffset="59766.11">13975 10980 47 0,'0'0'454'0,"0"0"-391"0,0 0-14 0,0 0 26 15,0 0-36-15,0 0 23 16,0 5-11-16,0-5-3 15,0 0 2-15,0 0 7 0,0 0-2 16,0 0-22-16,0-5 10 16,0-18-37-16,0-2 13 15,0-11-11-15,0-5 7 16,0-3-14-16,0-7 7 16,0-9-8-16,0-1-1 15,12 5-7-15,-3 8-4 16,4 12 10-16,-7 8-12 15,0 19 12-15,-6 1-15 16,0 1 14-16,0 7-3 0,0-4-52 16,0 0-58-16,0-4 37 15,0 0 58 1,0 8-25-16,0 0 46 0,0 0 5 16,0 0 36-16,-12 24-35 15,-16 16-6-15,-12 1-27 16,-1 2-24-16,10-6-9 15,-3-9-48-15,13-5 16 16,8-2 43-16,7-6 14 16,6-7 29-16,0-8-75 15</inkml:trace>
  <inkml:trace contextRef="#ctx0" brushRef="#br0" timeOffset="60432.09">14241 10282 381 0,'0'0'147'0,"0"0"-111"0,0 0 17 0,0 0 11 15,0 0-27-15,0 0 0 0,97 33-9 16,-73-17-26-16,4 4 20 16,-9 0 21-16,3 4 16 15,-10 4-34-15,0 8 8 16,4 0-8-16,-16 0 10 16,0 8-20-16,0 4-6 15,0 1 5-15,0-2-9 16,0 9 41-16,0-3-26 15,0-5-2-15,-22-3-13 16,4-9 3-16,2-8-8 0,10-9-6 16,-13-2-17-16,13-9-13 15,-3 0-11-15,3-8-40 16,-1 0-27-16,7 0-12 16,0 0-134-16</inkml:trace>
  <inkml:trace contextRef="#ctx0" brushRef="#br0" timeOffset="61663.63">14762 9961 387 0,'0'0'144'0,"0"0"-124"0,0 0 31 0,0 0-5 15,0 0-19-15,0 0 28 16,-6 0 3-16,6 0-5 16,0 0 55-16,0 0-40 0,0 0-12 15,0 0-34-15,6 0 11 16,22 0-16-16,0 0 7 16,6 0-14-16,3 0 5 15,4-3-3-15,5-2-2 16,-5 5-10-16,-7 0 4 15,6 0-8-15,-12 0 4 16,-9 0-4-16,2 0-19 16,-15 0 4-16,1 0-29 15,-7-3-66-15,0-2-104 16,0-7-104-16</inkml:trace>
  <inkml:trace contextRef="#ctx0" brushRef="#br0" timeOffset="62331.24">14731 9769 76 0,'0'0'334'0,"0"0"-292"0,0 0 58 0,0 0-2 0,0 0-5 16,0 0 5-16,72 0 25 15,-51 0-50-15,7 0 17 16,3 0-52-16,-3 0-2 16,6 0-13-16,-9 0-9 0,9 0-8 15,0 0-1 1,-6 0-10-16,3 0-10 0,3 0-5 16,-21-8-27-16,15 0-73 15,-22 0-163-15</inkml:trace>
  <inkml:trace contextRef="#ctx0" brushRef="#br0" timeOffset="66677">16282 9283 296 0,'0'0'307'0,"0"0"-228"0,0 0-18 0,0 0-31 0,0 0-10 16,0 0 47-16,0 0 6 16,6 0-52-16,-6 0 15 15,0 0-19-15,6 0 24 0,-6 0 5 16,0 0-8-16,0 0-18 15,0 0-2-15,0 0 1 16,0 0-10-16,0 0 10 16,0 0-13-16,0 0 5 15,0 0-5-15,0 0 0 16,0 0-6-16,0 0 3 16,6 0 4-16,0 0-7 15,10 0-1-15,3 0 1 16,21 0 5-16,6 0-4 15,1 0 14-15,9 0-13 16,-4 0-4-16,-11 0-8 0,-7 0 6 16,-9 0 2-1,-4 0-19-15,-21 0 12 0,13 0-26 16,-13 0-15-16,0 0-108 16,6 0-136-16</inkml:trace>
  <inkml:trace contextRef="#ctx0" brushRef="#br0" timeOffset="67675">17271 8622 133 0,'0'0'258'0,"0"0"-194"0,0 0 23 0,0 0-19 0,0 0-16 16,0 0 11-16,18-104 26 15,-8 100 11-15,-10-4-18 16,0 8-26-16,0 0 9 0,0 0-36 15,0 0-13-15,0 0-16 16,0 19 2-16,0 22-2 16,0 7 6-16,0 12 8 15,0 1-12-15,0 3 9 16,-22 0-10-16,10-1-2 16,5-2 2-16,-2-5-2 15,9-7 1-15,0-10-18 16,0-11 13-16,9-7-26 15,16-9-14-15,9-9 5 16,-6-3 21-16,-3 0-9 16,3 0 11-16,-9 0 7 15,-4 0-14-15,-3 0 15 0,-12 0-37 16,13-7 15-16,-7-6 5 16,3-11 24-16,-9 1-31 15,7-2 3-15,-7 5 21 16,0 4 9-16,0 8-1 15,0-4 2-15,0 8 3 16,0-4-2-16,0 4-2 16,0 1 3-16,0-2 2 15,0 5 12-15,0 0 23 16,0 0-4-16,0 0 28 16,0 0-14-16,0 0-34 15,0 24-4-15,0 8 4 16,-7 8 18-16,-8 0 2 0,15 1-16 15,0 6-9-15,0 2-2 16,0 2-9-16,0 2 7 16,0-9-4-16,0-3-3 15,0-18-11-15,0-2-48 16,0-18-26-16,0-3-128 16,0 0-63-16</inkml:trace>
  <inkml:trace contextRef="#ctx0" brushRef="#br0" timeOffset="68442.25">16607 9861 156 0,'0'0'485'0,"0"0"-422"0,0 0-1 0,0 0 4 0,0 0-30 15,0 0 12-15,0 0 13 16,0 0-21-16,0 0 2 16,0 0-5-16,0 0-13 15,0 0-20-15,16 0 3 16,30 0 17-16,13 0 0 16,16 0 4-16,11 0-12 15,23 0 12-15,3 0-20 16,8 0 13-16,-5 0-17 0,-16 0 10 15,-6 0-12 1,-6 0-1-16,-25 0-2 0,-3 0-4 16,-12 0 2-16,-13 8-20 15,-9-4 11-15,-4-4-20 16,-14 0 12-16,-1 0-35 16,-6 0-70-16,0 0-86 15,0-4-242-15</inkml:trace>
  <inkml:trace contextRef="#ctx0" brushRef="#br0" timeOffset="71739.16">16322 10551 390 0,'0'0'137'0,"0"0"-47"16,0 0 15-16,0 0-54 0,0 0-3 16,0 0 7-16,0 0 9 15,0-8-40-15,0 8 13 16,0 0 5-16,0 0 2 15,0 0-4-15,12 0-17 16,-5 0 5-16,8 0-18 16,4 0 8-16,15 0-7 15,0 0 5-15,12 0-13 16,1 0 1-16,-7 0-3 16,-9 0 2-16,-3 0-3 0,-6 0-15 15,-10 0 1 1,7 0-53-16,-4 0-61 0,4 0-116 15,-7 0-175-15</inkml:trace>
  <inkml:trace contextRef="#ctx0" brushRef="#br0" timeOffset="72539.28">17063 10418 363 0,'0'0'287'0,"0"0"-252"0,0 0 34 0,0 0-35 0,0 0-19 0,0 0 15 16,40 0 38 0,-12 0-25-16,3-7 7 0,10-14-8 15,5 5-9-15,10 1 0 16,-10 7-24-16,-5 0 10 16,-1 3-18-16,-28 5-1 15,7 0-12-15,-19 0-11 16,0 16 21-16,0 29 2 15,0 3 0-15,-19 16-17 16,-8 0 4-16,-20 8-14 16,1 0 20-16,27-8 7 15,-9-7 21-15,16-12-19 0,12-18 8 16,0-7-10 0,0-8-8-16,18-7 8 0,35-5 3 15,15 0 13 1,7 0 2-16,-17-17 19 0,-5 9-18 15,-13-4-1-15,-5 4-14 16,-14 4-4-16,-21 0-15 16,0 0-33-16,0 4-45 15,0 0-135-15,0 0-198 16</inkml:trace>
  <inkml:trace contextRef="#ctx0" brushRef="#br0" timeOffset="73320.88">18325 10171 256 0,'0'0'175'0,"0"0"-78"0,0 0 7 0,0 0-13 0,0 0-1 16,0 0-3-16,0-5-38 0,0 1-7 15,22 4 45-15,18-8-35 16,0 8-15-16,1 0-22 15,-1 0 0-15,6 0-12 16,1 0-2-16,-19-4-2 16,9 0-12-16,-3-4 0 15,-12 0-8-15,-10 0 12 16,7-8-18-16,-19 0 2 16,0 4-43-16,0-5-23 15,0-2-124-15,-31 2-150 16</inkml:trace>
  <inkml:trace contextRef="#ctx0" brushRef="#br0" timeOffset="73604.12">18341 9842 638 0,'0'0'41'0,"0"0"69"15,0 0 30-15,0 0-52 16,0 0 8-16,0 0-45 0,151 0-20 16,-116 0-15-1,11 0 3-15,1 0-15 0,-1 0-8 16,10-13-3-16,-25-7-18 15,3-4-66-15,-18 0-193 16</inkml:trace>
  <inkml:trace contextRef="#ctx0" brushRef="#br0" timeOffset="78583.08">19683 9693 69 0,'0'0'354'0,"0"0"-278"0,0 0-2 0,0 0 20 0,0 0-38 15,0 0 3-15,0 0 31 16,0 0-32-16,0 0-12 15,0 0-17-15,0 0 20 16,0 0-27-16,0 0-2 16,0 0-2-16,0 0-15 15,0 0-3-15,-18 0 0 16,8 4-2-16,-2-4 2 16,-1 4 0-16,13-4 1 15,0 0 12-15,0 0-6 16,0 0 2-16,0 0-9 15,0 0-1-15,0 0 0 16,0 0-4-16,19-12 5 16,15-4 0-16,6 4 8 0,1 4-3 15,5 4-1-15,1 4-4 16,-1 0 0-16,-5 0 1 16,-7 0 4-16,0 16-10 15,0 8-3-15,-22-1 2 16,7 10-16-16,-19 15 15 15,0 9 6-15,0 7-5 16,-40 8 3-16,-19-8-13 16,6 0 10-16,-3-4-5 15,19-8 10-15,-3-7 2 16,-1-9-3-16,13-8 2 16,10-9 0-16,9-2 0 0,-4-6 1 15,13-3-4 1,0-3 6-16,0-5-6 0,0 0 3 15,0 0 0-15,40 0 13 16,13 0 25-16,3-5-11 16,3-6-11-16,-6-1-2 15,-7-1-14-15,-6 10 5 16,-12-2-2-16,13-3-6 16,-17 8-13-16,-8-3-2 15,-4 3-59-15,-12 0-36 16,0 0-183-16</inkml:trace>
  <inkml:trace contextRef="#ctx0" brushRef="#br0" timeOffset="83063.55">17606 6773 530 0,'0'0'139'0,"0"0"-20"0,0 0 27 0,0 0-55 0,0 0-48 15,0 0-3-15,0 0-17 16,6-12-2-16,0 12 20 15,-6 0 0-15,0 0 11 16,0 0-26-16,0 0 14 16,0 0-36-16,0 0-4 15,6 0-4-15,0 4-3 0,-6 16 7 16,28 4 0-16,0 12 0 16,3 8 8-16,3 17-10 15,1 3 6-15,-1 0-2 16,-16-12 2-16,10 0 0 15,-15-12-4-15,8-16 0 16,-15-4-4-16,1-15 8 16,-1 3-10-16,-6-8 8 15,0 0-10-15,0 0 9 16,0 0-3-16,0 0 4 16,0 0 6-16,0-21-8 0,0-22 3 15,0-9 9 1,28-12-9-16,3-17 5 0,3-3-5 15,6-8-6 1,0 7 0-16,-12 13-8 0,3 19-1 16,-9 22-1-16,-16 11-6 15,7 20-2-15,-13 0 10 16,0 0-26-16,15-4-15 16,4-5-127-16,9 9-76 15,6 0-28-15</inkml:trace>
  <inkml:trace contextRef="#ctx0" brushRef="#br0" timeOffset="83729.36">18834 7423 56 0,'0'0'190'0,"0"0"-147"0,0 0 91 0,0 0-8 0,0 0-56 15,0 0-28-15,0 24 5 0,0-24 5 16,0 0-5-16,0 0 30 16,0 0-3-16,0 0 23 15,0 0-12-15,0 0-20 16,0 0-31-16,0-20-13 15,-7-8-10-15,-33-8-4 16,0 0 6-16,-1-12 0 16,10 4 24-16,3-9-28 15,10 1 11-15,18-12-20 16,0 0 1-16,0-8 2 16,18-13-6-16,51 1-10 0,-10 8-25 15,0 12-32 1,-13 24-19-16,-6 16-41 0,-6 16-92 15,-12 8-93 1</inkml:trace>
  <inkml:trace contextRef="#ctx0" brushRef="#br0" timeOffset="84613.26">19382 6645 341 0,'0'0'232'0,"0"0"-138"0,0 0-12 0,0 0-26 16,0 0-31-16,0 0 6 0,0 0 44 16,0 0-16-16,0 0 28 15,13 0-34-15,-4 0-14 16,3 0-26-16,7-5-6 15,15-3-6-15,0-3-1 16,13 11 0-16,-1 0-6 16,-12 0-8-16,-9 0-20 15,-3 11 10-15,-16 30 7 16,-6 7 12-16,0 12-3 16,-28 12-14-16,-37 5 14 0,-9-5 8 15,2 4 5 1,10-24 7-16,28-19 1 0,3-6-9 15,31-15-8-15,0-7-4 16,0-5-6-16,13 0-6 16,27 0 20-16,13 0 28 15,-1 0-2-15,4 0 1 16,-3 0-12-16,-7 0 10 16,-11 0-17-16,5 0 5 15,-9 0-13-15,-3-13-3 16,0 9-23-16,-4-4-50 15,17 8-48-15,-29 0-152 16,10 0-305-16</inkml:trace>
  <inkml:trace contextRef="#ctx0" brushRef="#br0" timeOffset="85496.77">20099 6994 213 0,'0'0'68'0,"0"0"87"0,0 0-14 0,0 0-44 15,0 0-28-15,0 0 11 16,6 0-29-16,-6 0-20 16,6 0-18-16,-6 0 6 15,0 0-11-15,22 0 24 16,-16 0 7-16,13 8-9 15,8 8-17-15,-8-4-9 16,9 0-1-16,-16 4 0 0,22 4 0 16,-21 1-1-16,-7 10 22 15,10 10-2-15,-16-5-4 16,0 8 4-16,0-5-21 16,0 9-1-16,-16 1 2 15,-9-1-4-15,-9 0-17 16,6-3 9-16,3-6-53 15,4-11-24-15,8-8-130 16,1-15-305-16</inkml:trace>
  <inkml:trace contextRef="#ctx0" brushRef="#br0" timeOffset="87043.12">22055 6537 293 0,'0'0'242'0,"0"0"-150"0,0 0 24 0,0 0-23 0,0 0-30 16,0 0 3-16,0 0-19 15,-12 0-20-15,12 0 5 16,0 0-14-16,0 0 6 16,0 0-20-16,0 0 11 15,0 0 4-15,0 8 6 16,0-8-1-16,0 0-8 15,0 0 3-15,0 0-13 16,0 0 11-16,0 0-10 0,0 0 1 16,0 4-8-16,0 12 0 15,0 0 0-15,34 12 7 16,0-5-7-16,-3 2 3 16,-3 7-6-16,12 4 1 15,-12 0 0-15,-9 9 2 16,-13 7-3-16,-6 7 8 15,0 2-5-15,0-5 2 16,-19 0-2-16,-9-16-1 16,4 1-14-16,-4-18 9 15,6-10-24-15,-25 7-9 16,7 4-81-16,-25 7-171 16</inkml:trace>
  <inkml:trace contextRef="#ctx0" brushRef="#br0" timeOffset="189338.99">4409 12372 228 0,'0'0'146'0,"0"0"-15"0,0 0-16 16,0 0-27-16,0 0-18 15,0 0 18-15,0 0-40 16,0 0-25-16,0 0 0 15,0 0-2-15,0 0 16 16,0 0-24-16,0 0 13 16,0 0-20-16,0 0 32 0,0 0-31 15,0 0 18-15,0 0-11 16,0 0-8-16,0 0 10 16,0 0-1-16,0 0 6 15,0 0-4-15,0 0 0 16,0 0-8-16,0 0-4 15,0 0-3-15,0 0 4 16,0 0-6-16,0 0 0 16,0 0-4-16,-6 0 9 15,-22 0-15-15,9 0 4 16,-8 0 4-16,2 16 4 16,-3 12-7-16,-6-4 7 15,9 12-2-15,3-8 3 16,10 8 2-16,-1-8-6 15,7 5 2-15,-3-5-2 0,3 0 1 16,6 8-5-16,0-4 2 16,0 0-2-16,0 12 2 15,15-4 0-15,16-3 0 16,3-1 0-16,0-5-3 16,-9 5 7-16,-3 5-11 15,6-9 14-15,-10 16-4 16,1-9 0-16,-3 2 1 15,-4 3-1-15,0 1 0 0,-2 2-6 16,-4 9 8 0,-6 1-4-16,0-9 2 0,0 4-4 15,0-4 5-15,-16 0-1 16,-8-8 0-16,2-7-3 16,-3-6-9-16,-3-15-27 15,16 4-42-15,-16-7-104 16,9-9-136-16</inkml:trace>
  <inkml:trace contextRef="#ctx0" brushRef="#br0" timeOffset="189905.36">4170 13243 223 0,'0'0'156'0,"0"0"-21"0,0 0-30 0,0 0-41 16,0 0 26-16,0 0-4 0,0 0-18 16,0 0-13-1,0 0-13-15,0 0 20 0,0 0-33 16,19 0-8-16,3-13-15 15,9 1 1-15,3-8-7 16,19-4-1-16,2 0-9 16,-2 4-4-16,-6 4-42 15,-7 4-73-15,-12 0-131 16</inkml:trace>
  <inkml:trace contextRef="#ctx0" brushRef="#br0" timeOffset="190654.64">5011 13387 542 0,'0'0'61'0,"0"0"15"0,0 0 25 0,0 0-36 16,0 0 24-16,0 0-43 15,0 0 11-15,0 0-28 16,-7-13 9-16,-17-10-16 0,2-10 2 16,-6-3-18-1,9-8-3-15,7-12-3 0,3 7 0 16,9-6 0-1,0 10-16-15,0 1 11 0,0 13-26 16,0 6 4-16,0 6-27 16,9 2-29-16,16-2-87 15,-10-6-60-15</inkml:trace>
  <inkml:trace contextRef="#ctx0" brushRef="#br0" timeOffset="191469.58">5414 12894 398 0,'0'0'200'0,"0"0"-149"0,0 0 49 0,0 0-66 16,0 0-6-1,0 0 21-15,-10 0 26 0,10 0-22 16,0 0-24-16,0 0 5 16,0 0-16-16,0 0 6 15,0 0-21-15,0 0 9 16,10 0-11-16,15 0 5 15,-10 0-6-15,4 0-13 16,2 0-1-16,-2 11 14 16,-7 6 1-16,4-2 3 15,-10 6-3-15,-6 2 2 16,0 6 12-16,0-1-12 0,0 12 7 16,-22-4 7-1,10-12-8-15,6-8-1 0,0-8-7 16,6-8 1-16,0 0-2 15,0 0-2-15,0 0-25 16,0 0 12-16,24 0 15 16,23-4 15-16,-7-4 2 15,16-9-13-15,-19 10 6 16,-3-1-7-16,0 8-6 16,-21 0-16-16,15 0 1 15,-16 0-43-15,-6 0-23 16,-6 0-74-16,16 0-11 15,-16 0-80-15</inkml:trace>
  <inkml:trace contextRef="#ctx0" brushRef="#br0" timeOffset="192036.83">5987 12733 386 0,'0'0'192'0,"0"0"-111"0,0 0 15 0,0 0-28 16,0 0-45-16,0 0 74 15,75 20-47-15,-50 5-19 0,15 2-13 16,-12 1-8-16,0 12 17 16,-16 4-21-16,-6 13 25 15,-6 7-12-15,0 16 15 16,0-16-29-16,0 0 7 15,0-8-12-15,-6-20-1 16,6-12-3-16,0-12-23 16,0-4 0-16,0-8-77 15,0 0-113-15,0 0-161 16</inkml:trace>
  <inkml:trace contextRef="#ctx0" brushRef="#br0" timeOffset="192704.84">6784 13138 167 0,'0'0'424'0,"0"0"-329"0,0 0 2 0,0 0 21 0,0 0-73 15,0 0-4-15,25-8 10 16,9 8-8-16,7 0-13 15,-1-4-23-15,6-4 13 16,-5 8-20-16,-1-4 6 0,-21 0-3 16,8-4-6-1,-14 8-21-15,2 0-34 0,-8-8-10 16,11-8-21-16,-18 7-33 16,0-6-11-16,0 11-119 15,-6-8-146-15</inkml:trace>
  <inkml:trace contextRef="#ctx0" brushRef="#br0" timeOffset="192876.97">6784 13138 113 0</inkml:trace>
  <inkml:trace contextRef="#ctx0" brushRef="#br0" timeOffset="192969.6">6784 13138 113 0,'-28'-252'464'0,"41"252"-359"0,15 0 72 0,6 8 33 16,6-8-210-16,-9 0-2 16,3 0-32-16,0 0 15 15,13-25-23-15,-13-7-67 16,-15-4-141-16</inkml:trace>
  <inkml:trace contextRef="#ctx0" brushRef="#br0" timeOffset="195367.81">7625 12937 364 0,'0'0'218'0,"0"0"-111"0,0 0-4 0,0 0-2 0,-7 0-71 16,7 0-8-16,0 0-8 16,0 0 5-16,0-4 19 0,13 4 31 15,21 0-19-15,6 0-19 16,7 0 7-16,-1 0-37 16,16 0 16-16,-15 0-11 15,18 0-12-15,-3 0-4 16,-9 0-6-16,-13 0-11 15,0 0-12-15,-15 0-28 16,3 0-57-16,-16 0-176 16</inkml:trace>
  <inkml:trace contextRef="#ctx0" brushRef="#br0" timeOffset="197350.16">8769 12629 481 0,'0'0'227'0,"0"0"-225"0,0 0 53 16,0 0 36-16,0 0-10 15,0 0-24-15,99-53 2 16,-53 45-21-16,7 5-7 16,9-2-1-16,-15 5-6 0,-7 0-19 15,-12 0-5-15,-22 0-10 16,0 8-12-16,-6 41 19 16,0 15 6-16,-12 12 10 15,-44 4-12-15,3-3-1 16,13-17 9-16,6-1-8 15,15-14 0-15,7-21 7 16,12 7-14-16,0-14 10 16,0-5-8-16,25-8-10 15,27 4 14-15,4-4 1 16,3-4 7-16,-6 0 1 0,3 0-6 16,-4 0 8-16,-5 0-10 15,-1-4-2-15,-18-8-28 16,13-9-19-16,-10 10-103 15,-10-1-252-15</inkml:trace>
  <inkml:trace contextRef="#ctx0" brushRef="#br0" timeOffset="198080.87">9376 11995 514 0,'0'0'64'0,"0"0"-24"0,0 0 55 0,0 0-19 15,0 0 3-15,0 0 21 16,53 0-61-16,-31 0-6 16,-16 0 22-16,13 0-18 0,2 0-15 15,-8 0-21-15,8 0 10 16,-8 0-11-16,-7 8-4 16,0 17-12-16,-6 14 16 15,0 13 0-15,0 9 5 16,-18 3-5-16,-10-12 8 15,0-12-8-15,15-8 3 16,13-12 0-16,0-8-1 16,0-12-4-16,0 0-20 15,41 0 14-15,27 0 8 16,3 0 15-16,-2-17-15 16,-4-2-7-16,-10 7 1 15,-30 4-71-15,-3 8-61 0,-22 0-197 16</inkml:trace>
  <inkml:trace contextRef="#ctx0" brushRef="#br0" timeOffset="211187.89">10400 13222 467 0,'0'0'127'0,"0"0"-74"0,0 0 36 0,0 0-41 0,0 0-9 0,0 0 24 16,0 0-2-1,0 4-34-15,0 0 17 0,0-4-2 16,0 0 1-16,0 0-22 16,0 0-4-16,0 0 10 15,0 0-23-15,0 0 11 16,0 0-8-16,6 0 13 16,-6 0 3-16,0 0 6 15,0 0-15-15,0-23-4 16,0-18 7-16,0 1-16 15,0-12 6-15,6-8-4 16,0 4-6-16,10-5 0 16,-16 5 3-16,12 4-22 0,-6 0-6 15,1 8-10 1,14 16-10-16,-14 16 1 0,-7 12-47 16,0 0-65-16,0 0-113 15</inkml:trace>
  <inkml:trace contextRef="#ctx0" brushRef="#br0" timeOffset="211685.87">10359 12974 613 0,'0'0'100'0,"0"0"-28"0,0 0 40 0,0 0-66 15,0 0-17-15,0 0-25 16,0 0-4-16,341-29-42 16,-282 14-70-16,-18-1-88 15,-29 7-419-15</inkml:trace>
  <inkml:trace contextRef="#ctx0" brushRef="#br0" timeOffset="212918.8">11336 12236 341 0,'0'0'76'0,"0"0"-36"0,0 0 80 0,0 0-77 0,0 0 16 15,0 0 6-15,53-41-31 16,-53 41 19-16,12 0 24 16,-6 21-9-16,-6 2-40 15,0 10 9-15,0 3-1 16,0 11-2-16,0 6-23 16,0 3-6-16,0 4 12 15,-24-3-8-15,-4-9 7 0,9-4-14 16,-3-8 2-1,16-8-4-15,6-8-5 0,0 4-5 16,0-8-17-16,0-4-12 16,0-4-23-16,13 4 46 15,21-4-20-15,-6 0 13 16,-4 0 13-16,4-8 8 16,-9 5-20-16,3-5 0 15,-16 0-5-15,6 0-10 16,4 0 2-16,-10 0 13 15,6-5 10-15,10-11 5 16,-16 0 5-16,7 4 4 16,-1 0-3-16,-12 4 2 15,16-3 2-15,-16 2 7 16,0-3-8-16,0 0-2 0,0 4-3 16,0 0-1-1,0 0 4-15,0 8 11 0,0 0-11 16,0 0 18-16,0 0 2 15,0 0 6-15,0 0 7 16,0 0 16-16,0 12-15 16,0 12-8-16,0 3 6 15,0 3-14-15,0-3-2 16,0 5-1-16,0 9 7 16,0 3 3-16,0 8 2 15,0-1 5-15,0-2-22 16,0-9 17-16,0-8-27 0,0 0 0 15,0-8-2-15,0 4-1 16,0-4-16-16,0-4-15 16,0 4-2-16,0-12-44 15,0-4-36-15,0-8-122 16,-16 0-362-16</inkml:trace>
  <inkml:trace contextRef="#ctx0" brushRef="#br0" timeOffset="-212697.72">11916 13078 899 0,'0'0'79'0,"0"0"-38"0,0 0 82 0,0 0-59 0,0 0-40 0,0 0 9 16,0 0-27-16,22 0-6 16,-22 0-5-16,0 0-2 0,0 0-19 15,0 0-40 1,0 0-56-16,0 0-214 0</inkml:trace>
  <inkml:trace contextRef="#ctx0" brushRef="#br0" timeOffset="-211765.57">12459 12632 165 0,'0'0'349'0,"0"0"-259"0,0 0 18 0,0 0-25 0,0 0-61 15,0 0 19-15,-7 0 13 16,7 0-9-16,0 0-15 16,0-8 9-16,19-7-17 15,21-10 22-15,13 1-13 16,-13 4-23-16,13 4 8 15,9-4-12-15,-15 17 3 16,-13-2-5-16,-3 5-4 16,-10 0-9-16,-21 5 9 0,0 38-1 15,0 22-6 1,-21 27 0-16,-44 4-42 0,-10 4 14 16,4 0 6-16,3-7 30 15,-1-9 2-15,29-20 9 16,9-12 12-16,9-24 5 15,22 0-18-15,0-12-3 16,0-4-7-16,53-4 3 16,15-8 16-16,41 0-7 15,-4 0 3-15,-12 0-12 16,-18 0 6-16,-23 0 0 16,-24 0-8-16,-3 0-6 15,-3 0-32-15,-16 0-42 16,-6 0-139-16,0 5-251 15</inkml:trace>
  <inkml:trace contextRef="#ctx0" brushRef="#br0" timeOffset="-210298.42">14015 12665 752 0,'0'0'48'0,"0"0"0"0,0 0 49 0,0 0-34 15,0 0-20-15,0 0 21 16,0 172-39-16,0-131-10 15,0 6 26-15,0 2-7 16,0 10 4-16,0-2-37 16,0-6-1-16,0-2-9 15,0-9-6-15,0-4-20 16,0-8-10-16,0-12-21 16,0-8-50-16,0-8-33 15,0 0-35-15,0 0-81 0</inkml:trace>
  <inkml:trace contextRef="#ctx0" brushRef="#br0" timeOffset="-209999.82">13736 13069 300 0,'0'0'375'16,"0"0"-325"-16,0 0 95 16,0 0-7-16,0 0-15 0,0 0-60 15,211 0-27-15,-162 0-31 16,-2 0-5-16,-7 0 0 15,1 0-33-15,-4-8-26 16,-9 1-146-16,-7-1-266 16</inkml:trace>
  <inkml:trace contextRef="#ctx0" brushRef="#br0" timeOffset="-208934.41">15165 12640 407 0,'0'0'162'0,"0"0"-140"0,0 0 56 0,0 0 13 0,0 0-14 15,0 0 32-15,0 0-42 16,0 0-31-16,-21 0-23 15,-4 0 2-15,-15 0 12 16,18 13-8-16,-9 2-2 16,-3-2-16-16,0 7 19 15,21-4-11-15,-2-4 2 16,9-1-11-16,6 6 2 16,0-1-4-16,0 0 6 15,0 0-8-15,0 0-11 16,21-4 15-16,10 5 0 0,19-6 0 15,3 6 3-15,-1-9 1 16,1 11-4-16,3-7 2 16,3 4-5-16,-7 1 4 15,-5-6-2-15,-7 2-22 16,-6 10 11-16,-15-6 9 16,-3 7 3-16,-16 12 4 15,0 0 7-15,0 8 2 16,-7-4-11-16,-21-4 14 15,-12 5-12-15,0-10-8 16,-1 1 2-16,1-7 0 16,0-10-14-16,9-7-4 15,3-8-19-15,-12 0-12 0,6 0-11 16,-7 0-54 0,16-8 51-16,-2-15-129 0,8-10 79 15</inkml:trace>
  <inkml:trace contextRef="#ctx0" brushRef="#br0" timeOffset="-208381.18">15165 12769 442 0,'0'0'272'0,"0"0"-204"0,0 0 74 0,0 0-98 0,0 0-25 15,0 0-19-15,59-16 41 16,-25 16 23-16,13-5-15 16,-1-3-17-16,16 1 0 15,-15-9-8-15,12 0-24 16,-6 4-3-16,-19-4-33 0,0 8-28 15,-28 0-166-15,-6 8-466 16</inkml:trace>
  <inkml:trace contextRef="#ctx0" brushRef="#br0" timeOffset="-206652.8">16235 13118 441 0,'0'0'175'0,"0"0"-117"0,0 0 26 0,0 0 14 0,0 0-30 16,0 0-6-16,0 0-8 15,0-16-17-15,0 16 4 16,0 0-12-16,0 0 9 15,0 0-32-15,0 0 1 16,13 0-3-16,21 0 2 16,6 0 3-16,6 0-4 0,7 0-8 15,0 0 8 1,-7 0-10-16,4 0-2 0,-3 0 1 16,-16 0-16-16,9 0-3 15,-12 0-41-15,-16-24-56 16,-12 12-159-16</inkml:trace>
  <inkml:trace contextRef="#ctx0" brushRef="#br0" timeOffset="-206303.12">16427 12809 628 0,'0'0'164'0,"0"0"-140"0,0 0 120 0,0 0-68 0,0 0-39 0,0 0 6 16,128-12-29-1,-94 8-13-15,6 0-1 0,0-1-3 16,-6-1-13-16,-9-15-83 16,-9 12-106-16,-16-6-255 15</inkml:trace>
  <inkml:trace contextRef="#ctx0" brushRef="#br0" timeOffset="-198593.04">7411 14240 119 0,'0'0'307'0,"0"0"-236"0,0 0-3 16,0 0-9-16,0 0-19 0,0 0 2 15,0 0 7-15,0 0-27 16,0 0-16-16,0 0 5 16,0 0 21-16,0 0 17 15,0 0-2-15,0 0 2 16,0 0-31-16,0 0-2 16,0 0-5-16,0 0-5 15,0 0 11-15,0 0 6 16,0 0 9-16,0 0-29 15,0 0 12-15,0 0-13 16,0 0 7-16,0 0-2 16,6 0-6-16,34 0 2 15,22 0 12-15,3 0 3 0,3 0-16 16,-15 0 8-16,0 0-10 16,3 0 7-16,-25 0-4 15,15 0 2-15,-12 0 5 16,-12 0-8-16,-3 0 14 15,-7 8-15-15,4-3 5 16,2-5-5-16,4 0 3 16,3 0 2-16,3 0-6 15,6 0 2-15,-3 0-1 16,-3 0-2-16,12 0 4 16,-18 0-7-16,-4 0 11 0,1 4-7 15,-19 0 4 1,9 0-3-16,-9-4-1 0,0 0 0 15,0 0-2-15,0 0 4 16,0 0-4-16,0 0-8 16,0 0-2-16,0 0-38 15,0 0-58-15,0-25-204 16</inkml:trace>
  <inkml:trace contextRef="#ctx0" brushRef="#br0" timeOffset="-194246.59">8741 13711 169 0,'0'0'39'0,"0"0"-39"0,0 0-16 0,0 0 16 0,0 0 13 15,0 0 54-15,40 0 51 16,-40 0-31-16,0 0-28 0,0 0 5 16,0 0-24-16,0 0-12 15,6 0-26-15,1 0 9 16,-7 0 6-16,21 0 3 15,-15 0 19-15,7 0 4 16,2 0-9-16,-8 0-3 16,-1 0 10-16,0 0-22 15,0 0 6-15,-6 0-11 16,6 0-10-16,-6 0 12 16,10 16 5-16,-4 9-8 15,-6 3-1-15,0 19 13 16,0 2-21-16,0 7 9 15,-6 0-12-15,-22-4 7 0,9-12 0 16,-9-3-6 0,7-17-2-16,14 0 3 0,1-12-3 15,0-8-1 1,6 0-3-16,0 0-20 0,0 0 10 16,0 0-8-16,0 0 8 15,6 0-19-15,22 0 22 16,-3 0 10-16,3 0 2 15,0 0 8-15,-10 0-3 16,10 0-12-16,-9 0 5 16,-7 0 1-16,10 0-1 15,-4 0 1-15,-2 0-1 16,-4 0-6-16,10 0 4 16,-10 0-8-16,-5 0 10 15,-1 0-14-15,0 0 14 16,0-8-14-16,4-12 9 0,8 0 6 15,-5-1-9-15,-4-2-43 16,3 7 4-16,-12-1 29 16,0 1 3-16,7 8 2 15,-7 8 14-15,0 0 16 16,0 0 5-16,0 0-10 16,0 0 17-16,0 8 15 15,0 20-14-15,0 8-3 16,0 5 16-16,-7-2-20 15,-5 5 2-15,-10-3-20 16,22-5-4-16,0 16 6 0,0-4 4 16,0-4 6-1,0 4 0-15,0 1 14 16,0-10-18-16,0-6 5 16,0-2-16-16,0-6 5 0,0-6-5 15,-6 2-1-15,-6-1 0 16,2-4-7-16,4-7 6 15,6-9-13-15,0 0-20 16,0 0-40-16,0-33-84 16,0-11-125-16</inkml:trace>
  <inkml:trace contextRef="#ctx0" brushRef="#br0" timeOffset="-188368.68">10099 14052 271 0,'0'0'309'0,"0"0"-254"0,0 0 25 0,0 0-34 0,0 0-26 16,0 0-6-16,0 0 34 15,0 0-8 1,0 0 17-16,0 0-11 0,0 5 8 16,0 11-9-16,0 15-22 15,0 2-3-15,0 14-8 16,0 6-7-16,0 7-4 16,0 4 1-16,0-11-1 15,0-9-2-15,0 3-13 16,0-11 4-16,-6-8-29 15,-10-3-15-15,4-9-28 16,-1-8-142-16,-2-4-180 0</inkml:trace>
  <inkml:trace contextRef="#ctx0" brushRef="#br0" timeOffset="-188084.55">9811 14350 377 0,'0'0'241'15,"0"0"-188"-15,0 0 85 0,0 0-4 16,0 0-48-16,0 0 4 15,186-5-33-15,-118 5-33 16,-15 0-11-16,21 0-13 16,-6 0-3-16,-9 0-42 15,-12 0-77-15,-20 0-188 16</inkml:trace>
  <inkml:trace contextRef="#ctx0" brushRef="#br0" timeOffset="-185171.12">11042 14807 198 0,'0'0'248'0,"0"0"-180"0,0 0-5 0,0 0 10 16,0 0-33-16,0 0-11 16,0 0 14-16,-47 3-16 15,47-3 17-15,-6 0 13 16,6 0 7-16,0 0-32 15,-9 0-5-15,9 0-7 16,-7 0 2-16,-5-3-6 16,12-2-7-16,0-3-7 15,0-12 5-15,0 12 11 0,0-20-14 16,0-3 16 0,34-6-20-16,6-7 5 0,1-5-4 15,-4-6 2 1,-3 7-6-16,-6-9 9 0,-3 9-11 15,-10-1 10-15,-2-10-10 16,-7-1-3-16,0 4 2 16,-6 7 2-16,0 13-18 15,0 13 4-15,0 10 18 16,0 10-1-16,-19 3 5 16,-9 0-7-16,10 0 9 15,-10 0-1-15,16 0-5 16,-1 0 2-16,-2 8-2 15,2 11-6-15,13 6 2 16,0 11-10-16,0 3 5 16,0 6 8-16,0 2-6 15,34 2 10-15,7 3-6 0,5-4 2 16,1-4-13-16,-1-8-1 16,-6 0-11-16,1-3-2 15,-1-2-10-15,-15-6 3 16,3 3 16-16,-16-4 17 15,-12-4 4-15,0 4 29 16,0-4-5-16,-12 0 3 16,-41 1-15-16,-15-2-13 15,3-7 6-15,3-7-4 16,3-5-6-16,19 0-3 16,5 0-49-16,11 0-25 15,24 0-22-15,0 0-167 0</inkml:trace>
  <inkml:trace contextRef="#ctx0" brushRef="#br0" timeOffset="-183788.47">12483 14766 445 0,'0'0'341'0,"0"0"-242"0,0 0 52 0,0 0-58 0,0 0-66 15,0 0-13-15,-12-164 28 16,12 108-29-16,0-1 16 0,0-7-23 16,0 4-2-16,12 9-4 15,10 2-1-15,-3 9-28 16,-13 16-7-16,3 12-6 16,-9 12-14-16,0 0-28 15,0 0-22-15,0 28-55 16,-28 3-158-16</inkml:trace>
  <inkml:trace contextRef="#ctx0" brushRef="#br0" timeOffset="-183521.91">12210 14458 676 0,'0'0'66'0,"0"0"99"15,0 0-66-15,0 0-48 16,0 0-28-16,0 0-4 16,314 0-12-16,-268 0-14 15,-12 0 5-15,13 0-39 16,-7 0-29-16,0 0-140 15,-5 0-212-15</inkml:trace>
  <inkml:trace contextRef="#ctx0" brushRef="#br0" timeOffset="-182822.7">13333 14145 657 0,'0'0'44'0,"0"0"-33"0,0 0 5 0,0 0 6 0,0 0 18 0,0 0 51 16,-168 64-39-16,162-36-19 15,6 0-3-15,0 8 36 16,0-8-39-16,0-4-17 15,47 0-10-15,6-7-2 16,2 6-2-16,10-7 0 16,-3 9-4-16,-3-2-25 15,-6-7 23-15,-13 9-3 16,7 6 12-16,-19-15-9 0,6 17 3 16,-22-9 5-1,10 4-14-15,-22 4 11 0,0 0 5 16,0 1-3-1,0-2 6-15,-34-3 1 0,-22-8-1 16,19 1-5-16,-13-10 2 16,4-6-6-16,-1-5-15 15,1 0 6-15,21 0-67 16,-3-16 0-16,0-12-124 16,3-1-253-16</inkml:trace>
  <inkml:trace contextRef="#ctx0" brushRef="#br0" timeOffset="-182373.81">13528 14112 301 0,'0'0'211'0,"0"0"-150"0,0 0 41 0,0 0-12 0,0 0-44 0,0 0 22 16,31-3 1-16,-15 3-22 15,2 0 11-15,-2 0-11 16,15 0-15-16,9 0-27 16,7 0 3-16,-7 0-5 15,16 0-6-15,-19 0-6 16,-9 0-16-16,-16 0-30 15,4 0-11-15,-10 0-52 16,-6 0-61-16,0 0-267 0</inkml:trace>
  <inkml:trace contextRef="#ctx0" brushRef="#br0" timeOffset="-174961.43">14744 14815 352 0,'0'0'58'0,"0"0"13"0,0 0 52 0,0 0-21 0,0 0 35 16,0 0-31-16,0 0-47 16,0 0-34-16,0 0 19 15,0 0-7-15,6 0-16 16,6 8 0-16,-2-8-6 16,14 3 19-16,-2 1-15 15,3 4 3-15,9-8-15 16,0 8 3-16,6-3-9 0,-5-5-2 15,-4 0-3-15,-3 0-5 16,-1 0-1-16,-2 0-30 16,-9 0-11-16,-4 0-66 15,7-5-54-15,-4-3-96 16,-2 4-163-16</inkml:trace>
  <inkml:trace contextRef="#ctx0" brushRef="#br0" timeOffset="-174496.62">14756 14597 213 0,'0'0'532'0,"0"0"-512"0,0 0 58 0,0 0 46 0,0 0-72 15,0 0 6-15,230 0-44 16,-178 0-14-16,-11 0-4 15,-7 0-11-15,-9 0-32 16,-4 0-48-16,-15 0-142 0,-6 0-212 16</inkml:trace>
  <inkml:trace contextRef="#ctx0" brushRef="#br0" timeOffset="-173331.59">15832 14630 514 0,'0'0'135'0,"0"0"-88"0,0 0 48 0,0 0-55 0,0 0-10 16,0 0 2-16,0 16 7 15,16-8-5-15,-10 4 1 16,6-4 9-16,1 0 9 15,8-4-16-15,-2 0-29 16,3-4 3-16,-10 0-10 16,10 0 2-16,3 0-1 15,-4-8 0-15,13-16 7 16,-15-12-2-16,0 0-7 16,-4-4 1-16,-3-9-7 0,-5 10-14 15,-1-2 10-15,-6 18-16 16,0-6-13-16,0 17 19 15,-6 0 10-15,-41 8 8 16,7 4-1-16,-7 0-28 16,1 0 31-16,5 16 4 15,7 8-4 1,10 4 0-16,-4 0-13 0,21 8 6 16,7-8 7-16,0 5 2 15,0-10-2-15,0 1 1 16,0-4-1-16,0-7-10 15,7-1 8-15,27-1-28 16,0-3-3-16,-3 1 21 16,9-5 6-16,-6-4-21 0,0 0-1 15,1 0 22 1,-4-4 6-16,-4-16 4 0,-5-5-1 16,-3 6-3-16,-7 2 0 15,-3 9 1-15,-2 5 4 16,-7 3 9-16,0 0 22 15,0 0-17-15,0 0 3 16,0 0 0-16,0 0 11 16,0 0-26-16,0 0-2 15,0 3 6-15,0 18-8 16,0-6 8-16,0 6-3 16,0-1 3-16,0 4-8 0,0 4 3 15,0 8-4 1,0 0-1-16,0 9-2 0,0-6 1 15,0-6 0-15,0-2-11 16,0 2 8-16,0-9 2 16,0 12-6-16,0-8 14 15,-7 8 4-15,-27 0 11 16,0-3 8-16,-6-2-2 16,0-7-6-16,-7 1-8 15,1-17-10-15,-1 7-5 16,-6-7 7-16,-2 0-12 15,-4 4 7-15,0 9-10 16,3-1 9-16,3 4-15 0,7-4-6 16,18-4-1-16,3-12-33 15,25-4-90-15,0 0-219 16</inkml:trace>
  <inkml:trace contextRef="#ctx0" brushRef="#br0" timeOffset="-164171.58">20979 6613 425 0,'0'0'92'0,"0"0"-16"0,0 0 7 0,0 0-47 0,0 0-5 16,0 0 6-16,0 88 11 15,0-72 1-15,28 1 18 16,-9-6-27-16,9-3 0 0,6 4-18 16,-9-7 15-16,15-2-21 15,-6-3-4 1,0 0-7-16,-6 0-4 0,3 0-2 16,-9-8 7-16,2-15-9 15,-2-10 3-15,-16 5-5 16,-6 0-17-16,0 7-7 15,0 10-4-15,0 3 20 16,0 8 4-16,-6 0 3 16,-22 0 6-16,-6 0 0 15,-3 27 5-15,3-2 0 16,6-5 10-16,9-4-14 16,19-4-1-16,0-4-2 0,0 5 2 15,0-2 0-15,0-7 0 16,13 0-3-16,15 0 9 15,-4-4-12 1,4 0 6-16,-9 0 0 0,3 0-4 16,2-4 3-16,-2-7 1 15,-16-2 2-15,7 5 5 16,-4 0-3-16,-3 4-2 16,-6-1 0-16,0 5-4 15,0 0-1-15,0 0 3 16,0 0 12-16,13 0 10 15,-1 17-5-15,10 7-3 0,-4-4-14 16,-2 4-2-16,9-4-5 16,3 5-10-16,-10-1 13 15,4-1-5-15,-10 2 7 16,-5-6-2-16,-7 6-4 16,0-9 8-16,0-4 1 15,0-4-1-15,0 0 0 16,0-5 3-16,-41 2-3 15,-11 11 4-15,-7-4 18 16,-22 8 15-16,0 4-22 16,-12 1 8-16,19 3 5 15,6-5-24-15,15 1 1 16,13-16-4-16,27 4-2 0,1-12-2 16,12 0-20-1,0 0-28-15,0 0-70 16,0 0-203-16</inkml:trace>
  <inkml:trace contextRef="#ctx0" brushRef="#br0" timeOffset="-143806.83">2136 15877 547 0,'0'0'21'0,"0"0"-9"0,0 0 6 0,0 0 20 0,0 0-25 16,0 0 37-16,0 0 2 15,0 0-8-15,-46-68 1 16,40 68 4-16,6 0-24 15,0 0-15-15,0 0 3 16,0 0 4-16,0 0 16 0,0 0-12 16,0 0 6-16,0 0-10 15,-7 0 24-15,1 0-15 16,6 0-4-16,0 0-18 16,0 0-3-16,0 0 3 15,0 0 1-15,0 0 1 16,0 0-2-16,0 0 6 15,0 0-9-15,0 0 4 16,0 0-5-16,0 0-3 16,0 0 0-16,0 0 3 15,0 0 0-15,0 0-7 16,0 0 2-16,0 11-15 16,0 2 13-16,25-1 7 15,15-7-4-15,1-5-4 16,5 0 8-16,1 0-4 0,-13-17 8 15,6-23 8-15,0-8-11 16,-18-4 11-16,-16-1-11 16,-6 9-2-16,0 5-3 15,-6 14-7-15,-50 17 8 16,-3 8-17-16,-15 0-4 16,-13 16-11-16,-6 32 28 15,6 9-6-15,-21 2 8 16,30-7 5-16,10-3 9 15,40-17-9-15,28-13-16 16,0-14 7-16,68-5 3 16,19 0-1-16,6 0 11 0,16-24-4 15,-29-16 2-15,-8 16 1 16,-17 7 0-16,-24 9-3 16,-9 8-6-16,-16 0-8 15,-6 0-9-15,13 0 1 16,9 8 21-16,-10 17 1 15,7-1 7-15,8-9-4 16,1 2-3-16,-9 2 4 16,9-2-3-16,6-1-1 15,-15 4 5-15,21-12-10 16,-12-8-24-16,3 0-152 16,3 0-18-16,-6-28-145 15</inkml:trace>
  <inkml:trace contextRef="#ctx0" brushRef="#br0" timeOffset="-143405.86">2784 15704 189 0,'0'0'99'0,"0"0"-90"0,0 0 29 0,0 0 5 0,0 0 24 16,0 0 15-16,109 44-3 15,-81-44-39-15,9-3 11 16,-21-22 4-16,18-11 4 16,-16-8-26-16,-5 0-32 15,-4 0-2-15,-3 4-16 16,0 4-7-16,1 8 3 16,-1 16-1-16,-6 8 4 15,0 4-4-15,0 0-48 16,0 0-156-16,0 16-198 15</inkml:trace>
  <inkml:trace contextRef="#ctx0" brushRef="#br0" timeOffset="-141174.83">3721 15733 146 0,'0'0'105'0,"0"0"-27"0,0 0 37 0,0 0-64 0,0 0-8 16,0 0-15-16,0 0-25 15,-6-16-3-15,6 8-15 16,0 0 15-16,0 8 7 16,0 0 28-16,-7 0 54 0,7 0-8 15,0 0-28-15,0 0 0 16,0 0-24-16,0 0 7 15,0 0-17-15,0 0 12 16,0 0-10-16,0 0 13 16,0 0-19-16,0 0-1 15,0 0 7-15,0 0-1 16,0 0 0-16,0 0-16 16,0 0 11-16,0 0-14 15,0 0-1-15,0 0 0 16,0 0 2-16,0 0-4 15,0 0 2-15,0 0-2 16,0 0-16-16,0 8 18 0,0 16 6 16,0-1 5-16,0-6-7 15,0 7-8-15,7-8 4 16,-1 8-4-16,0-5 4 16,3 2-9-16,-2-4 5 15,5-6 4-15,-6 1-4 16,0 4 10-16,1-8-12 15,2 9 6-15,-9-6-2 16,6 6-5-16,-6-6-18 16,6 2 16-16,-6-13-13 15,0 0-12-15,0 0 7 16,0 0 11-16,0 0-35 0,6 0-67 16,1 0-11-1,-7 3-74-15,6 1-77 0</inkml:trace>
  <inkml:trace contextRef="#ctx0" brushRef="#br0" timeOffset="-140275.75">3708 16359 107 0,'0'0'124'0,"0"0"-99"0,0 0-7 0,0 0-7 0,0 0 1 15,0 0 0-15,-6 0-4 16,6 0-8-16,-6 0 50 16,6 0 5-16,0 0 10 0,0 0-16 15,0 0 2-15,0 0 12 16,0 0-16-16,0 0-6 16,0 0-24-16,0 0 5 15,-9 0-15-15,9 0 11 16,0 0-2-16,0 0 24 15,0 0-5-15,0 0 12 16,0 0-17-16,0 0-2 16,0 0-9-16,0 0-18 15,0 0 13-15,0-5-10 16,0-6 19-16,0-9-13 0,0 3 30 16,0-10-27-1,0-9 0-15,0-5-12 0,28-7 4 16,6-1 0-16,6-3 0 15,-6 9-7 1,-9 2 12-16,-3 13-20 16,-10 12 20-16,-6 4-10 0,-6 12 0 15,0 0 0-15,0 0-1 16,0-4-19-16,0-4 7 16,13 1-42-16,2-10-31 15,4 1-52-15,-4 8 18 16,-2-8-37-16,-1 16-84 0</inkml:trace>
  <inkml:trace contextRef="#ctx0" brushRef="#br0" timeOffset="-139358.71">3882 16362 240 0,'0'0'94'0,"0"0"-41"0,0 0 2 0,0 0-20 0,0 0-16 15,0 0 32-15,0 0 11 16,0 0 5-16,0 0 23 15,0 0-43-15,0 0-17 16,0 0-30-16,0 8-13 16,0 1 7-16,0-1 6 15,0 8 2-15,0-1 2 16,6 6 3-16,7-6-5 16,8 10 11-16,-8-6-6 15,2 2 20-15,-2-1-23 16,-1-4-4-16,10-4 0 0,-10 0 0 15,1-8 0-15,-7 0-9 16,3-4 6-16,-9 0 0 16,0 0-1-16,0 0-7 15,0 0-42-15,0 0 24 16,0 0 17-16,6 0 5 16,-6 0 14-16,0 0 0 15,0 0-6-15,0 0 0 16,0 0-1-16,0 0 0 0,0 0 2 15,0 0 18 1,0 0 67-16,0 0-24 0,0 0-8 16,0 0-43-16,13-20-10 15,-1-4 2-15,10-16-4 16,-4 7 0-16,4 9 3 16,-16 4-3-16,-6 20 3 15,7 0 1-15,-7 0-3 16,0 0-1-16,0 0-12 15,0 0-19-15,0 0-60 16,0 0-33-16,0 0-56 16,0 8-125-16</inkml:trace>
  <inkml:trace contextRef="#ctx0" brushRef="#br0" timeOffset="-138461.22">4518 16306 379 0,'0'0'269'0,"0"0"-207"0,0 0 46 0,0 0-23 16,0 0-60-16,0 0 4 16,0 0 12-16,0 0-4 15,0 0-17-15,0 0 26 16,0 0-34-16,0 0-12 16,0 0-4-16,12 0 4 0,16 9 0 15,-3-6 0-15,9 2-5 16,-12-5-4-16,-10 7 5 15,16-3-33-15,-28-4 3 16,0 0-7-16,0 0 12 16,0 9-55-16,12-6-37 15,-12 10-11-15,7-10-33 16,-7-3-103-16</inkml:trace>
  <inkml:trace contextRef="#ctx0" brushRef="#br0" timeOffset="-137861.39">4363 16126 352 0,'0'0'147'0,"0"0"-119"0,0 0 17 0,0 0 25 15,0 0-24-15,0 0 27 16,-7 0-40-16,7 0-21 15,0 0 1-15,0 0 10 0,0 0 19 16,0 0-4-16,13 0 0 16,9 0-7-16,12 0-3 15,-10 0-15-15,11 0 7 16,-1 0 1-16,0 0-15 16,-9 0-2-16,-4 0 4 15,-2 0-10-15,3 0 2 16,-10 0-4-16,0 0-12 15,4 0-3-15,3 0-20 16,-7-8-35-16,3 0-120 16,-15 0-198-16</inkml:trace>
  <inkml:trace contextRef="#ctx0" brushRef="#br0" timeOffset="-136845.87">5166 16298 348 0,'0'0'55'0,"0"0"-28"0,0 0 51 0,0 0 5 0,0 0 14 16,0 0-46-16,93 0 11 16,-81 0 7-16,16 4 10 15,-9-4-40-15,9 4 1 16,6-4 26-16,0 9-47 16,-3-6 10-16,3 2-21 15,6-5 7-15,-6 0-11 16,0 7-4-16,-9-3 2 15,-3 0-3-15,-3 1 1 0,-4-2-18 16,-3-3 9 0,1 8-42-16,-1-3-26 0,-12-5-131 15,0 0-219 1</inkml:trace>
  <inkml:trace contextRef="#ctx0" brushRef="#br0" timeOffset="-135713.25">6356 16162 240 0,'0'0'43'0,"0"0"0"0,0 0-5 0,0 0-3 0,0 0 33 0,0 0 56 15,0 0-26-15,0 0-21 16,0 0-13-16,0 0-32 15,0 0 4-15,0 0-26 16,0 0 10-16,0 0-13 16,0 0 8-16,7 0 11 15,27 0 9-15,18 0-4 16,1 0 5-16,15 0 4 16,4 0-33-16,8 0 3 15,7 0-4-15,-6 0-1 16,-7 4-5-16,-9-4 0 15,3 4-11-15,-15-4 6 16,-13 0-9-16,19 0-34 0,-3 0-3 16,-15 0-83-16,-17 0-77 15,-17 0-157-15</inkml:trace>
  <inkml:trace contextRef="#ctx0" brushRef="#br0" timeOffset="-134879.65">6375 16177 234 0,'0'0'64'0,"0"0"48"0,0 0-27 0,0 0-53 16,0 0 0-16,0 0 35 16,0 9 12-16,0-9-12 15,6 0-21-15,0 0-20 16,-6 0 40-16,28-20-37 16,0-8 33-16,3-13-22 15,10-6-3-15,-7-1-29 0,18-9-3 16,-11-7-2-16,21-4-2 15,-16 0-2-15,1 7-13 16,-13 6 13-16,-3 6-25 16,-3 21 18-16,-7 5-9 15,-8 6 15-15,-7 9-5 16,6-3 5-16,10-6-9 16,-3 1-29-16,2 0 23 15,-8 12 3-15,-1 4 13 16,-6 0-32-16,10 0-3 15,-4 0 19-15,-5 4 17 16,27 12 10-16,-6 8-5 0,-16 4 18 16,0 8-20-16,-5 4 12 15,14 4-12-15,-15 5-3 16,22-1-6-16,-21-4 6 16,-7 3 0-16,0-6 0 15,12-8 0-15,-12-5-6 16,0-13 1-16,0-2-28 15,0-10-23-15,0-3-99 16,0 5-171-16</inkml:trace>
  <inkml:trace contextRef="#ctx0" brushRef="#br0" timeOffset="-134063.43">6220 16543 157 0,'0'0'219'0,"0"0"-68"0,0 0-26 0,0 0-48 0,0 0-18 15,0 0-7-15,-12-9-6 16,12 6-14-16,0-2-2 0,0 5 4 16,0 0-14-16,0 0 20 15,0 0-3-15,0 0-1 16,0 0-24-16,0 0-4 16,40 0 13-16,6 0-2 15,16 0 2-15,4 0-20 16,2 0 12-16,12 0-12 15,-8 0 5-15,8 0 3 16,-12 0-18-16,-9 0 0 16,-6 0-6-16,-6 0-13 15,-7 0-9-15,-12 5-35 16,0-5-20-16,-10 0-82 0,-11 0-102 16</inkml:trace>
  <inkml:trace contextRef="#ctx0" brushRef="#br0" timeOffset="-133132.08">6335 16912 377 0,'0'0'153'0,"0"0"-58"0,0 0 17 0,0 0-41 0,0 0-8 0,0 0 4 16,0 0-2-16,0-13-45 16,0 13-8-16,0 0-7 15,0 17 6-15,0 7 10 16,0-1-10-16,0 7-6 16,0-3 1-16,0 5-12 15,0 4 13-15,0 0-9 16,0-4 5-16,0 1-6 15,-7-13 2-15,7-12-6 16,0-5-6-16,0 2-11 0,0-5 9 16,0 0-34-16,13 0 30 15,27 0 19-15,1-8 2 16,5-13 0-16,-6 1 3 16,-12 4-5-16,-3 9 0 15,-16-1-3-15,10 3 1 16,-13-3 1-16,0-4-8 15,-6 1 6-15,22-6-5 16,-22 9 5-16,6 4-5 16,-6 4-6-16,0 0 9 15,0 0 5-15,0 0-4 16,0 0 0-16,0 0 3 16,0 0-10-16,0 0 7 0,0 0-1 15,0 0-15 1,0 0 8-16,0 8 8 0,0 13 4 15,0 2 16-15,0 5 16 16,0 4-26-16,-18 1 27 16,2 11-19-16,-2 4 15 15,-10 8-14-15,21 1-1 16,-20-1 9-16,14-9-6 16,1-11 9-16,6-3-23 15,6-13-6-15,0-9 3 16,0-3-19-16,0 0-28 15,0-8-10-15,0 0-48 16,0 0-86-16,0 0-143 0</inkml:trace>
  <inkml:trace contextRef="#ctx0" brushRef="#br0" timeOffset="-132382.25">6884 17530 264 0,'0'0'85'0,"0"0"-48"0,0 0 85 0,0 0-55 0,0 0 21 15,0 0-53-15,40-5-5 16,-15-23 16-16,15-11 48 15,-12-2-43-15,12-7-23 16,-12 4-10-16,-22 8-1 0,7 0-3 16,-13 12-9-16,0 4-10 15,0-5 0-15,0 9-17 16,-41 8-8-16,1 8-32 16,-6 0-7-16,-1 0 58 15,1 16 11-15,5 12 11 16,13 13 11-16,10-5-19 15,11-4 0-15,7 0-3 16,0-4-20-16,0-4-15 16,0-8 1-16,7-4 22 15,17 0 12-15,17-4 10 16,-7-8 12-16,12 0-22 16,-5 0 8-16,5-4 9 0,-5-15-11 15,5-2-6-15,-6 9-1 16,-18 4-11-16,-10 4 7 15,-12 4-3-15,0 0-3 16,0 0 0-16,13 9 11 16,-13 6 10-16,15 6 13 15,-8-2-6-15,17 6-8 16,26-2-7-16,-25 1 2 16,3-4-4-16,-10-4-20 15,-11-7-13-15,8-9-37 16,10 0 20-16,3 0 6 15,0 0 40-15,12-20-14 0,-9-13-195 16</inkml:trace>
  <inkml:trace contextRef="#ctx0" brushRef="#br0" timeOffset="-126187.64">7752 16824 296 0,'0'0'50'0,"0"0"-28"0,0 0-11 0,0 0-11 0,0 0-56 15,0 0 36 1,0 0 20-16,0-25 6 0,0 22 31 16,0 3 32-16,0 0-30 15,0 0-8-15,0 0 20 16,0 0-17-16,0 0-21 15,0 0-4-15,0-8-4 16,0 8-2-16,0-5 8 16,0 5 35-16,0 0 11 15,0 0-10-15,-7 0 6 16,7 0-19-16,0 0-29 16,0 0-5-16,0-3-18 15,0-2 16-15,-6 5 2 0,6 0 0 16,0 0 20-16,0 0 49 15,0 0-10-15,0 0-11 16,0 0-27-16,0 0-14 16,0 0 5-16,-12 0-10 15,12 0 20-15,0 0-14 16,0 0 13-16,0 0-11 16,0 0 13-16,0 0-5 15,0 0-4-15,0 0-13 16,0 0 4-16,0 0-10 15,0 0-2-15,0 0 6 16,12 0 1-16,22 0 1 0,-3-3 0 16,4-2-2-16,-1 5-2 15,-16-4-23-15,10 4-13 16,-15 0-91-16,2 0-157 16,-15 0-229-16</inkml:trace>
  <inkml:trace contextRef="#ctx0" brushRef="#br0" timeOffset="-125503.81">7687 16503 543 0,'0'0'92'0,"0"0"9"0,0 0-6 0,0 0-46 0,0 0-17 0,0 0 2 16,0 0 7-16,12 0-6 15,7 0 27-15,21 0-22 16,-12 0-9-16,18 0-23 16,-12 0 0-16,1 0-5 15,2 0-3-15,3 0-6 16,-6 0-14-16,6 0-19 15,-12 0-77-15,-15-5-147 16</inkml:trace>
  <inkml:trace contextRef="#ctx0" brushRef="#br0" timeOffset="-124622.28">8688 16647 355 0,'0'0'359'0,"0"0"-342"0,0 0 29 0,0 0-9 0,0 0-18 0,0 0 22 15,53 4 18 1,-7-4-43-16,10 0 24 0,-9 0 8 16,-7 0 19-16,6 0-36 15,-15 0-20-15,4 0 2 16,5 4-10-16,0 0 0 16,-6 0 5-16,7 0-16 15,-7 1 8-15,-3-5-7 16,3 0-25-16,6 0-45 15,0 0-23-15,1-9-99 16,-29-10-60-16</inkml:trace>
  <inkml:trace contextRef="#ctx0" brushRef="#br0" timeOffset="-123641.08">10118 16708 394 0,'0'0'118'0,"0"0"-95"0,0 0 48 16,0 0-38-16,0 0-31 15,0 0 2-15,0 0-2 16,27-5-2-16,-27 5 29 15,19 0 38-15,3 0-16 16,3 0-2-16,9 0-2 16,6 0-1-16,13 0-20 15,2 0 0-15,11 0-19 16,2 0 14-16,-3 0-14 16,16 0 13-16,-1 0 2 0,19 0 8 15,-2 8-27-15,2-3 14 16,0-2-14-16,9 1 2 15,-2 0-3 1,2 0-1-16,4 1 0 0,9 3 0 16,12-5 2-16,-12 2-4 15,19 3 7-15,-7-5-11 16,10 6 10-16,-10-1-9 16,-6-5 6-16,-28 2-4 15,-6-5-16-15,-18 0-15 16,-16 8-32-16,-19-1-63 15,-18 1-77-15,-22-8-244 0</inkml:trace>
  <inkml:trace contextRef="#ctx0" brushRef="#br0" timeOffset="-113831.06">10499 16387 246 0,'0'0'351'0,"0"0"-316"0,0 0 4 0,0 0 17 16,0 0-29-16,0 0-12 15,0 0 31-15,-12 0-18 16,12 0 4-16,0 0 29 16,0 0-2-16,0 0-28 0,0 0-14 15,0 0 23 1,0 0-9-16,0 0-7 0,0 0-12 15,0 0 11-15,0 0-15 16,0 0 7-16,0 0-7 16,0 0-1-16,0 0 7 15,0 0-12-15,0 0 10 16,0-28-2-16,0-16 22 16,0-17-19-16,12-11 25 15,16-5-32-15,-10-6-4 16,4 2-2-16,3 9-2 15,-10 8 0-15,-2 7-20 0,-13 13 15 16,0 16-24-16,0 8 5 16,0 17-8-16,0 3 7 15,0 0-58-15,0 0-125 16,0 12-195-16</inkml:trace>
  <inkml:trace contextRef="#ctx0" brushRef="#br0" timeOffset="-113197.42">10480 16282 357 0,'0'0'132'0,"0"0"-60"0,0 0 21 0,0 0-59 0,0 0 9 0,0 0 9 16,0 0 19-16,0 0-32 15,0 0 8-15,0 0 6 16,0 0-4-16,0-8-33 16,0-8-8-16,0 8 7 15,7-4-7-15,17 0 0 16,10-1 12-16,1 6-13 15,5-5-2-15,0 12-2 16,0 0-2-16,13 0 2 16,-6 0-3-16,-13 0-8 15,0 0 7-15,-16 0-18 16,-5 8 17-16,-13 20 2 16,0 8 2-16,0 0 7 15,0 0-4-15,0-4-3 16,-19-7 1-16,-15-2 3 0,9-7-4 15,-15-4 12-15,0-4-10 16,-13 0-8-16,-3 0-1 16,4-3-8-16,17 3-23 15,1-4-30-15,22-1-25 16,0-3-64-16,12 0-77 16</inkml:trace>
  <inkml:trace contextRef="#ctx0" brushRef="#br0" timeOffset="-112282.81">11066 15725 81 0,'0'0'189'0,"0"0"-126"0,0 0 15 16,0 0-6-16,0 0-10 15,0 0 42-15,0-5-18 16,0 5-35-16,0-3-19 16,0-5 33-16,0 3-21 0,0-2-26 15,0-6 2-15,0-3-3 16,16 8 4-16,9-7-6 15,3 10 2 1,6-6-7-16,-3 2 4 0,-3 1-11 16,-16 8-2-16,3 0-1 15,-15 0-9-15,0 0 7 16,0 8 4-16,0 17 4 16,0 11-3-16,0 0-6 15,-15-5-3-15,9-6 3 16,0-1 0-16,-1-8 3 15,7-9-4-15,0 2 10 0,0-9-8 16,7 0 4-16,33 0 2 16,6 0-1-16,1-20 5 15,-7 4-8-15,-6 4-1 16,-6 4-4-16,-9 0-3 16,3-1-11-16,-4 1-75 15,-12 5-107-15,-6-2-243 16</inkml:trace>
  <inkml:trace contextRef="#ctx0" brushRef="#br0" timeOffset="-111617.54">11348 16266 53 0,'0'0'434'0,"0"0"-386"0,0 0 57 0,0 0 20 0,0 0 11 15,0 0-38-15,146 0 10 16,-90 0-64-16,3 0 1 16,0 0-15-16,-13 0 5 15,4 0-24-15,-19 0 2 16,-9 0-12-16,-4 0 0 15,4 0-1-15,-16 0-25 0,-6 0-11 16,0 0-30-16,0-8-49 16,0 0-201-16</inkml:trace>
  <inkml:trace contextRef="#ctx0" brushRef="#br0" timeOffset="-110801.35">12111 15769 340 0,'0'0'256'0,"0"0"-228"0,0 0-9 0,0 0 42 0,0 0-14 16,0 0 36-16,13-21-4 15,-13 21-35-15,0 0 0 16,0 0 19-16,0 25-25 16,0 15-29-16,0 0-1 15,0 4-2-15,0 0-12 16,0-4 12-16,0-4-7 15,0-3 1-15,-7-6-1 16,7-2 1-16,0-5 1 16,0-4-1-16,0-8-8 15,0-4-2-15,0-4-15 16,35 0 14-16,-4 0-3 16,3 0 14-16,0 0 0 0,-16 0 0 15,-2 0 0-15,-4 0-5 16,1-9-1-16,8-2-17 15,-8-6 2-15,-1 6-18 16,4-1 17-16,-10 8-25 16,0-5-3-16,-6 9 31 15,0 0 17-15,0 0 1 16,0 0 2-16,0 0 12 16,0 0 15-16,0 0 32 15,0 13-26-15,-18 15-30 16,-4 8 6-16,-6 16 17 15,3-4 3-15,3 4 18 0,10-12-18 16,6 1-19-16,0-5 3 16,6-8-14-16,0-12 0 15,0-8-8-15,0-4-13 16,0-4-17-16,0 4 2 16,0 3-16-16,0 6-85 15,-22-1-77-15</inkml:trace>
  <inkml:trace contextRef="#ctx0" brushRef="#br0" timeOffset="-109852.58">12604 16238 308 0,'0'0'102'0,"0"0"-14"0,0 0 12 0,0 0-9 16,0 0-23-16,0 0-17 15,-93 92-24-15,93-76 29 16,0-8-37-16,0 0-1 16,0 0-12-16,13 1 25 15,21-1-12-15,6-8 2 16,7 0-11-16,-1 0 1 15,7-8 14-15,-13-25 0 0,16-7 12 16,-16 8-32 0,-15-4 1-16,-9 0-6 0,2 4-1 15,-18 0-16-15,0-1-19 16,0 10 4-16,0 7-28 16,0 16 11-16,-18 0-8 15,-23 0-53-15,-8 8 82 16,2 23 23-16,-6 10 5 15,19-5 25-15,9 0 21 16,10 0 0-16,15-11 5 16,0-6-19-16,0-11-4 15,0 4-27-15,15-7 5 16,20 2-3-16,-11-7 6 16,23 4 4-16,-7 0 6 0,-6 1-1 15,7-2-15-15,-13-3 4 16,3 8-3-16,-10-3-8 15,4 6-1-15,-9 1-11 16,-4 1-24-16,-12 2-16 16,12 9-74-16,-12-4-46 15,0-4-59-15</inkml:trace>
  <inkml:trace contextRef="#ctx0" brushRef="#br0" timeOffset="-109119.89">13472 16110 322 0,'0'0'89'0,"0"0"-18"0,0 0 12 0,0 0 18 0,0 0-63 15,0 0 10-15,-99 36-28 16,59-16-11-16,-7 8 34 15,13 4 28-15,-6 0-9 16,28 4-18-16,5-7-20 16,1-14-14-16,6 1 13 15,0-8-16-15,0-8 11 16,6 8-10-16,29 1-5 16,-4-9 4-16,18 0 3 0,-12 0 3 15,13 0-13-15,-10 0 9 16,-9 0-9-16,3-17-4 15,-6 1-33-15,-15-7-29 16,15 6-61-16,-22-7-88 16,-6 12-245-16</inkml:trace>
  <inkml:trace contextRef="#ctx0" brushRef="#br0" timeOffset="-108086.6">12852 16819 190 0,'0'0'173'0,"0"0"-78"0,0 0-16 0,0 0-41 0,0 0-7 16,0 0 8-16,0 0 10 15,0 0-15-15,0 0 22 16,0 0 16-16,0 0 12 16,0 0-19-16,0 0-19 15,0 0-1-15,0 0-30 0,13 0 0 16,2 0-14-16,-9 0 9 15,13 0-7-15,9 0 4 16,-3 0-1-16,3 0 3 16,6 0 5-16,6 0-2 15,7 0 5-15,-7 0-16 16,19 0 5-16,-6 0-2 16,9 0 2-16,-10 0-5 15,-5 0-2-15,5 0 2 16,-2 0-1-16,-13 0 0 15,13 0 2-15,-13 0 13 16,25 0-10-16,-15 5 4 0,5-5-4 16,1 3-4-1,-13-3 0-15,16 0-2 0,-25 5 1 16,-9-1 0-16,-4-4-4 16,-2 4 8-16,-4-4-8 15,7 0 10-15,-4 0-12 16,-2 0 6-16,9 0-2 15,-16 0 1-15,6 0-1 16,-6 0-3-16,7 0 10 16,-13 0-13-16,0 0 3 15,0 0-40-15,0 0-63 16,0 0-216-16</inkml:trace>
  <inkml:trace contextRef="#ctx0" brushRef="#br0" timeOffset="-102658.39">11742 16940 237 0,'0'0'235'0,"0"0"-124"0,0 0 7 0,0 0-60 0,0 0-36 16,0 0-15-16,0 0 23 0,0 4-27 16,0-4 4-16,0 0 23 15,0 0 17-15,0 0-7 16,0 0-13-16,0 0 6 15,0 0-12-15,0 0 8 16,0 0-13-16,0 0 28 16,0 4-34-16,0 4 14 15,-6 8-19-15,-16 11 1 16,4 6-1-16,-1 8-5 16,-3 3 0-16,10-1 4 15,6 1-9-15,-10-3 5 16,10-10-4-16,-6-2 2 0,-10-5-2 15,22-8 4-15,0-5-2 16,0-2 1-16,0 3-4 16,0-3 1-16,0 6-6 15,0-3 8-15,0-3-6 16,0-1 3-16,0-8 10 16,0 3-9-16,0-3 4 15,0 0-3-15,16 0-3 16,8 0 12-16,4 0-12 0,0 0 0 15,-3 0 3 1,-13 0-21-16,4-3 14 0,-4-2-3 16,-12 5 6-16,6-3 4 15,-6-2-4-15,0 1-1 16,0-4-19-16,7 0 18 16,2-3-15-16,-3-2 18 15,-6 1-8-15,13-4 1 16,-13 4-2-16,0 8 7 15,0 0 8-15,0 4 7 16,0 0 44-16,0 0-15 16,0 0-7-16,0 0-16 15,0 0-7-15,0 0-6 16,0 0 0-16,0 0-4 16,0 0 8-16,0 8 1 15,0 12 14-15,0 13 12 16,0-2-15-16,0 10 1 0,0-5-11 15,0 3-3-15,0 2-1 16,0-2-1-16,0-3-2 16,0 1 2-16,0-10-3 15,0 2-14-15,0-5 9 16,0-3-19-16,0-6-7 16,0-7-24-16,0-3-36 15,0-5-38-15,6 0-97 16,0 0-219-16</inkml:trace>
  <inkml:trace contextRef="#ctx0" brushRef="#br0" timeOffset="-101692.47">12285 17473 92 0,'0'0'236'0,"0"0"-223"0,0 0 37 0,0 0 21 0,0 0-6 0,0 0 26 16,-34 4 19-16,28 8-21 15,-1 4-28-15,-8 1-10 16,15-9-24-16,0 0-3 16,0-5-22-16,0 2 4 15,0 2-4 1,0 1 4-16,0 0 16 0,22-3 4 15,2-2-1-15,-2-3-18 16,-3 0 10-16,9 0 1 16,0-3 6-16,-4-33-12 15,4 0-3-15,-9-8-9 16,3 3-1-16,-16 13-1 16,0-5 1-16,-6 14-2 0,0-1-2 15,0 0 2-15,0 7-6 16,0-2 5-16,0 7-5 15,-28 8-10-15,3 0 10 16,-3 0 9-16,16 0 13 16,-10 20-8-16,-3 0-5 15,10-4 6-15,9-4-2 16,-7 0-4-16,13-4 10 16,0 4-10-16,0 4-1 15,0-1 0-15,0 6 2 16,0-1-2-16,13-4 9 15,2-4-17-15,4-4 16 0,3 0-13 16,-4-8 7 0,10 4-1-16,-3 4 5 0,9-3-5 15,0 3 0-15,-9 3 0 16,3 1-3-16,-7 1 4 16,-2 2-2-16,3 1 0 15,-10 9 1-15,7-9 1 16,2 4 1-16,4-1 6 15,3-6-7-15,0-1 10 16,-9-9-10-16,-7-3-1 16,16 0 0-16,-22 0-2 15,16 0-6-15,-10-19-17 16,1-13-27-16,8-8-73 16,-8-5-138-16,-7 14-240 15</inkml:trace>
  <inkml:trace contextRef="#ctx0" brushRef="#br0" timeOffset="-94380.6">14617 17012 349 0,'0'0'153'0,"0"0"-61"0,0 0-1 0,0 0-19 0,0 0-32 16,0 0 21-16,0 0-10 16,-7 0-30-16,7 0 9 15,0 0 4-15,0 0 11 16,0 0-31-16,0 0 37 0,0 0-25 16,0 0 11-1,0 0-10-15,-6 0-1 16,6 0-14-16,0 0-6 0,0 0 4 15,0 0-5-15,0 0-5 16,0 0-1-16,0 0 0 16,0 0-8-16,6 0 9 15,29 0 4-15,11 0 5 16,7 0-9-16,-7 0 0 16,1 0-1-16,-7 0-13 15,-6 0 8-15,-15 0-28 16,-4 0 9-16,-9 0-21 15,-6 0-51-15,0 4-51 0,0 12-108 16,0 0-163-16</inkml:trace>
  <inkml:trace contextRef="#ctx0" brushRef="#br0" timeOffset="-93698.88">14663 16744 394 0,'0'0'115'0,"0"0"-66"0,0 0 56 0,0 0-40 16,0 0-2-16,0 0 22 15,0 0-5-15,0 0-28 16,0 0-6-16,0 0 19 16,0 0-41-16,0 0 4 0,0 0-18 15,0 0-10-15,6 0 7 16,28 0 3-16,1 0-1 15,11 0-8-15,-6 0-2 16,7 3 2-16,6 2-2 16,-19-5-14-16,6 0-8 15,-6 0-23-15,-9 0-79 16,-16 0-167-16</inkml:trace>
  <inkml:trace contextRef="#ctx0" brushRef="#br0" timeOffset="-92065.82">15438 16944 224 0,'0'0'167'0,"0"0"-55"0,0 0-13 0,0 0-17 0,0 0-24 16,0 0-33-16,0 0-4 0,0 0 5 15,0 0 2-15,0 0 37 16,0 0-17-16,0 4-10 16,0 0-12-16,0 4 47 15,22 0-43-15,18-4-5 16,1 0-6-16,-4 0-6 16,12-4 3-16,-2 4-8 15,6-4 17-15,-1 4-13 16,1 1 9-16,-13-5-12 15,1 0-6-15,-13 0 2 0,-10 0-5 16,-8 0-3-16,-10 0-20 16,6 0-7-16,-6 0-25 15,0 0-11-15,0 0-74 16,0 3-90-16,0 9-165 16</inkml:trace>
  <inkml:trace contextRef="#ctx0" brushRef="#br0" timeOffset="-90617.49">16542 17020 233 0,'0'0'161'0,"0"0"-104"0,0 0 43 0,0 0-58 16,0 0-30-16,0 0 2 16,0-12 8-16,0 12 28 0,0 0 13 15,0 0 31-15,0 0-27 16,0 0-37-16,0 0-15 16,0 0 15-16,0 0 0 15,13 0 3-15,14 0 2 16,-2 0-22-16,9 8 13 15,0-4-18-15,-6 0 9 16,13 1-13-16,-10-2 12 16,9 5-8-16,7-4-5 15,-1 4 8-15,-12-4-7 0,28 5 17 16,-9-1-17 0,0-1 3-16,15 1-5 0,-9 5 2 15,15-5-1-15,-9-5-6 16,3 5 3-16,-2-8 0 15,2 4 2-15,-16 4-2 16,17-3 0-16,-4 3 8 16,-3 0-14-16,-3-1 12 15,-7-2-4-15,4 3-2 16,-3-8-3-16,0 3 3 16,-1-3 3-16,10 0-3 15,4 0 1-15,8 0-4 16,-6 0 11-16,-3 0-14 15,-12 0 7-15,3 0-1 16,-4 8 0-16,1-3 1 16,0-5-2-16,3 0 2 15,-4 0-2-15,1 0 8 0,9 0-9 16,3 0 6-16,10 0-4 16,-10 0 0-16,3 0 1 15,0 0-1-15,-15 3 0 16,21 6-5-16,-21-6 10 15,6 2-10-15,-12-2 11 16,-7-3-6-16,0 0 0 16,7 0 0-16,-7 0-2 15,6 0 2-15,7 0-1 16,-3 0 6-16,-4 0-8 0,1 5 3 16,-1-5-4-1,-5 0 4-15,5 0-2 0,-6 0 5 16,13 0-6-16,6 0 3 15,-3 0 0-15,-3 3-1 16,-1-3-1-16,1 0-5 16,-3 0 14-16,-19 0-12 15,3 0 12-15,-6 0-7 16,-4 0 4-16,4 0-4 16,0 0 0-16,-3 0 3 15,3 0 1-15,-3 0-3 16,3 0-2-16,-16 0-1 15,-12 0 1-15,0 0-2 0,0 0-12 16,0 0-27-16,0 0-71 16,-12 0-284-16</inkml:trace>
  <inkml:trace contextRef="#ctx0" brushRef="#br0" timeOffset="-80310.61">16768 16122 148 0,'0'0'115'0,"0"0"-75"0,0 0 10 0,0 0-35 0,0 0-7 0,0 0-7 15,0 0-1-15,75-56 8 16,-63 51-4-16,-5 2 6 16,2-2-2-16,-9 5 9 15,0 0 2-15,6 0 14 16,-6-3-18-16,6-6 18 16,0 1 22-16,7 0-6 0,-7 0 6 15,-6 4-8 1,0 4 11-16,0 0-12 15,0 0 19-15,0 0-37 16,0 0-6-16,0-3-9 0,9-5 1 16,-2 0-3-16,-1-5 4 15,0 1 11-15,-6 4 1 16,0 0 20-16,0 5-29 16,6-2 14-16,-6 1-22 15,0 0 6-15,0 0-6 16,0 4-6-16,0 0 4 15,0 0-4-15,0 0 15 0,0 0-11 16,0 0 13 0,0 8-20-16,0 12 3 0,0 16-3 15,0-8-1-15,0 13 0 16,-18 6 1-16,2-6-3 16,-3 7 7-16,7-7-11 15,-3-2 15-15,2-3-14 16,7-8 6-16,6-12-2 15,0-8-3-15,0 9-7 16,0-17-1-16,12 8-4 16,22-8 14-16,7 0 0 15,-1 0-3-15,-12 0 1 16,-3 0 4-16,-13 0-8 16,4 0-1-16,-4-16 0 15,-12-1-1-15,12 1-6 0,4 8 14 16,-16-7 0-1,0 7-23-15,0-1 21 0,0 5 4 16,0 4 8-16,0 0-2 16,0 0 11-16,0 0-2 15,0 4-15-15,0 8 5 16,0 8 0-16,-16 4 2 16,4 1-6-16,0 11 14 15,-4 0-8-15,10-5 15 16,0 10-1-16,-7-2-15 15,13-3-2-15,0-3-1 16,0-9-6-16,0-4-12 16,0-8 1-16,0-8-20 15,0 0 5-15,0-4-7 0,0 0-37 16,0 0-55-16,0-4-98 16,0-12-354-16</inkml:trace>
  <inkml:trace contextRef="#ctx0" brushRef="#br0" timeOffset="-79428.05">17376 15748 174 0,'0'0'307'0,"0"0"-166"0,0 0-69 0,0 0 12 0,0 0-37 16,0 0-20-16,-40-15-1 15,28 11 4-15,12 0-6 16,0 4 3-16,0-5 20 16,0 5-18-16,0-3 17 15,0-5-38-15,0 8-8 16,0 0-1-16,0 0-6 15,0 0 2-15,0 0-7 16,0 0-4-16,0 0-7 0,0 0 18 16,0 0-13-1,0 16 17-15,0 15 1 16,0 10 11-16,0-9-3 0,0-8-6 16,0-8-2-16,0-4 6 15,0 1-10-15,0-6 10 16,34 1-10-16,-6-4 11 15,-4-4-7-15,10 0 0 16,7 0 0-16,-16 0 6 16,30 0 4-16,-8-8 5 15,-7-8-15-15,-6 0-1 16,3 4-17-16,-9 1-2 16,-15 6-98-16,2-3-186 15</inkml:trace>
  <inkml:trace contextRef="#ctx0" brushRef="#br0" timeOffset="-78528.78">17491 16446 315 0,'0'0'163'0,"0"0"-82"0,0 0 24 16,0 0-7-16,0 0 23 0,0 0-21 15,0 0-24-15,133 0-11 16,-80 0-21-16,-7 0-17 16,10 0-2-16,-15 0-7 15,-10 0-8-15,-10 0-3 16,-2 0-12-16,-4 0 5 16,4 0-15-16,3 0-28 15,-4-7 5-15,-11-6-65 16,-7 5-109-16,0-4-208 15</inkml:trace>
  <inkml:trace contextRef="#ctx0" brushRef="#br0" timeOffset="-77379.54">18365 15905 102 0,'0'0'372'0,"0"0"-322"0,0 0 87 0,0 0-51 0,0 0-51 0,0 0 15 15,41-8 12-15,-41 8-11 16,0 0-21-16,0 0 0 16,0 12-12-16,0 12 17 15,0 4-6-15,0 8-13 16,0 5 4-16,-7-2-16 16,-11 2 7-16,-4-5-6 15,10-4 1-15,6-5-4 16,6-2-1-16,0-9-1 15,0-4 1-15,0 1-1 0,0-10-3 16,0 5 2 0,0-8-17-16,0 0 16 0,0 0-5 15,18 0 4-15,10 0-4 16,0 0 6-16,-3 0 1 16,-4 0 0-16,-8 0 0 15,-1 0 3-15,10-8-13 16,-10 0 1-16,1-8-15 15,2 8-18-15,-9-4 24 16,-6 8 11-16,0 0 7 16,0 4 2-16,0 0 3 15,0 0 12-15,0 0-17 16,7 0 12-16,-7 0-7 16,0 0 19-16,0 0-16 15,0 0 10-15,0 0 3 16,0 13-5-16,0 10 2 15,-7 5-15-15,-14 8 22 0,2-4-15 16,13 9 9-16,-10-10-15 16,4 2 12-16,6-2-16 15,-7 2 2-15,-8-5 0 16,21 0 1-16,0-4-6 16,0-8 3-16,0 1 0 15,-6-10-28-15,6-3-2 16,0-4-23-16,0 0-25 15,0 0 31-15,0 0-29 16,0 0-104-16,0 0-137 16</inkml:trace>
  <inkml:trace contextRef="#ctx0" brushRef="#br0" timeOffset="-76878.56">18787 16498 31 0,'0'0'472'0,"0"0"-395"0,0 0 11 0,0 0-41 0,0 0-19 16,0 0 23-16,0 0-12 16,0 0-29-16,0 0 21 0,6 0-2 15,-6 0 9 1,10 0 4-16,-10 0 1 0,0 0-20 16,0 0-17-1,0 0-6-15,0 0-5 0,0 0-15 16,0 0-60-16,0-11-25 15,0 3-29-15,0-4-82 16</inkml:trace>
  <inkml:trace contextRef="#ctx0" brushRef="#br0" timeOffset="-76147.29">19069 16752 430 0,'0'0'150'0,"0"0"-38"0,0 0-7 0,0 0-35 16,0 0-38-16,0 0-19 15,0 0 37-15,0-53-19 16,0 34 13-16,0-6-3 15,0-3-12-15,0-8-10 16,0 4-14-16,0-8-1 16,0 4-3-16,0 4 5 0,0-9 1 15,0 10-10 1,0-14 3-16,34 1-14 0,3-3 12 16,4 10 2-16,-7 5-3 15,0 8-36-15,0 4-36 16,-9 12-82-16,-3 4-50 15,-16 4-330-15</inkml:trace>
  <inkml:trace contextRef="#ctx0" brushRef="#br0" timeOffset="-75647.5">19317 16506 426 0,'0'0'131'0,"0"0"-33"0,0 0 6 0,0 0-66 0,0 0-11 16,0 0 69-16,78-8-28 15,-50 0-28-15,12 5 14 16,-6 3-35-16,0 0 4 16,3 0-21-16,-2-4-4 0,-8 4-2 15,-2 0-15 1,-3 0-41-16,-16 0-14 0,16 0-102 15,-16 0-106-15</inkml:trace>
  <inkml:trace contextRef="#ctx0" brushRef="#br0" timeOffset="-75406.59">19317 16506 281 0</inkml:trace>
  <inkml:trace contextRef="#ctx0" brushRef="#br0" timeOffset="-75098.8">19317 16506 281 0,'419'138'139'0,"-404"-138"-35"16,-15 0-17-16,7 0 151 15,-1 0-139-15,-6 0-45 16,0-8-8-16,0-13-29 16,0-7 22-16,6-4-34 15,0-8 11-15,10 4-12 16,-10-4 1-16,6-1-5 15,-6 5 1-15,16 12-7 0,-16 1 9 16,7 6-9-16,-7 1 9 16,0 8-8-16,-6 0-7 15,0 0 11-15,0 8-2 16,16-4-8-16,-16 0-16 16,6 4 8-16,-6 0 10 15,0 0 5-15,0 0-3 16,0 4 7-16,0 21-4 15,-6 2 4-15,-22-3-1 16,9 0-3-16,-3-8-51 0,10 1-70 16,0 6-19-16,-4-10-10 15,4-10-115-15</inkml:trace>
  <inkml:trace contextRef="#ctx0" brushRef="#br0" timeOffset="-74598.43">20024 16113 511 0,'0'0'132'0,"0"0"-52"0,0 0 25 0,0 0-47 16,34 17-35-16,-21-1 7 0,-7 0-3 15,9 4 14-15,-2 4-3 16,-7 4 21-16,-6 8-32 16,0 9-5-16,0 2-13 15,0 1-6-15,0 12 1 16,0 4 0-16,0-3-8 15,-6-1-3-15,-7-7 6 16,-2-14-25-16,9-11-40 16,-7-12-36-16,13-11-101 15,0-5-163-15</inkml:trace>
  <inkml:trace contextRef="#ctx0" brushRef="#br0" timeOffset="-74148.55">20353 16531 964 0,'0'0'139'0,"0"0"-116"0,0 0-23 0,0 0-52 16,0 0-159-16,0 0-154 0</inkml:trace>
  <inkml:trace contextRef="#ctx0" brushRef="#br0" timeOffset="-73049.83">21060 16234 502 0,'0'0'105'0,"0"0"-45"0,0 0 12 15,0 0-37-15,0 0 10 16,0 0 5-16,0 16 8 0,-19-8-13 15,-2 0 13-15,-20 0 14 16,16 0-33-16,-21 8 0 16,12 1-28-16,0 2 1 15,6 1-8-15,3-4-1 16,-3 1-3-16,9 2 2 16,-2-2 1-16,15-1 2 15,6-1-8-15,0 1 6 16,0-3-6-16,0-6 5 15,0 9-8-15,0-3 0 16,27-1 6-16,4-4-9 16,-3 8-3-16,13-8 11 0,-7 4-19 15,-16 0 19 1,-2-4 1-16,2 0-10 0,-18 0 14 16,7 0-8-16,-7 0 5 15,0 4-1-15,0 0 4 16,0 4-1-16,0 8 2 15,0-4-2-15,0 5 18 16,-13-1-18-16,-15-1 3 16,-12-3-2-16,21-4-8 15,-15-3-6-15,22-5-17 16,-4-8-16-16,4 0-70 16,-7 0-43-16,19 0-77 15,0-21-76-15</inkml:trace>
  <inkml:trace contextRef="#ctx0" brushRef="#br0" timeOffset="-72449.66">20393 16575 492 0,'0'0'180'0,"0"0"-180"0,0 0-52 0,0 0 52 0,0 0-56 0,0 0 56 16,-9-12 4-16,9 12 77 15,0 0 58-15,0 0 23 16,0 0-73-16,0 0-26 16,0 0-41-16,0 0-18 15,0 0-4-15,0 0 1 16,0 0-3-16,0 0-18 15,0 0 11-15,0 0 2 16,0 0 7-16,0 0 0 16,0 0 3-16,0 0-1 0,0 0-2 15,0 0-18-15,9-8-83 16,4-13-166-16,-7-2-399 16</inkml:trace>
  <inkml:trace contextRef="#ctx0" brushRef="#br0" timeOffset="-70635.58">18334 17417 335 0,'0'0'135'0,"0"0"-50"0,0 0 12 0,0 0-83 0,0 0-6 0,0 0 48 16,0 0 17-16,0 0 12 16,0 8-20-16,0 8-4 15,-21 9-22-15,-4 3-4 16,9 3-21-16,-8 13-1 16,2-3 2-16,3 11-8 15,4-4-2-15,2-4 0 16,1-4-1-16,6-11-3 15,-4-1 1-15,-2-9 3 16,12-2-8-16,-12 2 3 16,12-7 0-16,0-7-3 0,0-2-13 15,0 2 9 1,18-5-1-16,10 0-5 0,0 0 10 16,-3 0-1-16,3 0-15 15,6 0 0-15,-9-5-7 16,9-6 19-16,-16 2-9 15,4 1-8-15,-3 0 21 16,2 0-32-16,-14 0 9 16,-1 0-23-16,-6-4 30 15,0 4 16-15,0 0 3 16,0 4 0-16,0 0-8 16,0-3-10-16,0 7-21 15,0-5 17-15,0 5 17 16,0 0 3-16,0 0 4 0,0 0 12 15,0 0 14-15,0 12 20 16,0 9 11-16,0-2-42 16,0 6 4-16,0-2-7 15,0 1 4-15,0 4-15 16,0 5 14-16,0-2-9 16,0-6-6-16,0-9 4 15,0-4-6-15,0-4 0 16,0-4-4-16,0-4-12 15,0 0-129-15,0 0-124 16</inkml:trace>
  <inkml:trace contextRef="#ctx0" brushRef="#br0" timeOffset="-70118.45">18809 17898 379 0,'0'0'82'0,"0"0"-76"0,0 0 16 0,0 0-13 16,0 0 15-16,0 0 25 15,0-11-13-15,0 11-22 16,0 0-14-16,0 0-55 16,0-5-305-16</inkml:trace>
  <inkml:trace contextRef="#ctx0" brushRef="#br0" timeOffset="-69518.68">19308 18079 578 0,'0'0'127'0,"0"0"-40"0,0 0 25 0,0 0-59 0,0 0-9 16,0 0-20-16,0 8 13 0,0-8-14 15,0-8 5-15,0-20-12 16,-6-4-2-16,-7-12 4 16,-8 0-10-16,8 0-1 15,13-1-7-15,0 1-1 16,0 4-12-16,0 0-3 16,0-1-33-16,13 13 1 15,21 5 5-15,6-1-23 16,-12-1-34-16,12 9-135 15</inkml:trace>
  <inkml:trace contextRef="#ctx0" brushRef="#br0" timeOffset="-68935.19">19584 17862 357 0,'0'0'43'0,"0"0"101"0,0 0-16 0,0 0-11 0,0 0 8 15,0 0-24-15,93-11-25 16,-53 6-38-16,1 1-25 16,-1 0-5-16,0-4-8 15,-9 1-35-15,3-1-66 16,-12-1-77-16,-3 5-80 16,-7 4-320-16</inkml:trace>
  <inkml:trace contextRef="#ctx0" brushRef="#br0" timeOffset="-68419.86">20105 17934 496 0,'0'0'153'0,"0"0"-43"15,0 0 10-15,0 0-54 16,0 0-30-16,0 0-1 15,0 28-22-15,0-28 7 16,0 0 12-16,0 0 11 16,0 0-35-16,0-20 23 15,0-7-18-15,0-6 7 16,0-7-10-16,0-4-9 16,0-5-1-16,6 6-4 15,-6 3 1-15,0 7-5 0,0 10 5 16,0 7-8-1,0 8 11-15,0 8 1 0,0 0 2 16,0 0-3 0,0 0-20-16,0 0 8 0,-6 0-12 15,-22 19-20 1,-3 14-27-16,-3 6 36 0,0 6-32 16,6-9 28-16,15-4-47 15,1-16-51-15,12-4-175 16</inkml:trace>
  <inkml:trace contextRef="#ctx0" brushRef="#br0" timeOffset="-67936.61">20297 17586 400 0,'0'0'110'0,"0"0"-31"0,0 0 55 0,0 0-17 0,0 0 24 16,0 0-53-16,50 116-32 16,-38-92-41-16,0-1-1 15,1 7-8-15,-4 1-1 16,-3 10 4-16,-6 3-4 15,0 12 14-15,0-1-15 16,0-6 5-16,0-1-9 16,0-12-17-16,0-12 13 0,0-4 2 15,0-12-6 1,0-4-34-16,0-4-57 0,0 0-156 16,0-12-197-16</inkml:trace>
  <inkml:trace contextRef="#ctx0" brushRef="#br0" timeOffset="-67037.83">21326 17377 104 0,'0'0'492'0,"0"0"-326"0,0 0-51 0,0 0-28 0,0 0-55 15,0 0-11-15,0 0-6 16,0 0-1-16,22 0 26 16,12 0-20-16,-9 0-4 15,3-4-15-15,0 0 5 16,-3 4-6-16,-4-4-4 16,-2 4-14-16,-7-4-36 15,4-1-5-15,-10 2-128 0,-6-1-112 16</inkml:trace>
  <inkml:trace contextRef="#ctx0" brushRef="#br0" timeOffset="-66785.83">21326 17377 621 0</inkml:trace>
  <inkml:trace contextRef="#ctx0" brushRef="#br0" timeOffset="-66668.92">21326 17377 621 0,'-58'-253'134'0,"64"253"-22"0,34 0-5 16,0 0 71-16,13 0-175 15,-25 0-2-15,12 0-1 16,-15-4-22-16,-3-4-80 16,-10 5-129-16,-12 3-250 15</inkml:trace>
  <inkml:trace contextRef="#ctx0" brushRef="#br0" timeOffset="-64141.1">22095 17109 303 0,'0'0'220'0,"0"0"-140"0,0 0 25 0,0 0-29 0,0 0-44 15,0 0 22-15,0 0-2 16,0 0-31-16,0 0-3 15,0 0-18-15,0 0 25 16,0 0 8-16,0 0-7 16,0 0-5-16,0 0-7 0,0 0 1 15,0 0 4 1,0 0-9-16,0 0 1 0,0 0 19 16,-6 0-21-1,6 0 15-15,0 0-8 0,0 0 2 16,0 0-5-16,0 0-1 15,0 0-8-15,0 0-2 16,0 0-1-16,28 0 6 16,53 0 7-16,6 0-6 15,12 0 2-15,9 0-3 16,-15 0-14-16,-6 0 7 16,-16 0-4-16,-8 0-17 0,-17-5-5 15,-12-7-7 1,-15 4-30-16,-19 0-62 15,0 8-191-15,0 0-399 16</inkml:trace>
  <inkml:trace contextRef="#ctx0" brushRef="#br0" timeOffset="-63073.73">23686 17229 481 0,'0'0'71'0,"0"0"-30"0,0 0 21 0,0 0-32 0,0 0 16 0,0 0-10 16,68-12 27-16,-34 12-18 16,7 0 27-16,5 0-14 15,-5 0-28-15,17 0-5 16,11 0-11-16,-10 0 9 0,15 0-22 15,-3 0 25 1,10 3-21-16,0 6 17 0,21 2-13 16,-9 2 2-16,19-10-11 15,-4 6 9-15,-9-5-8 16,4 3 6-16,-4 6-14 16,-6-5 7-16,6 4-1 15,-18-4-1-15,5 0-1 16,-11 4 3-16,-7-4 0 15,-3 8 4-15,-12-12-3 16,15 0-2-16,-3-4 6 16,-3 0-11-16,3 0-1 15,10 0 6-15,-13 0-5 0,9 0 6 16,-18 0-2 0,9 0 5-16,-3 0-7 0,-19 0 8 15,-6 0-9-15,-6 0 12 16,-9 0-11-16,9 0 4 15,-4 0-2-15,-2 0-6 16,18 0 7-16,-5 4 1 16,-11-4-1-16,4 4-3 15,-3-4-9-15,-9 0-21 16,-16 0-117-16,0 0-398 16</inkml:trace>
  <inkml:trace contextRef="#ctx0" brushRef="#br0" timeOffset="-60277.47">23788 16691 468 0,'0'0'186'0,"0"0"-95"0,0 0-8 0,0 0-25 0,0 0-28 15,0 0 15-15,-15-47 7 16,9 34-27-16,6-7 43 15,0 4-36-15,0-4 3 16,0-12-23-16,0-5-6 16,0-10-2-16,15-2 3 15,4-7-1-15,-1 0-3 16,-8 1 10-16,2 6-9 16,-12 9 5-16,13 4-8 15,-7 4-1-15,9-1-1 16,-9 5-11-16,-6 16 6 15,0 9-10-15,0 3 10 16,0 0 3-16,0 0-5 16,0 3 5-16,0 17 0 0,-6 5-1 15,-15 3-7-15,-4 4 10 16,9 4-1-16,-9 12-1 16,4 0-27-16,2 4 4 15,-3 0-47-15,10-11 4 16,6-18-138-16,6-15-82 15</inkml:trace>
  <inkml:trace contextRef="#ctx0" brushRef="#br0" timeOffset="-59539.51">24216 16150 234 0,'0'0'221'0,"0"0"-106"0,0 0 8 16,0 0-63-16,0 0-12 15,0 0-28-15,0 0 25 16,-173 80-28-16,139-52 18 0,-1 8 17 16,23-7 5-16,-10 18 2 15,16-7-36-15,-6 12 2 16,6-3-21-16,6-1-1 15,0-4 2-15,0 0-8 16,0-11 4-16,6-2-2 16,40-6-1-16,-12-9 2 15,7-1-5-15,-1-2-9 16,0-10 12-16,-9-3-22 16,10 0 21-16,-7 0-11 0,0-20 6 15,-9-12-20 1,-4-8 18-16,-8 0 6 0,-7 0-15 15,-6 12 3-15,0 8-4 16,0 12 20-16,-19 8 0 16,-33 0 10-16,-10 20 18 15,-10 20-22-15,10 0 11 16,3-8-16-16,25-3 2 16,13-9-1-16,21-4-4 15,0-13-58-15,0-3-130 16,9 0-169-16</inkml:trace>
  <inkml:trace contextRef="#ctx0" brushRef="#br0" timeOffset="-53666.66">24858 16206 449 0,'0'0'175'0,"0"0"-49"0,0 0-52 0,0 0-9 0,0 0-20 0,0 0-24 16,0 0 7-16,0 0-15 15,0 0 32 1,0 0 1-16,0 7-10 0,0 6-23 16,0-1 3-16,0 8-6 15,0 1-8-15,6-2 2 16,1 13 3-16,-1 0-7 15,0 12 5-15,0 4 2 16,-6 1-1-16,0 7-6 16,0 0 0-16,0-4-4 15,0-8-1-15,0-11-10 16,0-17-7-16,0-9-34 16,0-2-15-16,0-5-43 15,0 0-56-15,0 0-76 16</inkml:trace>
  <inkml:trace contextRef="#ctx0" brushRef="#br0" timeOffset="-53183.25">24529 16599 610 0,'0'0'50'0,"0"0"67"0,0 0-5 0,0 0-43 15,0 0-23-15,0 0-21 0,360 24 4 16,-298-24-29 0,-9 0 19-16,0 0-17 0,-7 0-2 15,1 0 5-15,-7-4-8 16,-12 4 3-16,6 0-42 16,-22 0-53-16,-5 0-165 15,-7 0-424-15</inkml:trace>
  <inkml:trace contextRef="#ctx0" brushRef="#br0" timeOffset="-49037.33">25785 16362 151 0,'0'0'83'0,"0"0"-24"0,0 0 48 0,0 0-36 0,0 0-37 16,0 0-1-16,0 0-5 15,0 0-22-15,0 0 36 0,0 0 7 16,0 0 8-1,0 0-19-15,0 0-5 0,0 0 0 16,0 0-13-16,0 0 35 16,0 0-15-16,0 0 5 15,0 0-12-15,0 0 17 16,0 0-4-16,0 0-16 16,0 0-11-16,0 0-8 15,0 0 10-15,0 0-13 16,0 0 10-16,0-19-12 15,0-6-10-15,0-3 15 16,0-8-11-16,28 0 5 0,0 0-1 16,3 0-4-1,3 0-3-15,13 3-1 0,-13 6 6 16,6 10-10-16,-6 9 4 16,-9 8-6-16,-9 0 10 15,15 0 1-15,-10 28-1 16,-15 9-2-16,-6 11 0 15,0 8-10-15,0 8 8 16,0 1-9-16,-46-1 12 16,-7 11-9-16,-9-3 10 15,9-7 0-15,7-9 0 16,-1-20-2-16,13-11-2 16,16-14 0-16,-10-7-4 15,28-4 7-15,-6 0-18 16,6 0 1-16,0 0 2 0,0 0 8 15,0 0-3-15,0 0 11 16,18 8 21-16,16-3 2 16,-6 3 14-16,3 0-26 15,-3-5 10-15,6 1-18 16,-21 1 1-16,15-2-4 16,-10 5-17-16,-2-3-27 15,-4 3-79-15,-12-5-105 16,0-3-212-16</inkml:trace>
  <inkml:trace contextRef="#ctx0" brushRef="#br0" timeOffset="-48521.18">26061 16731 190 0,'0'0'236'0,"0"0"-203"0,0 0 66 0,0 0-15 15,0 0-43-15,0 0 29 0,81 65-18 16,-63-62-36-1,10-3-2-15,3 0 35 0,3 0 33 16,7 0-28-16,-7 0 9 16,12 0-33-16,-5-16 1 15,-1-15-11-15,0-2 11 16,1-3-21-16,-7-3-2 16,3-2 7-16,-9 1-3 15,-6-4-12-15,-4 4-2 16,-18 0-2-16,0 4-34 15,0 3 11-15,0 9-2 16,-34 16 11-16,-12 8-5 16,-7 0 23-16,0 0 14 15,-15 21-12-15,9 7 0 0,-3 11 1 16,15 10 4 0,1-1-7-16,12-4-2 0,15-5-24 15,13-14-41-15,6-1-53 16,0-7-78-16,0-2-51 15</inkml:trace>
  <inkml:trace contextRef="#ctx0" brushRef="#br0" timeOffset="-44573.62">24548 17967 22 0,'0'0'496'0,"0"0"-380"0,0 0-15 0,0 0-10 16,0 0-9-16,0 0-31 15,0 0 5-15,-19 3-7 16,19-3-6-16,0 0-4 15,0 5-13-15,0-5 9 16,0 0-23-16,0 0 12 16,0 0-17-16,0 0 10 15,0 0-12-15,0 0 2 16,0 0-7-16,0 0 6 16,35 0-8-16,11 0 4 15,29 0 17-15,-10 0-16 16,3 0 7-16,-9 0-4 15,9 0-7-15,-9 0 2 16,-6 0-1-16,-7 0 0 0,-18 0-16 16,6 0 2-16,-9 0-28 15,3 0 13-15,0-8-28 16,-3-8-21-16,-10-4-96 16,-9 7-139-16</inkml:trace>
  <inkml:trace contextRef="#ctx0" brushRef="#br0" timeOffset="-43591.84">25593 17613 145 0,'0'0'336'0,"0"0"-246"0,0 0 0 0,0 0 6 0,0 0-37 16,0 0-27-16,0-36 21 15,0 36-6-15,0 0 12 0,0 0-18 16,0 0 23-16,0 0-51 16,0 9-5-16,6 2-3 15,0 18 2-15,-6 3 3 16,7 16 2-16,-7 12 8 15,0 0-18-15,0 1 9 16,0-9-8-16,0-8-5 16,0-8 8-16,0-4-10 15,0-8 4-15,0-12 0 16,0 4 0-16,0-4-7 16,0-4 6-16,15-4-20 15,-2 0 19-15,5-4-6 16,4 0 0-16,3 0 6 15,3 0-2-15,-1-4 7 16,-2-4-3-16,9-8 0 0,-6 12 0 16,-3 0-1-16,-3-4 2 15,-10 8-2-15,16-4 1 16,-16-4-3-16,-5-4-23 16,14 0-9-16,-14 0 17 15,-7 4 5-15,0 3 10 16,6 2 6-16,-6 3-3 15,0 0 6-15,0 0 12 16,0 0-5-16,0 0-8 16,0 0-4-16,0 0 0 0,0 0 4 15,0 11-2-15,0 10-3 16,0 3 4-16,-6 12 15 16,-1 0-2-16,-14 16-1 15,14 0 0-15,1-4-12 16,6-7-2-16,-6-5 1 15,6-12-4-15,0-4 9 16,0-4-16-16,0 0-2 16,0-4 9-16,0-4-30 15,0-8-45-15,0 0-76 16,0 0-171-16</inkml:trace>
  <inkml:trace contextRef="#ctx0" brushRef="#br0" timeOffset="-40943.64">27091 17517 165 0,'0'0'277'0,"0"0"-228"0,0 0 64 0,0 0 17 0,0 0-64 16,0 0-13-16,0 0 9 15,31-20-48-15,-31 20 8 0,15 0-2 16,-2 0 29-16,-1 0-39 16,3 0 19-16,4 0-8 15,9-3 7-15,6-2-11 16,-9-3-8-16,9 0-1 15,-6 1-5-15,-3-1-6 16,-4-1 4-16,-8 1-7 16,-1 4-4-16,-6-3-19 15,10 7-28-15,-16-5-9 16,12-3-112-16,-12 0-171 16</inkml:trace>
  <inkml:trace contextRef="#ctx0" brushRef="#br0" timeOffset="-40293.59">27177 17173 182 0,'0'0'407'0,"0"0"-355"0,0 0-3 0,0 0-2 16,0 0-34-16,0 0-8 15,13 0 39-15,-7 0-12 16,-6 0 27-16,0 0-13 15,12 0-5-15,4 0-26 16,9-5 12-16,9-3-18 16,0 1 2-16,-6 2 2 15,3 2-1-15,-9 3 11 0,-4-5-21 16,4 2 3-16,-10 3-5 16,1-5-5-16,-4 2-43 15,-9-2-53-15,0 1-183 16</inkml:trace>
  <inkml:trace contextRef="#ctx0" brushRef="#br0" timeOffset="-37879.73">24015 15557 385 0,'0'0'143'0,"0"0"-82"0,0 0 24 0,0 0-51 0,0 0-7 16,0 0-13-16,12 0 13 15,4 0-11-15,-16-5 34 16,6 1 13-16,6-4-13 16,-6 5-21-16,10-5-15 0,-4-5-9 15,-5 13-1 1,14-4-8-16,-15 4 4 0,1 0-9 16,-1 0-3-1,6 0 12-15,4 0 6 0,2 0 18 16,17 0 7-16,-11 12-20 15,10-4-2-15,1 0-8 16,-8 4 5-16,4-7-2 16,-9 11-8-16,6-9-4 15,3 1 3-15,3-3-8 16,-6-5 2-16,3 0 10 16,-3 0 1-16,0 0-6 15,3 0 15-15,-3 0-17 16,0 0 13-16,-3 0-10 0,2 0 1 15,1-5-16-15,3-15-30 16,3-8 21-16,-6 12 24 16,-3-4-5-16,-9 4 2 15,-10 12 15-15,0-4-7 16,0 8 0-16,0-8 14 16,4-8-14-16,-4 4 0 15,6-4-13-15,-5 4-33 16,-1 0 16-16,0 12-4 15,-6 0 26-15,0 0 8 16,0 0 11-16,0 0 3 16,15 0-14-16,-2 0 6 15,9 12 5-15,-4 3-3 16,1 6-4-16,3-1 16 16,-4 0-8-16,22-4-1 0,1-8-11 15,-7-4-4-15,6-4-13 16,7 0-7-16,-7 0 0 15,6 0-14-15,1-12 17 16,-1-4-6-16,1 4 20 16,-7 12 7-16,1 0 0 15,5 0 0-15,-12 0 0 16,-12 8 2-16,3 12 6 16,-4 5 23-16,-8 3-5 15,-1-5 13-15,-12 9-26 16,22-4 16-16,-16-3-29 0,-6-6-24 15,0 1-113-15,0-4-249 16</inkml:trace>
  <inkml:trace contextRef="#ctx0" brushRef="#br0" timeOffset="-36897.54">24824 14602 461 0,'0'0'133'0,"0"0"-130"0,0 0 41 0,0 0-14 0,0 0 6 15,0 0 25 1,0 0-12-16,87-25-26 0,-69 25 12 15,-2 0-9-15,-10 0-14 16,0 0 11-16,-6 17-1 16,0 11 25-16,0-4-22 15,0 4 1-15,0-8-25 16,0-12-1-16,0 0-13 16,19-8-26-16,3 0 3 15,6 0 6-15,-10 0 29 16,1 0 2-16,3 0 1 15,-4 0 3-15,-18 16 17 16,16-4 0-16,-16 1-2 16,0 6-8-16,0 5-3 0,-16 5 3 15,-9-1-10-15,-21 11 9 16,18-6-7-16,0-2 1 16,3-6-5-16,13-6-22 15,2-2-42-15,4-9-56 16,6-8-55-16,-6 0-173 15</inkml:trace>
  <inkml:trace contextRef="#ctx0" brushRef="#br0" timeOffset="-36281.04">25559 14533 489 0,'0'0'130'0,"0"0"-85"0,0 0 58 0,0 0-48 0,0 0 3 0,0 0 12 15,-12 0-24-15,-16 0-32 16,0 13 14-16,-3 2 14 15,-3 10-16-15,6 3-1 16,3 4-21-16,-3 4 12 16,9 8-12-16,10-4 12 15,3 4-14-15,6-3-2 16,0-13 2-16,0 3 2 16,0-10-8-16,6-9 10 15,22-1-16-15,25-6 12 16,-13-5-9-16,-6 0 5 15,0 0-1-15,-9 0-9 0,3-20-14 16,-9-16 2-16,-4 0-15 16,-15 3 3-16,0 6-23 15,0 10 16-15,-15 14 43 16,-4 3 11-16,-9 0 15 16,-3 23-3-16,3 21-14 15,0 0-9-15,16 1-15 16,6-13-192-16,-1-17-562 15</inkml:trace>
  <inkml:trace contextRef="#ctx0" brushRef="#br0" timeOffset="-33298.39">27937 16747 4 0,'0'0'304'0,"0"0"-118"0,0 0-35 0,0 0-21 0,0 0-39 16,0 0-27-16,0 0-29 16,0 0-6-16,0 0-19 0,0 0 19 15,0-3 5 1,0-2 19-16,9 5-25 0,16 0 5 15,9 0-2 1,13 0-13-16,-1 0 6 0,7-3-19 16,15 3 11-1,-9-9-8-15,3 9-4 0,-9-4-4 16,-13 0 0-16,-6 1-16 16,-9-5-17-16,-3-5-35 15,-22 9-114-15,0-7-325 16</inkml:trace>
  <inkml:trace contextRef="#ctx0" brushRef="#br0" timeOffset="-32501.22">28833 16343 654 0,'0'0'97'0,"0"0"12"0,0 0-2 0,0 0-47 0,0 0 2 0,0 0-16 0,-6 3-35 15,12-3 8-15,28 0 2 16,13 0-4-16,15-12-8 15,-9 1-1-15,-1 11-8 16,-18 0 5-16,-9 0-10 16,-16 0 2-16,-9 11 3 15,0 25 5-15,0 0-1 16,0 12-4-16,-15 1-16 16,-16-5 13-16,3-8-7 15,22-13 1-15,-10-10-7 16,16-5-2-16,0-4-20 0,0 1-4 15,16-2 22-15,18 2 18 16,-9 6 0-16,3 1 4 16,-10 4 41-16,-2 9-18 15,-16-2 21-15,0 6-36 16,0-1-2-16,0 3-8 16,-41 2-2-16,-21 6-7 15,-3-6 3-15,-3-1 3 16,9-12 6-16,13-3-10 15,5-6-2-15,20-11-38 16,21 0-59-16,0 0-128 16,0-36-275-16</inkml:trace>
  <inkml:trace contextRef="#ctx0" brushRef="#br0" timeOffset="-31784.47">29705 16323 487 0,'0'0'122'16,"0"0"-31"-16,0 0-23 0,0 0-13 0,0 0 17 0,0 0 0 0,-168 100-38 0,134-69 4 16,0 5 29-16,0 5-14 0,9-2-37 15,-3 10 15-15,16-5-9 16,-10 4-16-16,10-4 1 15,5-3 0-15,1-1-7 16,6-8 7-16,0-1-10 16,0-3 3-16,0-3-1 15,25-5-7-15,15-8-1 16,7-3 9-16,15-9-4 16,-3 0-1-16,-7 0 5 15,10-21-8-15,-21-11 2 16,-23-4 5-16,-5-5-18 0,-13 5 1 15,0 12 1-15,0 9 13 16,0 10 4-16,0 5 6 16,-25 0 5-16,-9 0-8 15,-13 20 22-15,-5 21-19 16,5-2 1-16,1-3-7 16,18-7-1-16,15-14-36 15,13-2-54-15,0-9-153 16,0 0-253-16</inkml:trace>
  <inkml:trace contextRef="#ctx0" brushRef="#br0" timeOffset="-31100.89">28300 17445 300 0,'0'0'393'0,"0"0"-386"0,0 0 43 0,0 0 10 0,0 0-13 16,0 0-14-16,-28 0 26 16,28 0-26-16,0 0 3 15,0 0 35-15,0 0-24 16,28 0 2-16,31 0-26 16,28 0 17-16,27 0-29 15,7-23 13-15,25-7-19 16,-6-1 8-16,-4 3-13 0,-18 4 0 15,-10 4-2-15,-21 12-15 16,-12 3-2-16,-17 5-37 16,-11 0-3-16,-35 0-110 15,4 0-280-15</inkml:trace>
  <inkml:trace contextRef="#ctx0" brushRef="#br0" timeOffset="-30468.59">28247 18067 736 0,'0'0'145'0,"0"0"-70"0,0 0-9 0,0 0-24 16,0 0 44-16,0 0-31 16,165-12 1-16,-103 4-27 15,-10 3-11-15,1 5 5 16,3-3-22-16,3 3-1 15,-19 0-14-15,0 0 13 16,-6 0-39-16,-9 0 5 16,9 0-33-16,-6 0-61 15,-9-8-155-15,-13-8-266 16</inkml:trace>
  <inkml:trace contextRef="#ctx0" brushRef="#br0" timeOffset="-29669.82">29215 17618 376 0,'0'0'299'0,"0"0"-156"0,0 0-31 0,0 0-29 0,0 0-29 16,0 0 14-16,0 59-31 15,0-10-20-15,0-1-2 16,-34 4-8-16,2-8 12 16,-8 1-18-16,12-9 21 15,0-4-22-15,4-12 17 0,17 3-16 16,-2-7 3-1,9 1-4-15,0-1-10 0,0-8 4 16,0 4-16-16,0-4 20 16,16-8-13-16,2 8 11 15,10-8 5-15,6 0-1 16,6 0 0-16,7 0 0 16,-7 0 0-16,7-8 0 15,-7 4-1-15,-15-8-12 16,9 8 6-16,-12-4-25 15,-4 0 23-15,-5-4-19 16,-7 4 12-16,3-5 2 0,-9 2 5 16,6-1 8-1,-6-1-9-15,7 5 3 0,-7 8 2 16,0-3-1-16,0 3 12 16,0 0 1-16,0 0-5 15,0 0 6-15,0 0 23 16,0 16-13-16,0 7 16 15,0 2-17-15,-13 3 18 16,-2 4-35-16,2-1 8 16,7 10-5-16,0-1-6 15,-10-3 2-15,16-9 1 16,-6-8 0-16,6-4-22 16,0-8 5-16,0-8-10 15,0 0-40-15,0 0-134 16,0 0-256-16</inkml:trace>
  <inkml:trace contextRef="#ctx0" brushRef="#br0" timeOffset="-28985.99">29829 17618 201 0,'0'0'362'0,"0"0"-242"0,0 0-25 0,0 0-33 16,0 0 14-16,0 0-41 0,0-5 4 16,0 5-11-1,0 0-4-15,27 0 43 16,1 0-39-16,13 0 4 16,-1-3-28-16,0-2 8 0,-3-6-11 15,4 3-1-15,-1-1-4 16,-18 1-11-16,-4 5-4 15,-18-5-45-15,16 3 7 16,-16-7-54-16,0 1-77 16,0 6-99-16</inkml:trace>
  <inkml:trace contextRef="#ctx0" brushRef="#br0" timeOffset="-28637.66">29856 17337 671 0,'0'0'232'16,"0"0"-187"-16,0 0 8 0,0 0-13 15,0 0-15 1,0 0 32-16,149-17-35 0,-90 6 2 16,-6-1-19-16,9-1 7 15,-22 5-12-15,-9 5-24 16,-3-1-21-16,-15 0-101 15,-13 4-190-15</inkml:trace>
  <inkml:trace contextRef="#ctx0" brushRef="#br0" timeOffset="-23991.5">31094 16988 550 0,'0'0'114'0,"0"0"-71"0,0 0 73 0,0 0-14 0,0 0-26 0,0 0-4 0,0 0-30 16,-41 80-15-1,35-60-18-15,6 9 21 0,0-6-23 16,0-3 14-16,0 1-18 16,0-10-1-16,0-2-2 15,6-9-2-15,22 0 0 16,-3 0 4-16,9 0-11 15,6-25 20-15,1-11-16 16,-1-8 5-16,-6-4-1 16,-9 4-11-16,-3 0-3 15,-16 11-2-15,-6 5 1 16,0 9 8-16,0 2 1 16,0 17 2-16,-47 0 5 15,7 0-10-15,-13 0 12 16,4 28-2-16,2 8 0 15,16 0 0-15,3 0 2 16,10 2 0-16,2-7 1 0,10-7 2 16,6 4-10-16,0-11 3 15,0-1 1-15,0-4-26 16,0-9-25-16,12-3 15 16,16 0 1-16,0 0 17 15,-15 0-15-15,21-3-10 16,-16-14 29-16,4 9 11 15,-10-3 8-15,1 2-1 16,2 9 4-16,-8 0 14 16,-7 0 17-16,6 0-21 0,-6 9 36 15,0 18-14 1,0 9 14-16,0-8-44 0,6 0-5 16,0 13 0-16,10-5-4 15,-4 8 0-15,-12-4 1 16,6-4-2-16,-6 0 4 15,0 5-12-15,0-5 14 16,0 3-13-16,0-3 8 16,-6-7 0-16,-22-1 2 15,-12-5 4-15,0 2 22 16,-7-1-13-16,7-7 6 16,-7 2-12-16,7-7 14 15,-13-4-22-15,25 0-2 0,-3-4-5 16,10 0-2-16,8 0-7 15,1 4-18-15,2 0-55 16,10-3-111-16,0-5-85 16</inkml:trace>
  <inkml:trace contextRef="#ctx0" brushRef="#br0" timeOffset="34360.41">14161 3601 258 0,'0'0'232'0,"0"0"-205"0,0 0 69 0,0 0-32 16,0 0 24-16,0 0-5 15,0 0 6-15,-13 0-32 16,13 0-3-16,0 0-17 16,0 0 8-16,0 0-13 0,0 0-31 15,0 0 19-15,0 0-14 16,0 0 21-16,0 0-21 15,0 0 17-15,0 0-3 16,0 0-16-16,0 0-4 16,0 0-5-16,35 0-1 15,33 0 6-15,31 0 18 16,6 0-6-16,4 0-7 16,-4-16-5-16,-18 4-4 15,-19 4-15-15,-27-5-3 16,-23 13-22-16,-18 0-29 15,0-3-81-15,-46-1-381 16</inkml:trace>
  <inkml:trace contextRef="#ctx0" brushRef="#br0" timeOffset="38072.41">15392 3220 419 0,'0'0'98'0,"0"0"-47"0,0 0 57 0,0 0-37 16,0 0-12-16,0 0 1 16,0 0 4-16,-13 0-56 15,13 0 9-15,0 0 17 16,0 0 0-16,0 0 1 0,0 0-1 15,0 0 4-15,0 0-20 16,0 0-1-16,0 0-10 16,0 0 0-16,0 0 3 15,0-8-4-15,0-4 10 16,19-4-8-16,9 4 2 16,0-1-8-16,-3 6 9 15,-4 3-7-15,-2 4-8 16,3 0-6-16,-10 0 0 15,-6 0-10-15,-6 11-2 16,0 22 22-16,0 14-13 16,-46 14 13-16,-23 3 4 15,4-4 12-15,13-12-11 16,11-11-2-16,20-14 0 16,14-3 0-16,1-7-3 0,6-5-1 15,0 4-7-15,0-9-9 16,6 10 15-16,29-13 4 15,17 4 4-15,1-4-5 16,3 0 1-16,-19 0 4 16,3 0-6-16,-12 0-8 15,-9 0-29-15,3 8 5 16,-10-4-55-16,3-4 35 16,4 0-52-16,-7 0-9 15,4 0-112-15</inkml:trace>
  <inkml:trace contextRef="#ctx0" brushRef="#br0" timeOffset="38889.96">15779 2823 26 0,'0'0'378'0,"0"0"-300"0,0 0-4 0,0 0 10 0,0 0-53 15,0 0 8-15,81-44 18 16,-62 39 11-16,2-3-22 16,-8 8 3-16,8 0-7 0,-8 0-26 15,-1 0-6 1,-2 0-10-16,2 0-2 0,-6 13 0 15,-6 7-4-15,0 8 12 16,0 0-13-16,0 4 8 16,0-4-1-16,0 5 11 15,0-6 1-15,-12 1 13 16,12-11-23-16,0-9-4 16,0 0 2-16,0-8-8 15,6 0-6-15,34 0 14 16,19 0 5-16,-6-13 2 15,9-7-7-15,-22 4-25 0,-21 4-72 16,-19 12-136-16,0 0-341 16</inkml:trace>
  <inkml:trace contextRef="#ctx0" brushRef="#br0" timeOffset="41670.18">16734 3275 363 0,'0'0'133'0,"0"0"-86"0,0 0 4 15,0 0-13-15,0 0 7 0,0 0 3 16,0 0 18-16,10-3-12 16,-4 3 19-16,-6 0-13 15,0 0-14-15,0 0-33 16,0 0-5-16,0 0 11 16,0 0-19-16,0 16-1 15,0 12 1-15,0 5 31 16,0-2-23-16,0 2-8 15,0-2 1-15,0 2-2 16,0-5-1-16,0-4-36 16,0-1-9-16,-6 10 4 15,-35-13-14-15,20-4-152 16,8-8-101-16</inkml:trace>
  <inkml:trace contextRef="#ctx0" brushRef="#br0" timeOffset="42052.25">16520 3432 314 0,'0'0'270'0,"0"0"-205"0,0 0 44 0,0 0 53 0,0 0-89 15,0 0 34-15,149 0-63 16,-115-3-4-16,7 3-27 15,-1 0 5-15,-3-5-10 16,25 2-6-16,-15-2-2 16,-1-6-3-16,-12 2-14 15,7 5-26-15,-17-3-7 16,17-1-80-16,-13 3-54 0,-16-3-89 16</inkml:trace>
  <inkml:trace contextRef="#ctx0" brushRef="#br0" timeOffset="42884.9">17491 2979 461 0,'0'0'35'0,"0"0"24"0,0 0 32 0,0 0-39 0,0 0-8 16,0 0-2-16,6 13-8 0,-6 15 0 15,0 8 61-15,0 3-48 16,-18 5-26-16,-17 1-12 16,14-5 7-16,8-8-16 15,1 0 12-15,12-15 0 16,0 2-4-16,0-2-16 16,0-9 2-16,0-1 5 15,0-3-34-15,34 0 3 16,13-4 14-16,-1 5 16 15,-6-5-1-15,1 3 6 16,-23 2-8-16,4-5 0 0,-10 0 2 16,-5 0 1-1,-1 0-4-15,9 0-11 0,10 0 2 16,3-13 1-16,-3-2-8 16,-3 2 11-16,-10-3-3 15,3 4 11-15,-8 9 6 16,-7 3 21-16,0 0 22 15,0 0 2-15,0 0-23 16,0 0-17-16,0 0-8 16,0 0-17-16,-7 31 17 15,-14 2 3-15,-7 6 33 16,9 2-14-16,-3-2 16 0,-2-3-20 16,11-3 5-1,-8-2-23-15,8 2 1 0,-9 8 1 16,10-10 0-1,6-7-4-15,6-7-23 0,0-14-50 16,0-3-115-16,0 0-150 16</inkml:trace>
  <inkml:trace contextRef="#ctx0" brushRef="#br0" timeOffset="45566.87">18099 3617 365 0,'0'0'158'0,"0"0"-21"0,0 0-2 0,0 0-15 0,0 0-23 15,0 0 13-15,0 0-61 16,6 0-15-16,-6 0-23 16,0 0 21-16,0 0-32 15,0 0-5-15,0 0-2 16,0 0-33-16,9 0-26 16,-3 0-123-16,1 0-241 15</inkml:trace>
  <inkml:trace contextRef="#ctx0" brushRef="#br0" timeOffset="46498.58">18803 3152 390 0,'0'0'147'16,"0"0"-93"-16,0 0 4 0,0 0-37 0,0 0 9 0,0 0 24 0,37-8 0 15,-28 3 12-15,3 2-18 16,7 3-8-16,3 0-23 16,-4 0 14-16,4 0-25 15,3 0-6-15,-16 8-6 16,10 15 2-16,-13 10 3 16,-6 6 0-16,0 14-8 15,-6 7 18-15,-47-4-6 16,7 1 4-16,5-9 15 15,1-9-21-15,28 5 18 16,-10-8-2-16,16-6-8 16,6-11-9-16,0 1-6 0,0-15 6 15,0 2-32-15,40-3 32 16,6-4 0-16,7 0 10 16,0 0 7-16,9 0-9 15,-16 0-3-15,-12 0-4 16,-3 0-2-16,-9 8-40 15,-3-4-15-15,3 1-88 16,-10-5 8-16,-12 3-173 16</inkml:trace>
  <inkml:trace contextRef="#ctx0" brushRef="#br0" timeOffset="49046.08">20266 3588 492 0,'0'0'69'0,"0"0"-16"0,0 0-35 0,0 0-18 0,0 0 4 15,0 0 51-15,0 0-4 16,0 8 43-16,0-8 18 16,6 0-20-16,0-11-58 15,7-6-25-15,-7-2-9 16,-6 2 5-16,0 1-7 16,0 1 5-16,0-6 6 15,0 1-7-15,0-4 11 0,0 4 8 16,0 4-2-16,0 4-14 15,0 4-2-15,-6 8 11 16,6 0-6-16,0 0 11 16,0 0-16-16,0 0-6 15,0 0-4-15,0 0 7 16,0 0-3-16,0 0-3 16,0 0-4-16,-6 5-7 15,-1 26 10-15,1 5 14 16,-9 8-7-16,-4-8 6 15,19 0-11-15,-6 1 5 16,6-5-8-16,0 4 8 0,0-3-3 16,-12-5-5-16,12-5-62 15,0-2 5-15,0-18-98 16,0-3-144-16</inkml:trace>
  <inkml:trace contextRef="#ctx0" brushRef="#br0" timeOffset="49463.35">19810 3477 328 0,'0'0'297'0,"0"0"-241"0,0 0 53 0,0 0 67 15,0 0-88-15,0 0 0 0,155 0-40 16,-124 0-19-16,19 0 0 16,9 0-15-16,0 0-1 15,-3 0-12-15,9-9-2 16,-13 6-14-16,-5-2-15 16,-7 2-25-16,0 3-19 15,-12 0-117-15,-21 0-158 16</inkml:trace>
  <inkml:trace contextRef="#ctx0" brushRef="#br0" timeOffset="50232.33">21113 3239 265 0,'0'0'75'0,"0"0"-18"0,0 0 41 0,0 0-34 16,0 0 8-16,0 0 26 16,-13 0 0-16,-5 0-49 0,-4 0-7 15,16 0-7 1,-13 5 3-16,10 3-11 0,-4 0 0 15,7 4-9-15,0 4 12 16,6 1 2-16,0-2-24 16,0-3-8-16,0 0 2 15,0 0-5-15,6 1-2 16,34 6 5-16,13-2 4 16,0 2 10-16,9 1-10 15,-9 1-2-15,-7-6-2 16,-6 6-3-16,-6-6 1 15,-15-2-15-15,3 3 2 0,-4-9 0 16,-11 9-4 0,-7 1 18-16,0 11-6 0,0 4 7 15,-7 4 9 1,-39 4 22-16,-7 1-19 0,7-14-2 16,5-7-10-16,13-7-2 15,4-10-47-15,-4-3-18 16,-6 0-8-16,0 0-72 15,15-19-50-15,-3-9-77 16</inkml:trace>
  <inkml:trace contextRef="#ctx0" brushRef="#br0" timeOffset="50647.28">21261 3188 310 0,'0'0'179'0,"0"0"-119"0,0 0 34 0,0 0 18 0,0 0-13 16,0 0-13-16,162 0-32 15,-110-4 16-15,1 0-14 16,6-4-34-16,3 3-12 15,-3 2-7-15,-19-2-6 16,-6 2-5-16,-21 3-22 16,-13 0-93-16,0 0-180 15</inkml:trace>
  <inkml:trace contextRef="#ctx0" brushRef="#br0" timeOffset="56722.85">14703 4495 303 0,'0'0'156'0,"0"0"-88"0,0 0 8 0,0 0-30 16,0 0-28-16,0 0-3 15,0 0 24-15,0 0-23 16,0 0 19-16,0 0 17 0,0 0 23 16,0 0-27-16,0 0 0 15,0 0 11-15,0 0-45 16,0 0 3-16,0 0-13 16,0 0 19-16,0 0-15 15,0 0 12-15,0 0-17 16,0 0 0-16,0 0-2 15,0 0 3-15,0 0-4 16,47 0 4-16,27 0 19 16,1 0-23-16,12 0 13 15,-7 0-12-15,-8 0 2 16,-10 0-3-16,-4 0-2 16,-23 0-3-16,-17 0-11 15,-18 0-4-15,0 0-21 0,0 0-44 16,0-11-122-16,0-2-175 15</inkml:trace>
  <inkml:trace contextRef="#ctx0" brushRef="#br0" timeOffset="58305.21">15894 4042 13 0,'0'0'321'0,"0"0"-278"0,0 0 31 0,0 0 2 0,0 0-37 16,0 0 20-16,0-4 16 15,0 4-21-15,0 0-42 0,0 0 24 16,0 0 13-16,0 0-2 16,0 0-45-16,0 0 3 15,0 0-1-15,0 0-8 16,0 0 3-16,0 0-6 15,0 0 7-15,0 0 9 16,0 0 10-16,0 0-18 16,0 12 14-16,0 4-9 15,0 17 33-15,0 6-11 16,0 9-10-16,0 4-5 0,0 1-5 16,0-6-8-16,0-3-1 15,0-8-3-15,12 2-13 16,-5-10 14-16,-1-1-19 15,3-7 5-15,4-3 5 16,-1-6-1-16,10-11-33 16,-4 0-63-16,10 0 72 15,6 0 4-15,-9 0 14 16,22-16 4-16,-19 1 9 16,-1 7 6-16,-8-1 2 15,0 1-2-15,-4 0-12 16,4 0-28-16,-4 0 2 15,-15 4 29-15,0-4 0 16,0-3 7-16,0-2-20 0,0-3-6 16,0 4-8-16,0 0 20 15,0 4 16-15,0 4 2 16,0 0 2-16,0-1 4 16,0 2 6-16,0-5-2 15,0 4-12-15,0-4-17 16,0 0-3-16,0 8 16 15,0 0 4-15,-9 0 26 16,3 0 17-16,0 0 25 16,-1 0-19-16,1 0 2 15,6 0-38-15,-6 20 15 16,-10 8-10-16,4 8-2 0,12 8 11 16,0 8 18-1,0 9 10-15,0-1-34 0,0-4 0 16,0-8-15-16,0 1-7 15,0-13 3-15,0-5-4 16,0 2-1-16,0-6-11 16,0-2 6-16,0 3-11 15,0-12 8-15,0-9-76 16,0-7-104-16,0 0-150 16</inkml:trace>
  <inkml:trace contextRef="#ctx0" brushRef="#br0" timeOffset="59293.68">16862 4367 212 0,'0'0'116'0,"0"0"-112"0,0 0-1 0,0 0 82 15,0 0-51-15,0 0 13 0,0-4 37 16,-7 4 5-16,7 0-27 16,-6 8 19-1,6 12-3-15,-6 4-49 16,6 12 0-16,-6 12-2 0,6 4 13 16,-16 5-22-16,10-1 17 15,0-12-14-15,6 0-6 16,0-16-15-16,0-3 0 15,0-6-1-15,0-7-12 16,0 4-2-16,0-8-19 16,0 0 19-16,0 1-52 15,0-6-65-15,0 2-14 0,0-2-43 16,0-3-230-16</inkml:trace>
  <inkml:trace contextRef="#ctx0" brushRef="#br0" timeOffset="59770.4">16555 4656 497 0,'0'0'162'0,"0"0"-130"0,0 0 14 0,0 0 0 0,0 0 52 16,0 0-8-16,148 0-26 15,-95 0 13-15,0 0-39 0,-13 0-14 16,0 0-20-16,-5 0-8 15,-17 0-3-15,10 0-15 16,-9 0-30-16,2 0-46 16,-21-8-109-16,0-4-190 15</inkml:trace>
  <inkml:trace contextRef="#ctx0" brushRef="#br0" timeOffset="62052.71">17491 4868 468 0,'0'0'57'0,"0"0"-57"0,0 0-2 0,0 0-22 0,0 0 23 16,0 0 1-16,0 0 11 16,40-32 1-16,-34 28 49 15,-6-4 16-15,13-5-31 16,2 2-32-16,26-14-2 16,5-14-9-16,13-2 9 15,3-15-8-15,9 4-3 16,-15 4 2-16,-3-4 7 15,-7 0 19-15,-21 4-24 16,9 4 23-16,-18-4-27 0,-4 8 2 16,-12 7 1-16,0 13 2 15,0 4-4-15,-28 9 6 16,-31 2-5-16,7 5-3 16,-10 0-16-16,9 0 10 15,7 0 6-15,11 0 3 16,1 17 28-16,16 10-24 15,5 10-5-15,4 7-2 16,9 8-7-16,0 0 6 16,0 1-25-16,0-6 18 15,22 6-10-15,18-1 10 16,-6-4 0-16,6 4 4 0,-2-4 1 16,17-4-6-16,-8-12 2 15,-13-8-22-15,-9 0 10 16,-25-4-15-16,0 4 27 15,0 4 7-15,-59 0 20 16,-9 0 25-16,3-7 17 16,-4-13-4-16,35 0-39 15,-6-8-19-15,15 0-11 16,3 0-60-16,4 0-89 16,18-16-186-16</inkml:trace>
  <inkml:trace contextRef="#ctx0" brushRef="#br0" timeOffset="63051.25">18834 4467 223 0,'0'0'153'0,"0"0"-105"0,0 0 69 0,0 0-34 16,0 0-21-16,0 0 4 15,0 0-4 1,0 4 5-16,0 12-25 0,0 8 10 16,0 4-28-16,0 12-1 15,0 4-7-15,-19 5 19 16,13 11-28-16,-16-4-5 15,10-3-2-15,-10-14-5 16,22-3-8-16,-6-8-14 16,6-7 14-16,0-6-60 15,-13 1-2-15,13-4-19 0,0-4-32 16,-6-8-140-16</inkml:trace>
  <inkml:trace contextRef="#ctx0" brushRef="#br0" timeOffset="63417.83">18440 4856 495 0,'0'0'211'0,"0"0"-137"0,0 0 42 0,0 0-37 16,0 0-16-16,0 0-3 15,266 0-30-15,-204 4-15 16,-15 0-11-16,-7-4-3 16,-6 4-1-16,-3-4-8 15,-9 0-64-15,12 0-14 16,-15 0-127-16,-13 0-235 16</inkml:trace>
  <inkml:trace contextRef="#ctx0" brushRef="#br0" timeOffset="64400.28">19838 4439 320 0,'0'0'215'0,"0"0"-112"0,0 0-4 0,0 0-58 0,0 0-12 16,0 0 17-16,-40 0-1 16,0 0 21-16,-1 12-17 15,-11 8-6-15,-4 4-19 16,3 1 4-16,0-2-14 15,19 1-2-15,9-4-10 16,16-4-2-16,-3-4 0 16,12-4-17-16,0 8 0 15,0 12-16-15,0 0 22 16,34-3 5-16,6-6 2 0,7-2 1 16,-1-1 3-16,7 4 9 15,9-7-7-15,-9-2-3 16,-1 1 1-16,-5 1-2 15,-13-5-3-15,-16 3-2 16,-2 1 5-16,-4 1-4 16,-5-6 4-16,-7 6 2 15,0 3 8-15,0 4 4 16,0 4 25-16,0 4-32 16,-41 3 10-16,1-3-12 15,-7-3-3-15,-5-9 2 16,5 0 3-16,7-8-5 15,12-4 1-15,3-4-1 16,10 0-33-16,2 0-22 0,1-4-72 16,6-20-2-16,-4-4-179 15</inkml:trace>
  <inkml:trace contextRef="#ctx0" brushRef="#br0" timeOffset="64787.36">19705 4520 331 0,'0'0'154'0,"0"0"-33"0,0 0 4 0,0 0-49 0,0 0 3 16,0 0 12-16,111 0-33 15,-42 0 14-15,-4 0-43 16,9-13 3-16,-6 1-27 0,-9 1-5 16,-6 2-24-1,0 1-49-15,-19 4-79 0,-34 0-183 16</inkml:trace>
  <inkml:trace contextRef="#ctx0" brushRef="#br0" timeOffset="113029.58">26015 5137 78 0,'0'0'186'0,"0"0"-178"0,0 0 47 0,0 0-27 0,0 0-11 16,0 0-13-16,0 0 18 16,-69 0-4-16,57 0 56 15,-16 0-23-15,22 0-8 16,-16-12-8-16,22-4-32 15,-6 0 21-15,-13 16-22 16,13-5 7-16,6 5-6 0,-15 0-6 16,2 0 6-16,13 0 19 15,-6 0 39-15,0 0 7 16,0 0 4-16,-10-3-51 16,16 3 19-16,0 0-40 15,-12 0 22-15,12 0-18 16,0 0 13-16,0 0-1 15,0 0 8-15,0 0-7 16,-6 0-6-16,-1 0 16 16,-8 0-20-16,-4 3 5 0,7 26-1 15,3 3-22-15,2 8 23 16,1 5-12-16,0 6 6 16,0 14-3-16,-10 2 5 15,16 10-6-15,-6 11 15 16,0 9-14-16,-6 6 3 15,5 14 4-15,-14 12-10 16,14 18 0-16,1 10 5 16,0 12 7-16,-9 15-11 15,8 12 22-15,-11 5-20 16,-10-4 12-16,9 11-8 16,4 5-1-16,-4 11 3 15,-15 1-13-15,-6 7 4 0,-13 9-4 16,-6 8 1-16,-15 3 6 15,-1-7-6-15,16-20 2 16,13-40-3-16,24-41-25 16,22-41-4-16,0-38-97 15,62-25-119-15,3-40-273 16</inkml:trace>
  <inkml:trace contextRef="#ctx0" brushRef="#br0" timeOffset="113891.45">23547 8774 367 0,'0'0'65'0,"0"0"-53"0,0 0 82 0,0 0 30 0,0 0-50 16,0 0 16-16,-134-48-23 15,134 37-16-15,0 3-25 0,0-5-5 16,0 1 15-1,19-4-20-15,49 0 35 0,47 1-23 16,52-2-4-16,66 5-3 16,68-4 15-16,68 4-11 15,65 0 5-15,18 0-17 16,38-4-11-16,3 0 7 16,-18 4 1-16,15-1-11 15,-38 5 8-15,-30 8-14 16,-41 0 9-16,-61 0-4 15,-60 0-16-15,-37 0-12 16,-37 0-7-16,-40 5-23 16,-13-2-58-16,-36-3-120 15,-26 0-158-15</inkml:trace>
  <inkml:trace contextRef="#ctx0" brushRef="#br0" timeOffset="115710.33">23754 10571 545 0,'0'0'65'0,"0"0"-41"0,0 0 57 0,0 0-11 0,0 0 19 16,0 0-23-16,0-217-8 16,7 153-29-16,14-8-13 15,10-8 30-15,10-8-21 16,-1-4 5-16,6-5-29 15,10-7 20-15,-3 0-20 16,6-12 1-16,15 0 0 16,-9-1-2-16,4 5 0 15,-1 3 4-15,-9 1-8 16,9 0 13-16,3-5-18 16,4-3 25-16,11 3-25 0,1 2 9 15,0 3-2 1,0-1-2-16,-6 5 4 15,-1-4-3-15,7 0 8 16,-13 6-13-16,-9 7 16 0,-12 2-14 16,3 13 11-16,-9 8-10 15,5 4 5-15,7-9 0 16,9 14 0-16,7-6 2 16,2 1-9-16,10 3 18 15,3-2-17-15,-3 6 12 16,-16 9-7-16,-3 8 1 15,-21 13 0-15,6 3 0 16,-7-1 0-16,16 9-1 16,-9-5 2-16,21 2-7 0,13-1 19 15,0-1-23-15,25-3 16 16,-26 17-11-16,7 3 5 16,-24 8-9-16,-23 0 8 15,7 0-9-15,-19 0 5 16,12 19 10-16,7-6-7 15,3 2 14-15,3-2-17 16,3 3 10-16,-3 12-5 16,0 8 1-16,9 4 3 15,-3 4 5-15,9 0-4 16,-12-3 2-16,4 3-4 16,-4-8-3-16,-16 7 8 15,13 1-13-15,-13-3 6 0,1 11-1 16,6 1 17-1,-13 3-17-15,22 7 11 0,-15 10-3 16,-13 3 0-16,6-4 0 16,0 0-14-16,-3 1 10 15,-2 2-4-15,-14-6 0 16,10 3 0-16,-9 0 6 16,6 0-1-16,-3 0 2 15,3 8 4-15,-4 1-11 16,17-8 7-16,-1-1-7 15,7 4 0-15,8-4 0 16,-2 4-2-16,-6 5 2 16,-7-6-5-16,13 5 16 15,-13 1-17-15,-6-5 15 0,0 5-17 16,6-1 11-16,-9-5-3 16,10 6 0-16,-1-5-2 15,-6 5-2-15,6-1 8 16,1 0-15-16,-7 4 21 15,6-7-16-15,-9 3 6 16,3-8 0-16,0-5 0 16,-6-2 3-16,10-1-3 15,-4-3 4-15,6-5-13 16,0-1 18-16,1 1-14 16,-1 1 17-16,0 3-19 15,7 0 10-15,-7-4-5 16,7 4 2-16,-7-7 0 0,0 19-1 15,0-4 4-15,-5 4-2 16,-4-4 4 0,-10-3-2-16,7-14 3 0,-9-2 7 15,-1-10-12-15,-8-14 0 16,8-14-2-16,-12-6-3 16,1 3 1-16,-7-8-42 15,0 0-9-15,0 0-151 16,0 0-433-16</inkml:trace>
  <inkml:trace contextRef="#ctx0" brushRef="#br0" timeOffset="122855.31">27063 6596 246 0,'0'0'55'0,"0"0"-24"0,0 0 27 0,0 0-3 0,0 0-16 16,0 0-32-16,0 0 6 0,18 5 12 15,-18-5 9 1,0 0 28-16,0 0-15 0,0 0 17 16,0 0-20-16,0 0 10 15,0 0-7-15,0 0-11 16,0 0-23-16,10 0-2 16,-10 0 5-16,0 0-4 15,0 0 2-15,0 0-6 16,0 0 13-16,0 0-17 15,0 0 3-15,0 0-6 16,0 0-2-16,0 0-3 16,18 0-7-16,-5-5 11 0,15-14 21 15,-16-9 14-15,3 3-29 16,-8 5 6-16,-1 1-7 16,0-1-10-16,-6-4-1 15,0 15-21-15,0 1 17 16,0 8 10-16,0 0-4 15,0 0-25-15,-34 25 14 16,22 6 15-16,-16 5 17 16,28-7-10-16,0-6-7 15,0-10-8-15,0-6 5 16,0 1 1-16,28-8 4 16,-16 0-5-16,22 0 7 15,-6 0 9-15,-3-15-1 16,-4-9-4-16,-8-1-8 15,-13-3-5-15,0 9-9 0,0 2 0 16,0 6 13-16,-13 11-4 16,-27 0-3-16,0 0 16 15,0 8-6-15,-1 20 17 16,7-5 23-16,22-7-21 16,6 1-13-16,6-9-8 15,0-8-33-15,0 0 17 16,0 0-27-16,6 0-28 15,22 0-183-15</inkml:trace>
  <inkml:trace contextRef="#ctx0" brushRef="#br0" timeOffset="126914.52">27364 5461 629 0,'0'0'55'0,"0"0"22"0,0 0-22 0,0 0-8 0,0 0-5 16,0 0 30-16,0 0-8 15,-35-19 2-15,29 19-12 16,-12 0-31-16,-4 0-23 16,-18 8 0-16,-7 23 16 15,1 13-14-15,-1 9 18 16,7 4-17-16,6-1 0 15,21-9 1-15,7-3-4 0,6-3-6 16,0-10 2-16,0-6-27 16,34-5-10-16,13-1 10 15,-1-14-65-15,7-5-110 16,-19 0-150-16</inkml:trace>
  <inkml:trace contextRef="#ctx0" brushRef="#br0" timeOffset="127579.26">27677 5402 227 0,'0'0'343'0,"0"0"-259"0,0 0-8 0,0 0-7 0,0 0-58 16,0 0 14-16,0 0 48 15,0 0-16-15,0 0-9 16,0 0-28-16,0 0 1 15,0 0-20-15,15 0 2 16,-2 12 4-16,5 8-14 16,-9 12 1-16,-9 16-2 15,0 16-1-15,-15-4 2 0,-38 1 3 16,7-9-8-16,5-12 6 16,23-16 12-16,2-12 25 15,16-4-15-15,0-8-13 16,0 0-3-16,0 0-11 15,16 0 9-15,30 0 4 16,1 0-3-16,-1 0 4 16,1-12 1-16,-7-1-1 15,7 5-6-15,-13 8 2 16,6 0-7-16,-15 0-11 16,3 0 1-16,6 0-11 15,-15 0-70-15,2 0-85 0,-8 0-295 16</inkml:trace>
  <inkml:trace contextRef="#ctx0" brushRef="#br0" timeOffset="127847.81">28346 5694 589 0,'0'0'110'0,"0"0"-34"0,0 0 18 0,0 0-46 16,0 0-42-16,-46 205-6 0,34-181-5 16,-4 4-64-16,4-16 0 15,-16 0 20-15,28-3-46 16,-13-9-193-16</inkml:trace>
  <inkml:trace contextRef="#ctx0" brushRef="#br0" timeOffset="128713.26">28808 5602 195 0,'0'0'149'0,"0"0"-149"16,0 0-12 0,0 0 6-16,0 0 12 0,0 0 41 15,-21 4 45-15,21-4-33 16,0 0-23-16,28 0-6 15,6 0 29-15,6-24-30 16,-9 0-14-16,-3 0-15 16,-22 0 19-16,0 3-11 15,-6 2 12-15,0 2-15 16,0-2-1-16,0 7-4 16,-40 7-9-16,-6 5-7 15,-20 0-39-15,-8 0 30 16,0 33 25-16,15 3 24 0,6 0 28 15,31-8-1-15,10-4-19 16,12-7-18-16,0-2-14 16,12-7-12-16,41-8 12 15,3 0-13-15,3 0 12 16,0 0 2-16,-4-4 1 16,-8-15-2-16,-22 2-2 15,-10 9-14-15,-9 3 6 16,-6 5 7-16,0 0 6 15,0 0 17-15,0 0-20 16,0 0 10-16,0 0-7 16,7 0-3-16,-1 0-5 0,0 0 5 15,22 21 6-15,-9-4-5 16,8 6-2-16,1-3 6 16,-9 4-11-16,-7-4 9 15,4 1-9-15,-10 2 3 16,-6-2 3-16,0-6 4 15,0 1 16-15,0 1 9 16,-28-1-21-16,-25 4 9 16,1 4-14-16,-23-4 36 15,-5 8-14-15,15-4-10 16,-4-4 14-16,23-8-29 16,18-12-19-16,28 0-56 15,0 0-125-15,0-9-327 0</inkml:trace>
  <inkml:trace contextRef="#ctx0" brushRef="#br0" timeOffset="129261.57">29655 5242 455 0,'0'0'117'0,"0"0"-100"0,0 0 42 0,0 0-25 0,0 0-19 16,0 0-13-16,329 228 13 15,-329-164 12-15,0 4 29 16,0 1 37-16,0-5-36 15,-35-4-28-15,-5-9-28 16,9 10-1-16,-3-14-34 16,12-6-110-16,4-16-106 0</inkml:trace>
  <inkml:trace contextRef="#ctx0" brushRef="#br0" timeOffset="130310.57">27063 8221 307 0,'0'0'269'0,"0"0"-255"0,0 0 48 0,0 0-3 16,0 0-9-16,0 0-6 15,-53 201 36-15,53-170-47 0,0 5 19 16,0 13-20-16,0-1 10 15,0 8-24-15,0 4 3 16,0-4-19-16,0 1 4 16,0-5-6-16,0-16-5 15,0-8-1-15,0-16-38 16,0-8-28-16,0-4-139 16,0 0-75-16,6-4-149 15</inkml:trace>
  <inkml:trace contextRef="#ctx0" brushRef="#br0" timeOffset="131027.43">26923 9239 516 0,'0'0'57'0,"0"0"-28"0,0 0 26 0,0 0-11 0,0 0 27 16,0 0 25-16,-15 0-13 15,9 0-19-15,6 0-15 16,0 0 13-16,0 0-40 16,0 0-17-16,0 0-2 15,0 0-3-15,0 0-2 0,0-3 1 16,0-5-1-16,21-1 4 16,26 1-4-16,-7 8 11 15,0 0-18-15,-15 0-4 16,-9 0-5-16,-4 25 1 15,-12 11 6-15,0 3 6 16,0 10 10-16,-12-1-10 16,-16-4 13-16,9-11-6 15,4-2-1-15,15-18 5 16,0-10-6-16,0 2-15 16,15-5-7-16,44 0 22 15,0 0 15-15,-3-8-13 0,-16-5 13 16,-3 5-13-1,-9 1-4-15,6-9-23 0,0 7 3 16,-3-15-37-16,-15 8-65 16,9-7-60-16,-25-2-258 15</inkml:trace>
  <inkml:trace contextRef="#ctx0" brushRef="#br0" timeOffset="132110.37">25432 6577 149 0,'0'0'409'0,"0"0"-409"0,0 0 21 0,0 0 10 0,0 0 13 15,0 0 16-15,0 0 34 16,195 11 15-16,-142-11-54 16,6 0 29-16,3 8-22 15,3-8-47-15,3 0-7 16,-15 0-5-16,21 0-3 16,-21 0-3-16,-7 0-14 15,-11 0-40-15,-11 0 6 16,10-15-75-16,-6 11-25 15,-9 4 15-15,3 0-17 16,-22 0-61-16</inkml:trace>
  <inkml:trace contextRef="#ctx0" brushRef="#br0" timeOffset="133491.51">24449 6429 468 0,'0'0'31'0,"0"0"-26"0,0 0 23 0,0 0-22 16,0 0 4-16,0 0 0 16,-40 28 0-16,55-28-1 0,32 0 55 15,-1 0-4 1,13 0-20-16,0-33-15 0,3-3-22 16,-9-8 11-16,-19 8-13 15,-16 3-2-15,-18 5-29 16,0 12 0-16,0 9 19 15,-40 7 3-15,-19 0 8 16,-9 0 17-16,15 36-17 16,-12 4 6-16,3 1 1 15,22-5 3-15,9-13 12 16,31-2-6-16,0-10-16 16,0-2 0-16,12-9 0 0,41 0-1 15,9 0 5 1,9 0-8-16,-3 0 8 0,-9-5-11 15,-6-15 14-15,-13 8-9 16,-18 0 2-16,-16 8 0 16,-6 4 5-16,0 0 4 15,0 0 4-15,0 0-13 16,0 0-1-16,0 0-27 16,0 0 20-16,0 20 8 15,0 4 12-15,0 1-5 16,0-2-5-16,0 1 5 15,13 4-5-15,15 5 5 16,-10-10-6-16,-2 10-1 16,-10-9 2-16,-6 4-7 15,0-4 10-15,0-4-1 0,-13 0 47 16,-42 0-5-16,-10-4 2 16,-16-8-32-16,-12 0-10 15,6 0-6-15,13 1-3 16,-1 2-8-16,29 1-22 15,12 4-121-15,9 0-139 16</inkml:trace>
  <inkml:trace contextRef="#ctx0" brushRef="#br0" timeOffset="-204366.17">30157 8273 386 0,'0'0'144'0,"0"0"-89"0,0 0 23 0,0 0 5 16,0 0-21-16,0 0 37 15,0 0-30-15,0 0-40 16,0-16 7-16,0 16-6 0,0 0 7 15,0 0-23-15,0 0 13 16,0 0-23-16,0 0 5 16,6 0-6-16,16 0-3 15,12 0 1-15,13 0 3 16,-1 13 4-16,7-2-5 16,-13-3-1-16,7-4 6 15,-19 0-16-15,3 5 5 16,-10-6 2-16,-21 2-3 15,0 3-6-15,0-5 10 16,0 14 1-16,0 2 15 16,-28 9-14-16,-24 5 0 15,-1-2 6-15,-9-3-12 16,9 1 9-16,7-6-5 16,6 2 6-16,5 3-4 0,11 4-2 15,-4 0 6 1,9 0-13-16,10-12 3 0,3-7 4 15,6-6-31-15,0-7-27 16,0 0-39-16,0 0-85 16,0 0-123-16</inkml:trace>
  <inkml:trace contextRef="#ctx0" brushRef="#br0" timeOffset="-202750.64">30827 8497 504 0,'0'0'145'0,"0"0"-65"0,0 0 14 0,0 0-2 0,0 0-50 16,0 0 13-16,0 0-22 15,0 0 2-15,0 0 0 16,0 0 8-16,0 0-21 15,0 5-10-15,0 23-12 16,0 8 3-16,0 4-4 16,0-8 11-16,0 4-16 15,6-3 14-15,7-5-14 16,8 0 12-16,-2 4-9 16,3-9 3-16,-4 5 0 0,10-3-1 15,-3-9-3-15,-3-4 3 16,-4-4 1-16,-2-8-8 15,-4 0 4-15,1 0-2 16,8 0-9-16,10-28 15 16,3-13 5-16,-12 5-1 15,9 5-3-15,-15 3 6 16,-4 0-10-16,0-5 4 16,-2-3-2-16,-4-8-18 15,0 3-9-15,-6-2-43 16,0 6-9-16,0 17-24 0,0 9 18 15,0 11 23-15,0 0-29 16,0 0-138-16</inkml:trace>
  <inkml:trace contextRef="#ctx0" brushRef="#br0" timeOffset="-202102.43">31435 9023 334 0,'0'0'23'0,"0"0"66"0,0 0 3 0,0 0-24 16,0 0 8-16,0 0 43 15,6 0-5-15,-6 0-37 16,0 0-11-16,0-12-16 0,0-16-18 15,0-8-28 1,0-8-4-16,12 0 7 0,10 0-14 16,-16 8 4-16,22 8 3 15,-22 15-6-15,1 5-6 16,-7 8 8-16,6 0-13 16,-6 0 13-16,12 0-30 15,-12 0 5-15,28 0-4 16,-9 8 23-16,9 8-6 15,6 4 12-15,0-4-4 16,-9 1 1-16,15-6-3 16,-12-3-5-16,-3 1 9 0,-4-6 5 15,-8-3 1 1,-7 0 5-16,3 0 9 16,-3 0-13-16,7-20 2 15,-1-16 14-15,4-3-17 0,-16-2 0 16,0 10-22-16,0 2 16 15,0 13 12-15,0 0-12 16,0 8-24-16,0 8-6 16,0 0-18-16,0 0-78 15,0 0-137-15</inkml:trace>
  <inkml:trace contextRef="#ctx0" brushRef="#br0" timeOffset="-201566.22">32142 8663 510 0,'0'0'126'0,"0"0"-15"0,0 0 20 16,0 0-55-16,0 0-13 15,0 0-36-15,0 31 8 16,-7 5-17-16,7-3-14 0,0-1-1 15,0-4 7-15,0 0-16 16,0-8 12-16,0-1-12 16,0-6-6-16,0-1-38 15,0-9-55-15,0-3-125 16,0 0-110-16</inkml:trace>
  <inkml:trace contextRef="#ctx0" brushRef="#br0" timeOffset="-201335.19">32263 8306 558 0,'0'0'163'16,"0"0"-140"-16,0 0 31 15,0 0-54-15,0 0-82 16,0 0-195-16</inkml:trace>
  <inkml:trace contextRef="#ctx0" brushRef="#br0" timeOffset="-200234.91">32216 8386 511 0,'0'0'109'0,"0"0"-45"0,0 0 50 0,0 0-51 0,0 0-23 16,0 0 15-16,12 3-3 16,-12 2 18-16,16 2-20 0,-16-7-6 15,6 0-43 1,-6 0 16-16,6 0-15 0,-6 0-1 16,0 0-1-1,0 0-14-15,0 0 0 0,0 0-2 16,0 0 12-16,0 0-3 15,0 0 3-15,0 0-26 16,0 0-2-16,0 0-95 16,0 0-166-16</inkml:trace>
  <inkml:trace contextRef="#ctx0" brushRef="#br0" timeOffset="-198304.86">25640 5489 1 0,'0'0'187'0,"0"0"-171"0,0 0-16 0,0 0-2 15,0 0-29-15,0 0-7 16,-13 0 31-16,-2 0 7 16,8 0 47-16,1 0 101 15,0 0-15-15,-9 0-63 16,8 0-51-16,1 0-11 0,6 0-8 15,0 0-15-15,0 5-5 16,0-5 20-16,0 0 2 16,0 0 3-16,0 0 42 15,-6 0 0-15,6 0 3 16,0 0-21-16,0 0-5 16,0 0-24-16,0 0-1 15,0-8 1-15,12-12 12 16,16-4 19-16,6-9-15 15,-3-6 16-15,19-6 15 16,-4-7-15-16,13-4-24 16,0-4-4-16,-3 20 0 15,-16 4 0-15,-15 7 0 0,-9 18 2 16,-4 2 12 0,-12 9 0-16,0 0-1 0,13 0-15 15,-7 0-2 1,3 0-8-16,-9 0-8 0,6 0-5 15,-6 9 21-15,0 23 41 16,19 16 2-16,-13-4-19 16,-6 0-17-16,0 0-1 15,0-12-6-15,0-3-12 16,16-14 9-16,-16-7-31 16,0-8-23-16,12 0-156 15,-12 0-98-15</inkml:trace>
  <inkml:trace contextRef="#ctx0" brushRef="#br0" timeOffset="-197106.04">25103 3745 487 0,'0'0'241'0,"0"0"-192"0,0 0 45 0,0 0-12 0,0 0-61 16,0 0-15-16,0 0 21 15,0 64-1-15,0-23-2 0,0 3-3 16,16 4 12 0,-10 4-22-16,-6 4 17 0,0 0-17 15,0 4-1-15,0 1-7 16,0-14 5-16,0-6-16 15,0-10 16-15,0-10-12 16,0-9 11-16,0-4-7 16,0-4 0-16,0-4-6 15,0 0 5-15,0 0-9 16,0 0 8-16,0 0-33 16,0-28 32-16,0-12 3 15,0-4 0-15,0-13-5 0,0 1 4 16,6 4-7-1,6 0 8-15,4-4-25 0,3-5 16 16,-7-3 0-16,10 12-18 16,-16 1 12-16,28-2 9 15,-15 9-2-15,15-5 0 16,6 13-10-16,0-3 1 16,1 14-5-16,-7 9 17 15,-10 1 5-15,11 2-1 16,-1 5 7-16,-9 0-13 15,2 4 14-15,8 4-14 16,-11 0 3-16,10 0-3 16,-18 4-6-16,3 33-8 15,-19 6 20-15,0 18 2 16,0-6 24-16,-28-2-11 0,-13-9 2 16,-11-8-10-16,5-3 17 15,7-14-6-15,-1-7-8 16,17-4 23-16,8-8-4 15,10 0-13-15,6 0-13 16,0 0-2-16,0 0-33 16,0 8 7-16,0 9 26 15,6 2 13-15,22 9 31 16,0 13-10-16,-9-9-9 16,-7-4-17-16,16 0 3 15,-9-3-4-15,-4-2-14 16,-3-3 1-16,10-7-2 15,-9-5-28-15,11-8-38 16,10 0-60-16,7 0 20 0,-7-17-4 16,-6-11-215-16</inkml:trace>
  <inkml:trace contextRef="#ctx0" brushRef="#br0" timeOffset="-196440.57">26148 3662 168 0,'0'0'347'0,"0"0"-276"0,0 0 50 0,0 0-17 0,0 0-49 15,0 0 5-15,-220 139-38 16,211-115 14-16,9-4-27 16,0 0 15-16,0 1 0 15,0 2-21-15,27-2 15 16,14 11-12-16,33-5 20 15,-9 2-18-15,4-5-8 16,2 0-1-16,3 1 1 16,-21-2 0-16,-13-2-7 15,1-1 4-15,-13-4-12 16,-10 4 10-16,-18-4 5 16,9 4-1-16,-9 8 3 0,0 4 25 15,-21 8 2-15,-38 4-9 16,-9-8-4-16,2-4-9 15,-2-12 5-15,9-8-12 16,4-8 7-16,8-4-7 16,22 0-4-16,4 0-38 15,8-24-10-15,1-9-54 16,12-6-103-16,0-5 19 16,0 0-239-16</inkml:trace>
  <inkml:trace contextRef="#ctx0" brushRef="#br0" timeOffset="-195906.22">26160 3496 536 0,'0'0'34'0,"0"0"10"0,0 0 72 0,0 0-57 0,0 0-39 16,0 0-5-16,19 20 5 15,-10 21 71-15,-2 19-56 0,5 8 19 16,-6 4-27-1,-6 0-9-15,0-3 15 0,0 7-17 16,0 0-2-16,0-4-9 16,0 0 8-16,0 5-9 15,0-5 5-15,0 0-8 16,0 0 3-16,0-16-4 16,0 1-5-16,0-1-15 15,-6-9-77-15,-6 2-22 16,-4-21-130-16</inkml:trace>
  <inkml:trace contextRef="#ctx0" brushRef="#br0" timeOffset="-187198.16">23599 5117 550 0,'0'0'66'0,"0"0"-47"0,0 0 31 0,0 0 23 0,0 0 2 16,0 0 22-16,0 0-51 15,0-29-31-15,16 29 4 16,2 0-15-16,16 13 30 16,7 11 2-16,12 4 13 15,-1 4-36-15,10 4 6 16,-15 8-16-16,5 8 8 15,1 1-5-15,3-6 1 16,-10 2-14-16,-5-5 5 16,-10-4-2-16,-3 1-19 15,6-14 10-15,-16-3-35 0,4-12-46 16,-9-8-83 0,-13-4-91-16</inkml:trace>
  <inkml:trace contextRef="#ctx0" brushRef="#br0" timeOffset="-186698.55">24123 5859 417 0,'0'0'71'0,"0"0"-16"0,0 0 31 0,0 0-24 0,0 0-2 15,0 0 8-15,0 0 16 16,0 0-25-16,0 0 1 16,0-13-40-16,19-10 8 15,34-18 2-15,15 5-5 16,3 0-12-16,-9 5 0 16,3 6-6-16,-15 6-4 0,-19 6-6 15,-3 1 7-15,-16 8-11 16,-12 4 7-16,0 0-5 15,0 0 6-15,0 0-4 16,0 0-18-16,0 0 20 16,0 0-13-16,-6 4-41 15,0 4 22-15,0-4-53 16,-1 4-92-16,-2 0-51 16</inkml:trace>
  <inkml:trace contextRef="#ctx0" brushRef="#br0" timeOffset="-186550.9">24123 5859 113 0</inkml:trace>
  <inkml:trace contextRef="#ctx0" brushRef="#br0" timeOffset="-186083.46">24123 5859 113 0,'124'-113'283'0,"-136"113"-255"0,12 0 43 0,0 0 13 16,0 0-91-16,0 0 11 15,0 0-4-15,0 5 3 16,0 7 21-16,0-4 4 16,0 0 4-16,0-5-14 0,0-3 6 15,0 9 5-15,0-9-29 16,0 0 0-16,0 0 4 15,0 0-3-15,0 0 1 16,0 0 10-16,0 0 15 16,0 0-12-16,0 0-3 15,22 0 4-15,-10 0 33 16,0 0-9-16,-5 0-3 16,-7 0-16-16,15 0-12 15,-2 0-4-15,5 0 2 0,4 0 4 16,12 16-2-1,0-8 3-15,-3 12-10 0,3-12 6 16,0-5-6 0,0 10-4-16,-15-13 0 0,-13 0 2 15,16 0 4-15,-22 0-4 16,0 0-4-16,6 0 0 16,7 0 1-16,-1-24 3 15,3-20 8-15,-2-4-3 16,-13 4-3-16,0 8-2 15,0 8 2-15,0 7 3 16,0 6-3-16,0-2-1 16,0 5-1-16,0 3-33 15,0 2-76-15,0 7-97 16,-6 0-181-16</inkml:trace>
  <inkml:trace contextRef="#ctx0" brushRef="#br0" timeOffset="-185099.96">22477 4511 245 0,'0'0'136'0,"0"0"-75"0,0 0 89 0,0 0-71 0,0 0-24 15,-47-36 7-15,47 32-7 16,0 0-15-16,0 4-27 16,0-4 30-16,0 4-10 15,0 0 19-15,0 0-30 16,0 0 27-16,0 0-49 15,0 21 2-15,0 10-2 16,28 13 19-16,19 17-3 16,-7-9-12-16,13 12 2 15,-7-8-1-15,-12-12-10 0,0-12 5 16,-21-4-4-16,-7-16 2 16,-6-12 4-1,0 0-8-15,12 0 14 0,-12 0-19 16,0 0 1-1,10-8-12-15,-4-15 22 0,0-5 2 16,13-5-2-16,-19-3 2 16,15-8-1-16,4-8 1 15,-7-9-4-15,16 2-20 16,-6 2 21-16,-10 21-1 16,-5 13-5-16,-7 10 8 15,0 9-1-15,0 4 13 16,0 0-13-16,0 0-4 0,0-4-13 15,0 0-21-15,12-4-81 16,3 8 31-16,-2 0 5 16,-7 0-100-16,-6 0-221 15</inkml:trace>
  <inkml:trace contextRef="#ctx0" brushRef="#br0" timeOffset="-184099.66">23044 4824 351 0,'0'0'151'0,"0"0"-77"0,0 0-10 0,0 0-29 15,0 0 8-15,0 0 3 16,0 0 6-16,0 0-29 16,0 0-4-16,0 0 7 15,0 0 23-15,0 0-23 16,0 0-26-16,0 12 0 16,0 4 3-16,16 9 16 15,18 6-11-15,3 2 10 16,3 3-17-16,-6 0 4 15,-6 0-5-15,7-8 0 16,-17-12-2-16,4 0 6 16,-10-8-9-16,-6-4 10 15,7-4-7-15,-13 0 2 0,15 0 0 16,-8 0-27-16,17-8 15 16,4-28 12-16,19-17 10 15,-7 1-2-15,-12 4-5 16,-9 9-6-16,-19 10 7 15,12 14-8-15,-12 2-2 16,0 5 4-16,9-1-63 16,-9 3-163-16,0-3-193 15</inkml:trace>
  <inkml:trace contextRef="#ctx0" brushRef="#br0" timeOffset="-183217.96">23007 4487 32 0,'0'0'272'0,"0"0"-272"0,0 0-10 0,0 0 10 0,0 0 15 15,0 0 101-15,-34-24 8 16,18 24-7-16,-2 0-60 16,-10 0-22-16,16 0-32 15,-7 0 26-15,-3 0-14 0,22 0 7 16,-6 0-14 0,6 4 10-16,-12 0-18 0,2 9 0 15,-2-2-4-15,-7 9 8 16,-2 4 5-16,8 9 7 15,-9 3 51-15,10 8-30 16,-7 7 4-16,-2-2-14 16,-4 4 4-16,3-9-10 15,-6-5-15-15,10 2-5 16,-10-2 6-16,3 6 1 16,-3-1-7-16,3-8 15 15,-3 8-9-15,-6-8-1 16,16-3-2-16,8-10-1 15,4-10-6-15,6-13-2 0,0 0 2 16,0 0-52-16,0 0-16 16,0 7-58-16,0-3 52 15,0 4-87-15,6-4-273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1T23:10:01.3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11082 12609 448 0,'0'0'150'0,"0"0"-141"0,0 0 23 16,0 0 8-16,0 0-28 15,0 0-11-15,0 0 64 16,0 0-23-16,0 0 62 16,0 8-20-16,0-1-2 15,0 1-42-15,0 8-29 16,0 4-11-16,0 5 7 15,0 15-10-15,0 8 9 0,0 8-1 16,-6 12-4-16,-16 13 7 16,22 2-3-16,0 10-5 15,-6-9 9-15,6 8-4 16,0-12-6-16,0 0 5 16,0 5-1-16,0-4 7 15,0-6-9-15,0 18-1 16,0-1 0-16,0 16-2 15,0 8 5-15,0 13-6 16,0-5 7-16,0-3-6 16,0 3 13-16,6-8-18 15,-6-4 15-15,12-3-10 16,4-5 2-16,-4-8-1 0,-6-7 0 16,1-6 2-16,-7 6-2 15,0-1 6-15,0 0-10 16,0 9 15-16,0-9-20 15,0-4 10-15,0-12-3 16,0-8-15-16,0-23-13 16,0-5-17-16,0-20-83 15,0-16-150-15,-13 0-395 16</inkml:trace>
  <inkml:trace contextRef="#ctx0" brushRef="#br0" timeOffset="931.41">10024 15144 327 0,'0'0'285'0,"0"0"-276"0,0 0 39 15,0 0 35-15,0 0-12 16,0 0-27-16,-40 0 19 0,40 0-42 16,0 0 11-1,0 0-22-15,0 3 16 0,13 9-8 16,42 1 32 0,26-2-9-16,6-11-26 0,12 12 14 15,6-12-28-15,10 0 22 16,12 0-19-16,0 0-4 15,19 0 1-15,9 0-1 16,19-20 3-16,6 4-1 16,0 1 2-16,9-2-1 15,-3 1 7-15,3 12-4 16,9 4-12-16,10 0 11 16,12 0-5-16,-12 0 0 15,0 4 1-15,6 12-7 16,-22-7 13-16,-3 10-14 0,-15 1 10 15,-29 0-12-15,4 4 17 16,-31-7-17-16,3-6 6 16,-19-6-1-16,-9-5 4 15,0 0-11-15,-18 0 10 16,-16 0-13-16,-13 0 6 16,-12 0-6-16,-6-5 2 15,-3-6-28-15,-3-1-14 16,-4-4-33-16,-18-1-152 15,0 1-243-15</inkml:trace>
  <inkml:trace contextRef="#ctx0" brushRef="#br0" timeOffset="4363.55">11066 15183 189 0,'0'0'16'0,"0"0"34"0,0 0 72 16,0 0-63-16,0 0-17 0,0 0-5 15,0 0 6-15,-12-11-22 16,12 11 27-16,0 0-25 16,0 0 5-16,0 0-10 15,0-5 0-15,0-3-7 16,0 8 11-16,0 0 9 15,0 0-10-15,0 0 10 16,0-8-22-16,0-7 18 0,0-2-24 16,0-7 19-1,0-1-20-15,22 2 10 0,-16-5-2 16,6-1-1 0,1 6 11-16,2-1-5 0,-9-1 17 15,13-3-28-15,-4-3 9 16,-2 2-8-16,5-3-10 15,-11 4 7-15,14 9-2 16,-8-2 1-16,-7 9 2 16,16 4-6-16,-16-4 7 15,-6 0-9-15,22 0 11 16,-16-8-7-16,6-1 2 16,1-7-1-16,14-8 0 15,-14 13-1-15,9-1-2 16,-16 7 5-16,6 9-11 0,-6 5 7 15,1-10-2-15,14 6 3 16,-8-9-2-16,8-1 3 16,-8-7 0-16,-1 8-1 15,4-8 5-15,-4 0-9 16,1 12 14-16,2 0-17 16,-9 3 17-16,0 3-16 15,-6-3 12-15,0 5-5 16,13-8 0-16,-7-4 0 15,16-4-7-15,-4-8 15 16,4 0-16-16,-3 4 18 16,-4 4-20-16,-2-1 17 0,-1 9-15 15,0-4 8-15,4 0 0 16,-4-4-1-16,10-8 4 16,3 4-9-16,-4 1 8 15,4-2-4-15,-3 1-20 16,3 1 14-16,-3 6-7 15,-10-4 12-15,0 14 3 16,4-9-1-16,-4 0-2 16,10-1-2-16,-3 1 3 15,8-4-32-15,-14 1 7 16,21-1-12-16,-9 4 30 16,-4-4 5-16,-8 15 4 15,-1-3-3-15,-2 5 5 16,-4-6-8-16,6 5 12 15,1-8-8-15,8 1 6 0,-2-6-5 16,3 6 3-16,-4-2-2 16,-2 5 2-16,-4 4-1 15,-6-4 1-15,13 0 5 16,-4 0-7-16,-2-4 5 16,9-4-5-16,-10 4 3 15,16-4-5-15,-16 4 4 16,13 4-2-16,-9-5 0 15,-10 13 2-15,0-3-3 16,0-2 2-16,0-2-2 0,16 3 2 16,-16-4-7-1,22-4 10-15,3 0-4 0,3-4 2 16,-6 3-1-16,-3-2-1 16,9 2 7-16,-6 5-11 15,-16-3 15-15,1 2-13 16,2 6 6-16,4-5 4 15,3-5-2-15,18 1 0 16,-9-4 16-16,-3 0-21 16,-6 9 6-16,9-1-1 15,-10 0-12-15,4-1 7 16,3 1-4-16,-9 0 3 16,15 8-3-16,-6-8 3 15,12 0 0-15,0-4-7 16,1 1 17-16,-10 2-13 0,-10 1 12 15,20 0-18 1,-23 8 14-16,-2 0-5 0,2 0 8 16,10 0 1-16,-9-4 5 15,15-8-13-15,0 8 15 16,0 0-13-16,-3-4 7 16,3-1-8-16,6 1-2 15,-21 5 4-15,15-9-4 16,-6 12 0-16,-9 0 3 15,2-4-5-15,-2 0 7 16,3 4-6-16,-10-8 5 16,1 8-8-16,2 0 4 0,-9 0 0 15,13 0-1 1,3-5 1-16,-10 5 5 0,22-3-5 16,0-1 4-16,-9 0 1 15,9-4-5-15,0-1 8 16,6 6-11-16,-5-2 3 15,-11 5 0-15,17-7 0 16,-7 7 0-16,6 0-3 16,0 0 11-16,-5-4-8 15,2 4 8-15,-3 0-16 16,-6 0 7-16,-10 0-8 16,23 0-2-16,-13 0 11 15,6 0 5-15,6 0-5 16,0 0 11-16,-2 0-7 15,-4 0-8-15,0 4 7 0,6 8-6 16,-6 0-3-16,6-4 1 16,-9-4 5-16,-3 0 1 15,6-1 10-15,-9 2-6 16,3-5 1-16,0 8 0 16,-9-4-10-16,9 0 6 15,-10 4-2-15,10-1 1 16,-9-2 1-16,15-2-1 15,-12 6 6-15,9-1-13 16,-4 0 14-16,1 0-13 0,-3 0 9 16,9 8-5-1,0-7 2-15,7 2 1 16,-7-3-2-16,-3 4 1 0,9-4 0 16,-6 0 2-16,-15 4-6 15,21-7 13 1,-12 11-18-16,6-9 9 0,0 9-1 15,7-8 0-15,-4 12 0 16,3-7 2-16,7-2-1 16,2 6 6-16,-8-6-4 15,-10 2 3-15,3-1-4 16,-6 4-4-16,-10-4 4 16,16-1-2-16,-6 2 10 15,3 3-8-15,9-9-1 16,1 1 1-16,-1 9 20 0,0-9-17 15,1 12 10-15,-1-4-13 16,0 0 8-16,1-4-7 16,-7 12 0-16,6-8-3 15,-3 1 0-15,-3 3-4 16,7-4 11-16,-7-5-10 16,0 6 6-16,6-1-5 15,-9-4 2-15,3 4 0 16,0 7-1-16,1-2 3 15,11 2-8-15,-6 18 11 16,13-5-13-16,6 0 4 16,-3 0-2-16,-10-3 7 0,1-2-1 15,-7-3 0 1,0 0 2-16,-5 1-8 0,-4-1 12 16,-4-5-15-16,14 10 18 15,-16-9-17-15,9 4 13 16,0 0-6-16,-13-4 1 15,4 0 0-15,-3 0-3 16,-3 4 8-16,2-4-7 16,10 1 13-16,3-5-17 15,7 4 13-15,5-1-12 16,-5-3 10-16,-7 4-6 16,0-4 1-16,-9 5 0 15,2 3-4-15,8-4 9 16,-4-4-8-16,-4-4 11 15,-5 0-12-15,-9-8 9 0,11 4-10 16,-8 4 5-16,-4 4-1 16,16 0 1-16,-15 8 0 15,15-7-7-15,-22 2 19 16,28 1-20-16,-22-7 18 16,1 2-13-16,-1 6 3 15,-3-5 0-15,10 16 7 16,-7-12-5-16,-12-1 2 15,22-6 6-15,-16-9-20 16,-6-4-11-16,0-4 6 16,0 12-58-16,0 0-97 0,-6 12-155 15</inkml:trace>
  <inkml:trace contextRef="#ctx0" brushRef="#br0" timeOffset="6061.41">15004 15155 256 0,'0'0'272'0,"0"0"-262"0,0 0 25 0,0 0-28 16,0 0-7-16,0 0 0 0,0 0 5 16,-28 12 0-1,22-12 2-15,6 0 25 16,0 0 6-16,-12 5-24 0,12-5 6 15,0 0 12-15,-13 0-31 16,7 3-1-16,-3-3-16 16,9 0-10-16,0 0-21 15,0 8 42-15,-6 0 5 16,-1-4 6-16,7 12 16 16,-6-8 14-16,6-3-5 15,0-5-4-15,0 0 18 16,0 0-19-16,0 0 30 0,0 0-20 15,0 0 1 1,0 0-8-16,0 0-14 0,0 0 7 16,0 0-11-16,0 0 21 15,0 0-12-15,28 0 9 16,-9 7-25-16,27-7 5 16,-5 0-9-16,-7 0 0 15,12 0 7-15,7 0-2 16,0 0 14-16,2 0-14 15,4 0 16-15,0 0-17 16,-3 0 3-16,15 0-7 16,-2 0 3-16,-1 0-1 0,-3 0-2 15,9 0 2 1,-15 0 2-16,9 0-3 0,-9 0 6 16,10 0-7-16,-11 5 14 15,11-5-20-15,-10 3 9 16,-1 2-3-16,11 3 2 15,-1 0 0-15,-3-1-2 16,3 6 6-16,-3-5-4 16,-12 0 5-16,9-1-3 15,-9-2 1-15,0-2-4 16,2-3-1-16,4 0 3 16,-6 0-7-16,-7 0 10 15,10 0-11-15,3 0 11 0,-6 0-10 16,3 0 11-1,-10 5-13-15,1-2 7 16,-1 2-1-16,7-5 0 0,0 8 4 16,2-8-4-16,4 4 1 15,6 0-2-15,4 0 8 16,-1 4-14-16,3-5 12 16,-3 2-8-16,7 3 6 15,12-4-4-15,-16 7 1 16,-3-6 0-16,-9-5-6 15,3 8 18-15,3-4-19 16,10-4 14-16,-7 4-3 16,-15-4-4-16,-1 4 0 15,-18-4 0-15,13 4 1 16,-1-4 7-16,7 0-4 0,-6 0-2 16,8 0 6-16,-17 0-11 15,11 0 9-15,-12 0-6 16,4 0 0-16,-7 0 0 15,-12 0-3-15,-4 0 3 16,10 0-1-16,-9 0-18 16,9 0 13-16,-4 0 7 15,4 0-3-15,-6 0 0 16,-3 0 2-16,2 0 1 16,4 0 3-16,-3 0-8 15,-16 0-6-15,13 0 4 16,-13 0-49-16,-6-8-11 0,0-16-137 15,0 4-86-15</inkml:trace>
  <inkml:trace contextRef="#ctx0" brushRef="#br0" timeOffset="10860.9">10793 13094 202 0,'0'0'152'0,"0"0"-129"0,0 0 35 0,0 0-31 16,0 0-19-16,0 0 4 16,0 0-6-16,0 0 7 15,0 0 18-15,0 0 42 16,0 0-8-16,0 0 2 0,0 0-9 15,0 0-7-15,0 0 10 16,7 0-51-16,-1 0 10 16,0 3-17-16,3-3 7 15,-9 0-9-15,7 0 20 16,-1 0-12-16,0 0 5 16,6 5 9-16,4-5-17 15,2 0 18-15,4 8-10 16,3-8 9-16,-3 4-22 15,3 0 7-15,-4-4-6 16,-8 0 6-16,8 0 0 16,-2 0-1-16,-7 0-7 0,4 0-10 15,2 0 7-15,4 0-34 16,-3 0 25 0,2 0-18-16,-8 0 27 0,5 0 2 15,-11 0 1-15,-7 0-3 16,21 0 11-16,-8 0-16 15,8 0 5-15,4 0-20 16,-9 0-58-16,24 0-46 16,-15 0-66-16,15 0-94 15</inkml:trace>
  <inkml:trace contextRef="#ctx0" brushRef="#br0" timeOffset="11390.85">12142 13025 252 0,'0'0'71'0,"0"0"44"0,0 0-9 0,0 0-32 0,0 0-31 16,0 0 4-16,103 0 10 15,-69 0-8-15,-16 0 6 16,16 0-8-16,7 0-9 16,-7 0-35-16,3 0 1 15,-3 0 4-15,0 0-11 16,-6 0 5-16,-3 0-2 15,3 0 1-15,0 0-1 0,3 0-9 16,3 0-37-16,6 0-38 16,7-3-35-16,-7-5 28 15,0 8-15-15,-12 0-21 16,-15 0 23-16,-1 0 49 16,4 0-59-16</inkml:trace>
  <inkml:trace contextRef="#ctx0" brushRef="#br0" timeOffset="11691.09">13193 13014 358 0,'0'0'40'0,"0"0"-13"0,0 0 47 15,0 0-38-15,0 0-2 16,0 0-11-16,162 0 10 15,-138 0-33-15,4 0 14 16,-15 0-12-16,21 0 18 16,-16 0-17-16,17 0 3 15,-14 0-6-15,20 0-3 16,-17 0-18-16,23 0-20 16,-19 0 26-16,12 0-20 15,-6 0-16-15,-9 0-7 0,3 0 16 16,0 8-1-1,-16-5-95-15</inkml:trace>
  <inkml:trace contextRef="#ctx0" brushRef="#br0" timeOffset="12472.69">14489 13061 149 0,'0'0'125'0,"0"0"-111"0,0 0-7 16,0 0 43-16,0 0 18 0,0 0 47 16,0 0-9-16,0 0-44 15,0 5-28-15,0-2-15 16,0 6-9-16,0-1-7 16,0 3-1-16,0 2 9 15,0-5-5-15,0 7-2 16,0-7 12-16,0 1-6 15,7-5 11-15,8-4-19 16,-2 0 3-16,-13 0-5 16,12 0-9-16,-6 0 5 0,3 0 8 15,-2 0 26 1,-7-13-27-16,0-2 11 0,0 3-11 16,0 0-3-1,0 4 9-15,0 8-9 0,0 0-12 16,-7 0-11-16,-8 0 11 15,-10 20-2-15,16-4 14 16,3-5-1-16,6-2-1 16,0-9-23-16,0 0 22 15,0 0-14-15,0 0-18 16,0-9 35-16,15-6 13 16,-15 3 7-16,0 0-15 15,0 12 6-15,0-8-11 0,0 4 0 16,0 4-11-1,0 0-28-15,0 0 36 0,0 0-4 16,0 0-24-16,0 7-127 16</inkml:trace>
  <inkml:trace contextRef="#ctx0" brushRef="#br0" timeOffset="13771.37">10961 12704 192 0,'0'0'46'0,"0"0"51"0,0 0 13 0,0 0-1 0,0 0-70 15,0 0-7-15,65-23-16 16,-49 15-9-16,-4-8-3 16,10 16-2-16,-16-4-4 0,6 4-9 15,-12 0-27 1,0 0-57-16,0 0-64 0,0 0-16 16</inkml:trace>
  <inkml:trace contextRef="#ctx0" brushRef="#br0" timeOffset="13950.48">10961 12704 326 0</inkml:trace>
  <inkml:trace contextRef="#ctx0" brushRef="#br0" timeOffset="14224.55">10961 12704 326 0,'-28'-51'143'0,"28"51"-125"0,0-5 32 0,0-11 20 16,0 1-51-16,0-9 21 16,6 7-22-16,10-7 27 15,-10 9 9-15,-6-6-14 16,19-7-31-16,-10 4 3 15,9 0-12-15,1 5 0 16,3-6 1-16,6 5-1 0,-10-1 0 16,-5 2-5-1,-7 15-2-15,3 0-16 0,-9 4 15 16,0 0-20-16,0 0 7 16,0 0 21-16,13 8 4 15,-1 3-2-15,3 2 0 16,-2 3 1-16,-1 8 8 15,-6 8-22-15,-6 0 6 16,0 5-13-16,7-22-80 16,-7-15-230-16</inkml:trace>
  <inkml:trace contextRef="#ctx0" brushRef="#br0" timeOffset="16202.99">9944 12778 157 0,'0'0'302'0,"0"0"-290"0,0 0-2 0,0 0-10 0,0 0 7 15,0-5-5-15,0 5 44 16,0 0 35-16,0 0-13 15,0 0 28-15,0 0-23 16,0 0-24-16,0 0-36 16,0 11-1-16,0 19 3 15,0-3-11-15,0 13 7 16,0 1-4-16,0 3 6 16,0 4-7-16,0-1 6 0,6-6-1 15,3 7-11 1,16-8 8-16,-12 0-7 15,2 1-1-15,-3-5 11 16,-12-9-20-16,0 1 18 0,0-8-18 16,13-4 16-16,-13 1-8 15,0-6 1-15,0-3 0 16,0 5-2-16,0-6 9 16,0-2-19-16,0-5 20 15,0 0-16-15,0 0 4 16,0 0 1-16,9 0-30 15,-9 0 32-15,0-8-4 16,0-12 6-16,0-1-4 16,0-7 6-16,0 0-7 0,0 5 11 15,6 2-14 1,7 1 3-16,-1 1-7 0,10-6 4 16,-3 9-2-16,-4 4 1 15,-3 1 6-15,-12 11 2 16,19 0-5-16,-10 0 1 15,10 0-11-15,0 0 7 16,2 0 8-16,-8 11 1 16,8 1-1-16,-8-4-5 15,-7 8 4-15,-6 1 1 16,0 2 10-16,0 9 4 16,0 0 23-16,0-3-30 15,0-1-7-15,0-1-1 16,0-7-9-16,0-7-54 15,0-9-104-15,12 0-123 0,10 0-46 16</inkml:trace>
  <inkml:trace contextRef="#ctx0" brushRef="#br0" timeOffset="18667.45">8561 14394 475 0,'0'0'156'0,"0"0"-103"0,0 0-9 0,0 0-43 0,0 0 0 16,0 0 34-16,0 0 62 16,0 0-45-16,0 0 21 15,0 0-47-15,0 0-11 16,0 0-15-16,34-25 0 15,25-15 39-15,9-12-24 16,13-16-9-16,-10 4 6 16,4 3-11-16,-1 6 2 15,-21 14-6-15,-7 1 0 0,-5 24-7 16,-14 0-14-16,-2 0-17 16,-3-4-3-16,-3-5-72 15,2 2-47-15,-15-5-269 16</inkml:trace>
  <inkml:trace contextRef="#ctx0" brushRef="#br0" timeOffset="19184.43">9088 13739 334 0,'0'0'246'0,"0"0"-144"0,0 0-31 0,0 0-9 0,0 0-60 15,0 0 3-15,0 0 4 16,34 0 30-16,19 0 3 16,-13 0-3-16,7 0-15 15,-7-3-23-15,-6-9 7 16,-6 4-6-16,-9 8-4 15,-19 0-22-15,0 0 13 16,0 0 2-16,0 0 6 16,0 0-16-16,0 23 19 15,0 18 18-15,-19 11-16 16,-9 7 25-16,0 10-16 16,-3 0 11-16,-3-5-19 15,6-20-6-15,22-8-33 0,6-25-91 16,0-11-49-1,0 0-401-15</inkml:trace>
  <inkml:trace contextRef="#ctx0" brushRef="#br0" timeOffset="20035.68">7901 14987 139 0,'0'0'422'0,"0"0"-418"0,0 0 36 0,0 0 38 16,0 0-47-16,0 0 14 0,-41 0-6 15,41 0 20-15,0 0 28 16,0 0-3-16,0 0-18 16,0 0-33-16,0 3-18 15,0 33-11-15,0 8 6 16,0 5-6-16,0 4 4 15,19-6-6-15,3 1 10 16,-4-4-12 0,1 0 0-16,-4 1 0 0,4-1 7 15,9-12-15-15,-10-12 9 16,-2-8-11-16,-10-8 8 16,-6-4-6-16,6 0-4 15,0 0-10-15,-6 0-6 16,7-8 28-16,-7-24 11 15,21-8-7-15,4-9 10 0,3-10-9 16,12-10-3-16,1-11-2 16,5-12-2-16,7-1-19 15,-7 13-15-15,-5 16-18 16,-20 20 0-16,-14 29-47 16,-7 15-68-16,0 3 9 15,0 45-164-15</inkml:trace>
  <inkml:trace contextRef="#ctx0" brushRef="#br0" timeOffset="20650.46">8167 15175 257 0,'0'0'169'0,"0"0"-73"0,0 0-12 0,0 0-40 0,0 0 21 0,0 0 17 15,-80 201 31-15,67-157-44 16,4-1-20-16,-10-2-17 16,1-5-18-16,-4 4 5 15,-6 9-14-15,9-10 29 16,-2 18-17-16,8-9 26 15,-5 8-33-15,18-8 8 16,0-12-16-16,0-4 0 16,0-4-4-16,0 1-11 15,0-6 13-15,0-7-21 16,0-7 2-16,0-6-38 16,0-3-32-16,0 0-125 15,0-15-151-15</inkml:trace>
  <inkml:trace contextRef="#ctx0" brushRef="#br0" timeOffset="21282.78">8180 15789 458 0,'0'0'38'0,"0"0"-24"0,0 0 48 0,0 0 0 0,0 0 7 15,0 0 8 1,0 141-27-16,0-110-29 0,0 2 33 15,21-2-39-15,-8 2 4 16,-7-1-11-16,16 4-4 16,-10-8-2-16,0 0-1 15,1-8-1-15,-4-16-1 16,-9-4-1-16,6 0-29 16,7 0 23-16,-7 0 8 15,9-24 46-15,4-20-38 16,0-4 2-16,9-17-8 15,-1 9-2-15,-8-4-2 16,3 7-27-16,-4 10 10 16,-5 11-12-16,-4 7-6 15,-9 9-10-15,0 9 35 0,0 7 8 16,0 0 0-16,0 0-20 16,0 0-91-16,0 23-72 15</inkml:trace>
  <inkml:trace contextRef="#ctx0" brushRef="#br0" timeOffset="25563.46">19268 15355 409 0,'0'0'184'0,"0"0"-180"0,0 0 1 0,0 0-1 16,0 0 18-16,0 0 32 0,0 0 28 16,127 5-18-1,-99 3 21-15,18 0-26 0,-18-1-18 16,6-2-25 0,-9-5-14-16,9 8 15 0,-15-4-17 15,-4 4 26-15,-9 0-16 16,-6 3 20-16,13 2-15 15,-13-1-4-15,0-1 1 16,0 2-6-16,0 11 9 16,-13 0-15-16,-14 4 12 15,-20 0-9-15,7 12 2 16,-7 5-3-16,1-6-4 16,12-10-2-16,9-6-15 15,15-23 1-15,10 0-9 0,0 0-57 16,0-52-253-16</inkml:trace>
  <inkml:trace contextRef="#ctx0" brushRef="#br0" timeOffset="27094.96">14589 13534 214 0,'0'0'13'0,"0"0"-13"0,0 0-3 0,0 0 3 0,0 0 12 16,0 0 62-16,0 17-17 15,0-17-8-15,0 0-1 16,0 0 30-16,0 0 0 15,0 0-13-15,0 0 7 16,0 0-21-16,-13 0 17 16,13 0-17-16,0 0 2 15,0 0-35-15,0 0 16 16,0 0-25-16,0 0 2 16,0 0-10-16,0 4-1 15,0 5-1-15,0 14-13 0,0 5 9 16,0 4 5-16,0 4-2 15,0-3-36-15,0-10-9 16,0 10-71-16,0-9-71 16,0 7-89-16</inkml:trace>
  <inkml:trace contextRef="#ctx0" brushRef="#br0" timeOffset="27460.77">14551 14201 572 0,'0'0'34'0,"0"0"-29"0,0 0 17 0,0 0 4 16,0 0 1-16,0 0 28 15,-15 52-30-15,3-40-15 16,12 12-5-16,0-8-5 15,0 8 0-15,0-8-24 0,0-8-28 16,0 4-27 0,0-8-148-16</inkml:trace>
  <inkml:trace contextRef="#ctx0" brushRef="#br0" timeOffset="27828.96">14524 14766 303 0,'0'0'235'15,"0"0"-235"-15,0 0 0 16,0 0 6-16,0 0 0 16,0 0-4-16,0 124 19 15,0-99 16-15,0-1 1 16,0-1 26-16,0-2-50 0,0-14-14 15,0 10-121-15,0 2-94 16</inkml:trace>
  <inkml:trace contextRef="#ctx0" brushRef="#br0" timeOffset="29309.19">14455 15191 252 0,'0'0'211'0,"0"0"-139"0,0 0 21 0,0 0-24 0,0 0-31 16,0 0-14-16,0 0 11 15,0-8-12-15,0 8 22 16,0 0 1-16,0 0-6 15,0 0 4-15,0 0-13 16,0 0-4-16,0 0-23 16,0 0 20-16,0 0-24 15,0 0 7-15,0 17 0 16,0 14 7-16,16 10-3 16,-10-5-6-16,0 0 7 0,0-4-12 15,-6 0 6-15,0-8-1 16,0-4-8-16,0 4 12 15,0-12-12-15,0 0 4 16,0 0-1-16,0-8 0 16,0-4 1-16,0 0-6 15,0 0 10-15,0 0-15 16,7 0 7-16,-7 0 1 16,6 0-20-16,-6-23 20 15,0-10 2-15,9-19 3 16,4-4-3-16,5-5 9 15,-2 1-16-15,-16 12 14 16,6 1-14-16,-6 18 0 16,0 9 7-16,0 3-14 15,0 17-12-15,0 0 22 0,0 0-6 16,0 0-16-16,0 25 5 16,0 16 17-16,0-2 8 15,0 5 2-15,-6-8-3 16,-1-3-3-16,7-5 1 15,-9-4-1-15,9-4-2 16,0-4 2-16,0-9-11 16,0-7 16-16,0 0-11 15,0 0 1-15,0 0-22 16,0-36-6-16,0-11 33 16,0-9 0-16,0-5-22 15,0 14-6-15,16 6-55 16,-4 16 15-16,-12 22-42 0,0 3-140 15</inkml:trace>
  <inkml:trace contextRef="#ctx0" brushRef="#br0" timeOffset="30590.62">20492 15119 479 0,'0'0'45'0,"0"0"20"0,0 0 32 0,0 0-49 0,-40 228 15 15,34-171-8-15,6 2-16 0,0 7-24 16,-6-7 2-16,6-2-6 16,-16 2-8-16,16-7 3 15,0-3-1-15,0-9 18 16,0-8-22-16,40-8-1 16,-5-8-6-16,-1-11-6 15,6-5-13-15,-6 0-20 16,-3 0 33-16,-3 0-36 15,12-13-7-15,-12-10-29 16,-3-2-28-16,-19 1-166 0</inkml:trace>
  <inkml:trace contextRef="#ctx0" brushRef="#br0" timeOffset="31273.8">20337 15512 13 0,'0'0'361'0,"0"0"-349"0,0 0-7 0,0 0-2 15,0 0 0-15,0 0 16 16,0 0 24-16,-40-36-34 16,28 32-1-16,-16 4 78 15,9-4 22-15,1 4-49 16,2 0 14-16,10 0 22 16,6 0-39-16,0-5-14 15,0 5-34-15,0 0 7 0,0 0-10 16,0 0-10-16,0-3 6 15,12-5-1-15,35 4 27 16,-7 0 4-16,16 0-20 16,-10-4-6-16,1 0-10 15,-13 0-31-15,13 0 16 16,-29 0-34-16,-2-4-94 16,8 7-79-16,-17-6-253 15</inkml:trace>
  <inkml:trace contextRef="#ctx0" brushRef="#br0" timeOffset="33105.78">14170 16503 365 0,'0'0'73'0,"0"0"-73"0,0 0 81 15,0 0-22-15,0 0-4 0,0 0-16 16,-56 36-5-16,56-36-10 16,0 0 49-16,0 0 37 15,0 0-32-15,0 4-36 16,0-4-27-16,-6 0 7 15,6 0-12-15,0 0 26 16,0 0-26-16,0 0-10 16,0-9 6-16,0-19-2 15,34-3 20-15,7-10-10 16,5-6-7-16,-6-6-2 16,19-2-9-16,-3-6 9 0,-9 9-10 15,-7 4-8 1,-9 16 4-16,-9 12-13 15,-10 20 2-15,-12 0-43 0,0 0-10 16,0 0-96-16,0 24 10 16,-25-4-232-16</inkml:trace>
  <inkml:trace contextRef="#ctx0" brushRef="#br0" timeOffset="33522.61">14043 16141 162 0,'0'0'229'0,"0"0"-179"0,0 0 37 16,0 0-49-16,0 0-35 15,0 0 74-15,-6 0 37 16,6 9-37-16,0-5 19 16,0 16-35-16,0-4-4 0,25 4-17 15,15 8 0 1,6 4-26-16,1 4 14 0,9 4-9 15,3-4-7 1,-7-8-8-16,1 8 2 0,-13-7-11 16,7-6 7-16,-7 2-4 15,-18-5-25-15,-10-8 10 16,10 0-28-16,-16-4-81 16,-6-8-139-16,0 0-251 15</inkml:trace>
  <inkml:trace contextRef="#ctx0" brushRef="#br0" timeOffset="34120.96">14790 16539 394 0,'0'0'22'0,"0"0"33"0,0 0 37 0,0 0-49 0,0 0 14 16,0 0-17-16,140 197-6 15,-112-161-20-15,0-5 9 16,-10-2-7-16,4-6-9 16,-10-6 4-16,-5-6-10 0,-1-3 22 15,0-8-20 1,-6 0-3-16,0 0-2 0,0 0-3 16,0-15 5-16,0-17 15 15,0-9 17-15,0-2-10 16,15-1-18-16,4-5-2 15,3 1-4-15,9-1-3 16,-3 10-19-16,-10 6 14 16,-8 10-49-16,-10 15-50 15,0 8-49-15,0 0-161 16</inkml:trace>
  <inkml:trace contextRef="#ctx0" brushRef="#br0" timeOffset="69625.12">18492 15396 313 0,'0'0'138'0,"0"0"-119"0,0 0 39 0,0 0-43 0,0 0-15 15,0 0-8-15,0 0 5 16,0 0 6-16,22 0 13 16,-22 0 53-16,0 0 17 15,0 0-18-15,0 0-28 16,0 0 3-16,0 0-22 0,0 0 9 15,0 0-28 1,0 0 14-16,0 0-15 16,0 0 10-16,0 0-11 0,0 0-6 15,0 0 6-15,0 0-3 16,0 0-1-16,0 4 8 16,0 8-11-16,0-4 14 15,0-4-14-15,0-4 1 16,0 0-5-16,0 0-16 15,0 0 1-15,0 0 15 16,0 0 3-16,0 0 6 16,0 0 4-16,0 0-3 15,-6 0 1-15,-16 0-4 16,4 0-2-16,-10 0 12 16,9 0-1-16,-3 0 13 0,-12 0-15 15,16 12 4-15,-4 4-12 16,3 4 10-16,13-8 10 15,6-8-15-15,0-4 5 16,0 0-5-16,0 0-4 16,0 0 4-16,0 0-9 15,0 0-10-15,0 0 18 16,0 0 1-16,0 0 2 16,0 0 18-16,0 0-12 15,-12 0 3-15,12 5 16 16,0-2-24-16,-9 5 4 15,-10 0-3-15,13-4-4 0,6-4 6 16,0 0-12-16,0 0 6 16,0 0-10-16,0 0-50 15,0 0-49-15,0 0-159 16</inkml:trace>
  <inkml:trace contextRef="#ctx0" brushRef="#br0" timeOffset="70774.78">18288 15540 26 0,'0'0'55'0,"0"0"-44"0,0 0-10 0,0 0 28 0,0 0 24 16,0 0 2-16,37-16 29 0,-37 16 19 15,0 0-24-15,0 0-70 16,0 0 3 0,9 0-11-16,-9 0 10 0,0 0 8 15,0 0 16-15,0 0 15 16,0 0 8-16,0 0 8 16,0 0-49-16,0 0-11 15,0 0-6-15,0 0-7 16,0 0-13-16,0 0 13 15,0 0-1-15,0-8 8 16,0 8 11-16,0-12 13 16,0 1 9-16,0-6-32 15,0 17 5-15,0-4-4 0,0 4 6 16,0 0-6 0,0 0 10-16,0 0 10 0,0 0-10 15,0 0 14-15,0 0-24 16,0 0 5-16,0 0-6 15,0 0-2-15,0 0-14 16,0 0 9-16,0 0 0 16,0 0 3-16,0 0 1 15,0 0-19-15,0 0 19 16,7 0-21-16,5 0 18 16,-6 0 1-16,0-9 4 15,-6-2 0-15,22-1-2 16,-16-4 1-16,-6 8-14 15,0 4 14-15,0 4 1 0,0 0 9 16,0 0-4-16,0 0-3 16,0 20-2-16,0 0-10 15,0 4 7-15,0-12-22 16,0-7-62-16,0-5-79 16,0 0-140-16</inkml:trace>
  <inkml:trace contextRef="#ctx0" brushRef="#br0" timeOffset="73770.7">13407 17854 174 0,'0'0'170'16,"0"0"-148"-16,0 0 41 0,0 0-16 0,0 0-20 15,0 0 14-15,0 0-24 16,-12 5-7-16,12-5-4 16,0 0 26-16,0 0-7 15,0 0 7-15,0 0-15 0,0 0 19 16,0 0-5 0,0 0-4-16,0 0-15 15,0 3-10-15,0-3 7 0,0 0-7 16,0 0 26-16,0 0 1 15,0 0 18-15,0 0-29 16,0 0 1-16,0 0-6 16,0 0-2-16,0 0-6 15,0-16-3-15,0-20 25 16,12-16 13-16,29-12 18 16,-1-8-42-16,0-4 4 15,7-1-19-15,-13 9 1 16,3 0-2-16,-15 19 6 15,12 10-12-15,-22 11 9 0,10 7-8 16,-16 6-4-16,-6-1-1 16,13-1-38-16,-7-2-18 15,0 2-23-15,16 1-17 16,-10 0 25-16,-6 12 33 16,-6-4-34-16,0 8-186 15</inkml:trace>
  <inkml:trace contextRef="#ctx0" brushRef="#br0" timeOffset="75037.06">13339 17610 354 0,'0'0'153'0,"0"0"-113"0,0 0 48 0,0 0-15 16,0 0-26-16,0 0-21 15,0 0 7-15,0 0-31 16,0 0 9-16,0 0 8 15,0 0 47-15,0 0-30 16,0 8-24-16,0 15 19 16,0 2-15-16,6 7-3 15,4-4-11-15,2-5 0 16,-6-2 3-16,0-9-6 0,1 0 1 16,-7-4 0-16,0 0 0 15,0 5 5-15,0-6-9 16,9-3 12-16,-3 0-16 15,-6-4-2-15,6 4 9 16,-6-4-14-16,0 0 7 16,0 0 1-16,0 0-11 15,0 0 18-15,0 0 0 16,0 0 9-16,0 0-5 16,0 0-3-16,0 0 3 15,0 0-8-15,13 0-16 16,-13 0 7-16,21 0 13 0,-8-16 11 15,5-8 15 1,10-4-24-16,-6-4 3 0,-3 8 7 16,15-4-15-16,-16 7 7 15,10 1-6-15,-15 9 2 16,-1 6 0-16,-12 2 0 16,0-1 2-16,0 4 2 15,0-4 0-15,0 4-7 16,0-4 9-16,0-1-3 15,0 5 2-15,0-3 9 16,0-2 12-16,0-3-13 16,0 1-13-16,0-1 13 15,-25 3-25-15,-3-6 16 16,10 3-8-16,-4 3-24 0,-3-2-24 16,10 7-63-16,-4 0-56 15,-3 0-389-15</inkml:trace>
  <inkml:trace contextRef="#ctx0" brushRef="#br0" timeOffset="76287.9">12378 17766 122 0,'0'0'36'0,"0"0"-9"0,0 0 76 0,0 0 40 15,0 0-31-15,0 0-63 16,-6 0 9-16,0 0-2 16,6 0 23-16,0 0-1 15,0 0-18-15,0 0-14 16,0 0-26-16,0 0 17 16,0 0-5-16,0 0 11 15,0 0-15-15,0 0-8 0,0 0-15 16,0 0 4-1,0 0-9-15,0 0-5 0,0 0 5 16,0 0 0-16,0 0-3 16,6-4 10-16,12 0-7 15,23 4 3-15,-1 0-3 16,-12 0 0-16,-16 0-10 16,7 0-11-16,-10 0-4 15,-9 16 23-15,0 16 4 16,0 0 5-16,0 9 0 15,0-2-12-15,0-6 6 16,0 3-1-16,-15-4 1 16,2-9 2-16,7 2-6 15,0-9 13-15,6-12-20 16,0 4 20-16,0-8-20 0,0 0 16 16,0 0-12-16,0 0-8 15,12 0 9-15,16 0 2 16,3 0 6-16,-3 0 11 15,6 0-14-15,-9 0 10 16,-10 0-6-16,10 0-2 16,-3 0-2-16,-10 0-2 15,16 0 2-15,-3 0-12 16,3 0-38-16,0-8-18 16,3-4 29-16,3-4-71 15,-6-4-37-15,-9 4-159 16</inkml:trace>
  <inkml:trace contextRef="#ctx0" brushRef="#br0" timeOffset="84744.58">14858 15897 214 0,'0'0'11'0,"0"0"3"0,0 0 27 0,0 0 25 0,0 0 34 16,0 0-19-16,0 0-37 15,25 64-11-15,-19-52 13 16,4-4 9-16,-4 0-23 15,6 5 12-15,-5-2-32 16,14-2 12-16,-8 2-16 16,5-3 10-16,-2 4-7 15,9-4 2-15,-4-3 1 16,7 6-9-16,3-6 2 0,-3-1-5 16,-9 0-2-1,21-4 3-15,-6 12-3 0,-6-9 1 16,3 5 1-16,-3 1-2 15,-6-5 0-15,2 0 3 16,4 4 0-16,-9-8-5 16,3 0 10-16,-4 0-9 15,-2 0 2-15,2 0 3 16,1 3-1-16,3-3-1 16,-4 0 1-16,10 0-3 15,-9 0-1-15,9 0-1 16,0 0 2-16,-16 0 7 0,16 0 1 15,-3 0-5 1,-4 0 2-16,4 0 3 0,-3-3-3 16,3-5 3-16,-4 8-7 15,-2-4 1-15,9 4 4 16,-9-4-6-16,2 0 5 16,7 4-5-16,-3-8 0 15,3 3 2-15,-3-3-2 16,9 1 7-16,-6 3-10 15,-3-5 8-15,2 6-6 16,-5-5 3-16,-3 8-2 16,-7-5 0-16,10 5 0 15,-4 0-1-15,-2 0 1 16,-4 0 3-16,1 0-2 0,2 0 9 16,-2 0-2-16,5-3-9 15,-2 3 6-15,2 0-6 16,10-5 1-16,-9 5 0 15,15 0 0-15,-6 0 3 16,-3 0-8-16,3 0 3 16,-10 0 2-16,10 0-4 15,-9 0 4-15,2 0 3 16,4 0-2-16,-3 0-1 16,-3 0 0-16,-4 8-2 15,4 5 6-15,-7 3-6 16,-3 4 12-16,4-4-15 0,-1 4 10 15,-12-12-5 1,6 8 3-16,-6-4-3 0,0-4 0 16,10-4 5-16,-10 4-8 15,0-4 9-15,0 0-11 16,6-4 12-16,-6 0-10 16,6 0 3-16,-6 0-2 15,0 0-2-15,6 0-14 16,7 0 13-16,2-20 5 15,-2 4 9-15,5-4-8 16,4 4 6-16,-10 4-5 16,10-1 1-16,-10 2-1 15,1-1-2-15,2 12 2 16,-8-4 2-16,-1 0-4 0,6-1 0 16,10-6 10-16,3 11-9 15,-4-13 4-15,20 6-3 16,-17-1-1-16,11 3-1 15,-14-3-10-15,20 8 10 16,-10 0 0-16,-4 0-2 16,8 0 8-16,-1 0-8 15,-9 0 8-15,9 0-5 16,-16 0 1-16,10 0-2 16,0 0 0-16,3 0 0 15,3 0-2-15,6 16 4 16,-12-7-4-16,6 2 5 0,-3-6-4 15,4 6 4 1,-14-6-3-16,4-1 0 0,9 0 2 16,0 3-4-16,7-2 9 15,-1-5-15-15,0 0 16 16,7 0-16-16,-1 0 9 16,1 0-3-16,-13-16 1 15,12-4 1-15,-5 4 0 16,-10-9 2-16,-3 10-4 15,0-9 6-15,-4-9-8 16,4-3-13-16,6-4 10 16,-9-4-23-16,-19 8-33 15,10 12-73-15,-16 16-141 16</inkml:trace>
  <inkml:trace contextRef="#ctx0" brushRef="#br0" timeOffset="85827.73">16607 16916 482 0,'0'0'144'0,"0"0"-94"0,0 0-3 0,0 0-36 16,0 0-7-16,0 0 24 16,-6 0 7-16,6 0 14 15,0 0 35-15,0 0-28 0,0 0-31 16,0 0-22-16,0-8 17 16,6-4-9-16,16 4-3 15,6 3-8-15,-3 2 0 16,-4 3 0-16,4-4 1 15,-3 4-2-15,-10 0-10 16,-12 0 4-16,0 0 5 16,0 20 2-16,0 11 14 15,0 14 7-15,0 3-19 16,-18 5 0-16,-4-2 2 16,3 1-4-16,-2 1 0 15,8-6 7-15,13-3-16 0,0-11 14 16,0-13-12-1,0-7 7-15,0-13-18 0,0 0 3 16,0 0 15 0,34 0 2-16,-3-25-1 0,3 1 21 15,1 4-10-15,-17-5-3 16,4 9-2-16,-10 9-14 16,-5-1-8-16,-7 3 1 15,0 5-3-15,0 0 1 16,0 0-16-16,9 0-82 15,-9 0-29-15,0 0-139 16</inkml:trace>
  <inkml:trace contextRef="#ctx0" brushRef="#br0" timeOffset="87492.64">18539 15412 277 0,'0'0'152'0,"0"0"-103"0,0 0 38 0,0 0-27 16,0 0-37-16,0 0 5 15,0 0-8-15,0 0 26 16,0 0 17-16,0 0 54 16,0 8-57-16,0 4-25 15,0 0-16-15,0-8-15 16,0-4-4-16,0 0-3 16,0 0-5-16,0 0-17 0,0 0-1 15,0 0 26-15,0 0 3 16,0 0 20-16,0-4 16 15,0 0-31-15,0 0-1 16,-6 4-14-16,-13 0-9 16,-3 0-17-16,16 0 25 15,-12 0 5-15,11 0 6 16,7 0-3-16,0 0 0 16,0 0 0-16,0 0-10 15,0 0-49-15,0-12 19 16,0-4 40-16,0 4 0 15,7 4 4-15,-7 8 4 0,0 0 12 16,0 0 16-16,0 0-36 16,0 0-74-16,0 0-2 15,-16 0 56-15,4 0 20 16,-1 0 26-16,7 0 34 16,6 0-33-16,0 0-27 15,0 0-24-15,0 0-21 16,0 0 37-16,0 0 8 15,0 0 14-15,0-5-14 16,0 5 23-16,0 0-7 16,0 0 34-16,0 0-43 15,-6 0-7-15,6 0-5 16,0 0-5-16,0 0-3 0,0 0-3 16,0 0 14-16,0 0 4 15,0 0 22-15,0 0-15 16,0 0-4-16,0 0-5 15,0 0-4-15,0 0-29 16,0 0-37-16,0 0 6 16,0 0 12-16,0 0 22 15,0 0-119-15,0 0-204 16</inkml:trace>
  <inkml:trace contextRef="#ctx0" brushRef="#br0" timeOffset="103680.02">10446 15784 152 0,'0'0'255'0,"0"0"-211"0,0 0 24 0,0 0-52 16,0 0 10-16,0 0-9 15,0 0 31-15,0 0-15 0,0-15 20 16,0 15 10-16,0 0-3 16,0 0-20-1,0 0-9-15,0-4-2 0,0 4-16 16,0 0 9-1,0 0-17-15,0 0 11 0,0 0-11 16,0 0 7-16,0 0-8 16,0 0-3-16,0 0-1 15,0 0 3-15,0 0-4 16,0 0 2-16,0 0 25 16,0 0-23-16,0 0 6 15,0 0-9-15,0 4-5 16,0 8 5-16,0 0-12 0,0 4 11 15,0-5-4 1,0 2-1-16,0-1 6 0,0-4-2 16,13-5-11-16,15 2-1 15,12-5 2-15,6 0-6 16,-12 0 14-16,7 0-10 16,5 0 13-16,-15-16 1 15,-15-9 1-15,9-2 5 16,-4 3-6-16,-8-12 1 15,-1 0 0-15,-3-8-1 16,-2-5-24-16,-7 13-7 16,0 0-8-16,0 12 23 15,0 4 6-15,0 8 10 16,-16 12 4-16,-9 0-3 16,-9 0-1-16,6 0-4 0,3 0-6 15,-2 0 10-15,2 0-6 16,9 17 13-16,-9 2-5 15,10 1-2-15,-4 5 2 16,-9-2-2-16,10 9 0 16,2-7-1-16,10-2 3 15,0-2-3-15,-6-1 3 16,12 4-4-16,0-4 5 16,0 8-7-16,0 4 3 15,0-8-5-15,18-3-73 16,22-18-97-16,-5-3-159 0</inkml:trace>
  <inkml:trace contextRef="#ctx0" brushRef="#br0" timeOffset="106330.72">18902 15820 490 0,'0'0'64'0,"0"0"-8"0,0 0-5 0,0 0-21 0,0 0 28 16,0 0 18-16,0 0 25 16,-13 36-36-16,13-36-4 15,0 0-28-15,0 0 6 16,0 0-30-16,0 0-2 0,0 0-7 16,0 0-10-16,0 0 7 15,0 0 6-15,0 0 11 16,0 0-3-16,0 0 16 15,0 5-24-15,0 15 13 16,0 4-3-16,-21 8-1 16,8 4-7-16,-15-7 1 15,4 7-7-15,-4-8 5 16,6-8-6-16,3-1 9 16,7-2-6-16,6-1 5 15,-4-4-2-15,4-8-4 16,0 4 1-16,6-4-4 15,0-4-14-15,0 0 15 16,0 0-10-16,0 0 9 16,12 0 0-16,16 0 2 0,6 0 1 15,1 0-3-15,-4 0 2 16,3 0-13-16,-6 0 7 16,-4 0-19-16,-2-4 16 15,3-4 1-15,-3 4 8 16,-16-5-10-16,15 6-1 15,-14-5 5-15,-1 4-7 16,0 0 12-16,0 0-13 16,7-1 14-16,-4-3-16 15,-3 5 7-15,-6-2-6 16,0-2 9-16,6-1-30 0,-6 0-9 16,0 0 44-16,0 8 2 15,0 0 3-15,0 0 14 16,0 0 32-16,0 0-14 15,0 0-16-15,0 11-17 16,0 2 3-16,0 10-4 16,0-6 0-16,0-1 5 15,0 8 0-15,0 0 34 16,-12 16-20-16,3 5 9 16,2-6-26-16,1-3 5 15,6-8-8-15,0-4-10 16,0-7-7-16,0-1-19 0,0-1-45 15,0 6-14 1,0-6-75-16,0 1-262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1T23:13:37.6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21168 3480 429 0,'0'0'68'0,"0"0"-60"0,0 0 30 0,0 0-22 0,0 0 7 15,0 0 20-15,0 0-6 16,0 0 17-16,0 0-1 16,0 0 22-16,0 0-13 15,0 0-23-15,0 0-22 16,53-8 15-16,-53 8-8 0,0 0-5 16,0 0 20-16,0 0-7 15,0 0 1-15,0 0-27 16,0 0-2-16,0 0 4 15,0 0-3-15,0 0-2 16,0 0-6-16,12 0 6 16,4 13-2-16,-16 3 3 15,19 4 0-15,-13 4 0 16,0-1-4-16,-6 10 14 16,0 11-10-16,0-4 13 0,0 0-8 15,0 0 1 1,0 4-1-16,0-8-6 15,0 0 5-15,0 0-5 0,0 9-4 16,0-9 9 0,0 12-2-16,0 0-4 0,0 4 7 15,0 1 6-15,0-6-8 16,0 6 1-16,0-6-5 16,-6 6 0-16,0-1 6 15,-13 4-12-15,10 4 8 16,2 4-8-16,-5 0 7 15,-10-3-4-15,10-1 0 16,-7-4 2-16,19-7-5 16,-6-10 8-16,6 5-10 15,0 1 10-15,0-1-12 0,0 12 10 16,-9-4-6 0,9 0 2-16,-6 1 1 0,-1-1-2 15,7-1 6 1,-6-7-10-16,6 13 18 0,0-6-19 15,0 2 12-15,0 4-10 16,0-1 0-16,0-1 3 16,-6 6 1-16,-9-5 2 15,8-1-2-15,1 6 2 16,0-4-1-16,6 2 6 16,0 2-12-16,0-6 6 15,0 9-2-15,0-3 4 0,0-4 0 16,0-1-2-16,0-4 1 15,0-1-7-15,0-7 15 16,0-3-19-16,0 3 17 16,0 0-9-16,0 12 2 15,0 0-2-15,12 5 2 16,-5-1 2-16,8 0-2 16,-3-4 5-16,-5-3-9 15,8-1 8-15,-9 4-4 16,-6-4 5-16,0 0-10 15,13 0 5-15,-1 8 0 16,-6-8-2-16,4 4 9 16,-4 0-9-16,-6-4 6 15,6 9-6-15,-6-5 8 0,0 1-6 16,12 10 0 0,-5-7 0-16,-7 4 0 0,0-3 1 15,0-1-2-15,0-7 9 16,9-6-13-16,3 1 16 15,1-7-17-15,-1 6 9 16,-3 2-5-16,-2 2 3 16,5 2-1-16,-6-5 0 15,-6 4 2-15,0-4-9 16,0-3 17-16,0 2-16 16,0-2 14-16,0-1-12 15,0 0 7-15,0 0-3 16,0 8 0-16,0-4 2 0,0 8-6 15,0 1 8-15,0-5-10 16,0-1 14-16,0-2-13 16,0-9 10-16,0 4-7 15,0-3 2-15,0 11 0 16,0-1-4-16,0 1 8 16,0 1-8-16,0-1 10 15,0 0-12-15,0-4 14 16,0 1-12-16,0-5 4 15,0-4 0-15,0 7-2 16,0-6 5-16,0 7-7 16,0 4 9-16,0-3-8 15,0-10 11-15,0 9-13 0,0-4 6 16,0-8-1 0,0 13 1-16,0-9 1 0,0 0-2 15,0 0 4-15,0 9-10 16,0-10 14-16,0 10-14 15,0-1 14-15,0-4-10 16,6 0 3-16,4-4-1 16,-10 4 0-16,6 0 1 15,-6 0-4-15,6 4 9 16,-6-7-9-16,0-2 9 16,6 5-6-16,-6 0 2 15,0 5-2-15,0-9 2 0,0 9 1 16,0-18-3-16,0 10 3 15,0 3-5-15,0-8 4 16,0 0 2-16,0-8 0 16,0 3-6-16,0 7 2 15,0-2 0-15,0 0 2 16,0-8 2-16,0-5-4 16,-6-7 8-16,6-3-11 15,0 10 7-15,-6-7-6 16,0 17 4-16,-4-5-4 15,-2 0 1-15,0 0-1 16,12-9 2-16,-16-6-24 16,16-9-18-16,-6-4-26 15,-6 0-45-15,-7-4-232 16</inkml:trace>
  <inkml:trace contextRef="#ctx0" brushRef="#br0" timeOffset="1997.82">19475 10547 309 0,'0'0'68'0,"0"0"-21"0,0 0-8 0,0 0-21 16,0 0 15-16,0 0 25 16,0 0 4-16,0 0 4 0,0 4 14 15,0-4-21-15,-6 0-30 16,6 0 3-16,0 0-23 15,0 0 12-15,0 0 9 16,0 0 6-16,0 0-7 16,0 0 18-16,0 0 1 15,0 0-33-15,0 0 8 16,0 0-21-16,0 0 9 16,0 0-7-16,0 0 2 15,0 0-3-15,22 0 13 16,3 0 0-16,15 0 3 15,7 0 1-15,5 0-5 0,10 0-1 16,3 0-11-16,10 0 14 16,-7 0-16-16,19 8 11 15,-7-8-12-15,-8 5 5 16,2-2-5-16,1 1 5 16,-4 0 2-16,3-4-5 15,1 0 14-15,-10 0-16 16,3 0 15-16,25 0-11 15,-19 0 13-15,1 0-8 16,12 0-9-16,-22 0 18 16,22 0-15-16,-1 0-5 15,17 0 9-15,-10 0-8 0,12 0 4 16,4 0-4 0,-16 12 1-16,6-4 0 0,-12 5-2 15,0-6 4-15,-1-7-6 16,11 8 13-16,2-3-19 15,0-2 22-15,3 2-20 16,4-5 11-16,21 0-4 16,0 3 1-16,6-3 0 15,1 0-2-15,-7 0 6 16,-12 0-6-16,-4 0 7 16,-9 0-10-16,10 0 6 15,-10 0-4-15,4 0 5 16,-4 0-2-16,-3 0 0 15,1 0 1-15,8 0-5 0,4 0 13 16,2 0-17-16,14 0 16 16,-1-3-8-16,-13 3 1 15,4 0-1-15,-3 0 0 16,6 0 0-16,0 0-2 16,6 0 6-16,-15 3-8 15,15-3 8-15,6 8-7 16,-6-8 11-16,7 0-13 15,-14 8 10-15,1-4-4 16,-6 9 6-16,-9-10-7 16,14 2 22-16,-14-5-20 15,2 0 4-15,-8 0 2 0,8 0-10 16,-21 0 5 0,12 0-6-16,-6 0 4 0,0 0-1 15,-6 0 0-15,-6 0 1 16,21 12 7-16,-9-4-2 15,-12 3 10-15,5-3 0 16,-5 1 5-16,-3-1-19 16,18-5-2-16,3 2 0 15,0-5-4-15,10 8-4 16,-10-5 8-16,9 2-8 16,-8 2 21-16,-20 1-19 15,1 0 15-15,-16-8-5 16,3 13-3-16,-3-9 5 0,4-4-6 15,5 4 5-15,7-4-13 16,-4 0 11-16,4 0-3 16,-13 0 1-1,19 4 4-15,-7-1 6 0,-8 5-2 16,2-3 5-16,-12 3-13 16,9-4 4-16,4-4-2 15,-1 0 3-15,-9 0 2 16,4 4-11-16,-11-4 6 15,11 4-5-15,-10-4 2 16,3 0 0-16,3 3-1 16,-19-3 7-16,1 0-1 15,15 5 3-15,-16-5 7 0,1 0-11 16,-7 0-3 0,0 0 2-16,1 0-6 0,-10 0 3 15,-3 0 0 1,0 0 0-16,-16 0 4 0,0 0-7 15,4 0 6-15,-4 0-6 16,1 0-21-16,-13 0-23 16,0 0-47-16,0 0-56 15,0 0-23-15,-13-16-383 16</inkml:trace>
  <inkml:trace contextRef="#ctx0" brushRef="#br0" timeOffset="2747.17">30759 10615 55 0,'0'0'538'0,"0"0"-445"0,0 0 16 0,0 0-8 0,0 0-23 0,0 0-41 0,0 0 6 16,161 0 10-1,-127 0-10-15,-3 0-17 0,3 0 9 16,-6 0-14-16,-9 0-15 16,2 0-6-16,-14 0 6 15,-7 0-13-15,12 0 18 16,-12 16-18-16,0-8 14 15,0 12-5-15,0 1-2 16,0 2 0-16,0-7-6 16,-12 9 12-16,-16 14-10 0,-19 2 10 15,7-1 7 1,0 0-3-16,9-12 16 16,3-3-16-16,15-2-8 0,-2-15-2 15,9-3 0-15,6-5-2 16,0 0-20-16,0 0 21 15,0 0-14-15,0-8 4 16,0-13-28-16,0 6 6 16,0-10-35-16,0 13-51 15,0 0-75-15,0 0-385 16</inkml:trace>
  <inkml:trace contextRef="#ctx0" brushRef="#br0" timeOffset="4329.22">21187 3986 413 0,'0'0'81'0,"0"0"42"0,0 0-44 0,0 0-54 15,0 0-9-15,0 0 33 16,0 0-33-16,28-213 14 16,-22 193-27-16,13 4 8 0,-10 4-9 15,-9 4 1-15,0 8 3 16,0 0 17-16,0 0 2 15,0 0-15-15,0 0-9 16,0 0-1-16,0 0-4 16,0 20 4-16,0 13 48 15,0 14 11-15,12 1-20 16,7 4 10-16,3 9-31 16,-4-5-8-16,4-8-9 15,-10-8 1-15,16-12-2 16,-9-7-23-16,9-13-67 15,-10-8-89-15,-2 0-64 0</inkml:trace>
  <inkml:trace contextRef="#ctx0" brushRef="#br0" timeOffset="6496.89">30954 11686 22 0,'0'0'7'0,"0"0"68"0,0 0 95 0,0 0-35 0,0 0-17 15,0 0-73-15,0 0-24 0,0 0 12 16,0 0 25-16,0 0-13 16,0 0-1-1,0 0-7-15,0 0 29 0,0 0-1 16,0 0-34-16,0 0-9 15,0 0-1-15,0 0 18 16,0 0-13-16,0 0 27 16,0 0-31-16,0 0 7 15,0 0-16-15,0 0 2 16,0 0-8-16,0 0-6 16,0 0 4-16,0 0-3 15,0 0 13-15,0 0-6 16,0 0 16-16,0 0-11 0,0 0-6 15,0 0-1 1,0 0 0-16,0 0-3 0,0-12-3 16,6 0 21-1,35-15-17-15,5-3 13 0,1-6-17 16,5-3 0-16,-5-2-1 16,9-6-13-16,-10 6 0 15,-6 5-11-15,-21 8 3 16,-7 8-1-16,-5 17 17 15,-7-2-19-15,0 5 15 16,0 0-14-16,0 0-14 16,0 0-52-16,0 0-88 15,-13 0-168-15</inkml:trace>
  <inkml:trace contextRef="#ctx0" brushRef="#br0" timeOffset="6810.11">31053 11342 482 0,'0'0'79'0,"0"0"-15"0,0 0 93 0,0 0-60 0,0 0-12 0,0 0-8 16,146 100-3-16,-106-73-23 15,1-2-34-15,-7-2 9 16,6 6-26-16,-6-6 0 16,0-2-5-16,-9-6-19 15,3-2-22-15,-22-9-90 16,-6-4-166-16</inkml:trace>
  <inkml:trace contextRef="#ctx0" brushRef="#br0" timeOffset="8042.57">29884 12765 79 0,'0'0'349'0,"0"0"-294"0,0 0 39 0,0 0-21 15,0 0 6-15,0 0-15 16,-6 165-9-16,6-145-9 15,6 4 19-15,7 7-8 16,-1-3-24-16,4-7 7 0,15 3-10 16,-10 0-4-1,-2-8-23-15,3-1 5 0,-4-7-3 16,4-8-10-16,-3 9 5 16,-4-9-5-16,4 0 5 15,-7 0 10-15,16 0 2 16,0-17-6-16,3-19 3 15,-3-7-5-15,6-22-8 16,-9 9 2-16,-10-4-9 16,-9 1-9-16,-6 18-5 15,0 8-3-15,0 14 13 16,0 10 8-16,0 9 7 0,0 0-31 16,0 0-125-1,0 0-214-15</inkml:trace>
  <inkml:trace contextRef="#ctx0" brushRef="#br0" timeOffset="8641.71">30613 13133 402 0,'0'0'42'0,"0"0"30"0,0 0 4 0,0 0-34 0,0 0-14 16,0 0 35-16,19 0-6 15,-13 0 9-15,0 0-20 16,10-19-8-16,2-17 12 16,4-4-19-16,-4 4-7 15,4-5-7-15,-3-3-7 16,-7 5-9-16,4 6-2 16,-4 9-1-16,-6 8-1 0,0 16 6 15,-6 0-1-15,10 0-2 16,-10 0-5-16,0 0 3 15,12 0-15-15,1 0 2 16,8 0 15-16,-2 0 6 16,9 0-5-16,-16 0 9 15,22 0-10-15,-9 0 2 16,15 0 0-16,-12 0 0 16,0-12 8-16,-15-12-10 15,5-8 15-15,-2-1-11 16,-4 2 5-16,-12 11-9 0,6-1-3 15,1 18-6 1,-7 3 9-16,0 0-5 0,6 0-26 16,-6 0 10-1,0 0-9-15,0 0-8 0,0 0-96 16,0 0-65-16,0 3-387 16</inkml:trace>
  <inkml:trace contextRef="#ctx0" brushRef="#br0" timeOffset="8976.28">31407 12850 618 0,'0'0'101'0,"0"0"-32"0,0 0 80 16,0 0-110-16,0 0-28 15,0 0-4-15,21 100 17 16,-21-89-22-16,0-3 5 15,0-8-7-15,0 0-14 0,0 0-102 16,0 0-66 0,0-19-103-16</inkml:trace>
  <inkml:trace contextRef="#ctx0" brushRef="#br0" timeOffset="9158.82">31494 12537 635 0,'0'0'411'0,"0"0"-376"15,0 0 17-15,0 0-52 16,0 0-4-16,0 0-32 16,6 0-54-16,3 0-172 0,-9 0-18 15</inkml:trace>
  <inkml:trace contextRef="#ctx0" brushRef="#br0" timeOffset="9474.81">31494 12537 367 0,'288'56'311'0,"-288"-40"-252"16,0 7 38-16,0 2-33 16,0-1-45-16,6-4-19 15,-6 0-5-15,0-4 3 16,0-5-20-16,0-2 18 15,0 7-36-15,0-11-57 16,0-5-119-16,-6 0-202 16</inkml:trace>
  <inkml:trace contextRef="#ctx0" brushRef="#br0" timeOffset="9825.2">31760 12593 378 0,'0'0'348'0,"0"0"-272"16,0 0 17-16,0 0-74 16,0 0-9-16,0 0 17 15,56-12-4-15,-16 12-11 16,7 0-7-16,-1 0 11 16,7 0-5-16,-13 0 19 15,1 3-4-15,-7 14-1 16,-9-9-24-16,-4 0 0 15,-2-1-1-15,-13-2-1 0,-6 11-2 16,0-4 3 0,0 4 21-16,0 15 5 0,0-2 8 15,-6-5-31-15,-19 3 10 16,3-10-12-16,-2-9-2 16,-4 4 1-16,-6 0-11 15,-7-4-11-15,7 1-43 16,9-9-2-16,4 0-104 15,15 0-73-15,-1 0-131 16</inkml:trace>
  <inkml:trace contextRef="#ctx0" brushRef="#br0" timeOffset="10307.12">32337 12861 643 0,'0'0'25'0,"0"0"3"0,0 0 61 0,0 0-89 15,0 0 29-15,0 0 97 16,65-64-54-16,-56 40-1 16,16-4-19-16,-9 4-23 0,-4-4-28 15,1 8 4-15,-1 4 1 16,3-1-12-16,-2 6 4 16,-7-1-17-16,0 12 5 15,-6 0-8 1,0 0 3-16,10 0 19 0,-4 0 5 15,6 23-4-15,1 2 8 16,2-1-9-16,-3 4-12 16,-5-5-29-16,-1 6 9 15,-6-5 20-15,6 4-1 16,-6-4 13-16,9-4-22 0,-2-4 7 16,-1-3-89-16,0-6-24 15,-6-7-77-15,0 0-301 16</inkml:trace>
  <inkml:trace contextRef="#ctx0" brushRef="#br0" timeOffset="10444.48">32337 12861 585 0</inkml:trace>
  <inkml:trace contextRef="#ctx0" brushRef="#br0" timeOffset="10540.39">32337 12861 585 0,'65'-83'128'0,"-65"83"-58"0,9 0 74 16,44 0 2-16,0 0-90 0,0 0-17 15,2 0-38-15,-8-9-1 16,-7-12-20-16,-15 6-63 16,-10-1-153-16,-15 11-320 15</inkml:trace>
  <inkml:trace contextRef="#ctx0" brushRef="#br0" timeOffset="11024.66">32880 12673 701 0,'0'0'159'0,"0"0"-52"0,0 0-23 0,0 0-53 0,0 0-16 15,0 0 19-15,0 0-13 16,0 0-20-16,0 20 35 15,0 4-29-15,0-4-3 16,0 0-4-16,0 4-3 16,0-8-25-16,0-4-33 15,0 0-23-15,0-12-80 16,0 12-13-16,-10-12-84 0</inkml:trace>
  <inkml:trace contextRef="#ctx0" brushRef="#br0" timeOffset="11356.82">32880 12673 803 0,'-69'-44'97'16,"69"44"-25"-16,0 0-40 15,0 0-32-15,13-12-2 16,27 4 2-16,0 8 17 15,7-5-10-15,-1 5 9 0,-11 0 21 16,-1 0-14 0,-10 0 3-16,-2 0-22 0,-3 0 5 15,-4 13-6-15,-2-1-6 16,-7 12-10-16,-6-4 5 16,0 11 8-16,0-2 2 15,-13 7 23-15,-39-4-13 16,5 0 0-16,-9-4-11 15,10-8 3-15,6-4-4 16,9-8-24-16,9-8-57 16,10 0-106-16,5 0-304 15</inkml:trace>
  <inkml:trace contextRef="#ctx0" brushRef="#br0" timeOffset="24380.57">20272 1985 535 0,'0'0'54'0,"0"0"-51"0,0 0 3 0,0 0 31 0,0 0 3 0,0 0 27 0,0 0-16 16,0-36-4-16,0 36 28 15,0 0 15-15,0 0-30 16,0 0-43-16,0 0 10 16,0 0-7-16,0 0 4 15,0 0-18-15,0 0-12 16,0 23 5-16,0 26 1 0,-6 15 20 16,-3 16-11-16,-10 8-8 15,1 1 11-15,8-1-11 16,-15-12 6-16,4-8 8 15,15-15-15-15,-7-6 15 16,7-11-15-16,0-11 3 16,-4-9 5-16,10-8-7 15,0-8 3-15,0 0-2 16,0 0-4-16,0 0-13 16,0 0 12-16,16 0-1 15,30 0 4-15,7-4 6 16,0-5-3-16,3 6-2 15,-19-2 6-15,3 5-14 16,0 0 7-16,-5-3-8 0,-1-5-48 16,-6 0-20-1,3-1-49-15,-25-2-143 0,-6 3-394 16</inkml:trace>
  <inkml:trace contextRef="#ctx0" brushRef="#br0" timeOffset="25035.05">21106 2774 3 0,'0'0'597'0,"0"0"-568"0,0 0 71 0,0 0-6 0,0 0-3 16,0 0-31-16,-24-15 7 0,2-1-34 16,3-5-21-16,-9-2 33 15,10-10-27-15,-4-3-4 16,-3 0-6-16,3-16-8 15,22-4 0-15,0 0 0 16,0-1-12-16,0 1-4 16,0 12 6-16,41 0-45 15,5-4 3-15,1-1-34 16,21 6-80-16,-28 3-42 16,7 7-143-16</inkml:trace>
  <inkml:trace contextRef="#ctx0" brushRef="#br0" timeOffset="26027.92">21528 2185 527 0,'0'0'231'0,"0"0"-215"0,0 0 4 0,0 0 31 0,-65 213-43 0,65-161 0 15,0-4 5-15,0 0-12 16,0 0 27-16,0-12 18 16,0 0 4-16,0-3-35 15,0-13-1-15,0-12-11 16,0-5-2-1,0-3 2-15,0 0-1 0,0 0 13 16,0-11-3-16,0-34 13 16,0-2-19-16,0-6 0 15,0 1-4-15,0 4 1 16,0 0-3-16,0-5-3 16,0 14 3-16,0-2 0 0,0 10-1 15,0 3 6-15,19 0-10 16,8 7-9-16,-2 1 9 15,3 8-13-15,-3 4 5 16,3 8-2-16,0 0-8 16,-3 0 11-16,2 0-15 15,-8 20 23-15,3 4 8 16,-10 8-9-16,-12 0 5 16,0-4-5-16,0 0-11 15,0 5 14-15,-25-2 1 16,-37 5 2-16,3 0 26 15,-3-7 1-15,10-9 13 16,39-8-35-16,1-12 30 16,12 0-30-16,0 0-6 15,0 0-25-15,0 0-2 0,0 0 13 16,19 0 14-16,15 0 14 16,6 0-9-16,0 13 30 15,1-2-25-15,-10 5 13 16,-4-4-18-16,1 0-3 15,-15 4-2-15,-1-3 3 16,4-2 0-16,-10-7-3 16,0-4-14-16,0 0-38 15,-6 0 10-15,0 0-79 16,6 0-72-16,-6 0-54 0,7 0-136 16</inkml:trace>
  <inkml:trace contextRef="#ctx0" brushRef="#br0" timeOffset="26678.06">22204 2257 284 0,'0'0'83'0,"0"0"-34"0,0 0 56 0,0 0-14 15,0 0-24-15,0 0 15 16,0 0-17-16,0 0 28 16,0 0-18-16,0 0 8 15,-34 0-64-15,-6 0 2 16,-13 5-16-16,6 11-1 0,-5-1 3 16,2 1-7-16,31 1 16 15,-2-1-14-15,8-8 6 16,13 8-1-16,0-1-14 15,0 2 3-15,0 2 0 16,0-2 3-16,22-1-1 16,9 0-3-16,9 0-7 15,1-4 5-15,5 4 14 16,-6-4-10-16,16 8 8 16,-9-4-10-16,-7-4 4 15,-9 4-4-15,-9-8-3 16,-16 0 3-16,0 4-1 0,-6 1 12 15,0 2-2 1,0 1-1-16,0 5 22 16,-25 2-16-16,-15-6 5 0,-6 2-7 15,5-6-4-15,7-1-6 16,6-1-5-16,10-3 5 16,-10 1-33-16,22-9-17 15,-7 0-90-15,13 0-26 16,-9-40-88-16</inkml:trace>
  <inkml:trace contextRef="#ctx0" brushRef="#br0" timeOffset="27177.01">22136 2069 504 0,'0'0'122'0,"0"0"-113"0,0 0 12 0,0 0 11 0,0 0 3 16,0 0 50-16,0 104 7 15,0-48-27-15,0 4-40 16,0-7 11-16,0 11 17 15,0-4-35-15,0-7 0 16,0 2-17-16,0-10 9 16,0 10-5-16,0-10-10 15,-6-5 5-15,6-8-33 16,0-13 7-16,0-10-34 16,0-9-88-16,21 0-50 0,26-9 73 15,-16-27-222-15</inkml:trace>
  <inkml:trace contextRef="#ctx0" brushRef="#br0" timeOffset="27660.69">22511 2113 288 0,'0'0'255'0,"0"0"-187"0,0 0 4 0,0 0-6 16,0 0-33-16,0 0-4 0,-6 4 26 15,6 24 56-15,6 12-56 16,28 4 19-16,6 13-34 15,-9-1-16-15,3 8 7 16,-12 0-19-16,-3 0 3 16,-13-4-11-16,-6-4 14 15,0 1-18-15,0-13-2 16,0-8-37-16,0-13 6 16,-25-14-87-16,3-9-215 15</inkml:trace>
  <inkml:trace contextRef="#ctx0" brushRef="#br0" timeOffset="35653.42">21488 11674 251 0,'0'0'205'0,"0"0"-200"0,0 0-5 0,0 0 0 0,0 0-10 0,0 0-4 16,-13 0 14-16,1 0 40 15,12 0 41-15,-16 0 65 16,4 0-29-16,12 0-12 15,-6 0-44-15,6 0-22 0,0 12-27 16,-6 0-12-16,-10 0 7 16,16 0-4-16,0 1 14 15,-6 3 3-15,0-5 27 16,-7 14-30-16,13-10 6 16,-6 9-9-16,6 9-10 15,0-5 3-15,0 0-4 16,0 4 0-16,0 0 0 15,0 8-2-15,0 0 4 16,-9 4 3-16,9-8-6 16,0 5 3-16,0-5-3 15,0-5-1-15,0 10 2 16,0-1 4-16,0 0-9 16,0 0 12-16,0-8-13 0,0 8 6 15,0-4-3-15,0 0 0 16,0 0 0-16,0 0-2 15,9-3 8-15,-9 3-10 16,6 0 10-16,0 0-7 16,1 4 7-16,-1 0-6 15,-6 1 0-15,0 3-1 16,0 0-1-16,0-4 4 16,0 0-4-16,0 3 4 15,0 1-11-15,0-7 18 16,0-1-17-16,0-4 8 15,0 9 0-15,0-10 3 16,0 13-2-16,0-11-1 16,0 3 0-16,0 0-2 0,0 4 2 15,0 4-7-15,0-8 7 16,0-4-2-16,0-4 0 16,0 5 2-16,0-2 0 15,0-3 0-15,0 13-4 16,0-5 12-16,0-8-15 15,0 8 11-15,0-8-8 16,0 4-5-16,0-8 6 16,0 5-3-16,0-6 5 15,0 5-2-15,0 1 6 0,0 10-6 16,-6 2 11 0,-1 3-16-16,7-1 18 0,-6 1-11 15,6-11 1 1,-6-5 0-16,6-4-2 15,-9 8 5-15,9-3-9 0,-13-1 14 16,13-5-16-16,0 18 16 16,0-10-14-16,0 2 9 15,-6 11-5-15,6-4 2 16,-6-3 0-16,6-10-1 16,0-3 6-16,0-8-10 15,0 8 13-15,0 1-12 16,0-2 9-16,0 10-7 15,0-2 2-15,0 10 0 16,0-9 0-16,0 0 1 0,0-4-3 16,0-4 5-16,0 0-6 15,0 4 12-15,0 0-16 16,0 0 11-16,0 13-4 16,0-5 1-16,0 0-1 15,0-5 6-15,0 2-5 16,0-2-2-16,0-2 11 15,0-1-20-15,0 0 17 16,0 0-12-16,0 5 5 16,0 3 0-16,0 3 0 15,0-3 2-15,0 0-6 16,0-3 11-16,0-2-14 0,0-2 14 16,0 7-15-1,0-4 8-15,0 4-1 0,0 4-1 16,0 0 2-16,0-4-2 15,0 0 8-15,0-3-13 16,0-5 13-16,0 4-7 16,0-4 2-16,0 3-2 15,0 2 1-15,0 0 0 16,0 3 0-16,-6 0 1 16,6-5-6-16,-10 10 11 15,4-5-13-15,0 8 12 16,-6 0-12-16,5-4 6 15,7 0 0-15,0 5 1 0,-9-6 0 16,9-3-2 0,-6 0 5-16,0 0-5 0,0 0 7 15,-1 0-9-15,-5 8 10 16,3-3-9-16,9-1 7 16,-7 0-4-16,7-4 0 15,0 0 2-15,0 1-2 16,0-6 6-16,0 10-2 15,0-2 0-15,0 5 6 16,0-3-9-16,0-1 5 16,0 0-6-16,0-4 1 15,0 0-3-15,0 0 8 0,0-3-13 16,0 3 14 0,0 0-11-16,0-5 8 0,0 10-6 15,0-9 2-15,0 0 0 16,0-7 0-16,0-2 0 15,0-2-4-15,0-2 8 16,0 1-8-16,0 0 6 16,0 1-10-16,0 2 10 15,0-3-3-15,0 4 1 16,0-4-1-16,0 1 0 16,0-6 0-16,0 6-9 15,0 2 17-15,0-6-14 16,0 15 10-16,0-4-7 0,0 0 4 15,0 5 0 1,0-14 0-16,0-2 2 16,0-6-6-16,0-6 1 15,0-5 0-15,0 0-25 0,0 0-22 16,0-5-132-16,0-34-256 16</inkml:trace>
  <inkml:trace contextRef="#ctx0" brushRef="#br0" timeOffset="58584.24">21128 14240 106 0,'0'0'19'0,"0"0"43"0,0 0-11 0,0 0-50 0,0 0 18 16,0 0-3-16,0 0 4 0,0 0-18 15,0 0-2-15,0 0 8 16,0 8 36-16,0-8 53 15,0 0 13-15,0 0-15 16,0 0-55-16,0 0-11 16,0 0-21-16,0 0 2 15,0 0-4-15,0 0 23 16,0 0-2-16,0 0-16 16,0 0 27-16,0 0-8 15,0 0 5-15,0 0-30 16,0 0 14-16,0 0-16 15,0 0-2-15,0 0-1 16,0 0 0-16,0 0 31 16,0 0-2-16,0 0 28 15,0 0-36-15,0 0 7 16,0 0-26-16,0 0 3 0,0 0-5 16,0 0 3-16,0 0 2 15,0 0-3-15,0 0 26 16,0 0-25-16,0 0 17 15,0 0-13-15,0 0 17 16,0 0-15-16,0 0 1 16,0 0 4-16,0 0-10 15,0 0 2-15,0 0 2 0,0 0-5 16,0 0-1 0,0 0 6-16,0 0-6 0,0 0 4 15,0 0-5-15,0 0-1 16,0 0-1-16,0 0-16 15,25 0 15-15,21 0 4 16,4 0-2-16,15-8 8 16,3 5-5-16,-15-1-3 15,12 4-4-15,-25 0 1 16,1 0-14-16,-20 0 10 16,-8 0-29-16,-13 0 3 15,0 0-15-15,12 0-18 16,-2 0 24-16,2 0 21 15,-12 7-76-15,0 14-134 16</inkml:trace>
  <inkml:trace contextRef="#ctx0" brushRef="#br0" timeOffset="59583.85">19665 14253 61 0,'0'0'210'0,"0"0"-55"0,0 0-63 0,0 0 6 15,0 0 2-15,0 0 11 16,0 0-15-16,-10 0-58 16,10-5 6-16,0 5 6 15,0 0 11-15,0 0-47 16,0 0 18-16,0 0-31 15,0 0 5-15,0 0-2 16,0 0-4-16,10 0 5 16,21 0-5-16,3-11 5 15,6-6 1-15,6 9-7 16,-5-3 8-16,-7 11-12 16,-6 0 8-16,-10 0-6 15,1 0-11-15,3 0-14 0,-4-4-36 16,4-9 5-16,-10 2-60 15,4-2-187-15,-16 6-104 16</inkml:trace>
  <inkml:trace contextRef="#ctx0" brushRef="#br0" timeOffset="60298.25">20232 14618 148 0,'0'0'243'0,"0"0"-152"0,0 0-26 15,0 0-34-15,0 0-2 16,0 0 20-16,0 8 15 16,0-8-11-16,0 0-7 15,0 0 1-15,0 0 35 16,0-4-38-16,0-16-19 15,0-13 9-15,0-14-17 16,6-1-9-16,-6-12-3 0,19-17 13 16,-4-12-15-16,-2 6 3 15,-1 6-2-15,-12 10-1 16,16 22-3-16,-16 13-6 16,0 12 3-16,0 17 6 15,0 3-5-15,0 0 8 16,0 0-12-16,0 0-12 15,0 0 0-15,0 0-20 16,0 0 20-16,0 0-22 16,0 23 40-16,0 9-1 15,0 13-1-15,0-1-1 16,-16-5-8-16,10-6-33 16,6 6-75-16,-6-14 15 15,-1 7-71-15,1-17-209 0</inkml:trace>
  <inkml:trace contextRef="#ctx0" brushRef="#br0" timeOffset="61047.32">20551 13940 57 0,'0'0'42'0,"0"0"67"0,0 0 47 0,0 0-30 15,0 0-53-15,0 0-7 16,0-16-25-16,0 16 0 16,0 0 3-16,0 0-31 15,0 20 5-15,0 12 1 0,0 0 18 16,0 17-16 0,0-5 34-16,-12 3-33 0,-7 2 16 15,-2-9-10-15,21 0-14 16,0-12 3-16,0-4-13 15,0-3-8-15,0-18 4 16,0 5-11-16,0-8-9 16,0 0 10-16,28 0 4 15,6 0 6-15,3 0 3 16,-3 0-3-16,0-8 5 16,-15 5-1-16,9-6-8 15,-7 5-16-15,-15 4 1 16,1 0-6-16,17 0 19 15,-8 0-18-15,-4 0 4 16,10 4 13-16,-10 8 1 0,-5 0 4 16,-1-8-7-16,-6 8 8 15,0-4-7-15,0 8 8 16,0 4 1-16,0 5-1 16,0-1 4-16,0-1-1 15,0 2 19-15,0 6-14 16,0-2 25-16,0-1-31 15,-6 0 15-15,6 0-15 16,0-4 2-16,0-7-4 16,0-14 0-16,0-3 0 15,-7 0 4-15,7 0 15 16,0 0-15-16,0 0-8 16,0 0-2-16,0 0-77 15,0 0-72-15,0 0-44 0,0-16-141 16</inkml:trace>
  <inkml:trace contextRef="#ctx0" brushRef="#br0" timeOffset="65761.69">21522 14233 117 0,'0'0'68'0,"0"0"-66"0,0 0 3 0,0 0-5 15,0 0 25-15,0 0-3 16,0-85 27-16,0 74 37 16,0-2 7-16,0 1-22 0,0-4-39 15,0-7-26-15,0 2 1 16,0-2-1-16,0-5-1 15,0 3-9-15,0 6 8 16,0 2 5-16,0 1 16 16,0 0 33-16,0 4-5 15,0-16-33-15,0 4-18 16,0-4 1-16,0-8 0 16,0 8 3-16,0 3-12 15,0-2 15-15,0 2-13 16,0 1 6-16,0 0-2 15,6 4 1-15,0 0 1 16,0-3 12-16,-6-10-13 0,0 0 14 16,16-6-14-16,-16 6 6 15,6-6-5-15,0 3 3 16,1 3-4-16,-1 2 15 16,-6-2 8-16,6 5-3 15,3 4-6-15,-9-4-13 16,0-5 14-16,6 6-11 15,-6-9-3-15,7 4-2 16,-1-9 0-16,-6-3 0 16,22 0 3-16,-16 5-13 15,6 6 20-15,-6 2-14 16,1 1 11-16,-7 3 3 0,15 3-9 16,-15-5 14-16,12-2-15 15,-5-10 2-15,-1 13-4 16,9-8 4-1,-8 8 4-15,-1 4-6 0,-6-12 14 16,6 8-12-16,0-3 10 16,0-7-9-16,4-1 1 15,2-9-1-15,0-1-3 16,1 5 0-16,9 5 9 16,-10 6-21-16,3 2 24 15,-8-2-20-15,5-3 18 16,-6-5-11-16,16 2 1 15,-10-14 0-15,7 1-1 0,3 4-2 16,-4 1 0-16,4 3 2 16,-10 11-5-16,-5 1 12 15,-1 0-4-15,3 0 0 16,-9-4-4-16,6-1 0 16,1 6-10-16,-1-6 8 15,-6 5-13-15,0-8 16 16,21 8-7-16,-14-8 5 15,11 0 6-15,-12-1-1 16,16 2-2-16,-3-10-3 16,-13 10 2-16,3 2 2 15,10-3-2-15,-13 0 5 0,22 0-3 16,-16-3 1-16,10 2-1 16,-3-3 1-16,2-1-2 15,-2 1 0-15,0 8-2 16,-4 0-5-16,-2 5 14 15,-1-2-5-15,3 1-2 16,-8 0 2-16,5 0 3 16,0-4 1-16,10 0-6 15,-3-4 0-15,-4-1 0 16,4-3 4-16,-4 0-11 16,4 5 18-16,-7 2-20 15,-5 1 18-15,2 0-16 16,-3-4 11-16,13 4-4 15,2-9 0-15,-8 6 0 16,5 3-5-16,4-5 11 0,-10-3-16 16,4 13 17-16,-10-5-11 15,13-2 4-15,-13 10 0 16,0-3-3-16,3 10 3 16,-9-7 0-16,7 0 3 15,5-3-6-15,10-10 8 16,3-11-10-16,15-4 10 15,-6 0-11-15,0 7 11 16,-9 5-5-16,-3 8 4 16,-16 8-3-16,6 0-2 15,-6 0 8-15,16-8-17 16,-9 0 17-16,8 0-14 0,-2-8-1 16,9 0 8-1,6-5 0-15,-3-2-5 0,-3 7 2 16,-10 3 6-1,4 10-10-15,-10-2 14 0,10 5-9 16,-3-4 11-16,-7 0-17 16,4 4 12-16,-10 4-6 15,0 4 2-15,7-4 0 16,8-1 7-16,-8-6 4 16,8-5-17-16,4-8 16 15,9-13-20-15,7-3 7 16,11-5-4-16,1 6-1 15,3-1 4-15,-16 12 4 16,-9 12 0-16,-9 15-3 0,-16 1 11 16,0 0-17-16,0-7 17 15,1 2-16-15,14 1 1 16,-2-4-32-16,-4 3 4 16,-2-3 8-16,5 5 21 15,4-9 6-15,-3 7-10 16,9-6 24-16,0-10-21 15,3 2 8-15,9-6-2 16,-6 13-38-16,-6 0-18 16,6 12 32-16,-15 4 20 15,2 4 1-15,-8-5 8 0,-1 2 17 16,10-6 4-16,3-7-3 16,9-8-19-16,12 0-6 15,-5 5 1-15,5-2-11 16,-12 14 11-16,-15-2 0 15,2 9-4-15,-2 0 12 16,3 0-2-16,3-8 0 16,2-12-4-16,14 0 0 15,-7-4 0-15,12 0-3 16,-5 3 6-16,-16 10-10 16,9-1 14-16,-13 7-11 15,-2-2 10-15,3 2 3 16,2-3-8-16,-2 4 3 15,9-8-4-15,3-4 0 16,0 0-4-16,7-5 1 0,-7 10-6 16,-16-1 12-1,4 12-10-15,-9-9 14 0,5 14-7 16,10-17 2-16,6 4-2 16,0-1 0-16,-15-10 5 15,21 14-10-15,-27-2 13 16,21 2-11-16,-13-7 9 15,-2 8-6-15,9 1 0 16,-16-6 23-16,1 6 6 16,21-6-13-16,-6 1-2 15,3 0-10-15,-3-4-8 16,6 4 9-16,6-8-10 0,0 8 10 16,-9-4-9-1,-3 7 7-15,-6 6-3 0,3-2 0 16,-4 1 1-16,4 1-6 15,3-2 12-15,6-2-14 16,-9 2 14-16,9 1-14 16,-6 0 7-16,-9-3 0 15,9 2 0-15,-4 1 0 16,-2 4-1-16,12-4 8 16,7 0-18-16,-10 0 23 15,-4 4-24-15,8-4 12 16,-11 4-2-16,10 8 0 15,-21-5 1-15,21 5-9 16,-12 0 10-16,-4 0 6 16,10 0-5-16,6-7 7 15,-3 7-7-15,10-12 11 0,5 12-9 16,-12 0-1-16,-6 0-2 16,6 0-12-16,-9 0 11 15,9 0 2 1,0 0 9-16,-9 0-10 0,9 0 18 15,-12 0-16-15,9 0 5 16,9 0-6-16,-6 0 4 16,-6 0-4-16,-3 0 6 15,-3 8 20-15,18-4-18 0,-6 3 14 16,3-2-22-16,-3 3 6 16,-6 0-3-16,6-4-1 15,-15 7-3-15,9-2 0 16,6-9-3-16,-9 12 11 15,-3-3-8-15,2-6 7 16,11 5-7-16,-1 4 8 16,0-4-7-16,6 5-1 15,-15-2-4-15,3 6-2 16,-10-6 4-16,23 1-1 16,-13-4 6-16,-4 5 8 15,10-5-7-15,-6 7 0 16,13-2-3-16,-1 3-2 15,-9 4-3-15,19 3 4 16,-13 6 15-16,-3-6-14 16,0 2 28-16,6-5-8 15,1-1-4-15,5 2-16 0,1-9 9 16,5 12-9-16,4-4 3 16,-3 0 0-16,-7 8 2 15,7-7-10-15,-13 2 8 16,7-2-8-16,-13-6 13 15,13 6-14-15,-7-1 10 16,0 0-5-16,7 4 0 16,-7-4 2-16,0 12-5 15,-6 0 11-15,-3-4-3 16,10 4-2-16,-1-7-1 0,7 6 7 16,-7 2-18-1,0 3 9-15,0 0 0 0,1-4 0 16,-13 8-1-16,12-8-5 15,-9 4 12-15,-3-8-13 16,6-3 17-16,-6 3-16 16,-3-5 11-16,3 1-6 15,12 9 1-15,-9-2 0 16,-3 2-2-16,0 6 4 16,-10-3-4-16,16 0 14 15,-6 5-25-15,-3-5 19 16,9-3-11-16,-6 3 5 15,3-5 0-15,3 5-2 16,0-3 6-16,1 6-8 16,-11-3 8-16,10-3-1 0,1 6-2 15,-1-6 3-15,-3 8-3 16,-3-5-2-16,6-5-2 16,-10 10 3-16,4-10-2 15,-6-3 10-15,3 5-15 16,9-6 16-16,-6 1-17 15,-3 5 16-15,3-2-12 16,-4 2 4-16,4-1-1 16,0 8 0-16,13-4 2 15,-1 5-5-15,-9-5 0 16,9 0-3-16,-12-8 7 0,0 0-3 16,3 4 10-16,-9-4-6 15,3 0-1-15,2 8 0 16,1-3-7-16,-3 3 10 15,3 3-8-15,0 2 10 16,-3-5-7-16,-4 0 8 16,-2 0-8-16,3 0 4 15,-10 8-2-15,7-4 0 16,9 4 1-16,0 0-4 16,-10-3 6-16,10-2-6 15,-9-3 9-15,-7-3-10 16,22-5 9-16,-12 0-5 0,-3 0 5 15,2 4-4 1,4 8-1-16,3 1 5 16,-3-2-9-16,9 5 11 15,-6-11-11-15,0-2 9 0,-4-6-9 16,-2-1 5-16,-3 4-1 16,2-4 0-16,-2 4 2 15,-7 0-7-15,10 0 12 16,-9-4-12-16,8 8 14 15,-2-8-15-15,9 1 10 16,-16 6-8-16,16-3 4 16,-9 1 0-16,-7 7-2 15,10-8 6-15,-10 12-7 16,-6-4 9-16,10 0-7 0,-10 0 9 16,7-8-9-1,-7 1 1-15,9-6 0 0,-9 1-1 16,1 1 2-1,-7-2-7-15,18 6 15 0,-2-1-10 16,2 3 7-16,-5-3-10 16,-4 1 4-16,3-5 0 15,-5 8-2-15,-1-7 2 16,0-2-2-16,0-7 5 16,4 4-6-16,-4-7 10 15,-6-2-12-15,6-7 11 16,-6 4-8-16,0-8 2 15,6 5-5-15,-6-2 4 16,0 5-5-16,0 12 3 16,0-7 4-16,0-5-10 0,0-8 2 15,0 0-47-15,0 0-249 16</inkml:trace>
  <inkml:trace contextRef="#ctx0" brushRef="#br0" timeOffset="66727.36">30954 11029 192 0,'0'0'316'0,"0"0"-254"0,0 0-62 0,0 0-87 0,0 0-61 16,0 0 84-16,0 0 64 0,0-33 39 16,0 33 147-16,0 0-27 15,0 0-56-15,0-3-60 16,0 3-23-16,0-5-11 15,0 5-4-15,0 0 1 16,0 0-2-16,0 0-3 16,0 0 1-16,0 0 38 15,0 0 48-15,0 0-9 16,0 0-16-16,0 0-34 16,0 0-3-16,0 0-25 15,0 0 3-15,6-8-2 16,19-4-2-16,9 1 4 15,0 3-4-15,7-1 10 0,5 1-10 16,1 8 14 0,-7 0-10-16,6 0 9 0,-5 0-11 15,5 0 14-15,1 0-15 16,6 0 7-16,-4 0-7 16,-2 0 2-16,12 0-6 15,9 8 5-15,-3 1-9 16,9-1 8-16,-15-1-7 15,9 5 12-15,-2-3-7 16,-4-1 1-16,3-8 0 16,-3 3 0-16,-3-3 4 15,3 0-8-15,-3 0 8 16,-1 0-7-16,4 0 12 16,-9 8-18-16,6-8 12 0,-3 0-6 15,-10 0-4-15,1 0-6 16,-13 0-9-16,-3 0-24 15,-9 0 19-15,-10 0-50 16,-6 0 26-16,4 0-134 16,-10-8-140-16</inkml:trace>
  <inkml:trace contextRef="#ctx0" brushRef="#br0" timeOffset="68524.84">31742 10511 206 0,'0'0'92'0,"0"0"-14"0,0 0-67 0,0 0-7 0,0 0 18 16,0 0 17-16,0 0 13 15,0 0 9-15,0 0-15 0,0 0-10 16,0 0 17-16,0 0 5 16,0 0-6-16,0 0-14 15,0 0 22-15,0 0-28 16,-7 0-1-16,7 0-24 16,-12 0-5-16,12 12 5 15,0-4-7-15,0-4 26 16,0 12-20-16,0 0 23 15,0 4 5-15,0 1 3 16,0-1-25-16,0-1-3 16,12-2 0-16,1 14-7 15,9-7 1-15,-4 1 2 16,4-2-4-16,-4 6 7 16,4-9-7-16,-3 0 1 0,-7-1 5 15,4 2-7-15,-10-1 1 16,6 8 9-16,1 0-9 15,2 8 18-15,-9-3-16 16,-6 3 7-16,0-8-5 16,0 4-7-16,7-9 4 15,-7 5-2-15,6 1 0 16,-6-1 1-16,0 8-4 16,0-4 11-16,0 0-14 15,0 1 16-15,0-2-17 16,0-3 12-16,0-3-8 15,12-1 3-15,-2-1 0 16,-4 2 0-16,-6-1 2 0,0 7-6 16,0 5 11-1,0 5-7-15,0 3 2 0,0-12 9 16,0 8-11-16,0-15 0 16,6 6-1-16,6 2 4 15,-5-5-4-15,2 0 7 16,3 4 3-16,1 4-3 15,2 4-9-15,-9 4 10 16,1-3-8-16,-7-2 1 16,6-3 0-16,0-3-3 15,0 6 7-15,-6 2-4 16,22 3 0-16,-16-4 10 0,6 0-8 16,10 0 2-16,-9-4-4 15,21 5 0-15,-10-5-1 16,4 3-14-16,-9-3 8 15,3 5 14-15,-4-5-1 16,4 4-2-16,6 4-5 16,-3-8 8-16,-4 5-10 15,-2-10 3-15,3 5 0 16,-10 0-1-16,7-3 1 16,2 7-6-16,-8 8 12 15,-1-9-7-15,4 14 8 16,-16-4-12-16,0 2 5 15,12 1-1-15,1 0 0 0,2-7-5 16,-3-5 5 0,1-4-3-16,-7-4-4 0,10 4 16 15,-10 4-11-15,6 5 7 16,-12-1-5-16,22 4 1 16,-16-8-1-16,6 8-1 15,1-9 2-15,2-6-7 16,-2 11 14-16,8-8-9 15,-8 4 9-15,5 9-13 16,4-5 9-16,-9 16-6 16,8-4 2-16,-2-4 1 15,-7 8 0-15,10-11 9 16,3 3-9-16,-3-4 6 16,5-1-12-16,-14-3 13 0,5 1-5 15,4 3-1-15,-9-8 1 16,-1-4-2-16,3 5 0 15,-8 3-3-15,-1-5 11 16,6 2-18-16,4 3 20 16,2-1-15-16,4 1 6 15,3 5-1-15,-3-9 6 16,-10-4-5-16,7 5-1 16,2 3 3-16,-2-5 5 15,-4 5-3-15,4 1 2 16,-7-1 1-16,4 8-8 15,-4-8 0-15,-5-4 0 16,-7-8 0-16,21 4 7 0,-8-8-16 16,-1 5 18-16,-6-5-16 15,10 8 15 1,-10-4-14-16,-6 8 7 0,12-4-1 16,4-3 0-16,-4-2 0 15,1-3-4-15,-7-7 10 16,16-1-8-16,-10-4 10 15,-12-4-14-15,6-1 12 16,0 2-12-16,4-5-1 16,-4 0-14-16,0-8 12 15,-6 7-7-15,6-7-16 16,-6 0-72-16,0-20-246 0</inkml:trace>
  <inkml:trace contextRef="#ctx0" brushRef="#br0" timeOffset="127907.62">26734 5859 416 0,'0'0'156'0,"0"0"-78"15,0 0-34-15,0 0-28 0,0 0-10 16,0 0-2-16,0 0-2 15,0 0 1-15,0 0 33 16,0 0 29-16,0 0 16 16,0 0-52-16,0 0 7 15,0 0-14-15,0 0-10 16,0 0 12-16,0 0-22 16,0 0 18-16,0 0-20 0,0 0 4 15,0 0 0-15,0 0 2 16,0 0 10-16,0 0-5 15,0 0 4-15,0 0-15 16,0 0-1-16,0 0-10 16,0 0 10-16,0 0 2 15,0 0 0-15,-6 0 4 16,-7 0-5-16,7 0 5 16,-9 0-10-16,2 0 4 15,1 0-15-15,0-5 2 16,-4 5-13-16,10-8 26 15,0 8 2-15,-1 0 26 0,1-3-15 16,-3-5 4-16,-3 8-16 16,-1-8-16-16,13 4-24 15,-12 4-27-15,2 0 42 16,-8 0-8-16,5 0-10 16,-14 0 16-16,-14 0-239 15</inkml:trace>
  <inkml:trace contextRef="#ctx0" brushRef="#br0" timeOffset="128423.64">25578 5907 123 0,'0'0'331'15,"0"0"-243"-15,0 0 39 0,0 0-7 0,0 0-4 0,0 0-2 16,-25 0-78-16,19 0-18 16,-10 4-18-16,4-4-1 15,-7 0-1-15,-9 0-4 0,16 7-14 16,-10-7 5 0,10 0-8-16,-16 0-25 15,15 0-43-15,-21 0-109 16,9 0-250-16</inkml:trace>
  <inkml:trace contextRef="#ctx0" brushRef="#br0" timeOffset="128840">24449 5963 152 0,'0'0'252'0,"0"0"-133"0,0 0 26 0,0 0-35 0,0 0-52 16,0 0-33-16,-75 0 10 16,75 0-18-16,-12 0 21 15,6 0-7-15,-16 0-11 0,4 0-20 16,5 0-9-16,-9 0-52 15,10 0-98-15,-10 0-205 16</inkml:trace>
  <inkml:trace contextRef="#ctx0" brushRef="#br0" timeOffset="129224.58">23627 5971 563 0,'0'0'194'0,"0"0"-161"15,0 0 21-15,0 0 5 0,0 0-54 16,0 0-4 0,-80 4 0-16,61-4 11 15,-9 0-12-15,0 0 15 16,10 0 36-16,-23 0-35 0,13 0-16 15,-3 0-6-15,-3 0-69 16,0 0-138-16,0 0-265 16</inkml:trace>
  <inkml:trace contextRef="#ctx0" brushRef="#br0" timeOffset="129589.89">22396 6064 180 0,'0'0'459'0,"0"0"-441"16,0 0 33-16,0 0 9 15,0 0-42-15,0 0-11 16,-99 0-3-16,80 0-4 0,-2 0 3 16,2 0 16-16,-9 0-11 15,-6 0-3-15,9 0-5 16,10 0-39-16,-4-5-33 15,-3 2-79-15,-2 3-119 16</inkml:trace>
  <inkml:trace contextRef="#ctx0" brushRef="#br0" timeOffset="129973.38">21556 5995 204 0,'0'0'124'0,"0"0"38"15,0 0-72-15,0 0-21 16,0 0-25-16,0 0 6 15,-133-32-15-15,105 32-4 16,0 0-9-16,3 0 70 16,-3 0-21-16,-12-9-14 15,-1 9-28-15,1-3-12 16,0-5-17-16,0 8-4 16,15 0-10-16,-3 0 11 0,9 0 3 15,-9 0 0 1,10-4 0-16,-10 4-37 0,-6-8-36 15,9 8-94-15,-9 0 61 16,12 0-402-16</inkml:trace>
  <inkml:trace contextRef="#ctx0" brushRef="#br0" timeOffset="131540.71">27075 5766 228 0,'0'0'304'0,"0"0"-243"0,0 0 18 0,0 0-13 16,0 0-53-16,0 0 3 15,16-31 26-15,-16 26 25 16,0 5 1-16,12 0-1 16,-12 0-5-16,0 0-28 0,6 0-16 15,0 0-16-15,1 0 13 16,21 0-14-16,-1 0 10 15,4 0-4-15,10 0-2 16,-7 0-5-16,12 0 4 16,-5 0-8-16,-7 0-7 15,0 0 6-15,6 0-38 16,-9 0-29-16,3 0-87 16,0 0-33-16,-6-12-231 15</inkml:trace>
  <inkml:trace contextRef="#ctx0" brushRef="#br0" timeOffset="131924.43">28191 5807 448 0,'0'0'156'0,"0"0"-57"0,0 0-3 0,0 0-36 0,0 0 3 0,0 0-19 16,155 0-33-16,-120 3-2 15,-11-3-4-15,17 0-6 16,-1 0 1-16,0 0-6 16,1 0-17-16,11 0-32 15,-11 0-63-15,5 0-59 16,-6 0-203-16</inkml:trace>
  <inkml:trace contextRef="#ctx0" brushRef="#br0" timeOffset="132322.41">29568 5782 604 0,'0'0'81'0,"0"0"15"0,0 0 0 15,0 0-46-15,0 0-17 16,0 0-14-16,168 20-15 16,-141-20 5-16,-8 0-8 15,3 0 32-15,-4 0-30 16,-2 0 8-16,9 0-11 16,3 0-8-16,6 0-23 15,6 0-63-15,-9 5-52 16,9-5-37-16,-6 0-29 15</inkml:trace>
  <inkml:trace contextRef="#ctx0" brushRef="#br0" timeOffset="132624.38">30706 5802 251 0,'0'0'102'15,"0"0"20"-15,0 0-7 16,0 0 2-16,0 0-7 0,0 0 19 16,192 0-38-1,-164 0 5-15,6 0-51 0,7 0-26 16,-1 0-7-16,0 0-10 15,-9 0-4-15,10 0-19 16,5-11-38-16,-6-1-98 16,1 7-166-16,-20 5-216 15</inkml:trace>
  <inkml:trace contextRef="#ctx0" brushRef="#br0" timeOffset="132837.14">31928 5771 376 0,'0'0'255'0,"0"0"-172"16,0 0 22-16,0 0-57 15,0 0-19-15,0 0-29 16,229-33-73-16,-216 33-56 15,14 0-33-15,-20 0-298 16</inkml:trace>
  <inkml:trace contextRef="#ctx0" brushRef="#br0" timeOffset="143261.18">26849 6123 422 0,'0'0'143'0,"0"0"-54"0,0 0 15 0,0 0-37 15,0 0-4-15,0 0 3 16,0 0-28-16,0 13 22 16,0-5-3-16,-6 0-17 15,-16 4-29-15,16 8-4 16,-7-1-3-16,1-2-4 0,-4 7 2 15,16-4 6 1,-12 0-15-16,0 7 18 0,12-6-22 16,-7 7 1-16,-2-11-13 15,3 10-86-15,-7 1-83 16,7-8-75-16</inkml:trace>
  <inkml:trace contextRef="#ctx0" brushRef="#br0" timeOffset="143594.7">26582 6961 471 0,'0'0'70'0,"0"0"13"16,0 0 9-16,0 0-77 15,0 0 31-15,0 0-12 0,0 97-10 16,0-77-24-1,13-4-20-15,-13 0-29 16,0 4-49-16,0 0-81 16</inkml:trace>
  <inkml:trace contextRef="#ctx0" brushRef="#br0" timeOffset="143894.78">26657 7720 515 0,'0'0'0'15,"0"0"-4"-15,0 0 4 16,0 0-148-16,0 0-97 16</inkml:trace>
  <inkml:trace contextRef="#ctx0" brushRef="#br0" timeOffset="144228.34">26607 8666 274 0,'0'0'277'16,"0"0"-243"-16,0 0 1 15,0 0-5-15,0 0-25 16,0 0-5-16,0 201-3 15,0-165-7-15,0-4 1 16,0 0-33-16,0 0-80 16,0-8-259-16</inkml:trace>
  <inkml:trace contextRef="#ctx0" brushRef="#br0" timeOffset="144494.29">26616 9400 735 0,'0'0'189'0,"0"0"-85"16,0 0 16-16,0 0-83 15,0 0-36-15,0 0 4 16,-9 65-2-16,9-45-6 15,-12 3-5-15,12 1 5 16,0 4-21-16,0 0-49 16,0-4-34-16,0 4-146 15,0-3-240-15</inkml:trace>
  <inkml:trace contextRef="#ctx0" brushRef="#br0" timeOffset="144828.96">26570 10254 690 0,'0'0'121'0,"0"0"-78"16,0 0 54-16,0 0-84 15,0 0-13-15,0 0-8 16,-34 161-7-16,34-137-19 16,0-4 27-16,0 8 7 15,0-4-6-15,-7 0-22 16,-2-8-64-16,-3 8-123 15,-1 1-319-15</inkml:trace>
  <inkml:trace contextRef="#ctx0" brushRef="#br0" timeOffset="145909.34">26495 10864 551 0,'0'0'113'0,"0"0"-38"0,0 0-1 0,0 0-45 15,0 0-29-15,0 0-16 0,-21-36 8 16,21 27 8-16,0 1 0 16,0 5 0-16,0 3 15 15,0 0-5-15,0 0 25 16,0 0 5-16,0 0 1 16,0 0-16-16,0 0-2 15,0 0 1-15,0 0-11 16,0-4-13-16,0 4 4 15,0-4-8-15,0 0-1 16,0 4 5-16,0-4 0 16,15-5 1-16,-15 9-2 15,0-3 4-15,0-2-3 16,0-3 11-16,0 8 7 0,0-3-11 16,0-6-6-16,0-2-1 15,0-5-5-15,0 4 4 16,0-1 2-16,0 2 14 15,0-9-12-15,0-13-3 16,0 9-21-16,0-4 21 16,6 5 0-16,1 10 6 15,-1 5-6-15,-6 0 0 16,0 8 17-16,0 0-2 16,0 0-15-16,0 0 13 15,0 0-19-15,0 0 12 16,0 0 2-16,0 29 2 15,0 7-6-15,0 3-3 0,0 2 3 16,0 15-8 0,0 0-4-16,-19-1 7 0,-9 6-36 15,16-12-5-15,-4-2-27 16,10-19-88-16,6-3-57 16,0-22-317-16</inkml:trace>
  <inkml:trace contextRef="#ctx0" brushRef="#br0" timeOffset="146626.18">26046 11971 437 0,'0'0'132'0,"0"0"-108"0,0 0 19 0,0 0 15 0,0 0 22 0,0 0 15 15,0 0 17-15,15-4-21 16,26-20-10-16,-1-4-38 16,6-8-3-16,7-5-22 15,0 1 0-15,-7 0-18 0,1 4 8 16,-13 4-8-1,-6 8-17-15,-16 8 6 0,1 1-15 16,8 2-2 0,-8-4-32-16,-1-6-32 0,4 2-101 15,-16 6-15 1,0 2-222-16</inkml:trace>
  <inkml:trace contextRef="#ctx0" brushRef="#br0" timeOffset="147026.17">26148 11430 250 0,'0'0'117'16,"0"0"18"-16,0 0 4 16,0 0-4-16,0 0 38 15,0 0-91-15,214 175 21 16,-174-130-59-16,7-5-26 0,-22 0-7 15,9 1-7 1,-6-10 0-16,6 5 0 0,-22-7-8 16,13 2 0-16,-3-3-12 15,-10-7-47-15,16 3-41 16,-3-8-30-16,-10 0-49 16,-9-12-98-16</inkml:trace>
  <inkml:trace contextRef="#ctx0" brushRef="#br0" timeOffset="147574.25">26821 11979 258 0,'0'0'131'0,"0"0"10"0,0 0-23 0,0 0-43 15,0 0 2-15,0 0 17 0,0 36-26 16,0-16-24-16,0 12-24 16,22 1 27-16,-16-2-17 15,15 5 2-15,-8-3-27 16,-1-5 3-16,1-9-8 16,8 1 0-16,-8-4-1 15,-7-3 5-15,3-1-10 16,-9-9 14-16,13-3-13 15,-13 0 5-15,6 0 0 16,6 0-26-16,10-7 10 16,18-30 16-16,1-11 0 15,11-4 1-15,-5 0 6 0,-7 4-12 16,0 0 15-16,-5 16-20 16,-11-1 8-16,4 18-13 15,-21 2-14-15,-7 10-10 16,0 3-20-16,0 0-87 15,0 0-346-15</inkml:trace>
  <inkml:trace contextRef="#ctx0" brushRef="#br0" timeOffset="-186619.68">19150 5470 230 0,'0'0'34'0,"0"0"-32"0,0 0 71 0,0 0-13 0,0 0-17 0,0 0 25 16,0 0 20-16,0 0 4 15,6-12-6-15,-6 7-37 16,0 2-18-16,0-5 3 16,0 4-15-16,0 4 23 15,0 0-15-15,0 0 22 16,0 0 2-16,0 0-13 0,0 0-10 16,0 0-13-1,0 0-1-15,0 0-7 0,0 0 19 16,0 0-25-16,0 0 9 15,0 0-10-15,0 0-1 16,0 7-10-16,0 22 11 16,0 7 9-16,0 8-8 15,0 4 17-15,0 8-18 16,0 1 21-16,0 2-14 16,0 2-1-16,0 3-6 15,0 0 15-15,0-20-12 16,0-4-2-16,0-15 0 0,0-13-1 15,0-9-3 1,0-3-17-16,0 0-9 0,0 0-31 16,0 0-22-1,0 0-105-15,0 0-92 0,0-3-194 16</inkml:trace>
  <inkml:trace contextRef="#ctx0" brushRef="#br0" timeOffset="-186002.7">18787 6565 244 0,'0'0'200'0,"0"0"-143"0,0 0 59 0,0 0-13 0,0 0-46 0,0 0-10 16,0 12 44-16,0-12-15 15,16 0 13-15,-4-28-34 16,22 3 12-16,6-6-41 15,7-2 1-15,6-19 4 16,5-4-17-16,17-12 3 16,-1-8-15-16,7-1 4 15,-4 2 5-15,4-10-2 16,-13 5-9-16,13 4-1 16,-22 12-4-16,-6 4 5 15,-13-1-1-15,0 9-15 0,-6 8 14 16,-6 4-20-16,-15 16 3 15,-1 15-15-15,-6 9 1 16,-6 0-38-16,0 0-1 16,0 0-41-16,0 13-124 15,0 11-277-15</inkml:trace>
  <inkml:trace contextRef="#ctx0" brushRef="#br0" timeOffset="-185337.92">19308 6288 461 0,'0'0'33'0,"0"0"-16"0,0 0 36 0,0 0-28 0,0 0 2 15,0 0 13-15,0 8 0 16,0-4-15-16,0 0 19 16,0 3 18-16,9 6 10 15,10 4-43-15,9 6-4 16,3 5 0-16,-3 4-20 15,-7 4 4-15,10-3-7 16,-9 11 6-16,-16-4-5 0,13-8 4 16,-4-1-4-16,-8-3 8 15,5-11-10-15,-12-5 3 16,0-8-4-16,12-4 0 16,-12 0 9-16,0 0-8 15,16 0-1-15,-4-20 22 16,1-21-14-16,21-11-2 15,-12 1 1-15,24-6 6 16,-6-2-10-16,-9 2 4 16,3 4-2-16,-12 22-10 15,-9 7-26-15,-7 12-6 16,-6 7-16-16,0 5-18 16,0 0-183-16</inkml:trace>
  <inkml:trace contextRef="#ctx0" brushRef="#br0" timeOffset="-179256.69">25063 13767 712 0,'0'0'53'0,"0"0"-33"0,0 0 46 0,0 0 5 15,0 0-34-15,0 0 26 16,0 0-27-16,208-208 10 16,-140 147-21-16,-9 10 16 15,15-14-30-15,7-7 3 0,-7 0-11 16,-3 0 2-1,-9 8-10-15,-9 16-2 0,-19 8-9 16,-3 15-45-16,-9 10-57 16,-16-1-136-16,16-5-217 15</inkml:trace>
  <inkml:trace contextRef="#ctx0" brushRef="#br0" timeOffset="-178626.02">25705 12814 308 0,'0'0'216'0,"0"0"-144"0,0 0 9 0,0 0 10 15,0 0-36-15,0 0 59 16,9 19-29-16,37-15-13 15,1-4-35-15,-1 0-6 16,29 0-4-16,-16-20-18 16,9-8-5-16,-3 4 1 0,-12 4-10 15,-13 12-7-15,0 8 8 16,-27 0-12-16,2 28 16 16,-8 21 8-16,-7 2-4 15,0 9 6-15,0-11-5 16,0 10 7-16,-22-2-11 15,3-6 6-15,-9-2-4 16,22-13-6-16,6-16-7 16,0-20-109-16,0 0-216 15</inkml:trace>
  <inkml:trace contextRef="#ctx0" brushRef="#br0" timeOffset="-175762.53">1609 10519 561 0,'0'0'50'0,"0"0"-37"16,0 0 96-16,0 0-36 0,0 0-17 0,0 0 9 0,-28 4-31 16,28 1-14-1,0 2-17-15,0 9 17 0,0 0-5 16,10-8 12 0,14 4-6-16,23-12 0 0,9 0 13 15,31 0-14-15,24-36 18 16,4-20-8-16,-10-4 1 15,-43-8-31-15,-21-9 2 16,-23-3-2-16,-12 0-10 16,-6 24 10-16,0 15 5 15,0 22-5-15,-18 7 3 16,-35 12-3-16,-34 0-3 16,-9 36 0-16,-15 16-8 15,8 8 7-15,32-3-2 16,24-10 5-16,47 1 1 0,0-15 0 15,0-9-6-15,19-9 13 16,62-10-13-16,18-5 12 16,-12 0-5-16,15 0-1 15,-43 0 7-15,-6 0-7 16,-13 0-2-16,-6 3 2 16,0 22-14-16,-15 3 14 15,9 8 0-15,-16 0 8 16,22 4 0-16,-6-12-16 15,3-3-19-15,3-10-46 16,-12-2-42-16,-10-13-94 0,-12 0-249 16</inkml:trace>
  <inkml:trace contextRef="#ctx0" brushRef="#br0" timeOffset="-175279.22">2412 9945 371 0,'0'0'201'0,"0"0"-131"0,0 0 116 0,0 0-63 0,388 49-32 0,-301-1-15 16,-22 7-15-16,-25 14-36 16,-6 8 9-16,-34 11-9 15,0 12-10-15,0 4-15 16,-18 0-24-16,-38 1-3 15,3-17-54-15,0-24-95 16,7-28-349-16</inkml:trace>
  <inkml:trace contextRef="#ctx0" brushRef="#br0" timeOffset="-174530.63">3755 10636 721 0,'0'0'98'0,"0"0"-34"0,0 0 35 0,0 0-69 0,0 0 32 15,0 0-3 1,161-174-22-16,-96 119-19 0,-9 2 6 16,3-2-1-16,-6 2-16 15,-13-3 6-15,0 16-12 16,-6-4-2-16,-9 16-5 16,-9 11-3-16,-16 6-15 15,0 11-27-15,0 0-55 16,0 0-17-16,0 0-22 15,0 0-92-15,0 0-121 16</inkml:trace>
  <inkml:trace contextRef="#ctx0" brushRef="#br0" timeOffset="-174197.26">3888 10022 364 0,'0'0'200'15,"0"0"-179"-15,0 0 62 16,0 0-16-16,0 0 20 15,0 0 25-15,115 92-38 0,-62-52-26 16,6 5-1 0,-4 2-4-16,-8 6-36 15,-13-6 8-15,-9-3-11 0,3 1-8 16,-16-1 1-16,1-12-6 16,2 0-23-16,-9-11-50 15,-6-14-83-15,0-7-143 16</inkml:trace>
  <inkml:trace contextRef="#ctx0" brushRef="#br0" timeOffset="-173596.49">4552 10519 37 0,'0'0'202'0,"0"0"-152"0,0 0 33 0,0 0-45 0,0 0-10 16,0 209 62-16,0-177 24 15,0-9-31-15,0-2-23 16,0-9-10-16,0-9 9 16,6 2 0-16,-6-5-37 15,12 0 6-15,7-8-18 16,9-41-9-16,6-2 34 0,6-14-12 15,-6 1-23-15,-3 12-2 16,10 0-22-16,-13 16-15 16,0 12 16-16,-10 16-27 15,-5 4-26-15,-13 4-14 16,0 0-75-16,0 0-138 16</inkml:trace>
  <inkml:trace contextRef="#ctx0" brushRef="#br0" timeOffset="-172997.69">5432 10587 467 0,'0'0'383'0,"0"0"-294"0,0 0 10 0,0 0-36 16,0 0-37-16,0 0-22 16,115-4 24-16,-68 4-22 15,-1 0-2-15,1 0-4 16,-7 0 3-16,6 0-7 15,-11 0 1-15,-11 0-10 16,4 0-58-16,-22 0-8 16,-6 0-102-16,0 0 8 15,0 0-203-15</inkml:trace>
  <inkml:trace contextRef="#ctx0" brushRef="#br0" timeOffset="-172845.25">5432 10587 497 0</inkml:trace>
  <inkml:trace contextRef="#ctx0" brushRef="#br0" timeOffset="-172713.7">5432 10587 497 0,'-12'-192'242'0,"12"192"-228"15,0 0 9-15,19 0 224 16,21 0-147-16,-6 0-51 16,0 0-19-16,6 0-24 0,1 0-3 15,-10 0-3-15,9-5-41 16,-12 5-92-16,-9-8-146 16</inkml:trace>
  <inkml:trace contextRef="#ctx0" brushRef="#br0" timeOffset="-172031.85">6270 10138 119 0,'0'0'560'0,"0"0"-498"0,0 0 18 0,0 0 36 0,0 0-74 16,0 0-3-16,0 4-2 15,0 0 39-15,24 0-36 16,17 0-1-16,5-4 3 16,7 0-25-16,3 8-6 15,-4 1-9-15,7-2-4 16,3 1-21-16,-3-4-6 15,-12-4-38-15,-7 0-65 0,-18 0-171 16</inkml:trace>
  <inkml:trace contextRef="#ctx0" brushRef="#br0" timeOffset="-171099.5">7953 9172 240 0,'0'0'551'0,"0"0"-438"0,0 0 1 0,0 0-35 0,0 0-35 16,0 0-33-16,-21 0 1 15,21 23-4-15,0 10-1 16,0 11 15-16,0 8-8 16,0 4 14-16,0 8-28 0,0 8 7 15,0-7-3 1,0 3-7-16,0-13 6 0,0 2-2 15,0-9-1-15,-13-7 2 16,1-10-4-16,6-3 9 16,-16-12-14-16,22-8 1 15,0-8 6-15,0 0-17 16,0 0 11-16,0-3-7 16,0-30 13-16,28-11 7 15,-3 8-5-15,2 0 15 16,-8 12-15-16,-3 9 1 15,-4-2 1-15,10 4-8 0,2-2 2 16,4-1-4 0,6 11 4-16,4 2-5 0,-4 3 4 15,0 0-9-15,6 0 7 16,-6 8 4-16,7 15-2 16,-29 10-11-16,22-5 9 15,-34 4-6-15,0 4 10 16,0 4 1-16,-15 9 1 15,-38-2 29-15,-6-2-6 16,-15-1 17-16,-7-12-18 16,16 0-5-16,9-12-18 15,25-12-13-15,22-8-26 16,3 0-57-16,6 0-118 0,0-8-221 16</inkml:trace>
  <inkml:trace contextRef="#ctx0" brushRef="#br0" timeOffset="-170449.4">6983 10479 383 0,'0'0'401'0,"0"0"-371"0,0 0 57 16,0 0-34-16,0 0-41 15,0 0 18-15,142 0 72 16,-49 0-54-16,19 0-6 0,9 0-21 16,0 0-14-16,6 0-3 15,-22 8 5-15,-2 0-18 16,2 0-8-16,-12-4-7 16,-6-4-67-16,-13 0-79 15</inkml:trace>
  <inkml:trace contextRef="#ctx0" brushRef="#br0" timeOffset="-169618.58">7404 10993 211 0,'0'0'106'0,"0"0"-36"0,0 0 104 0,0 0-58 0,0 0-36 16,0 0 11-16,-46 3 15 0,46-3-25 15,0 0 11 1,0 0-32-16,0 0-19 0,0 0-27 16,0 0 12-16,6-3-22 15,28-5 4-15,19-5-7 16,-19-2 2-16,6 7-3 16,13 8 0-16,-19 0-3 15,0 0-13-15,-3 3 13 16,-21 30-15-16,-10 11 6 15,0 12-23-15,-10 7 9 0,-61 10 0 16,-38 7 15 0,4-3 8-16,-4-13 3 0,16-12 17 15,53-21-11-15,15-14 11 16,16-9-12-16,9-8 0 16,0 0-5-16,16 0-1 15,42 0 1-15,29 0 4 16,6-4 14-16,16-9-17 15,-16 5 10-15,-13 5-5 16,-21 3-3-16,-12 0-3 16,-7 0-4-16,-18 0-57 15,-3 0-43-15,2 0-257 16</inkml:trace>
  <inkml:trace contextRef="#ctx0" brushRef="#br0" timeOffset="-169047.96">8059 11517 269 0,'0'0'329'0,"0"0"-303"0,0 0 88 0,0 0-38 16,0 0-37-16,0 0-7 16,15 29 27-16,16-37 8 15,-3-25 9-15,-9 9-15 16,9-15-31-16,-16-6-7 15,4-2-22-15,-16-2-2 16,0 9-2-16,0 8 3 16,-35 24-8-16,-17 8 8 15,-10 0-10-15,-10 16 9 16,10 25-2-16,10 18 3 16,11 1 13-16,7-4-7 0,16-7 11 15,18-18-17 1,0-6-3-16,0-14-14 0,24-11 10 15,38 0 1 1,19 0 6-16,6 0-7 0,6-3 14 16,-12-2-17-16,-16 5 8 15,3 0-1-15,-22 8 3 16,-5 20 5-16,-7-3-4 16,-9-1-1-16,-10-4-3 15,4 0-52-15,-19 1-25 16,0 2-95-16,0-2-91 15</inkml:trace>
  <inkml:trace contextRef="#ctx0" brushRef="#br0" timeOffset="-168268.27">8660 10908 190 0,'0'0'271'0,"0"0"-248"0,0 0 61 0,0 0 26 15,0 0-22-15,0 0 53 0,-6-20-35 16,6 20-30-16,0 0-37 16,0 0 0-16,22 0-14 15,9-12 15-15,15 4-27 16,10-5 1-16,-3 5-14 16,-1 5-5-16,1-1-7 15,-3 4-22-15,-10-4 7 16,-9 0-10-16,-15 4-18 15,-16-4-27-15,0-5-89 0,0 6 2 16,0-2-98 0</inkml:trace>
  <inkml:trace contextRef="#ctx0" brushRef="#br0" timeOffset="-168153.43">8660 10908 647 0</inkml:trace>
  <inkml:trace contextRef="#ctx0" brushRef="#br0" timeOffset="-168032.58">8660 10908 647 0,'6'-280'152'0,"-6"275"-31"16,0 5-19-16,0 0-13 16,0 0-46-16,28 0 16 15,0 0-47-15,13-8 13 0,-1 8-22 16,0-4-3-16,7 1-12 15,-16 3-41-15,-3-8-69 16,-16 8-254-16</inkml:trace>
  <inkml:trace contextRef="#ctx0" brushRef="#br0" timeOffset="-167401.9">9597 10575 616 0,'0'0'273'0,"0"0"-248"0,0 0 73 0,0 0-65 0,0 0-14 0,334-8-19 15,-259 0-14-15,-16 0-83 16,-19 8-95-16,-27 0-87 16</inkml:trace>
  <inkml:trace contextRef="#ctx0" brushRef="#br0" timeOffset="-166653.52">10933 10719 782 0,'0'0'64'0,"0"0"62"0,0 0-15 16,0 0-38-16,375-16-19 0,-248 8-1 15,0 5-34-15,1 3-3 16,-8 0-9-16,-14 0 4 16,15 0-11-16,-6 11-7 15,-16 5 3-15,0 1-11 16,-12-9-17-16,-13 3-9 15,-21-2-25-15,-38 2-149 16,-15-6-394-16</inkml:trace>
  <inkml:trace contextRef="#ctx0" brushRef="#br0" timeOffset="-162023.71">11637 10126 42 0,'0'0'556'0,"0"0"-536"0,0 0 22 0,0 0 31 15,0 0-48-15,0 0 19 16,0 0-14-16,0 4 34 15,0 4-14-15,0-4 11 0,0-4 11 16,0 0-14 0,0 0-31-16,0 0-15 0,0 0 14 15,0 0-20-15,0 0 18 16,0 0-17-16,0 0 34 16,0 0-20-16,0 0 5 15,0-4-2-15,0-28-5 16,0-24-6-16,12-8-2 15,7-13-1-15,15-11-7 16,0 0-6-16,0 8-4 16,-9 3 4-16,15 9-14 15,-12 12-2-15,-9 17-5 16,-10 18 3-16,-9 21 7 16,0 0 8-16,0 0 1 0,0 36 7 15,-40 4-4 1,-1-4-6-16,1-3-11 15,25-5-33-15,-10 0-75 0,-3 3-110 16,3 2-201-16</inkml:trace>
  <inkml:trace contextRef="#ctx0" brushRef="#br0" timeOffset="-161374.93">12511 9529 348 0,'0'0'122'0,"0"0"-1"0,0 0 2 0,0 0-11 0,0 0-9 15,0 0-10-15,0 0-32 16,0 0-12-16,0 0-21 0,-6 0-10 15,-16 0-18-15,-18 0 1 16,-13 23 2-16,-12 21-2 16,3 0 18-16,3-3-16 15,7 7 26-15,11 4-22 16,7 0 5-16,6 9-12 16,10-10 1-16,11 6-1 15,-8-9 0-15,15 8-5 16,0-12 8-16,0-12-7 15,15 1-3-15,10-13 1 16,31-9-5-16,-3-11 4 16,12 0-2-16,-3 0 9 0,3-39-6 15,-25-6 12-15,1-11-13 16,-20 8 6-16,-14 0-2 16,-7 12-11-16,0 15 3 15,0 18 11-15,-41 3 7 16,-5 0 1-16,-29 11 10 15,1 30-18-15,9-1-3 16,12 4 2-16,25-16-16 16,16 4-12-16,12-7-103 15,0-6-111-15,0 1-23 16</inkml:trace>
  <inkml:trace contextRef="#ctx0" brushRef="#br0" timeOffset="-159726.37">11200 11365 270 0,'0'0'119'0,"0"0"-98"0,0 0 79 16,0 0-13-16,0 0-16 0,0 0 22 15,-31 0-10-15,31 0-11 16,-7 0-24-16,7 0-11 15,0 0-10-15,0 0-17 16,-15 0 10-16,15 0-4 16,0 0 32-16,0 0-26 15,0 0 10-15,0 0-13 16,0 0 0-16,0 0-6 16,0 0-8-16,0 0-5 15,0 0 3-15,0 0 17 16,0 0-3-16,0 0 14 15,0 0-16-15,0 0 14 16,0-7-23-16,0-9-6 16,0-12-11-16,0-8 5 0,28 11 5 15,-3-3-5-15,9 15-1 16,-13 5 1-16,-8 8 4 16,-1 0-23-16,-12 0 11 15,10 0 3-15,-10 33 4 16,0 8 7-16,0 14-11 15,0 1 1-15,-22 5-18 16,-31 6 21-16,-15-2 7 16,3 7 1-16,-3-4-1 15,3-11 10-15,15-10 11 16,19-11-14-16,15-19-1 16,16-9 3-16,0-5-18 15,0-3 6-15,22 0 3 0,25 0 2 16,-7 0 5-16,6 0 5 15,1 0-10-15,-19 0-2 16,3 0 0-16,-3 0-4 16,-22 0-20-16,22 0 1 15,-16 0-25-15,1 13-100 16,-13-1-255-16</inkml:trace>
  <inkml:trace contextRef="#ctx0" brushRef="#br0" timeOffset="-159208.31">11668 11738 527 0,'0'0'351'0,"0"0"-293"16,0 0 9-16,0 0-30 0,0 0-37 0,0 0-2 15,0-8-4-15,0 8 6 16,0 0 14-16,0 0 44 16,0 0-22-16,0 0-34 0,0 0-2 15,0 0-11-15,0 0-3 16,0 0-91-16,0 0-68 16,0 0-190-16</inkml:trace>
  <inkml:trace contextRef="#ctx0" brushRef="#br0" timeOffset="-156411.65">12297 11890 249 0,'0'0'41'0,"0"0"71"0,0 0-22 0,0 0-72 15,0 0 27-15,0 0-16 16,-12 36-3-16,12-36 32 0,0 0 39 16,0 5 5-1,0-5-24-15,-6 12-18 0,-4-8-38 16,4 0 1-16,0-4 10 16,6 3 17-16,-6-3-32 15,0 0 15-15,6 0 23 16,0 0-15-16,0 0 3 15,0-3-24-15,-22-17 3 16,3-13-21-16,-15-6 16 16,6-10-16-16,-3-3 2 15,16 4 0-15,2-4-4 16,7 4 0-16,6-1-11 0,0 10-3 16,0 3-10-1,6 8 16-15,16 12-25 16,3 11-11-16,3 1-46 0,-3 4-83 15,2 0-202-15</inkml:trace>
  <inkml:trace contextRef="#ctx0" brushRef="#br0" timeOffset="-155977.52">12390 11618 666 0,'0'0'111'0,"0"0"-5"0,0 0-20 0,0 0-44 0,0 0 6 16,0 0 39-1,0 0-53-15,0 0-25 0,22 0 10 16,9 0-18-16,9 0 9 16,7 0-10-16,2 0-7 15,-2 0-36-15,-1 0-69 16,-11 0-153-16,-11 0-287 16</inkml:trace>
  <inkml:trace contextRef="#ctx0" brushRef="#br0" timeOffset="-155463.05">12998 11469 289 0,'0'0'160'0,"0"0"-65"16,0 0 20-16,0 0-60 15,0 0-31-15,0 0-23 0,230 0 7 16,-224 9 2-16,6 7 19 15,-12 12 22-15,0 4 21 16,0 8-31-16,-34 1-20 16,3-5 37-16,-3 0-37 15,-6-8 24-15,27-5-15 16,4-2-6-16,9-6-9 16,0-7-3-16,0-8-12 15,0 13-7-15,0-10 4 16,0 5 6-16,9-8 4 15,4 0-3-15,5 0 14 0,4 0-7 16,-4 0-4-16,29 0-6 16,-7 0 2-1,1 0-6-15,21 0-8 0,-22-3 1 16,-15-2-33-16,3 5-48 16,-22 0-63-16,-6 0-203 15</inkml:trace>
  <inkml:trace contextRef="#ctx0" brushRef="#br0" timeOffset="-154996.09">13559 11358 331 0,'0'0'210'0,"0"0"-139"0,0 0 42 0,0 0 21 0,0 0-22 16,0 0 2-16,34 95-43 15,-18-54-35-15,2-2-14 16,-11-3 18-16,-7 13-15 16,0 4 21-16,0 6-29 15,-25 5 6-15,-25 4-15 16,4 1-8-16,5-13 0 15,10-12-16-15,10-16-8 16,21-8-25-16,-13-8 22 16,13-8-30-16,0-4-23 15,0 0-187-15,0-24-340 16</inkml:trace>
  <inkml:trace contextRef="#ctx0" brushRef="#br0" timeOffset="-154363.4">13975 11096 319 0,'0'0'479'0,"0"0"-358"0,0 0-14 0,0 0-40 15,0 0-30-15,0 0-20 16,87 0 14-16,-41 0-24 15,-6 0-2-15,7 0-5 16,-19 0-2-16,-10 0-15 0,4 0-11 16,-16 0-41-1,-6-11-38-15,0 2-77 0,0-7-125 16</inkml:trace>
  <inkml:trace contextRef="#ctx0" brushRef="#br0" timeOffset="-154113.98">13975 11096 521 0,'-87'-172'530'0,"87"172"-447"16,0 0-25-16,0 0-18 15,40-3-5-15,13-10-4 16,-7 5-24-16,1 0-7 16,3-4-4-16,-4 8-32 15,-6-4-3-15,-15-5-109 16,-19 10-214-16</inkml:trace>
  <inkml:trace contextRef="#ctx0" brushRef="#br0" timeOffset="-152097.65">15305 10418 0 0,'0'0'682'0,"0"0"-598"0,0 0-48 0,0 0 28 0,0 0-26 0,0 0 4 16,-12 0 3-16,12 0 23 15,0 0-3-15,0 0 3 16,0 0-15-16,0 0 0 16,0 0-22-16,0 0-8 15,0 0 1-15,0 0-15 16,0 0 7-16,46 0-11 15,19 0 32-15,10 0-27 16,5 0 7-16,-5 0-17 0,-10 0-9 16,3 0-20-16,-22 0-18 15,-11-3-16-15,-11-5-30 16,-8 8-84-16,-16-4-319 16</inkml:trace>
  <inkml:trace contextRef="#ctx0" brushRef="#br0" timeOffset="-151547.86">16093 10651 240 0,'0'0'254'0,"0"0"-121"0,0 0 30 0,0 0-14 0,0 0-37 0,0 0-26 0,0 8-35 16,0-8-37-16,0 0-1 16,0 0 12-16,0 0-5 15,9-20 5-15,-3-8-9 16,13-24 11-16,9-8-19 0,-1-4-2 16,4-12 2-16,-3 16-10 15,-9-1 3-15,-10 5-1 16,10 16 0-16,-13 4-4 15,0 8 1-15,-6 0-11 16,6 3 13-16,-6 10-33 16,10 7 27-16,-10 8-10 15,0 0 13-15,0 0-4 0,0 0 8 16,0 0-2 0,0 8-16-16,0 15 11 0,0 10-37 15,0-9-73 1,-22 16-102-16,10-8-42 0,-1-4-270 15</inkml:trace>
  <inkml:trace contextRef="#ctx0" brushRef="#br0" timeOffset="-151114.72">16849 10017 613 0,'0'0'194'0,"0"0"-81"0,0 0-44 0,0 0-33 0,0 0-30 0,0 0 1 16,-167 97-3-16,126-57 11 16,-5 16 12-16,-1 0 41 15,1-4-29-15,12 4-18 16,9-12-16-16,3-3-3 16,16-13-2-16,6-4-3 0,0 0 1 15,0 0-23-15,12-8 20 16,35 4-15-1,9-7 9-15,-4-6 0 0,7-7-13 16,-6 0-32-16,-3 0 11 16,-10-40-11-16,-21-7-111 15,-19-10-54-15,0 21-146 16</inkml:trace>
  <inkml:trace contextRef="#ctx0" brushRef="#br0" timeOffset="-151033.33">16663 10382 1 0,'0'0'510'0,"0"0"-412"0,0 0 121 16,0 0-133-16,0 0-29 15,0 0-57-15,-282 185-188 16,282-177-389-16</inkml:trace>
  <inkml:trace contextRef="#ctx0" brushRef="#br0" timeOffset="-150500.47">15634 11021 629 0,'0'0'178'0,"0"0"-76"0,0 0 14 0,0 0-46 0,0 0-13 0,0 0-13 16,80 0 9-16,-2 0-27 15,18 0 10-15,-3 0-1 16,6 19-23-16,3-2-11 15,-15 2-1-15,12-2-1 16,-12-6-31-16,-12 2-8 16,-4-9-26-16,-3-4-56 15,-15 0-224-15</inkml:trace>
  <inkml:trace contextRef="#ctx0" brushRef="#br0" timeOffset="-149667.68">15252 11714 459 0,'0'0'397'0,"0"0"-292"0,0 0-10 0,0 0-19 0,0 0-56 0,0 0-7 15,-6 0-3-15,6 0 19 16,19 0 1-16,2 0 27 16,20 0-15-16,5 0-4 15,13 0-21-15,9 0-2 16,4 4-15-16,-4-4-1 16,-15 0-16-16,-1 0-50 15,-11 0 12-15,-7 0-3 0,0 4 6 16,-16-4-70-16,-2 0-70 15,-10 0-64-15</inkml:trace>
  <inkml:trace contextRef="#ctx0" brushRef="#br0" timeOffset="-148950.18">16127 11505 89 0,'0'0'666'0,"0"0"-595"0,0 0 31 0,0 0-16 15,0 0-44-15,0 0-9 0,0 25 7 16,0 11-11 0,-13 12-8-16,-21 0 22 0,9 8-29 15,-9-3 7-15,0-6-21 16,6-3 19-16,3-8-10 15,4-11 3-15,8-9-4 16,7-8-8-16,6-1 0 16,0-7-7-16,0 0-5 15,0 0-9-15,0 0 13 16,6 0-10-16,28 0 16 16,7 0-7-16,-1 0 5 15,-9 0 4-15,3-3-15 16,0-5 6-16,0-4-17 15,-15 4 13-15,3 0-34 16,-10-4 3-16,-12 7 14 16,12-3 9-16,-5 0 12 0,-7 8 9 15,0 0-2-15,0 0 4 16,0 0 1-16,0 0-3 16,0 0 5-16,0 0 0 15,0 0-9-15,0 0 5 16,0 0-1-16,0 5 8 15,0 18-7-15,0 18 18 16,0 3 10-16,-19 12 12 16,7 1-19-16,-4-6 9 15,-2-2-27-15,5-10 2 16,-9 2-6-16,10-18-65 0,-3-2 52 16,-10-9-48-1,12-9-31-15,-8-3-333 0</inkml:trace>
  <inkml:trace contextRef="#ctx0" brushRef="#br0" timeOffset="-148235.02">16837 11389 190 0,'0'0'564'0,"0"0"-510"0,0 0 57 0,0 0-27 15,0 0-20-15,0 0-8 16,80 53-21-16,-55-53-13 15,3 11-20-15,0-11-2 16,-16 0-7-16,7 0-4 16,-4 0-67-16,-2 0 18 15,-7 0-48-15,6 0-85 16,4 0-141-16</inkml:trace>
  <inkml:trace contextRef="#ctx0" brushRef="#br0" timeOffset="-148049.29">16837 11389 668 0</inkml:trace>
  <inkml:trace contextRef="#ctx0" brushRef="#br0" timeOffset="-147935.42">16837 11389 668 0,'80'-111'281'0,"-80"111"-266"16,7 0 53-16,27 0-34 0,-3 0 18 15,3 7-19 1,6 1-8-16,0-8-16 0,1 0 1 16,-7 0-10-16,-3 0-25 15,3 0-102-15,-12 0-109 16,2 0-369-16</inkml:trace>
  <inkml:trace contextRef="#ctx0" brushRef="#br0" timeOffset="-146603.85">18179 10487 259 0,'0'0'492'0,"0"0"-386"0,0 0-20 0,0 0-13 0,0 0-46 16,-6 0 19-16,6 0-16 15,0 0-9-15,0 0-13 16,0 32 34-16,0 0 10 16,-22 17-14-16,-24 6 3 0,6 6-31 15,-19-2 4-15,12 2-8 16,7-9-9-16,12-8 6 15,3-4-6-15,10-16 5 16,15 1-4-16,0-2 2 16,0-15-23-16,0 0 23 15,0-8-23-15,0 8 22 16,21 0-10-16,13 1 7 16,-9-9 2-16,22 8 2 15,-7-8-1-15,0 0 1 16,7 0-2-16,-7 0 1 15,-12 0-7-15,-9-8 9 16,-4-4-10-16,-15-1 9 16,6 10-5-16,-6-2-6 0,0 5-1 15,0-4-14-15,0-4-10 16,0 5 20-16,0-13-14 16,0 11 9-16,0-3-2 15,0-4 15-15,0 9 6 16,0-2-3-16,0 5 4 15,0 0 1-15,-6 0 4 16,0 0-2-16,-16 0 55 16,16 8-27-16,-6 17 5 15,-4-2-30-15,10 6 10 16,-6-1-7-16,5 3-5 16,-14 10 3-16,-4 7-4 15,3 4 7-15,4 4-3 0,-4-4 9 16,9 0-10-1,7-7 6-15,-9-1-10 0,9 0 1 16,-7-5-2-16,-9-2-7 16,10-5-3-16,-7-12-19 15,4-4-8-15,9-12-47 16,6-4-29-16,0 0-206 16</inkml:trace>
  <inkml:trace contextRef="#ctx0" brushRef="#br0" timeOffset="-143006.58">5271 6753 262 0,'0'0'12'0,"0"0"-12"0,0 0 46 0,0 0 50 0,0 0 27 15,0 0-6-15,0 0-79 16,-46 0-11-16,33 0-9 15,7 0 27-15,-22 0-3 16,16 0-12-16,-1 0 3 16,-2 0-19-16,-4 0-10 15,-2 0 3-15,8 0 40 16,1 4 11-16,6-4-10 16,6 0-21-16,0 0 14 15,0 0-35-15,0 0-2 0,0 0 1 16,0 0 1-1,0 0 2-15,0 0-1 0,0 0 24 16,0 0-17-16,0 0 19 16,0 0-19-16,0 0-9 15,0 0-5-15,0 0 1 16,0 0-1-16,0 0 0 16,0 0 4-16,0 0 0 15,0 0-4-15,0 0 0 16,0 0-2-16,0 0-5 15,0 0-9-15,0 0 0 16,0 0 8-16,0 0 0 0,24 4 10 16,4 0-4-1,19 1-11-15,-1-5 11 0,13 3-1 16,3 2 2-16,3-5-3 16,10 3 0-16,5-3-11 15,-5 0-10-15,-10 0 20 16,-12 0-27-16,2 0 22 15,-8 0-11-15,12 0 16 16,3 0 4-16,-9 0 0 16,5 0-8-16,-5 0 13 15,-3 4-7-15,2-4 6 16,-5 0-6-16,6 0 3 16,-1 0-1-16,4 0-11 15,-15 8 12-15,11 0-2 16,-18 5 4-16,-3-5-4 15,-3-1 3-15,13-2-7 16,-7-2 12-16,-3 2-12 0,9-5 9 16,0 0-10-16,1 0 3 15,-7 3 4-15,0 5 1 16,0 0-1-16,-3-4 0 16,3 1 7-16,0-5-16 15,6 0 16-15,13 0-10 16,9 0 6-16,-15 0-6 15,18 0 0-15,-19 0 3 16,-5 0-2-16,-1 0-13 16,-12 0 6-16,6 0-24 15,-15 0 25-15,-7 0-7 0,-6 0 15 16,-6 0 1-16,16 0 4 16,-4 3 9-16,16 2-3 15,-3-2-1-15,-4-3-7 16,-2 0-6-16,-3 0 6 15,-10 0-6-15,-6 0 1 16,0 0-1-16,0 0 2 16,0 0-26-16,0 0-135 15,0-8-388-15</inkml:trace>
  <inkml:trace contextRef="#ctx0" brushRef="#br0" timeOffset="-141324.21">18613 11618 360 0,'0'0'326'15,"0"0"-326"-15,0 0 4 0,0 0-13 0,0 0 0 0,0 0 1 16,0 0 8-16,0 4 34 16,0-4 36-16,0 0 40 15,0 0 0-15,0 0-62 16,0 0 0-16,0 0-25 16,0 0 2-16,0 0-25 15,0 0 8-15,0 0-7 16,0 0 5-16,0 0 14 15,0 0 3-15,0 0 7 16,0 0-18-16,0 0 5 0,0 0-13 16,0 0 2-16,0 0-6 15,-18 0-6-15,-23 0-3 16,1 0 8-16,-13 13-2 16,-9 10 6-16,4 5-8 15,5 4 13-15,-3-4-14 16,37 5 7-16,7 3-2 15,12 0-10-15,0 3-1 16,0 2 10-16,6-1-2 16,41-8 0-16,33-4 6 15,-8-16-8-15,8 4-8 0,1-16 9 16,6 0-29 0,-7 0-5-16,-5-31-30 0,-16-7-34 15,-7-1-85 1,-11 3-84-16</inkml:trace>
  <inkml:trace contextRef="#ctx0" brushRef="#br0" timeOffset="-140842.43">19047 11802 612 0,'0'0'47'0,"0"0"-20"0,0 0 41 0,0 0-34 16,0 0 3-16,0 0 16 16,-71 49-7-16,62-21 6 15,-16 0-15-15,19 8 24 16,-10-4-19-16,4 4-27 0,12-4-13 16,0 0-2-16,0 4 0 15,0-3-2-15,0-2 1 16,12 2 2-16,29-10-4 15,-7-7 3-15,12 4-8 16,1-20-35-16,15 0 28 16,-3 0-2-16,0 0-3 15,3-28-7-15,-22-3-52 16,-15 3-51-16,-16-8-52 16,-9 3-8-16,0-3-174 15</inkml:trace>
  <inkml:trace contextRef="#ctx0" brushRef="#br0" timeOffset="-140668.48">19047 11802 685 0</inkml:trace>
  <inkml:trace contextRef="#ctx0" brushRef="#br0" timeOffset="-140574.35">19047 11802 685 0,'-31'108'16'0,"69"-108"37"0,11 0 14 0,-12 0-36 16,4 0-33-16,-19 0-15 16,-10 0-23-16,3-3-48 15,-8-17-38-15,-7 0-140 0</inkml:trace>
  <inkml:trace contextRef="#ctx0" brushRef="#br0" timeOffset="-140425.46">19237 11722 811 0,'0'0'80'0,"0"0"-56"16,0 0 5-16,0 0-29 15,0 0-40-15,105 0-24 0,-58-12-87 16,-20-4-457-1</inkml:trace>
  <inkml:trace contextRef="#ctx0" brushRef="#br0" timeOffset="-139959.39">19568 12067 394 0,'0'0'312'16,"0"0"-306"-16,0 0 19 15,0 0-7-15,0 0-18 16,0 0 2-16,41-32-6 0,-20 12 4 16,-2-8-4-16,-3 3 4 15,2 6-14-15,-18 7-27 16,13 12 3-16,-4 0 17 15,-9 0 21-15,0 23 0 16,0 18 28-16,0-5-2 16,0 4-10-16,0-3-1 15,6-6 8-15,0-3-14 16,7-12 5-16,-7 1 4 16,9-9-2-16,-2-8-6 15,-7 0 5-15,16 0-6 16,2-8 29-16,17-28-9 15,5-17 3-15,-5-3-7 16,-7-4-19-16,0 12 24 0,-22-1-19 16,1 10-11-16,-4 6-15 15,-9 17-28-15,0 8-33 16,0 0-4-16,0 8-27 16,0 0-27-16,0 0-254 15</inkml:trace>
  <inkml:trace contextRef="#ctx0" brushRef="#br0" timeOffset="-139642.52">20164 11967 405 0,'0'0'166'0,"0"0"-121"0,0 0 43 0,0 0-18 15,0 0-29-15,0 0 12 16,-118 241-23-16,118-189-19 16,0-16-7-16,0-4-1 15,0-13-3-15,0-11-9 0,0-8-32 16,0 0-39-1,0 0 13-15,6-11 33 0,0-25-4 16,-6-5-38-16,0-7-119 16,0 1-124-16</inkml:trace>
  <inkml:trace contextRef="#ctx0" brushRef="#br0" timeOffset="-139276.74">20164 11967 711 0,'-199'8'83'0,"199"-12"-16"16,0 4-2-16,6-4-47 16,53 4 18-16,10 0 21 15,-4 0-51-15,9 0 5 16,-15 0-6-16,9 0-10 0,-27 0 1 16,-1 0-23-16,-22 0-24 15,-2 4 4-15,-16 0-8 16,0-4 8-16,0 4 35 15,0 12 12-15,0 8 22 16,-9 8-12-16,-16 0 30 16,-3 4-20-16,9 4-7 15,-9 1-9-15,28-5-4 16,0-8 0-16,0-9-21 16,0-2 18-16,0-6 6 15,0-3-7-15,0-8 6 16,0 5-2-16,0-5 0 15,0 0-17-15,13 0-23 16,9 0-51-16,-4-13-66 0,-2-15-243 16</inkml:trace>
  <inkml:trace contextRef="#ctx0" brushRef="#br0" timeOffset="-139076.12">20365 12108 612 0,'0'0'94'0,"0"0"-90"0,0 0-8 0,0 0-14 0,0 0-94 15,0 0-132-15</inkml:trace>
  <inkml:trace contextRef="#ctx0" brushRef="#br0" timeOffset="-138907.33">20365 12108 571 0,'180'-146'295'16,"-164"146"-287"-16,2 0 4 15,10 0-12-15,3 0-16 0,-3 5-110 16,-9-5-162-16</inkml:trace>
  <inkml:trace contextRef="#ctx0" brushRef="#br0" timeOffset="-138510.56">20799 12336 329 0,'0'0'332'0,"0"0"-271"15,0 0-32-15,0 0 22 16,0 0-25-16,0 0 24 0,121-112-42 16,-87 71-8-16,-9 17-58 15,3 9-47-15,-9 7-27 16,-4 8-106-16,-15 0-70 15,0 23 308-15,0 13 4 16,0 0 168-16,0 0-41 16,0-7 15-16,0-6-17 15,0-6-57-15,0-9-22 16,0 0 0-16,0-8-49 16,0 0 7-16,0 0-6 15,19-5 14-15,15-34 3 16,0-9 7-16,0-4-20 0,-3-1-6 15,-3 9-17-15,-9 8-9 16,2 4-54-16,-8 20-90 16,-7 9-219-1</inkml:trace>
  <inkml:trace contextRef="#ctx0" brushRef="#br0" timeOffset="-138228.33">21181 12304 660 0,'0'0'121'16,"0"0"-68"-16,0 0-25 15,0 0-13-15,0 0-1 16,0 0 20-16,93-137-33 16,-65 114 3-16,6 10-4 0,-16 13-2 15,10 0 2-15,-15 0 11 16,-7 20 8-16,0 9-15 15,-6-1-4-15,0 11-39 16,0-3-22-16,0 0 23 16,0 0 32-16,0-8 2 15,0-11-24-15,0 4 0 16,0-18 1-16,-6-3-13 16,-7 0-162-16</inkml:trace>
  <inkml:trace contextRef="#ctx0" brushRef="#br0" timeOffset="-138061.75">21181 12304 981 0,'220'-44'113'0,"-198"44"-99"0,-10 0-14 16,28 0 8-16,1 0-8 16,5 0-31-16,7 0-34 15,-19 0-171-15,0-5-297 16</inkml:trace>
  <inkml:trace contextRef="#ctx0" brushRef="#br0" timeOffset="-137723.99">21950 12180 218 0,'0'0'398'0,"0"0"-398"15,0 0-30-15,0 0 16 16,0 0-9-16,0 0 15 16,0-33 8-16,-6 33 21 15,-35 0-20-15,-5 0 28 16,-10 20 63-16,19 13-88 16,3 3 51-16,12 0-4 15,22-8-21-15,0-4-24 16,0-4-6-16,40-4-8 0,0-4-5 15,1-8 2 1,-13 8-2-16,-28-9 11 16,0 6 1-16,0 3 1 15,0 4 15-15,-16 4 10 0,-37-4-25 16,-12 0-53-16,-3-8-34 16,9-8-80-16</inkml:trace>
  <inkml:trace contextRef="#ctx0" brushRef="#br0" timeOffset="-137026.49">15640 13659 489 0,'0'0'201'0,"0"0"-114"0,0 0 16 0,0 0 20 16,0 0-83-16,0 0 2 15,6 0-10-15,41 0-11 16,-1 0 23-16,7 0-10 16,9 0 0-16,-3 0-32 15,-3 0 4-15,2 0-6 16,-11 0-7-16,-1 0-31 0,-11 0-21 15,-8-8-73 1,-20-16-138-16,-7 8-225 0</inkml:trace>
  <inkml:trace contextRef="#ctx0" brushRef="#br0" timeOffset="-136794.65">15767 13426 529 0,'0'0'310'0,"0"0"-306"16,0 0-2-1,0 0-4-15,0 0-7 0,0 0-4 16,248 5 2-16,-208-13-64 15,-2-8-41-15,-11-1-127 16</inkml:trace>
  <inkml:trace contextRef="#ctx0" brushRef="#br0" timeOffset="-136045.5">16750 13014 678 0,'0'0'132'16,"0"0"-88"-16,0 0 34 15,0 0-57-15,0 0-6 0,0 0 8 16,-47 208-15-16,19-140-3 15,10 1 2-15,2-13 34 16,10-12-15-16,6-5 4 16,0-22-22-16,0-9 2 15,0-8-10-15,0 0-26 16,0 0-5-16,13 0 17 16,14 0 10-16,1 0 8 15,3 0-4-15,10 0 4 16,-1-4-6-16,0-4 3 0,-6 4-1 15,-6-5 0 1,-9 6-16-16,3-5-43 0,-16 0-11 16,0 0 7-1,-6-9-2-15,0-3 61 0,0 9 4 16,6-9 3-16,0 4-3 16,1 0-11-16,-7 7 7 15,0 9 4-15,9 0 6 16,-9 0 14-16,0 0 63 15,0 0-8-15,0 20-48 16,0 8-26-16,0 16 6 16,-22 9 11-16,-12 4-1 15,16-6 6-15,-4 1-5 16,9-8 14-16,1-8-31 16,6-3 5-16,6-9-6 0,0-9-12 15,0-2-25-15,0-13-79 16,0 0-154-16,0 0-168 15</inkml:trace>
  <inkml:trace contextRef="#ctx0" brushRef="#br0" timeOffset="-135695.99">17063 13619 544 0,'0'0'56'0,"0"0"-47"0,0 0 48 0,0 0-3 0,0 0-44 0,0 0 5 16,53 108-2-16,-19-99 17 16,0-9 14-16,6 0 17 15,7 0 1-15,6-28-31 16,15-21 10-16,-3-3-33 15,-12-12 1-15,-4-4-9 16,-24 3-18-16,-10 6 9 16,-15 10-16-16,0 18 13 15,0 14 12-15,-21 17 44 16,-26 0-33-16,-5 0 2 16,-10 8-13-16,15 17-50 15,1 6-76-15,27-3-28 0,3 5-82 16</inkml:trace>
  <inkml:trace contextRef="#ctx0" brushRef="#br0" timeOffset="-135329.28">17745 13664 413 0,'0'0'204'0,"0"0"-181"15,0 0 52-15,0 0-53 16,0 0-16-16,0 0-5 16,261 75 17-16,-193-75 6 15,9 0-11-15,4-23 18 16,0-26 6-16,-29-11 13 15,-2 0-23-15,-44-4 1 16,-6 4-22-16,0 8 2 16,-34 19-8-16,-40 21-4 15,-7 12-9-15,-12 0 13 16,0 36 0-16,6 9-56 16,28-1-40-16,19-8-75 0,18-8-319 15</inkml:trace>
  <inkml:trace contextRef="#ctx0" brushRef="#br0" timeOffset="-117345.18">1429 13644 604 0,'0'0'121'0,"0"0"-89"0,0 0 52 16,0 0-49-16,0 0-16 0,0 0-2 15,0 0 5-15,0 0-8 16,-21 0-3-16,21 0 37 16,0 0 33-16,0 0-1 15,0 0-44-15,0 0-3 16,0 0-30-16,0 0 11 16,0 0-9-16,0 3-4 15,0 1-1-15,0 12-1 16,0 8-3-16,-6 1 4 15,-1 11 4-15,1 0 1 16,0 3-8-16,6 10 8 16,-6-1-7-16,6 8 4 15,0 4 2-15,0 9-4 16,0 3-1-16,6 0-1 16,6-5 1-16,10-10-8 0,-10-4 3 15,1-9 3-15,-7-4-9 16,0-1 12-16,-6-6-4 15,16-14 2-15,-16-2 0 16,0-13 4-16,0-4-10 16,0 0 12-16,0 0-8 15,0 0 8-15,0 0-3 16,0 0-1-16,0-21-3 16,6-15-1-16,13 5 4 15,8-10-1-15,1 10 7 16,-3-2-12-16,-3 17 2 15,-4 4 4-15,4 8-18 0,9-3 4 16,-3 7 3-16,-6 0 2 16,30 0-2-16,7 0 9 15,-6 11-4-15,9 14 10 16,-43 3-10-16,2 3 11 16,-8 2-8-16,-13-2 6 15,0 2 2-15,0 7 10 16,-34-4-4-16,-38-8 1 15,-8-8-11-15,-1-4 12 16,1-8-10-16,21-8-6 16,-3 0-15-16,9 0-13 0,25 0-15 15,9 0-20-15,13 0-45 16,6 0-102 0,0 0-282-16</inkml:trace>
  <inkml:trace contextRef="#ctx0" brushRef="#br0" timeOffset="-116746.36">2136 13716 237 0,'0'0'105'0,"0"0"-23"0,0 0 65 0,0 0-11 0,0 0-40 0,0 0 8 15,149 72-52-15,-115-33-6 16,-3 10-20-16,16 15 0 16,-7 4 5-16,-6 17-4 15,-21-2 0-15,-13 6-11 16,0-1 12-16,0 0-18 0,-7-12 3 15,-17-16-11 1,8-15-4-16,4-17-7 16,6-12-8-16,6-5-26 15,-13-11-122-15,-9 0-299 0</inkml:trace>
  <inkml:trace contextRef="#ctx0" brushRef="#br0" timeOffset="-94149.21">2558 14317 465 0,'0'0'57'0,"0"0"-54"0,0 0 57 0,0 0-26 0,0 0 11 16,0 0 25-16,0 0-22 16,40-80-11-16,-40 63 30 15,7 9 21-15,-7-3-29 16,0 11 0-16,0 0-26 16,0 0-5-16,0 0-18 15,0-4 6-15,0 0-12 16,0 4-3-16,0 0 4 0,0 0 0 15,0 0 16-15,0 0-17 16,0 0-3-16,0 0 6 16,0 0-9-16,0 0 4 15,0 0-1-15,0 0-1 16,0 27-3-16,0 30 3 16,0 19 15-16,6 24 0 15,3 0-13-15,-9 9 6 16,0-1-7-16,0 1 12 15,0-5-4-15,0-8-7 0,-15-20 9 16,-4-20-7 0,19-23-1-16,0-25-3 0,0-8-11 15,0 0-29-15,0 0 28 16,0 0-1-16,0 0 13 16,34 0 4-1,3-13 2-15,19 13-8 0,-9-3 13 16,5 3-22-16,-18 0 7 15,-9 0-15-15,3 0-23 16,-15 0-48-16,8 0-195 16</inkml:trace>
  <inkml:trace contextRef="#ctx0" brushRef="#br0" timeOffset="-93511.65">3454 15200 471 0,'0'0'192'0,"0"0"-189"0,0 0 128 0,0 0 7 0,0 0-104 15,0 0 19-15,-139-81 38 16,117 49-43-16,10-12-13 16,-1-12-16-16,-2-5-6 15,15-11-7-15,0-8-11 16,28 4 5-16,24 8-20 15,1 7-24-15,-3 30-18 0,-19 15-50 16,-4 16-129 0,-27 0-79-16</inkml:trace>
  <inkml:trace contextRef="#ctx0" brushRef="#br0" timeOffset="-71151.41">3916 14433 180 0,'0'0'104'0,"0"0"-95"0,0 0 101 0,0 0-21 0,0 0-76 16,0 0 21-16,0 0 17 15,0-16-1-15,0 16 3 16,0 0 30-16,0 0-24 15,0 0-6-15,0 0 4 16,0 0-35-16,0 0-2 16,0 0-18-16,0 0 11 15,0 0-11-15,0 0 12 16,0 0-10-16,0 0 0 0,0 0-3 16,0 16 0-16,0 9 26 15,0 14 4-15,-15 5-14 16,-4 1-11-16,-9 2-6 15,10 2 4-15,-10-1-4 16,3 4 0-16,-3-4-4 16,0-4 4-16,3 0 0 15,-3-3-6-15,22-13 4 16,0-8-4-16,6-12-22 16,0-4 0-16,0-4-33 15,6 0 16-15,34 0 31 16,1 0 14-16,-1 0 11 15,7 0-8-15,-7 0 1 0,0 0 0 16,-6 0-6 0,-15 0 2-16,-7-4-1 0,-6-4-9 15,4 8-4-15,-10 0 10 16,0 0 4-16,0 0 13 16,0 0-6-16,0 0-7 15,0-17 0-15,6 14-24 16,0-5 15-16,0-4 9 15,-6 12 1-15,0 0-1 16,0 0 12-16,0 0-3 16,0 0 19-16,0 0-20 15,0 0 8-15,0 0-15 16,0 0 1-16,0 0-2 16,0 0 0-16,0 0 7 0,0 0 3 15,0 0 10-15,0 20-18 16,0 0 10-16,-12 16-7 15,-4-9 10-15,-2 14 5 16,-1 3-17-16,4-4 13 16,2 1-16-16,1-5 9 15,-10-8-7-15,16-4 2 16,6 7 3-16,0-3-13 16,0 1 6-16,0-9-12 15,0-4-35-15,0-12-72 16,6-4-97-16,22 0 40 15,-15 0-234-15</inkml:trace>
  <inkml:trace contextRef="#ctx0" brushRef="#br0" timeOffset="-70484.92">4322 14646 207 0,'0'0'150'0,"0"0"-104"0,0 0 43 0,0 0-32 0,0 0-36 0,0 0 28 15,0 24 10-15,0-12-33 16,16 4 5-16,2 4 14 16,-5-4 14-16,-7 8 0 15,10-8-28-15,-4 12-21 0,0 4 13 16,4 4 2 0,-10 9 4-16,-6-1 8 0,0 4-5 15,0 0-13-15,0-8-17 16,0 1 14-16,0-2-14 15,0-6-4-15,0-5-2 16,0-9-16-16,0-2-10 16,-22-9-18-16,-2-8-73 15,-4 0-92-15,15 0-207 16</inkml:trace>
  <inkml:trace contextRef="#ctx0" brushRef="#br0" timeOffset="-69800.64">4958 15043 180 0,'0'0'525'0,"0"0"-494"0,0 0 54 0,0 0 26 0,0 0-85 15,0 0 9-15,-6 0 38 16,6 0-27-16,0 0-15 15,6 0-12-15,16 0 1 16,-4 0 6-16,-5 0-19 16,8 0 0-16,-2 0-3 15,3-4-2-15,3-4 2 16,-4 3-8-16,-2 2-1 16,3-5-13-16,-16 8-8 0,6 0-38 15,10 0-49-15,-10 0-52 16,-12-8 33-16,13 4-207 15</inkml:trace>
  <inkml:trace contextRef="#ctx0" brushRef="#br0" timeOffset="-69402.99">4843 14690 633 0,'0'0'151'0,"0"0"-122"0,0 0 30 0,0 0 40 16,0 0-68-16,0 0-1 0,189-4-13 16,-154 4-12-1,-4 0-1-15,3 0-4 0,-13 0 0 16,-8 0-17-16,-13 0-8 15,0 0-38-15,0 0-80 16,0 0-77-16</inkml:trace>
  <inkml:trace contextRef="#ctx0" brushRef="#br0" timeOffset="-66754.61">6034 14862 481 0,'0'0'91'0,"0"0"37"0,0 0-2 0,0 0-77 0,0 0 10 0,0 0-11 15,236-28-25-15,-224 24-18 16,0 0 25-16,-12 1-12 15,0 3-11-15,0 0-7 16,0 0-30-16,7 0-28 16,-7 0-164-16,0 0-387 15</inkml:trace>
  <inkml:trace contextRef="#ctx0" brushRef="#br0" timeOffset="-66105.44">6697 14586 682 0,'0'0'121'0,"0"0"-41"0,0 0 27 0,0 0-54 16,0 0 29-16,0 0-43 16,134-81 13-16,-81 81-37 15,-13 0 7-15,6 0-8 16,-5 0-13-16,-17 0-2 15,-8 25-2-15,-16 14-8 0,0 18-2 16,-6 11 13-16,-56 8-17 16,-3 5 11-16,-4-6 0 15,10-3 4-15,4-7 2 16,17-17 1-16,17-8 15 16,21-16-6-16,0-16-7 15,0-8-3-15,6 0-1 16,56 0 1-16,-3 0 1 15,15-24 2-15,-9 1 1 16,-3 6-4-16,-15 9-3 16,-13 4 1-16,-9 4-14 15,-3 0-1-15,2 0-47 16,4 0-130-16,-22 0-266 16</inkml:trace>
  <inkml:trace contextRef="#ctx0" brushRef="#br0" timeOffset="-65605.54">7519 15063 536 0,'0'0'359'0,"0"0"-305"0,0 0 47 0,0 0-31 0,0 0-58 15,0 0-10-15,0-8 6 16,0 8-6-16,0 0 37 15,0 0 2-15,0 0 10 16,0 0-30-16,0 0-21 16,0 0-24-16,0 0-44 15,0 0-20-15,0 0-104 16,13 0-128-16,-13 0-71 16</inkml:trace>
  <inkml:trace contextRef="#ctx0" brushRef="#br0" timeOffset="-62892.07">8301 14409 594 0,'0'0'42'0,"0"0"4"0,0 0 107 16,0 0-39-16,0 0-46 0,0 0-12 15,0 0-32-15,-140 168-18 16,131-151-1-16,9-14 25 16,0 2-21-16,0-5 2 15,0 0-6-15,0 0-4 16,9 0 1-16,16 0-2 15,3 0 3-15,6 0 0 16,-22 0-1-16,16-5 0 16,-15 2 2-16,5-5-2 15,-2 8 0-15,-16 0-2 0,6 0-2 16,-6 0-2 0,0 0 4-16,0 0-3 15,0 0 8-15,0 0-9 16,0 11 8-16,0 22 8 0,0-1-10 15,0 4 10-15,0 0-11 16,0 0 1-16,0-4-2 16,0 4 0-16,0 5 0 15,0 3 3-15,0-5 2 16,0-3 4-16,0-8-9 16,0-15 5-16,0-5-10 15,0-8 5-15,0 0-21 16,0 0 3-16,0 0-9 0,0 0-2 15,0 0-15 1,0 0-20-16,0 0-176 16,0 0-89-16</inkml:trace>
  <inkml:trace contextRef="#ctx0" brushRef="#br0" timeOffset="-62239.22">8815 13944 764 0,'0'0'135'0,"0"0"-76"0,0 0 37 0,0 0-55 0,0 0-7 15,0 0-4-15,75-64 4 16,-23 52-30-16,-11 12 25 15,-7 0-15-15,-9 0-13 16,-10 0-2-16,-9 0 2 16,-6 40-5-16,0 0-5 15,-6 28 6-15,-34-11-13 0,-10 7 15 16,13-4 2 0,3-17 1-16,6-6 9 0,28-25-8 15,0 0-3 1,0-12 4-16,34 0-8 0,40 0 8 15,7-12 2-15,-3-12-6 16,-4 7 2-16,-21 6-2 16,-25-1-12-16,-10 12-18 15,-2 0-48-15,-16 0-131 16,0-5-256-16</inkml:trace>
  <inkml:trace contextRef="#ctx0" brushRef="#br0" timeOffset="-59927.38">9324 14633 583 0,'0'0'156'0,"0"0"-148"0,0 0 20 0,0 0 12 0,0 0 62 0,0 0-26 16,0 0-2-16,12 241-17 15,-12-172-36-15,0-5 3 16,0-1 1-16,0-14 1 16,0-1-19-16,0-15 24 15,0 3-27-15,-12-12-1 16,-4 4-3-16,16-16-9 0,0-9-24 16,0-3-21-1,0 0-32-15,0 0-50 0,0-12 47 16,0-7-76-16,-6-6-76 15</inkml:trace>
  <inkml:trace contextRef="#ctx0" brushRef="#br0" timeOffset="-59602.76">9023 15167 116 0,'0'0'386'0,"0"0"-299"16,0 0 38-16,0 0 9 16,0 0-32-16,0 0-6 15,19-8-43-15,8 8-21 16,8 0 4-16,11 0 28 15,1 13-31-15,-1-10-19 16,7 5-12-16,0 0-2 16,2-8-4-16,-2 0-45 15,21 0-13-15,-27 0-98 16,-16-16-291-16</inkml:trace>
  <inkml:trace contextRef="#ctx0" brushRef="#br0" timeOffset="-59027.46">10018 15272 713 0,'0'0'112'0,"0"0"-29"0,0 0 17 0,0 0-71 0,0 0 25 15,0 0-12-15,0-113 7 16,0 49-31-16,0-5 8 0,0-14-8 16,0 7-12-1,6-4-6-15,7 11 0 0,-13 13 1 16,9 16 7-16,-9 4-11 15,0 11 7-15,6 10-8 16,-6-1-7-16,0 3 7 16,0 13 4-16,0 0-10 15,0 0 5-15,0 13-21 16,0 34 26-16,-46 17 4 16,-1 5 6-16,13-13-8 15,0-12-4-15,22-8-5 16,-4-8-19-16,10 1-17 0,6-1-52 15,0-16 7 1,0-1-103-16,22-11-61 0</inkml:trace>
  <inkml:trace contextRef="#ctx0" brushRef="#br0" timeOffset="-58462.24">10648 14577 572 0,'0'0'118'0,"0"0"-57"0,0 0-5 0,0 0 5 16,0 0 4-16,0 0 1 15,-189 130-25-15,164-86-12 16,-9 3 9-16,12 6-13 15,10-1-11-15,12 12-13 0,0-8 6 16,0 0-6-16,0 1 0 16,12-2 2-16,16-7-4 15,0-7 1-15,12-10-4 16,-9-10-1-16,3-13-4 16,-21-8 0-16,8 0-42 15,-14 0 43-15,5-29 8 16,-12-10 24-16,0-2-9 15,0 10 1-15,0 14-9 16,0 6-7-16,0 11 9 16,-12 0-9-16,-16 0-25 15,3 0 8-15,-15 11-4 16,27 14-36-16,-2-2-39 0,8-7-62 16,7-8-154-1</inkml:trace>
  <inkml:trace contextRef="#ctx0" brushRef="#br0" timeOffset="-58044.24">11175 14959 765 0,'0'0'366'0,"0"0"-342"0,0 0 36 0,0 0-60 0,0 0-9 15,0 0-39-15,-6 8-50 16,6-8-127-16,0 0-53 15</inkml:trace>
  <inkml:trace contextRef="#ctx0" brushRef="#br0" timeOffset="-57296.37">11736 14458 566 0,'0'0'103'16,"0"0"-31"-16,0 0 52 16,0 0-43-16,0 0-58 15,0 0-20-15,0-8-3 0,0 8-4 16,0 0 0-16,0 8 4 15,0 31 49-15,-34 10 16 16,-6 10-32-16,-7 2-11 16,1-5-9-16,12-12-8 15,9-8 5-15,19-15-2 16,6-6-13-16,0-7 8 16,0 5-6-16,31-5-5 15,15-5 4-15,10 1 3 16,9-4 1-16,-3 0 0 0,-16 0 1 15,-5 0-2-15,-16 0-3 16,-10 0 2-16,-2 0-16 16,-13 0 8-1,6 0-12-15,-6 0 6 0,0 0 10 16,0 0-30-16,0 0-17 16,6 0 8-16,-6-7 40 15,12 2 3-15,-2 5-1 16,-10 0 1-16,0 0 0 15,0 0-16-15,0 0 16 16,0 17 2-16,0 19 42 16,0 8-11-16,0 4-5 15,0 12 14-15,0 0 1 16,0-4 14-16,0 5-37 0,-10-9-11 16,-2-12-5-16,12-16-1 15,0-12-2 1,0-12-31-16,0 0-73 0,0 0-128 15,0-9-153-15</inkml:trace>
  <inkml:trace contextRef="#ctx0" brushRef="#br0" timeOffset="-56213.18">12552 15095 116 0,'0'0'625'0,"0"0"-591"0,0 0 117 0,0 0-20 0,0 0-76 15,347 0-36-15,-260 0 8 16,-28 0-18-16,15 8-2 16,-34-8 0-16,-6 0-14 15,-15 0-12-15,-3 0-28 16,-16 0-70-16,0 4-180 0</inkml:trace>
  <inkml:trace contextRef="#ctx0" brushRef="#br0" timeOffset="-55730.43">13609 15463 731 0,'0'0'220'15,"0"0"-203"-15,0 0 30 16,0 0-35-16,0 0 2 16,0 0-14-16,18-116 55 15,1 44-8-15,-3-8-25 16,2-12 13-16,-12-4-18 16,4 15-11-16,-10 14 5 0,0 18-10 15,0 13 4-15,0 20 4 16,0 9-18-16,0 7-4 15,0 0 2-15,0 15-21 16,-34 26 30-16,-19 3-27 16,3 0-33-16,4 0-7 15,-1 0-18-15,16-8-74 16,3 0-65-16,16-8-281 16</inkml:trace>
  <inkml:trace contextRef="#ctx0" brushRef="#br0" timeOffset="-55096.4">14142 14670 438 0,'0'0'162'0,"0"0"-78"0,0 0 4 0,0 0-23 0,0 0-54 0,0 0 10 16,-127 192-7-16,87-139-12 16,12-1 4-16,3-12-3 15,19-4 11-15,-10-16-14 16,16-13 0-16,0-7-12 16,0 0 5-16,28 0-25 15,13 0 32-15,-1 0 1 16,6-15 2-16,-5 7-3 15,-7-8-8-15,-16 16 4 0,-5 0-15 16,-13 0 11-16,9 0-7 16,-9 0 14-16,6-5-2 15,7-6-17-15,-1-6-38 16,16-2-48 0,-16 2-42-16,4 6-21 0,-10 11 169 15,-6 0 13-15,0 0 155 16,0 36 1-16,-6 8-15 15,-22 12-33-15,0-7-64 16,16 6-17-16,-7-7-32 16,10-4 0-16,-4-11-8 15,13-5-1-15,0-4-36 16,0-9-103-16,0-2-163 16</inkml:trace>
  <inkml:trace contextRef="#ctx0" brushRef="#br0" timeOffset="-53699.22">4939 16555 472 0,'0'0'244'0,"0"0"-207"0,0 0 52 0,0 0 10 0,0 0-62 15,0 0 27-15,0 8 18 16,7-4-57-16,5-4 0 15,16 3 3-15,12-3 5 16,7 0-25-16,12 0 13 0,0 0-16 16,9 0 1-16,-9 0-6 15,-10 0-6-15,4-3-4 16,-13-9-26-16,-21 0-40 16,-19-5-115-16,0 2-197 15</inkml:trace>
  <inkml:trace contextRef="#ctx0" brushRef="#br0" timeOffset="-53299.28">4871 16382 449 0,'0'0'387'16,"0"0"-360"-16,0 0 18 0,0 0 46 0,0 0-53 0,0 0 38 15,295-20-29-15,-221 12-35 16,-9 0 7-16,-3 5-16 16,-3-2 5-16,-12-3-8 15,-19 1-5-15,-4-10-44 16,-17 9-73-16,-7-8-171 15,0 13-364-15</inkml:trace>
  <inkml:trace contextRef="#ctx0" brushRef="#br0" timeOffset="-52168.2">6167 16840 758 0,'0'0'93'0,"0"0"-88"0,0 0 67 0,0 0 8 15,0 0-34-15,0 0 12 16,323 0-42-16,-271 0-7 16,-5 0-4-16,-7 0-5 15,1-4-1-15,-7-5-15 16,-16 6-104-16,-18-5-117 15,0 3-330-15</inkml:trace>
  <inkml:trace contextRef="#ctx0" brushRef="#br0" timeOffset="-51614.21">6930 16551 671 0,'0'0'50'0,"0"0"74"16,0 0 23-16,0 0-99 16,0 0 10-16,0 0-32 15,341-141-21-15,-294 141-5 16,-13 0-6-16,-16 0 2 15,4 36 4-15,-22 16 7 16,0 13-5-16,-22 3-2 16,-30 4-2-16,11-12-5 15,-11-4-25-15,17-7 28 16,8-5 8-16,14-8 13 0,13-4-4 16,0-4-4-1,0-7-4-15,6-6-3 0,28 1 0 16,1 0 1-16,17-4-3 15,-11-4 0-15,-1-8 0 16,13 0 5-16,-1 0-11 16,-2 0 3-16,9-4-33 15,6-8-3-15,3-3-154 16,-9-2-164-16</inkml:trace>
  <inkml:trace contextRef="#ctx0" brushRef="#br0" timeOffset="-51135.09">7978 16896 409 0,'0'0'365'0,"0"0"-331"0,0 0 11 0,0 0 11 15,0 0-56-15,0 0-51 16,-12-24 1-16,12 15 50 15,0 1 1-15,0 0 49 16,0 5-12-16,-7 3-38 16,7 0-22-16,0 0-59 0,0 0-201 15</inkml:trace>
  <inkml:trace contextRef="#ctx0" brushRef="#br0" timeOffset="-49120.24">8468 17349 275 0,'0'0'1'0,"0"0"-1"0,0 0-5 0,0 0-46 16,0 0 51-16,0 0 90 16,0-8 7-1,0 8 19-15,0-4 4 16,0 0 13-16,0 0-57 0,0 0 1 15,0 4-41-15,0 0-8 16,0 0 8-16,0 0 9 16,0 0 25-16,0 0-33 15,0 0 4-15,0-8-32 16,0-8 6-16,0-20-9 16,0-12 8-16,12-16-11 15,10-5 20-15,3-3-10 16,9 0 5-16,-22-8 7 0,10-5-18 15,-3-3 9 1,-4 4-10-16,-9 7-12 0,-6 10 0 16,0 14 6-16,0 17-32 15,0 12 11-15,0 12 21 16,0 12 0-16,0 0-4 16,0 0-8-16,-15 12 6 15,-16 37-7-15,-9 10 7 16,-22 13-22-16,15-3-15 15,1-5-19-15,18-15-25 16,9-13-16-16,13-13-51 16,6-7 64-16,0-11 25 15,0-5-56-15,34 0-146 16</inkml:trace>
  <inkml:trace contextRef="#ctx0" brushRef="#br0" timeOffset="-48604.52">8908 16567 171 0,'0'0'246'0,"0"0"-113"0,0 0-24 0,0 0-9 0,0 0-48 0,0 0 4 15,0 3-11-15,0 22-31 16,-6-1-1-16,-6 8 3 16,2 4 13-16,-2 4-12 15,6 8 15-15,-13 9-28 16,4 2 1-16,8 2-5 15,7 3 0-15,0-4-1 16,0-7-4-16,0-6-3 16,0-14-26-16,22-13 16 15,-3-12-13-15,-1-8 18 16,10 0-20-16,0-20 25 0,-3-24 8 16,3-12 5-16,-22 7-5 15,0 10 0-15,-6 9-5 16,0 11 3-16,0 15-2 15,-6 4-19 1,-28 0-2-16,-6 4 9 0,-1 28 2 16,10 0-10-16,-3-3-37 15,13-14-203-15</inkml:trace>
  <inkml:trace contextRef="#ctx0" brushRef="#br0" timeOffset="-46770.43">9637 17148 226 0,'0'0'499'0,"0"0"-371"0,0 0-11 16,0 0-33-16,0 0-8 0,0 0-41 0,0-176 4 15,12 116-18 1,4-5 5-16,-4 1-23 16,1-3 4-16,-7 14-7 0,3 5-3 15,-9 20-2 1,0 11-32-16,0 17-4 0,0 0-45 15,0 0 4-15,0 29-111 16,-34 11-599-16</inkml:trace>
  <inkml:trace contextRef="#ctx0" brushRef="#br0" timeOffset="-46506.36">9330 17012 157 0,'0'0'515'0,"0"0"-493"15,0 0 107-15,0 0-15 16,0 0-29-16,0 0-36 15,313 12-27-15,-245-12-20 16,-3 0-2-16,-9 0-13 16,-9 0-64-16,-29 0-102 15,-11-4-242-15</inkml:trace>
  <inkml:trace contextRef="#ctx0" brushRef="#br0" timeOffset="-45889.19">10285 16583 462 0,'0'0'107'0,"0"0"-35"0,0 0 2 0,0 0-28 0,0 0-29 15,0 0 36-15,-146 213 20 16,125-157-3-16,2 4-25 16,-3 4-15-16,16-3 17 15,0 3-25-15,6-5-11 0,0-2-7 16,0-1-8-16,0-12 8 15,28-8-8-15,12-8-6 16,0-8 0-16,13-8-1 16,0-12 4-16,6 0 2 15,-4-8-11-15,-14-24 15 16,-16-4-31-16,3 0 12 16,-28 0-19-16,0 8 22 15,0 3 6-15,-28 9-9 16,-13 12 19-16,7 4 1 15,-12 0-2-15,15 4-6 0,3 25-5 16,-6 7-49 0,15 0-92-16,-9-4-243 0</inkml:trace>
  <inkml:trace contextRef="#ctx0" brushRef="#br0" timeOffset="-45106.64">10908 16462 342 0,'0'0'296'0,"0"0"-134"0,0 0-55 0,0 0-44 0,0 0-10 16,0 0 24-16,0 49-34 16,0-5-14-1,-40 4-20-15,6 0 7 0,-7 0 9 16,7-11-14-16,0-1-6 16,9-9-1-16,19 1 2 15,0 0 1-15,6-7 4 16,0-1-10-16,0 0 0 15,0-9-1-15,0 6-5 16,6-5 0-16,13-5-17 16,9 2 18-16,-3-9-6 15,21 0 4-15,4 0 12 16,2 0-12-16,-5 0 0 16,-13 0-3-16,-9 0-7 15,3-12-5-15,-10 0 9 0,-2 0-62 16,-4-8 24-16,-6-5-7 15,-6 2 30-15,0-1-20 16,0 7 35-16,0 6 11 16,0 6 1-16,0 5 23 15,0 0 34-15,0 0-20 16,0 0-28-16,0 0-9 16,0 21-9-16,0 7 6 15,0 8 3-15,-18 4 14 16,12 8 18-16,-16 5-12 15,16-6 14-15,-7 6-32 0,13-6 2 16,-9-2-4-16,3-5-11 16,6 4-17-16,-6-4-12 15,-1-4-113-15,1-8-63 16,6-15-200-16</inkml:trace>
  <inkml:trace contextRef="#ctx0" brushRef="#br0" timeOffset="-44606.34">11742 16944 790 0,'0'0'41'0,"0"0"111"0,0 0-58 0,0 0-41 15,0 0-40-15,0 0-10 16,394 36-3-16,-332-28-10 16,-3 0 4-16,-19-5-56 15,7-3-179-15,-19 0 140 16,-16 0-454-16</inkml:trace>
  <inkml:trace contextRef="#ctx0" brushRef="#br0" timeOffset="-44074.72">12672 17320 290 0,'0'0'193'15,"0"0"-83"-15,0 0-2 16,0 0-6-16,0 0-17 15,0 0 9-15,19-7-25 16,-3-22-9-16,-4-10-8 0,0-14-25 16,23-10 22-1,-17-18-31-15,16 5 1 0,0-5-19 16,-15 14 0-16,3 6 0 16,-10 9-5-1,-12 16-2-15,0 12-9 0,0 12 9 16,0 12 14-1,0 0-13-15,0 0 6 0,0 0 0 16,-34 20-9-16,-19 12 5 16,1 13-2-16,-7 7-23 15,3 4-5-15,9-1-38 16,13-6 37-16,3-9-31 16,31-16-69-16,0-12-81 15,0-12-159-15</inkml:trace>
  <inkml:trace contextRef="#ctx0" brushRef="#br0" timeOffset="-43375.79">13119 16655 113 0,'0'0'435'0,"0"0"-422"0,0 0 29 0,0 0 16 0,0 0-23 15,0 0 13-15,6 8 40 16,-6 20 12-16,0 8 0 16,-46 4-13-16,-7 1-30 15,0-5-31-15,1 0-24 16,11-8-1-16,7 0 6 0,12-4-14 15,16-12 14-15,6 4-16 16,0-8 3-16,0-5 2 16,0 6-7-16,22-9 7 15,3 0-8-15,15 0 11 16,7 0 0-16,8 0 2 16,-2 0-6-16,-6 0 5 15,5 0-4-15,-5-4-28 16,-19 4-23-16,6-5 21 15,-22-1 7-15,-6-3-7 16,16-3-37-16,-9 0 52 16,-13 0 18-16,6 8-10 15,-6 0 18-15,6 4-14 16,-6 0 1-16,6 0-9 0,10 0-38 16,-16 0 12-16,0 0 35 15,0 23 6-15,0 18 54 16,0 11-10-16,0 4-7 15,0 0-8-15,0 1-29 16,0-9 33-16,-10-8-53 16,4-4 20-16,0-16-123 15,-13-8-190-15</inkml:trace>
  <inkml:trace contextRef="#ctx0" brushRef="#br0" timeOffset="-42558.53">14096 17325 454 0,'0'0'272'0,"0"0"-251"0,0 0 34 0,0 0 65 0,0 0-48 0,0 0 19 15,0-8-28-15,0 8-19 16,0 0-8-16,18 0-5 16,10 0-10-16,6 0-20 15,7 0-1-15,5 0-6 16,-12-16 3-16,-3-1-41 16,-9 6-10-16,-10-6-76 15,-12 14-83-15,0 3-41 16,0 0-226-16</inkml:trace>
  <inkml:trace contextRef="#ctx0" brushRef="#br0" timeOffset="-42325.1">14096 17325 432 0,'18'-221'665'0,"-18"221"-636"16,0 0 5-16,10 0-16 16,27-8 14-16,3-4-19 0,10 4-5 15,-13 0-5 1,13 0-6-16,-19 0-6 16,3 0-12-16,-13 4-39 0,-14-4-144 15,-7 5-202-15</inkml:trace>
  <inkml:trace contextRef="#ctx0" brushRef="#br0" timeOffset="-38828.17">15491 17040 32 0,'0'0'728'0,"0"0"-699"0,0 0-10 0,0 0 27 0,0 0-33 16,0 0 28-16,0 0 44 15,0 0-34-15,109 0 29 16,-97 0-50-16,3 0 21 15,-2 0-18-15,5 0-13 16,17 0-17-16,-1 4 1 16,6-4-6-16,6 0 14 15,1 0-24-15,-13 0 6 16,-9 0-13-16,-3 0-39 16,-16-4-24-16,-6-7-67 0,0-6-175 15</inkml:trace>
  <inkml:trace contextRef="#ctx0" brushRef="#br0" timeOffset="-38045.17">16306 16775 190 0,'0'0'678'0,"0"0"-606"0,0 0-7 0,0 0-47 15,0 0-18-15,0 0 0 16,97-15 0-16,-57 10 0 15,-9 5-10-15,3 0 10 16,-12 0 9-16,-10 25 32 16,1 6 12-16,-13 10-8 0,0 6-34 15,0-2-10 1,-13-5-1-16,-15-8-12 0,16-11 7 16,-1-6-14-16,7-11 14 15,6-4-33-15,0 0 4 16,0 0-4-16,0 9 19 15,6-1 18-15,13-1 1 16,-7 1 2-16,-2 0 2 16,-10 0 5-16,0 8 5 15,0 1 8-15,0 11-19 16,-34 11 5-16,-28 18-8 16,-4 7-2-16,-8 0-3 0,9-8 1 15,31-24 2-15,12-23-62 16,22-9-71-16,0-13-238 15</inkml:trace>
  <inkml:trace contextRef="#ctx0" brushRef="#br0" timeOffset="-37396.36">16936 16876 579 0,'0'0'140'0,"0"0"-17"0,0 0 6 0,0 0-56 0,0 0-47 0,0 0 38 16,0 0-43-16,0 0-9 16,0 0-7-16,0 0-2 15,0 0 7-15,6 4-10 16,28 7 9-16,0 6 0 16,-15 11-12-16,-4 4 3 15,-15 12 0-15,0 9 2 16,0 2 1-16,0 6 3 15,-15-9-3-15,-10 4-1 16,-3-4 8-16,16-16-11 16,6-4 2-16,6-19-2 0,0-2-27 15,0-3 9-15,6-4 12 16,19 4 0-16,15-8 5 16,6 0 4-16,10 0-4 15,9-4 7-15,-12-12-6 16,-13 8 4-16,7 0-6 15,-13 8 3-15,0-4-8 16,0 0-53-16,-28 4-169 16,7-4-340-16</inkml:trace>
  <inkml:trace contextRef="#ctx0" brushRef="#br0" timeOffset="-35748.42">9997 17574 349 0,'0'0'101'0,"0"0"-77"0,0 0 54 0,0 0-40 16,0 0-35-16,0 0 7 15,0 0 26-15,0 0 4 16,0 0 16-16,0 0 27 15,0 12 22-15,0-12-52 16,9 4-11-16,3 0-40 0,-6-1 15 16,16 5-12-16,3 0 2 15,-3 9 2-15,3-1 12 16,2 0 14-16,1-1-13 16,3 10 4-16,10-5-24 15,5 0 14-15,1 0-13 16,8-8-2-16,-14 1 1 15,12-6 1-15,-13 1-3 16,6 0 6 0,1 5-14-16,-1-2 16 15,1 6-3-15,6-2-4 0,9 6 6 16,-4-5-3-16,5-1-4 16,-5-2 0-16,1-2 2 15,3 1-1-15,-3 4 3 0,-6-3 4 16,15-1-7-16,-21-9 7 15,5 5-8-15,-5-3 7 16,-7-1-7-16,7 0 1 16,-7 3-1-16,16 1 1 15,-3-3-4-15,-1 3 9 16,1 0-12-16,9 0 17 16,-3-1-13-16,-6 2 3 15,-13-5-1-15,22-4 0 16,-22 0 0-16,7 0-2 15,-1 0-3-15,1 0 1 0,-1 0 8 16,-5 0-8 0,5 0 14-16,-12 0-13 0,13 0 3 15,-7 0 0-15,7 0-2 16,-1 0 2 0,7-8-2-16,3-4 4 0,-4-9-9 15,7 5 12-15,-6 5-13 16,-19-6 9-16,6 9-3 15,-18 1 2-15,-16 3 0 16,19-5-2-16,-3 6 9 16,-4-10-10-16,23 10 10 15,-13-6-13-15,12 1 11 16,0 5-7-16,-21-2 3 16,-13 2-1-16,-6 3 0 0,0 0 2 15,0 0-6-15,0-5 10 16,0 5-13-16,0 0-24 15,0-8-35-15,16 4-73 16,2 1 71-16,-12 3 1 16,10 0-23-16,-16 0-88 15,0 0-186-15</inkml:trace>
  <inkml:trace contextRef="#ctx0" brushRef="#br0" timeOffset="-32549.61">18074 16896 20 0,'0'0'403'0,"0"0"-375"0,0 0 58 0,0 0 73 0,0 0-86 0,0 0 20 15,0 0-1-15,0-33-27 16,0 33-53-16,0 0 28 16,0 0 0-16,0 0-36 0,0 0 14 15,0 0-16 1,0 0 13-16,0 0-4 15,0 0 12-15,0 9-23 0,-16 15 19 16,-2 12-14-16,-10 12 7 16,9 9 4-16,-9-2-12 15,-6 6 1-15,9 3-4 16,-9-8-2-16,6-12 6 16,10-8-12-16,5-16-5 15,13-12-7-15,0-8-26 16,0 0-58-16,0-4-146 15,0-20-74-15</inkml:trace>
  <inkml:trace contextRef="#ctx0" brushRef="#br0" timeOffset="-32217.19">17646 17196 195 0,'0'0'368'0,"0"0"-291"0,0 0 48 0,0 0 11 0,0 0-68 15,0 0-10-15,53 0-28 16,-1 0 40-16,10 8-35 16,4 5-30-16,8-13-5 15,-9 0-23-15,-9 0-54 16,-3 0-77-16,-35-8-163 16</inkml:trace>
  <inkml:trace contextRef="#ctx0" brushRef="#br0" timeOffset="-31435.18">18722 16927 589 0,'0'0'99'0,"0"0"-29"0,0 0 17 0,0 0-61 0,0 0 4 0,0 0 35 15,0 0-9-15,-28 0-5 16,-6 0-4-16,3 0 1 16,-9 17-26-16,5-5 5 15,8 4-24-15,8 0 11 16,3 4-14-16,16 1 0 15,0 2-5-15,0 1 5 16,28 1-2-16,19-2 6 16,-7-2-6-16,7 2 9 15,5-2-14-15,-5-1 12 16,9 4-10-16,-10-4 5 16,-12 8 0-16,-9-4-1 15,-3 0 0-15,-16-4-10 16,6 8 19-16,-12-4-18 0,0 8 20 15,0 8-14-15,-46-3 8 16,-13 11-4-16,-9-4 0 16,9-8 3-16,12-8-3 15,1-17 4-15,37-11-9 16,2 0-4-16,7 0 2 16,0-11-41-16,0-29-71 15,0-9 42-15,0 2-28 16,0-2-130-16,0 9-272 15</inkml:trace>
  <inkml:trace contextRef="#ctx0" brushRef="#br0" timeOffset="-31002.5">18706 16993 613 0,'0'0'248'0,"0"0"-229"0,0 0 76 0,0 0-65 15,0 0-12-15,0 0-5 16,41 0 7-16,-7 0 11 15,-6 0-21-15,3 0 13 0,9-5-16 16,-6 1-14 0,6 0-49-16,-5 0-89 0,-23 4-139 15</inkml:trace>
  <inkml:trace contextRef="#ctx0" brushRef="#br0" timeOffset="-30535.02">19209 17481 0 0,'0'0'437'0,"0"0"-349"0,0 0 23 16,0 0 6-16,0 0-42 15,0 0-9-15,68 181-4 16,-49-169-43-16,2-9 8 16,10 10-9-16,10-13 10 15,-7 0 9-15,12 0 1 16,1 0-3-16,-7 0-31 15,-6-32 38-15,0-13-34 16,-9-19 7-16,-9-8-9 16,-4 0-9-16,-6 4 3 15,-6 12-19-15,0 12 4 0,-6 8 14 16,-47 16-6-16,-21 4 6 16,-7 16-5-16,-18 0-11 15,25 0 13-15,8 24-32 16,17 7 5-16,24 10-2 15,19 3-39-15,6 4-169 16,0-4-198-16</inkml:trace>
  <inkml:trace contextRef="#ctx0" brushRef="#br0" timeOffset="-29903.31">20257 17392 840 0,'0'0'76'0,"0"0"-24"0,0 0-9 0,0 0-8 15,0 0 46-15,0 0-14 16,235 5-46-16,-182-1 0 16,-6 0-19-16,8 0 5 15,-17 4-7-15,-4-3-3 16,6-2-8-16,-18 2-22 15,-4-5-16-15,4 0-78 16,-16 0-70-16,-6 0-183 16</inkml:trace>
  <inkml:trace contextRef="#ctx0" brushRef="#br0" timeOffset="-29652.58">20393 17229 803 0,'0'0'148'16,"0"0"-116"-16,0 0 49 0,0 0-12 15,0 0-55 1,0 0 1-16,158 0-10 0,-111 0-10 15,9 0-49-15,-25 0-71 16,3 0-196-16</inkml:trace>
  <inkml:trace contextRef="#ctx0" brushRef="#br0" timeOffset="-25789.33">21556 17145 416 0,'0'0'89'0,"0"0"-2"0,0 0 28 0,0 0-27 0,0 0-40 16,0 0 37-16,0 0-9 16,-22 0 16-16,22 0-34 15,0 0-5-15,0 0-29 16,6-21-5-16,41 1-14 15,15 0 19-15,3-4-14 16,3 8-6-16,7 1-8 16,-4 10 9-16,-9 5-11 15,-9 0 0-15,-19 0 3 16,-22 32-9-16,-12 21 6 16,0 11-11-16,-6 11-4 0,-47 14 5 15,-9 4-2 1,-9-1 13-16,3-9 10 0,9-11-10 15,19-7 10-15,24-17-3 16,16-15 0-16,0-14-2 16,0-7 0-16,50-12-8 15,21 0 5-15,3 0 6 16,7 0-2-16,-16-12 2 16,-9 0-3-16,-16 5 0 15,-15 2-7-15,3 2-16 16,-9-2-92-16,-13 5-132 15,-6-4-311-15</inkml:trace>
  <inkml:trace contextRef="#ctx0" brushRef="#br0" timeOffset="-25038.62">22384 17874 524 0,'0'0'14'0,"0"0"0"0,0 0 65 0,0 0 8 0,0 0-15 0,0 0-4 16,59-80-27-16,-19 35-3 15,16-2 20-15,-3-9-16 16,5-8 8-16,4-5-4 16,4-11-25-16,-4-4-20 15,-10 4 3-15,-11 0-2 16,-23 15-4-16,-12 9-1 15,-6 8-8-15,0 16-4 16,-18 16 15-16,-35 7 12 16,-3 9-10-16,4 0 14 15,5 0-1-15,7 13-2 16,-1 15-13-16,29 12 0 16,6 4-2-16,6 0-1 0,0 8 0 15,0 1 6 1,18-6-6-16,35-2-10 0,3-1 4 15,-9-4-19-15,5 0 5 16,-11 4-7-16,-14 5 21 16,-14 2 7-16,-13 1 4 15,0 5 2-15,0-5 22 16,-47-4 20-16,-5-3-18 16,-4-9 10-16,15-5-25 15,-5-7 9-15,-1-12-22 16,29-7-11-16,-4-5-21 15,22 0-69-15,0-28-140 16,0-5-581-16</inkml:trace>
  <inkml:trace contextRef="#ctx0" brushRef="#br0" timeOffset="-23540.39">23460 17530 576 0,'0'0'379'0,"0"0"-323"0,0 0 50 0,0 0-44 0,0 0-21 0,0 0-15 16,0 0 22-16,-6 0-47 16,6 0 4-16,0 0-5 15,0 0-2-15,0 0-39 16,0 0-28-16,0 0-78 15,0 0-270-15</inkml:trace>
  <inkml:trace contextRef="#ctx0" brushRef="#br0" timeOffset="-23267.38">23460 17530 143 0</inkml:trace>
  <inkml:trace contextRef="#ctx0" brushRef="#br0" timeOffset="-22874.29">23460 17530 143 0,'328'-33'335'0,"-328"33"-311"0,0 0 30 16,0 0 109-16,0 0-40 15,0 5 1-15,0-2-51 16,0 2-21-16,0 7-2 15,0-1-16-15,0-3-23 16,0 12 10-16,0 1-16 0,0 7 9 16,0 3-9-1,0-3-1-15,0 5-2 0,0-9-2 16,0 4 3-16,13 0-2 16,15-4 7-16,-3 0-5 15,9-3 4-15,-6-10-7 16,18-7 5-16,-6-4-4 15,7 0-2-15,6-4 2 16,-1-32-1-16,17-16 3 16,-29-9 1-16,0-6 2 15,-9-2-6-15,-22-6 0 0,-9 3-13 16,0 11-9 0,0 17 17-16,0 11 2 15,-40 22-4-15,-6 6-9 0,-16 5 12 16,3 0 4-16,-10 29 0 15,17 3-6-15,11 4 2 16,7 0-31-16,16-8-26 16,12 4-43-16,6-4-139 15,0-3-77-15</inkml:trace>
  <inkml:trace contextRef="#ctx0" brushRef="#br0" timeOffset="-22276.61">24449 17666 481 0,'0'0'124'0,"0"0"18"0,0 0-18 0,0 0-25 0,0 0-39 0,0 76-38 16,0-52 2-1,0-8-6-15,0 4 24 0,0 4-20 16,0-4 7-16,0 0-18 16,0-4-4-16,0-8-7 15,22 0 5-15,2 0-11 16,10-8 12-16,1 0-8 16,5 0 7-16,-9 0 9 15,25-27-12-15,-10-18 10 16,1 1 4-16,-7-8-13 15,-21-9-3-15,15 10-1 16,-28-6 0-16,-6 1-15 0,0 12 6 16,0 0-14-1,0 16 22-15,-40 12 2 0,21 12 5 16,-21 4 1 0,6 0-3-16,-7 0-6 0,-5 15-3 15,6 15 1-15,-7-7-30 16,13-2-16-16,15-1-37 15,-2-4 15-15,14 4-87 16,7-1-74-16,0-2-56 16</inkml:trace>
  <inkml:trace contextRef="#ctx0" brushRef="#br0" timeOffset="-21491.84">25165 17726 538 0,'0'0'24'0,"0"0"-23"0,0 0 11 0,0 0-4 16,0 0 9-16,0 0 47 16,0 8 13-16,0 0 8 15,0-8 46-15,0 7-42 0,0-7-38 16,0 5-1-1,0 11-43-15,0-4 8 0,0 8-14 16,0-4 11-16,0-4-11 16,0-4 2-16,25 5 2 15,-3-5-5-15,-4 3 12 16,10-2-10-16,-15-9 9 16,21 0-2-16,-13 0-8 15,17 0 2-15,-11 0-3 16,14-28 2-16,-1-5 0 0,7-3 4 15,-1-4-5 1,-12 8 10-16,-6-4-1 0,-3 0 15 16,-13-5-24-16,4-3 9 15,-16-7-10-15,0-6-15 16,0 1 1 0,0 12-17-16,-16 19 20 0,-21 18 11 15,-12 7-7-15,-10 0 19 16,-16 12-14-16,10 16 6 15,12 0-7-15,-2 0 3 16,30-4-29-16,-3 4-38 16,9-3-72-16,-2-1-151 15,2 4-377-15</inkml:trace>
  <inkml:trace contextRef="#ctx0" brushRef="#br0" timeOffset="-20710.69">23218 17762 269 0,'0'0'419'0,"0"0"-313"0,0 0 16 0,0 0-25 0,0 0-51 15,0 0-42-15,0 0-4 16,0 0-7-16,0 0 3 16,0-4-30-16,0-5-55 15,0 2-158-15</inkml:trace>
  <inkml:trace contextRef="#ctx0" brushRef="#br0" timeOffset="-18679.32">22002 16105 439 0,'0'0'58'0,"0"0"-17"0,0 0 100 0,0 0-67 0,0 0-32 0,0 0-14 0,0 97 21 15,0-81-11-15,0 9 13 16,0 11-21-16,0 8-2 16,0-5-15-16,0 9 9 15,0-12-2-15,0-15 12 16,-12-13-11-16,12-8-18 16,0 0 17-16,0 0-14 15,0-8 19-15,0-33-25 16,0-23 2-16,0 0 0 15,0-16 4-15,34 0-12 0,-15-5 12 16,2 5-8 0,4 4 2-16,3 12 0 15,-3 4-4-15,3 20 1 16,0-9 5-16,-3 10-2 0,9-2 0 16,-6 13 0-16,-10 9-5 15,-5 10 0-15,-4 9 0 16,-3 0-20-16,0 0-5 15,13 4 15-15,3 24 13 16,-4 4 2-16,10 1-2 16,-22 15 2-16,-6-8-21 15,0 16 3-15,0 0-12 16,-40 4 26-16,-13 8-1 16,1-3 5-16,-4-6 24 15,-3-10 12-15,25-13-25 16,15-12-8-16,-3-12-6 0,22-4-1 15,0 0 2-15,0 1-7 16,16 6 9-16,24 1 1 16,7 8 9-16,-1-4-1 15,-12 8 26-15,-15-4 3 16,0 4-20-16,2-8-5 16,-14-4-7-16,5-7-12 15,3-6-16-15,-2-3-94 16,-1 0-129-16,-12 0-273 15</inkml:trace>
  <inkml:trace contextRef="#ctx0" brushRef="#br0" timeOffset="-17912.67">22926 15756 215 0,'0'0'269'0,"0"0"-175"0,0 0-6 0,0 0-46 0,0 0-9 16,0 0 3-16,0 0 19 0,0 0-36 15,0 0 14 1,0 0 29-16,0 0 0 0,0 0-17 16,0 0 8-16,-21 13-10 15,-26 2-36-15,19 6 6 16,4-6-10-16,-11 2 12 15,23 7 3-15,-16 4 3 16,28 0-15-16,0 5-5 16,0-2-1-16,0 1 5 15,0 1-11-15,0-5 9 16,34-5-6-16,7 2 5 16,5-9-7-16,13 0 3 15,15 4 2-15,13-8 0 0,6 4-4 16,-12-5 1-16,-19-6-16 15,-31 7 15-15,-9-8-17 16,-22 0 20-16,0 8 1 16,0 8 0-16,-22 12 20 15,-37 12-13-15,-28 8-7 16,-6 1 3-16,19-14-11 16,-1-3 9-16,35-19-4 15,9-13-3-15,9-4-16 16,22 0-51-16,0 0-66 15,-6-24-88-15,6-12-390 16</inkml:trace>
  <inkml:trace contextRef="#ctx0" brushRef="#br0" timeOffset="-17463.93">23171 15500 594 0,'0'0'92'0,"0"0"-82"0,0 0 5 0,0 0 9 16,0 0 21-16,0 0 10 15,-6 57 23-15,6-10-17 16,0 17 32-16,0 8 6 15,0 1-57-15,0 8-10 0,6-6-14 16,10-3-6 0,-4-3-9-16,1-2 0 0,-7-10 2 15,9-1-10-15,-15-16-10 16,13-8-10-16,-7-12-35 16,-6-15-113-16,0-5-363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8T22:02:21.6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14409 3734 154 0,'0'0'250'0,"0"0"-236"0,0 0-14 0,0 0 10 16,0 0 16-16,0 0 43 0,0 0 2 16,0 0-6-1,0 0-5-15,0 0 16 16,0 0-14-16,0 0-15 0,0 0-21 16,0 0 2-16,0 0-6 15,0 0-4-15,0 0 2 16,0 0-18-16,0 0 19 15,0 0-19-15,0 0 9 16,0 0-6-16,0 0-2 16,0 0-3-16,0 0 1 15,0 0-1-15,0 0 0 16,0 0 3-16,0 8 2 16,0-1 0-16,0 1-4 15,0 0-2-15,0 0 3 16,0 5-2-16,6-1 0 0,10-1 0 15,2 2-2-15,-12-1-1 16,16-4 2-16,-10 0 1 16,-5-8-2-16,-1 3-4 15,3-3 6-15,4 5 0 16,-1-5 1-16,-6 4-2 16,10-4 2-16,-4 3-7 15,-6-3 9-15,16 0-6 16,-10 0 6-16,1 0-6 15,2 0 3-15,-2 0 0 16,-1 0 0-16,1 0-1 16,-4 0 1-16,9 0 0 15,-5 0 2-15,9 0 4 16,2 0-12-16,-2 0 12 16,-3 0-12-16,-4 0 6 0,-2 0 0 15,-1 0-1-15,-3 0 4 16,4 0-9-16,5 0 9 15,-2 0-7-15,2 0 7 16,-5 0-7-16,8 0 4 16,-2-3-4-16,3-1 4 15,-4-1 0-15,4 2-2 16,3-2 8-16,-3 5-11 16,2-3 12-16,4-5-10 15,6-1 7-15,1 1-5 0,-11 0 2 16,17 0-1-16,-7 0 0 15,0 1 2-15,6-1-6 16,-9 3 9-16,-3 2-8 16,0 3 4-16,3 0-1 15,-3 0 1-15,6 0 0 16,-9-5-1-16,9-3 2 16,0 0-6-16,0 1 10 15,-15 2-7-15,21-3 5 16,-12 8-6-16,6 0 6 15,-15 0-5-15,21 0 1 16,-12 0 0-16,-3 0-1 16,3 0 4-16,0 0-7 0,-10 0 6 15,1 0-2-15,-4 0 0 16,4 0 1-16,3 0-1 16,-4 8 0-16,16 0 0 15,-6 0-3-15,-9 1-4 16,2 2 7-16,-2-6-4 15,-7 3 8-15,4-1-8 16,-4 6 4-16,1-2-1 16,-7 6-5-16,3-1 6 15,-9-4-5-15,0-1 10 16,0-3-13-16,13 9 10 16,-13-6-4-16,0 5 4 0,0-7-2 15,0 2 1 1,0 6 1-16,0-17 17 0,0 8-19 15,0-4 8-15,0-4-4 16,0 0 6-16,0 0-7 16,0 0 7-16,0 0-3 15,0 0 11-15,0 0-4 16,0 0-4-16,0 0-7 16,0 0-1-16,0 0-4 15,0-4 0-15,0-8 1 16,6-4-4-16,12-9 5 15,-2 6-7-15,18 2 7 16,-9-6-5-16,3 2 1 16,-10 6-3-16,-2 2 14 0,15 5-14 15,-3-4 9 1,0 1-7-16,3-5 5 0,3 3 0 16,0 1 0-16,0 4-14 15,-3 0 8-15,-3 4-8 16,-6 4 7-16,-4-4 4 15,4 4-2-15,-3 0-4 16,-7 0 9-16,10 0 1 16,-10 0-1-16,10 0 0 15,-4 0 0-15,10 0-2 16,-9 0 6-16,3 0-8 16,2 0 5-16,-8 0-1 15,-4 4 0-15,13 4 0 0,-9 1 1 16,-4-6-3-1,22 2 2-15,-15-2 0 0,-4 1-5 16,10 0 11-16,-9 0-10 16,8-4 5-1,4 5-1-15,-3-5 2 0,15 0-2 16,-12 0-1-16,6 0-23 16,-9 0 15-16,3 0 2 15,6 0 5-15,-9 0 2 16,15 0-2-16,-6 0 0 15,-6 0-1-15,19 0-36 16,-7 0 28-16,-6 0-2 0,13 0-25 16,-7 0 24-16,7 0 2 15,-7-5 9 1,0 5 6-16,-3 0 1 0,-2 0 9 16,-1 0-12-16,-6-8-2 15,-4-4-2-15,4-4-4 16,-9 1 7-16,3 2-7 15,2-3 14-15,-14 12-11 16,-4-4 8-16,-6 8 3 16,0-3 11-16,6-6-3 15,0 1-15-15,16-16-9 16,-3 4-6-16,-7-13-46 16,10 2-1-16,-4-5-34 15,-2 3 47-15,-16 9 32 16,12 12 17-16,-12 9 6 15,0 3 41-15,0 0-47 0,0 0-3 16,-46 0-338-16</inkml:trace>
  <inkml:trace contextRef="#ctx0" brushRef="#br0" timeOffset="1491.43">14710 4639 360 0,'0'0'99'0,"0"0"7"0,0 0-2 0,0 0-43 0,0 0-11 16,0 0 10-16,-13 125 9 16,13-93 25-16,0 0-54 15,0 0-19-15,0-4-13 16,19 5-8-16,15-10 0 15,6 1 4-15,7-4-2 16,5-4 2-16,-2-4 21 16,3-7-21-16,-13-5 4 15,0 0-3-15,-15 0 1 0,3-5 0 16,6-39 18-16,-3-12-2 16,3-11-15-16,7-14 2 15,-13-7-7-15,-10 0 3 16,-12-5-5-16,-6 12-3 15,0 9-15-15,-6 8 18 16,-40 17-5-16,-1 11-15 16,-6 11 19-16,-9 14-3 15,-3 11 1-15,-15 0-13 16,11 0 10-16,4 23-3 16,3 13-2-16,16 13-10 15,15 3 21-15,15 0-17 16,4 8 0-16,12-3-8 15,0-1-74-15,0-1-31 0,0-6-48 16,28-13-143-16</inkml:trace>
  <inkml:trace contextRef="#ctx0" brushRef="#br0" timeOffset="1883.44">15066 4703 410 0,'0'0'335'0,"0"0"-269"0,0 0 68 0,0 0-30 0,0 0-75 15,0 0-29-15,0 0 14 16,59 33 12-16,-40 6 20 16,9-6-9-16,-10 3 2 15,-8-8-30-15,14-4-6 16,-8-4-6-16,2-7 3 15,1-6-23-15,3-2-38 0,-4-5-25 16,10 0-116-16,-6-17-7 16,-10-15-439-16</inkml:trace>
  <inkml:trace contextRef="#ctx0" brushRef="#br0" timeOffset="2051.1">15066 4703 548 0</inkml:trace>
  <inkml:trace contextRef="#ctx0" brushRef="#br0" timeOffset="2286.1">15066 4703 548 0,'394'-67'34'0,"-394"67"29"0,31 16-8 0,9 16 72 15,7 4-119-15,-13-20 26 16,-6 0-12-16,0 0-14 16,-10-9 10-16,-5 6-12 15,15-5 24-15,-16-4-22 16,10-4 6-16,-16 0 4 16,19 0 21-16,-4-20-11 15,-2-12 3-15,3-16-15 16,-4-13-12-16,-2 9-4 0,-4-4 0 15,-12 12-2 1,0 13-35-16,0-2-11 0,0 9-2 16,0 0-4-16,0 4-85 15,0 3-10-15,0 14-53 16,0 3-131-16</inkml:trace>
  <inkml:trace contextRef="#ctx0" brushRef="#br0" timeOffset="2914.57">16142 4832 340 0,'0'0'538'0,"0"0"-441"0,0 0 31 0,0 0-61 0,31-76-59 0,-22 23-4 16,-2 6 7-16,5-1-11 16,-12 12 12-16,12 7-9 15,-5 14 1-15,2 2 0 16,-3-3-4-16,0 12-3 15,1 1 3-15,-7 3-1 16,0 0 2-16,0 0-8 16,0 0-1-16,6 0 4 15,9 15 2-15,-15 1 1 0,25 4 2 16,-13 4-1-16,-2 1 0 16,-4 3-2-16,6 0 2 15,-5 8-18-15,-1-4 15 16,-6-9-19-16,9 2 15 15,-9-21-9-15,0-4-12 16,0 4 3-16,0-4-5 16,0 0 9-16,0 0 4 15,0 0-29-15,0-16-160 16,-22-4-94-16</inkml:trace>
  <inkml:trace contextRef="#ctx0" brushRef="#br0" timeOffset="3008.63">16142 4832 923 0</inkml:trace>
  <inkml:trace contextRef="#ctx0" brushRef="#br0" timeOffset="3133.62">16142 4832 923 0,'53'-245'58'0,"-53"245"-9"0,0 0 5 16,6 0-49-16,28-3 44 15,-9-2-27-15,3 1-7 16,0 1-11-16,-10-5-4 15,10-5-30-15,-3 10-23 16,3-6-33-16,0-2-88 16,-3-2-28-16,-10-3-288 0</inkml:trace>
  <inkml:trace contextRef="#ctx0" brushRef="#br0" timeOffset="3413.83">16623 4411 572 0,'0'0'54'0,"0"0"39"16,0 0-21-16,0 0-58 15,0 0-6-15,65 161 35 16,-65-133 16-16,0 3 1 15,0 10 1-15,0-10-39 0,0 2-17 16,0-17-5-16,0-4-19 16,0-12-60-16,0 0-38 15,0 0-38-15,-6-28-61 16</inkml:trace>
  <inkml:trace contextRef="#ctx0" brushRef="#br0" timeOffset="3781.23">16623 4411 353 0,'-103'-4'328'0,"103"0"-276"16,0-8-19-16,0 0-22 15,35 4-4-15,-1 0-6 16,0 4 0-16,0 4 15 15,-9 0 6-15,-4 0 11 16,4 0 0-16,-9 0-8 16,2 0-13-16,-5 0-7 15,8 0-2-15,-8 16-1 16,-1-4 18-16,4 12-1 16,-10 0 25-16,-6-3-31 15,0 18 14-15,0-6 2 16,0-2-17-16,-34 5 2 15,-7-11-5-15,17-9-5 16,-4 0-4-16,6 4 0 0,10-4-11 16,-1-1-5-16,1 2-46 15,3-17-111-15,9 0-90 16</inkml:trace>
  <inkml:trace contextRef="#ctx0" brushRef="#br0" timeOffset="4714.37">17010 4567 161 0,'0'0'161'0,"0"0"-109"0,0 0 58 0,0 0-33 15,0 0-12-15,0 0 24 16,0 41 23-16,0-41-65 0,0 0 15 15,0-24-31-15,0-12-10 16,0-13-21-16,0-7-4 16,0 0 3-16,0 7-15 15,19 6-7-15,3 14-22 16,-16 18 6-16,0 7 13 16,-6 4 8-16,12 0 11 15,-12 4 7-15,16 20 43 16,-10 4 27-16,0 0-47 15,-6 0-19-15,0-9-4 16,0-2-10-16,0-5 6 16,0 0 4-16,0-4 30 15,0-4 17-15,0 4-4 0,0-3-28 16,0-5-8-16,0 0-7 16,0 0-15-16,0 0 13 15,0 3 2-15,0 2 3 16,13-2-2-16,-7 5-1 15,3 0 6-15,-9-4 1 16,0 1-7-16,13-2 3 16,-7-3 0-16,0 5-2 15,0-2 4-15,4 1-3 16,2-4-4-16,-6 4 6 16,7 0-6-16,-7-4 8 0,3 4-6 15,3-4 20 1,-5 0-3-16,-7 0 8 0,6 0-13 15,-6 0 20 1,6-4-23-16,10-24 3 0,2-3-4 16,4-2-7-16,-10 0-2 15,-5 2 4-15,5 3-6 16,-3 4 6-16,-3 4-6 16,-6 7 8-16,7 6-14 15,-1 7 9-15,-6 0 0 16,0 0-4-16,6 0-5 15,0 15 9-15,4 18 0 16,2 3 24-16,0 3-23 16,1-3 2-16,-4 2-1 0,-3-10-3 15,-6-9 1-15,0 1-6 16,0-8-16-16,0 1-11 16,0-2-14-16,0-6 2 15,0-5-77-15,0 0-111 16,0 0-94-16</inkml:trace>
  <inkml:trace contextRef="#ctx0" brushRef="#br0" timeOffset="5030.27">17271 4451 769 0,'0'0'132'0,"0"0"-6"0,0 0-21 0,0 0-34 16,0 0-54-16,0 0-17 15,173 0 0-15,-138-20-12 16,-11-4-48-16,-2 4 13 16,-10-4-84-16,1 4-80 15,-4 4-133-15</inkml:trace>
  <inkml:trace contextRef="#ctx0" brushRef="#br0" timeOffset="5496.53">17671 4082 573 0,'0'0'140'0,"0"0"-93"0,0 0 73 0,0 0-120 15,0 0-39-15,0 0-84 16,201-224-308-16</inkml:trace>
  <inkml:trace contextRef="#ctx0" brushRef="#br0" timeOffset="6012.27">17906 4399 602 0,'0'0'155'0,"0"0"-49"0,0 0 29 0,0 0-114 0,0 0-8 0,0 0-10 16,59 180 7-16,-52-151 9 15,-1 2 3-15,-6-6 8 16,9-9-29-16,-9-8 0 15,0-1-1-15,0-2-16 0,0-2-51 16,0-3-67 0,0 0-192-16</inkml:trace>
  <inkml:trace contextRef="#ctx0" brushRef="#br0" timeOffset="6362.8">17745 4307 639 0,'0'0'138'0,"0"0"42"16,0 0-48-16,0 0-88 16,0 0-4-16,0 0 31 15,53 11-38-15,0-6 7 16,2-5-23-16,4 0 11 16,-6 0-28-16,3 0-7 15,15-13-16-15,-9 2-25 16,-9-6 5-16,12 6-69 15,-31-1-161-15,-12-4-262 0</inkml:trace>
  <inkml:trace contextRef="#ctx0" brushRef="#br0" timeOffset="6627.81">18279 4391 849 0,'0'0'117'0,"0"0"8"16,0 0-31-1,0 0-59-15,0 0-35 0,0 0-3 16,-7 193-17 0,23-190 16-16,-16 5-23 0,0-3 27 15,0 3-18-15,0 4 11 16,0-9-28-16,0 10-1 15,18-13-70-15,-11 0-167 16,5-5-201-16</inkml:trace>
  <inkml:trace contextRef="#ctx0" brushRef="#br0" timeOffset="6832.85">18313 4058 634 0,'0'0'488'15,"0"0"-487"-15,0 0 80 16,0 0-50-16,0 0-31 16,0 0-12-16,86-12-17 15,-64 0-47-15,-9 0-120 16,-13 4-182-16</inkml:trace>
  <inkml:trace contextRef="#ctx0" brushRef="#br0" timeOffset="7527.11">18868 4207 755 0,'0'0'155'0,"0"0"-42"16,0 0-28-16,0 0-48 0,0 0-4 16,0 0 6-16,12 0-28 0,-12 0 6 15,0 0-5-15,-19 0-6 16,-27 8-6-16,12 15 0 15,-13 10-1-15,13-2 3 16,0 5-5-16,9 1 6 16,13-1-5-16,3 1 7 15,9-1-10-15,0-9 4 16,0-7-2-16,0-3-1 16,9-9 0-16,22 0 4 15,-9-8-6-15,18 0 2 16,-9 0 2-16,19 0-1 0,-13-25-9 15,12 1 4-15,-18-4-58 16,3 4-12-16,1 0-107 16,-23 3-10-16,16 10-34 15,-22 11-122-15</inkml:trace>
  <inkml:trace contextRef="#ctx0" brushRef="#br0" timeOffset="7961.29">19128 4531 340 0,'0'0'159'0,"0"0"-6"0,0 0 5 0,0 0-36 0,0 0-31 16,0 0-50-16,68-120 12 16,-43 72-30-16,-9 8-5 15,-4-1-9-15,-6 10 9 16,16 2-18-16,-10 6 1 16,-5 6-1-16,5 9-5 15,-12 8 4-15,9 0-7 0,10 0 5 16,-1 33 6-1,17 11 27-15,-1-4-30 0,12 0-39 16,-12-8 37-16,0-4-16 16,-15-4-12-16,-7-4 17 15,-12-4 12-15,0 0 2 16,0-8-6-16,0-4 5 16,0 1-4-16,0-5-56 15,0 0-57-15,0 0-25 16,0 0-17-16,-12 0-180 15</inkml:trace>
  <inkml:trace contextRef="#ctx0" brushRef="#br0" timeOffset="8112.02">19128 4531 544 0</inkml:trace>
  <inkml:trace contextRef="#ctx0" brushRef="#br0" timeOffset="8210.11">19128 4531 544 0,'109'-156'148'0,"-63"144"-68"0,7 0 105 0,0 4 88 16,2-4-239-16,-24 12-14 16,10-8-20-16,-7 0 0 0,6 0-31 15,-21-8-46 1,2 4-161-16,-21 4-333 0</inkml:trace>
  <inkml:trace contextRef="#ctx0" brushRef="#br0" timeOffset="9159.93">16080 5229 449 0,'0'0'190'0,"0"0"-186"0,0 0 41 0,0 0 12 15,-111 32 4-15,95-32 11 16,4 0 8-16,5 0 13 16,1 0-22-16,-3 0-34 15,9 0 9-15,0 0-22 16,-6 0-9-16,6 0 4 16,0 4-15-16,0-4-2 15,0 0 2-15,0 0 3 16,0 0-4-16,0 0 12 0,0 0-5 15,0 0-10 1,0 8-1-16,62-8-8 0,37 8 8 16,47-8 2-16,37 0 9 15,49 0-3 1,35-8 18-16,40-31-20 0,34-18 19 16,22-7-12-16,3 3 5 15,-25 13 4-15,-65 24-18 16,-69 21-3-16,-73 3-21 15,-29 0 17-15,-37 3-44 16,-21 5 41-16,-29-3-30 16,-2-5 7-16,-16 0-30 0,0 0-82 15,0-5-213-15</inkml:trace>
  <inkml:trace contextRef="#ctx0" brushRef="#br0" timeOffset="78999.91">14015 6881 223 0,'0'0'366'0,"0"0"-321"0,0 0 24 0,0 0 31 0,0 0-86 15,0 0-5-15,0 0-4 0,0 0-3 16,28 36-2-16,-9-31 2 15,2-5 21-15,-2 3 17 16,3-3 17-16,-4 0-1 16,1 0-21-16,3 0-22 15,5 0-1-15,-8 0 1 16,9-16-2-16,3-20 16 16,3-15-6-16,6-10 1 15,-12 1-17-15,-3-1-3 0,-3 2-2 16,-16 10-5-1,-6 2-3-15,0 3-3 0,0 3 6 16,-19 1-3-16,-15 16 5 16,6 8-29-16,-6 7 31 15,3 9-5-15,-9 0 5 16,-7 30 0-16,-2 17-3 16,2 14-9-16,7-6-16 15,15 9-12-15,13 0-7 16,12-3 33-16,0-12 10 15,0-10 2-15,0-11 3 16,6-3 0-16,19-6-4 16,3-11 8-16,-10-4-9 15,10-4-4-15,6 0 8 16,0 0 1-16,-3-12-1 16,-3-12-2-16,6 1-2 0,-9-5 5 15,3 3-2-15,-9 1 2 16,9 4 0-16,-16 8 0 15,-3 8 0-15,-2 4-3 16,-7 0 6-16,12 0 6 16,0 36 16-16,10 8 20 15,3 8-35-15,-3 1-5 16,12-6-3-16,-16-2 2 16,10-13-3-16,-3 0 3 15,-3-12-3-15,-4-13-1 16,16-7-10-16,1 0-17 0,5-31 5 15,-6-10-26-15,-9 2-123 16,-4 11-292-16</inkml:trace>
  <inkml:trace contextRef="#ctx0" brushRef="#br0" timeOffset="89941.38">14992 6377 352 0,'0'0'205'0,"0"0"-205"0,0 0 79 0,0 0 30 0,0 0-45 15,0 0-20-15,0 0 2 16,-6-5 17-16,6 5 1 16,0 0-14-16,0 0-1 15,0 0-18-15,0 0 17 16,0 0-29-16,0 0 1 16,0 0-20-16,0 0 5 15,0 0-5-15,0 0-7 16,24 0 4-16,45 16 3 15,30 4 14-15,-6 13-14 0,9-2 17 16,-3 10-11-16,-12-9-9 16,0 4 4-16,-34-16-2 15,3 0-9-15,-25-20-8 16,-16 0-29-16,-3 0-56 16,-12 0-114-16,0 0-177 15</inkml:trace>
  <inkml:trace contextRef="#ctx0" brushRef="#br0" timeOffset="90723.14">15299 6961 162 0,'0'0'166'0,"0"0"-135"0,0 0-9 0,0 0 128 0,0 0-54 16,0 0-10-16,-22 20-39 16,10-15-45-16,5 3 13 15,-11 0-2-15,2 0 6 16,4 4 8-16,0-4 27 16,2-4-11-16,-2 4 17 15,12 0-24-15,0-4-33 16,0-4 3-16,0 0-3 15,0 0 8-15,0 0-9 0,0 0 7 16,0-8-1 0,0-24 10-16,46-16 20 0,35-24-18 15,27-16 11-15,20-14-20 16,11-1 25-16,1 6-36 16,-26 22 4-16,-21 18-4 15,-40 26-22-15,-19 18-65 16,-28 13-34-16,-6 0-139 15,0 36-122-15</inkml:trace>
  <inkml:trace contextRef="#ctx0" brushRef="#br0" timeOffset="91822.11">16657 6865 634 0,'0'0'148'0,"0"0"-119"0,0 0 75 0,0 0-45 0,0 0-2 15,0 0-50-15,87 229 22 16,-41-205-14-16,13 0 4 16,0-3 5-16,3-10-12 15,12-3 15-15,4-8-11 16,9 0 11-16,-7-8-17 16,-11-39 9-16,-4-30-15 15,9-35 1-15,-6-12-4 16,-15-17 4-16,-19 17-10 0,-34 16 7 15,0 31-9-15,-28 24 5 16,-52 26 2-16,-20 27 9 16,-33 0 1-16,-16 36-10 15,-3 40-23-15,13 8 22 16,36 4 0-16,38 1-3 16,37-1-9-16,28-8-25 15,0-11-68-15,0-13-334 16</inkml:trace>
  <inkml:trace contextRef="#ctx0" brushRef="#br0" timeOffset="109258.64">927 16791 186 0,'0'0'385'0,"0"0"-334"0,0 0-14 0,0 0 24 0,0 0-60 0,0 0-1 0,0 0 0 0,0 0 0 16,0-47 2-16,0 47 18 16,-6 0 46-16,6 0-39 15,0 0-6-15,0 0-20 16,0 0 17-16,0 0-17 16,0 0 21-16,0 0-6 15,0 0 6-15,0 0-9 0,0 0-8 16,0 0-3-16,0 0 2 15,0 0-8-15,0 0 11 16,0 0-7-16,0 0 6 16,0 0-9-16,0 0 3 15,0 0-2-15,0 0 2 16,0 0 0-16,0 0 15 16,19 0-2-16,2 8 10 15,-2 0-13-15,9-1-3 16,0 1-4-16,-4 0 2 0,4-3-5 15,0 3 11-15,-3-5 6 16,-3 1-16-16,3 1 8 16,-4-2-2-16,4 2-1 15,3 3-2-15,0-5 11 16,-3 6-14-16,9-1 0 16,0-5-1-1,0 2 7-15,-3-2-9 0,3 5 4 16,6-3 10-16,-12-1-8 15,-3 4 4-15,3 0-5 16,-9 0 9-16,15-5 0 16,0-3-10-16,-16 0-4 15,17 0 11-15,-1 0-11 16,-6 0 8-16,18 0-5 16,-6 5 2-16,1-5 17 0,-10 8-14 15,3-4-1-15,-6-4-5 16,-3 0 6-16,9 0-12 15,-13 0 12-15,10 0-8 16,-3 0 9-16,0 0-13 16,3 0 7-16,16 0-1 15,9 0 2-15,15 0-1 16,9 0-2-16,-5-8 2 16,-1-1-5-16,-27 6 14 15,5-2-16-15,-11 5 9 16,-1-3-4-16,0 3 1 15,-5 0 0-15,-11-5-1 0,10 5 3 16,-15-3-5-16,15-1 7 16,0 0-7-16,-6-5 7 15,3 9-8-15,3-3 7 16,-6 3-5-16,12-5 2 16,-21 5 0-16,15-3-1 15,7-2 8-15,-7 5-14 16,6-3 14-16,-9 3-12 15,3 0 6-15,-6-4-2 16,-3 4-1-16,3 0 2 16,0-4-1-16,6 0 4 0,12-1-7 15,1 2 9 1,-1-2-10-16,1 2 7 0,-13 3-5 16,6 0 3-16,0-5 0 15,-2 2 0-15,11-2-10 16,-12 1 6-16,-9 1 4 15,0 3-7-15,-15 0 15 16,5 0-13-16,10 0 10 16,-6 0-5-16,9 0 2 15,-3-5-1-15,-10 2-1 16,10-2 4-16,6 2-11 16,-9 3 14-16,3 0-3 0,6 0-3 15,0 0 4 1,13 0-5-16,-7 0 0 15,7 0 1-15,-7 0 1 0,-9 0-1 16,-3 0 4-16,6 0-4 16,-6 0 5-16,-9 0-9 15,8 0 10-15,-14 0-8 16,21 0 1-16,-9 0 0 16,9 0 0-16,6 0 5 15,13 0-4-15,-7 0 4 16,1 0-8-16,-13 0 6 15,-6 0-6-15,6-5 6 16,-15-3-3-16,9 4 0 16,-10 1 2-16,16-2 1 15,-6 2 1-15,3-5-6 16,16 3 11-16,-19 2-17 16,18 3 13-16,-6-5-6 0,1 5 1 15,-1-4 0-15,-12 4 3 16,-3 0-1-16,3-4 11 15,-4 0-13-15,4 1 8 16,6-5-4-16,-9-1-4 16,3 1 0-16,-6 0 0 15,3 0 0-15,3 5 2 16,-4-2-1-16,4 1 3 16,6 4-5-16,1-8 7 15,-11 0-12-15,10 5 10 16,-6-5-5-16,-3-1 1 15,9 5 0-15,0 0 0 0,0 0 2 16,-9 0-11-16,16 4 12 16,-7 0-8-16,6 0 10 15,-6 0-10-15,-3 0-7 16,-15 0 12-16,8 0 0 16,-14 0 3-16,15 0-3 15,-4 0 3-15,-15 0-4 16,19-5 5-16,-9 5-6 15,2 0 4-15,16 0-4 16,-6 0-3-16,3-3 1 0,3-1-22 16,1 0 26-1,-17 0-5-15,4 4 10 16,-4 0-11-16,4-4 7 0,3 4-2 16,-3 0-3-1,2-4 2-15,-2 4-2 16,6 0 2-16,-3-4 1 0,-3 4 1 15,-4 0-6-15,4-9 12 16,-3 9-10-16,2 0 4 16,-8 0-1-16,-1 0-1 15,0 0 1-15,10 0-4 16,-9 0 10-16,2 0-11 16,-3 0 15-16,-5 0-16 15,-1 0 12-15,-6 0-5 16,0 0 0-16,0 0 1 0,0 0-3 15,6 0 5-15,3 0-6 16,10 0 7-16,-7 0-4 16,10 0 3-16,-10 0-4 15,10 0 1-15,-9 0 0 16,11 0-1-16,-14 0 3 16,14 0-4-16,11 0 5 15,-7 0-7-15,3 0 7 16,-4 0-6-16,-5 5 6 15,-9-1-7-15,-1 0 4 16,0-4 0-16,-2 4 0 16,2 0 3-16,7-4 6 15,2 4-9-15,-2 0 7 0,9 0-1 16,0-1-9 0,-10-3 4-16,-5 0-2 0,8 5-5 15,-14-1 4-15,5 0-1 16,-6 0 6-16,4 0-12 15,2 0 1-15,-6-4-23 16,-6 0-87-16,0 0-171 16</inkml:trace>
  <inkml:trace contextRef="#ctx0" brushRef="#br0" timeOffset="123079.89">18046 2819 419 0,'0'0'215'0,"0"0"-189"0,0 0 60 0,0 0 0 16,0 0-67-16,0 0 48 15,0 0-11-15,0 0-37 0,0 0 25 16,0 0-3 0,0 0-17-16,0 0-19 0,0 0 13 15,0 0-18 1,0 0 11-16,0 0-6 0,0 0 8 16,0-9-2-16,12-10 2 15,35-13 3-15,15-8-14 16,3-16 2-16,16-5 0 15,21-11-5-15,-3-8 7 16,0 3-12-16,-12 5 7 16,-12 13-2-16,-23 10-2 15,10 9-16-15,-15 0-13 16,-7 4-26-16,7-4-51 16,-16 4 5-16,-3 7 2 0,-1 14 8 15,-20 7 45-15,-7 8-108 16</inkml:trace>
  <inkml:trace contextRef="#ctx0" brushRef="#br0" timeOffset="124612.7">18040 2658 282 0,'0'0'332'0,"0"0"-330"0,0 0 46 0,0 0 14 15,0 0-35-15,0 0 1 16,-47 80 14-16,47-75 7 15,-6 3 12-15,6-4-16 16,-9 0-8-16,9 0-15 16,-6-1-2-16,-1 5 1 15,1 0-18-15,0 1 18 0,0 7-10 16,-4-4 7 0,4 0-13-16,-6-4 17 0,6-4-9 15,-1-4-12-15,7 3-1 16,0-3 8-16,0 0-10 15,0 0 7-15,0 0-5 16,0 0 0-16,0 0-5 16,7 0-7-16,17 0 12 15,11 0 0-15,-8 0-4 16,14 0 4-16,-7 0-4 16,-3 0-3-16,3 0 8 0,0 0-4 15,-6 0-1 1,-9 0 4-16,9 0 0 0,-16 0 0 15,16 0-4-15,-3 0 9 16,9 0-11-16,-16 0 13 16,-2 0-16-16,-10 0 11 15,-6 0-4-15,0 0 2 16,0 0 0-16,0 0-3 16,0 0 4-16,6 0-6 15,0 0 10-15,-6-7-8 16,0 3 12-16,0 4-9 15,0 0 7-15,0 0 24 16,0 0 3-16,0 0-20 16,0 0-8-16,0 0-1 0,0 0-10 15,-6-4-7-15,-22-4 3 16,4 4 7-16,-11-5 2 16,8 9 11-16,2-3-3 15,-3-2 2-15,3-2-7 16,-3 3-2-16,6-5 5 15,-2 6-6-15,17-2 4 16,1 2-3-16,-3 3 1 16,9 0 5-16,0-5-7 15,0 5 3-15,0-3-10 16,0 3-8-16,0 0 8 16,0 0-9-16,0 0 7 15,-6 0-54-15,-19-4-76 16,9 4 40-16,10 0-39 0,0 0 61 15,0 0-132-15</inkml:trace>
  <inkml:trace contextRef="#ctx0" brushRef="#br0" timeOffset="142780.15">9215 8630 295 0,'0'0'103'0,"0"0"11"0,0 0-41 0,0 0-30 16,0 0-11-16,0 0 5 0,0 0-20 15,0 0 5-15,-6 12-6 16,6-8 7-16,0 0-14 15,0-4-3-15,0 4-6 16,0 0 0-16,0-4-2 16,0 0 4-16,0 0 1 15,0 0-2-15,0 0 16 16,0 0-10-16,0 0 23 16,0 0-21-16,0 0-7 15,0 0-2-15,0 0 0 16,0 0-2-16,0 0 2 0,0 0-5 15,0 0 10 1,0 0-8-16,0 0 6 0,0 0-4 16,0 5 2-16,0-5 0 15,0 3 0-15,0-3 6 16,0 0 16-16,0 0-12 16,0 0 6-16,0 0-15 15,34-20 23-15,13-16-12 16,-1-8-2-16,22 0-11 15,-15 0-1-15,-13 16-22 16,1 8-8-16,-23 12-8 16,-12 8-30-16,-6 0-17 15,0 3-43-15,0 25-252 16</inkml:trace>
  <inkml:trace contextRef="#ctx0" brushRef="#br0" timeOffset="143812.09">8856 8751 445 0,'0'0'93'0,"0"0"-26"0,0 0 20 0,0 0-51 15,0 0-23-15,0 0 8 0,0 0 24 16,0 0 10-16,0 0 29 15,0 0-37-15,0 0-15 16,0 0-26-16,-13 0 2 16,-15 0 11-16,7 0-5 15,-4 7 10-15,-3 9-17 16,3 9 4-16,3 2-10 16,4 10 0-16,2-5-1 15,10 8 0-15,6-8 1 16,0-4 1-16,0-8-4 15,6-12 4-15,35-3-8 16,11-5 4-16,16 0-2 16,1 0 6-16,2 0-2 0,-3-21 0 15,-9 1 0 1,-12-8-6-16,-13-5-45 0,-6 2-71 16,-22-1-100-16,-6 7-151 15</inkml:trace>
  <inkml:trace contextRef="#ctx0" brushRef="#br0" timeOffset="149075.45">8620 5157 415 0,'0'0'61'0,"0"0"2"0,0 0-3 0,0 0 5 0,0 0-7 15,0 0 6-15,0 0-26 16,0-20-9-16,0 20 25 16,0 0-5-16,0 0-3 15,0 0-24-15,0 0 16 16,0 0-12-16,0 0-7 15,0 0-17-15,9 8 2 16,-9 15-4-16,0 18 6 0,0 3 7 16,0 1-10-16,6 2 2 15,1-11 1 1,-1 5-12-16,6-18-16 0,-6-7-4 16,4-11-54-16,-4-5-67 15,0 0-125-15,-6-16-198 16</inkml:trace>
  <inkml:trace contextRef="#ctx0" brushRef="#br0" timeOffset="149361.48">8620 5157 750 0</inkml:trace>
  <inkml:trace contextRef="#ctx0" brushRef="#br0" timeOffset="155320.39">8502 5361 62 0,'0'0'127'0,"0"0"22"0,0 0 122 0,0 0-139 0,0 0-82 16,0 0-47 0,0 0 11-16,0 0-11 0,0 0 10 15,0 0 12-15,0 0 24 16,0 0 11-16,0 9-23 16,-9-9-24-16,9 0-10 15,0 0-6-15,0 0-10 16,0 0 9-16,0 0 4 15,0 0 17-15,0 0 44 16,0 0-3-16,0 0-23 16,0 0-12-16,0 0-19 15,0 0-3-15,0 0-2 16,0 0 2-16,0 0-1 16,0 0 2-16,0 0-2 15,0 0 0-15,0 0-5 0,0 0 4 16,0 0 2-1,34 0 3-15,12 0-4 0,16 0 23 16,4-12-11-16,14-1 8 16,-5-3-17-16,-10 12-3 15,-3-4-22-15,-28 8-41 16,-9 0-41-16,-4 8-113 16,-15 12 67-16,-6-4-236 15</inkml:trace>
  <inkml:trace contextRef="#ctx0" brushRef="#br0" timeOffset="157235.04">8555 9356 323 0,'0'0'54'0,"0"0"-32"0,0 0 31 0,0 0 45 15,0 0-13-15,0 0-12 16,18-28 30-16,-18 28-33 16,7-4 18-16,-7 4 9 0,9 0-61 15,3 0-4 1,1 0 4-16,2 0 9 0,4 0-24 15,-1 0 4-15,4 0-20 16,6 0 6-16,-3-8 2 16,9 8 7-16,0-5-7 15,0 5 0-15,3 0-7 16,-3 0 2-16,7 0-8 16,-7 0 5-16,-6 0-10 15,-10 0-4-15,-11 0-11 16,-7 0-28-16,0 0-17 15,0 0-56-15,0 0-143 0,-7 0-504 16</inkml:trace>
  <inkml:trace contextRef="#ctx0" brushRef="#br0" timeOffset="162994.72">14114 8137 272 0,'0'0'109'0,"0"0"-109"0,0 0-106 0,0 0 29 0,0 0 37 16,0 0 40 0,0 0 126-16,-31-49 219 0,3 46-343 15,10 3 2-15,-4-4-3 16,10 4-1-16,-10 0 0 16,-3 0 82-16,16 0 62 15,-4 0-70-15,7 0-21 16,6 0-26-16,-6 12-14 15,6 4-13-15,0 4 53 16,0 8-44-16,0 0 0 16,12-9 5-16,23-6 1 15,11-13-14-15,1 0 0 16,5-4-1-16,17-41 2 16,-1-19 11-16,-9-16-11 15,6-8-4-15,-3 1-9 0,-3-6-2 16,3 25-7-1,-3 8 3-15,-7 19 6 0,-11 26 11 16,-7 15 11 0,0 0 12-16,0 0 27 0,6 11-30 15,-9 1-20-15,10 8 0 16,-7-12-14-16,-6-8-12 16,-16 0 10-16,-6 0 8 15,-6 0 8-15,0 0 10 16,-28 0-10-16,-43 5-59 15,-16 23-52-15,-6 19 70 16,-3 18-87-16,18 7 128 0,10 16 76 16,28-3 12-16,34-10 25 15,6-10-58-15,0-17-25 16,34-20-23-16,31-12-7 16,16-8-3-16,-7-8 2 15,-3 0-8-15,10 0-1 16,0-20-20-16,-1-4-44 15,-5-12 12-15,-16-5-152 16,-19 2-335-16</inkml:trace>
  <inkml:trace contextRef="#ctx0" brushRef="#br0" timeOffset="163728.93">15547 8073 715 0,'0'0'68'0,"0"0"6"0,0 0 33 0,0 0-48 0,0 0-38 15,0 0 32 1,6-60-9-16,41 35 8 0,21-6 3 16,9-18-18-16,19 5 3 15,4-4-24-15,-1 0-6 16,3 4-6-16,-15 12-8 16,-16-9-10-16,-3 10-22 15,-27 6-19-15,-16 9-51 16,-25 12-39-16,0 4-97 15,-7 0-46-15</inkml:trace>
  <inkml:trace contextRef="#ctx0" brushRef="#br0" timeOffset="164210.04">15525 8109 512 0,'0'0'101'0,"0"0"0"0,0 0 70 15,0 0-84-15,0 0-15 16,0 0 29-16,149 59 5 16,-78-23-39-16,4-7-36 15,5-5-21-15,1-3-9 16,-7-10-2-16,-9 1-17 16,-3 1 3-16,-15-5-28 15,-7-5-13-15,-9 1-90 0,-25-4-180 16</inkml:trace>
  <inkml:trace contextRef="#ctx0" brushRef="#br0" timeOffset="164976.65">17091 8189 728 0,'0'0'80'0,"0"0"-78"0,0 0 10 0,0 0 17 0,0 0-6 15,0 0 40 1,65 140-2-16,-18-127-4 0,-1-5-34 16,4-5-3-16,2-3 0 15,7 0-14-15,3-3 2 16,-3-41 0-16,9-13 10 15,-9-11 13-15,-18-9 20 16,-7 5-25-16,-34 5 3 16,0-2-25-16,0 25-1 15,-34 8-3-15,-19 8 3 16,6 28-7-16,-15 0-16 16,10 0 20-16,-10 28-10 15,3 16 5-15,0 12-16 0,19-4-55 16,18 1-56-16,22-17-156 15</inkml:trace>
  <inkml:trace contextRef="#ctx0" brushRef="#br0" timeOffset="173440.08">1175 12821 504 0,'0'0'107'0,"0"0"-105"0,0 0 34 0,0 0-13 0,0 0 10 16,0 0-23-1,0 0 51-15,13 0-4 0,-13 0-20 16,0 0 8-16,0 0-36 16,0 0 4-16,0 0-6 15,0 0 36-15,0 0-10 16,0 0 2-16,0 0-11 15,0 0 6-15,0 0-4 16,6 0-17-16,-6 0 9 16,9 0-18-16,-9 0 0 15,12 0 9-15,1 0-9 16,9 0 1-16,-4 0 10 16,4 0-5-16,3 0-2 0,15 8 0 15,0 0 1 1,7-8 3-16,-7 0-6 0,13 0 5 15,-13 0-4-15,7 0-3 16,8 0 1-16,-8 0 1 16,-7 0-4-16,-15 0 7 15,3 0-13-15,12 0 17 16,7 0-13-16,-1 0 11 16,1 0-13-16,-1 0 6 15,-5 0 0-15,-1 0-1 16,0 0 0-16,-6 0-1 15,0 0 4-15,-3 0-6 0,4 0 14 16,5 0-16 0,0 0 11-16,1 0-6 15,5 0 1-15,1 0 0 0,-1 8-2 16,7-3 4-16,-19-2-6 16,6 2 11-16,-6-5-12 15,-6 0 10-15,-9 0-7 16,9 0 4-16,3 0-2 15,9 3 1-15,7 5-1 16,-1-4 0-16,4 4 7 16,-4-3-12-16,1-5 13 15,-1 8-13-15,-12-5 7 16,-9 1-4-16,22 4 1 16,-1-3 1-16,16 3 0 15,-3-5 1-15,3-3-7 0,-9 0 7 16,6 0-8-16,-13 0 7 15,16 0-6-15,-15 0 7 16,-1 0-2-16,-5 0-1 16,-1 0-1-16,0 0 1 15,7 0 4-15,-1 0-5 16,1 0 11-16,5 0-13 16,10 0 6-16,-15 0-1 15,12 0 0-15,-6 0-3 16,2 8 2-16,-14 0 0 15,5-8-4-15,-15 4 5 16,3-4-3-16,0 0 6 16,-6 0-5-16,-9 0 2 15,15 0 0-15,-6 5-1 0,3-5 3 16,25 0-8-16,-10 0 15 16,13 0-16-16,9 0 7 15,-9 0 0-15,10 0-9 16,-17 0 9-16,-5 0 0 15,12 0 0-15,3 0-4 16,-16 0 8-16,1 0-11 16,-1 0 3-16,-12 0-2 15,0 0 6-15,-9 0-2 16,-3 0 2-16,3 0 0 16,9 0-2-16,6 0 4 15,7 0-8-15,5 0 10 16,-5 0-10-16,15 0-4 0,-16 0-12 15,1-5 16-15,-19 1 5 16,3 4-2-16,-9 0 3 16,12 0-5-16,-10 0 2 15,11 0-2-15,-8 0-2 16,4 0 1-16,-3 0 11 16,0 0-6-16,-3 0 1 15,3 0-15-15,6-4 14 16,-9 0 1-16,-3 1-2 15,2 3 5-15,11 0-2 0,-8 0 8 16,8 0-12-16,-4 0 4 16,3 0-1-16,-6 0 0 15,-4 0-13-15,4 0 9 16,0 0 8-16,-3 0-3 16,3 0 1-16,6 0 6 15,-15 0-5-15,8 0 5 16,-2 0-7-16,3 0 0 15,0 0 1-15,-3 0 3 16,3-5-5-16,-10 2 4 16,10-2-6-16,0 5 11 15,-9 0-13-15,9 0 4 16,-3 0 0-16,2 0 0 16,20 0 7-16,-7 0-5 15,1 0 2-15,-7 0-4 0,-10 0 0 16,-8 0 6-1,-10 0-5-15,0 0 2 16,-6 0-3-16,0 0 0 0,7 0 2 16,-1 0 1-16,6 0 4 15,10 0-6-15,-10 0 12 16,10 0-9-16,3-3 5 16,-3-2-7-16,2-3 4 15,-8 8-6-15,2 0 3 16,4 0-9-16,-16 0 13 15,7 0-14-15,-7 0 14 16,0 0-5-16,-6 0 5 16,9 0-13-16,-9 0 9 15,0 0-3-15,7 0 0 0,-7 0-1 16,0 0-1 0,0 0-20-16,0-15-28 0,0-2-224 15</inkml:trace>
  <inkml:trace contextRef="#ctx0" brushRef="#br0" timeOffset="177616.25">1240 14157 631 0,'0'0'10'0,"0"0"-10"0,0 0 0 0,0 0-3 16,0 0-1-16,0 0 4 15,0 0 23-15,41 0 25 16,-41 0 36-16,0 0 4 16,0 0-32-16,9 0-50 15,-9 3 19-15,0 2 9 16,18 3-5-16,-11 0-2 15,14-8-25-15,-8 8 12 16,-1 0-4-16,4-4-3 16,-4 4 12-16,16-5-3 15,-9-3-10-15,-1 5-2 0,4 3-4 16,6 0 1 0,3-4 12-16,9-4-11 0,7 0 6 15,8 0-4-15,-2 0 1 16,12 0 0-16,-3 0 1 15,-3 0-2-15,16 3-3 16,-29 5 6-16,7-8-2 16,0 0-7-16,-4 5 13 15,-2-5-17-15,5 4 12 16,-5 0-6-16,-7 0 0 16,1 4 0-16,5 0-1 15,7 0 3-15,-1 4 3 16,4-8-3-16,3 8 8 15,16-12-6-15,-16 8-5 0,3-4 4 16,-22-4-3-16,13 8 0 16,5-4 2-16,-17 5-5 15,5-6 9-15,1 5-12 16,-7 0 15-16,7 0-17 16,-1-4 11-16,10 1-4 15,-16-2 1-15,1-3-1 16,5 0 0-16,1 0 2 15,5 0 0-15,7 0 3 16,9 0-2-16,-9 0 0 16,3 0-4-16,-3 0 0 15,3 0 2-15,10-3-1 16,-10-2 1-16,-3 1-6 0,-7 4 6 16,4 0-10-1,-3 0 10-15,-7 0-4 0,1 0 5 16,-13 0-1-16,0 0 0 15,-3 0 1-15,-3-8-3 16,0 4 4-16,-3 0-7 16,3-7 10-16,6 2-12 15,-10-3 10-15,11 3-5 16,-8 3 2-16,14-3 0 16,-4-7-1-16,3 8 0 15,7 0-8-15,-13-4 9 16,0 8-4-16,-6-5 12 15,-10 1-15-15,10 5 10 16,-9-1-5-16,3-4 2 0,-4 3 0 16,4-3-1-1,3-3 5-15,3 7-9 0,6-4 13 16,6 0-16 0,-9 0 10-16,3-5-4 0,7 6 3 15,-7-1-1-15,6 0 0 16,-15 3 2-16,9-3-8 15,0 8 8-15,6-4-6 16,-6 4 6-16,-9 0-2 16,9-3 0-16,-12 3 0 15,-3-5 0-15,-1 5 0 0,-2-3 4 16,-4-2-2 0,1 5-2-16,8 0 12 0,-8 0-15 15,15 0 7-15,12 0-4 16,-6-3 0-16,-9-2 2 15,9 2 13-15,0-2-11 16,-9-3 1-16,9 8-1 16,0 0-2-16,-6 0 3 15,-3 0-7-15,9 0 2 16,0 0 0-16,-9 0-5 16,9 0 10-16,-6 0-10 15,-3 0 15-15,2 0-18 16,8 0 16-16,-11 0-16 15,11 0 5-15,-1 0 2 0,-6 0-3 16,-4 0 4-16,-2 0-3 16,-10 4 9-16,16 0-11 15,-9-4 11-15,-7 0-10 16,10 0 7-16,-10 0-6 16,23 0 3-16,-8 0 0 15,-2 5 0-15,16-5 3 16,-1 3-9-16,-12 2 5 15,12-5-10-15,-21 3 10 16,-7 2-6-16,-3-5 10 16,4 0-8-16,-1 0 6 15,10 0-1-15,-3 0 0 16,8 0 5-16,-8 0-11 16,-7 0 12-16,4 0-12 15,-4 3 10-15,-5-3-7 16,8 0 3-16,-3 0 0 0,1 0-5 15,-7 0 9-15,10 0-10 16,2 0 12-16,-5 0-4 16,27 0 8-16,6 5-17 15,16 2 14-15,4-2-14 16,-4-2-5-16,-28-3 12 16,-16 0 0-16,-12 0 3 15,-6 0-6-15,0 0 8 16,0 0-10-16,0 0 3 15,0 0-41-15,0 0-92 16,0 5-199-16</inkml:trace>
  <inkml:trace contextRef="#ctx0" brushRef="#br0" timeOffset="206791.36">8421 7800 167 0,'0'0'107'0,"0"0"16"0,0 0-10 0,0 0-30 16,0 0 14-16,0 0-14 15,0 0-30-15,0 0-39 16,7 0 18-16,-1 0-4 0,-6 0-19 15,0 0 10-15,0 0 4 16,0 0 18-16,0 0-13 16,0 0 9-16,0 0-14 15,0 0 10-15,0 0-14 16,0 0-4-16,0 0-11 16,0 0-2-16,0 0-2 15,0 0 0-15,0 0 5 16,0 0-3-16,0 8 1 15,0 4 1-15,0 8-5 0,0-11 1 16,0 2 0 0,0-7-1-16,0 17 4 0,0-10-3 15,0 1 2-15,0 8 10 16,0-4-9 0,0 0 9-16,0-4-9 0,-6-4-3 15,6-8-3-15,0 5-4 16,0-5 7-16,0 0 0 15,0 0 2-15,0 0 0 16,0 0 28-16,0 0-26 16,0 0 1-16,0 0-4 15,0 0 3-15,0 0 6 16,0 0-8-16,0 0-2 16,0-9 4-16,0-15-8 15,0-20 9-15,0-4-10 0,34-12 8 16,6-4-6-16,13 0 1 15,6 0-8-15,-13 3 0 16,10 6-20-16,-25 10 8 16,-3 16-17-16,-16 10-25 15,-5 10-70-15,-7 9-5 16,0 0-2-16,0 9-246 16</inkml:trace>
  <inkml:trace contextRef="#ctx0" brushRef="#br0" timeOffset="208390.67">10828 7559 380 0,'0'0'152'0,"0"0"-125"0,0 0 40 0,0 0-19 16,0 0 9-16,0 0-10 0,0 0-23 16,0 0 1-1,0 0-2-15,0 0 24 0,0 0 23 16,0 0 7-16,0 0-24 15,0 0-27-15,0 13 16 16,12 10-37-16,16-3 13 16,12 9-16-16,1 2 12 15,11-3-13-15,-5 5 9 16,5-1-5-16,-5 0-2 16,6 0 0-16,9 8-3 15,-28-16 0-15,6 8 2 16,7 0-6-16,-16 1 2 15,-3-2-4-15,-1 2-3 16,-14-14 3-16,-7-10-43 0,-6-9-53 16,0 0-153-16,0-4-540 15</inkml:trace>
  <inkml:trace contextRef="#ctx0" brushRef="#br0" timeOffset="209889.45">8428 7058 173 0,'0'0'245'0,"0"0"-184"0,0 0 28 16,0 0-60-16,0 0-21 16,0 0-4-16,0 0 41 15,40 3-27-15,-40-3 3 0,0 0 17 16,0 0 19-16,0 0 4 15,0 0-3-15,12 0 13 16,-12 0-30-16,7 0-9 16,8-11-10-16,10-5 8 15,9 0-10-15,-6-5-1 16,12-6 6-16,-3-9 1 16,19-9-7-16,3-7-15 15,3 8-3-15,-9 8-1 16,-7 13-42-16,-27 10-4 15,-4 9-18-15,-15 4-121 16,0 0-24-16,0 0-94 16</inkml:trace>
  <inkml:trace contextRef="#ctx0" brushRef="#br0" timeOffset="210338.66">8561 6837 319 0,'0'0'395'0,"0"0"-389"0,0 0 64 0,0 0 49 0,0 0-46 16,0 0-22-16,220 141 12 15,-180-117-48 1,-5-1-7-16,-11-2-7 0,-8-9-1 16,-10-9-6-16,-6-3-35 15,6 5 0-15,-6-5-90 16,6 0-92-16,-6 0-318 15</inkml:trace>
  <inkml:trace contextRef="#ctx0" brushRef="#br0" timeOffset="211187.96">9104 7182 53 0,'0'0'204'0,"0"0"-183"0,0 0-18 0,0 0 41 0,0 0 44 0,0 0-17 16,0 0 21-16,0 0-11 16,0 0-57-16,0 8-1 15,0-8-12-15,0 0 8 16,0 4 0-16,0-4 38 15,0 0-15-15,0 0-19 0,0 0 20 16,0 0 11-16,0 0 4 16,0 0-44-16,0-12 10 15,0-12-16-15,0-16-4 16,0 8-1-16,0 0 1 16,0 0-4-16,0 7 5 15,0-2-10-15,0 15 9 16,0 4-8-16,0 3 8 15,0 5-3-15,0 0-1 16,0 0 8-16,0 25-2 16,0 7-6-16,-22 8-12 15,9-16-69-15,1 0-70 16,3-15-37-16,9-9-86 16,0 0-126-16</inkml:trace>
  <inkml:trace contextRef="#ctx0" brushRef="#br0" timeOffset="212304.43">10384 7078 193 0,'0'0'84'0,"0"0"-66"0,0 0 94 0,0 0 28 16,0 0-75-16,0 0-2 0,0 4-9 15,0-4 10-15,0 0 13 16,0 0-3-16,0 0 7 16,0 0-34-16,0 0-4 15,16 0 0-15,2-24 15 16,16-24-30-16,19-9 4 15,-6-2-13-15,21-6-16 16,-15 14 0-16,-13 7-3 16,0 7 0-16,-12 13-25 15,-9 4-7-15,2 12-52 16,-14 8 19-16,-7 0-114 16,0 0-120-16</inkml:trace>
  <inkml:trace contextRef="#ctx0" brushRef="#br0" timeOffset="212687.46">10459 6801 451 0,'0'0'192'0,"0"0"-91"0,0 0 102 0,0 0-97 15,0 0-62-15,0 0-19 16,189 157-16-16,-171-126 1 16,4-6-6-16,-10-5-8 15,1-4 0-15,-13-8-17 16,0 0-42-16,0 0-106 16,0 0-40-16,0 0-262 15</inkml:trace>
  <inkml:trace contextRef="#ctx0" brushRef="#br0" timeOffset="213270.39">10852 6934 679 0,'0'0'76'0,"0"0"-58"0,0 0 44 16,0 0-54-16,0 0 32 0,0 0-6 15,0 32-2-15,0-12 0 16,0 8 28-16,0 0-57 15,0-4-3-15,0-4-5 16,0-7 1-16,0-2 1 16,0 9 3-16,0-8 7 15,0-4-4-15,0 0-6 16,22-8 3-16,12 0 0 16,-3 0 5-16,10 0 13 15,5-8 5-15,10-12 5 16,-10 0 6-16,1 0-9 15,-22 8-25-15,-4 0-14 16,-14 12-10-16,-7 0-83 0,0 0-92 16,0 8 34-16,0 24-154 15</inkml:trace>
  <inkml:trace contextRef="#ctx0" brushRef="#br0" timeOffset="-206900.71">22644 5671 432 0,'0'0'189'0,"0"0"-171"0,0 0 47 0,0 0 57 0,0 0-67 0,0 0 32 16,0 0 3-16,0 0-30 16,0 0-7-16,0 0 12 15,0 0-20-15,0 0-13 16,0 0-6-16,0 0-15 16,0 0 2-16,0 0-11 15,0 0 3-15,0 0 2 16,0 0-2-16,0 0-5 15,0 0 10-15,6 0-6 16,16 0 2-16,9 0-2 16,25-33 3-16,25-19 16 15,24-12-20-15,-6-5 7 16,22-3-10-16,-12 8-12 0,-22 12-22 16,-7 8 3-16,-33 21-9 15,-29 10-17-15,-18 13 8 16,0 0-59-16,0 0-29 15,-40 24-166-15</inkml:trace>
  <inkml:trace contextRef="#ctx0" brushRef="#br0" timeOffset="-206469.69">22759 5217 850 0,'0'0'82'0,"0"0"-22"0,0 0 21 0,0 0-11 0,0 0 15 0,0 0-35 16,248 36-12-16,-170 9-15 15,8 7 10-15,1 7-31 16,-6-7 16-16,-1-3-17 15,-5-5-2-15,-22-12 1 16,-1 0-2-16,-11-8-24 16,-7 0-8-16,-13-8-27 15,-14-16-94-15,-7 0-238 16</inkml:trace>
  <inkml:trace contextRef="#ctx0" brushRef="#br0" timeOffset="-205819.08">23987 5846 564 0,'0'0'344'0,"0"0"-265"0,0 0 26 0,0 0-45 15,0 0-10-15,0 0-8 16,22 0 0-16,-22-19-6 16,6-26-19-16,-6-2 18 15,0-14-21-15,0-3 3 16,0 4-14-16,0 4-3 15,0 7-13-15,0 18-17 16,0 6 14-16,-6 25-24 16,-7 0 13-16,-9 0-2 0,-12 0 22 15,-12 45-12-15,-7 10-37 16,0 6-31-16,-9-9-169 16,10-4-370-16</inkml:trace>
  <inkml:trace contextRef="#ctx0" brushRef="#br0" timeOffset="-204854.18">24709 5570 491 0,'0'0'173'0,"0"0"-115"0,0 0 45 0,0 0-30 15,0 0-20-15,0 0 1 16,0 0 33-16,7 0-5 16,-7 0-16-16,15 0-13 15,4 0-25-15,21 0 0 16,41-20-15-16,24-5 29 16,4 6-37-16,18 2 10 15,-13 9-15-15,-14 5-5 16,-20 3-9-16,-8 0-18 0,-10 0-2 15,-10 0-14-15,-18 0 15 16,-15 0-54-16,-19 0-52 16,0 0-202-16</inkml:trace>
  <inkml:trace contextRef="#ctx0" brushRef="#br0" timeOffset="-204470.08">24843 5370 110 0,'0'0'313'0,"0"0"-94"0,0 0-48 0,0 0 34 0,0 0-97 15,0 0-39-15,356-12-39 0,-303 12-20 16,6 0-5-1,3 0 0-15,3 0-5 0,3 0 5 16,19-8-10-16,-16-5-11 16,-9-10-64-16,-15 2-172 15,-35 1-437-15</inkml:trace>
  <inkml:trace contextRef="#ctx0" brushRef="#br0" timeOffset="-203920.82">25726 4841 675 0,'0'0'91'0,"0"0"1"0,0 0 55 0,0 0-43 0,0 0-43 16,19 227 8-16,-19-158-38 15,-12 11 1-15,-57 17-17 16,-17 6-14-16,-20 10 0 0,-15-1 5 16,16-8 3-16,-4-15-4 15,22-17 6 1,13-16-11-16,21-24-16 0,19-12-38 16,22-20-78-16,12 0-221 15</inkml:trace>
  <inkml:trace contextRef="#ctx0" brushRef="#br0" timeOffset="-203369.8">26415 5558 271 0,'0'0'433'0,"0"0"-300"0,0 0 79 0,0 0-56 0,0 0-85 16,0 0-6 0,201-133-18-16,-123 66-10 0,2 15-3 15,7-1-12 1,-19 17-22-16,-21 4-13 0,-7 4-32 15,-6 8-51-15,-9 0-30 16,-9 7-168-16,-4 10-184 16</inkml:trace>
  <inkml:trace contextRef="#ctx0" brushRef="#br0" timeOffset="-203089.36">26616 5253 1026 0,'0'0'57'0,"0"0"0"15,0 0 62-15,0 0-53 16,0 0-40-16,292 228-8 15,-230-167-18-15,-16-17-42 16,1-8 35-16,-19-8-10 16,-4-4-25-16,-2-7-83 15,-9-1-146-15,-1-5-216 16</inkml:trace>
  <inkml:trace contextRef="#ctx0" brushRef="#br0" timeOffset="-202622.22">27503 5591 422 0,'0'0'511'0,"0"0"-417"0,0 0-40 15,0 0 23-15,0 0-15 16,0 0-17-16,282-61-21 15,-235 61-13-15,-7 0-11 16,-15 12-9-16,-3 20-3 16,-22 8 5-16,0-4 4 15,0 5-25-15,0-14 17 16,0 1-39-16,0-8 40 16,0-12-5-16,27 0 12 0,20-8 3 15,6 0 10 1,27 0 12-16,13 0-12 0,13 0-10 15,-4-11-33-15,-15-9 25 16,-28 7-188-16,-19 2-239 16</inkml:trace>
  <inkml:trace contextRef="#ctx0" brushRef="#br0" timeOffset="-200740.91">25525 6704 357 0,'0'0'226'0,"0"0"-67"0,0 0 34 0,0 0-59 0,0 0-54 16,0 0-12-16,22-3-23 15,-22 3-21-15,0 0 18 16,0 0-24-16,0 0 19 15,0 0-16-15,0 0 0 16,6 0-14-16,-6 0-3 16,6 0-4-16,6 0 8 15,10 16-5-15,-3 12 0 16,21 12 11-16,-12 9-12 16,-10 11 15-16,-2 7-9 15,-16 14-3-15,0 4-5 16,0-5-3-16,0 3-33 0,0 2 26 15,-16-9-6-15,-18-12-39 16,28-20 0-16,-12-20-106 16,11-24-285-16</inkml:trace>
  <inkml:trace contextRef="#ctx0" brushRef="#br0" timeOffset="-200174.1">26328 6709 875 0,'0'0'218'0,"0"0"-180"0,0 0 81 0,12 249-92 0,35-185-7 16,-7 4-16-16,-12-8 10 0,-9 5-14 15,-4-1 0-15,-15-5-56 16,0 2 49 0,0 3 0-16,0-4-75 0,0-4-33 15,-15-12-227-15</inkml:trace>
  <inkml:trace contextRef="#ctx0" brushRef="#br0" timeOffset="-199573.96">25385 7611 474 0,'0'0'284'0,"0"0"-157"0,0 0 16 0,0 0-64 0,0 0-41 16,0 0-13-16,99 0 44 0,22 0-12 15,34 0-16 1,31-16 6-16,22-4-12 0,0-8 14 15,0 9-35 1,-28-6-5-16,-28 14-9 0,-25 2-43 16,-19 9 33-16,-49 0-46 15,-6 0 18-15,-44 16-43 16,-9 20-41-16,-15-4-252 16</inkml:trace>
  <inkml:trace contextRef="#ctx0" brushRef="#br0" timeOffset="-199051.67">25326 7736 192 0,'0'0'250'0,"0"0"-53"0,0 0-33 0,118 221 0 0,-56-149-60 15,10 0-69-15,8-16-8 16,-5-4-15-16,-23-12 51 16,-5-19-34-16,-13-10 5 15,-6-11-16-15,12 0 6 16,13-8-3-16,40-48 3 15,15-16 8-15,19-16-29 16,-9-1 4-16,-9 6-2 16,-10 14-9-16,-31 21 4 15,-27 16-9-15,-23 20-30 0,-12 12 16 16,-6 0-15-16,16 0-29 16,-16 0-61-16,12 0-162 15,-12 12-195-15</inkml:trace>
  <inkml:trace contextRef="#ctx0" brushRef="#br0" timeOffset="-198226.68">23246 10199 713 0,'0'0'0'0,"0"0"14"0,0 0 40 0,0 0-21 16,0 0 53-16,0 0 45 15,-75 0-28-15,75 0-27 16,0 0-19-16,0 0-11 0,0 0-22 16,62 0 10-16,38 0 5 15,27-9 22-15,28-7-36 16,3-16-2-16,16-4-23 15,-13 8-8-15,0 0-33 16,-34 3-26-16,-6 14 6 16,-40-1-38-16,-44 7-116 15,-22 2-259-15</inkml:trace>
  <inkml:trace contextRef="#ctx0" brushRef="#br0" timeOffset="-197576.89">23258 10186 752 0,'0'0'137'0,"0"0"-92"0,0 0 76 0,0 0-65 0,0 0-2 0,0 0 20 16,310-161-26-16,-232 74-30 15,9-18 31-15,-7 5-13 16,-5-1-2-16,-1 9-33 16,-9 4 4-16,3 4-5 15,7 8-6-15,-16 3 4 16,0 26-8-16,-13 6 8 16,-12 18-20-16,-6 15 21 15,-9 8-19-15,15 0 10 16,12 11 10-16,16 22 10 15,10 15 14-15,-10 7-17 16,3 9-6-16,-3 5-1 16,-16-5-24-16,-5-7-18 15,-17-9 14-15,-8-9-34 16,-10-10-68-16,-6-1-138 0,0-12-191 16</inkml:trace>
  <inkml:trace contextRef="#ctx0" brushRef="#br0" timeOffset="-196375.18">25900 9316 823 0,'0'0'139'0,"0"0"-82"0,0 0 54 16,0 0-96-16,0 0 2 0,0 0 25 16,53 0 17-16,-7 16-29 15,16-1 8-15,-3 2-12 16,9-5 7-16,-3-8-11 16,-18 12-21-16,15-8-1 15,-22 1-10-15,7-1-1 16,-22-8-42-16,3 0-28 15,-22 11-173-15,-6 1-382 16</inkml:trace>
  <inkml:trace contextRef="#ctx0" brushRef="#br0" timeOffset="-195944.26">25900 9950 212 0,'0'0'206'16,"0"0"-152"-16,0 0 86 16,0 0-15-16,0 0 10 0,0 0-15 15,0 0-29-15,0 0-57 16,0 0-20-16,6 0 4 16,41 0 52-16,5-12-28 15,4-12 5-15,31-1-32 16,0-14 10-16,6-10-22 15,6-7-3-15,-18-8-5 16,6 0-32-16,-19-1-16 16,-16 17-78-16,1 9-128 15,-19 18 53-15,-21 21 110 16,-13 0-64-16,0 21-69 16</inkml:trace>
  <inkml:trace contextRef="#ctx0" brushRef="#br0" timeOffset="-195310.45">27525 9745 568 0,'0'0'81'0,"0"0"-5"0,0 0 23 0,0 0-34 0,0 0-31 16,0 0 29-16,238 64 13 16,-163-64-37-16,6 0-8 15,-7 0-12-15,-15 0 70 16,9-44-69-16,-9-20 22 16,-13-13-36-16,-5-3 18 15,-29 4-21-15,-12 12-6 16,0 20-2-16,-18 8 0 15,-44 20-4-15,-10 4 4 16,-2 12 2-16,-7 0 2 0,7 0-9 16,3 4 7-1,18 20-5-15,3 12 0 16,4 12 8-16,21 4-4 0,-9-4-38 16,6-4-98-16,9 5-223 15</inkml:trace>
  <inkml:trace contextRef="#ctx0" brushRef="#br0" timeOffset="-174945.39">20071 12300 298 0,'0'0'349'0,"0"0"-326"15,0 0 51-15,0 0 40 0,0 0-29 0,0 0-34 0,0 0 14 16,0 8-40-1,0-8-3-15,0 0-1 0,0 0 16 16,0 0 14-16,0 0-32 16,0 0 13-16,0 0-10 15,0 0 7 1,0 0-26-16,0 0 10 0,0 0-6 16,0 0 4-16,0 0-10 15,0 0 1-15,12 0-4 16,63 0 4-16,33 0 2 15,32 0 18-15,15 0 13 16,18 0-34-16,-21-8 9 16,-3 4-10-16,-37 4-15 15,-38 0-17-15,-21 0-25 0,-47 15-27 16,-6 10-162-16,-40-6-474 16</inkml:trace>
  <inkml:trace contextRef="#ctx0" brushRef="#br0" timeOffset="-174196.26">20123 12383 269 0,'0'0'63'0,"0"0"-10"0,0 0 57 0,0 0-56 0,0 0 9 16,0 0-8-16,0 0 38 15,0 0-3-15,0 0-36 16,0 0 10-16,0 0 4 16,0 0-24-16,0 0-25 15,0 0 18-15,0 0-20 0,0 0 16 16,0 0-17-16,10-19-1 15,21-21 10-15,25-37 11 16,21-23-4-16,-3-36-28 16,19-13-4-1,-12-15 2-15,-13 8-5 0,-15 11-6 16,0 26-9-16,-13 30-4 16,-12 40 11-16,-16 26 1 15,1 15 10-15,8 8 3 16,14 15 6-16,5 42 6 15,25 23-2-15,3 1 7 16,-3 10-20-16,-3-7 0 0,-9-4-4 16,0 9-11-1,-25-1 6-15,-10 5-26 0,-18 11-46 16,0-8-129-16,0-12-141 16</inkml:trace>
  <inkml:trace contextRef="#ctx0" brushRef="#br0" timeOffset="-172380.86">22170 11430 326 0,'0'0'474'0,"0"0"-411"0,0 0 60 0,0 0-24 15,0 0-60-15,0 0-18 0,-19 0 32 16,19 0-19-16,19 12 14 16,21 20-7-16,13-1 2 15,-13 2-31-15,28 7 2 16,-27 0-11-16,11-4-3 16,-5 4 0-16,-13-12-20 15,-9 4 12-15,-3-7-38 16,-16-17 4-16,-6 7-90 15,0-7-223-15,-6 0-391 16</inkml:trace>
  <inkml:trace contextRef="#ctx0" brushRef="#br0" timeOffset="-171815.48">22164 12164 164 0,'0'0'315'0,"0"0"-175"0,0 0-46 0,0 0 18 0,0 0 0 0,0 0-11 15,86-97-19-15,-39 49-23 16,12-17-4-16,9 1-35 16,0 0-1-16,-15 17-19 15,0 6-5-15,-35 25-15 16,4 12-65-16,-22 4-42 16,0 0-174-16,0 20-28 15</inkml:trace>
  <inkml:trace contextRef="#ctx0" brushRef="#br0" timeOffset="-171066.06">23708 12147 672 0,'0'0'25'0,"0"0"19"0,0 0-5 0,0 0-22 0,0 0 8 16,0 0 25-1,146 157 27-15,-106-150-2 0,13-7-17 16,15 0-25-16,-9-23 11 16,15-49-6-16,7-25-1 15,-22-15-34-15,9-13-1 16,-34 14-2-16,-28 14 3 15,-6 17-2-15,0 19 5 16,-53 14 0-16,-9 14 3 16,-9 22 7-16,-10 11-11 15,-21 8-5-15,9 47-8 16,-12 37-27-16,-10 9-29 16,16 16-140-16,18-17-240 15</inkml:trace>
  <inkml:trace contextRef="#ctx0" brushRef="#br0" timeOffset="-168944.34">19457 13860 582 0,'0'0'145'0,"0"0"-134"0,0 0 50 0,0 0-20 0,0 0-37 15,0 0-3-15,0 0 2 16,0 0 47-16,0 8 23 16,0-8-16-16,0 8-42 15,0-4-15-15,0 7-17 16,0 2 6-16,0 4 4 15,0 2 7-15,0 1 17 0,0 0-11 16,0 1 6 0,0-6-5-16,0 1 2 0,-13 4-4 15,4-4-7-15,-3 9 4 16,12-9-2-16,0-5 10 16,0-7 18-16,0-4-7 15,0 0-11-15,0 0 24 16,0-44-1-16,0-28-1 15,21-20-10-15,-2-13 1 16,-7 5-13-16,10 4-7 0,-22 12-3 16,19 7 3-1,-19 21-7-15,0 17-21 0,0 14 9 16,0 9-47-16,0 16-22 16,0 0-227-16</inkml:trace>
  <inkml:trace contextRef="#ctx0" brushRef="#br0" timeOffset="-168334.63">19423 14040 303 0,'0'0'313'0,"0"0"-266"0,0 0 10 0,0 0-15 16,0 0 40-16,0 0 15 15,80-24-11-15,-46 12-36 16,-3 4-28-16,4 5 3 15,-8-2-24-15,8 1 17 16,-17 0-18-16,16 4 8 16,-15 0-8-16,15 0 12 15,-6 0-10-15,-10 0 2 16,4 0 2-16,-9 8-3 16,-7 12 7-16,0 12 6 15,-6 1 3-15,0 6-7 16,0-3 5-16,0 0-15 0,0-8-1 15,-47 0-1-15,-18 9 1 16,-21-9-5-16,5 12-24 16,13-8 9-16,21-15-13 15,22-17-19-15,25 0-97 16,0-5-202-16</inkml:trace>
  <inkml:trace contextRef="#ctx0" brushRef="#br0" timeOffset="-167502.48">20331 13230 591 0,'0'0'72'0,"0"0"-6"0,0 0 24 0,0 0-19 0,0 0 7 16,0 0-2-16,93-36-57 15,-93 36-11-15,0 0-5 0,0 4-1 16,0 28-2-16,0 9 2 15,0 22-2-15,-18-2-47 16,-17-5-4-16,11-17 51 16,8-14 32-16,16-17 2 15,0-8-6-15,0 0-25 16,62 0-1-16,9-25 16 16,4-6 3-16,-16-10-11 15,-3 13-10-15,-25 9-1 16,-16 11-42-16,-9 8 9 15,-6 0-62-15,0 0 9 16,0 0-25-16,0 11-241 16</inkml:trace>
  <inkml:trace contextRef="#ctx0" brushRef="#br0" timeOffset="-166703.31">20713 14080 609 0,'0'0'129'0,"0"0"-39"0,0 0 54 0,0 0-61 0,0 0-37 15,0 0 13-15,114-48 43 16,-42 32-45-16,-4 1 6 15,0 2-34-15,-15 9-17 16,-7-4-11-16,-12 8-1 0,13 0-20 16,-22 0-45-1,9 0-12-15,-13 0-135 16,-14 0-333-16</inkml:trace>
  <inkml:trace contextRef="#ctx0" brushRef="#br0" timeOffset="-165836.29">22024 13246 332 0,'0'0'496'0,"0"0"-427"0,0 0 60 0,0 0-49 0,0 0-51 0,0 0 18 0,0 157-5 16,0-101-33-16,0 8-2 16,-9-8-9-16,-4-8 7 15,1-8-8-15,12-7 7 0,0-17-4 16,0-1 0-16,0-10-4 15,0-5-3-15,0 0-3 16,0 0 9-16,34 0 1 16,-3 0-10-16,-9 0 9 15,12 0 1-15,-9 0-13 16,3 0 2-16,-16 3-9 16,16-3 11-16,-16 0 7 15,-12 0-19-15,7 0 4 16,-1 0-29-16,-6 0 6 15,0 0 11-15,9 0 27 16,-9-8 0-16,0-12-16 16,6-4 6-16,-6 4-38 15,0 0-53-15,0 12 47 16,0 8 56-16,0 0 1 16,0 0 80-16,0 25 15 0,0 22-62 15,0 14 61-15,0-1-37 16,0-1-25-16,0-2-10 15,0 3 4-15,0 5-13 16,0-1-4-16,0-8-10 16,0-24-6-16,0-9-55 15,6-14-25-15,-6-9-154 16,0 0-304-16</inkml:trace>
  <inkml:trace contextRef="#ctx0" brushRef="#br0" timeOffset="-165237">22672 13968 380 0,'0'0'737'0,"0"0"-661"0,0 0 7 0,0 0-48 0,0 0-35 16,0 0-39-16,19-24-78 16,-19 20-272-16</inkml:trace>
  <inkml:trace contextRef="#ctx0" brushRef="#br0" timeOffset="-164338.06">23233 14044 58 0,'0'0'214'0,"0"0"-116"0,0 0 47 0,0 0-50 0,0 0-48 15,0 0 7-15,0 93 9 16,0-85 13-16,47-5 12 16,-1-3 0-16,-11 0-29 15,17 0-20-15,7-3-28 16,-3-41 14-16,3-17-5 15,-6-15-2-15,-7-20-9 0,-6 8-9 16,-18-5-1-16,-16 9-29 16,-6 4 17-16,0 16-33 15,0 12 6-15,-21 19 2 16,-17 30 7-16,-11 3 5 16,-4 24 3-16,-6 40 7 15,-3 16-22-15,9 4 8 16,29-4 30-16,14-11 0 15,10-14 59-15,0-14 23 16,0-18-48-16,28-10-7 16,25-13-5-16,15 0-17 15,-3 0 9-15,10-24-9 0,-16 4 9 16,-4 0-9 0,-24 12 17-16,-9 8 0 0,12 0-1 15,-15 0 7-15,9 12-9 16,12 20-5-16,0 0-10 15,-15 4-8-15,15 8-13 16,-12-3-11-16,-21-5-35 16,-1-8-2-16,-6-12-54 15,0-8-67-15,0-5-128 16</inkml:trace>
  <inkml:trace contextRef="#ctx0" brushRef="#br0" timeOffset="-164054.41">24396 13860 1091 0,'0'0'151'0,"0"0"-103"0,0 0-2 0,0 0-46 0,0 0-18 0,0 0-42 16,0 0-75-16,0 0-231 15</inkml:trace>
  <inkml:trace contextRef="#ctx0" brushRef="#br0" timeOffset="-163455.39">25398 13475 587 0,'0'0'229'15,"0"0"-226"-15,0 0 83 0,0 0-15 0,0 0-36 0,-233 216 13 16,233-176-21-16,0 4 7 16,0-3-13-16,25-2 22 15,31-11-5-15,3 5-9 0,0-9-23 16,9-16 3-16,0 1-9 15,-3-9-26 1,-3 0 23-16,-3-9-5 0,-6-15 6 16,-7-4-35-16,10 0 5 15,-31 0-28-15,-13 4-49 16,-12-1-159-16</inkml:trace>
  <inkml:trace contextRef="#ctx0" brushRef="#br0" timeOffset="-161039.79">26750 13334 298 0,'0'0'331'0,"0"0"-293"0,0 0-14 0,0 0 44 0,0 0-17 0,0 0-5 15,0 0 35-15,0 0 36 16,0 0-33-16,0 0-25 15,0 0-1-15,0 9-48 16,0 2-3-16,40 6 0 16,19 10 1-16,0 9 7 15,21-3 1-15,7-5-9 16,-12-4-6-16,-1-4-2 16,-15-4-25-16,-19 0 7 15,-6-4-42-15,-27-12-76 0,-7 0-257 16</inkml:trace>
  <inkml:trace contextRef="#ctx0" brushRef="#br0" timeOffset="-160222.98">26923 14084 125 0,'0'0'351'0,"0"0"-241"0,0 0-20 0,0 0 47 16,0 0-37-16,0 0-24 16,192-144-9-16,-123 84-41 15,5-1-14-15,-3-3-11 16,4 12-1-16,-7-7 0 15,-9 2-8-15,-6 17 7 16,-13 8-30-16,-6 7-48 16,-15 14-129-16,-19 7-132 15</inkml:trace>
  <inkml:trace contextRef="#ctx0" brushRef="#br0" timeOffset="-159391.67">28387 13896 426 0,'0'0'144'0,"0"0"-52"0,0 0 1 0,0 0 46 16,0 0-65-16,0 0 2 0,207 72-48 15,-141-72 17-15,2 0-18 16,12-24 12-16,1-29 16 15,-3-6-34-15,-4-9-2 16,-12-9-11-16,-25 5 0 16,-15-4-5-16,-22 4-3 15,0 8-5-15,0 12-5 16,-13 19-9-16,-55 17 0 16,-19 16-10-16,-12 8 7 15,-9 49-53-15,-4 27 12 16,10 12 58-16,37 4-29 15,24-8 10-15,41-15-216 16</inkml:trace>
  <inkml:trace contextRef="#ctx0" brushRef="#br0" timeOffset="-146902.31">19475 15958 641 0,'0'0'86'0,"0"0"-56"0,0 0 5 0,0 0 0 0,0 0-2 15,0 0 15-15,0 0 13 16,0 0-8-16,28 3-6 16,-28-3-14-16,0 0 13 15,0 0-34-15,0 0 22 16,13 0-12-16,-13 0 0 15,0-11-7-15,0-30 14 16,0-18 0-16,0-18-20 0,0 1 15 16,0-17-22-16,-13-3 3 15,7 0-5 1,-16 3-4-16,22 18-15 0,-12 14-4 16,12 25 2-16,-6 20-19 15,6 4-49-15,0 12-75 16,0 0-141-16,0 0-231 15</inkml:trace>
  <inkml:trace contextRef="#ctx0" brushRef="#br0" timeOffset="-146435.15">19516 15733 502 0,'0'0'316'0,"0"0"-297"0,0 0 13 0,0 0-31 16,0 0 3-16,0 0 8 0,167-13 17 15,-133 10-5 1,7 3 3-16,-1 0 30 0,-6 0-21 16,3 0-2-16,3 0-19 15,-5 0 4-15,-1 0-19 16,-16 0 0-16,-18 0 0 16,16 16 1-16,-16 7 0 15,0 14 15-15,0 7 48 16,0 8-40-16,0-8 1 15,0-16-23-15,0-3 13 16,-22-9 1-16,-3 4-5 16,-21-9-11-16,-16 6 0 15,-19-9-10-15,-12 0-22 16,19-8-48-16,15 0-112 16,12 0-5-16,41 0-102 15</inkml:trace>
  <inkml:trace contextRef="#ctx0" brushRef="#br0" timeOffset="-145636.34">20220 14879 614 0,'0'0'49'0,"0"0"-23"0,0 0 32 0,0 0-43 0,0 0 51 0,0 0 35 15,12 0 10-15,-12 0-59 16,0 11-25-16,6 2-15 16,-6 7-9-16,0 8 9 15,0 8-12-15,0 3 14 16,0-2-13-16,0-5 5 15,0-8-6-15,0-7 19 16,0 2 0-16,6-15-2 16,16-4-7-16,3 0-7 15,9 0-2-15,12 0 4 16,1 0 0-16,-1-23-1 16,-11 6-3-16,11 5-1 15,-12 0-11-15,-6 8-14 0,-9 0-38 16,2 4 6-16,-2 0-110 15,0 0-61-15,-4 0-115 16</inkml:trace>
  <inkml:trace contextRef="#ctx0" brushRef="#br0" timeOffset="-144904.02">20747 15833 1 0,'0'0'324'0,"0"0"-315"0,0 0 43 0,0 0 87 0,0 0-22 16,0 0-49-16,0 0 27 15,0 0-16-15,0 0 2 16,0 0 32-16,0 0-49 16,0 0 5-16,40 0-39 15,25 0 49-15,16 0-36 16,33 0-7-16,-8-4-31 0,2-5-5 16,-21 2 0-1,-6-9-32-15,-28 3-15 0,-19-2-42 16,-34-6-211-16</inkml:trace>
  <inkml:trace contextRef="#ctx0" brushRef="#br0" timeOffset="-143971.08">20111 14870 239 0,'0'0'438'0,"0"0"-400"0,0 0 23 0,0 0 48 0,0 0-55 16,0 0-54 0,0 0-2-16,260-127-102 0,-232 102-62 15,-15 14-501-15</inkml:trace>
  <inkml:trace contextRef="#ctx0" brushRef="#br0" timeOffset="-142738.93">21968 14975 607 0,'0'0'123'0,"0"0"-86"0,0 0-14 0,0 0-19 0,0 0 3 16,0 0-2-16,75-77 45 16,-75 77 23-16,0 0 42 15,0 0-22-15,0 0-7 16,0 0-50-16,0 0-28 16,0 0 5-16,0 12-11 15,0 21 0-15,0 31 8 16,0 12-10-16,0 16 5 15,-6 0-3-15,-29-4-2 16,1-7 0-16,10-9-2 16,2-23 12-16,9-5-22 15,7-25 10-15,6-2-1 0,0-9-14 16,0 0 13 0,0-1-11-16,25-2-1 0,15-5 8 15,7 0-2-15,-19 0 8 16,12 0 4-16,-6 0-8 15,-15 0 5-15,-4-5 1 16,4 1-9-16,9-7-23 16,-16 11-4-16,1 0 1 15,-13-5 1-15,15 2 1 16,-9-14 24-16,7 9-7 16,-7-8 13-16,0-4 6 15,-6 1-3-15,0 2 14 16,0 6-13-16,0-2 22 15,0 9 0-15,0 4 13 16,0 0-20-16,0 0 33 0,0 0-28 16,0 4-6-16,0 20-10 15,0 16-3-15,0 0 7 16,-19 8-8-16,7 17 12 16,-3-5 0-16,2 16-1 15,7-4-7-15,0-11 2 16,0 3-5-16,-10-12-4 15,16-20-7-15,0-16-24 16,0-16-58-16,0 0-128 16,0-12-63-16,0-16-41 15</inkml:trace>
  <inkml:trace contextRef="#ctx0" brushRef="#br0" timeOffset="-142272.58">22911 15809 809 0,'0'0'179'0,"0"0"-113"0,0 0 13 0,0 0-41 16,0 0-31-16,0 0 29 16,0 4-23-16,0-4 5 15,0 0-5-15,0 0 26 16,0 0-35-16,0 0-4 16,0 0-4-16,0 0-32 0,0 0-39 15,-6 0-58-15,6-4-87 16,0 0-164-16,0-4-11 15</inkml:trace>
  <inkml:trace contextRef="#ctx0" brushRef="#br0" timeOffset="-140425.39">23875 15981 302 0,'0'0'168'0,"0"0"-80"0,0 0-14 0,0 0 19 16,0 0-30-16,0 0-16 15,0 52-20-15,0-47 34 16,0-5-1-16,0 0 21 0,0 0-26 16,0 0-9-16,0 0-2 15,0 0-23-15,0 0-3 16,0 0-12-16,0-5 13 16,0-15-17-16,0-12 7 15,0-12-6-15,0-20 3 16,0-12 1-16,0 4 3 15,0-8 1-15,0 11-9 16,0 9 4-16,0 4-1 16,13 4-10-16,-7 7-2 15,16 6 0-15,-22 26-14 16,18 10 7-16,-18 3-10 0,6 0-17 16,10 0-39-1,-10 0-74-15,0 0-160 0</inkml:trace>
  <inkml:trace contextRef="#ctx0" brushRef="#br0" timeOffset="-139825.45">23627 15725 295 0,'0'0'478'0,"0"0"-411"0,0 0 55 0,0 0 11 0,0 0-74 16,0 0 10-16,313 4-34 15,-226-4-6-15,-6-9-3 16,21-10-4-16,-24-1-6 0,-10 4-12 15,-9-4-7 1,-19 20 6-16,-6-5-6 16,-12 2-19-16,-16 3 3 15,0 0-22-15,-6 0-78 0,0 0-134 16,-34 0-376-16</inkml:trace>
  <inkml:trace contextRef="#ctx0" brushRef="#br0" timeOffset="-139226.6">23500 16194 423 0,'0'0'283'0,"0"0"-274"0,0 0-3 0,0 0 3 15,0 0-9-15,0 0-11 16,-81-56 11-16,57 28 15 0,-10 0 54 16,6-4-11-16,-6-1 28 15,9-7-14-15,9 0-49 16,4-8-21-16,-1-4-4 15,13-1-32-15,0-6-17 16,0-6-46-16,0-2 18 16,0-10 18-16,41 5-10 15,-1 4-243-15</inkml:trace>
  <inkml:trace contextRef="#ctx0" brushRef="#br0" timeOffset="-138476.97">24778 15319 600 0,'0'0'285'0,"0"0"-172"0,0 0-26 0,0 0-18 0,0 0-12 0,238 261-24 15,-204-188-10-15,-6-1 15 16,-9 0-13-16,-19 4 1 15,0 1-26-15,0-2-4 16,0 2-27-16,-12-5-31 16,-1-16-54-16,-9-12-224 15,4-16-344-15</inkml:trace>
  <inkml:trace contextRef="#ctx0" brushRef="#br0" timeOffset="-136559.83">25578 15756 757 0,'0'0'340'0,"0"0"-338"0,0 0 35 0,0 0-6 0,0 0-31 0,0 0-45 16,0 41-36-16,0-41 16 16,0 0 65-16,0 0 87 15,0 0-35-15,0 0-16 16,0 0-36-16,0 0-45 16,0 0-368-16</inkml:trace>
  <inkml:trace contextRef="#ctx0" brushRef="#br0" timeOffset="-135943.81">26207 16186 454 0,'0'0'485'0,"0"0"-455"0,0 0 103 0,-133-253-13 0,133 157-102 15,0-8 27-15,0 11-9 16,12 1-20-16,16 16-11 16,6 12-10-16,-9 16-4 0,9 12-27 15,0 15-20 1,-15 14-93-16,2 7-324 0</inkml:trace>
  <inkml:trace contextRef="#ctx0" brushRef="#br0" timeOffset="-135260.95">26455 15886 747 0,'0'0'142'0,"0"0"-51"0,0 0 11 0,0 0-29 0,0 0 16 0,0 0-36 16,279 0-14-16,-211 0-20 15,7 0-10-15,-16 0-9 16,-13-9-6-16,1-7-52 15,-19 0-31-15,-22 8-227 16</inkml:trace>
  <inkml:trace contextRef="#ctx0" brushRef="#br0" timeOffset="-133630.97">27364 15224 641 0,'0'0'109'0,"0"0"-66"0,0 0 45 0,0 0-34 0,0 0-36 0,0 0 39 16,0 0 22-16,0 12-27 15,6-1 30-15,34 14-39 16,-12-1-10-16,12 16-10 16,7 4-14-16,-13 12 0 15,-3 8-2-15,-3 12-3 16,-16 8 0-16,-6 4 1 0,-6 17-2 16,0 0-4-1,0-10 1-15,0-2-5 0,-24-21-6 16,-11-8-39-16,1-12-24 15,-6-24-187-15,9-28-447 16</inkml:trace>
  <inkml:trace contextRef="#ctx0" brushRef="#br0" timeOffset="-132582.11">28080 15504 603 0,'0'0'165'0,"0"0"-83"0,0 0 54 0,0 0-59 0,0 0-41 0,0 0-28 16,0 0 21-16,0 0-10 16,0 0 9-16,25 0 32 15,15 0-26-15,6 20 18 16,10 4-27-16,3 4-2 15,0 0-22-15,15-3-2 16,-12-9-17-16,-15 4-86 16,6-17 100-16,-29 10-65 15,-2-10-20-15,-16-3-196 16,-6 9-457-16</inkml:trace>
  <inkml:trace contextRef="#ctx0" brushRef="#br0" timeOffset="-131998.24">28185 16130 122 0,'0'0'461'0,"0"0"-380"0,0 0-8 0,0 0 70 15,0 0-9-15,0 0-51 16,0 0-34-16,22 0 33 16,18-12-29-16,13-20 1 15,12-21-9-15,22-19-21 16,-7 0-16-16,1 3-6 16,-13 14-4-16,-9 10-35 15,-18 18-4-15,-14 2-32 16,-8 22-22-16,-13 3-56 15,-6 0-182-15,0 32-296 0</inkml:trace>
  <inkml:trace contextRef="#ctx0" brushRef="#br0" timeOffset="-131532.33">29323 15973 263 0,'0'0'573'0,"0"0"-503"0,0 0-48 0,0 0 136 16,0 0-133-16,372-168-18 15,-310 88 9-15,-21 0-16 16,-23 11 0-16,-18 22-1 0,0 18 1 16,0 25 1-16,-59 4 35 15,-21 0-31-15,-7 0-5 16,0 41-2-16,0 2-5 16,7 22 6-16,21 7 1 15,3-16-5-15,31 8-33 16,10-20-320-16</inkml:trace>
  <inkml:trace contextRef="#ctx0" brushRef="#br0" timeOffset="-128784.67">19736 17513 625 0,'0'0'93'0,"0"0"20"0,0 0 47 0,0 0-67 0,0 0-32 16,0 0-4-16,0 0-2 15,0-11-18-15,0-18 14 16,0-7-25-16,0-28-6 15,0-12-3-15,-19-20-10 16,-33-17-4-16,17-7 3 16,-11-8-12-16,6 7 2 15,12 8-4-15,3 18-16 0,9 27 10 16,10 31-21 0,6 26-4-16,0 11 0 0,22 15-90 15,43 34 63 1,22 7-211-16</inkml:trace>
  <inkml:trace contextRef="#ctx0" brushRef="#br0" timeOffset="-128300.59">19844 17212 270 0,'0'0'357'0,"0"0"-312"0,0 0 41 0,0 0 5 16,0 0-47-16,0 0 17 15,152-80-23-15,-111 77 0 16,-1-2-5-16,6 5 2 0,-5 0-7 16,5 0 9-1,-12 21-10-15,19-1-13 0,-13 7-8 16,-12 1-3-16,0 5 0 15,-28 6 1-15,0 14 34 16,-9 15-7-16,-78-4-17 16,-12-3 2-16,0-17-6 15,-4-16 5-15,32-8-11 16,15-12-4-16,3-5-2 16,35-3-23-16,12 0-34 0,-4-3-81 15,10-17-333 1</inkml:trace>
  <inkml:trace contextRef="#ctx0" brushRef="#br0" timeOffset="-127518.25">20499 16282 185 0,'0'0'237'0,"0"0"-56"0,0 0-71 0,0 0-7 16,0 0-2-16,0 0-19 15,0-3-10-15,0 3-27 16,0 0-2-16,0 0 30 16,0 0-35-16,0 0-7 15,0 0-30-15,0 0-2 16,28-5-8-16,6 5 9 16,-10 0-1-16,4 0 2 15,-9 0-5-15,-4 20-2 0,-15 24 4 16,0 16-1-16,0 12 3 15,0 1-22-15,0-5-21 16,0-16 22-16,0-12 13 16,0-16 6-16,0-7-4 15,31-17-1-15,10 0 6 16,21 0-2-16,-3-5 0 16,0-15 0-16,-10 9-5 15,-18 6-17-15,-3 5-11 16,-9 0 12-16,-19 0 15 15,0 0-121-15,0 0-128 16</inkml:trace>
  <inkml:trace contextRef="#ctx0" brushRef="#br0" timeOffset="-109583.53">21587 17381 56 0,'0'0'142'0,"0"0"17"0,0 0 25 0,0 0-98 15,0 0-45-15,0 0-8 16,0 0-22-16,0 0 2 15,0 0 4-15,0 0 29 0,0 0-6 16,0 0 20-16,0 0-9 16,0 0 9-16,0 0-34 15,0 0-16-15,0 0-7 16,0 0 3-16,0 0 3 16,0 0-5-16,0 5 25 15,0-2 2-15,0 0-3 16,0 2-17-16,0 3-4 15,0 0-7-15,0 1 2 16,0-6 5-16,0 9 5 16,0 4 31-16,0 0-29 15,0 1 8-15,0-14-13 16,0-3 15-16,0 0-7 0,0 0 1 16,0-23-1-16,9-18-14 15,4-7 29-15,-7-20-16 16,16-8-6-16,-16-1-6 15,0-6-8-15,0 9-11 16,-6 7-19-16,13 15-5 16,-13 27-10-16,15 25-7 15,-9 0-76-15,-6 36-102 16,0 25-85-16</inkml:trace>
  <inkml:trace contextRef="#ctx0" brushRef="#br0" timeOffset="-109102.12">21302 17284 633 0,'0'0'139'0,"0"0"27"0,0 0 9 0,0 0-48 0,347 29-79 16,-226-25-3-1,-9-1-30-15,-10-3-15 0,-15 0-2 16,-28 0-4-16,-19 0-52 16,-34 0-65-16,-6 0-252 15</inkml:trace>
  <inkml:trace contextRef="#ctx0" brushRef="#br0" timeOffset="-105321.92">21643 16772 430 0,'0'0'256'0,"0"0"-243"0,0 0 14 0,0 0 25 16,0 0-50-16,0 0 9 15,-127-12 54-15,99 12 6 16,3 12-29-16,-9 12-18 16,0 4 6-16,6 3-25 0,-3 5-5 15,-10 0-1-15,-5 9-1 16,18 3 4-16,0 8-1 15,16 8 2-15,12 5 3 16,0 3-6-16,0-4-1 16,40-8-5-16,25-3-16 15,3-18 8-15,25-3 4 16,0-3 7-16,10-5-6 16,-4-8-1-16,0-12 10 15,4-8 2-15,-4 0-2 16,0 0-4-16,-25-20 0 15,-12-16-28-15,-24-16-44 0,-17-9-28 16,-2-23 52 0,-19-12-4-16,15-4 49 0,-15-5 7 15,0 5-3-15,0-8-7 16,-40 12-88-16,-22 11-140 16</inkml:trace>
  <inkml:trace contextRef="#ctx0" brushRef="#br0" timeOffset="-104371.78">23078 16799 728 0,'0'0'323'0,"0"0"-273"0,0 0-22 0,0 0 3 0,0 0 6 16,0 0-2-16,190 28-14 0,-144-15-11 16,1-1 26-16,-13-4-21 15,-10 4-1-15,11-1-14 16,-17 5-1-16,10 4-23 15,-16 5-36-15,4 7-92 16,-16 0-205-16</inkml:trace>
  <inkml:trace contextRef="#ctx0" brushRef="#br0" timeOffset="-103806.41">23212 17292 310 0,'0'0'382'0,"0"0"-246"0,0 0 67 0,201-216-110 0,-142 164-42 16,-12 16-32-16,-7 11-19 15,-6 14 0-15,-12 3-23 16,-10 0-11-16,-6-1-9 16,1 6-108-16,-7 3-76 15,0 0-84-15</inkml:trace>
  <inkml:trace contextRef="#ctx0" brushRef="#br0" timeOffset="-102890.29">24529 17140 4 0,'0'0'216'16,"0"0"5"-16,0 0-21 0,0 0-98 0,0 0 49 15,0 0-53-15,-27 16-27 0,27 1-53 16,0 2-8-16,0 1 3 16,0-3 6-16,0-1 6 15,0 0-9-15,0-1 3 16,27 1-19-16,8-3 0 16,5-5 1-16,-9-4-5 15,25-4-2-15,-10 0 4 16,1-4 0-16,-7-44 4 15,-6-13-5-15,-9-14 7 16,-10-14-8-16,-2 5-3 16,-7 11 0-16,-6 14-14 15,0 18 11-15,0 18 1 16,-34 15 0-16,-47 8-5 0,-12 0-10 16,-12 28 6-1,3 36 9-15,15 16-27 16,34 4 24-16,34-4 0 15,19-12-59-15,0-20-343 0</inkml:trace>
  <inkml:trace contextRef="#ctx0" brushRef="#br0" timeOffset="-79426.29">19249 17233 938 0,'0'0'23'0,"0"0"-10"0,0 0-19 0,0 0 6 15,0 0-11-15,0 0 11 16,0 0 21-16,0 0 39 16,6 0 24-16,-6 0 11 15,0 0-56-15,0 0-1 16,0 0-22-16,0 0 3 15,0 0-18-15,0 0 20 16,0 0-21-16,0 0 3 16,0 0-2-16,0 0 8 15,0 0-1-15,0 0-7 16,0 0-2-16,0 0 8 0,0 4 2 16,0-4 0-16,0 0 1 15,-6 0-10-15,-34 0 0 16,-1 0 0-16,-11 0 0 15,-1 0-2-15,-15-17 7 16,9-7-12-16,-22-4 12 16,1 0-12-16,-1 5 12 15,7 2-12-15,15 5 7 16,6 4 0-16,-15-4 0 16,21-4 3-16,-5-4-6 15,-17-4 8-15,4-4-10 16,-15-8 5-16,5-8-1 0,-5-1-16 15,21 5 11-15,-3 13 3 16,15 3 3-16,7 3-1 16,9 1 3-16,-3 1-3 15,0-7 7-15,-1-1-12 16,-5-1 11-16,15 8-10 16,-3-5 3-16,1 6-4 15,20 2 5-15,-5-2 2 16,0 3-5-16,-4-4 9 15,-9-9-5-15,-9 5 7 16,0-8-12-16,0 4 5 16,3-5 0-16,9 6-1 15,10 3 1-15,6 12-4 16,-1-4 8-16,7-8-8 16,-9-9 9-16,3-3-3 0,0-12 0 15,-7 8 1 1,-8-12-2-16,2 8-1 0,7-9 0 15,2 10-2-15,-2-2-4 16,-7 9 12-16,10 0-12 16,-10-8 13-16,13-8-13 15,-16 4 8-15,10-4-2 16,12-4 0-16,0 4 1 16,0-1-5-16,-6 17 8 15,6-8-9-15,-6-4 12 16,-1 4-11-16,-8 0 7 15,-4-8-6-15,13 7 3 16,-9 2 0-16,2-9 0 16,7 15 2-16,0-3-7 0,6-4 4 15,0-1-3-15,0 2 5 16,0-6-3-16,-6-2 2 16,-10-14-4-16,10-3 4 15,-6 0 3-15,-4 8-3 16,16 0 0-16,0 12 0 15,0-1 1-15,0 6 2 16,0-6-3-16,0 4 0 16,0 5 2-16,9 0-2 15,-2 0 0-15,-7 1 1 0,0-1-3 16,6-5 4-16,6-4-4 16,10 2 4-1,-4-1-6-15,10 0 4 0,-9 3-2 16,-13 1 1-16,10 9 2 15,-16-2-1-15,0 1 3 16,0 0-6-16,0-8 10 16,0 12-13-16,0-5 6 15,0 5-1-15,0-3-9 16,0-6 5-16,-16-3-9 16,4-5 14-16,-1-6-8 15,-15 7 16-15,-12-1-16 16,6-7 16-16,-12 4-17 0,-7 4 9 15,6-1-2-15,1 9-8 16,5 5 12-16,7 6-9 16,10 10 14-16,-4 7-14 15,9-1 15-15,-9 9-16 16,0 5 0-16,-18-2-45 16,-13 5-62-16,-9 0 29 15,-13 0-647-15</inkml:trace>
  <inkml:trace contextRef="#ctx0" brushRef="#br0" timeOffset="-78327.66">16520 11947 485 0,'0'0'97'0,"0"0"-81"0,0 0-10 0,0 0 9 0,0 0 27 16,0 0 13-16,0 20 14 15,0-20 7-15,0 0-2 16,0 4-17-16,0 0-8 16,0 0-4-16,0 7-29 15,0 10 11-15,0 3 20 0,0 16 5 16,0 0-24-16,0 0-12 15,0-4-10-15,-12-3-1 16,-7-10-7-16,13-6 7 16,-3-1-9-16,9-13 4 15,0-3-13 1,0 0-91-16,0 0-114 0,0 0-272 16</inkml:trace>
  <inkml:trace contextRef="#ctx0" brushRef="#br0" timeOffset="-77744.11">16750 11954 328 0,'0'0'449'16,"0"0"-364"-16,0 0-30 15,0 0 47-15,0 0-35 16,0 0-59-16,-115 57-2 16,81-25 1-16,-12-4-13 15,11-4 18-15,11-11 10 16,-4-10 32-16,15 1-18 0,-8 0-20 15,8-4 6-15,7 9-12 16,-6-6-2-16,12 2-13 16,-16-2 9-16,16-3-8 15,0 5 7-15,0-2-7 16,0 5 4-16,0-4 0 16,0 4 7-16,16-3-5 15,8 3 14-15,4-5-9 16,0 14 23-16,3-9-19 15,3 3 5-15,0 1-16 16,1-4 3-16,-4 0-3 16,-4 0-2-16,1-3 1 15,-9-5-1-15,-13 0-3 16,0 0 9-16,4 0-8 16,-10 0 8-16,0 0 3 0,0 0-5 15,0 0-2-15,0 0 0 16,0 0-7-16,0 0-12 15,0 0-47-15,0 0-45 16,0 4-171-16,-16 4-518 16</inkml:trace>
  <inkml:trace contextRef="#ctx0" brushRef="#br0" timeOffset="-74980.15">10024 12376 761 0,'0'0'158'0,"0"0"-154"0,0 0 49 0,-12-240-14 16,12 199-39-16,6 13-12 0,22 12-12 15,-3 0-7-15,-3 12 27 16,-10-8 1-16,1 12-24 16,-13 0-153-16,0 0-316 15</inkml:trace>
  <inkml:trace contextRef="#ctx0" brushRef="#br0" timeOffset="-74297.86">9823 12861 393 0,'0'0'0'0,"0"0"-16"0,0 0 10 0,0 0 6 0,0 0 40 0,0 0 40 15,81-24 41-15,-81 24-54 16,0 0-7-16,0 0-15 16,0 0 34-16,0 0-16 15,0 0 10-15,0-8-10 16,15-7-24-16,-9-18-7 0,0-8 23 16,-6-18 9-16,19-5-24 15,-19-24 10-15,9-9-24 16,4-27-3-16,-7-17-22 15,0-7-2-15,-6 3-6 16,0 33 2-16,0 24-11 16,0 24 15-16,0 23-8 15,0 26-17-15,0 11 12 16,0 4-26-16,0 0-31 16,0 19-106-16,0 34-114 15,0 11-131-15</inkml:trace>
  <inkml:trace contextRef="#ctx0" brushRef="#br0" timeOffset="-73779.88">10024 12529 704 0,'0'0'109'0,"0"0"-29"0,0 0 33 0,0 0-52 0,0 0-20 0,187-225-19 15,-153 193 0-15,-6 24-18 16,-10 4 9-16,10 4-9 16,6 0 11-16,13 0-14 15,5 23 12-15,7 5-11 16,10-3 1-16,-29 11-6 15,6-8-1-15,-39 12 4 0,-7 8 2 16,0 8 28-16,-66 1-6 16,-20-10 9-16,-29-14-10 15,-12-13-16-15,-7-9 7 16,13-6-13-16,1 3 6 16,39 4-7-16,16 8-13 15,37 4-33-15,28-8-100 16,0-16-452-16</inkml:trace>
  <inkml:trace contextRef="#ctx0" brushRef="#br0" timeOffset="-72948.96">10713 11522 331 0,'0'0'411'0,"0"0"-407"0,0 0 31 0,0 0-3 15,0 0 25-15,0 0 64 16,-13-5-40-16,13 5-15 15,0 0 9-15,0 0-15 0,0 0-20 16,13 0-32-16,-1 0-8 16,16 25 0-16,0 2-8 15,-9 18 7-15,-7 7-3 16,-12 4-2-16,0 9 4 16,0-1 4-16,0-12-7 15,0-8 10-15,0-16-4 16,16-8 1-16,18-4-2 15,25-16-1-15,15 0 1 16,13 0-2-16,0-21 5 16,6-15-6-16,-19 5-7 15,-21-2-28-15,-7 10-44 16,-18 18-149-16,-28 5-141 0</inkml:trace>
  <inkml:trace contextRef="#ctx0" brushRef="#br0" timeOffset="-71584.2">11944 11867 165 0,'0'0'503'0,"0"0"-468"0,0 0 22 0,0 0 103 16,0 0-56-16,0 0-12 0,-16-16-19 16,16 16 1-16,0 0-41 15,0 0 6-15,0 0-34 16,0 0-3-16,0 0-2 16,10 0 0-16,36 23 4 15,7 1 3-15,6 4 11 0,9 0-16 16,-3 8 1-1,16-7-3-15,-1 3-8 0,-11 0-22 16,-23-12 5-16,1 5-11 16,-20-14-60-16,-14-3-42 15,-7-8-192-15,-6 0-319 16</inkml:trace>
  <inkml:trace contextRef="#ctx0" brushRef="#br0" timeOffset="-70934.79">11938 12544 258 0,'0'0'375'0,"0"0"-293"0,0 0 38 0,0 0-46 0,0 0-54 16,0 0-4-16,0 0 23 15,-22 0-5-15,22 0 20 0,0 0 16 16,0 0-5 0,0 0-11-16,0 0-26 0,0 0 2 15,0 0-27-15,0 0-3 16,28-4-8-16,25-32 8 15,21-8 11 1,19-16-5-16,22 4 16 0,-16 3-17 16,-12 9 14-16,-13 13-19 15,-34 15-3-15,-15 7-26 16,-9 9-4-16,-16 0-16 16,0 9-100-16,-68 30-246 15</inkml:trace>
  <inkml:trace contextRef="#ctx0" brushRef="#br0" timeOffset="-68236.19">21922 17967 155 0,'0'0'152'15,"0"0"8"-15,0 0 0 0,0 0-48 0,0 0 48 0,0 0-17 16,0 0-66-16,0 8-38 15,0-8-28-15,0 0 8 16,0 0-3-16,0 0-15 16,0 0 10-16,0 0 2 0,0 0 7 15,0 0-15 1,0 0 19-16,6 4-17 0,-6 0 9 16,22 3-15-16,-4 1 2 15,4 0 8-15,-3 1-10 16,9-1 3-16,-1 3 0 15,-2 2 1-15,16-1 11 16,-1 4-3-16,19-4-9 16,9 4 8-16,6 8-9 15,19-4-3-15,7 0-1 16,8-4 1-16,4-4 0 16,-4-4 1-16,-8-8-8 15,-14 5 10-15,-11-5-7 0,-1 0 3 16,-15 0 1-16,9 0 0 15,-3 0-1-15,10 0-4 16,5-9 10-16,1 5-12 16,-3-4 17-16,-4 1-15 15,0-10 5-15,-8-7 0 16,-4-4-1-16,-4-13 1 16,-2 5 0-16,-3-3 2 15,0 6-2-15,-1 5 1 16,1 4-11-16,3 9 9 15,-22 2 0-15,13 5-5 16,-41 0-4-16,6 1-38 16,-12-1-82-16,0 3-244 15</inkml:trace>
  <inkml:trace contextRef="#ctx0" brushRef="#br0" timeOffset="-67386.75">24043 17802 368 0,'0'0'275'0,"0"0"-215"0,0 0 45 16,0 0-19-16,0 0-35 15,0 0-36-15,111-15 5 0,-70 10 33 16,-13-3-15-16,6 8 20 16,-10 0-22-16,4 0 11 15,-3 0-22-15,9 0-7 16,-6 0-9-16,12 0-9 16,-5 0 1-16,-4 0 2 15,-4 0-3-15,1 0 5 16,-9 0-6-16,-13 5 8 15,16-2-6-15,-22 9 0 16,0 0 6-16,0 12 3 16,0 12 7-16,0 4-13 15,-22 8 5-15,-3 1-14 0,-9-5 12 16,6-4-3 0,10-4 0-16,-4-12-1 0,16-12-3 15,6-8-4-15,0-4-3 16,0 0-40-16,0 0-29 15,0-24-116-15,0 0-178 16</inkml:trace>
  <inkml:trace contextRef="#ctx0" brushRef="#br0" timeOffset="-66571.46">24182 17882 370 0,'0'0'223'0,"0"0"-170"0,0 0 55 0,0 0-25 16,0 0-45-16,0 0-33 15,6 5 5-15,-6-5-5 16,0 0 40-16,0 0-19 15,-6 0 47-15,0 0-10 16,0 0-24-16,-10 0-10 0,16 0-6 16,-12 0-23-1,6 0-9-15,-1 0 3 16,7 0-13-16,0 0 19 16,0 0 24-16,0 0 25 0,0 3-17 15,0 10-30-15,25 2 12 16,31 1-6-16,-3-4 2 15,-7 4-7-15,7 1-2 16,0-1-1-16,3 4 0 16,2-4-1-16,-11 0 1 15,-19-4-17-15,-3-8-17 16,-25-4-38-16,0 0-119 16,0 0-288-16</inkml:trace>
  <inkml:trace contextRef="#ctx0" brushRef="#br0" timeOffset="-58845.48">13472 12208 190 0,'0'0'235'0,"0"0"-80"0,0 0-59 0,0 0-25 0,0 0-42 0,0 0-27 0,0 0 12 15,0 0 16-15,0 0 1 16,0 0-4-16,-6 0 32 15,6 0 15-15,0 0-4 16,-6 0-34-16,0 0-8 16,0 0-3-16,-1 0-17 15,7 0 18-15,0 0-19 16,0 0 6-16,0 0-11 16,0 0 5-16,0 0 6 15,0 0-1-15,0 0-5 16,0 0 1-16,0 0 9 0,0 0-14 15,0 0 4 1,0 0 0-16,0 0-12 16,25 0 10-16,22 11 9 15,21-2 0-15,-3-1 2 0,37 3 4 16,-2-3-19-16,8 4 6 16,4-7-5-16,3 3 4 15,-16-8-5-15,-6 0 5 16,-19 0-6-16,-27 0-3 15,-19 0 3-15,-28 0-17 16,0 0 3-16,0 0-20 16,0 0 13-16,0 0-30 0,-75 0-222 15</inkml:trace>
  <inkml:trace contextRef="#ctx0" brushRef="#br0" timeOffset="-57528.96">13807 11823 215 0,'0'0'322'0,"0"0"-242"0,0 0-45 0,0 0-6 0,0 0-18 16,0 0 0-16,-12 0 25 0,12 0 8 15,-12 0 51-15,-4 0-25 16,10 0-15-16,-7 0-25 16,-8 0 3-16,2 0 3 15,-9 3-2-15,-6-3-11 16,15 12-23-16,-15 1 3 16,0-2 4-16,3 9-2 15,3 1-3-15,0-1 15 16,10 4 6-16,-1 0-8 15,4 0-14-15,2 9 3 16,7-2-5-16,0 5 4 16,-3 5-5-16,2-10 10 0,7 2-8 15,0 3 5 1,0 0-3-16,0 3-1 0,0 2 0 16,7-5 0-16,14-3 0 15,7-14-2-15,-9 5-7 16,15-8 8-16,0 0-11 15,13 0 10-15,5-4 0 16,-5 1-2-16,12-6 3 16,-19 1-27-16,7 5 7 15,-1-10-3-15,-6 5 21 16,16 0-7-16,-3 1 5 16,0 2 3-16,9 2 1 15,-3-13 0-15,-1 7-2 0,-11-2 0 16,3-5-9-16,-13 0 7 15,3 0 3-15,-6 0-4 16,-6-20 0-16,-3-5 3 16,-3 1 1-16,12-7 1 15,-16-10 2 1,16 5 2-16,-6-4-8 0,-9-4 8 16,0 4-7-16,2-5 9 15,-8 9-9-15,2-3 5 16,-2 14-2-16,-7 14 4 15,-6-6 0-15,6 6 9 16,-6-14-10-16,0 6 1 16,0-10 0-16,0-7-6 15,0-4 7-15,0-1-4 0,0 10-1 16,0-2-3 0,0 10 0-16,0-1 6 0,-12-1 0 15,-16 5-3-15,-6 1 9 16,-13 2-4-16,-6 1-10 15,1 8 5-15,-1 5-10 16,-28 3-8-16,19 0 2 16,-9 0 16-16,3 0-20 15,3 0 1-15,3 0 8 16,9 0 11-16,-9 0 12 16,3 3-10-16,6 17-1 15,1 4-2-15,-4-8-47 16,9 1-235-16,1 3 223 0</inkml:trace>
  <inkml:trace contextRef="#ctx0" brushRef="#br0" timeOffset="-37596">10006 14903 392 0,'0'0'67'0,"0"0"-52"0,0 0-15 0,0 0-11 0,0 0-36 15,0 0-20-15,0 0 57 16,0 0 10-16,0 0 76 16,0 0-50-16,-9 0-26 15,9 0-148-15</inkml:trace>
  <inkml:trace contextRef="#ctx0" brushRef="#br0" timeOffset="-36629.02">10052 15103 232 0,'0'0'29'0,"0"0"-29"0,0 0-33 16,0 0-131-16</inkml:trace>
  <inkml:trace contextRef="#ctx0" brushRef="#br0" timeOffset="-35261.98">10133 14666 10 0,'0'0'0'0</inkml:trace>
  <inkml:trace contextRef="#ctx0" brushRef="#br0" timeOffset="-34948.48">10133 14666 165 0,'0'0'42'0,"0"-12"12"0,0 12 46 16,0 0-17-16,0 0-70 16,0 0-13-16,0 0-16 15,0 0 16-15,0 0 23 16,0 0 78-16,0 0-30 15,0 0-26-15,0 0 18 16,0 0-15-16,0 8-23 16,0 0-11-16,0 4-12 15,0-4 1-15,0-4 10 16,0 0 62-16,0-4 7 16,0 0-7-16,0 0-41 15,0-16-5-15,0-48 3 16,12-37 7-16,35-22-5 15,-13 6-22-15,6 0-10 0,-15 25 5 16,3 20-14-16,-16 16-14 16,-5 7-21-16,-7 13-28 15,0 8-46-15,0 20-89 16,0 8 45-16,0 0-97 16</inkml:trace>
  <inkml:trace contextRef="#ctx0" brushRef="#br0" timeOffset="-34429.71">10077 14040 406 0,'0'0'155'0,"0"0"-134"0,0 0 38 0,0 0-2 16,0 0 33-16,0 0 30 15,22 53 8-15,-3-45-91 16,21-5 3-16,-12 2-9 15,6-2-1-15,6-3-12 16,-9 5-12-16,3-2-6 16,-6 1 9-16,-15-4-18 15,-13 0 4-15,12 0-21 0,-12 0-26 16,0 13-33-16,0-2-153 16,-25 17-283-16</inkml:trace>
  <inkml:trace contextRef="#ctx0" brushRef="#br0" timeOffset="-34261.14">10077 14040 727 0</inkml:trace>
  <inkml:trace contextRef="#ctx0" brushRef="#br0" timeOffset="-34099.09">10077 14040 727 0,'-31'12'64'0,"90"-100"-49"0,0 0 107 16,3 8-66-16,-9 15-56 16,-41 58 3-16,-6 7 8 15,16 0-10-15,-3 0 14 16,2 12 4-16,13 24 29 15,-3-4-37-15,-3 8-11 16,7-4-3-16,-17 8-56 16,-18-4-118-16,0 0-135 0</inkml:trace>
  <inkml:trace contextRef="#ctx0" brushRef="#br0" timeOffset="-31733.57">10713 15404 635 0,'0'0'264'0,"0"0"-225"0,0 0 5 0,12-72 4 0,16 43-21 16,0 9-8-16,-3 4 8 16,3 4-11-16,-10 9 15 15,4-5-12-15,-10 8 7 16,1 0-25-16,2 0 4 15,-15 47-2-15,0 17 7 16,0 8-10-16,0 9-25 16,-28-9-15-16,4-7 39 0,2-1 1 15,10-17 1 1,12-10 61-16,0-17-31 0,6 0-11 16,53-16-11-16,9-4-8 15,19 0 6-15,12 0-6 16,-6-24-1-16,-12 4-5 15,-1 0-2-15,-27 12-26 16,-19 8-50-16,-18 0-80 16,-16 24-202-16</inkml:trace>
  <inkml:trace contextRef="#ctx0" brushRef="#br0" timeOffset="-30951.23">9256 17137 579 0,'0'0'378'0,"0"0"-333"0,0 0 20 0,0 0 84 0,369 0-64 15,-171 0-21-15,3-5-19 16,20-7 16-16,-14 1-31 15,-11 3-2-15,-23 3-25 16,-33 5-6-16,-19 0-3 16,-28 0-7-16,-28 0-43 15,-25 0-28-15,-40 13-16 16,0-2-271-16</inkml:trace>
  <inkml:trace contextRef="#ctx0" brushRef="#br0" timeOffset="-28935.95">12390 15930 234 0,'0'0'423'0,"0"0"-341"0,0 0 15 0,0 0 21 0,0 0 5 16,0 0-6-1,0 0-43-15,376 131-22 0,-290-82-38 16,-5-5-6-16,-16-12-4 16,-25 0-8-16,7 0 4 15,-25 0-10-15,-4 1-20 16,-2-2-30-16,-16-7-119 16,0-7-334-16</inkml:trace>
  <inkml:trace contextRef="#ctx0" brushRef="#br0" timeOffset="-28270.82">12552 16791 293 0,'0'0'473'0,"0"0"-329"0,0 0 9 15,0 0-2-15,0 0-84 16,319-301 4-16,-217 209-29 16,-9 9-14-16,-12 18-21 15,-22 21-14-15,-19 15 1 0,-18 22-32 16,-10 7-27-16,-12 16-107 15,0 52-220-15</inkml:trace>
  <inkml:trace contextRef="#ctx0" brushRef="#br0" timeOffset="-25506.47">14083 16359 674 0,'0'0'296'0,"0"0"-265"0,0 0 13 0,0 0 14 0,0 0 20 0,0 0 3 16,227-13-22-16,-147 13-7 15,26 0 10-15,8 0-22 16,7 0-4-16,0 0-34 16,-3 0 9-16,-16 0-7 15,-15-12-8-15,-22-7-16 16,-24 6-47-16,-20 5-28 15,-21 8-109-15,0 0-349 16</inkml:trace>
  <inkml:trace contextRef="#ctx0" brushRef="#br0" timeOffset="-24523.92">13947 15925 621 0,'0'0'46'0,"0"0"-39"0,0 0 0 0,-158 213 12 0,158-138-15 16,0 6 7-16,0-5 8 16,6 8 15-16,34-4 3 15,13-11 38-15,28 0 2 16,-7-10-39-16,13 1-17 15,0-4-12-15,-7 5-7 16,-2-9 4-16,2-8-12 16,16-4 6-16,10-4 0 0,9-12 4 15,2-16 20 1,20-8-2-16,-19 0-6 0,3-24 20 16,-19-27-20-16,-15-23 37 15,-16-13-41-15,-3-26 3 16,-27-14-14-16,-7-11-2 15,-22-6 1-15,-12 3 0 16,0 14-1-16,0 14 2 16,-40 21-6-16,-41 24 12 15,-18 24-11-15,-28 23 8 16,-28 21-8-16,-6 0-14 0,2 17-4 16,11 31 1-16,14 12-5 15,35 8-24-15,25 4 9 16,27-3-88-16,13-5-443 15</inkml:trace>
  <inkml:trace contextRef="#ctx0" brushRef="#br0" timeOffset="-16297.66">4043 10996 163 0,'0'0'131'0,"0"0"24"0,0 0-19 0,0 0-108 0,0 0-27 16,0 0-1-16,0 0-1 16,-34 0 1-16,28 0 18 15,0 0 49-15,6 0-4 0,0 0-8 16,0 0-15-16,0 0-5 16,0 0-33-16,0 0 5 15,0 0-7-15,0 0 0 16,0 0 4-16,0 0 5 15,-10 16 16-15,4-7 5 16,0 2 13-16,0-3-37 16,6-4 8-16,-6 4-10 15,6 0 6-15,0 5-5 16,-13-1 5-16,13 4 1 16,0 4-8-16,0-4 24 15,0-5-16-15,0 6 2 0,0-6-10 16,0 2 1-16,0 7-3 15,0 0 10-15,0-1-2 16,0 2 3-16,0 3 7 16,0-3-9-16,0-2 4 15,0-10-8-15,0 7 6 16,0 7-11-16,0-7 1 16,0 4 1-16,0 5 1 15,0-6 9-15,0 1-11 16,0-4 7-16,-15 1-8 15,15-1-1-15,0 4 5 16,0-9-9-16,0 14 7 16,0-1-3-16,0-4 0 15,-6 8 2-15,-1-4 9 16,7-8-10-16,-6 4 3 0,6-8 0 16,0 4-6-1,0 0 5-15,0 1-3 0,0-2 1 16,0-7 2-16,0 0-4 15,0-3 3-15,0-2-3 16,0 5 11-16,0 1-17 16,0 2 14-16,0 5-9 15,0 1 4-15,0-6-2 16,0 14 2-16,0-9-1 16,0-4 5-16,0-1-3 0,0 6 3 15,0-9-5 1,0 0 4-16,0 0-3 0,0 0-3 15,0-4 1-15,0 0 0 16,0 0-2-16,0-4 5 16,0 4-8-16,0-4 12 15,0 0-15-15,0 0 12 16,6 0-11-16,-6 0 5 16,7 0-4-16,-1 0 2 15,-6 0 4-15,15 0-2 16,10 9 6-16,-3-9-11 15,3 0 7-15,9 0-4 16,0 0 3-16,0 0 1 16,-3 0 0-16,3 0 0 15,-6 0 2-15,6 0-2 0,-9 0 0 16,15 0 6-16,0 0-8 16,1 0 6-16,5 0-8 15,-12 0 1-15,-9 0 0 16,3 0 2-16,-16 0 1 15,4 0-2-15,9 0 6 16,-10 0-13-16,-8 0 16 16,5 0-9-16,16 0 4 15,-10 0 0-15,10 0-2 16,-9 0 0-16,-4 0-1 16,4 0 3-16,3 0-7 15,-16 0 10-15,6 0-9 0,-5 0 11 16,14 0-7-16,10 0 0 15,3 0 0-15,7 0-1 16,-7 0 1-16,0 0-1 16,-9 0 6-16,-4-9-9 15,-8 9 10-15,-1 0-9 16,4 0 3-16,-10 0 0 16,0 0-2-16,7 0 2 15,-7 0 0-15,3 0 3 16,-9 0-10-16,0 0 14 15,0 0-7-15,6 0 2 16,-6 0 5-16,0 0 1 16,0 0-7-16,0 0-1 0,0 0 2 15,0 0-7-15,0 0 13 16,0 0-10 0,0 0 4-16,0 0-4 15,13 0-2-15,-13 0 4 0,6 0 4 16,0 0-3-16,3 0-2 15,-2 0 3-15,-7 0-5 16,6 0 6-16,-6 0-3 16,0 0 0-16,0-4 0 15,0 0-7-15,0 0 7 16,0 4 6-16,0-4-1 16,12 4 7-16,-12 0-9 0,0 0 4 15,0-8-1 1,0 0-12-16,13-8 8 0,2-8-2 15,-9-8 6-15,7 7-5 16,2 2-1-16,4 15 3 16,-19 0-3-16,0 0 3 15,0 0-6-15,0-4 6 16,0-9-6-16,0-2 0 16,12 2-1-16,-12 1 3 15,0 0-1-15,0 12 1 16,0-4 2-16,0 8 3 15,0-8 1-15,0-4-6 16,0-8 1-16,0 0 0 16,0 3-2-16,0 2 2 15,0 10-1-15,0 6 3 0,0-5-6 16,0 0 12-16,0-9-16 16,0-2 5-16,0-1-1 15,0-8-8-15,0 4 6 16,0 4-1-16,0 3 7 15,16 1-6-15,-16 0 13 16,0 1-14-16,12-10 12 16,-12 1-10-16,0 0 7 15,0 0-4-15,0 0 2 16,0-1-4-16,0 2 1 16,0-1-6-16,0 7 4 0,0 1 10 15,0 1-10-15,0-1 12 16,6-4-14-1,-6-9 7-15,0-7 0 0,13 5-3 16,-13-2-18-16,0 13 11 16,0 9 10-16,0 6-3 15,0 5 6-15,0 0 17 16,0 0-11-16,0 0 5 16,0-4-14-16,0 0-4 15,0-4 0-15,0 4 4 16,0 4-7-16,0 0 11 15,0 0-5-15,0 0 2 16,0 0 11-16,-19 0-12 16,7 0 0-16,-16 0-6 0,9 0 6 15,-9 0-1 1,-6 0 8-16,9 0-4 0,-9 0 2 16,6 0-7-1,10 0 4-15,-4 0 10 0,-3 0-7 16,-9 0-5-16,0 0 0 15,-6 0 3-15,-1 0-6 16,1 0 7-16,6 0-7 16,9 0 7-16,-9 0-5 15,15 0 1-15,4 4-2 16,-4 4 1-16,-9 0-9 16,10-3 10-16,-10 2-3 0,0-3-4 15,-3 4 13 1,9-8-9-16,4 9 6 0,-10-9 0 15,15 0-2-15,1 0 0 16,3 0-2-16,2 3 5 16,-5-3-9-16,0 0 9 15,-4 0-8-15,-9 5-2 16,4-5 3-16,-4 0-1 16,3 7 4-16,4-7 0 15,-4 4 0-15,3 0 0 16,-9 0 5-16,16 0-10 15,-16-4 13-15,-6 5-16 16,9 3 9-16,-3-5-1 0,16-3 0 16,6 0-1-1,-4 0 0-15,10 0 0 0,0 0-1 16,-6 0-1-16,6 0-2 16,0 0 10-16,-6 0-5 15,6 0 0-15,-6 0 5 16,6 0-4-16,0 0 4 15,0 0-9-15,0 0 8 16,-7 0-4-16,1 0 7 16,0 0-1-16,6 0-5 15,0 0 4-15,0 0-5 16,0 0-6-16,0 0-11 16,0 0-61-16,0-8-119 15,0-12-220-15</inkml:trace>
  <inkml:trace contextRef="#ctx0" brushRef="#br0" timeOffset="-9432.27">16142 16053 199 0,'0'0'355'0,"0"0"-306"0,0 0 3 15,0 0 27-15,0 0-15 16,0 0-19-16,0 0 0 16,0 0-13-16,0 0-13 0,0 0 46 15,0 0-18 1,0 0-10-16,0 0-16 0,6 0 32 16,-6 24-14-16,7 1-23 15,-1 3 13-15,6 4-20 16,4 0-1-16,-4 4-3 15,7 0 7-15,2 13-9 16,-2-5 0-16,9 7-3 16,0 9 4-16,-10 4 8 15,10 1-6-15,-9-17 3 16,-13-15-8-16,22-22 2 0,-22-7 8 16,0-4-22-1,1 0 10-15,14-23-4 0,13-30 5 16,-3-19 0-16,19-21 6 15,-3-7-4-15,11-11 6 16,1-10-5-16,16 1-5 16,5 7 5-16,-11 17-6 15,-4 12-3-15,-25 35-10 16,0 26-23-16,-21 23-40 16,-19 0-45-16,0 31-125 15,0 21-376-15</inkml:trace>
  <inkml:trace contextRef="#ctx0" brushRef="#br0" timeOffset="-4623.99">4911 14910 329 0,'0'0'232'0,"0"0"-232"0,0 0-13 0,0 0 7 0,0 0 12 16,0 0 21-16,0 0 18 15,0 0 34-15,0 0-48 16,0 0-6-16,0 0-16 16,0 0-7-16,0 0 13 15,0 0 46-15,0 0 22 16,0 0-10-16,0 0-2 16,0 0-49-16,0 0 6 15,0 0-24-15,0 0-3 0,0 0 5 16,0 0-5-16,0 0 15 15,0 0-7-15,0 0 8 16,0 0-15-16,0 0 8 16,0 0-9-16,0 0-2 15,0 0 1-15,0 0 0 16,-6 0-2-16,-15 0 4 16,2 0 7-16,-9 0-5 15,-6 0 0-15,9-7 3 16,-15 7-10-16,12 0 6 15,16 0-3-15,-7 0 1 16,3 0 3-16,16 0-7 16,-12 0 9-16,6 0-9 0,-22-5 6 15,16 2-6-15,-16 3 5 16,3 0-5-16,3 0 3 16,-6 0 0-16,10 0 0 15,-1 0-4-15,-3 0 3 16,4 0-10-16,-4-5 7 15,-6 2 8-15,-3 3-4 16,-3 0 0-16,0 0 7 16,0 0-2-16,3 0-2 15,-10 0-6-15,1 0 1 16,0 0-4-16,-1 0 12 16,1 0-2-16,6 0-4 0,-12 0 6 15,5 0-6 1,16 0 0-16,-2 0-4 0,5 0 0 15,3 0 2-15,-2 0 4 16,8 0-5-16,1 0 8 16,-16 0-5-16,15 0 0 15,1 0 0-15,-3 0 2 16,15 0 4-16,0 0-2 16,0 0 3-16,0 0-14 15,0 0 7-15,0 0-1 16,0 0-8-16,0 0 9 15,0 0 0-15,0 0 0 16,0 0-2-16,0 3 6 16,0 5-2-16,0 4 4 0,0-4-12 15,0 0 3 1,0 0 3-16,0-8-5 0,0 5 2 16,0-1 1-16,0 4 4 15,6 3-6 1,-6 10 9-16,0-1-5 0,9 3 5 15,-9 2-6-15,0 3 4 16,0-4-2-16,0 4 1 16,0-4 0-16,0 4 5 15,0 8 11-15,0-3-18 16,0 3 7-16,0 0-9 0,0 0 4 16,0 0-2-16,0 0 1 15,0-8-1-15,0 5 1 16,0-10 2-16,0 9-6 15,0-7 9-15,0 3-9 16,0 0 9-16,0-1-11 16,0 1 10-16,0-3-8 15,0-1 3-15,0-12-1 16,0-1-2-16,6 6 6 16,-6 7-7-16,6-8 11 15,-6 8-13-15,7 0 13 16,-7-12-12-16,6-8 5 15,0-4-6-15,3 0-3 16,-9 0-5-16,0 0 12 0,0 0 4 16,7 0-3-16,-7 0 6 15,0 0-2-15,0 9-2 16,6-6-2-16,6 2 1 16,1-2 0-16,2-3-1 15,4 0 5-15,9 0-4 16,-1 0 1-16,11 0 11 15,11 0-11-15,10 0 4 16,0 0-4-16,3 0 0 16,-9 0-1-16,-7 0 3 15,1 0-5-15,-1 0 5 16,-5 0-6-16,-1 0 11 16,6 0-11-16,1 0 6 0,15 0-3 15,-3 0 2-15,15 8-1 16,-9 0-2-16,4-4 6 15,-10 4-10-15,-4 0 10 16,-8-4-10-16,-1 0 6 16,-5 0-2-16,5 4 1 15,1 0 0-15,-1-8-2 16,1 8 4-16,-7-8-6 16,-6 0 10-16,-15 0-14 15,9 0 14-15,-16 0-12 16,-6 0 8-16,0 0-4 15,10 0 0-15,-10 0 2 0,0 0-1 16,7 0 4 0,-13 0-8-16,9 0 11 0,-9 0-11 15,6 0 8-15,-6 0-3 16,6 0 0-16,-6 0 1 16,7 0-1-16,-1 0 0 15,0 0-5-15,-6 0 10 16,9-16-10-16,-2-4 10 15,-7-4 0-15,6 1 7 16,-6-2-7-16,0 1-5 16,0 7 0-16,6-6-1 15,-6 7 6-15,0-17-10 16,0 2 11-16,0-18-9 16,0 1 7-16,0-4-3 15,0-4-1-15,-12 4 0 0,-4 4 0 16,10-1 2-16,0 5-4 15,-1 5 10-15,-5-5-16 16,-3-1 16-16,-10 1-9 16,3-8 3-16,-3 12-4 15,10 4 4-15,9 0-2 16,6 15 0-16,-13-2 6 16,13 2-16-16,0 6 20 15,-15-1-18-15,15 3 10 16,0-7-2-16,0-4 0 15,0-4-3-15,0 0-1 16,0 16 1-16,0 1-2 0,0 11 10 16,0 0-14-16,0 0 14 15,0 0-7 1,0 0 4-16,0 0-1 0,0 0-1 16,-13 0-1-16,7 0-3 15,-6 0 7-15,-4 0-8 16,-15 15 4-16,3 1-1 15,-18 4 2-15,12 1-1 16,-19-6 1-16,0 6 0 16,-15-6 6-16,-13-2-4 15,-5-5 2-15,-7-8 0 16,12 0 6-16,22 0-5 16,-9 0 7-16,15 0-3 0,7-16 6 15,5 4-11-15,13 4-1 16,10 0-3-16,2-5-6 15,16 13-13 1,0 0-37-16,0 0-109 0,0 0-459 16</inkml:trace>
  <inkml:trace contextRef="#ctx0" brushRef="#br0" timeOffset="-910.08">16561 16872 234 0,'0'0'313'0,"0"0"-246"0,0 0-26 16,0 0 2-16,0 0-13 0,0 0 24 0,0 0 5 15,0 0 0-15,0 0-12 16,0 0 12-16,0 0 11 15,0 0-40-15,9 0 22 16,-9 0-14-16,6 0-3 16,-6 0-17-16,0 0-6 15,0 0-7-15,0 0-1 0,0 0 9 16,0 0-6-16,13-12 5 16,-1-8 0-16,22-21 27 15,0-22-7-15,0-22 0 16,25-27-26-16,0-21 0 15,3-15-6-15,13 0-4 16,2 7 0-16,-2 22-3 16,-7 25 5-16,-28 47-27 15,-21 31 16-15,-13 16-15 16,-6 0 26-16,0 0-18 16,0 0-28-16,0 4-62 15,0 0 12-15,0-4-54 0,0 8-211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8T22:10:11.82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">
        <inkml:traceFormat>
          <inkml:channel name="X" type="integer" max="5760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67.44186" units="1/cm"/>
          <inkml:channelProperty channel="Y" name="resolution" value="111.34021" units="1/cm"/>
          <inkml:channelProperty channel="T" name="resolution" value="1" units="1/dev"/>
        </inkml:channelProperties>
      </inkml:inkSource>
      <inkml:timestamp xml:id="ts1" timeString="2026-08-18T22:10:25.494"/>
    </inkml:context>
  </inkml:definitions>
  <inkml:trace contextRef="#ctx0" brushRef="#br0">1315 3734 204 0,'0'0'239'0,"0"0"-194"0,0 0-39 0,0 0 10 0,0 0-1 16,0 0 35-16,0 0-1 15,0 0-17-15,0-45 5 16,0 45-5-16,0 0 25 16,0 0-39-16,0 0-15 15,0 0 10-15,0 0 7 16,0 0 7-16,0 0-10 15,0 0 32-15,0-4 5 16,0 4-6-16,0 0-28 16,0 0-11-16,0 0-6 0,0 0-2 15,0 0-2-15,0 0 7 16,0 0-9-16,0 0 6 16,0-4 8-16,0 4-6 15,12 0 22-15,-3 0-20 16,-9 0-1-16,19 0-6 15,3 0 1-15,-4 0-3 16,16-4 5-16,-9 4-7 16,3-4 9-16,0-1-4 15,-3 2 1-15,3 3 2 16,-10 0-4-16,4 0 5 16,-10 0-4-16,10 0 1 15,9 0-4-15,-3 0 10 0,6 0-2 16,-9 0-3-16,-3 0 13 15,30 0-15-15,-11 0 14 16,-1 0-15-16,7 0 0 16,-35 0 0-16,16 0 4 15,-16 0 5-15,10 0-8 16,3 0 12-16,3 0-8 16,-7 8 4-16,17-8-8 15,-11 0-1-15,8 4 3 16,-1-4-1-16,-16 0-3 15,4 0 6-15,-3 0-8 16,21 4 11-16,-21 0-13 16,21 0 8-16,-12-4-4 0,12 4 1 15,7-4-3 1,-7 0 2-16,-6 0-3 0,6 0-2 16,-21 0 8-16,9 0-5 15,-3 5 2-15,-10-2-1 16,-3 2 2-16,1-5 0 15,2 0-2-15,4 0 9 16,3 0-14-16,3 0 15 16,2 0-12-16,-2 0 11 15,3 0-11-15,-6 0 6 16,15 0-2-16,-3 3 0 16,-6 1 0-16,0 0-2 0,3 4 5 15,3-4-8-15,-6-4 10 16,3 5-8-16,3-5 8 15,-6 0-9-15,-9 0 4 16,9 0 0-16,-10 0-2 16,10 0 4-16,-6 0-5 15,-4 0 9-15,10 0-11 16,3 0 11-16,3 0-11 16,-6 0 8-16,-3 0-4 15,3 0 2-15,-6 0-1 16,-10 0 0-16,7 0 0 15,-13 0-4-15,3 0 9 16,4 0-9-16,-13 0 9 16,12 0-8-16,-6 0 3 15,4 0 0-15,2 0 0 0,-6 0 3 16,7-5-7-16,-7-3 9 16,3 4-5-16,-3-4 6 15,0 0-10-15,1 0 8 16,-1 4-4-16,-6 4 1 15,0-4 5-15,0 4-6 16,6-8 4-16,3-4-12 16,10-4 18-16,-7-4-17 15,4-8 12-15,-4 12-7 16,-6-1 2-16,1-6 0 16,-1 2 0-16,3-2 2 15,-9-6 2-15,0 6 2 0,0-2-3 16,0 6 0-16,0 2 7 15,0 6-5-15,0-6-1 16,0 6-4-16,0-14 2 16,0 1-4-16,0-4 4 15,0-5-10-15,0 2 12 16,0-5-8-16,0 8-3 16,0-1 5-16,0 6 2 15,0 3 0-15,0-9-3 16,0 6 2-16,0-5-2 15,0 7 0-15,0-7-1 16,0 12 7-16,0 4-4 16,0 4 1-16,0 8-2 15,0 0 2-15,0 0 1 16,0 0-1-16,0 0-4 0,0-4 3 16,0-8-4-16,0 0 4 15,0 4-2-15,0 0-3 16,0 8 8-16,0 0-2 15,0 0 14-15,0 0-13 16,0 0-2-16,0 0 7 16,0-4-12-16,0 4 14 15,0-4-14-15,-28-5 8 16,-6 6-4-16,-6 3 2 16,-7-4 0-16,7 4 0 0,6-4 9 15,9 4-13-15,-9 0 4 16,-6 0-1-16,-13 0-13 15,0-4 0-15,-9 4 8 16,10 0 6-16,5 0 3 16,7 0 3-16,-7 0-2 15,7 0-2-15,-7 0 1 16,-5 0 0-16,2 0-6 16,-3 0 2-16,7 8 1 15,-1-4-1-15,7-1 2 16,15-3-3-16,3 0 4 15,4 0-5-15,-16 0 6 16,0 0 1-16,-7 0-4 0,-11 0 0 16,-1 0 22-16,-9 0-11 15,-3-3-15-15,18-1 6 16,7-8-4-16,-7 8 3 16,20 0-7-16,-8-5 11 15,8 6-12-15,8 3 7 16,-9 0 0-16,3 0 0 15,-9 0 0-15,-6 0 0 16,0 0 1-16,-13 0-1 16,0-5 6-16,13 5-16 15,-7 0 10-15,13 0-1 16,0 0 1-16,-6 0 0 16,-1 0-2-16,7 0 3 15,10 0-6-15,-11 0 10 0,8 0-9 16,8 0 9-16,-3 0-6 15,22 0 2-15,0 0-2 16,0 0-6-16,-6 0 0 16,0 0 6-16,-7 0-2 15,-8 0-2-15,8 0 10 16,-5 0-11-16,2 0 14 16,4 0-13-16,-1 0 5 15,13 0-3-15,-9 8 2 16,9-8-7-16,-12 5 7 15,12-1 2-15,-7 0-3 16,7 4 5-16,-6 4-6 16,-6 4 7-16,12 4-4 0,-9 0 0 15,-4-4 1 1,7 8-3-16,-6-7 5 16,2-2-8-16,10 6 11 0,-6-1-12 15,-6 7 6-15,-1 1 0 16,-2 0 1-16,9-3 1 15,6-6-4-15,0-2 3 16,0 2-5-16,0-2 7 16,0-1-13-16,0-4 17 15,0 4-14-15,0-8 10 16,21 17-5-16,-15-6 2 16,7 9 0-16,-7 0 3 0,-6-8-2 15,6-4 1-15,-6-8 4 16,0 0-11-16,0-4 9 15,0 1-5-15,0-5 1 16,0 0-3-16,0 0-23 16,0 0-66-16,0 0-132 15,0-13-349-15</inkml:trace>
  <inkml:trace contextRef="#ctx0" brushRef="#br0" timeOffset="1885.78">3795 2839 239 0,'0'0'86'0,"0"0"-86"0,0 0 0 0,0 0 1 0,0 0 12 16,0 0 94-16,0 0 50 16,0 7-55-16,0-7 15 15,0 0 0-15,0 0-70 16,0 0-25-16,0 0-20 16,0 0 1-16,0 0-3 15,0 0 12-15,0 0 14 16,0 0 4-16,0 0 16 15,0 0-39-15,6 0 10 16,22 0-5-16,6-11-19 16,13-5 14-16,-7-4-5 0,19-5 8 15,-6 6-7 1,0-6-5-16,2 2 8 0,-8-5 2 16,-1 7-2-16,13-2 6 15,-12 2-12-15,9 9 0 16,-4-4 0-16,7-4 0 15,10-4 7-15,5-4 0 16,13-8-9-16,12 0 8 16,-6-8-7-16,0 4 5 15,-6 8-6-15,-13-1 3 16,1 10-1-16,-16-2 0 16,15 1 0-16,-15 4-2 0,-6-4 6 15,2 4-9 1,4 0 10-16,0 0-10 0,16-1 6 15,5 2-2-15,1-1 1 16,-7 0 0-16,19 4-2 16,-18 0-2-16,-4-4 0 15,10 0-9-15,-7-4 11 16,1 7-4-16,-10-2 3 16,15-1 6-16,-12 4-6 15,10-1-1-15,3 1 4 16,5-12-3-16,17 12 4 15,-16-7-2-15,6-2-8 16,18 1 9-16,-8-1-3 16,-4-3 2-16,-12 5-2 15,-19-1 1-15,-9 4-1 0,9 12 5 16,-9-5-7-16,21-2 10 16,1-1-11-16,-7-1 3 15,-2-2 2-15,-4 2-7 16,-3 9 8-16,-9 0 0 15,-3 8 0-15,-1 0 4 16,-5-8-1-16,6 8-1 16,-4 0 0-16,-2 0 10 15,-1 0-6-15,-15 0-2 16,3 0-3-16,0 0-1 16,-12 0 13-16,3 0-12 15,3 0 12-15,-10 0-8 16,10 0 16-16,-3 0-13 0,-3 0 19 15,6 0-16-15,-10 0-5 16,-5 0-6-16,-4 0-5 16,-9 0 1-16,0 0-21 15,0 0-12-15,0 0-70 16,0 0-200-16</inkml:trace>
  <inkml:trace contextRef="#ctx0" brushRef="#br0" timeOffset="2682.46">8803 1323 390 0,'0'0'159'0,"0"0"-137"0,0 0 38 0,0 0 0 16,0 0-31-16,0 0 31 16,214 8-13-16,-168 7-5 15,1-2-32-15,-13 4 1 16,-3-10-8-16,-9 1-3 16,-16-4 0-16,-6-4 4 15,0 8-4-15,0 1 4 16,0 10 19-16,0 21 60 15,-34 9 5-15,-25 15-69 0,-9 4-17 16,9-17-2-16,6-6-10 16,3-17-4-16,13-12-2 15,15-8 11-15,10 0 2 16,6-8-2-16,6 0 5 16,0 0-9-16,0 0-58 15,0 0-103-15,-9 0-153 16</inkml:trace>
  <inkml:trace contextRef="#ctx1" brushRef="#br0">14958 8149 0</inkml:trace>
  <inkml:trace contextRef="#ctx0" brushRef="#br0" timeOffset="34624.98">3587 3865 554 0,'0'0'106'0,"0"0"-81"0,0 0 35 0,0 0 9 16,0 0-44-1,0 0-16-15,0 0 6 0,0 0-4 16,0 0 30-16,0 0 46 15,0 0-27-15,0 0-26 16,0 0-11-16,0 0 13 16,0 0-21-16,0 0 28 15,0 0-20-15,0 0 4 16,0 0-13-16,0 0-1 16,0 0-10-16,0 0 0 15,0 0-6-15,0 0-5 16,0 0 7-16,13 0-1 15,9 29-1-15,-4-6 6 16,10 5-2-16,6 9-1 16,-9-9 0-16,9 8-2 0,6 0 4 15,7 9-5-15,6 7 9 16,9 4-5-16,3 4 0 16,3-4-1-16,6-8-6 15,7 4 6-15,12 4 0 16,-6 9 0-16,0 19-3 15,0-4 8-15,-1 4-8 16,1-8 4-16,0-23-2 16,-13-14-3-16,-2-6 3 15,-10-9 1-15,-16-1-5 16,1-6 2-16,-7-1 6 16,-6 4-6-16,-15-4 7 0,9 0-8 15,-16-4 2-15,-6-12-2 16,7 0-42-16,-13 0-7 15,0 0 28-15,0 0-32 16,15 0-9-16,-15 0-44 16,0 0-121-16,0 0-174 15</inkml:trace>
  <inkml:trace contextRef="#ctx0" brushRef="#br0" timeOffset="35337.67">5166 5273 430 0,'0'0'246'0,"0"0"-177"0,0 0 89 15,0 0-19-15,0 0-93 16,0 0-11-16,0 0-12 15,0 0 10-15,0 0-14 0,12 0-2 16,1 0-7 0,8 0 0-16,26 0 11 0,-7 0-11 15,7 0 2-15,-13-12-6 16,18 0-8-16,-18-3 2 16,1 10-2-16,-11 5-6 15,-2-8-1-15,3 8 7 16,-10 0-16-16,-8-4 12 15,-7-4-18-15,0 0 22 16,0-4 4-16,0-4 11 16,-28-4-10-16,-13-8 10 15,10 7-9-15,3-15 0 16,16 0-8-16,3-3 6 16,9-5-9-16,0 11-1 0,0 2-17 15,0 14-4 1,0 17 4-16,0 0-25 0,0 0-95 15,0 0-113-15,0 0 126 16</inkml:trace>
  <inkml:trace contextRef="#ctx0" brushRef="#br0" timeOffset="36087.28">6387 6111 483 0,'0'0'426'0,"0"0"-322"0,0 0-35 0,0 0-29 15,0 0-28-15,183-265 61 16,-90 170-19-16,-6 18-7 16,-16 13-30-16,-15 15-4 15,-9 10-7-15,-13-2-6 16,-3 2 0-16,-3 3 1 16,-10 0-6-16,4 11-13 0,-9 5 9 15,-13 12-28-15,0 5 5 16,0 3-48-16,0 0-52 15,0 0-118-15,0 0-168 16</inkml:trace>
  <inkml:trace contextRef="#ctx0" brushRef="#br0" timeOffset="36370.67">6561 5265 559 0,'0'0'313'0,"0"0"-313"15,0 0 9-15,0 0 93 16,0 0 3-16,0 0-23 16,183 233-18-16,-118-157-40 15,3-4-14-15,-9-8 1 16,3-8-11-16,-3-12-4 15,0-11 2-15,-12-9-21 16,2-12-4-16,-24-4-79 16,-13-8-137-16,-12 0-116 15</inkml:trace>
  <inkml:trace contextRef="#ctx0" brushRef="#br0" timeOffset="37054.62">7758 6216 618 0,'0'0'154'0,"0"0"-48"0,0 0 20 0,0 0-72 16,0 0-10-16,0 0-22 15,0 4 22-15,0-13 13 16,0-27-24-16,0-16-15 16,0-7-12-16,0-10 4 15,0 5-6-15,0 12 5 16,-6 8-2-16,6 19-8 15,-7 10 2-15,7 2 1 16,0 13 4-16,-6-3-4 0,-6-2-2 16,12 5-8-1,-9 0-2-15,-4 0-19 0,7 0 13 16,-22 33-9-16,-12 14-29 16,-13 17-46-16,-28 2-145 15,10-15-203-15</inkml:trace>
  <inkml:trace contextRef="#ctx0" brushRef="#br0" timeOffset="51441.56">8201 5715 737 0,'0'0'159'0,"0"0"-9"0,0 0-59 16,0 0-13-16,0 0-42 16,0 0-23-16,0 0 1 15,100 0-13-15,-82 0 17 16,4 0-7-16,-16 0 13 15,22 0-19-15,-3 0 6 0,3 0-2 16,12 0-3 0,13 0-3-16,-1 0 4 0,4 0-8 15,-9 0 5-15,-1-5-8 16,-15 5-2-16,3-8-3 16,-6 0-31-16,0 0-22 15,-15-7-69-15,-13 2-198 16,0 1-222-16</inkml:trace>
  <inkml:trace contextRef="#ctx0" brushRef="#br0" timeOffset="51807.19">8366 5602 699 0,'0'0'69'0,"0"0"51"0,0 0 34 15,0 0-84-15,0 0-1 16,0 0-6-16,86-24-17 0,-36 12-10 16,9 4 14-16,9 0-23 15,-15 0-15-15,-13 4-12 16,-9 0-8-16,-3 0-30 16,6-1-24-16,-6-6-54 15,-3 3-128-15,-19 0-303 16</inkml:trace>
  <inkml:trace contextRef="#ctx0" brushRef="#br0" timeOffset="52806.3">9718 5165 336 0,'0'0'151'0,"0"0"-84"0,0 0 26 0,0 0-22 0,0 0 25 16,0 0-33-16,186 12-3 15,-186 20 27-15,0 8-41 16,0-4-15-16,-7 8 13 16,-27-3 4-16,22-5-5 15,-7-12-10-15,10-9-32 16,9-7-2-16,0 0-15 16,9-3-22-16,44 3-16 0,6-4 34 15,3 4 6 1,-16 8-15-16,1 7 25 0,-28 10 4 15,-19 8 7-15,0 6 22 16,0 1 48-16,-13 9-49 16,-40 2 0-16,-2-2-14 15,-11-6-2-15,-14-6 3 16,-26-1-8-16,10-16-7 16,-15-4-21-16,2-19-1 15,16-5-123-15,47 0-273 16</inkml:trace>
  <inkml:trace contextRef="#ctx0" brushRef="#br0" timeOffset="53674.18">11296 5911 19 0,'0'0'1145'0,"0"0"-1083"0,0 0-40 0,0 0 29 0,0 0 0 0,18 264-40 16,-18-200-8-16,-6-11-3 0,-12-13-20 16,-10-12-21-16,-6-11-72 15,-7-2-348-15</inkml:trace>
  <inkml:trace contextRef="#ctx0" brushRef="#br0" timeOffset="54587.74">12570 5971 807 0,'0'0'191'0,"0"0"-74"0,0 0-37 0,0 0-18 0,0 0-42 16,0 0 8-16,143-156 7 16,-72 79 0-16,25-11 14 15,-18-1-18-15,2-2 6 16,-11 10-34-16,-17 9-3 16,1 16-25-16,-6 12-15 15,-26 4-20-15,7 28-9 0,-22 4-38 16,-6 8-65-16,0 0-116 15,-28 11-189-15</inkml:trace>
  <inkml:trace contextRef="#ctx0" brushRef="#br0" timeOffset="54838.5">12725 5414 419 0,'0'0'605'0,"0"0"-481"16,0 0 4-16,301 224-60 16,-220-163-42-16,-7-9-26 15,-3 7 0-15,-9-10-5 16,-9-9-33-16,-13 0 9 15,1-16-49-15,-17-12-159 16,-2 0-275-16</inkml:trace>
  <inkml:trace contextRef="#ctx0" brushRef="#br0" timeOffset="55454.27">13742 5891 634 0,'0'0'182'0,"0"0"-177"0,0 0 121 15,0 0-10-15,0 0-64 16,0 0-44-16,295-140-2 0,-243 135-6 16,-11 5 13-16,-23 5 13 15,4 43-7-15,-22 7-11 16,0 9-8-16,0 5-7 15,-34-13-14-15,-6-12 9 16,27-16-5-16,4-12 16 16,9-8-8-16,0-8 1 15,22 0-3-15,30 0-1 16,35 0 11-16,-6-11-8 16,-13-9-19-16,-9 12-61 15,-13 8-5-15,-11 0 53 16,-23 0 5-16,-6 3-30 15,-6 14-73-15,0-14-322 16</inkml:trace>
  <inkml:trace contextRef="#ctx0" brushRef="#br0" timeOffset="56105.41">14970 5718 945 0,'0'0'238'0,"0"0"-167"16,0 0-5-16,0 0-23 0,0 0 2 15,0 0-8-15,270 0-28 0,-193 0-9 16,-8 0-9-1,-23 0-29-15,-18 0-29 0,-3 0-2 16,-19 0-108-16,-6 9-190 16,0 7-136-16</inkml:trace>
  <inkml:trace contextRef="#ctx0" brushRef="#br0" timeOffset="56369.96">14930 5522 876 0,'0'0'254'0,"0"0"-136"16,0 0-21-16,0 0-16 15,375 0-64-15,-288 0-17 16,-19-8-37-16,3 0-56 16,-37 8-120-16,-34 0-723 15</inkml:trace>
  <inkml:trace contextRef="#ctx0" brushRef="#br0" timeOffset="58686.3">16189 5707 213 0,'0'0'882'0,"0"0"-850"0,0 0 23 0,0 0 26 15,0 0-5-15,0 0-12 16,418-36-2-16,-291 23-23 16,-24 5-27-16,-16 0-12 0,-35 1-18 15,-18-1-31 1,0 3-70-16,-34 5-165 0</inkml:trace>
  <inkml:trace contextRef="#ctx0" brushRef="#br0" timeOffset="59416.71">17392 5073 372 0,'0'0'631'0,"0"0"-570"16,0 0-45-1,0 0 39-15,0 0-42 0,0 0 23 16,25-8-12-16,-10 28 25 15,-15 12 1-15,0 8 8 16,0 24-30-16,0-4-15 16,-28 9-13-16,-12-2 0 15,0-6-9-15,5-9 19 16,11-12-14-16,8-8 13 16,4 1-10-16,12-10 1 15,0 1-7-15,12-7-6 16,63-14-10-16,11-3 13 15,14 0-9-15,-11 0 17 16,-2 0-23-16,-22 0 12 16,4 0-11-16,-29 0-6 0,-15 0-2 15,-4 0 7-15,-14 0 15 16,-7 0-20 0,0-20 26-16,0-4-3 0,0-4-1 15,0 4-13-15,0 4 12 16,-7 8 9-16,1 8 7 15,6 4 4-15,0 0 18 16,0 0 7-16,0 8-28 16,0 28 7-16,0 21-1 15,19 10 4-15,27 10-11 16,-5 19 1-16,-13 0-8 16,-16-8-4-16,-12-11-53 0,0-18-18 15,0-34-201-15</inkml:trace>
  <inkml:trace contextRef="#ctx0" brushRef="#br0" timeOffset="92556.17">6375 7896 355 0,'0'0'277'0,"0"0"-168"0,0 0 49 0,0 0-31 15,0 0-90-15,0 0-21 0,0 0 5 16,12 0 44-16,-12 0-3 16,0 0-18-1,0 0-18-15,10 0-4 0,-10 0-7 16,18-11-14-16,-11-14 0 15,20-7 8-15,14 4-9 16,11 3 2-16,-17 14 6 16,17 11-5-16,-11 0 0 15,5 0-3-15,1 0-10 16,-7 32 0-16,-22 24-24 16,-18 32 13-16,0 29 4 15,-31 11-30-15,-37-4-73 16,-12-11 25-16,33-17 95 15,13-24 8-15,15-20 35 16,19-16-14-16,0-24 2 16,0-8-20-16,0-4 0 0,35 0-11 15,23-23 18-15,17-10 10 16,-1 1-24-16,-27 12-2 16,6 12-2-16,-26 4-24 15,-8 4-43-15,-13 0-115 16,-6 0-265-16</inkml:trace>
  <inkml:trace contextRef="#ctx0" brushRef="#br0" timeOffset="93161.66">7190 8550 132 0,'0'0'690'0,"0"0"-588"0,0 0 30 0,0 0-45 0,0 0-21 0,0 0-36 16,59-40 1-16,3-4 16 15,4-5-25-15,8-7 6 16,-12 9-15-16,-3 3 5 15,0-1-17-15,-13 1-1 16,4 3-14-16,-13 5-8 16,-3 13-13-16,-12 7-26 15,3 3-21-15,-10 13-75 16,-15 0-143-16,-28 0-163 16</inkml:trace>
  <inkml:trace contextRef="#ctx0" brushRef="#br0" timeOffset="93388.23">7271 8117 869 0,'0'0'100'0,"0"0"15"16,0 0-6-16,279 205-40 15,-177-146-46-15,-2-2-21 16,-7-1-2-16,-6-8-4 16,-13-4-3-16,-34-8-31 15,-6-8-28-15,-15-7-100 0,-13-21-78 16</inkml:trace>
  <inkml:trace contextRef="#ctx0" brushRef="#br0" timeOffset="94171.64">8208 7418 552 0,'0'0'68'0,"0"0"-53"0,0 0 119 0,0 0 16 16,0 0-31-16,0 0-48 15,0 0-29-15,0 0 39 16,0 0-60-16,0 0 1 16,6 0-21-16,28 0-2 0,19-3 1 15,5 3 0-15,4 0 4 16,-3 0-2-16,-18 3-4 16,-7 33-8-16,-16 13 9 15,-11 15-5-15,-7 5 4 16,0 3-8-16,0-5 5 15,-19-2-3-15,13-20 2 16,6-14 3-16,0-19-19 16,0-12 0-16,0 0-26 15,52 0 27-15,1-24 6 0,15-20 10 16,-15 0-98-16,0 3-122 16,-19 22 26-16,-12 15-158 15</inkml:trace>
  <inkml:trace contextRef="#ctx0" brushRef="#br0" timeOffset="94770.89">9451 7885 498 0,'0'0'371'0,"0"0"-362"0,0 0 46 0,0 0 64 0,0 0-78 16,0 0 1-16,-6-33 3 16,6 53 10-16,24 24-17 15,4 12 3-15,6 12-20 16,-21 9-7-16,-1-1-6 15,-6-4-6-15,10-8-4 0,-10-12-4 16,7-11 1 0,-13-13-39-16,0-12-9 0,0-12-70 15,0-4-103-15,0 0-52 16,-13 0-163-16</inkml:trace>
  <inkml:trace contextRef="#ctx0" brushRef="#br0" timeOffset="95019.69">9156 8229 20 0,'0'0'991'15,"0"0"-894"-15,0 0 14 16,0 0-34-16,0 0-56 16,413 13-21-16,-333-13-5 15,1 0-57-15,-35 0-123 16,-11-5-457-16</inkml:trace>
  <inkml:trace contextRef="#ctx0" brushRef="#br0" timeOffset="96035.92">10400 8445 636 0,'0'0'265'0,"0"0"-229"0,0 0 86 0,0 0-22 0,0 0-59 0,0 0 9 15,0-7-6-15,0-22-6 16,0-15 1-16,0-15 1 16,12-26-6-16,0-19-32 15,-2-20 3-15,-10-17-5 16,0 9-1-16,0 4-14 15,0 19 0-15,0 25-8 16,0 20 4-16,0 8 8 16,0 15-35-16,0 18-10 15,0 15 1-15,0 8 17 16,0 0-67-16,0 39-170 0,12 22 139 16,16 11-384-16</inkml:trace>
  <inkml:trace contextRef="#ctx0" brushRef="#br0" timeOffset="96419.01">10545 8081 800 0,'0'0'89'0,"0"0"-41"16,0 0 52-16,0 0-83 16,0 0-14-16,0 0 36 15,208-8-1-15,-127 0-25 16,-7 3-12-16,-21 5 4 16,-7 0-2-16,-11 5 21 15,-1 18-8-15,-10 13 16 16,-2 5-17-16,-22 3 1 15,0 8-14-15,0 1 6 16,-56-2 10-16,-21-2-11 16,-26-2 28-16,-17-6-18 15,2-5 11-15,-3 0-24 0,12-8-4 16,29-8-1-16,27-12-29 16,13-8-40-16,27 0-150 15,13 0-476-15</inkml:trace>
  <inkml:trace contextRef="#ctx0" brushRef="#br0" timeOffset="97119.3">11296 8525 459 0,'0'0'565'0,"0"0"-560"0,0 0 33 0,0 0 29 0,0 0-37 0,0 0-28 16,25-11 45-16,15-17 27 16,34-5-22-16,-15-3 3 15,9-8-24-15,-2-4-4 16,2-4-27-16,0-4-1 15,-15 12-19-15,-13 8-21 16,-6 16-4-16,-21 7-37 0,-7 2-34 16,-6-1-138-1,0-1-156-15</inkml:trace>
  <inkml:trace contextRef="#ctx0" brushRef="#br0" timeOffset="97336.73">11401 8029 1045 0,'0'0'66'0,"0"0"-49"16,0 0 98-16,0 0-68 16,248 213-29-16,-161-162 0 15,-6 1-18-15,-7 0-4 16,-21 1-23-16,-13-1-52 15,-21 0-143-15,-19-4-22 16</inkml:trace>
  <inkml:trace contextRef="#ctx0" brushRef="#br0" timeOffset="97851.7">12784 7940 564 0,'0'0'393'0,"0"0"-299"0,0 0-20 0,0 0 28 0,0 241-71 15,0-185-27-15,0 0-4 16,0 4 6-16,16 1-11 16,-4-5 10-16,-6 4 0 15,-6-4-3-15,0 0-4 16,0-8 0-16,0-16-9 15,0-11-42-15,0-21-91 16,0 0-212-16,0 0-120 16</inkml:trace>
  <inkml:trace contextRef="#ctx0" brushRef="#br0" timeOffset="98119.27">12626 8394 908 0,'0'0'116'15,"0"0"-69"-15,0 0 70 16,0 0-36-16,0 0-57 0,0 0-24 15,239 0-5 1,-152 0-26-16,-1 0-100 0,1 0-109 16,-19 0-176-16</inkml:trace>
  <inkml:trace contextRef="#ctx0" brushRef="#br0" timeOffset="98600.14">14257 8137 716 0,'0'0'182'0,"0"0"-60"0,0 0-11 0,0 0-62 0,0 0 0 16,0 0-23-16,-248 205 2 0,214-146-11 15,15-2 13 1,4-13 5-16,15-4-21 0,0-4-11 16,0-12 9-16,15-8-24 15,38 1 5-15,6-14 7 16,9-3-14-16,6 0-3 15,-2 0-25-15,2 0-2 16,1-12-25-16,-17-17-87 16,-5-7-208-16</inkml:trace>
  <inkml:trace contextRef="#ctx0" brushRef="#br0" timeOffset="99504.46">15472 8533 303 0,'0'0'318'0,"0"0"-232"0,0 0 129 0,0 0-26 0,0 0-42 16,0 0-92-16,134 5 1 16,-82-1-8-16,4-4-25 15,9 0 7-15,-3 0-30 16,10 0 3-16,-4 0-3 15,-15 0-6-15,-7 0-43 16,-6 0-5-16,-18 0-12 16,-9 0-56-16,-13 0-184 15,0 0-362-15</inkml:trace>
  <inkml:trace contextRef="#ctx0" brushRef="#br0" timeOffset="99817.87">15491 8306 811 0,'0'0'230'0,"0"0"-152"16,0 0 66-16,0 0-88 0,0 0-44 16,341 0-12-16,-267-5-37 15,-11-11-69-15,-11-4-137 16,-18 8-353-16</inkml:trace>
  <inkml:trace contextRef="#ctx0" brushRef="#br0" timeOffset="100400.12">16958 8406 177 0,'0'0'548'0,"0"0"-397"0,0 0 16 0,0 0-84 0,0 0-29 0,0 0-12 16,77 148-8-16,-37-120-13 16,16 0-11-16,3-8 5 15,16 0-15-15,-4-12-17 16,3-8 17-16,-5 0 0 16,-4-8 3-16,3-45-10 15,-3-19 7-15,-19-11-3 16,-18-1 3-16,-6-1-14 15,-22 9-8-15,0 8-20 16,-74 12 17-16,-13 15 6 0,-15 22 0 16,15 19 19-16,-12 0 13 15,5 52-13 1,-5 12 3-16,12-4-9 0,25 0-17 16,22-12-220-16</inkml:trace>
  <inkml:trace contextRef="#ctx0" brushRef="#br0" timeOffset="106677.49">27450 5370 1246 0,'0'0'113'0,"0"0"-110"0,0 0 13 0,0 0-16 0,0 0-28 0,0 0-30 15,13-12-52-15,-13-21-330 16</inkml:trace>
  <inkml:trace contextRef="#ctx0" brushRef="#br0" timeOffset="170273.74">18920 8450 319 0,'0'0'268'0,"0"0"-250"0,0 0 53 0,0 0-6 16,0 0-8-16,0 0-25 15,0 0 24-15,0 0-19 16,0 0 16-16,0 0-2 16,0 0-30-16,0 0-5 15,0 0-15-15,0 0 5 16,0 0 2-16,0 0 28 15,0 0-16-15,0 0 24 16,0 0-3-16,0 0-13 16,0 0-6-16,0 0-8 0,0 0 10 15,0 0-3-15,0 0 14 16,0 0-18-16,0 0 12 16,0 0-14-16,0 0-6 15,0 0-9-15,0 0 0 16,22 0-5-16,31 0 5 15,6 0 3-15,3 0 0 16,-10 0-5-16,10 0 2 16,-9 0-12-16,-6 0-24 15,5 0-7-15,-11-5 0 16,-20-10-32-16,-2-6-65 16,-19 1-239-16</inkml:trace>
  <inkml:trace contextRef="#ctx0" brushRef="#br0" timeOffset="170824.22">19140 8189 207 0,'0'0'494'0,"0"0"-431"0,0 0 34 0,0 0 47 0,0 0-86 15,0 0-12-15,16 4 10 16,-10-4 16-16,-6 0-33 16,0 0-8-16,0 0-26 15,0 0-5-15,6 0-33 16,-6 0-90-16,0 0-117 15,0 0-439-15</inkml:trace>
  <inkml:trace contextRef="#ctx0" brushRef="#br0" timeOffset="171522.9">19389 8682 664 0,'0'0'97'0,"0"0"-56"0,0 0 77 0,0 0-28 0,0 0-55 16,0 0-31-16,6 0 25 0,-6 0-10 16,0 0 22-16,0 0-15 15,0 0-26-15,0 0-14 16,-6 0-128-16,-29 0-275 16</inkml:trace>
  <inkml:trace contextRef="#ctx0" brushRef="#br0" timeOffset="172338.1">18942 8843 57 0,'0'0'392'0,"0"0"-350"0,0 0-38 0,0 0-4 15,0 0 14-15,0 0 34 16,0-85 34-16,0 81 22 16,0 1-3-16,0-2-22 0,-6 2 18 15,-10-5-43-15,10-9-43 16,0-2-11-16,0-6-7 15,0-3 7-15,-1-4 0 16,-2 0 16-16,9 0 5 16,0-8 2-16,0 4-11 15,0-8 3-15,0 0 1 16,34-9 5-16,13-7-15 16,8-9-2-16,-8-6-8 15,6-2-37-15,-13 13-29 16,-15 16-127-16,-10 24 3 15,-8 12 86-15,-7 12-22 0,0 0-184 16</inkml:trace>
  <inkml:trace contextRef="#ctx0" brushRef="#br0" timeOffset="173637.12">19723 8249 163 0,'0'0'396'0,"0"0"-337"0,0 0-6 0,0 0 4 15,0 0-28-15,0 0 2 0,0-20 37 16,0 20 32-1,0 0 6-15,0 0-39 0,0 0 5 16,0 0-46-16,13-4-14 16,15-8-7-16,6-4 0 15,6 4-4-15,13-8 0 16,-7 4-1-16,-5 7 0 16,5 9-2-16,-18 0 4 15,-9 0-7-15,2 17 11 16,-14 19-12-16,-7 13 3 15,0 2 0-15,0-2-11 16,-16 3 3-16,-30-8-8 16,5-1 10-16,10-2 8 0,3-2 2 15,-6 6 7-15,0-5 2 16,16-8 9-16,5-8-16 16,7-11-4-16,6-13 1 15,0 0-11-15,0 0-14 16,12-8-34-16,47-25 45 15,3-3-5-15,-9 12 19 16,-13 7-19-16,-6 10-4 16,-15 7-21-16,-7 0-32 15,-12 0-82-15,0 12-44 16,0 8-323-16</inkml:trace>
  <inkml:trace contextRef="#ctx0" brushRef="#br0" timeOffset="174419.62">20406 7783 160 0,'0'0'656'0,"0"0"-535"0,0 0-31 0,0 0-18 0,0 0-58 16,0 0 6-16,127 66 14 15,-62-43 2-15,3 9 11 16,0 13-34-16,-15 10 16 15,-7 17-8-15,-11 9 2 16,-29 11-22-16,-6 4 9 16,0 9-9-16,0 6-1 15,-22-1 0-15,-31-7-2 16,1-10-7-16,18-25 9 16,-1-24-7-16,23-28-32 15,12-16-97-15,0-8-412 16</inkml:trace>
  <inkml:trace contextRef="#ctx0" brushRef="#br0" timeOffset="175335.37">20046 8671 80 0,'0'0'569'0,"0"0"-507"0,0 0 15 0,0 0-21 0,0 0-11 15,0 0-1-15,65-36-21 16,-37 31 31-16,-9 5 3 16,2 0 4-16,4 0-10 15,9 0 22-15,13 0-31 16,5 0 8-16,10 0-27 16,-9 0-17-16,-6 0-6 15,-7 0-23-15,-18 0-2 16,2 0-25-16,-24 0-52 15,0 0-161-15,-24 0-354 0</inkml:trace>
  <inkml:trace contextRef="#ctx0" brushRef="#br0" timeOffset="188058.78">6958 10828 283 0,'0'0'286'0,"0"0"-286"0,0 0 0 0,0 0 40 0,0 0-24 16,0 0-3-16,0 0 68 16,0 4 10-16,0-4-2 0,0 0-54 15,0 0-25-15,0 0-10 16,0 0-5-16,0 0 5 16,0 0 38-16,0 0 44 15,0 0-48-15,0 0-2 16,6 0-26-16,-6 0 8 15,0 0-10-15,0 0 3 16,0 0-5-16,0 0-1 16,0 0 3-16,0 0 0 0,0 4 9 15,0-4-7-15,0 0 16 16,0 0-15 0,0 0 11-16,6 0-11 0,1 0 12 15,-7 0 9 1,6 0-22-16,9 0 12 0,16-20-13 15,25-29 1-15,22-7 2 16,8-16 13-16,11 4-10 16,-11 4-1-16,-14 0-10 15,-4 3-5-15,-15 17-9 16,-13 8-19-16,-12 16 10 16,-22 12-20-16,-6 8-6 15,0 0-31-15,0 0-78 16,0 0-153-16</inkml:trace>
  <inkml:trace contextRef="#ctx0" brushRef="#br0" timeOffset="188575.02">7110 10154 479 0,'0'0'40'0,"0"0"-34"0,0 0 49 0,0 0-33 15,0 0 50-15,0 0 63 16,133 92 23-16,-93-48-31 15,23 1-65-15,2 2-2 16,-3-6-35-16,-3 3 6 0,-1 0-25 16,11 12 9-16,-1 0-14 15,25 9-1-15,-6 2-23 16,-7 10 23-16,-8-9 0 16,-4-11-8-16,-22-18 4 15,-18-23-26-15,-9-16-49 16,-19 0-159-16,0-24-301 15</inkml:trace>
  <inkml:trace contextRef="#ctx0" brushRef="#br0" timeOffset="189496.34">7953 9712 113 0,'0'0'562'0,"0"0"-471"0,0 0 11 0,0 0-4 0,0 0-27 16,0 0-57-16,25-31 21 16,25 23 10-16,-13-4 35 15,12 12-46-15,-18 0-7 16,-3 0-24-16,-9 4-3 15,-10 35-2-15,-9 18 2 16,0 7-2-16,0 8-31 16,0-8 8-16,-21 0 1 15,2-7 20-15,-3-17 8 16,22-16-3-16,0-4 4 16,0-15 3-16,0-5-8 15,34 0 6-15,7 0 10 16,11 0-13-16,-5-17-2 0,-1-7 3 15,-5 16-8-15,-13-8-5 16,-16 7-13-16,10-2-30 16,-22 3-62-16,0 4-172 15,0 4-214-15</inkml:trace>
  <inkml:trace contextRef="#ctx0" brushRef="#br0" timeOffset="190139.58">7299 10543 175 0,'0'0'260'0,"0"0"-163"0,0 0-19 0,0 0-48 16,0 0-28-16,0 0 6 16,0 4-8-16,0-4-14 15,0 0 14-15,0 0 41 16,0 0 42-16,0 0 24 15,0 0 30-15,0 0-77 16,0 0-54-16,0 0-6 16,6 0-21-16,13 0-142 15,9-12-22-15,-10-12-125 16</inkml:trace>
  <inkml:trace contextRef="#ctx0" brushRef="#br0" timeOffset="190339.35">7299 10543 510 0,'99'-20'132'0,"-99"20"-107"16,0 0 75-16,0 0-41 16,6 0-55-16,7 0 25 15,2-12 29-15,4 0-17 16,15-8-13-16,0 0 10 16,6-4-33-16,7-4 22 15,-7 3-19-15,7 2 9 16,-13 7-15-16,-9 4-2 15,-4-1-57-15,-21 13-203 16,0 0-373-16</inkml:trace>
  <inkml:trace contextRef="#ctx0" brushRef="#br0" timeOffset="201063.44">9336 11060 352 0,'0'0'258'0,"0"0"-204"0,0 0 49 0,0 0-2 16,0 0-61-16,0 0 21 16,0 0-2-16,0 0-31 15,22 0-5-15,-22 0 34 16,0 0 4-16,0-3-7 15,0-10-25-15,0-10 4 16,6-13-23-16,-6-17-8 16,0 6 6-16,0-14-1 15,0 1 15-15,0-1-13 0,0-6-3 16,0 6-6 0,0 17-5-16,0 12-19 15,0 12-20-15,0 12-32 0,0 8-71 16,0 0-201-16</inkml:trace>
  <inkml:trace contextRef="#ctx0" brushRef="#br0" timeOffset="201614.87">9122 10783 591 0,'0'0'199'0,"0"0"-112"0,0 0 73 0,0 0-94 15,0 0-41-15,0 0-1 16,81-8 55-16,-41 8-37 16,7-8 18-16,21 8-13 15,-3 0 8-15,9-3-31 16,7 3-15-16,-10 0-9 0,-2 0-14 15,-11 0-21 1,-2 0-37-16,-25 0-4 0,3 0-66 16,-27 0-92-16,-7 0-113 15</inkml:trace>
  <inkml:trace contextRef="#ctx0" brushRef="#br0" timeOffset="202495.54">10700 10439 495 0,'0'0'131'0,"0"0"-103"0,0 0 47 0,0 0-16 0,0 0-11 0,0 0 50 15,13 0 23 1,-13 0-49-16,0 0 27 16,0 0-52-16,0 0-5 0,0 0-20 15,0 0-2-15,0-21-12 16,0-18-2-16,0-22 1 16,12-11 2-16,-12-12 24 15,16-12-28-15,9-9 0 16,2 13-5-16,-8 4-3 15,3 19-12-15,-22 18-6 16,6 22-10-16,-6 21-11 16,0 8 14-16,0 0-45 15,0 0-240-15</inkml:trace>
  <inkml:trace contextRef="#ctx0" brushRef="#br0" timeOffset="203261.85">10781 10279 342 0,'0'0'278'0,"0"0"-221"0,0 0 32 0,0 0-18 0,0 0-67 16,0 0 6-16,0-13 10 16,0-7 12-16,0 0 13 15,0 9 11-15,19-2-5 16,-7 1-22-16,10 12 6 0,6 0-17 15,3-4 18 1,9 4-17-16,7 0-14 0,-7 0-5 16,6 0-8-1,-5 0-22-15,-13 21 22 0,-16 2 1 16,3 1 7-16,-15 4 7 16,0 8 33-16,0 5-7 15,-27-1-27-15,-26 4 24 16,13-8-19-16,-13-4 19 15,-3-8 1-15,-3-8-25 16,13-16-6-16,5 0-4 16,7 0-15-16,6-4-16 15,16-24-64-15,-7-4-301 16,-9 16-224-16</inkml:trace>
  <inkml:trace contextRef="#ctx0" brushRef="#br0" timeOffset="203960.8">10412 10832 268 0,'0'0'436'0,"0"0"-330"0,0 0 39 0,0 0-58 15,0 0-42 1,0 0-8-16,0-21 52 0,0 21-38 16,0 0-5-1,40 0-4-15,29 0 22 0,2 0-11 16,10 0-26-16,12 0-14 16,3-3-13-16,-3-9 0 15,-6-1-12-15,-1 10-21 16,-21-10-43-16,-3 13-16 15,-21 0-72-15,-23 0-247 16</inkml:trace>
  <inkml:trace contextRef="#ctx0" brushRef="#br0" timeOffset="204910.46">10713 11253 380 0,'0'0'336'0,"0"0"-218"0,0 0 29 0,0 0-56 0,0 0-57 16,0 0-14-16,0-28 3 16,12 7 23-16,22 2 2 15,0 2-27-15,-15 14 3 16,-3 3-19-16,-10 0 0 15,6 0-5-15,-6 3-14 16,10 26 14-16,-4 3-12 16,-12 17 8-16,0 2-28 15,0 9 3-15,0 4-7 16,0-3 27-16,-6-6 8 16,-16-6 1-16,16-9 5 0,0-12 11 15,6-7-2-15,0-18-12 16,0-3-4-16,0 0 0 15,28 0 2-15,18-3 20 16,1-10 16-16,-13 1-9 16,-9 12-12-16,-3 0-9 15,-10 0-6-15,-12 0-2 16,12 0-30-16,-12 16-10 16,0 16-85-16,0-4-166 15,0 1-178-15</inkml:trace>
  <inkml:trace contextRef="#ctx0" brushRef="#br0" timeOffset="205926.01">11637 11016 419 0,'0'0'137'0,"0"0"-120"0,0 0 22 0,0 0-37 0,0 0-2 16,0 0 0-16,0 0 58 16,0 0 89-16,0 0 27 15,0 0-64-15,0 0-66 16,0 0 1-16,0 0-4 16,0 0-14-16,0-20-23 15,0 9 1-15,6-17-4 16,28-1 34-16,-9-7 0 15,28-12-10-15,2-13 0 16,-2 6-17-16,0-9-5 16,15 11-3-16,-15-7-3 15,-7 20-35-15,-5 12 6 16,-23 12-24-16,-8 11-26 16,-10 5-24-16,0 0-31 15,0 0-37-15,-16 0-90 0</inkml:trace>
  <inkml:trace contextRef="#ctx0" brushRef="#br0" timeOffset="206176.96">11730 10487 646 0,'0'0'282'0,"0"0"-109"0,0 0-9 16,174 208-59-16,-109-139-43 15,3-1-10-15,-15-8-48 16,-7-8-4-16,-6-11-18 16,-6-10-43-16,-15-3 1 15,-10-4-43-15,-9 9-171 16</inkml:trace>
  <inkml:trace contextRef="#ctx0" brushRef="#br0" timeOffset="-212045.86">12905 10395 310 0,'0'0'295'0,"0"0"-282"0,0 0 35 0,0 0 129 16,0 0-96-16,0 0 7 15,0 0-7-15,0 0 20 0,0 0-40 16,0 0-21-16,0 0-30 15,0 0 3-15,0 0-11 16,0 8 4-16,0 12-12 16,0 11 12-16,0 2-11 15,0 8 12-15,0-2-12 16,0 5 5-16,0 9-4 16,0 2-7-16,0 1 0 15,0 5-7-15,0-21-25 16,0-8-48-16,0-24-117 15,0-8-139-15,0 0-198 0</inkml:trace>
  <inkml:trace contextRef="#ctx0" brushRef="#br0" timeOffset="-211678.92">12579 10719 700 0,'0'0'226'0,"0"0"-98"0,0 0-46 0,0 0 15 16,0 0-45-16,0 0-24 15,267-16 17-15,-180 1-8 16,-6 7 6-16,-16 0-23 16,-3-5-15-16,-16 5-5 15,-5-4-43-15,-17 12-22 16,-8-3-87-16,-16 3-348 0</inkml:trace>
  <inkml:trace contextRef="#ctx0" brushRef="#br0" timeOffset="-210846.84">14322 10102 631 0,'0'0'36'0,"0"0"-31"0,0 0 52 0,0 0 37 0,0 0 13 0,0 0 25 16,-99 20-56-16,77-12 13 16,4 4-27-16,-17 0-30 15,-5 12-12-15,-6-3-19 16,5 10 2-16,-5 1-3 16,5 5 0-16,7 7 12 0,22 3 3 15,0-2 8-15,12-9-21 16,0 0 5-1,0-20-5-15,24-8-4 0,45-8-24 16,24 0 12-16,6-24-4 16,9-12-20-1,-2 0-11-15,-10 8-61 0,-25 3-69 16,-37 14-195-16</inkml:trace>
  <inkml:trace contextRef="#ctx0" brushRef="#br0" timeOffset="-210047.46">13500 10908 505 0,'0'0'95'0,"0"0"35"0,0 0 10 0,0 0 0 0,0 0-46 16,0 0-54-16,53-4 46 0,15-4-22 16,25 0-13-16,16 0-4 15,15-8-22-15,-3 7 4 16,-13 1-26-16,-15 5-6 16,-6 3-6-16,-12 0-17 15,-17 0-15-15,-11 11-16 16,-13 2-27-16,-15-13-177 15,-10 0-308-15</inkml:trace>
  <inkml:trace contextRef="#ctx0" brushRef="#br0" timeOffset="-209264.76">14062 11197 634 0,'0'0'208'0,"0"0"-152"0,0 0 120 0,0 0-114 15,0 0 17-15,0 0-37 16,201-157-15-16,-136 129-25 16,-18 12 3-16,-19 16-5 15,-28 0-1-15,0 25-3 16,0 39 8-16,-34 27 0 15,-32 11-4-15,-8-2-4 16,6-17-9-16,15-19-11 0,28-20 10 16,4-3 11-16,21-21 0 15,0-8 6-15,0-12-3 16,40 0 4-16,28 0-6 16,3-7 4-16,4-18-4 15,-7 5 1-15,-9 8-24 16,-13 3-31-16,-11 9 22 15,-8 0-15-15,-14 0-20 16,-1 17 66-16,-12-6-8 16,0-6-93-16,0-5-220 0</inkml:trace>
  <inkml:trace contextRef="#ctx0" brushRef="#br0" timeOffset="-202852.02">15345 11037 175 0,'0'0'135'0,"0"0"-26"0,0 0 35 0,0 0-38 16,0 0 43-16,0 0-64 16,0 0-65-16,-52-21-6 15,52 21 20-15,0 0 24 16,0 0-21-16,0 0-14 0,0 0 21 15,0 0-8-15,0 0-4 16,0 0-26-16,0 0 1 16,0 0-4-16,0 0-3 15,0 0 2-15,0 0 21 16,0 0 14-16,0 0-9 16,0 0 19-16,0 0-32 15,18-4-1-15,50-4 12 16,-3-8 5-16,4 0-19 15,-10 1-11-15,-4 2-2 16,-14 13-16-16,-10 0-6 16,-10-4-13-16,-2-4-2 15,-13 4-51-15,-6 4-63 0,0-4-185 16,0 4-312 0</inkml:trace>
  <inkml:trace contextRef="#ctx0" brushRef="#br0" timeOffset="-202371.22">15305 10783 461 0,'0'0'130'0,"0"0"-80"0,0 0 87 0,0 0-3 0,0 0-24 16,0 0-31-16,186-55-13 15,-136 55 9-15,-13 0-32 16,19 0-7-16,-16 0-35 15,-15 0-1-15,15 0-11 16,-12 0-20-16,-3-12 2 16,-4-1-51-16,-14 13-74 15,5-3-245-15</inkml:trace>
  <inkml:trace contextRef="#ctx0" brushRef="#br0" timeOffset="-199456.06">16294 10711 619 0,'0'0'58'0,"0"0"-56"0,0 0 34 0,0 0-22 0,0 0 1 16,0 0 0-16,0 0 37 15,0 0 46-15,0 0 8 16,6 0-40-16,-6 0-21 16,0 0-6-16,0 0 2 15,0 0-9-15,0 5-31 16,0-2 5-16,0 17-1 16,0-4-10-16,0-4 15 15,0 21-14-15,-6-5 4 0,0-1 0 16,6 10 1-16,0-5-1 15,0 1 8-15,0-5-5 16,6-5-3-16,22-2 6 16,18-10-12-16,-5 1 3 15,-7-12 0-15,12 0-2 16,-5 0 5-16,5-20 1 16,1-44-1-16,5-19-7 15,-11-10-12-15,-13 4 0 16,-16 9-38-16,-12 21 14 15,0 14 14-15,0 21 24 16,-40 16 5-16,-13 8 18 16,-21 0 22-16,-1 48-30 0,-5 9-10 15,14 2-5 1,20 1 2-16,40-7-28 0,6-13-162 16,0-16-565-16</inkml:trace>
  <inkml:trace contextRef="#ctx0" brushRef="#br0" timeOffset="-182970.76">6831 13551 180 0,'0'0'165'0,"0"0"-153"0,0 0-11 0,0 0-1 0,0 0 7 15,0 0-7-15,0 0 117 16,-10 0-5-16,10 0-22 16,0 0-19-16,0 0 33 15,0 0-49-15,0 0-34 16,0 0-11-16,0 0-10 15,0 0-1-15,0 0 1 0,0 0 44 16,0 0 18 0,0 0-12-16,0 0-6 0,0 0-8 15,0 0-27-15,0 0 2 16,0 0-6 0,0 0-4-16,0 0 19 0,0-12-16 15,35-16 23-15,33-16-19 16,12-13 7-16,20-7-13 15,14-3-2-15,-8-5 0 16,-4 6-24-16,-31 11-15 16,-9 15-43-16,-31 16-12 15,-9 16-83-15,-16 8 37 16,-6 0 64-16,0 0 40 16,0 0-102-16</inkml:trace>
  <inkml:trace contextRef="#ctx0" brushRef="#br0" timeOffset="-182551.72">6877 12981 371 0,'0'0'245'0,"0"0"-106"0,0 0 42 0,0 0-25 16,0 0-90-16,360 157-7 15,-292-117-22-15,-9 0-29 16,-19-4-8-16,7 4 4 16,-7 0-6-16,7 5 4 15,-7-6-2-15,7 2 0 16,-7-2-1-16,-6-6-19 16,-6 0-12-16,-10-14-28 15,-5-15-66-15,-7-4-216 0,-6-4-343 16</inkml:trace>
  <inkml:trace contextRef="#ctx0" brushRef="#br0" timeOffset="-181639.92">7677 12601 471 0,'0'0'128'0,"0"0"-88"0,0 0 7 16,0 0 14-16,0 0-20 15,0 0 5-15,34-8-2 16,-18 8 31-16,-4 0 0 16,-6 0-12-16,7 0-23 15,2 0 1-15,-2 0-23 0,-13 0-15 16,12 11 4-16,-6 14-4 15,-6 3 1-15,10 16 3 16,-4-8-6-16,-6-4-1 16,0-4-4-16,19-8 4 15,-13-4 0-15,22-4-2 16,0-4 1-16,3-3-2 16,3-5 2-16,12 0-2 15,7 0 6-15,3 0-6 16,-16 0 3-16,0-8-16 15,-15-5-23-15,-9 9-23 0,-4-8 4 16,-12 12-168 0,0 0-156-16</inkml:trace>
  <inkml:trace contextRef="#ctx0" brushRef="#br0" timeOffset="-178240.52">8580 13403 152 0,'0'0'59'0,"0"0"-32"0,0 0-27 0,0 0 70 0,0 0-19 0,0 0 23 15,0 0 43-15,15 0-49 16,-15 0-1-16,0 0 2 15,0 0 0-15,0 0-41 16,0 0-14-16,0 0-2 16,0 0 7-16,0 0 36 15,0 0 1-15,0 0-3 0,0 0-33 16,0 0 3 0,0 0-13-16,0 0 3 0,0 0 1 15,0 0 9-15,0 0-6 16,0 0 6-16,0 0 4 15,0 0-26-15,0 0 29 16,0 0-25-16,0 0 17 16,0 0-12-16,0 0 8 15,0 0-1-15,6 0-12 16,7 0 1-16,21 0-2 16,6 0 4-16,13 0-3 15,15 0 10-15,-15 0-11 16,-1 0-4-16,-11 0 0 15,-1 0-12-15,-12 0 10 16,-3 0-4-16,-10 0 4 16,-2 0-14-16,-7 0-3 15,0 0-47-15,-6 0-111 0,0-8-416 16</inkml:trace>
  <inkml:trace contextRef="#ctx0" brushRef="#br0" timeOffset="-176760.53">9569 13434 310 0,'0'0'184'0,"0"0"-135"0,0 0 6 0,0 0-41 15,0 0 3-15,0 0 2 16,0 0 24-16,0 0-5 15,0 0 55-15,0 0-32 16,0 0-18-16,0 0-3 16,0 0-10-16,0 0 30 15,0 0-27-15,0 0 4 16,0 0-21-16,0 0 4 16,0 0-13-16,0 0 11 0,0 0-12 15,0 0 1-15,0 0 10 16,0 0-7-16,0 0 4 15,0 0-13-15,0 0 9 16,0 0-5-16,28 0-9 16,0 0 6-16,12 0-2 15,0 0 0-15,13 0 0 16,0 0-1-16,15 0 5 16,-3 0-8-16,9 0 0 15,-15 0 2-15,3 0-9 16,-9 0 1-16,-19 0-26 15,-15 9-7-15,2-1-20 16,-21 0-99-16,0 4-78 0,0-12-188 16</inkml:trace>
  <inkml:trace contextRef="#ctx0" brushRef="#br0" timeOffset="-175478.54">9659 14546 146 0,'0'0'508'0,"0"0"-477"0,0 0-11 16,0 0 77-16,0 0-18 15,0 0-10-15,6 7 13 16,-6-7-34-16,0 0 4 15,0 0-14-15,0 0 5 16,0 0-19-16,0-20-22 16,0-8-2-16,-22 4 0 15,-3-12-5-15,4-4 11 16,-7-4-10-16,3-3 9 0,-9-14-10 16,0-3 5-16,3 4-17 15,3-1-2 1,15 14-1-16,-2 6 16 0,9-7-4 15,-1 12 7-15,-5-16-10 16,6 12-18-16,-16 0-34 16,16 0 47-16,-16 3 9 15,22 9 2-15,0-4-4 16,0-8 8-16,0 8-2 16,0-16 6-16,0-5-6 15,28 2 2-15,0-6-31 16,-9 5-36-16,2 12 50 15,4 8 15-15,3 4-2 16,-9 0 3-16,-13 3-16 16,-6 2-52-16,15-1 2 0,-15-1 59 15,0 2-26-15,0-1-10 16,0 4 45-16,0-1 3 16,13 1 33-16,8-8-16 15,4 0 3-15,9 1-23 16,1-6 4-16,5 5-2 15,-9 4-4-15,-9 9 3 16,5 2-2-16,4 5-33 16,-9 4-45-16,3-1 48 15,-10 2 31-15,10-2 0 16,-9 5-5-16,-16 0-67 16</inkml:trace>
  <inkml:trace contextRef="#ctx0" brushRef="#br0" timeOffset="-174341.67">10812 12748 244 0,'0'0'137'0,"0"0"-131"0,0 0-12 0,0 0 5 0,0 0 1 16,0 0 141-16,-6 0-38 15,6 9 32-15,0 15 1 16,0 0 1-16,0 8-62 16,6-4-44-16,3 8 19 0,4 0-22 15,-7 8-11-15,6-3-8 16,4-2 0-16,-10 2-7 15,-6-5 7-15,0-8-10 16,0-12 2-16,0 4-2 16,0-15 5-16,0-5-8 15,0 0 3-15,0 0-6 16,0 7 6-16,0-7-10 16,0 0-7-16,6 0-38 15,-6 0 50-15,0 0 4 16,0 0-4-16,6 0 12 15,-6 0-6-15,0 0 0 16,13 0 1-16,2 0-3 16,10 0-5-16,16-20 6 15,-7 0-30-15,0 4 1 16,0-1-11-16,-9 17 22 16,9 0 3-16,-6 0 16 0,3 13 6 15,-3 11 6-15,-1 0-12 16,-14-4-11-16,-1 1-33 15,-12-10-36-15,0 6 51 16,0-1 1-16,-12-1 28 16,-41 9 62-16,-15 1-15 15,15-5 7-15,-6-1-32 16,4-2-22-16,8-6-35 0,7-3-98 16,15-8-133-1</inkml:trace>
  <inkml:trace contextRef="#ctx0" brushRef="#br0" timeOffset="-173660.94">10713 13680 683 0,'0'0'132'0,"0"0"-102"0,0 0 64 0,0 0 4 0,0 0-20 0,0 0-15 15,208 0 7-15,-128 0-49 16,1 0 0-16,-1 0-8 16,-14 0-13-16,-4 0 0 15,-16 0-20-15,7 0-21 16,0 0-64-16,-7 0-4 15,-18 3-182-15,-16 5-143 16</inkml:trace>
  <inkml:trace contextRef="#ctx0" brushRef="#br0" timeOffset="-172880.39">10899 14068 187 0,'0'0'422'0,"0"0"-422"0,0 0 4 0,0 0 37 16,0 0 3-16,0 0 39 16,62-24-32-16,-43 24-3 15,-4 0 8-15,-3 0 1 16,7 0-6-16,-3 0-47 16,-4 21-2-16,-12 15-2 15,0 16-2-15,0 4-33 16,0 0-10-16,-40 4-3 15,15-16 25-15,-3-12 20 16,16-16 6-16,2 0 3 0,10-8-2 16,0-8 17-16,0 0-15 15,0 0-6 1,10 0 0-16,36 0 6 0,-6 0 10 16,7 0 26-16,-16 0 25 15,-3 0-18-15,0 0-2 16,-22 4-40-16,6 4-7 15,-6-3 0-15,1 3-20 16,-7-5-25-16,21 2-64 16,-21 2-203-16,0 1-10 15</inkml:trace>
  <inkml:trace contextRef="#ctx0" brushRef="#br0" timeOffset="-172079.31">11482 12801 573 0,'0'0'90'0,"0"0"-37"0,0 0 7 0,0 0-23 16,0 0-29-16,0 0 8 15,0 4-16-15,0-4 71 16,0 0 53-16,0 9-62 15,6-2-10-15,0 9 4 16,22 5-16-16,0 2-11 0,-3 5-7 16,15 0 8-16,0 9-15 15,7 3 0-15,15 0-11 16,-3 3-8-16,9 1 0 16,-15 9-11-16,6-1 13 15,-25 20-10-15,-22 0 11 16,-12 5-1-16,0 7-3 15,0 4-10-15,0 9 15 16,-40 3-21-16,9-4 21 16,-3 9 0-16,6-18 3 15,3-10-11-15,10-1 16 16,2-24-15-16,1-12 7 0,12-20-1 16,0-20-63-16,0 0-91 15,0-20-262-15</inkml:trace>
  <inkml:trace contextRef="#ctx0" brushRef="#br0" timeOffset="-171229.97">12356 13667 483 0,'0'0'129'0,"0"0"-79"0,0 0 9 0,0 0-30 15,0 0 57-15,0 0-61 16,0 0 60-16,-18 0 25 16,18 0-24-16,0 0 3 0,0-20-50 15,34-20-13-15,25-8-4 16,15-13-19-16,13 6-3 15,-22 2-2-15,3 14-28 16,-27 14-17-16,-23 9-72 16,-2 0 31-16,-4 12-42 15,-12-4-18-15,0 5 24 16,0-5-93-16</inkml:trace>
  <inkml:trace contextRef="#ctx0" brushRef="#br0" timeOffset="-170928.84">12431 13222 603 0,'0'0'290'0,"0"0"-209"16,0 0 38-16,0 0-36 16,0 0-16-16,0 0-25 15,300 245-19-15,-231-197 5 16,2 1-26-16,-21-10 4 16,2-3-6-16,-11-3-9 0,-17-5-43 15,-2 3-34-15,-10-7-130 16,-12-7-335-16</inkml:trace>
  <inkml:trace contextRef="#ctx0" brushRef="#br0" timeOffset="-162320.52">13835 13519 345 0,'0'0'31'0,"0"0"-22"0,0 0 82 0,0 0-10 16,0 0-36-16,0 0 44 16,0 0 77-16,19 4-13 15,-19-4-77-15,0 0-49 16,0 0-8-16,6 0-2 15,-6 0 22-15,0 0-4 0,0 8-3 16,9-5 0 0,-9 2-7-16,0-1 20 0,0 4-25 15,0 0 13-15,0-3-27 16,0 10 0-16,0-7-6 16,0-8 1-16,0 8-7 15,7-8 16-15,-7 0-7 16,6 0 13-16,0 0 15 15,-6-8-15-15,0-28-5 16,0-20-6-16,0-8-5 16,0 0-9-16,0 7-21 15,0 13 2-15,12 8-24 16,4 13-1-16,-10 14-12 16,-6 9-22-16,0 0-68 0,0 0-254 15</inkml:trace>
  <inkml:trace contextRef="#ctx0" brushRef="#br0" timeOffset="-161921.35">13680 13459 686 0,'0'0'112'0,"0"0"-14"0,0 0 73 0,0 0-82 0,0 0 12 16,0 0-46-16,236 0 6 16,-137 0-31-16,0-8 0 0,4-9-30 15,-4 6-12-15,-12-5-24 16,-19-4-41-16,-28 4-62 15,-40 7-363-15</inkml:trace>
  <inkml:trace contextRef="#ctx0" brushRef="#br0" timeOffset="-160932.79">28452 8497 335 0,'0'0'0'0</inkml:trace>
  <inkml:trace contextRef="#ctx0" brushRef="#br0" timeOffset="-159157.77">15513 13094 569 0,'0'0'130'0,"0"0"20"16,0 0 78-16,0 0-131 0,0 0-7 16,0 0-29-1,-75-16-33-15,23 32-10 0,-1 8-14 16,-9-1 19-16,9 18-12 15,0 3 0-15,7 9-5 16,6-6 4-16,18-2-10 16,16-1 1-16,6-8-1 15,0-4 0-15,28-8 0 16,37-8-11-16,9-8 9 16,1-8-20-16,11 0-1 15,-5 0-20-15,12-24-25 16,-6 0-41-16,-13 12-46 15,-21 12-58-15,-19 0 44 16,-28 0 18-16,-6 27-111 0</inkml:trace>
  <inkml:trace contextRef="#ctx0" brushRef="#br0" timeOffset="-158691.39">14843 13964 618 0,'0'0'325'0,"0"0"-322"0,0 0 42 0,0 0 56 15,0 0-3-15,0 0-17 0,214-4-25 16,-127 4 16 0,15 0-18-16,-3 0-15 0,0 0-13 15,-2 0-19-15,-11 0-7 16,-14-3-27-16,-4 3-25 16,-15 0-53-16,-1 0-67 15,-18 0-329-15</inkml:trace>
  <inkml:trace contextRef="#ctx0" brushRef="#br0" timeOffset="-158108.02">15240 14445 935 0,'0'0'134'0,"0"0"-123"0,0 0 47 0,0 0-3 0,0 0-20 0,0 0-10 15,59 5 8-15,-7-5 0 16,10 0 17-16,-15 0-18 15,0 0 1-15,-23 0-33 16,4 8 0-16,-9 15-3 16,-4 18-21-16,-8 14 22 15,-7 9-12-15,0 2 12 16,0-11-30-16,0-10 9 16,0-18 4-16,0-7 3 15,0-7 13-15,0-6 0 0,6-2-2 16,34-5 9-16,13 0-9 15,15 0 10-15,-3 0-6 16,-9-5 1-16,-10-7-5 16,-5 1-22-16,-10 6-52 15,3-3-29-15,-12 4-154 16,-16 0-116-16</inkml:trace>
  <inkml:trace contextRef="#ctx0" brushRef="#br0" timeOffset="-157593.2">16607 14101 846 0,'0'0'226'0,"0"0"-137"0,0 0 8 0,0 0-57 15,0 0-9-15,0 0 4 0,0 0 13 16,202-53-27-16,-128 42 3 16,1-2-24-16,-23-3-8 15,1 4-33-15,-13-4-41 16,-27 0-85-16,-13-4-380 16</inkml:trace>
  <inkml:trace contextRef="#ctx0" brushRef="#br0" timeOffset="-157326.89">16849 13675 277 0,'0'0'652'0,"0"0"-538"15,0 0-21-15,0 0-3 16,0 0-67-16,0 0-23 16,381-16-36-16,-312-16-131 15,-23 5-348-15</inkml:trace>
  <inkml:trace contextRef="#ctx0" brushRef="#br0" timeOffset="-156876.46">18074 13868 180 0,'0'0'541'0,"0"0"-533"15,0 0 45-15,0 0 108 16,0 0-23-16,0 0-58 16,174 32 3-16,-109-32-46 15,21-24-21-15,-17-20-16 16,-23-8 25-16,-27-12 0 16,-19-1-25-16,0-7-1 15,-41-9-13-15,-24 26-47 16,-9 19 20-16,0 24-15 0,-4 12 56 15,-18 20 2 1,-16 40-2-16,-15 12-32 16,12 4-94-16,50-8-213 0,50-20 34 15,15-15-2-15</inkml:trace>
  <inkml:trace contextRef="#ctx0" brushRef="#br0" timeOffset="-140774.68">9550 15055 160 0,'0'0'125'0,"0"0"-103"0,0 0 29 0,0 0 108 0,0 0-145 15,0 0-14-15,0 0 38 16,0 0-20-16,0 0 7 16,0 0-6-16,0 0-3 0,0 0 1 15,0 0 3-15,0 0-4 16,0 0 10-1,0 0 45-15,0 8-24 0,0-8 10 16,0 0-10-16,0 0 4 16,0 0-9-16,0 0-6 15,0 0-6-15,0 0-18 16,0 0 3-16,0 4-14 16,0-1-2-16,0 10 5 15,0-5-6-15,12-4 4 16,-5 8-2-16,8-8 0 15,-9-4 0-15,1 8 10 16,-1 0-8-16,9 1 23 0,10 6-9 16,-3 1 15-16,9 0-16 15,-9 9-11-15,5-14-4 16,-2-6-1-16,-3-5-7 16,-10 7-11-16,-5-2 18 15,-7-2 1-15,0-3-4 16,21 5 12-16,-15-5-7 15,-6 0 1-15,19 0-4 16,-13 0 2-16,16 0 0 16,-10 0-2-16,-5 0 7 15,-7 0-14-15,15 0 17 0,-9 0-10 16,0 0 4 0,7 0 10-16,2 0-3 0,-2 0-4 15,-1 0-5-15,-12 0 6 16,13 0-12-16,-4 0 12 15,3 0-7-15,-6-5 4 16,7-3-1-16,2-4-2 16,-2 4 4-16,-1-3-4 15,10 6 1-15,-16 1-4 16,-6-4 6-16,13 8-7 16,-13-8 8-16,21 8-5 15,-15-8 3-15,7 0-4 16,2 8 1-16,4 0 1 15,-7 0-1-15,10 0 0 0,-10 0-5 16,-5 0 12 0,8-4-8-16,-2 4 6 0,-1 0-7 15,0 0 3-15,4 0 0 16,-4 0-1-16,-12 0 3 16,13 0-4-16,2 0 4 15,-2 0-7-15,5 4 7 16,-2 4-4-16,-4-8-5 15,0 5-5-15,-2-2 3 16,-10-3 5-16,18 8 1 16,-18 0 6-16,7-4 14 15,8 12-7-15,-9-3 11 16,1-6-21-16,-7 6 0 0,0-2 0 16,12-6 0-1,-12 7-3-15,0-4-4 0,0-5 5 16,6 2 1-16,-6-2-3 15,6 2 8-15,-6 2-6 16,0-7 3-16,0 0-2 16,0 0 0-16,0 0-7 15,10 0 3-15,-10 0 5 16,0 0 3-16,0 0 4 16,0 0 1-16,0 0-4 15,0 0-8-15,0 0 1 16,6 0-11-16,6-15-9 0,-6-6 7 15,16 6 11-15,-9-1-2 16,14-1 4-16,-2 6 3 16,-9-2-2-16,9 1-1 15,-4 4 3-15,-2 5 0 16,-7-2 1-16,16-3-3 16,-15 8 2-16,14 0-5 15,1 0 3-15,-3 0 2 16,9 0 2-16,-6 0-2 15,-3 0 0-15,3 0-8 16,0 0 0-16,-16 0 0 16,7 0 5-16,-4 0-6 15,-2 0 9-15,-7 0 2 0,16 0 11 16,-4 0-11 0,10 16 1-16,-9-8-3 0,2 4 0 15,-8 4-3 1,5-8 8-16,4-3-9 0,-9-5 8 15,-1 0-5-15,10 7 1 16,-16-7 0-16,22 0 0 16,-10 0 1-16,4 0-1 15,3 0 0-15,-3 0 0 16,-4 0 2-16,10 0-5 16,-15 0 11-16,-1-7-13 15,3-6 5-15,-2-3-4 16,-1-7 2-16,10-5-31 15,-10-13-38-15,1 1-138 16,-4 3-182-16</inkml:trace>
  <inkml:trace contextRef="#ctx0" brushRef="#br0" timeOffset="-139591.68">9256 16483 54 0,'0'0'184'0,"0"0"-112"0,0 0-14 0,0 0 104 0,0 0-60 16,0 0-27-16,0 0 3 15,0 0-14-15,0 0-1 16,0 0-32-16,0 0 16 15,0 0-14-15,0 0-3 16,0 0 3-16,0 0 10 16,0 0-2-16,0 0 2 15,0 0-23-15,0 0-19 16,0 0 16-16,0 0-15 16,0 0 0-16,0-8-1 15,0-21 13-15,21-14 4 16,10-6-6-16,-3 1-2 0,12 0-9 15,1 3-1 1,-1-2-1-16,0-6-2 0,13 6-19 16,-19 3 14-16,0 11-26 15,-15 5-46-15,-7 12-30 16,-2 1-178-16,-10 7-90 16</inkml:trace>
  <inkml:trace contextRef="#ctx0" brushRef="#br0" timeOffset="-139126.29">9175 16074 334 0,'0'0'297'0,"0"0"-234"0,0 0 67 0,0 0 23 0,0 0-46 16,0 0-25-16,56 44-6 15,-25-32-48-15,9 12-2 16,-6 4-18-16,13-4-3 16,-7 4-10-16,-6-8 6 15,-9 5-9-15,3-2 4 16,-7-2-1-16,-2 2 1 15,0-7-1-15,2 9-9 16,-8-9-22-16,2-9-42 16,-8-7-70-16,-7 0-198 15</inkml:trace>
  <inkml:trace contextRef="#ctx0" brushRef="#br0" timeOffset="-138426.25">9863 16627 575 0,'0'0'252'0,"0"0"-239"0,0 0 84 0,0 0-42 16,0 0-49-16,0 0 6 16,0 0-7-16,0 0 28 15,0 0 2-15,0-4 41 16,0-24-13-16,0-20-49 16,0-12-12-16,0-1-4 15,22-3-5-15,-16 25-16 0,-6 10 12 16,0 14 5-1,0 10 4-15,6 5 4 0,-6 0 35 16,0 0-28 0,0 0-9-16,0 0-10 0,0 0 2 15,0 0 6-15,0 0 2 16,0 0-1-16,0 5-33 16,-12 14-28-16,-16 6 18 15,3 11-66-15,-9-8-195 16,0-5 122-16,15-10-112 15</inkml:trace>
  <inkml:trace contextRef="#ctx0" brushRef="#br0" timeOffset="-137660.02">10424 16370 800 0,'0'0'148'0,"0"0"-76"0,0 0-1 0,0 0-49 0,0 0-16 0,0 0-10 16,0-104 9 0,0 72 6-16,0 11 23 15,0 2 5-15,0 7-4 0,0-4-28 16,0-9-5-16,0-3-2 16,10-3-42-16,2-1-37 15,1 7-15-15,-13 2-133 16,0 15 26-16,0 8 51 15,0 0 80-15,0 0 39 16,0 0 6-16</inkml:trace>
  <inkml:trace contextRef="#ctx0" brushRef="#br0" timeOffset="-137276.56">10198 16166 593 0,'0'0'89'0,"0"0"-28"0,0 0 63 16,0 0-22-16,0 0 3 15,0 0-12-15,81 0-14 16,-35 0-47-16,-5 0 7 16,17 0-15-16,-2 0-8 15,3 0-8-15,-6 0-16 16,-13-4-8-16,1-4-28 15,-14 8-23-15,14 0-75 16,-23 0-143-16,-11 0-127 16</inkml:trace>
  <inkml:trace contextRef="#ctx0" brushRef="#br0" timeOffset="-136627.48">10914 16298 571 0,'0'0'133'0,"0"0"-65"0,0 0 40 0,0 0-18 0,0 0-40 16,0 0-11-16,208-152-7 15,-155 103-24-15,0 5-5 16,-19 8-3-16,0 13-2 0,-16 2 2 15,-11 6-3 1,8 2-8-16,-3 5-21 0,-5-4-105 16,-1 0-101-16,-6 0-86 15</inkml:trace>
  <inkml:trace contextRef="#ctx0" brushRef="#br0" timeOffset="-136311.86">11054 15881 437 0,'0'0'345'0,"0"0"-326"0,0 0 48 15,0 0 37-15,0 0-37 16,0 0-30-16,161 209 19 16,-136-158-17-16,25-10 3 15,-19-5-25-15,9 4-7 16,6-4-10-16,1-7-1 16,3-6-18-16,-13 1-34 15,3 1-13-15,-6-10-78 16,-12-7-110-16,-22-8-235 15</inkml:trace>
  <inkml:trace contextRef="#ctx0" brushRef="#br0" timeOffset="-135694.97">11637 16302 572 0,'0'0'40'0,"0"0"38"0,0 0 65 0,0 0-38 0,0 0-41 15,0 0-3 1,198-12-37-16,-182 28-3 0,-10 16-20 16,-6 9 6-16,0 6-7 15,0 6 1-15,0-1 0 16,0-4 6-16,-6-4 4 16,-4-12-11-16,10-4 12 15,0-12-5-15,0-12-6 16,0-4-1-16,16 0 0 15,18 0 0-15,31-8 12 16,-12-4 21-16,3 9-29 16,-4 3 1-16,-5 0-5 15,-7 0 0-15,-15 0-19 16,-3 0 4-16,-16 0-9 16,-6 7-50-16,0-7-189 0,-40 8-351 15</inkml:trace>
  <inkml:trace contextRef="#ctx0" brushRef="#br0" timeOffset="-132913.4">13814 15532 503 0,'0'0'108'0,"0"0"-99"0,0 0-18 0,0 0 5 15,0 0-1-15,0 0 5 16,0 0 1-16,0 0 36 15,0 0 12-15,0 0 70 16,0 0-15-16,0 0 22 16,0 0-83-16,0 0 4 15,0 0-28-15,0 0 46 16,0 0-26-16,0 0-17 0,0 0 7 16,0 5-17-1,0-2 3-15,0 5-11 0,15 1 17 16,-9 10-19-16,19-7-2 15,-9-4 3-15,-4 0-3 16,16 0 0-16,-10-3 0 16,4 7-6-16,-3-1 6 15,9-6-1-15,-4 6-12 16,4-7 6-16,0-4-12 16,-9 0 8-16,9 0 6 15,-10 0 5-15,4 5-2 16,-3-5 6-16,2 0-11 15,-8 0 15-15,5 0-13 16,-2 0 10-16,-4 0-10 0,16-9 5 16,-9-2-1-16,-7 6 1 15,-2 5-4-15,-10-3 3 16,12 3 2-16,-6-5-2 16,7-7 8-16,8 4-10 15,4-3 6-15,-3-10-6 16,-4 6-1-16,4 2 2 15,-10 1 0-15,1 12 0 16,-4-3 2-16,-9-2 0 16,13 5 7-16,-1-3-3 15,3-2-3-15,-2-3-1 16,12 4 0-16,15-8-1 16,0-4-6-16,7 4 7 15,-7 0-12-15,0 4 10 16,-5 4-4-16,-14 0 4 0,-2 4 4 15,-7 0-2-15,4 0 0 16,2 0 0-16,-5 0 0 16,2 0 3-16,-2 0-9 15,5 0 5-15,4 0 1 16,-3 4-10-16,-4 8 9 16,-2 0-3-16,-7 4 4 15,0 0 3-15,-6 4 0 16,0 8-5-16,0-4 10 15,0 4-12-15,9-3 9 0,-9-9-10 16,13-1 2 0,-13-10 1-16,12-2 1 0,-6-3 1 15,0 0-5-15,10 0 3 16,-10 0-2-16,13 0 8 16,-4-15 2-16,4-9-4 15,3-1 1-15,9-3-3 16,3 0-3-16,0 9 2 15,0-6-5-15,6 5 3 16,0 4-3-16,7-4 2 16,-7 8 3-16,7 8-3 15,-1 4 1-15,1 0 3 16,-7 0 0-16,7 0-11 0,-7 4-4 16,6 12-15-1,-5-5 24-15,-1 2-20 0,-6-1 0 16,-9 0-21-16,3-4 13 15,-9-4-3-15,-4 0 14 16,-3-4 23-16,1 0-9 16,2 0 0-16,4 0 3 15,0-12 0-15,2-20 12 16,7-4-3-16,-9-12 24 16,9 12 10-16,-16-8-32 15,7 3-5-15,-10-2-22 16,-9 14-74-16,6 9-98 0,-6 4 32 15,0 12-76 1</inkml:trace>
  <inkml:trace contextRef="#ctx0" brushRef="#br0" timeOffset="-132013.52">13996 16651 587 0,'0'0'75'0,"0"0"56"0,0 0 40 0,0 0-75 16,0 0-56-16,0 0 8 0,0-7 27 16,25-14-39-16,9-7 1 15,19-8-21-15,-13-4 1 16,22 0-14-16,-9 0-3 16,-6 7-3-16,-7 6 2 15,-15 2-15-15,-10 14-3 16,4 2-13-16,-19 5-7 15,0 4-29-15,0 0-28 16,0 0-37-16,0 0-133 16,-25 0-369-16</inkml:trace>
  <inkml:trace contextRef="#ctx0" brushRef="#br0" timeOffset="-131713.39">14108 16370 87 0,'0'0'784'15,"0"0"-662"-15,0 0-21 0,0 0 16 16,180 217-80-1,-140-177-7-15,-6-4-13 16,-6-16-10-16,-15 0-7 0,-1-12-12 16,-3 0-1-16,-2-4-41 15,-1-4-67 1,0 0-136-16,6 0 34 0,-12 0-362 16</inkml:trace>
  <inkml:trace contextRef="#ctx0" brushRef="#br0" timeOffset="-131147">14676 16827 462 0,'0'0'165'0,"0"0"-154"0,0 0 19 0,0 0 15 16,0 0-40-16,0 0 66 15,9 5 7-15,-9-5 38 16,0-16-28-16,0-9-59 15,0-3 12-15,0-4-14 16,0-8-10-16,0-4-11 16,0-4-12-16,6 8 5 15,0 12-15-15,-6 12-4 16,6 16 5-16,-6 0 12 16,0 0 3-16,0 0-2 0,0 0-12 15,0 0-30 1,0 11-37-16,0 14 22 15,0 7-27-15,0 4 68 0,0 0 10 16,-12 0-192-16,-10-8-356 16</inkml:trace>
  <inkml:trace contextRef="#ctx0" brushRef="#br0" timeOffset="-130682.08">15125 16563 983 0,'0'0'141'0,"0"0"-132"0,0 0 34 0,0 0-24 0,0 0-19 0,0 0-17 0,19-12-43 0,-4-5-188 16,-15 2-238-16</inkml:trace>
  <inkml:trace contextRef="#ctx0" brushRef="#br0" timeOffset="-130266.15">15125 16563 571 0</inkml:trace>
  <inkml:trace contextRef="#ctx0" brushRef="#br0" timeOffset="-130100.02">15125 16563 571 0,'406'32'295'0,"-396"-32"-194"0,-10 0-17 16,6 0-10-16,6 0-68 16,1 0 5-16,-7-8 35 15,28-9-7-15,-6-2-14 16,12-6 0-16,0-3-22 15,1-8-2-15,5 0-2 16,7-3-10-16,0 6-1 16,-7-3-51-16,10 0-11 15,-16 4-34-15,-15 0-64 16,-3 8-8-16,-16 4-74 16</inkml:trace>
  <inkml:trace contextRef="#ctx0" brushRef="#br0" timeOffset="-129733.33">15720 16359 578 0,'0'0'245'0,"0"0"-170"0,0 0 96 0,0 0-98 0,140 131-27 15,-94-87-20-15,7-3-21 16,-12-1-5-16,-20-16 0 16,-2-4 0-16,-13-12-37 15,-6-8-1-15,0 0-73 16,0 0-302-16</inkml:trace>
  <inkml:trace contextRef="#ctx0" brushRef="#br0" timeOffset="-128999.52">16229 16575 692 0,'0'0'170'0,"0"0"-49"0,0 0-31 0,0 0-68 0,0 0-21 16,0 0 38-16,65 4 18 16,-37-4-9-16,18-4-25 15,-5 4-15-15,-7 0-7 16,-3 0-1-16,-9 0-2 0,-10 24-7 15,-12 4 4 1,0 12-14-16,0 1-10 0,0-2 4 16,-12-3 23-16,-1-11-1 15,-2-14 6-15,15-6 28 16,0-5-30-16,0 0-2 16,0 0-4-16,0 0-22 15,0 0 15-15,21-8 12 16,10-5 6-16,10 6 16 15,5-1-13-15,4 0-9 16,9 0-9-16,-7 3-31 16,1 5-99-16,-19 0-300 0</inkml:trace>
  <inkml:trace contextRef="#ctx0" brushRef="#br0" timeOffset="-109733.7">5739 5109 517 0,'0'0'124'0,"0"0"-103"0,0 0 23 0,0 0 71 15,0 0-55-15,0 0-11 16,0 0 0-16,0-8-11 15,0-5-20-15,0 2 4 16,0 2-19-16,16 1-1 16,-10 5-4-16,0-2-1 15,-6 5 3-15,0-3 6 0,6 3 49 16,-6 0-21-16,0-4-3 16,0 4-21-16,0 0-5 15,0 0 25-15,0 0-25 16,0 0-5-16,0 0 3 15,0 0-6-15,0 0 3 16,7 0-9-16,-1 23 15 16,9 10-6-16,-2 3 1 15,-7 0 0-15,0 0-2 16,0-3 6-16,-6-10-5 16,0 10 6-16,0-2-12 15,0 10 10-15,0-5-7 16,0 3 6-16,0-3-2 15,0-3-1-15,0-5 0 16,0 0-2-16,0 1 2 0,0-1-6 16,0 8 1-16,0 0 1 15,0 8-19-15,0 8 22 16,0-4-3-16,0 0 2 16,16 12 0-16,-4-16 0 15,-6 12-2-15,1-12-28 16,-7-8 25-16,0-3 1 15,0-5 3-15,0-4 6 16,0 7 1-16,0 6-4 16,0 3 1-16,0 0-11 0,0-8 19 15,0-12-18-15,0 0 17 16,0 1-12-16,0-6 6 16,0 6-2-16,0-1 0 15,0-9 1-15,0-11-4 16,0 0-10-16,0 8 11 15,21-3-4-15,4-5 3 16,9 0 3-16,0 8 0 16,1-4 0-16,11-4 0 15,-6 0-2-15,1 0 4 16,18 0 26-16,3 0-28 16,-4 0 4-16,1 0 0 15,3 8-5-15,-3 0 6 16,3-5-3-16,3 10 0 15,10-13 18-15,-1 7-20 0,4-7 6 16,9 0-6-16,9 0 4 16,9 0 8-16,-6 0-10 15,16 0 9-15,-16 0-11 16,-12 0 0-16,9 0-2 16,-24 0 5-16,-4 8-6 15,19-8 3-15,-13 0 0 16,7 0-5-16,-10 0 1 15,10 0 4-15,5 0 0 16,-5 5 0-16,24-5 0 16,-24 8 0-16,21-8 7 15,-9 0-11-15,-6 0 8 0,6 0-6 16,-12 0 4-16,-1 0-2 16,1 0 0-16,0 0 3 15,12 0-7-15,0 0 13 16,-13 0-14-16,26 0 15 15,-19 0-20-15,6 0 7 16,3 0-1-16,-16 0-3 16,-15 0 3-16,16 0 0 15,-6 4 0-15,-10 15-3 16,15 2 5-16,1-6-6 16,-7-6 16-16,-2-5-16 15,-4-4 9-15,6 0-1 16,-2 0 0-16,8 0 0 15,1 0 0-15,12 0 2 16,0 0 24-16,-6 0-22 0,21 0 0 16,-9 0 0-16,4 0-8 15,8 0 4-15,-8 0-4 16,-4 0-2-16,16 0 2 16,-22 0 3-16,0 0-2 15,-7 0-7-15,1 0 19 16,6 8-17-16,28 7 8 15,-6-2-6-15,3 4 5 16,3-2 1-16,-13-7-1 16,13 5 0-16,-15-13-3 0,-20 0 8 15,14 0-10 1,-26 0 12-16,-6 3-8 0,-3 5 2 16,4 8 0-1,5-4-1-15,4 4 4 0,8-7 6 16,10-9-2-16,16 0 3 15,9 0-5-15,0 0-10 16,-16-12 2-16,-9 7 0 16,-18 5 0-16,3 0 3 15,5 0 1-15,7 0 0 16,16 12 10-16,6-7-9 16,-10-2-4-16,4-3 1 15,-10 0 0-15,-6 0 1 16,15 0 0-16,-8 0-2 15,-14 0-1-15,1 0-2 0,0 8 5 16,-6-3-3 0,6-2 3-16,6 2-9 0,-7 2-9 15,7 1 7-15,0 8 10 16,-6 1-6-16,0 2 6 16,-13-6 2-16,-5-1 7 15,-4-1 4-15,9-6-2 16,1-1-6-16,5 4-8 15,7-5 4-15,-6 5-1 16,6 5 1-16,6-1-2 16,-7 4-2-16,7-4-17 15,-6-8-5-15,-12-4 11 0,-4 0 8 16,-3 0-7-16,-9 0 7 16,-3 0 6-16,-3 0 1 15,-13 0-2-15,-6 0 5 16,-3 0 11-16,16 0-11 15,-13 0 3-15,0 0-3 16,6 0 0-16,0 0-3 16,13 0-7-16,-6 0 4 15,-1-12 6-15,1 8-7 16,-13-4 9-16,6 8-3 16,-6-4 10-16,6 0-20 15,-5 4 8-15,-11-4 0 16,17-4-1-16,-7 3-3 15,0-6 2-15,-3-5-7 16,-9 4 0-16,-16-8 11 0,22-4-4 16,-10-1-24-16,10-6 22 15,-9 7-1-15,2-9 5 16,-2 10 3-16,-7-6 0 16,4-3 26-16,3 0-19 15,-13-8-4-15,16-9 2 16,-10 2-15-16,-12 2 10 15,0 1-5-15,0 8 2 16,0 0 0-16,0-8 11 16,-34 4-7-16,3-8-7 15,-16-5 4-15,-2 2-2 0,-4-1 0 16,13 11 1-16,-1 2 1 16,23 14 0-16,-4 5 37 15,3-1-20-15,-8-2-12 16,8-17-2-16,7-5-8 15,-10-6 4-15,16-14-5 16,6 1-23-16,0 0 1 16,0 12 22-16,0 4 5 15,0-9 8-15,0 1-8 16,0 4 0-16,6-4 5 16,-6 9-16-16,0 2 9 15,0 9 2-15,0 0 2 16,-6 7 4-16,-16 6-3 15,3 3-2-15,19 4 13 0,0 0-10 16,0-4-7 0,0-5 7-16,0 1-8 0,0 1-9 15,-12-6 11-15,-4 1 1 16,-8 0 1-16,8-3 0 16,-21 6 2-16,9-3 11 15,-12-4-9-15,-13 7 7 16,-15 2-4-16,15 3 9 15,-21 7-6-15,-7 5-6 16,22 8 5-16,-15 0-8 16,15 0 31-16,-3 0-30 15,3 0 8-15,6 5-7 0,0-2-1 16,-9 10 0-16,-18-9 6 16,-7-4 5-16,-12 8-10 15,-10 0 9-15,10 4-2 16,-6-1 10-16,-10-3-15 15,0 5 6-15,16-5-6 16,6 0 7-16,0-4 5 16,-3-4-1-16,3 0 5 15,6 0-12-15,0-16 9 16,-6-1-9-16,25 9-8 16,-10 1 10-16,4 3-21 15,-13 4 10-15,0 0-4 16,-21 0-7-16,-13 11 11 0,3 18 6 15,-15-1-4 1,-4 0-4-16,4-12 10 0,6-7-7 16,0-9-1-16,9 6 0 15,9-1 0-15,16 3 1 16,13 0-1-16,-1 1 1 16,10-6-4-16,-10 5 12 15,-6-4-20-15,-9-4 11 16,-3 0-7-16,-6 0-6 15,-16 4 13-15,-13-4-1 16,13 8-1-16,-6 9 1 16,28-10 2-16,-3 6-2 0,21-5 11 15,4-8-13-15,8 0 7 16,-11 0-8-16,-7 0 0 16,0-21-4-16,-6 1 7 15,-6 8 2-15,-10 4 0 16,-5 0 8-16,14 8-18 15,1 0 16-15,31 0-11 16,-7 0 5-16,4 0-2 16,15 0-1-16,-15 0 2 15,3 0-6-15,9 0-1 16,-9 0 4-16,9 0-10 16,-9 0 11-16,9-16-10 15,-16-1 4-15,-5 2 7 16,-7 3-1-16,0 3-5 15,-6 6 11-15,6-5-12 0,7 8 11 16,5-8-5-16,16 4 4 16,7 4-4-16,17 0 1 15,-5 0-2-15,-6 0-7 16,11 0 10-16,-17 0-2 16,-7 0 6-16,-16-13-8 15,-18 10 9-15,0 3-10 16,13 0 5-16,-16 0-1 15,3 0 1-15,6 0 0 16,15-4-3-16,-2-12 6 16,12-5-13-16,3-2 14 15,19 7-10-15,0 8-3 0,-1-1 9 16,16 6-6 0,-15 3 4-16,0-5 2 0,-13-3 0 15,-9 0 4-15,3-7 1 16,-15-1-7-16,6-1 6 15,2 6-8-15,-2 3 2 16,9 8 2-16,-15 0 1 16,15 0-1-16,-9 0 0 15,-4 0 0-15,10 0 5 16,-3 0 1-16,9 0-11 16,-2 0 9-16,-1 0-7 15,-10 0 6-15,1 0-3 16,9 8 5-16,0-5-5 0,-3 5 4 15,3 0 4 1,-3 1-14-16,16-6 15 0,-13 2-11 16,-9-5 2-16,-3 0-2 15,-16 0-4-15,18 0 4 16,-11 0-1-16,15 0 6 16,-10 0-10-16,7 0 9 15,9 0-4-15,6 8 4 16,13 7-5-16,6-7 3 15,6 8 0-15,3-7-2 16,-3-5 5-16,22 0-11 16,0 4 17-16,-6-8-18 0,2 0 19 15,-2 3-17 1,-7 10 7-16,-9 2 0 0,-6 6-4 16,-6-1 3-16,6-4-5 15,15-12 12-15,-9 8-13 16,16 0 14-1,-16 4-14-15,-3 12 11 0,-9 0-8 16,6-3 6-16,0-6-2 16,-1-7 1-16,11-4-1 15,-4 0 1-15,9 0 6 16,-3-8-10-16,-2 9 12 16,2-1-14-16,-12 0 9 15,21-5-6-15,-5 2 4 0,18-5 0 16,0 0-2-1,0 0 4-15,0 0-9 0,0 0 0 16,0 0 0-16,0 0-12 16,-16 0-16-16,-8 0-29 15,-23 0-36-15,-3 0-248 16,-9 0 64-16</inkml:trace>
  <inkml:trace contextRef="#ctx0" brushRef="#br0" timeOffset="-107186.16">22523 5434 420 0,'0'0'0'0,"0"0"-91"0,0 0 91 0,0 0 26 15,0 0 4-15,0 0 55 16,0 0 64-16,-31 8-6 15,31-8 40-15,0 0-78 16,0 0-97-16,-9 0-2 16,9 0-5-16,0 0 2 15,0 3 28-15,0-3 16 16,0 5 48-16,0-2-25 16,0 2-23-16,0-2 5 0,0-3-36 15,0 0-2-15,0 0-10 16,0 0 8-16,0 0-12 15,0 0 8-15,0 0-5 16,9 5 7-16,56 7 1 16,22-9 5-16,28 5 0 15,12 5-8-15,0-9 1 16,-9 4-1-16,3 0-16 16,-34-8 6-16,-13 3-9 15,-27-3-34-15,-41 0-55 16,-6 0-50-16,-34 0-390 0</inkml:trace>
  <inkml:trace contextRef="#ctx0" brushRef="#br0" timeOffset="-104471.45">24343 4227 538 0,'0'0'359'0,"0"0"-319"0,0 0 72 0,0 0-37 0,0 0-32 0,0 0-29 16,-27-20 35-16,27 20-15 0,0 0 12 15,0 0-15-15,0 0 6 16,0 0-9-16,0 0-12 16,0 0-11-16,0 0-5 15,0 23-2-15,0 21 2 16,0 17 11-16,6 11-10 16,6 8 8-16,10 5-5 15,-4-5-4-15,-2-8 0 16,-10 0-2-16,7-12 1 15,-7-3-2-15,3-13-1 16,-9-5 6-16,0-11-11 16,0-11 2-16,0-9 6 0,0-5-11 15,0 2 8 1,0-2 2-16,0-3 2 0,0 5 0 16,0-2 2-16,0-3 2 15,0 0 0-15,0 0-6 16,0 0 2-16,0 0-1 15,0 0-13-15,0 0-4 16,0 0 6-16,12 0 7 16,7 0 2-16,21 0 1 15,7 0-6-15,15 0 14 16,-3 0-13-16,-6 0 7 16,-13 5-7-16,-6 7-5 15,-6-4-19-15,-10 16 13 16,-11 0-7-16,-7 3 22 15,0-6 2-15,0 11 1 0,-25-11 5 16,-43-2 0-16,-7-7-5 16,-18-12-7-16,6 8-17 15,7 4-69-15,21-7-45 16,19 3-179-16,33 0-299 16</inkml:trace>
  <inkml:trace contextRef="#ctx0" brushRef="#br0" timeOffset="-103854.73">23894 5751 571 0,'0'0'186'0,"0"0"-57"0,0 0 38 0,0 0-69 16,0 0 5-16,381 0-47 15,-232 0-11-15,31 0-2 16,6 0-11-16,-19 0-25 16,-27 0-7-16,-32 0-47 15,-21-5-5-15,-34 5-42 16,-25 0-115-16,-22 0-409 16</inkml:trace>
  <inkml:trace contextRef="#ctx0" brushRef="#br0" timeOffset="-103272.61">24396 6172 800 0,'0'0'136'16,"0"0"-59"-16,0 0 18 0,0 0-43 0,0 0-2 16,0 0-38-16,202-8-6 15,-190 8 9-15,-12 39-2 16,0 10 15-16,0 10-18 15,-12 7 1-15,-38-7-5 16,13 6-12-16,3-9 4 0,28-4 2 16,-4-8 4-1,10-8-3-15,0-12-1 0,0-8 0 16,10-11 0-16,42-5-11 16,23 0 11-16,-10 0 0 15,15-5 2-15,-5-7-2 16,-16-1-14-16,-7 6-2 15,-5 7-7-15,-13 0-59 16,-12 0-102-16,-22 0-169 16</inkml:trace>
  <inkml:trace contextRef="#ctx0" brushRef="#br0" timeOffset="-102604.75">25872 5943 694 0,'0'0'285'0,"0"0"-188"0,0 0-5 0,0 0 1 16,0 0-19-16,0 0-37 15,347-12-5-15,-266 4-32 16,6-4 0-16,-25 12-8 0,-16-4-14 16,-21-4-18-16,-9 8-42 15,8-8-76-15,-14 8-195 16,-10-4-93-16</inkml:trace>
  <inkml:trace contextRef="#ctx0" brushRef="#br0" timeOffset="-102323.52">26061 5682 215 0,'0'0'840'16,"0"0"-769"-16,0 0 67 16,0 0-48-16,0 0-38 15,0 0-12-15,372-19-36 16,-297 10-4-16,-13 1-8 16,-3 0-52-16,-25 5-78 15,-28-2-474-15</inkml:trace>
  <inkml:trace contextRef="#ctx0" brushRef="#br0" timeOffset="-97760.64">27463 5984 238 0,'0'0'397'0,"0"0"-356"0,0 0-31 0,0 0 85 0,0 0-67 0,0 0-5 15,0 0 30-15,0 0 32 16,0 0 1-16,0 0-34 16,0 0-15-16,0 0-18 0,0 0 15 15,0 0 5-15,0 0 12 16,0 0-26-16,0 0 21 15,0 0-17-15,0 0 13 16,0 0-11-16,21-30-16 16,26-33 3-16,12-13-16 15,9-4 5-15,6-5 0 16,-2 13-14-16,-4 16 3 16,-21 20-4-16,-7 8-18 15,-12 8-2-15,9-4-15 16,-9-1-11-16,-6-3 16 15,-10 12-34-15,-6 0-38 16,-6 12-189-16,0 4-13 0,0 0-35 16</inkml:trace>
  <inkml:trace contextRef="#ctx0" brushRef="#br0" timeOffset="-97459.61">27497 5306 953 0,'0'0'109'0,"0"0"-56"0,0 0 7 0,0 0 23 0,0 0-43 0,173 212 26 0,-104-148-7 15,2-4-19-15,3 0-15 16,-5-4-10-16,-17-4-15 16,1-8-15-16,-6-7-5 15,-7-10-32-15,-12-14 9 16,-10-1-20-16,-18-12-40 16,0 0-287-16</inkml:trace>
  <inkml:trace contextRef="#ctx0" brushRef="#br0" timeOffset="-96810.66">28579 6216 705 0,'0'0'225'0,"0"0"-176"0,0 0 65 0,0 0-49 16,0 0-61 0,0 0 35-16,81-188-7 0,-60 135 0 15,4 1-19-15,-25 8 19 16,0 11-12-16,0 14-5 15,0 2 14-15,0 17-19 16,0 0-10-16,-25 0 6 16,-21 5-1-16,-22 39-5 15,-13 15-11-15,-6-2-6 16,22-12 4-16,25-14-29 0,18-10-30 16,22-9-65-16,0-9-86 15,0-3-31-15,28 0-71 16</inkml:trace>
  <inkml:trace contextRef="#ctx0" brushRef="#br0" timeOffset="-96294.58">29515 5306 596 0,'0'0'289'0,"0"0"-221"0,0 0 76 0,0 0-95 0,0 0 22 15,0 0-49-15,7 204 1 16,8-148-10-16,-3 5-3 16,-12-9 5-16,0 4-14 15,0-9-2-15,0-6-1 16,0-5 1-16,0-16-16 16,0-8 4-16,0-4-46 15,0-8-66-15,0 0-157 16,0 0 92-16,0-32-254 15</inkml:trace>
  <inkml:trace contextRef="#ctx0" brushRef="#br0" timeOffset="-96044.83">29301 5702 693 0,'0'0'113'0,"0"0"-50"15,0 0 95-15,0 0-73 16,0 0 11-16,0 0-43 16,261 0-33-16,-168 0 17 0,-6 0-28 15,-13 0-9-15,-12 0-29 16,-15-8-33-16,5-7-120 15,-5-1-306-15</inkml:trace>
  <inkml:trace contextRef="#ctx0" brushRef="#br0" timeOffset="-95546.52">30846 5173 629 0,'0'0'259'0,"0"0"-123"0,0 0-12 0,0 0-36 0,0 0-58 15,0 0-5-15,-13 88 17 16,-21-32-8-16,0 8-3 16,3-7-4-16,-9 3-12 15,12-4-2-15,0-4-9 16,3-8-7-16,3-3 9 16,4-5-12-16,-4-12-6 15,3-9-31-15,7-2-6 16,3-13-24-16,2 0-46 15,7 0-78-15,-6-13-82 16</inkml:trace>
  <inkml:trace contextRef="#ctx0" brushRef="#br0" timeOffset="-95178.66">30539 5281 647 0,'0'0'309'0,"0"0"-117"16,0 0-52-16,0 0-58 16,0 0-21-16,0 0-21 15,307 208-30-15,-245-163-5 16,3-5-5-16,-19 0-5 16,-5 0-30-16,-14-3-24 15,-20-10-35-15,-7 1-107 16,0-11-388-16</inkml:trace>
  <inkml:trace contextRef="#ctx0" brushRef="#br0" timeOffset="-94679.87">31227 5691 432 0,'0'0'360'16,"0"0"-282"-16,0 0 18 15,0 0 23-15,0 0-68 16,0 0 27-16,0 0-60 16,335-25-5-16,-329 25-13 15,-6 16-1-15,0 32 0 16,-28 13-5-16,-31 2-40 15,0-6-37-15,3-5 13 16,25-20 15-16,10-12 55 0,21-15 0 16,0-5 18-16,0 0 1 15,0 0-13-15,52-13 16 16,10-7-15-16,4 4-7 16,-4-1 3-16,-3 17-8 15,9-3-13-15,-9 3-63 16,-13 0-180-16,-18 0-299 15</inkml:trace>
  <inkml:trace contextRef="#ctx0" brushRef="#br0" timeOffset="-93779.59">26061 8004 467 0,'0'0'211'0,"0"0"-47"0,0 0 20 0,0 0-84 16,0 0 7-16,0 0-51 16,25 9 3-16,22-9-23 15,-1 0 10-15,10 0-14 16,3 0-4-16,15 0-21 16,7 0-7-16,-10-12-7 15,-9-1-29-15,-15 1-6 0,-13 1-34 16,-9-2 16-16,-19 10-61 15,-6-10-1-15,0 5-108 16,-6-12 110-16</inkml:trace>
  <inkml:trace contextRef="#ctx0" brushRef="#br0" timeOffset="-93527.75">26160 7700 668 0,'47'-17'188'0,"-1"9"-109"16,1 5 74-16,15 3-50 15,-3 0-23-15,9 0-54 16,3 0-15-16,-2 0-11 15,-4 0-6-15,-9 0-35 16,-16 0-178-16,-28 0-478 16</inkml:trace>
  <inkml:trace contextRef="#ctx0" brushRef="#br0" timeOffset="-91099.34">27565 7531 30 0,'0'0'522'0,"0"0"-475"0,0 0 50 0,0 0-11 0,0 0-45 15,0 0 25-15,167-32-17 16,-136 32 3-16,4 0-9 16,-7 0 10-16,-16 0-30 15,0 16 2-15,-12 0-17 16,0 4 12-16,0 8-11 15,0 4 4-15,0 4-9 16,-12-8 12-16,0-11-16 16,12 2 0-16,0-10-7 15,0-5-38-15,6 8 25 16,40-4 16-16,-5 4 4 16,5 0 4-16,-6 8-4 0,-12 0 0 15,-15 12 1-15,-7 0 12 16,-6 12 11-16,0 0 10 15,-28 9-9-15,-37-1 6 16,-28 0-29-16,-10-1-4 16,10-10-5-16,-6-5 4 15,25-8-11-15,9-4-34 16,9 1-60-16,25-2-130 16,15-10-50-16</inkml:trace>
  <inkml:trace contextRef="#ctx0" brushRef="#br0" timeOffset="-90349.64">28867 7595 111 0,'0'0'467'0,"0"0"-455"0,0 0 30 0,0 0 16 16,0 0-22-16,0 0 87 15,-6-12-16-15,6 12 6 16,0 0-15-16,0 9 18 0,0 14-57 16,6 9-26-16,7 4-27 15,2 12-4-15,-2-4 2 16,-1 13-4-16,16-12 0 15,-16 6 2-15,4 1-10 16,-16-3 2-16,0 3-8 16,0-4-19-16,0-4-16 15,0-16-34-15,0-12-78 16,0-16-163-16,-9 0-201 16</inkml:trace>
  <inkml:trace contextRef="#ctx0" brushRef="#br0" timeOffset="-90050.35">28833 7936 817 0,'0'0'200'0,"0"0"-27"0,0 0-80 0,0 0-66 0,375 4-21 0,-294-4-6 0,-7-12-55 16,-15 0-88-16,-18-8-283 15</inkml:trace>
  <inkml:trace contextRef="#ctx0" brushRef="#br0" timeOffset="-89297.18">29925 8278 54 0,'0'0'691'0,"0"0"-522"0,0 0-18 0,0 0-97 0,0 0 24 16,0 0-29-16,-34-41-11 15,12 13-18-15,-3-8 13 16,3-8 11-16,4-9-5 16,-4-7-14-16,22-7-14 15,0-10 17-15,0-12-27 16,16-2-2-16,36 19-10 0,-5 16-22 16,-7 23-39-16,0 22-8 15,-6 11-46-15,-9 0-110 16,9 0-292-16</inkml:trace>
  <inkml:trace contextRef="#ctx0" brushRef="#br0" timeOffset="-88885">30219 7996 610 0,'0'0'501'0,"0"0"-451"0,0 0 31 0,0 0-47 0,0 0-15 0,0 0 18 15,0 0 7 1,239 0 0-16,-165-3-33 0,-8-2-10 15,-11 5-1-15,-8-3-25 16,-7 3-66-16,-9-13-90 16,-15 1-466-16</inkml:trace>
  <inkml:trace contextRef="#ctx0" brushRef="#br0" timeOffset="-88136.34">31094 7463 483 0,'0'0'203'0,"0"0"-23"0,0 0 32 0,0 0-93 15,0 0-72-15,-34 248-34 16,9-207-10-16,9-18-6 16,4-10-14-16,-10-1 16 15,22-4 1-15,-6 0-6 16,0-4 11-16,6-4-10 0,0 8 2 15,0-4-30-15,0 4-17 16,0 1 30 0,28-9 20-16,6 0 1 0,-3 0 18 15,9 0-8-15,0 0 0 16,1 3-10-16,-7-3-1 16,0 8 0-16,-9-4-9 15,-4-4 7-15,-21 0-11 16,19 0 10-16,-13 0-21 15,3 0 11-15,-2-15-10 16,-7-6 16-16,0 1-25 16,0 12-74-16,0 8 73 15,0 0 33-15,0 8 97 16,0 16-55-16,0 16 14 16,-16-4-21-16,-9 16 42 0,4 1-34 15,-4-1-12 1,-3-4 1-16,9-8-16 0,4-8-12 15,9-13-4 1,6-6-19-16,0-13-37 0,0 0-71 16,0 0-291-16,0 0-137 15</inkml:trace>
  <inkml:trace contextRef="#ctx0" brushRef="#br0" timeOffset="-87550.35">31509 7520 363 0,'0'0'593'0,"0"0"-442"0,0 0-46 0,0 0-48 16,0 0-26-16,0 0-21 0,71 172-6 16,-64-140-3-16,-7 12 7 15,0 16-4 1,0 8 14-16,-13 12-11 0,-33-7-1 16,-1-5-6-16,13-20-14 15,-6-12-41-15,27-16-52 16,1-12-113-16,12-8-391 15</inkml:trace>
  <inkml:trace contextRef="#ctx0" brushRef="#br0" timeOffset="-86418.33">26461 9842 219 0,'0'0'333'0,"0"0"-333"0,0 0 0 0,0 0 32 0,0 0 4 16,0 0 1-16,-87 23-28 16,81-19 13-16,0 0 45 15,6-4 62-15,0 0-19 16,0 0-17-16,0 0-36 15,0 0 19-15,0 0-17 16,0 0-23-16,0 0 7 0,0 0-16 16,0 0 8-16,0 0-29 15,25 0 21-15,21 0-20 16,16 0 15-16,-3 0-21 16,3 0-1-16,-9-8-19 15,-13 1-29-15,-6-1-16 16,-15 8-48-16,-13 0-129 15,-6 0-281-15</inkml:trace>
  <inkml:trace contextRef="#ctx0" brushRef="#br0" timeOffset="-86163.75">26461 9842 394 0</inkml:trace>
  <inkml:trace contextRef="#ctx0" brushRef="#br0" timeOffset="-86103.58">26461 9842 394 0,'-99'-161'481'0,"164"161"-426"0,16 0 86 0,6-8-16 15,12-4-310-15,-65 0-336 16</inkml:trace>
  <inkml:trace contextRef="#ctx0" brushRef="#br0" timeOffset="-85304.79">27826 9729 752 0,'0'0'205'0,"0"0"-33"0,0 0-43 0,207 0-53 16,-135 0-65-16,8 0-10 16,-5 0-1-16,-10 0-6 15,-3 0-34-15,-16-4-56 16,-18-9-171-16,-15 5-278 15</inkml:trace>
  <inkml:trace contextRef="#ctx0" brushRef="#br0" timeOffset="-84787.91">29103 9997 598 0,'0'0'446'0,"0"0"-346"16,0 0 6-16,0 0-68 15,0 0-27-15,0 0 0 16,-9-240-1-16,9 172 19 15,0-4-4-15,0 15 10 16,0-2-26-16,0 10-7 16,0 18-2-16,0 18 0 15,0 9-5-15,0 4-7 16,0 0-9-16,-25 4 9 0,-31 28 11 16,3 13-11-1,-6 7 12-15,-3 4-20 0,10-9 20 16,11-6-49-16,7-10-87 15,3-14-289-15</inkml:trace>
  <inkml:trace contextRef="#ctx0" brushRef="#br0" timeOffset="-83788.06">22564 9861 817 0,'0'0'119'0,"0"0"-23"0,0 0-36 0,0 0-26 0,0 0 37 15,0 0-6-15,443 36-4 16,-310-24-23-16,7-7-5 16,-13 6-23-16,-28-6 5 15,-18-2-15-15,-22-3-9 16,-19 0-18-16,-6 0-62 15,-21 0-59-15,-13 0-284 16</inkml:trace>
  <inkml:trace contextRef="#ctx0" brushRef="#br0" timeOffset="-83154.55">24582 9661 66 0,'0'0'856'0,"0"0"-735"0,0 0-108 0,0 0 79 0,68-253-8 16,-55 161-54-16,21-8-23 15,-15-8-4-15,-4-8 1 16,-9-2-8-16,-6 18-15 16,0 33-40-16,0 34 7 15,0 33 41-15,0 0 0 16,0 33-25-16,0 26-19 15,0 10-71-15,0 7-129 16</inkml:trace>
  <inkml:trace contextRef="#ctx0" brushRef="#br0" timeOffset="-82638.39">24812 9704 255 0,'0'0'164'15,"0"0"-164"-15,0 0 0 16,0 0 113-16,0 0-101 16,0 0 9-16,0-128 24 15,0 120 28-15,0 5 110 16,0 3-26-16,0 0-85 16,0-5-47-16,0-3-21 15,0 8-4-15,18-3 3 16,16 3-7-16,0 0 12 15,13 0-2-15,-1 0-6 16,7 0 8-16,6 0-8 0,-12 3 0 16,-13 5-4-16,-13-3-33 15,-14 6-13-15,-7 6-53 16,0 7 96-16,-28 20 7 16,-37-1 75-16,-22 18-15 15,0-9-5-15,6-8 6 16,19-16-11-16,38-20-23 15,17-8-24-15,7 0-3 16,0-24-73-16,47-16-117 16,12 8-203-16</inkml:trace>
  <inkml:trace contextRef="#ctx0" brushRef="#br0" timeOffset="-82073.26">24288 10130 190 0,'0'0'737'0,"0"0"-613"0,0 0-27 0,0 0 16 0,0 0-90 16,0 0-17-16,173 0 24 16,-36 0 6-16,21 0-1 15,9-16-24-15,-5-8 10 16,-7 8-17-16,-22 0-8 16,-34 0-30-16,0 12-37 15,-30-9-111-15,-17 13-338 16</inkml:trace>
  <inkml:trace contextRef="#ctx0" brushRef="#br0" timeOffset="-81390.37">24790 10571 569 0,'0'0'168'0,"0"0"-26"0,0 0 27 0,0 0-114 0,0 0-36 0,0 0 10 15,0 0 24-15,40 0-11 16,-6 0-25-16,7 0 0 16,-1 0-15-16,-9 0-1 15,3 12 0-15,0 28-2 16,-28 12-11-16,-6 17-3 15,0 15-13-15,0 0-34 16,-40-3 47-16,6-17 4 16,15-12 11-16,13-21 13 15,6-14 49-15,0-13-26 16,0-4-26-16,0 0-9 16,59-13 0-16,16-14 4 0,18-18-5 15,-7 13 1-15,-5 20 3 16,-13 9-8-16,-9 3 2 15,22 0-1-15,-22 8 2 16,-7 7-67-16,-11 1-59 16,-32-8-251-16</inkml:trace>
  <inkml:trace contextRef="#ctx0" brushRef="#br0" timeOffset="-80208.28">24731 8843 572 0,'0'0'116'0,"0"0"-91"0,0 0 29 0,0 0 2 15,0 0-13-15,0 0-18 16,0-12 18-16,0 12 18 16,0 0 6-16,0 0-3 0,0 0 5 15,0 0-13 1,0 4-39-16,0 24 17 0,0 8-24 15,0 12 14-15,0 4-22 16,0 0-2-16,0 0-1 16,0 1 1-16,0 7-2 15,0-1 5-15,0 13 7 16,0-6-3-16,-15 6 5 16,15-5-10-16,-13-15-4 15,13-7-14-15,-6-13-1 16,6-9 2-16,0 6-1 15,0-9 13-15,-6-4 6 16,0 0-4-16,-4-4 7 16,-2 0-6-16,12-4 1 15,-6 0 1-15,6-8-2 0,0 0-3 16,0 0 0-16,0 0-16 16,0 0 17-16,0-16-10 15,6-12 9-15,34 0-11 16,-12 4-6-16,3-1-18 15,9 2 2-15,1 10 16 16,14-2-5-16,-14 7 15 16,-4 3 10-16,-15 2-7 15,6-2 14-15,-4 2-10 16,4 3 3-16,-3 0-4 0,15 0-10 16,-5 0-14-16,-8 28 19 15,-14 8-37-15,-1 4 2 16,-12-8 2-16,0-8 33 15,0-4 0-15,0-8 9 16,-18 0 38-16,-44 5 1 16,-16-2 9-16,-18 1 5 15,18 0 39-15,10-4-65 16,28-7-11-16,34-5-16 16,0 0-58-16,-1-5-259 15,-2-10-437-15</inkml:trace>
  <inkml:trace contextRef="#ctx0" brushRef="#br0" timeOffset="-40293.82">23987 13150 410 0,'0'0'44'0,"0"0"-36"0,0 0 95 0,0 0-41 0,0 0 27 0,0 0 5 16,0 0 14-16,0 0-19 15,0 0-22-15,0 32-58 16,0-32 7-16,0 0-3 16,0 0 9-16,0 0 15 0,0 0-12 15,0 0 16 1,0 0-27-16,0 0 4 0,0-16-8 15,0-20 1-15,0-25-2 16,0-11 6-16,0-16-13 16,0-12-1-16,-19 0 16 15,-2 0-13-15,-4 7-2 16,19 17 6-16,-1 32-12 16,7 12 9-16,-15 12-6 15,15 12 1-15,0 8-6 16,-6-4-21-16,6 0-46 15,0 0-127-15,0-9-239 16</inkml:trace>
  <inkml:trace contextRef="#ctx0" brushRef="#br0" timeOffset="-39710.22">24002 12878 573 0,'0'0'233'0,"0"0"-165"0,0 0-1 0,0 0-33 0,0 0-33 0,0 0 36 16,72-25-12-16,-38 9-6 16,12 0-18-16,-12 16 4 0,1-4 1 15,-23 4 12-15,22 0 12 16,0 0-1-16,-3 0-17 16,-3 4-6-16,0 16-5 15,-22-3 4-15,7 3-1 16,-13 7 6-16,0 13 23 15,0 4 8-15,-13 13-2 16,-40-1-11-16,-2-8-16 16,2-8 18-16,6-12-27 15,7-16-3-15,-6-12 0 16,18 0-4-16,3 0-32 16,-9 0-9-16,15-28-67 0,-9-8-389 15</inkml:trace>
  <inkml:trace contextRef="#ctx0" brushRef="#br0" timeOffset="-32815.94">25252 12961 111 0,'0'0'173'0,"0"0"-68"0,0 0 35 16,0 0-70-16,0 0 1 16,0 0-30-16,0 0 1 15,0 0-19-15,0 0 1 16,0 0-17-16,0 0 3 15,0 0 5-15,0 0 14 16,6 0 27-16,-6 0 22 16,0 0 3-16,0 0-31 15,0 0 15-15,0 0-49 0,0 0-3 16,0 0-7 0,0 0 10-16,0 0-5 0,6 0-5 15,-6 0 7-15,0 0-9 16,7 0 11-16,-7 0-14 15,21 0 2-15,4 0 2 16,9 0 0-16,34 0 3 16,-3 0-2-16,4 0-6 15,5 0 1-15,-15 0-3 16,-6 0-18-16,-19-3 0 16,-6-5-48-16,-16 8-45 15,-12 0-119-15,0 0-91 16</inkml:trace>
  <inkml:trace contextRef="#ctx0" brushRef="#br0" timeOffset="-32298.85">25165 12850 332 0,'0'0'25'0,"0"0"40"0,0 0 51 0,0 0-58 16,0 0-13-16,0 0 20 15,34-17 11-15,-28 13 33 16,-6 4-1-16,7 0-6 16,11 0-43-16,10 0 8 0,19-8-17 15,21 8 2-15,3-7-24 16,10 2-21-16,-13-3-7 16,-9 4 0-16,-19 4-12 15,-18-4-36-15,-3 0-11 16,-19-1-110-16,0 2-239 15</inkml:trace>
  <inkml:trace contextRef="#ctx0" brushRef="#br0" timeOffset="-31399.98">26502 12841 619 0,'0'0'202'0,"0"0"-148"0,0 0 98 0,0 0-73 0,0 0-53 15,0 0 34-15,288-12-32 16,-257 4 4-16,9 8-26 16,-18 0 1-16,3-4-7 0,3 4 0 15,-7 0-8 1,-2 0-42-16,-7 0-51 0,16 0-116 15,0 0-53-15,-9 0-302 16</inkml:trace>
  <inkml:trace contextRef="#ctx0" brushRef="#br0" timeOffset="-30827.45">27497 13141 527 0,'0'0'91'0,"0"0"-12"0,0 0 46 0,0 0-28 15,0 0-1-15,0 0-40 0,0 9-16 16,0-18-11-16,0-14 47 15,0-5-32-15,0-8-1 16,6-4-33-16,0-13-1 16,10-3-6-16,-10-8-3 15,0 4 0-15,-6 0 3 16,0 7-10-16,0 2 15 16,0 22-14-16,0 9 14 15,0 4-5-15,0 16 3 16,0 0 17-16,0 0-7 15,0 0-6-15,0 0-8 16,0 0 2-16,0 8-8 16,0 13-21-16,-18 2 4 0,-4 5-7 15,3 8 19-15,4 0-14 16,2 5 3-16,-5 3-30 16,-10-4-92-16,6-4-181 15,-3-15-227-15</inkml:trace>
  <inkml:trace contextRef="#ctx0" brushRef="#br0" timeOffset="-30018.36">28018 12821 58 0,'0'0'520'0,"0"0"-481"0,0 0-15 0,0 0 24 15,0 0-23-15,0 0 15 0,0 0 37 16,0 0-1 0,0 0-14-16,0 0 9 15,0 0-30-15,0 0-35 16,0 0-6-16,0 0 6 0,0 0-6 16,0 0-10-16,0 0 3 15,0 0 14-15,0 0 1 16,0 0 19-16,0 0 7 15,0 0-11-15,0 0-23 16,0 0-10-16,0 0-73 16,0-7-288-16</inkml:trace>
  <inkml:trace contextRef="#ctx0" brushRef="#br0" timeOffset="-29284.81">28675 13097 749 0,'0'0'157'0,"0"0"-14"0,0 0-33 0,0 0-81 0,0 0 11 15,0 0-20-15,0 0 1 16,-183-219 2-16,165 178-6 0,18 1 4 16,0-4-6-16,0-5-15 15,12 2 11-15,22-1-22 16,6 7-2-16,1 13-49 15,-1 9-134-15,0 10-260 16</inkml:trace>
  <inkml:trace contextRef="#ctx0" brushRef="#br0" timeOffset="-28701.63">28942 12721 632 0,'0'0'57'0,"0"0"99"0,0 0 19 0,0 0-104 0,0 0-25 15,0 0-25-15,266-89-21 16,-238 86-20-16,13-9-77 16,-23 12-189-16,-12 0-255 15</inkml:trace>
  <inkml:trace contextRef="#ctx0" brushRef="#br0" timeOffset="-28170.55">29522 12440 137 0,'0'0'640'0,"0"0"-533"15,0 0 15-15,0 0-76 16,0 0-26-16,0 0-6 16,74 40 1-16,-68 1-15 15,-6 3 2-15,0 8-5 16,0-4 6-16,-25-4-12 16,-3 0 19-16,7-8-10 15,-4-4 10-15,-3 0 22 16,22-7-32-16,0-9 0 15,6-5-17-15,0-2-5 16,0-1 12-16,12-5 10 0,35-3 21 16,-1 0-7-16,-12 0 19 15,0 0-31-15,0 0-2 16,-9 8-3-16,9 4-15 16,0 4 12-16,1-3-5 15,-11-1 9-15,4-12-39 16,-9 0-123-16,-4 0-125 15,-8-20-240-15</inkml:trace>
  <inkml:trace contextRef="#ctx0" brushRef="#br0" timeOffset="-27703.46">29990 12391 814 0,'0'0'82'0,"0"0"-79"0,0 0 97 0,0 0-41 0,0 0-24 16,0 0-13-16,301 130 15 15,-274-83 9-15,-20 9 10 16,-7 13-26-16,0 3-7 16,0 4-5-16,-34 8-16 15,-7-7-1-15,-5-13-1 16,5-12-2-16,10-12-56 16,10-24-101-16,2-12-303 0</inkml:trace>
  <inkml:trace contextRef="#ctx0" brushRef="#br0" timeOffset="-22758.08">23934 9624 198 0,'0'0'346'0,"0"0"-312"0,0 0-18 0,0 0-12 0,0 0 0 16,0 0-4-16,0-20 23 16,-12 20 50-16,6-3 28 15,6 3-5-15,0-8-16 16,-7 0-77-16,-8-1-3 15,15-2-44-15,-6-2 10 16,-7 10 31-16,-2-6 3 0,15 6 31 16,-19 3 52-16,13-5-16 15,-10 2-31-15,4-2-36 16,-7-3-2-16,-2 0-14 16,2 1-17-1,-3-1 7-15,10 0-13 0,-16-1 36 16,-3 5-3-16,3-8-13 15,-6-4-50-15,0 0-95 16,3 1 62-16,-3 10 35 16,0 1 61-16,6 4 6 15,3 0 15-15,-9 0-15 16,0 0-21-16,-6 4-19 16,9 9 20-16,-19-6-33 15,3-3-63-15,23 4 99 0,-23-4 17 16,25 12 215-16,-12-4-162 15,9 1-25-15,-2-5-27 16,14 3-1-16,-9 1 4 16,-2 1-3-16,2-5-1 15,-3-5 9-15,-9 1 27 16,6 1-5-16,10-2 31 16,-10-3 40-16,9 8-13 15,-9-3-65-15,16 3-21 16,-10 4-3-16,-3-4-31 15,3 3-38-15,4-3-1 16,-4-3 26-16,4 7 10 0,-4-4 34 16,-3 0 0-1,10 4 17-15,-4-1-12 0,0-3-5 16,4 5 0-16,2-1-9 16,-8-1-55-16,2 10 11 15,7-9 24-15,-4 12 29 16,4-8 20-16,-1 0 14 15,-8 4-8-15,8-8-26 16,1 8 0-16,-10 0-3 16,22 1 6-16,-6-1-3 15,6 11 19-15,0-2 38 16,-6-1-48-16,6-5-9 0,0 2 2 16,0-9-1-1,0 4 6-15,0-9 14 0,0-2 5 16,0 11-1-16,0 0 27 15,6 0-20-15,22 4-14 16,3-4-18-16,-3 0 0 16,0-4-1-16,-10 0-7 15,4-4 1-15,-3-4 6 16,2 4-3-16,-2-4 8 16,9-3-11-16,3-2 14 15,-3-3-14-15,24 5 4 16,-11-5-1-16,-1 3-11 15,13 5 15-15,-31 1-2 16,12 2-52-16,-16-3 35 16,10-3-7-16,-3 3 26 0,3-8-6 15,-10 0 0-15,10 0 7 16,0 0-2-16,3 0 2 16,3 0-2-16,0 0-3 15,7 4 4-15,-7 4 9 16,-3 3 0-16,9 2 16 15,-12 2-7-15,6 6-9 16,-15-1-2-16,3-8 9 16,-10 4-8-16,0-8-5 15,-2-4-6-15,8 0 7 16,10 4-3-16,-3-8 1 16,-3 17 8-16,2-10 11 0,4 9-6 15,-9-3-8-15,3-2 12 16,-10 6 5-16,-6-1-21 15,16-9 11-15,-10 9-13 16,10 0 34-16,-3-4-22 16,2 4 7-16,4 1-16 15,-12-6 2-15,21 5-12 16,-13 1 6-16,4-9-3 16,-3 8 6-16,-3-9-6 15,-13 6 6-15,9-1-5 16,-2 4 7-16,-7 0 1 15,-6 4 2-15,22 0-6 16,-4 4-2-16,10 0 1 0,-3-4-4 16,9 5 6-16,-6-6-6 15,-3-2 6-15,-4 2-7 16,7-10 4-16,-9 7 0 16,9-1 0-16,-10 1 5 15,10 1-9-15,-9-6 11 16,15 2-14-16,0-1-3 15,-3-1 4-15,9 2 0 16,1-1 3-16,-1-4-3 16,0 0 6-16,-6 8-2 15,7-4 5-15,-13 8-7 16,-3-12 9-16,-13 8-6 16,10-8 6-16,-16-8-7 0,16 8 3 15,-4-4-2 1,10 0 2-16,-3 5-1 0,9 2 13 15,12 1-12-15,-5 16 13 16,-1-15-9-16,-6 3 1 16,-9-9-6-16,9 6-1 15,0-10 1-15,0 5-1 16,-9 0-2-16,31 9 6 16,-16-9-6-16,1 12 11 15,5-12-15-15,-6 0 7 16,19-5-5-16,-12-3-10 15,-7 0 2-15,19 5 7 16,-12 3-5-16,2-1-2 16,-12 1-26-16,13-3 18 0,-4-5-4 15,-5 0-4-15,-10 0 9 16,15 0 12-16,-18-13 0 16,12 6 9-16,-12 2-8 15,-21 5 2-15,17 0 5 16,-14 0 0-16,2-11 0 15,16-5 0-15,-3-4 10 16,9-8-9-16,0-8 0 16,-3 11-2-16,-3-7 2 15,0 9 8-15,-3-2-6 0,-4 1-3 16,-8 7 33 0,-7-6 11-16,16-5-4 0,-16-1-23 15,6-7 6-15,4 0-23 16,-10 8-4-16,0 0 4 15,-6 0-2-15,0 1 3 16,0-1-2-16,0 3-2 16,0-3 1-16,-12 0-2 15,-22-4 4-15,0-9-8 16,-1 13-2-16,1 0 5 16,22 9 10-16,-7-1-10 15,4 7 10-15,-4 1-5 16,7 1 0-16,-10-2-7 15,-12 5 7-15,9 1 21 16,-21-1 8-16,5 3-22 0,-14 2-12 16,8-2 5-1,7 5-16-15,-7-4-11 0,7 4 13 16,0-8 7-16,-1 8 7 16,4-4 21-16,3 0 3 15,0 1 1-15,0-10-24 16,9 9 6-16,-3-8-4 15,16 5-6-15,-4-2-2 16,-2 1-8-16,5 0-12 16,-2 8 21-16,-4 0 4 15,-15 0 4-15,6 0 19 16,-18 0-23-16,15-4 1 16,-10-8-1-16,7 4-2 15,0 0-22-15,6-1-6 0,10 1-15 16,-4 8 11-1,3-7 31-15,7 7 6 0,-4 0 40 16,10 0 0-16,-6 0-29 16,5 0-14-16,-8-4-28 15,9-4-23-15,-7-4 9 16,7 4 8-16,0 0-3 16,0 8 34-16,-10 0 3 15,4 0 0-15,-10 0 1 16,-3 0 22-16,-3-4-23 15,4 0-6-15,-17 0-3 16,7-12-32-16,0-4-16 16,16 7 34-16,-4-7 20 0,22 4 6 15,0 5 5-15,0 6-1 16,0 1 20-16,-6 4-15 16,6-3 4-16,-7-2-16 15,-8 2-28-15,3-10-6 16,-7 1-23-16,-3 4-27 15,10 0 84-15,-1 0 17 16,-2 4 1-16,2-4-4 16,1 0 5-16,6-3-15 15,-3-6-8-15,2 6 10 16,-11 2-7-16,2 9 2 16,-2-8 7-16,-1 8 3 0,-9-8-1 15,6-8-10-15,4 0 0 16,-4-1-2-16,4-2 5 15,-10-9-4-15,9 11 2 16,-3-6-2-16,-2 7 5 16,2 0-4-16,3-1 0 15,-9 14 7-15,16-5-7 16,-1-4 7-16,-8 7 8 16,15-6 4-16,-1 3-7 15,-5 0-9-15,3-4-6 16,-16 4-16-16,19-5-45 15,-10 5 22-15,4 1 7 16,6 2 35-16,-1 2 8 0,-8-5 33 16,2-1-27-16,7-3 1 15,0-3-8-15,0 6-6 16,-3 1 0-16,9 4 8 16,0 0-5-16,-7 4 21 15,7-3 64-15,0 3-11 16,-6-9-19-16,-12 9-56 15,11-8-6-15,-8-8-38 16,2 4-77-16,-8 4 75 16,15 0 39-16,-7 3 4 15,7 5 63-15,0 0 46 16,6 0-51-16,0 0-55 16,0 0 1-16,0 0-3 0,0-8-1 15,0-3-35 1,0-9-104-16,0-4-9 15,0 4 97-15,0 3 38 0,0 14 5 16,0-5 5-16,0 0-69 16,6-12-143-16</inkml:trace>
  <inkml:trace contextRef="#ctx0" brushRef="#br0" timeOffset="-18726.39">24009 14890 746 0,'0'0'212'0,"0"0"-115"0,0 0-12 0,0 0-43 16,0 0 0-16,-22-224-9 16,9 127 7-16,1-14 8 15,-10-6-26-15,-2-7 8 16,2 19-18-16,16 25 14 15,-7 20-17-15,-2 20 3 16,-4 16-10-16,19 16-2 16,0 8-10-16,0 0-18 15,0 0-13-15,0 21-52 16,0 18-42-16,0 9-183 16</inkml:trace>
  <inkml:trace contextRef="#ctx0" brushRef="#br0" timeOffset="-18295.63">23854 14597 378 0,'0'0'580'0,"0"0"-536"0,0 0 37 15,0 0-36-15,0 0-38 16,0 0-5 0,142-39 17-16,-89 14 18 0,0 9-32 15,-1 4 10-15,17 4-3 16,-4 8 16-16,-10 0-24 15,-2 0 24-15,0 0-28 16,-25 0 0-16,-28 8 2 16,0 9-2-16,0 7 5 15,0 27 24-15,-28 6 1 16,-31-1-18-16,12-20 10 16,7-12-18-16,18-20-5 15,4-4 1-15,-16 0-22 0,6 0-68 16,-3 0-120-16,9 0-288 15</inkml:trace>
  <inkml:trace contextRef="#ctx0" brushRef="#br0" timeOffset="-17761.23">25184 14577 511 0,'0'0'429'0,"0"0"-313"0,0 0-55 0,0 0 10 0,0 0 4 16,0 0-28-16,214 20 7 15,-140-12-50-15,-15-3 3 16,-12-5 1-16,-13 0-16 15,-6 0-11-15,-10 0-21 16,-12-5-20-16,-6-18-90 0,0-6-223 16,0 6-325-1</inkml:trace>
  <inkml:trace contextRef="#ctx0" brushRef="#br0" timeOffset="-17544.55">25125 14240 879 0,'0'0'286'0,"0"0"-268"16,0 0 82-16,0 0-21 16,0 0-53-16,0 0-6 0,394 17-20 15,-342-17-9-15,-18 0-49 16,-12 0-57-16,-22 0-343 15</inkml:trace>
  <inkml:trace contextRef="#ctx0" brushRef="#br0" timeOffset="-16308.56">26508 14173 270 0,'0'0'619'0,"0"0"-558"0,0 0-8 0,0 0-1 0,0 0-47 15,0 0 4-15,0-36 4 16,0 28-6-16,0-1 12 15,21 1 5-15,4 5 19 16,3-5-5-16,12 3-13 16,-5 5-22-16,2 0 1 15,-3 0 0-15,-12 33-4 0,-22 27-10 16,0 24-1 0,-16 12-22-16,-43 4-55 0,-21-8 14 15,5-3-13 1,4-17 45-16,3-20 42 0,15-11 0 15,25-18 31-15,28-15 16 16,0 0 20-16,0-8-57 16,68 0 37-16,19 0 8 15,18 0 29-15,10 0-52 16,-16 0-16-16,-24 0-8 16,-16 0-6-16,-10 5-2 15,-18 6-21-15,-3-2-7 16,0 2-78-16,-22-11-237 15</inkml:trace>
  <inkml:trace contextRef="#ctx0" brushRef="#br0" timeOffset="-13315.82">23274 13764 1008 0,'0'0'90'0,"0"0"-87"0,0 0 38 0,0 0-36 0,0 0 4 16,0 0 46-16,12 216 0 16,1-131 2-16,-13-2-22 15,0 2-1-15,0 2-18 16,0 7 8-16,0 6-17 15,0 0-12-15,0-4 5 16,0-4 0-16,0-7-9 16,0-10 5-16,0-6 2 15,0-5-7-15,0-4 5 16,0-7-11-16,0-14 11 0,0 2-13 16,0-13 15-16,0-4-8 15,27-12-1-15,8-4 2 16,23 0 6-16,17 0-2 15,-1 4 10-15,4-4-10 16,-4 4 12-16,7-4-12 16,-1-4 6-16,7-4-1 15,-6 0 0-15,24 0 0 16,10 0 0-16,0 0 4 16,12 0-5-16,-3-8 6 0,25 0-10 15,-10 8 9 1,1 0-10-16,-4 0 6 0,-9 0 0 15,-9 0 0-15,-9 0 3 16,-10 0-9-16,-12 0 8 16,-7 0-8-16,20 0-9 15,-4-4 12-15,15-8-10 16,-2 7 12-16,-4 2-5 16,-12-1 4-16,3 0 2 15,-18-5 0-15,-4 1-4 16,-5-3 10-16,-11 3-9 15,-5-4 6-15,-6 4-5 16,2 0 4-16,-18 0 0 0,10-1 6 16,-7 1-5-16,12 0 5 15,-5-7-4-15,-14 7 4 16,4-5-7 0,-9-2 7-16,6 7-7 0,-16 0 3 15,1 0 1-15,-13 3 2 16,22 5-14-16,-22-4 16 15,12 4-13-15,-6 0 10 16,0-8-12-16,10 0 13 16,-4 5-6-16,7-10 13 15,-4-2-2-15,4-2 2 16,3 1-7-16,3-8 9 16,-4 0-15-16,-8-8 3 15,5-1 0-15,-2 2-8 0,-10-10 2 16,-6 2 2-16,0 3 3 15,0-5-1-15,0 1 5 16,-34-4-6-16,0 0 14 16,3-8-10-16,-3-1-3 15,6-7 1-15,-13-4-6 16,17-3-6-16,2-5-1 16,9-2 9-16,-14 2 1 15,-8 8-5-15,4 8 10 16,-3 9-7-16,6 6 11 15,4 5-18-15,-4 12 9 16,15 4-3-16,-8 16 0 16,8-4-2-16,13-5 2 0,-12-2 0 15,-4-6-4-15,4 6 13 16,-7 7-8-16,-9-8 4 16,-18 16 6-16,-16 0-6 15,3-5-2-15,-15 5-6 16,8-3-4-16,4-2 5 15,10 2 10-15,18-6 10 16,-7 9-15-16,1 0 18 16,-25 0-18-16,-16 0 8 15,-24 0-8-15,-32 20-3 16,-21 1 2-16,3 10 2 16,-6-3 13-16,9 0-14 0,-9 13 10 15,6-1-7-15,-10 0 10 16,-17 0-13-16,14 0-4 15,10-4 4-15,3-8 1 16,28-3-1-16,6-9 4 16,9-8-8-16,4-4 4 15,15-4-2-15,6 11-12 16,19-11-11-16,15 0-29 16,19 0-7-16,21 0-25 15,13-3-94-15,0 3-206 16</inkml:trace>
  <inkml:trace contextRef="#ctx0" brushRef="#br0" timeOffset="-2722.45">16796 1271 481 0,'0'0'304'0,"0"0"-271"0,0 0 46 0,0 0 5 16,0 0-60-16,0 0 21 0,0 0-21 15,0 0 14-15,0 0 10 16,0 0 19-16,0 0-2 16,0 0-32-16,0 0 9 15,0 0-13-15,0 0 2 16,0 0-19-16,0 0 4 15,0 0-5-15,0 0-8 16,0-5 0-16,-6-6 2 16,-16-1-4-16,-12-4 2 15,3-1-2-15,-15 6 2 16,-4 3-6-16,4 8 0 16,-7 0-3-16,-12 0-3 15,3 36-10-15,-3 24 17 16,-3 16-14-16,15 4 13 15,13-11-4-15,27-14 4 16,13-6-20-16,0-13-2 0,6-4 0 16,66-16 1-16,14-13 8 15,17-3-12-15,8 0 21 16,-8-8-37-16,-23-35-125 16,-27-1-243-16</inkml:trace>
  <inkml:trace contextRef="#ctx0" brushRef="#br0" timeOffset="-2041.37">15953 1949 129 0,'0'0'376'0,"0"0"-296"0,0 0 69 0,0 0 30 0,0 0-44 16,0 0-76-16,-87 0-11 15,87 0 6-15,0 0-13 16,0 0-1-16,0 0-23 16,28 0-2-16,59 0-1 15,40-8 56-15,34 8-29 16,25 0-2-16,-6 0-26 16,-12 0-13-16,-13 0-15 15,-22 0-31-15,-28 0-36 16,-36 0-34-16,-51 0-160 0,-18 8-601 15</inkml:trace>
  <inkml:trace contextRef="#ctx0" brushRef="#br0" timeOffset="-1392.89">16241 2249 244 0,'0'0'655'0,"0"0"-499"0,0 0-76 0,0 0-23 0,0 0-54 16,0 0 24-16,121 0 19 16,-62 0-9-16,9 0-9 15,-15 0-1-15,-13 29-18 16,-15 19-2-16,-15 7 4 15,-10 14-6-15,0 7-10 16,-28 0-8-16,-13-4 7 16,-5-3-6-16,18-10 11 15,9-6 1-15,7-13-7 16,12-12 1-16,0-8-5 0,12-4 1 16,47-12-8-16,16-4 18 15,5 0 4-15,-15 0 0 16,-9 0-4-16,-25 0-4 15,-9 0-18-15,-16-4-38 16,-6 1-82-16,0-5-249 16</inkml:trace>
  <inkml:trace contextRef="#ctx0" brushRef="#br0" timeOffset="-576.32">17503 2221 224 0,'0'0'527'0,"0"0"-453"0,0 0 36 0,0 0-4 15,0 0-58-15,0 0 21 16,62-12 6-16,-28 9-43 15,-3-2-6-15,-3 5-19 16,13-8-6-16,-7 4-1 16,6 0-4-16,-9-4-21 15,-3 4-18-15,0 0-65 16,-9 0 4-16,-13-4-44 16,-6 0-29-16,0 0-16 15,-6-7-171-15</inkml:trace>
  <inkml:trace contextRef="#ctx0" brushRef="#br0" timeOffset="-360.43">17423 1932 379 0,'0'0'831'16,"0"0"-811"-16,0 0 3 15,0 0 49-15,0 0-49 16,0 0-5-16,390-36-17 16,-324 33-2-16,-14 3-35 15,-18 0-30-15,-27 0-209 0,-7 0-545 16</inkml:trace>
  <inkml:trace contextRef="#ctx0" brushRef="#br0" timeOffset="4487.31">18613 1695 263 0,'0'0'301'0,"0"0"-259"0,0 0 35 0,0 0 2 16,0 0-25-16,0 0 8 15,0 0 7-15,0 0 1 16,0 0-11-16,0 0-19 16,0 0 14-16,0 0-27 15,0 0 12-15,0 0-17 16,0 0 1-16,0 0-14 0,0 0-2 16,0 0-5-1,0 0 1-15,16-15-6 0,15-13 5 16,9 4-8-16,7 4 2 15,-7 15 1-15,-12 5-16 16,12 0 12-16,-27 0-3 16,21 5 10-16,-22 23 1 15,-6 16 1-15,10-4 3 16,-16 9-2-16,0-10-2 16,-16 5 2-16,-15 0-4 15,-9-11 1-15,6-13 0 16,22-12-1-16,12 0-5 15,0-8-13-15,0 7-42 16,0-7 31-16,6 8 9 16,19-8 20-16,-4 8 1 0,-8 5 7 15,-1-1 9-15,-12 4-1 16,0 4 6-16,0 8 4 16,0 12 15-1,-65 12-29-15,-16 0 5 0,-24 8-11 16,9-7 24-16,3-1-21 15,12-21-8-15,10-10 0 16,37-14-32-16,28-7-36 16,6 0-108-16,0-23-236 15</inkml:trace>
  <inkml:trace contextRef="#ctx0" brushRef="#br0" timeOffset="5401.58">19354 2057 233 0,'0'0'448'0,"0"0"-229"0,0 0-4 0,0 0-74 0,0 0-80 0,0 0 6 15,28 0-25-15,-21 0-1 16,-7 0-25-16,0 0 5 16,0 0-21-16,0 0-31 15,0 0-52-15,0 0-147 16,0 0-776-16</inkml:trace>
  <inkml:trace contextRef="#ctx0" brushRef="#br0" timeOffset="6135.37">20012 2386 18 0,'0'0'1013'0,"0"0"-960"0,0 0 63 0,0 0-39 16,0 0-64-16,0 0 14 0,-103-224-8 16,103 158-14-16,28-9 6 15,31-10 9-15,3-2 11 16,3 2-20-16,-9-3-11 15,-15 7 0-15,-4 25-3 16,-22 12-44-16,-2 28 14 16,-13 16-12-16,6 0-59 15,0 0-209-15,16 24 33 16</inkml:trace>
  <inkml:trace contextRef="#ctx0" brushRef="#br0" timeOffset="6604.39">20185 2105 713 0,'0'0'341'0,"0"0"-287"0,0 0 116 0,0 0-100 0,0 0-38 16,376 0-32-16,-305 0-6 15,-18-4-28-15,-19-4-36 16,-6 8-87-16,-16 0-307 16</inkml:trace>
  <inkml:trace contextRef="#ctx0" brushRef="#br0" timeOffset="7418.46">21007 1608 194 0,'0'0'446'0,"0"0"-397"0,0 0 55 0,0 0-29 16,0 0-74-16,-28 200 50 15,-18-156 15-15,12 0 28 16,-13-8-70-16,22-11 3 15,-3 3-2-15,10-8-23 16,2-12 2-16,16 0-1 16,0-5-6-16,0-3-10 15,0 0 9-15,0 0-6 16,28 0 5-16,12 0 10 0,1 0 0 16,-7 0-3-16,6 0-4 15,-9-3 2-15,-9 3-11 16,3 0-4-16,-10 0-3 15,-9 0 3-15,-6 0-4 16,0 0 14-16,7-16 5 16,-1 4-14-16,-6-1 8 15,12-2-3-15,-12 15 7 16,0 0 4-16,0 0 40 16,0 0-8-16,0 0-7 15,0 0-7-15,0 20-20 16,0 8 8-16,0 8 18 15,-18 4 9-15,-10 8-16 0,-3 4 5 16,3 1-23 0,-6-9 14-16,27-13-8 15,-11-6-6-15,18-1-1 0,0-17-7 16,0 9-50 0,0-11-77-16,0-5-103 15,0 0-211-15</inkml:trace>
  <inkml:trace contextRef="#ctx0" brushRef="#br0" timeOffset="8035.04">21376 1351 469 0,'0'0'212'0,"0"0"-200"0,0 0 26 0,0 0 11 16,0 0 86-16,0 0 22 0,158 92-81 15,-111-40 8-15,-1 12-61 16,-5 5 3-16,-7 6-8 15,-22 6 5-15,-12 15-5 16,0-4 14-16,-31 17-28 16,-37-5-1-16,9 0 11 15,-9-12-9-15,15-15-5 16,25-29-4-16,3-28-29 16,-3-20-85-16,0 0-281 15</inkml:trace>
  <inkml:trace contextRef="#ctx0" brushRef="#br0" timeOffset="13961.21">22517 2001 993 0,'0'0'95'0,"0"0"-30"0,0 0 51 0,0 0-48 16,0 0-5-16,0 0-26 15,341-21-1-15,-266 13-30 16,-16 8 9-16,9 0-15 16,-16 0-9-16,7 0-15 15,-3 0-13-15,-3 0-10 16,-13 0-34-16,-21 0-81 0,-19 0-339 15</inkml:trace>
  <inkml:trace contextRef="#ctx0" brushRef="#br0" timeOffset="14478.47">23078 1592 628 0,'0'0'225'0,"0"0"-132"0,0 0 48 0,0 0-83 0,0 0-5 16,0 0-23-1,202 67-14-15,-156-46-11 0,-11-1-1 16,11 0-3-16,-21-1-1 16,3 2 10-16,0 3-8 15,-16 0-1-15,0 1 7 16,-12-2-15-16,0 1 15 16,0 4-14-16,0 0 7 15,-46 1-1-15,-7 11 0 16,1 4 1-16,-10-4-1 15,-10 0-11-15,-2 4-6 16,15-11-115-16,3-10-281 0</inkml:trace>
  <inkml:trace contextRef="#ctx0" brushRef="#br0" timeOffset="16876.48">25218 1291 765 0,'0'0'75'0,"0"0"-22"0,0 0 94 0,0 0-64 16,0 0-24-16,0 0-12 16,0 8 0-16,0-8-37 15,0 0 31-15,0 0-7 16,0 0 0-16,0 0-12 15,-40 0-13-15,-13 0-9 16,0 0-2-16,-15 0-4 16,-13 0 5-16,1 16-3 15,15 15 1-15,3-1 0 0,9 1-3 16,0 10 1-16,25-2 1 16,3 17-16-16,-3-7 17 15,28 3 6-15,0-12-10 16,0-8 4-16,41-12 3 15,24-20-14-15,37 0-4 16,-3 0-17-16,4-16-18 16,-26-28-81-16,-15-4-158 15,-37 4-300-15</inkml:trace>
  <inkml:trace contextRef="#ctx0" brushRef="#br0" timeOffset="17459.17">24461 1972 775 0,'0'0'173'0,"0"0"-14"0,0 0-8 0,0 0-64 0,462-7-23 16,-328-1-10-16,-13 0-43 16,-28 8-9-16,-19-8-2 15,-6 8-23-15,-37 0-54 16,-9 0-29-16,-22 0-141 15,0 0-257-15</inkml:trace>
  <inkml:trace contextRef="#ctx0" brushRef="#br0" timeOffset="18125.47">24762 2257 558 0,'0'0'156'0,"0"0"-110"0,0 0 17 0,0 0 2 16,0 0 14-16,0 0 17 15,242-12-18-15,-202 12-7 16,-12 8-14-16,-15 28-28 15,-13 17 5-15,0 7-14 16,-22 12-15-16,-37-4-5 16,0 0-3-16,-3-12-4 15,22-7 14-15,21-21-12 16,19-16 5-16,0-8-12 16,0 0 1-16,47-1-2 15,21-3 7-15,9 0-6 16,-8 0 9-16,11-3-20 15,1-14-29-15,-16 6-45 0,-3 3 47 16,-16 3 30-16,-21 5-60 16,-19 0-89-16,-6 0-134 15</inkml:trace>
  <inkml:trace contextRef="#ctx0" brushRef="#br0" timeOffset="18823.61">26027 2024 639 0,'0'0'149'0,"0"0"-104"0,0 0 77 0,0 0-81 0,0 0-11 0,0 0-13 15,0-15 12-15,0 15 31 16,0-4 35-16,19 0-41 16,21-4-31-16,7 3 2 15,8 2-20-15,4-2 8 16,-6 5-13-16,15 0-3 16,-21 0-14-16,-13 0-18 15,-9 0-8-15,-25 0-51 16,0 0-29-16,0 0-154 0,0 0-1 15</inkml:trace>
  <inkml:trace contextRef="#ctx0" brushRef="#br0" timeOffset="18991.63">26027 2024 266 0</inkml:trace>
  <inkml:trace contextRef="#ctx0" brushRef="#br0" timeOffset="19089.64">26027 2024 266 0,'-74'-224'580'0,"86"224"-527"0,38 0 27 0,9 0 180 16,15 0-235-16,-27 0-2 15,-7 0-21-15,-9 0-2 16,3 0-14-16,-6 0-28 15,-16 0-111-15,-12 0-241 16</inkml:trace>
  <inkml:trace contextRef="#ctx0" brushRef="#br0" timeOffset="19689.5">26929 1856 433 0,'0'0'395'0,"0"0"-252"0,0 0 4 0,0 0-20 16,174 16-62-16,-127-11-34 16,-1-5-22-16,-18 0-9 15,6 0-27-15,3 0-42 16,-9 0-137-16,-22 0-344 15</inkml:trace>
  <inkml:trace contextRef="#ctx0" brushRef="#br0" timeOffset="20288.82">27624 2037 303 0,'0'0'353'16,"0"0"-350"-16,0 0-3 15,0 0 18-15,0 0 12 16,0 0 53-16,22 0 66 15,-22 0 6-15,0 0-63 16,0 0-1-16,0-13-48 16,0-15-26-16,12-11-13 0,7-13 5 15,9-12-8 1,6-8-1-16,-10-9 0 0,17 1-4 16,-13 8 3-16,-10 7-5 15,-8 29 0-15,-10 16 8 16,0 8-4-16,0 12 3 15,0 0-1-15,0 0 7 16,0 0 0-16,0 0-7 16,0 0-18-16,0 24-5 15,0 12-18-15,6 13 13 16,-6-2-74-16,0 14 20 16,0-5-75-16,-34-12-87 15,0-12-268-15</inkml:trace>
  <inkml:trace contextRef="#ctx0" brushRef="#br0" timeOffset="20823.02">28086 1427 127 0,'0'0'427'0,"0"0"-374"0,0 0-31 0,0 0-1 0,0 0-17 16,0 0-4-16,254 12 0 0,-254 28 1 15,0 29-2-15,-68 11 1 16,-25 4-8-16,6-4-4 15,7-3 6-15,21-14 12 16,18-23 70-16,26 1 47 16,15-17 0-16,0-20-46 15,49-4-69-15,23 0 31 16,21-4 9-16,3-20-34 16,-15 4-14-16,-23 12-4 15,-17 3-69-15,-23 5-84 16,-18 0-39-16,0 8-19 15</inkml:trace>
  <inkml:trace contextRef="#ctx0" brushRef="#br0" timeOffset="24019.38">26709 3568 426 0,'0'0'371'0,"0"0"-251"0,0 0 27 16,0 0-79-16,0 0 1 16,0 0-21-16,0 0 6 15,0 0-23-15,-6 0-3 16,-9 0 5-16,-4 0 4 15,-9 17-23-15,-6-6-11 16,-3 6-4-16,-13 2 5 16,4 11-2-16,5-3-1 0,1 9 5 15,3 1-4-15,3-10-2 16,6 6 1-16,15-10 0 16,-2 5 7-16,15-3-7 15,0-9-2-15,28 0 3 16,34-1-4-16,9 2-11 15,10-17 7-15,18 0-18 16,-12 0-27-16,-7 0 1 16,-5-4-36-16,-22-12-43 15,-7-9-85-15,-18 6-87 16,-16 2-251-16</inkml:trace>
  <inkml:trace contextRef="#ctx0" brushRef="#br0" timeOffset="24603.23">27450 3778 725 0,'0'0'174'0,"0"0"-120"0,0 0 50 0,0 0-63 0,0 0 10 16,0 0 27-16,162-8-38 16,-122 3-31-16,6 2 8 15,-5-2-13-15,-7-3-8 16,-3 8 4-16,-9-4-23 15,-4-4-4-15,4 5-63 16,-10 3-45-16,-6-5-150 16,-6 1-70-16</inkml:trace>
  <inkml:trace contextRef="#ctx0" brushRef="#br0" timeOffset="24845.35">27450 3778 30 0</inkml:trace>
  <inkml:trace contextRef="#ctx0" brushRef="#br0" timeOffset="24951.97">27450 3778 30 0,'174'-210'850'0,"-140"210"-773"16,6 0 60-16,1 0 45 16,5 0-182-16,1 0-3 15,-7-3-8-15,-15-13-71 16,-3 4-59-16,-22 4-255 0</inkml:trace>
  <inkml:trace contextRef="#ctx0" brushRef="#br0" timeOffset="25502.28">28325 3596 860 0,'0'0'234'0,"0"0"-137"16,0 0 14-16,0 0-62 0,80 17-22 0,-39-17-15 15,-1 0-3-15,0 0-9 16,1 0-9-16,-7 0-5 16,0-8-41-16,-9-12-37 15,-10 8-194-15,-15 7-292 16</inkml:trace>
  <inkml:trace contextRef="#ctx0" brushRef="#br0" timeOffset="25935.03">29013 3272 778 0,'0'0'212'0,"0"0"-187"16,0 0 54-16,0 0-39 15,0 0-40-15,0 0 0 16,109 205 12-16,-109-153 27 16,0 0 10-16,0-4-13 15,0-4-30-15,0-4-1 16,0-4-10-16,-19 1 0 16,3-14-20-16,10-7-30 15,0-7-82-15,6-9-191 0,0 0-27 16</inkml:trace>
  <inkml:trace contextRef="#ctx0" brushRef="#br0" timeOffset="26733.67">29289 3284 675 0,'0'0'179'0,"0"0"-147"0,0 0 26 0,0 0 48 15,0 0-65-15,0 0 4 0,174-28-20 16,-134 28 7-16,-15 0-6 16,-10 0-23-16,-15 0-6 15,0 28 10-15,0 8-13 16,-6 13 8-16,-40-5-4 15,5 0-11-15,1-8 9 16,0 3 3-16,18-6 1 16,3-10-1-16,-2 6 7 15,21-14 3-15,0 2-1 16,0-13-5-16,0-4-3 16,0 0-2-16,21 0 1 0,32 0 2 15,-6 0 0 1,-1 0 4-16,1 0-10 0,-13 0-2 15,0 0-6-15,-16 0-46 16,10-8-75-16,-15-8-248 16</inkml:trace>
  <inkml:trace contextRef="#ctx0" brushRef="#br0" timeOffset="27383.53">29869 3568 1193 0,'0'0'121'0,"0"0"-39"0,0 0 2 0,0 0-84 0,0 0-50 16,0 0-25-16,28-39-84 15,-28 23-417-15</inkml:trace>
  <inkml:trace contextRef="#ctx0" brushRef="#br0" timeOffset="28216.59">30464 3136 778 0,'0'0'214'0,"0"0"-155"0,0 0 30 0,0 0-58 0,0 0 4 0,0 0-14 16,115 0 7-1,-96 8-28-15,-10 12 5 0,-3 4-5 16,-6 12 3-16,0 0-6 16,0 9 7-16,-15 2-9 15,-32-3 10-15,16-8-12 16,9-8 14-16,4-11-6 15,18-1-1-15,0-4 0 16,0-8 0-16,0 0 2 16,0-4-4-16,18 0 1 15,23 0-4-15,11 0-2 16,10 0 7-16,3-25-19 16,16 5-31-16,0 1-11 0,-1 11-30 15,1 3-22 1,-28 5 46-16,-13 0-71 0,-28 16-26 15,-12 12-174-15</inkml:trace>
  <inkml:trace contextRef="#ctx0" brushRef="#br0" timeOffset="29165.17">28151 4307 218 0,'0'0'423'0,"0"0"-400"0,0 0 89 0,0 0 25 0,0 0-95 15,0 0-7-15,0 3 5 16,0-3 11-16,0 0-2 0,0 0 22 16,0 0-26-16,0 0-23 15,0 0 7 1,0 0-18-16,0 0 12 0,0 0-22 15,0 0 11-15,0 0-1 16,0 0 19-16,0 5-1 16,-25-2-8-16,4 6-6 15,-10-5-15-15,-10 3 0 16,1 6-7-16,0 3-1 16,6 8 8-16,6 8-11 15,9 4 21-15,-3 12-10 16,22 4 6-16,0-3-6 15,0-5 0-15,0-8-3 16,0-4-2-16,22-13-24 16,25-10 0-16,5-9-17 15,16 0 11-15,13 0-2 16,-3-16 9-16,12-21-57 0,-19 6-134 16,-9-2-309-16</inkml:trace>
  <inkml:trace contextRef="#ctx0" brushRef="#br0" timeOffset="29698.52">28994 4495 579 0,'0'0'85'0,"0"0"70"0,0 0 21 0,0 0-102 0,0 0-59 16,0 0-7-16,314-24-8 16,-286 20-27-16,-22 0-33 0,0-3-46 15,0 2 8 1,-6 5-49-16,0 0 45 0,0 0-95 15</inkml:trace>
  <inkml:trace contextRef="#ctx0" brushRef="#br0" timeOffset="29902.07">28994 4495 810 0</inkml:trace>
  <inkml:trace contextRef="#ctx0" brushRef="#br0" timeOffset="29957.45">28994 4495 810 0,'19'-136'75'0,"43"136"32"0,12-4-18 15,-8-24-262-15,2-4-183 16</inkml:trace>
  <inkml:trace contextRef="#ctx0" brushRef="#br0" timeOffset="30697.04">29608 4367 584 0,'0'0'371'0,"0"0"-274"0,0 0 78 0,0 0-74 0,190 0-58 0,-166 0 2 15,4 0-34 1,0 0-7-16,-9 0-4 0,2 0-17 16,-2 0-10-16,0 0-47 15,9 0-56-15,-1-12-227 16,4 0-304-16</inkml:trace>
  <inkml:trace contextRef="#ctx0" brushRef="#br0" timeOffset="31279.63">30198 4179 805 0,'0'0'71'0,"0"0"-39"0,0 0 84 16,0 0-88-16,0 0-3 16,0 0-3-16,186-33 2 15,-165 33-24-15,-21 12 20 16,0 16 35-16,0 8-31 15,0 8-24-15,-34 8-22 16,-25 5-15-16,-3-5-20 16,16-12 46-16,5-4 11 0,17-8 13 15,2-8-5 1,16-7 16-16,6-10-12 16,0-3-9-16,0 0-3 15,0 0-10-15,6 0 9 16,34 0 1-16,13 0 3 0,3-3 0 15,-4-2 52-15,1 2-36 16,-6 3-12-16,-13 0-5 16,-6 0-4-16,-16 0-16 15,-6 0-77-15,0 0-53 16,-6 0-188-16,0 0-298 16</inkml:trace>
  <inkml:trace contextRef="#ctx0" brushRef="#br0" timeOffset="31917.37">30873 4030 603 0,'0'0'446'0,"0"0"-443"0,0 0 17 0,0 0 0 0,0 0-19 16,0 0-1-16,-74 149 0 15,55-121 5-15,4-5 0 16,-4-2 71-16,7-9-22 16,12-9-5-16,0 2-32 15,0-5-17-15,0 0-3 16,12 0 3-16,22 3 13 15,-3 5-11-15,-3 1 4 16,-15-5-5-16,15 3 11 0,-10-2-10 16,-8 3 7-1,2-5-9-15,-6 2 4 0,-6-5-4 16,0 0-12-16,13 0-25 16,-13 0-2-16,9 0 38 15,-9 0 1-15,0 0 4 16,0 0 23-16,0 12-2 15,0 8-14-15,0 7-6 16,0 9-4-16,0 9 3 16,0 3-8-16,0 5 0 15,0-2 2-15,0-2-21 16,0-10 20-16,0-6-29 16,0-17-104-16,-9-16-282 15</inkml:trace>
  <inkml:trace contextRef="#ctx0" brushRef="#br0" timeOffset="33860.97">23894 17044 947 0,'0'0'84'0,"0"0"-75"0,0 0 46 0,0 0 41 0,-53 232-52 16,53-203-20-16,0-14 5 15,47-2-28-15,5-5 2 16,-5-4 6-16,-7 0-18 16,16-4 10-16,-31 0-4 15,15 0-2-15,-12 0 0 16,-9-8 4-16,-4-16-3 15,-2-9 2-15,-1 2-31 16,16-10-64-16,-3 2-130 16,3-2-412-16</inkml:trace>
  <inkml:trace contextRef="#ctx0" brushRef="#br0" timeOffset="34560.36">24542 16727 558 0,'0'0'200'0,"0"0"-88"0,0 0 21 0,0 0-81 0,0 0-18 16,0 0-16-16,0 12 0 15,0-12 9-15,0 0 24 16,-40 0-2-16,-1 0-32 16,-11 0 0-16,-1 0-7 15,-15 8 21-15,15 5-26 16,0 7 12-16,-6 3-2 16,3 10 12-16,10 7-16 15,-1-4-2-15,29 4-2 16,2 7-4-16,10 2 5 0,6-1-5 15,0 4-3 1,0-8 5-16,0-3-6 0,28-9 1 16,19-5-18-16,11-10 2 15,11-6 9-15,-10 2-3 16,-7-1-20-16,-18-1 2 16,-6 2-35-16,-9-13-53 15,-4 0-154-15,4-16-190 16</inkml:trace>
  <inkml:trace contextRef="#ctx0" brushRef="#br0" timeOffset="35111.65">25097 17124 848 0,'0'0'219'0,"0"0"-170"0,0 0 67 0,0 0-85 0,0 0-7 15,0 0-20-15,353-15 5 16,-284-10-9-16,-10 1-12 15,-10 1-18-15,-24 2-76 16,-13 9-78-16,-12 4-151 16,0 8-122-16</inkml:trace>
  <inkml:trace contextRef="#ctx0" brushRef="#br0" timeOffset="35343.5">25317 16883 573 0,'0'0'182'15,"0"0"-59"-15,0 0 31 16,0 0-123-16,0 0-31 15,0 0-104-15,295-7-248 16</inkml:trace>
  <inkml:trace contextRef="#ctx0" brushRef="#br0" timeOffset="35760.12">26362 16944 808 0,'0'0'326'0,"0"0"-299"15,0 0 75-15,0 0-66 16,0 0-33-16,353 0-6 16,-278-4-39-16,-16-4-48 0,-13 3-123 15,-33 5-196 1</inkml:trace>
  <inkml:trace contextRef="#ctx0" brushRef="#br0" timeOffset="36075.54">27323 16443 221 0,'0'0'468'0,"0"0"-441"16,0 0 43-16,0 0 49 15,0 0-74-15,0 0-45 16,155 172-57-16,-155-107-193 15,-28-1-192-15</inkml:trace>
  <inkml:trace contextRef="#ctx0" brushRef="#br0" timeOffset="36259.05">27295 16927 352 0,'0'0'250'0,"0"0"-241"16,0 0 5-16,0 0-12 16,0 0-2-16,0 0 55 0,137-72-29 15,-97 61 134-15,-3 11-9 16,-9 0-85-16,-6 0-18 15,-4 0-21-15,-5 0-27 16,-7 24-24-16,3 4-63 16,-9 8-161-16,0 0 12 15,0 0-263-15</inkml:trace>
  <inkml:trace contextRef="#ctx0" brushRef="#br0" timeOffset="36875.18">27953 16323 364 0,'0'0'361'0,"0"0"-296"16,0 0 44-16,0 0 15 15,-109 208-71-15,97-172-28 16,6-8-4-16,-10 0 26 15,16-7-4-15,0-10 2 16,0-7 1-16,0 0-27 16,0-4-13-16,0 0 0 15,16 0-8-15,24 0 7 16,13 0-10-16,-1 0 1 16,-5 0 1-16,-7 0-19 0,-12 0-16 15,-3 0 7 1,3 0-32-16,-7 0 46 0,-2 0 8 15,-7 0-1-15,4 4 10 16,-16-4-22-16,0 0 8 16,0 0 14-16,0 0 3 15,0 0 2-15,0 13 23 16,0 6 8-16,0 13 26 16,0 9-54-16,-9 6 21 15,2 6-17-15,1-6 13 16,6 2 4-16,-6-5-13 15,6 0-12-15,0 1 0 16,-6-6-8-16,6-11-26 16,0-12-31-16,0-16-151 0,0 0-639 15</inkml:trace>
  <inkml:trace contextRef="#ctx0" brushRef="#br0" timeOffset="38873.8">23308 16426 329 0,'0'0'248'0,"0"0"-243"0,0 0 23 0,0 0 4 16,0 0 12-16,0 0 61 15,-75-20 50-15,60 20-9 16,2 0-50-16,-5 0-39 15,-4 0-10-15,4 0-35 16,2 0-3-16,16 0 29 16,0 0-24-16,0 0 25 15,0 17-17-15,0 30 5 16,0 14-12-16,0 23 0 16,0-4-11-16,9 0-4 15,4-3 0-15,-1-2 2 0,10 2-6 16,9-1-1-16,3 9 1 15,0-5-9-15,13-5 0 16,-7-9-12-16,-18-15 12 16,-4-15 3-16,1-12 3 15,-4-11-3-15,4-1-6 16,15-1 11-16,13 2 5 16,46-1 8-16,28-9-7 15,12 2 13-15,22-5-13 16,12 0-2-16,-9 0-4 15,10 0 2-15,-1 3 2 16,-12 10-7-16,-3-9 1 16,-3 0 0-16,-3-4 3 0,9 0-8 15,12 0 11-15,1 0-7 16,5-8 8-16,13-5 0 16,-18 10-19-16,6 3-9 15,-13 0-10-15,-22 0 28 16,-12 0 10-16,1 8-16 15,-23-5 4-15,3-3-33 16,-2 0 34-16,-10 0 11 16,9 0-3-16,10 0 7 15,3-16-5-15,18-12 5 16,-2-8-8-16,-1-12 0 16,-6-9 1-16,-6 2-31 0,-34 15-8 15,-10 12 35 1,-36 15 3-16,-26 13 4 0,-2 0 5 15,-13 0 61-15,0 0-1 16,6 9-29 0,-6-5-35-16,0-4-2 0,0 0-4 15,0 0-1-15,0 0 6 16,0 0 8-16,0 0 38 16,0-4 0-16,0-5 6 15,0 1-26-15,0-3-2 16,0-9-24-16,0-13 0 15,0-6-3-15,6-22-2 0,16-15 3 16,3-8-5 0,-4-8 2-16,-8 4 3 15,15 3-3-15,-22 17 0 0,-6 3 5 16,0 9 0-16,0-4-10 16,0-4 10-16,0-3-33 15,0-2-24-15,-34 9-2 16,-7 15 45-16,-24 17 1 15,-3 4 13-15,15 12 19 16,7 4-1-16,6 0 10 16,12 8-9-16,3 0 30 15,-9 0-47-15,6 0 14 16,3 0-13-16,-9 0 24 16,-6 0-17-16,-1 8-1 15,-11 5 4-15,-10 2-9 16,-4 1-4-16,-14-3 2 15,-13-1-4-15,-22-9-1 0,-12-3 0 16,-6 0 5-16,-13 5-3 16,-15 3 2-16,6 4 4 15,-4 12 22-15,-8 8-11 16,-16 0 9-16,-22 16-16 16,-24-8 9-16,-10-3-13 15,-15-10 0-15,-13 1-4 16,4-3-1-16,18 3 0 15,31 8 2-15,34 16 22 16,25 4-7-16,22 8 4 16,6-4-18-16,12-12-2 15,28-12-1-15,13-20-3 16,15-8-10-16,0-8 9 0,12 0 2 16,13 0 4-16,6 0-1 15,16 0 1-15,12 5 3 16,0-1-2-16,0-4-6 15,0 4-21-15,0-4-44 16,0 4-37-16,0 4 9 16,0-8-105-16,0 0-519 15</inkml:trace>
  <inkml:trace contextRef="#ctx0" brushRef="#br0" timeOffset="44019.66">1302 15745 315 0,'0'0'243'0,"0"0"-223"0,0 0 35 0,0 0 32 0,0 0-29 16,0 0-15-16,0 0 27 16,0 0-38-16,0 0 32 15,0 0-11-15,0 0-4 16,0 0-4-16,0 0 40 15,0 0-40-15,0 3-15 16,0-3-13-16,0 0-15 16,0 0 23-16,6 0-3 15,-6-3 25-15,0-38-34 0,0-10 38 16,0-26-25-16,0-15 1 16,0-9-24-16,-18-7 4 15,2 0-14-15,-2 8-3 16,12 20-1-16,-4 27-34 15,10 22 16-15,0 31-12 16,0 0 3-16,0 12-18 16,0 24 35-16,0 0 18 15,0-8-116-15,0-4-145 16,0 0-247-16</inkml:trace>
  <inkml:trace contextRef="#ctx0" brushRef="#br0" timeOffset="44401.77">1215 15604 780 0,'0'0'123'0,"0"0"-111"0,0 0 53 0,0 0 15 0,0 0-47 15,0 0-7-15,0-3-25 16,35-18 23-16,17 9 45 16,1 1-57-16,15 6 11 0,4 1-20 15,14 4-3 1,-5 0 1-16,-7 0-4 0,-5 0-3 16,-10 9-1-1,-7 10-9-15,-18 6 3 0,-21-6 13 16,-13 14 2-16,0 7 23 15,-41 7-20-15,-45 2 8 16,-20-5-13-16,-21 0-13 16,0 4 2-16,34 0 5 15,12-8-11-15,35-12-10 16,18-19-93-16,28-9-233 16,0-12-295-16</inkml:trace>
  <inkml:trace contextRef="#ctx0" brushRef="#br0" timeOffset="45018.54">2279 15416 799 0,'0'0'108'0,"0"0"-41"0,0 0 74 0,0 0-44 16,0 0-28-16,0 0-32 15,378 36-2-15,-310-28-21 16,1 0-10-16,-17-8-4 16,-5 0-11-16,-19 0-21 15,-3 0-42-15,-19 4-88 0,-6 0-347 16</inkml:trace>
  <inkml:trace contextRef="#ctx0" brushRef="#br0" timeOffset="45533.76">3882 15159 586 0,'0'0'424'0,"0"0"-356"16,0 0-5-16,0 0 5 16,0 0-47-16,0 0-19 15,-133-23 21-15,71 23-2 0,-3 19 6 16,-4 26-17 0,4 22 5-16,3 13-7 0,22 0-5 15,21 1-3-15,19-13 5 16,0-12 1-16,0-7-2 15,41-13 0-15,33-5 1 16,25-6-9-16,7-14 5 16,15-11-2-16,6 0-3 15,-13 0-10-15,-8-28-5 16,-10-24-35-16,-18-12-32 16,-16 4-181-16,-22 17-183 15</inkml:trace>
  <inkml:trace contextRef="#ctx0" brushRef="#br0" timeOffset="46102.48">4663 15645 1026 0,'0'0'52'0,"0"0"-23"0,0 0 74 0,0 0-49 15,0 0-40-15,0 0-1 16,317-5-8-16,-258 5-10 15,-13 0-22-15,7 0-78 16,-13-3-111-16,-12 3-217 16</inkml:trace>
  <inkml:trace contextRef="#ctx0" brushRef="#br0" timeOffset="46367.92">4791 15376 1189 0,'0'0'54'0,"0"0"-15"16,0 0 25-16,0 0-57 15,0 0-7-15,0 0-17 16,254 44-48-16,-220-68-130 16,-15 4-449-16</inkml:trace>
  <inkml:trace contextRef="#ctx0" brushRef="#br0" timeOffset="46934.12">5953 15676 452 0,'0'0'423'0,"0"0"-423"0,0 0 0 0,0 0 34 0,0 0-14 16,143-260-20-16,-90 191 0 15,-7 10 0-15,-12 7 10 16,-21-1 29-16,-13 1 1 15,0 4-15-15,0-9-19 16,-28-2 14-16,-13-5 0 16,1-1-20-16,9 21 0 15,9 12 11-15,4 21 48 0,-4 11 19 16,-3 0-28 0,-3 0-40-16,10 15-10 0,2 9-220 15,4-12-585-15</inkml:trace>
  <inkml:trace contextRef="#ctx0" brushRef="#br0" timeOffset="47716.44">5969 16306 629 0,'0'0'367'0,"0"0"-236"0,0 0-16 0,0 0-52 16,0 0-18-16,0 0-29 0,0-24-12 15,0 16-3-15,0 0 1 16,0-4-4-16,0-4-58 15,0-4-86-15,0 8-357 16</inkml:trace>
  <inkml:trace contextRef="#ctx0" brushRef="#br0" timeOffset="50180.25">1188 16636 24 0,'0'0'308'0,"0"0"-203"0,0 0-4 0,0 0-11 16,0 0-14-16,0 0 8 16,0 15 4-16,0-15-34 15,0 0 9-15,0 0-13 16,0 0-11-16,0 0 6 16,0 0 22-16,0 0-33 0,0 0-9 15,0 0-1-15,0 0-1 16,0 0-13-16,0-12-3 15,27-12 1-15,14-4-5 16,-7 0 11-16,12 8-14 16,13 12-2-16,-18 8-2 15,-1 0-4-15,-6 0-4 16,-9 16-9-16,-3 36 20 16,-16 24 0-16,-6 12-5 15,0 9 2-15,0 3 3 0,-6-8-21 16,-10-7 12-1,16-13 8-15,0-20 2 0,0-12 0 16,0-16 3-16,40-12-1 16,29-8 1-16,11 0-4 15,13-4 5-15,-12 4-7 16,12 0 3-16,-19-1-25 16,-9 6-48-16,-18 7-45 15,-32 4-120-15,-15 1-161 16</inkml:trace>
  <inkml:trace contextRef="#ctx0" brushRef="#br0" timeOffset="51263.61">2232 16952 251 0,'0'0'443'0,"0"0"-338"0,0 0-45 0,0 0 49 16,0 0-53-16,0 0-7 16,-15 0-18-16,15 0-15 15,0 0-4-15,0 0 27 16,0 0 26-16,0 0-39 16,40 0 14-16,1 0-13 15,11 0 1-15,23 0-22 16,-1 0 6-16,7 0-9 0,6 0 0 15,-7 0-1-15,-15 0 4 16,-12 0-12-16,-13 0-8 16,-33 0-2-16,2 0-45 15,-9 0-40-15,-9 0-161 16,-69 11-524-16</inkml:trace>
  <inkml:trace contextRef="#ctx0" brushRef="#br0" timeOffset="55142.97">3501 17341 404 0,'0'0'263'0,"0"0"-245"0,0 0-12 0,0 0 83 16,0 0-13-1,0 0-49-15,0 0 24 0,-7-21 10 16,1 18-2-16,6 3-18 16,-6-8 37-16,-3 4-36 15,-10-9-20-15,7-3-7 16,-16-12 3-16,0-3-6 16,3-10 0-16,3-3 2 15,-2-8-8-15,8-4-12 16,10 0 12-16,6-4-7 15,0 7 1-15,0 6-1 16,0 11-8-16,0 11-2 16,0 17-4-16,0 8-31 15,6 0-41-15,34 0-18 16,-5 13-170-16,-8-2-476 16</inkml:trace>
  <inkml:trace contextRef="#ctx0" brushRef="#br0" timeOffset="55710.22">3696 16948 765 0,'0'0'121'0,"0"0"-31"0,0 0 23 0,0 0-71 0,0 0 34 15,0 0-17-15,192 0-34 16,-130 0-20-16,-9 0 0 16,-13 0-10-16,1 0-3 15,-23 0-12-15,4 0-33 0,-10 0-20 16,1 0-41-1,-13 0-175-15,0 0-110 0</inkml:trace>
  <inkml:trace contextRef="#ctx0" brushRef="#br0" timeOffset="56307.93">4415 16663 378 0,'0'0'289'0,"0"0"-249"15,0 0 67-15,0 0-9 0,0 0 34 0,0 0-75 16,137 0-15-1,-112 4 5-15,3 20 4 0,-16 8-7 16,0 12-12-16,-2 13 9 16,-10 10-26-16,0-2-8 15,0 3-7-15,-22-12-15 16,3-12-3-16,-9-8 4 16,16-12 7-16,-4-4-2 15,16 1 5-15,0-6-21 16,0-2 24-16,0-5-15 15,0-4-2-15,41-4-18 16,5 0 36-16,4 0 10 16,-4 0 5-16,1 0 4 15,-1 4-15-15,-5 0 8 16,-1 4-12-16,-15 0 0 0,-3 0-25 16,-16-4-63-16,-6 0-183 15,0-4-288-15</inkml:trace>
  <inkml:trace contextRef="#ctx0" brushRef="#br0" timeOffset="57008.5">5026 16519 589 0,'0'0'107'0,"0"0"-95"0,0 0 165 0,0 0-39 0,0 0-82 16,0 0-41-16,0 241 0 16,-9-205-13-16,-4 0 2 15,1-13 0-15,0-2 3 16,2-6 18-16,10-2 25 15,0-5-17-15,0-4-30 16,0-4-3-16,0 0-3 16,0 0-7-16,10 0-5 15,27 0 10-15,3 0 3 16,-6 0 4-16,7 0-6 16,-7 0 9-16,0 0-4 15,-9 0 0-15,9 0-1 0,-6 0 0 16,-16 0-13-16,-12-4-15 15,0 0-1-15,0 4 18 16,0 0 11-16,0 0 17 16,0 0 7-16,0 0 25 15,0 0-19-15,0 0-26 16,0 16-4-16,0 8-14 16,0 12 11-16,0 9 6 15,0 10 14-15,0 1-15 16,0 5 16-16,0-1-11 15,0-12-4-15,0-4-3 16,0-16-5-16,0-17-11 16,0-11-73-16,0 0-91 15,0-6-217-15,0-35-164 16</inkml:trace>
  <inkml:trace contextRef="#ctx0" brushRef="#br0" timeOffset="57509.49">5466 16644 400 0,'0'0'43'0,"0"0"86"0,0 0-11 0,0 0 22 0,0 0 11 16,0 0-38 0,208 7-14-16,-177 25-32 0,10 8-38 15,-14 9-10-15,-14-2-7 16,15 17-2-16,-22 9-6 15,0 11 1-15,-6 8 0 16,0 5-10-16,0-6 3 16,0-14-16-16,-6-16-36 15,-13-30-82-15,-2-23-221 16,2-8-227-16</inkml:trace>
  <inkml:trace contextRef="#ctx0" brushRef="#br0" timeOffset="58773.8">2580 17798 485 0,'0'0'76'0,"0"0"-76"0,0 0 66 0,0 0 10 15,0 0 43-15,0 0-15 16,0 0-22-16,0 0-23 16,0 0-18-16,0 0 5 15,0 0-19-15,0 0 12 16,0 0-10-16,0 0 17 0,0 0-21 16,0 0 12-16,0 0-15 15,0 0-14-15,0 0-8 16,18 0-17-16,10 0 8 15,19 20 9-15,-22 4 0 16,9 8 3-16,-13 9-6 16,-21 11 4-16,0 7-2 15,0 2-7-15,0 15-22 16,-15-16 22-16,-4-8 8 16,7-11-7-16,12-25 14 0,0-9-12 15,0-7 5 1,0 0-10-16,46 0 8 0,20 0 2 15,8-4-1-15,-9-15 3 16,9-1-3-16,-5 4 4 16,-17 16-6-16,-11-5-29 15,-13 5-31-15,-16 0-81 16,-12 0-155-16,0 5-110 16</inkml:trace>
  <inkml:trace contextRef="#ctx0" brushRef="#br0" timeOffset="60607.3">3801 17738 295 0,'0'0'472'0,"0"0"-393"0,0 0 19 0,0 0 9 0,0 0-81 16,0 0-7-16,0 0 10 15,0 152 22-15,7-108 24 16,-1 9-46-16,3 2-6 16,4 2-21-16,-13-5 1 15,6-12-3-15,-6-4-3 0,6-8-19 16,-6-8-7-16,0-15-41 15,0 3-25-15,0-8-43 16,0 0-182-16,0-16-166 16</inkml:trace>
  <inkml:trace contextRef="#ctx0" brushRef="#br0" timeOffset="61005.31">3553 17987 152 0,'0'0'410'15,"0"0"-345"-15,0 0 45 16,0 0 41-16,0 0-37 16,0 0-40-16,47 0-46 0,27 0 54 15,13 0-3 1,0 0-11-16,15 0-33 0,-9 0-20 15,-6-8-6-15,0-4-9 16,-28-4-1-16,3-1-32 16,-37 6 1-16,-13-2-52 15,-12 13-162-15,-6 0-380 16</inkml:trace>
  <inkml:trace contextRef="#ctx0" brushRef="#br0" timeOffset="61804.46">4725 17706 593 0,'0'0'117'0,"0"0"-50"0,0 0 31 0,0 0 5 16,0 0-32-16,0 0-28 15,106 81-17-15,-94-50-14 16,-2 2-7-16,-10 6 15 16,0 2 7-16,0 3-24 15,0 0-3-15,0 0 0 16,-28 4-3-16,6-12 6 16,10-8 6-16,12-8-7 15,0-12-4-15,0-8-12 16,0 0-15-16,21 0 27 0,20 0 2 15,-4-8 11-15,3 0-1 16,-6 4-1-16,0 4-5 16,0 0-1-16,1 0-2 15,-4 0 14 1,-10 0-15-16,-2 0-11 0,-4 0-37 16,-8 0-87-16,-7-3-161 15,0-14-67-15</inkml:trace>
  <inkml:trace contextRef="#ctx0" brushRef="#br0" timeOffset="62452.73">5200 17677 86 0,'0'0'550'0,"0"0"-502"0,0 0 36 0,0 0 56 15,0 0-83-15,0 0 23 16,0 138-45-16,0-99-26 15,0-11 0-15,0-12 9 0,0 1 41 16,0-6-31-16,0-3 18 16,0-3-32-16,0-5-1 15,0 0-13-15,12 0 0 16,16 0-3-16,3 0 3 16,31 0 4-16,-15-8 0 15,-1 3-6-15,-6 5 7 16,-5 0-5-16,-4 0 2 15,-3 0-2-15,-16 0-5 16,3 0 0-16,-15 0-15 16,0 0-17-16,0 0 35 15,0 0 4-15,0 0 27 16,0 0-26-16,0 0 12 0,0 0-15 16,0 0 1-16,0 0-1 15,0 0-4-15,0 0-6 16,0 8-11-16,0 4 19 15,0 4 2-15,0 12 3 16,0 8 1-16,0 5 23 16,0-5-15-16,0 3-7 15,0-14-5-15,0-9 2 16,0-12-7-16,0-4-5 16,0 0 9-16,0 0-34 0,0 0 7 15,0 0-46 1,-6 8-120-16,-9 5-109 0,-4-5-198 15</inkml:trace>
  <inkml:trace contextRef="#ctx0" brushRef="#br0" timeOffset="63053.16">6381 18059 739 0,'0'0'150'0,"0"0"6"0,0 0-39 0,0 0-17 0,0 0-47 16,0 0-33-16,0 0-4 16,196-53-16-16,-162 45 8 15,-10 0-3-15,11 1-10 16,-23 3-21-16,3-5-14 16,-2 6-27-16,-7-5-74 15,-6 0-126-15,0 3-54 0</inkml:trace>
  <inkml:trace contextRef="#ctx0" brushRef="#br0" timeOffset="63269.16">6381 18059 1207 0,'-18'-208'65'0,"30"208"-64"0,28-5 24 15,13-3 5-15,15-7-17 16,-9-6 3-16,-12 6-16 16,8-2-11-16,-17 9-49 15,-4 0-47-15,-13 3-79 16,-14 5-387-16</inkml:trace>
  <inkml:trace contextRef="#ctx0" brushRef="#br0" timeOffset="63953.68">7665 17437 538 0,'0'0'650'0,"0"0"-648"0,0 0 17 0,0 0-4 0,0 0-15 16,0 0-5-16,62-15 5 15,-3 6 29-15,0 5-5 16,-13 0 5-16,-5 4-5 16,-7 0-20-16,-13 0-8 15,-21 53-6-15,0 22 2 0,0 10-2 16,-55 10-19-16,-38-2-57 16,6-12 45-1,12-17 40-15,16-25 1 0,31-18 23 16,28-13 16-16,0-8-5 15,0 0-29-15,0 0-5 16,16 0 8-16,49 0-6 16,22-13 17-16,0 2 3 15,-13 3 13-15,-15 4-31 16,3 4 5-16,-15 0-2 16,5 0-14-16,-5 0 8 0,-13 0-3 15,0 7-25 1,-22 1-12-16,1 0-64 0,2-3-98 15,-15-5-164-15</inkml:trace>
  <inkml:trace contextRef="#ctx0" brushRef="#br0" timeOffset="64502.38">8629 17345 1059 0,'0'0'79'0,"0"0"-79"0,0 0 0 0,0 0 13 16,0 0-6-16,-195 216-14 15,189-175 10-15,6 6-3 0,0 2 10 16,0 2 14-1,12 2 1-15,16-1-21 0,6-8 22 16,-9-8-24-16,3-16-2 16,-3-4-5-16,9-16 2 15,0 0-7-15,0 0 10 16,0-11 3-16,-3-17 7 16,-9 7 7-16,-16 6-16 15,-6 7 31-15,0 3-12 16,0 5-15-16,-22 0-5 15,-9 0-1-15,3 16-6 16,-6 17 7-16,16-2-2 16,-4-10-9-16,16-21-19 15,6 0-150-15,0-13-321 16</inkml:trace>
  <inkml:trace contextRef="#ctx0" brushRef="#br0" timeOffset="66483.09">1014 12568 566 0,'0'0'6'0,"0"0"9"0,0 0 3 0,0 0-5 0,0 0-11 15,0 0 42-15,0-3 49 0,0 3 66 16,0 0 25-16,0 0-69 16,0 0-45-16,0 0-30 15,0 0-8-15,0 0-26 16,0 0 0-16,0 0-6 15,0 28 0-15,0 36-8 16,-6 24 8-16,0 20-1 16,-16 8 4-16,22 1-7 15,0-1 8-15,-6-8-9 16,-1 5 11-16,-20-13-7 16,8-4 1-16,-9-24-12 15,16-11-11-15,-1-22 3 0,13-19 15 16,0-12-2-16,0-8 6 15,0 0-15 1,0 0 9-16,0 0 7 0,40 0 4 16,13-8-3-16,12-12 9 15,38-7-1 1,24-1 7-16,25 0 13 0,37 3-26 16,9 14 1-16,57 11 3 15,-1 0-14-15,12 0 9 16,-11 0-8-16,-54 0 0 15,-33 0-12-15,-1 8-8 16,-34-1-4-16,-18-3 15 16,-3 5-8-16,-32-9 4 0,-18 0-28 15,-37 0 27-15,-3 0-11 16,-16 0 18-16,-6 0 13 16,0 0 23-16,0 0 18 15,0-13-9-15,-28 1 12 16,16-4-29-1,-1 1-15-15,4-6-1 0,9 5-1 16,0 4-2-16,0 0 4 16,0 4 0-16,9-8 0 15,10 0 4-15,9-12-1 16,-9-8 2-16,2-17 5 16,-8-6-10-16,-7-18 1 15,-6 1-2-15,0-5 1 16,0 2-2-16,0-1 0 0,-6 11 2 15,-41-3 0-15,-15-4-16 16,-3 12 15-16,-16-5 2 16,7-3-2-16,-7 16-2 15,16 8-9-15,13 12 11 16,17 20 1-16,8 11 13 16,8 5 18-16,3 0 23 15,-8 9-52-15,-10 23 5 16,6-4-1-16,15-8-6 15,-21 1 4-15,15-6 12 16,-27-2 14-16,-35 10-20 16,-46 6-1-16,-40-1 1 15,-47 3 1-15,-19-3 0 0,4-15 6 16,21-1 4-16,16-12-8 16,18 0 1-16,25 0-13 15,32 0-2-15,36-4 2 16,53 4-11-16,22 0 7 15,6 48-43-15,0 16-48 16,0 8-82-16,28-28-554 16</inkml:trace>
  <inkml:trace contextRef="#ctx0" brushRef="#br0" timeOffset="88297.27">4542 8204 346 0,'0'0'185'0,"0"0"-144"0,0 0-7 0,0 0-7 0,0 0 36 16,0 0-51-16,0 0 8 16,0 0-13-16,-139-19 18 15,120 19 32-15,-9 0 9 16,1-4-22-16,8 4-32 16,-3 0 74-16,10 0-51 0,-1 0 13 15,1 0-23-15,-10 0 0 16,10-5-25-16,-4 2 0 15,4-2 22-15,6 5 0 16,6-3-1-16,0 3-17 16,0 0 17-16,0 0-17 15,-13 0-8-15,13 0 11 16,0 0-7-16,0 0 0 16,0 0 2-16,0 0-8 15,0 0 14-15,0 0-21 16,0 0 18-16,0 0-12 15,0 0 2-15,31 0 5 16,10 0 0-16,5 0 3 0,16 0-11 16,-9 0 16-1,0 0-11-15,2 0 6 0,-8 0-6 16,0 0 7-16,-1 0-9 16,1 0 10-16,-1 0 4 15,7 0-4-15,3 0-3 16,-10 0-2-16,-6 0 5 15,-9 0-12-15,-3 0 23 16,-9 0-24-16,-4 0 8 16,-2 0-1-16,-7 0 1 15,10 0 2-15,2 0 0 16,10 0 3-16,-3 0-10 0,3 0 10 16,-3 0-7-1,-4 0 15-15,-8 0-25 0,15 0 13 16,-22 3-1-16,6-3 0 15,-12 0-4-15,16 0-4 16,-16 0 9-16,0 5-14 16,0-5 6-16,0 0 7 15,0 3-53-15,0 6-17 16,0 10-36-16,0 6-98 16,0 7 28-16,0-8 7 15,0-8-138-15</inkml:trace>
  <inkml:trace contextRef="#ctx0" brushRef="#br0" timeOffset="88544.41">5200 8104 5 0,'0'0'1'0,"0"0"-1"0</inkml:trace>
  <inkml:trace contextRef="#ctx0" brushRef="#br0" timeOffset="88963.89">5200 8104 108 0,'-47'-96'46'0,"32"96"-2"16,9 0-31-16,-7 0 54 15,7 0 35-15,6 0-11 16,0 0-7-16,-9 0-10 15,9 0-27-15,0 0-1 16,0 0 42-16,0 0-30 0,0 0 13 16,0 0-33-16,0 0 11 15,0 0-15-15,0 0-29 16,0 0 7-16,15 0-12 16,19 8 1-16,4 13-1 15,-4-1 1-15,0-1 5 16,6 1-12-16,-6 8 13 15,-9 5-11-15,-3 3 8 16,-4 8 2-16,-18 4-3 16,0 0 3-16,0-11 11 15,-18-6-16-15,5-10 2 16,-8-10-1-16,8-2 15 16,-15-1-9-16,10 0-10 0,2-8 6 15,16 0-8-15,0 0 4 16,0 0-51-16,0 0-131 15,0 0-168-15,0 3-50 16</inkml:trace>
  <inkml:trace contextRef="#ctx0" brushRef="#br0" timeOffset="143317.8">9383 11546 168 0,'0'0'265'0,"0"0"-217"0,0 0-1 0,0 0 8 16,0 0-24-16,0 0 24 15,0 0 11-15,0 0 34 16,0 0-29-16,0 0 5 15,0 0-18-15,0 0-16 16,0 0-30-16,0 0 3 16,0 0 1-16,0 0-14 15,0 0 6-15,0 0-3 16,0 0-4-16,0 0 2 16,0 0 1-16,0 0-2 15,0 0-4-15,0 4 1 0,0 0-1 16,0 0-1-1,0-1-1-15,0 5-2 0,6 1 12 16,0 3-8-16,3 3 8 16,-9 2 4-16,13-4-10 15,-7 14 1-15,-6 1-1 16,0 0 1-16,0 5-3 16,0-2 8-16,0 2-10 15,0-10 8-15,0-2 3 16,0-13-3-16,0 7 10 15,0-7-3-15,0 9-10 16,0-9-2-16,0 8 5 16,0 0-8-16,0-1 12 0,0 2-13 15,0-6 12 1,0 10-13-16,0-4 8 0,0 6-2 16,0-3 0-16,0 4 0 15,0-4-3-15,0 1 8 16,0-2-9-16,0-7 11 15,0 1-7-15,0-2 3 16,0-2-3-16,0 7 0 16,6-4 0-16,-6 4 2 15,0 0-1-15,0 4 20 16,0 0-19-16,0-1 1 16,0-2 4-16,0-9-11 15,16 3 6-15,-16-6-2 16,0 3 0-16,0-4 1 15,0 0-5-15,6 8 8 0,-6 0-10 16,0 0 12-16,0 4-12 16,0-4 9-16,0-4-3 15,0-4 0-15,6-4-8 16,-6 0 5-16,0 0-21 16,0 0-5-16,0 0-36 15,0 0-16-15,0 0-142 16,0 0-158-16</inkml:trace>
  <inkml:trace contextRef="#ctx0" brushRef="#br0" timeOffset="144566.58">9215 12336 269 0,'0'0'327'0,"0"0"-264"0,0 0-19 0,0 0-33 16,0 0-11-16,0 0-17 0,0-25 14 15,0 25 3-15,0 0 20 16,0 0 43-16,0 0 49 16,0 0-46-16,0 0-26 15,0 0-16-15,0 0-10 16,0 0-4-16,0 0-4 16,0 0 11-16,0 0-15 15,16 0-2-15,-16 0 0 16,6 0-1-16,0 0-11 15,13 8 11-15,2 5-4 16,-2 2 0-16,-13-2 5 16,16 3 0-16,-16-4-1 15,7 0 1-15,-4 0-5 0,-3 0 12 16,-6-4-7 0,0 0 14-16,0-8-4 0,0 8-5 15,0-8-3-15,12 0-4 16,-5 0-12-16,-1 0 10 15,0 0-11-15,-6 0 13 16,9 0-1-16,-9 0 3 16,13 0 0-16,-13 0 2 15,0 0-4-15,0 0 6 16,6 0-4-16,0 0 0 16,16-8 1-16,-4-16 0 15,10-9-1-15,-9 2 0 0,9 3 0 16,-16 4-1-1,-6 12-23-15,1 4 24 0,-7 8 0 16,0 0-6-16,9 0 14 16,-9-8-15-16,0 3 7 15,6-2-13-15,0-6-5 16,1 5 5-16,-7 8 13 16,0 0-3-16,0 0 3 15,0 0 21-15,0 0 26 16,0 0-10-16,0 0-12 15,0 0-9-15,0 0-3 16,0 0-7-16,-19 0-4 16,-15 0-1-16,0-3 11 0,-7 3-6 15,1 0 3 1,15 0 19-16,-3 0-28 0,10 0 0 16,-4 0-5-16,16 0-93 15,-16 3-277-15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8T22:21:32.50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27150 14826 876 0,'0'0'272'0,"0"0"-211"0,0 0 9 0,0 0-13 0,0 0-54 15,0 0-3-15,0 0-16 16,0-3-13-16,0 3-50 16,0 0-209-16,0 0-570 15</inkml:trace>
  <inkml:trace contextRef="#ctx0" brushRef="#br0" timeOffset="4030.45">31689 14975 802 0,'0'0'317'0,"0"0"-317"15,0 0-61-15,0 0-340 16</inkml:trace>
  <inkml:trace contextRef="#ctx0" brushRef="#br0" timeOffset="22096.74">27258 16511 532 0,'0'0'0'0,"0"0"-142"16,0 0-18-16</inkml:trace>
  <inkml:trace contextRef="#ctx0" brushRef="#br0" timeOffset="136783.16">14905 10487 352 0,'0'0'163'0,"0"0"-163"0,0 0-12 0,0 0 5 16,0 0 7-16,0 0 0 15,0 0 42-15,0-28 4 16,0 28-1-16,0 0-7 16,0 0-4-16,0 0-24 15,0 0 23-15,0 0 38 16,0 0 12-16,0 0-6 15,0 0-27-15,0 0-20 16,0 0-20-16,0 0-6 16,0 0 1-16,0 0 12 15,0 0 1-15,0 0 23 16,25 0-6-16,3 0-17 16,6 0 4-16,0 0-6 15,12 0 3-15,1 0-18 16,12 0 20-16,9 0-19 0,3 0 14 15,16 0-9-15,0 0 9 16,0 0-14 0,15 0 6-16,-15 0 4 0,18 0-11 15,-8 0 2-15,-4 0-1 16,12 0-2-16,-3 0 5 16,16 0-5-16,-3 0 0 15,-10 0 2-15,4 0-1 16,-4 0 5-16,4 0 3 15,5 0-9-15,4 0 5 16,3 0-1-16,6 0-8 16,13 0 4-16,-4 0-2 15,4 0-3-15,-13 0 5 16,-6 0 0-16,-16 0 6 0,22 0-9 16,-6 0 8-1,0 0-10-15,6 0 4 0,-15 0 1 16,-3 0 0-16,11 0-2 15,-8 0 1-15,15 0 2 16,7 0-6-16,-20 3 11 16,7-3-11-16,-9 0 14 15,21 0-12-15,16 0 5 16,-16 0-2-16,7 0 5 16,-13 0 12-16,0 0-6 15,-6 5-9-15,6-5 27 16,0 0-24-16,0 4 6 15,13-4-9-15,15 8 5 0,3 0-7 16,-3-8-2-16,6 12 2 16,-15 0 8-16,-13 0 2 15,16 0-8-15,-37 0 12 16,9 0 14-16,-13 0-4 16,10 4-23-16,19-8 7 15,8-3-6-15,17-5-1 16,5 8 16-16,-9-5-16 15,10 1-2-15,-20 9 6 16,4-10-7-16,-9 5 13 0,-25 0-9 16,-3-4-1-1,-7 0-1-15,10 0 0 0,-3-4 0 16,6 0-2-16,-10 0 10 16,4 0-12-16,6 0 11 15,0 0-10-15,-16 0 6 16,16 0-3-16,6 0 0 15,0 0 0-15,-12 5-3 16,-3 11 7-16,-4-8-8 16,-9-1 11-16,7 1-9 15,-4 0 7-15,-9 0-10 16,6 1 6-16,-2-1-1 16,-4 0 0-16,6 3-3 15,0 1-3-15,3 1 6 16,-9-1 4-16,-6 0 0 15,12 0-8-15,-6-4 10 16,10 4-8-16,-4-4 2 0,-6-5-5 16,0 2 4-16,-6-2 2 15,-7 2-6-15,17 3 14 16,-4-8-12-16,0 8 7 16,6-8-7-16,-6 0 3 15,3 4 0-15,9-4 0 16,-12 0 2-16,0 0-4 15,-12 0 9-15,-7 0 3 16,7 0-9-16,-7 0 18 16,-2 5-17-16,2 2 5 15,-6-3 1-15,-2 4-5 16,2 0-3-16,-3 1 6 0,9-6-3 16,1 1 0-1,-4 0-1-15,3 4 12 0,7-4-8 16,-7-4-5-16,-8 0 5 15,8 0 1-15,0 0-5 16,-8-4 5-16,2-4-6 16,-9 0 4-16,-7 8 2 15,-11 0-9-15,-1 0 7 16,0 0-7-16,-6 0 2 16,13 0 0-16,-1 0-1 15,7 0 4-15,-3 0-8 0,-4 4 8 16,-5 0-12-1,-1 8 18-15,-3-4-9 0,-3-3 3 16,13 6 3-16,-1-7-3 16,-5 0-1-16,-7 0-4 15,-6-4 7-15,-16 8-11 16,10-8-5-16,-10 0 11 16,-6 8-26-16,-6-8-2 15,0 0-32-15,0 0-25 16,0 0-52-16,0-20-103 15,0 1-601-15</inkml:trace>
  <inkml:trace contextRef="#ctx0" brushRef="#br0" timeOffset="137732.16">30706 10744 448 0,'0'0'312'0,"0"0"-146"0,0 0 6 0,0 0-63 0,0 0-43 16,0 0-39-16,-6 0 15 16,6 0-20-16,0 0 3 15,12 0-1-15,10 8 1 16,-3 0 9-16,8-1-15 15,-8 6 6-15,9-1-24 16,-3 4 9-16,3 4-3 16,0-1-14-16,-10-2 4 15,4-5-8-15,-10 0-3 0,-12 0 6 16,13 9 6-16,-13 7 4 16,0 8-6-16,0 8 9 15,0 12-10-15,-25-4 0 16,-9-8-5-16,6-13-2 15,-6 2 0-15,9-13-3 16,-3-7-13-16,-6-2 17 16,3 1-38-16,-3 1 4 15,12-10-14-15,4 13-31 16,2-16-25-16,4 0-89 16,5 0-43-16</inkml:trace>
  <inkml:trace contextRef="#ctx0" brushRef="#br0" timeOffset="138750.76">31249 11442 41 0,'0'0'246'0,"0"0"-137"0,0 0 2 0,0 0-26 16,0 0-14-16,0 0-20 0,12 0 60 15,-12 0-33-15,0 0 11 16,0 0-15-16,0 0-13 16,0 0 19-16,6 0-36 15,-6 0-10-15,6 0-27 16,1 0-2-16,8-20 6 16,10-1-20-16,3 1 19 15,-10 4-10-15,17-7 4 16,-8 6 4-16,5-7 5 15,2 1-9-15,0-10-6 16,6-8 11-16,-6 5-18 16,6-8 1-16,1 16-4 0,-10 5 3 15,-3-2-4-15,-10-2-2 16,4 10-6-16,-16-7-7 16,-6 8-57-16,0 4-7 15,0 4-212-15,0 8-28 16</inkml:trace>
  <inkml:trace contextRef="#ctx0" brushRef="#br0" timeOffset="139181.17">31481 11044 596 0,'0'0'207'0,"0"0"-27"0,0 0-62 0,0 0-30 0,0 0-47 16,0 0 2-16,0 29-11 16,0-21 4-16,0 4-13 15,13 4 14-15,2 12 5 0,-9 8-6 16,7 3-2-16,-13 10-21 16,6-9-2-16,0 1-7 15,-6-2-8-15,16-6 4 16,-10-10-15-16,0-2-1 15,0-18 0-15,-6-3-29 16,0 0-47-16,0 0-98 16,0-11-466-16</inkml:trace>
  <inkml:trace contextRef="#ctx0" brushRef="#br0" timeOffset="142196.63">20592 2959 207 0,'0'0'67'0,"0"0"-65"0,0 0 20 0,0 0 21 0,0 0-10 16,0 0-5-16,0 64 15 15,0-59-3-15,0 3-10 16,0-1 6-16,0 6-11 16,0-2 24-16,0 1 16 15,0 4 7-15,0 1-29 0,0-6-35 16,0 2 7-16,0-10-13 16,0-3-2-16,0 0-3 15,0 0 1-15,0 0 4 16,0 0 10-16,0 0 24 15,0 0-25-15,0 0 8 16,0-11 1-16,0-5-15 16,0-9-5-16,0-6 0 15,0-13-46-15,0 7 5 16,0-7 7-16,0 12 20 16,0 8 7-16,0 0 7 15,0 4 48-15,0-4-25 16,0-4-23-16,0-8-31 0,0 3 11 15,0 2-15-15,0-2-9 16,0 17 9 0,0 0 35-16,0 1 21 0,0 2 25 15,0 5 10-15,0-4-48 16,0 4-8-16,0-4-41 16,0 0 18-16,6 8-9 15,3 0 32-15,-9-3-6 16,6-2 6-16,7-7-1 15,-13 0-36-15,6 0 16 16,0 4 17-16,3 4-2 16,-2 0-2-16,-7 0-27 0,0-1 7 15,0 9 8-15,0-3 0 16,0 3 20-16,0 0 1 16,0 0 4-16,0 0 21 15,0 3-8-15,0 18 16 16,0-1-11-16,0 8 12 15,0 0-4-15,0 4-18 16,0 8-13-16,0-7 7 16,-16 6-6-16,4-3 13 15,-1-3 18-15,7 3 17 16,-3-4-4-16,9 4-39 16,-6 0-1-16,6 4-5 15,-7-4-2-15,-5 0 0 16,0 8 4-16,-4-3-4 15,4-5 8-15,-10 0-5 0,10-5 7 16,5-6 0-16,-5-1-8 16,12-1-1-16,-9 7 0 15,2 1 2-15,1 1-6 16,0 0 10-16,0-4-7 16,0 4 4-16,-10-4-4 15,4 0 2-15,-1 1-6 16,-2-6 4-16,2-3-1 15,7 13 0-15,0-13 3 16,6 7 5-16,0-2-3 0,0-5-2 16,0 1 7-1,0-6-6-15,0 1-1 0,0 4 1 16,0-4-3-16,0 5 6 16,6-1-7-16,0 8 8 15,-6 0 3-15,0 8 14 16,13-4-5-16,-13 0-14 15,9 0-2-15,-9-12-1 16,0-4-24-16,0-8-17 16,0-8-120-16,0 0-95 15</inkml:trace>
  <inkml:trace contextRef="#ctx0" brushRef="#br0" timeOffset="143212.1">20412 2478 265 0,'0'0'60'0,"0"0"-46"0,0 0-6 0,0 0 160 0,0 0-121 0,0 0-5 16,0 11 31-16,0-11-14 15,0 0 13-15,0 0-44 16,0 0-8-16,0 0 0 16,0 0 0-16,0 0 12 15,0 0-7-15,12-7-20 16,35-22-3-16,2-10-1 0,16-9-1 15,-12 8 1-15,-6 3-7 16,8 13 4-16,-36 8-29 16,-7 12 23-16,-2 4-19 15,-10 0 25-15,0 0 0 16,0 0-7-16,0 0 6 16,0 25 3-16,0 6 16 15,6 18 25-15,6 7 14 16,10 0-34-16,-3 1-13 15,-7-10-3-15,10-11-5 16,-10-8 0-16,-12-12-2 16,6-16-19-16,-6 0-77 15,0 0-129-15,0 0-210 0</inkml:trace>
  <inkml:trace contextRef="#ctx0" brushRef="#br0" timeOffset="143877.75">19925 1479 722 0,'0'0'193'0,"0"0"-104"0,0 0-23 0,0 0-51 15,0 0 17-15,0 0 0 0,167 149 2 16,-148-101-1-16,9-8-10 16,-16-17-18-16,-5-2-3 15,-1-5-4-15,-6-8-15 16,0 8-12-16,15-8-52 16,-15 0-82-16,0 0-156 15,0 1-296-15</inkml:trace>
  <inkml:trace contextRef="#ctx0" brushRef="#br0" timeOffset="144209.31">19838 2096 290 0,'0'0'339'15,"0"0"-260"-15,0 0 34 16,0 0 0-16,0 0-76 16,0 0-7-16,87-75 26 15,-22 26-6-15,3 1-8 16,7-4-26-16,-23 8 14 15,1 0-25-15,6-1-5 0,-3 9-10 16,-3 5-17-16,-7-5-17 16,-6 12-36-16,1-1-69 15,-13 2-78-15,-10 7-190 16</inkml:trace>
  <inkml:trace contextRef="#ctx0" brushRef="#br0" timeOffset="148089.93">5346 6468 555 0,'0'0'253'0,"0"0"-187"0,0 0-42 0,0 0 107 16,0 0-66-16,0 0-44 15,0-16-18-15,6 16 9 16,-6 0 13-16,0 0 13 16,0 0 20-16,0 0-30 15,0-3 4-15,0-5-28 16,0 8 18-16,0 0-14 16,0 0 14-16,0 0 0 15,0 0-10-15,-6 0 2 0,-22 0-13 16,-3 0 6-1,-3 27-7-15,-7 9-2 0,7 9-3 16,0 7 4-16,9 0-6 16,10 4 7-16,15-4-6 15,0 1 6-15,0 3-8 16,0-1 7-16,0 6 1 16,0-5-3-16,15 1 2 15,10-6 2-15,-9 6 0 16,2 7-1-16,-5-8 1 15,-4-1-5-15,-3-6-3 16,0-17-1-16,-6-8-26 0,0-16-27 16,0-8-27-1,0 0-5-15,-6 0-3 0,-40-41-511 16,-10-14 226-16</inkml:trace>
  <inkml:trace contextRef="#ctx0" brushRef="#br0" timeOffset="148356.53">4865 6881 713 0,'0'0'316'0,"0"0"-303"0,0 0 38 0,0 0 24 0,0 0-21 15,0 0-25-15,121 0-3 16,-68 0-24-16,-1-8-4 16,1 0 2-16,-6 1-24 15,2 7-20-15,-2-8-94 16,-16 3-188-16,-3 2-300 16</inkml:trace>
  <inkml:trace contextRef="#ctx0" brushRef="#br0" timeOffset="148905.94">5826 7066 920 0,'0'0'159'0,"0"0"-92"0,0 0-5 0,0 0-6 0,0 0-25 15,-80-208-14-15,80 159 1 0,0 5-13 16,0 4-5-16,0 0 0 16,0 0-3-16,15 8-33 15,-3 7-29-15,1 18-78 16,9 7-155-16,-16 0-166 15</inkml:trace>
  <inkml:trace contextRef="#ctx0" brushRef="#br0" timeOffset="149206.32">6102 6861 303 0,'0'0'416'16,"0"0"-317"-16,0 0 1 15,0 0-8-15,0 0-47 16,0 0-12-16,199-72-23 15,-159 53-2-15,-6-2-12 16,-12 6 4-16,-10 2-4 16,-6 1-29-16,1-4-20 0,-7-4-79 15,0-8-70 1,0 15-73-16</inkml:trace>
  <inkml:trace contextRef="#ctx0" brushRef="#br0" timeOffset="149422.6">6121 6588 823 0,'0'0'127'0,"0"0"-119"15,0 0 98-15,0 0-30 16,0 0-26-16,0 0-30 16,226 190-3-16,-176-151-15 15,2 2-2-15,-17-13-3 16,-11-8-55-16,-17-9-9 0,14-11-44 15,-21 0-106 1,6 0-62-16</inkml:trace>
  <inkml:trace contextRef="#ctx0" brushRef="#br0" timeOffset="149738.5">6769 6549 150 0,'0'0'319'0,"0"0"-304"16,0 0 76-16,0 0 40 0,0 0 14 15,0 0 2-15,34 0-41 16,-22 16 7-16,4 15-50 15,2 13-23-15,-5 1-21 16,2 7-16-16,-15 0-3 16,0-4 6-16,0-4-13 15,0 0-2-15,0-3-7 16,0-10-45-16,0-6-54 0,0-17-120 16,0-8-402-1</inkml:trace>
  <inkml:trace contextRef="#ctx0" brushRef="#br0" timeOffset="150240.26">7463 6897 585 0,'0'0'113'0,"0"0"-21"0,0 0 9 15,0 0 1-15,0 0 17 0,0 0-26 16,143 5-45-16,-103-1-48 16,7-4 0-16,-22 0-5 15,2 0-40-15,-14 0-17 16,-7 0-50-16,-6 0-66 16,0-12-27-16,0-9 1 15</inkml:trace>
  <inkml:trace contextRef="#ctx0" brushRef="#br0" timeOffset="150437.64">7463 6897 895 0,'0'-140'197'0,"0"140"-176"15,69 0 76-15,11 0-2 16,7-15-59-16,-6-2-36 15,-16 1 0-15,-9 8-9 16,-25 4-48-16,-16 4-64 16,-15 0-189-16,0 0-344 15</inkml:trace>
  <inkml:trace contextRef="#ctx0" brushRef="#br0" timeOffset="150922.26">8105 7042 572 0,'0'0'141'0,"0"0"8"0,0 0 0 0,0 0-77 15,0 0 41-15,0 0-55 16,137-48-4-16,-51-8-20 16,14-9-8-16,-1-2-17 0,3 3-9 15,-24 15-12-15,-16 9-31 16,-22 12 6-1,-15 12-37-15,-10-5-54 0,-15 14-144 16,0-6-49-16</inkml:trace>
  <inkml:trace contextRef="#ctx0" brushRef="#br0" timeOffset="151186.15">8301 6549 797 0,'0'0'139'0,"0"0"-101"16,0 0 91-16,0 0-24 16,0 0-37-16,248 221-44 15,-196-166-3-15,13-2-14 16,-15-1-14-16,-3-12 2 15,-7-8-19-15,-15 0-25 16,3-12-58-16,-22-13-82 16,-6-7-253-16</inkml:trace>
  <inkml:trace contextRef="#ctx0" brushRef="#br0" timeOffset="151836.12">8989 6304 827 0,'0'0'118'0,"0"0"-59"0,0 0 2 0,0 0-46 16,0 0 23-1,0 0-31-15,121-20 6 0,-109 20-2 16,10 8 23 0,-22 20-17-16,0 4-13 0,0 4-4 15,0 8-23-15,0-4 12 16,0 4-25-16,0-11 27 16,0-14-13-16,0 1 4 15,6-12-7-15,19-3 5 16,15-5-15-16,-12 0 20 15,12 0-6-15,-15 0 0 16,-9 0 21-16,-4 0-5 16,1 0 3-16,2 0-17 15,-3 0 13-15,1 0-43 0,2 0-178 16,-15 0-300-16</inkml:trace>
  <inkml:trace contextRef="#ctx0" brushRef="#br0" timeOffset="152669.26">9256 6889 224 0,'0'0'589'0,"0"0"-530"0,0 0 134 0,0 0-25 0,0 0-94 16,0 0-9-16,421 17-34 15,-340-14-9-15,-7-3-22 16,-27 0-3-16,-22 0-45 15,2 0-34-15,-27 5-110 16,0-2-308-16</inkml:trace>
  <inkml:trace contextRef="#ctx0" brushRef="#br0" timeOffset="153386.01">10220 6537 604 0,'0'0'123'0,"0"0"-106"0,0 0 89 0,0 0 3 15,0 0-41-15,0 0-12 16,0 59-17-16,-9-34-21 16,-4-1-5-16,1 4-6 15,-1 8-11-15,-15 4 9 16,22 4-10-16,-15 0 4 16,8-3-21-16,13-10 17 0,0-6-4 15,0-9-4 1,0-8-10-16,13-5 23 0,14-3 0 15,14 0 3-15,-7 0 2 16,6 0 2-16,-15 0-1 16,3 0-6-16,-3 0-7 15,-10 0-7-15,-2-11 7 16,5-1-5-16,-9 8 2 16,4-8-46-16,-1 7 38 15,-6 5 8-15,4 0 10 16,-10 0 17-16,0 0 55 15,0 8-8-15,0 25-51 16,0 3 26-16,0 4-10 16,0 4-24-16,0-4-5 0,0 5 0 15,0-6 0-15,0 5 5 16,-10-11-5-16,10 3-1 16,0-16-2-16,0-12-46 15,0-8-16-15,0 0-284 16,0-20-130-16</inkml:trace>
  <inkml:trace contextRef="#ctx0" brushRef="#br0" timeOffset="153785.07">10632 7163 683 0,'0'0'138'0,"0"0"25"0,0 0-33 0,0 0-34 0,0 0-27 0,323-261-33 16,-258 204-26-16,-9 13-10 16,-10 13-4-16,-21 10-2 15,-10 9-37-15,-15 9-9 16,0 3-65-16,0 0-15 15,-21 0-138-15</inkml:trace>
  <inkml:trace contextRef="#ctx0" brushRef="#br0" timeOffset="154002.59">10787 6734 808 0,'0'0'233'15,"0"0"-180"-15,0 0 85 16,0 0-44-16,0 0-55 16,0 0-17-16,162 232-13 15,-116-196-7-15,-6-13-4 16,-21-2-35-16,9-9-4 16,-16-4-71-16,-12 12-153 15,0-12-338-15</inkml:trace>
  <inkml:trace contextRef="#ctx0" brushRef="#br0" timeOffset="154500.91">11516 6729 929 0,'0'0'113'0,"0"0"-74"0,0 0 9 0,0 0-45 0,0 0-1 16,0 0 0-16,25 229-4 16,-25-193 2-16,0-5-4 15,0 5 8-15,0 2-4 16,0-7 0-16,0 2-23 0,0-6-44 16,0-10-86-1,0-9-71-15,-6-8-200 0</inkml:trace>
  <inkml:trace contextRef="#ctx0" brushRef="#br0" timeOffset="154751.92">11348 6961 583 0,'0'0'162'0,"0"0"134"15,0 0-167-15,0 0-83 16,0 0-43-16,0 0-6 16,208 17-41-16,-161-17-29 15,-13 0-156-15,-9 0-221 16</inkml:trace>
  <inkml:trace contextRef="#ctx0" brushRef="#br0" timeOffset="155616.29">11928 6685 187 0,'0'0'270'0,"0"0"-127"0,0 0-55 16,0 0 45-16,0 0 3 15,0 0-15-15,16 0-57 16,-4 0-14-16,16 0-40 16,-3 0 5-16,-10 0-7 0,-2 8-6 15,-1 3 1-15,-12 10-3 16,16-1 13-16,-16 8-12 15,0 0 7-15,0 5-8 16,0-9-2-16,0-4-8 16,0-4 7-16,0-8-24 15,18-4-20-15,4-4 8 16,9 0-7-16,9 0 36 16,1 0 8-16,-7 11 2 15,-6 10 8-15,-10 7 24 16,1 8 2-16,-4 4 1 15,-15 4-4-15,0 0-9 16,0 0 19-16,-34 9-40 16,-12-14 75-16,-22-3-64 0,-4-11 6 15,10-9-13-15,10-5-5 16,11-6-10-16,29-5-21 16,-4 0-33-16,-2 0-123 15,-10-8-243-15</inkml:trace>
  <inkml:trace contextRef="#ctx0" brushRef="#br0" timeOffset="174167.81">19925 6657 86 0,'0'0'176'0,"0"0"-135"0,0 0 34 0,0 0-16 16,0 0-35-16,0 0 56 15,0 0-28-15,0 0 15 16,0-4-20-16,0 4 5 15,0 0-5-15,0 0-12 16,0 0-28-16,0 0 19 16,0 0 7-16,0 0 17 15,0 0-39-15,0 0 11 16,0 0 8-16,0 0-21 16,0 0 5-16,0 0-5 15,0 0 10-15,0 0 8 16,0 0 5-16,0 0-15 0,0 0 7 15,0 0-20-15,19 0 3 16,27-8 13-16,10 8-15 16,-10 0 0-16,7 0-2 15,-13 0 9-15,13 0-9 16,0 0 10-16,-7 0-6 16,10 0 8-16,-3 0-4 15,-7 0-11-15,-11 0 1 16,-17 0-1-16,-12 0-7 15,4 0-25-15,-10 0-54 16,0 0-67-16,0 0-305 16</inkml:trace>
  <inkml:trace contextRef="#ctx0" brushRef="#br0" timeOffset="175517.07">19175 6264 424 0,'0'0'139'0,"0"0"-86"0,0 0 23 0,0 0 1 15,0 0-60-15,0 0-12 16,40-8-3-16,-18-4 5 16,-4 7-7-16,4 5 1 15,-16 0 6-15,0 0-7 16,1 0 37-16,5 0 4 15,-3 5 10-15,4 11-31 16,-7-1-12-16,0 6-3 16,-6 3 8-16,0 0-3 0,0 4-7 15,0-8 3 1,0-4-6-16,0-16-7 0,0 8-13 16,0-3-40-16,28-5 5 15,37 3 13-15,-3-3 4 16,-3 8 1-16,-12 1 1 15,-20 10 13-15,-2-7 21 16,-25 9 2-16,0 2 21 16,0-2 15-16,0-1 11 15,-25 11-27-15,-21 6 26 16,-7 11 22-16,-15-4-14 16,0-8-29-16,9-8-12 15,12-12-13-15,13-12-7 16,16-4-15-16,18 0-135 15,0 0-152-15</inkml:trace>
  <inkml:trace contextRef="#ctx0" brushRef="#br0" timeOffset="202612.58">5786 8663 605 0,'0'0'251'0,"0"0"-201"0,0 0 12 0,0 0 13 0,0 0-60 16,0 0-8-16,0 0 14 0,0 0 11 15,0 0 41-15,0 0-2 16,0 0-5-16,0 0-31 16,0-5-11-16,0-15-23 15,28-8 4-15,-10-12-5 16,32 0 8-16,-3-1 5 15,-7 5-9-15,-9 8-2 16,15 0 3-16,-12-4-10 16,-6 12-8-16,-9-3 7 15,-4 10-32-15,-15 13-13 16,0 0-11-16,0 0-32 16,-9 0-90-16,-28 0-272 15</inkml:trace>
  <inkml:trace contextRef="#ctx0" brushRef="#br0" timeOffset="202926.13">5674 8165 269 0,'0'0'665'0,"0"0"-618"15,0 0-10-15,0 0 42 16,0 0-23-16,0 0-8 0,13 108-9 16,15-67-10-1,-4 6 7-15,10-2-12 0,-6-6 1 16,3 5-23 0,-3-8 3-16,-6 13-5 0,3-1-6 15,-3-7-14-15,2-5 5 16,-2-13-18-16,3-7-23 15,-10-3-41-15,10-10-38 16,-3-3-161-16,-4 0-125 16</inkml:trace>
  <inkml:trace contextRef="#ctx0" brushRef="#br0" timeOffset="203443.71">6341 8992 643 0,'0'0'159'0,"0"0"-37"0,0 0 5 0,0 0-74 0,0 0-15 15,0 0-14-15,0-38 43 16,0-1-49-16,0-9 28 16,0-4-24-16,0 3 4 15,0 5-19-15,0 12-6 16,6 8-1-16,-6 8 4 16,0 8-8-16,0 1 5 15,0 7-3-15,0 0-1 16,0 0 1-16,0 0 3 15,0 0-11-15,0 0 8 0,-12 15-6 16,-13 9-41-16,-9 4-67 16,12-4-76-16,3-4-173 15</inkml:trace>
  <inkml:trace contextRef="#ctx0" brushRef="#br0" timeOffset="204991.63">6964 8686 174 0,'0'0'177'0,"0"0"-45"0,0 0-25 0,0 0-83 0,0 0 1 16,0 0 11-16,-6 0 7 15,6 0 69-15,0 0 12 16,-9 0-48-16,9 0-12 16,-7 0-35-16,-5 0 6 15,6 0 5-15,0 0-6 16,6 0-8-16,0 0 1 16,0 0 18-16,0 0-14 15,0 0-1-15,0 0-28 16,0 0-2-16,0 0-3 15,0 0-8-15,18 0 5 16,23 0 6-16,5 0 1 0,1 0-1 16,-7 8-1-16,-6-3-18 15,-15-2 13-15,8-3-27 16,-14 0-5-16,-4 0-59 16,-9 0-59-16,0 0-143 15,0 0-87-15</inkml:trace>
  <inkml:trace contextRef="#ctx0" brushRef="#br0" timeOffset="205423.92">6763 8561 490 0,'0'0'100'0,"0"0"-71"0,0 0 64 0,0 0 48 0,0 0-47 0,0 0-2 0,12 0-40 16,-3 0-39-16,-3 0 16 15,1 0 16-15,5 0 7 16,10 0-31-16,3 5 13 16,9-1-18-16,6 0-3 15,7 0-8-15,-1 4-5 16,1-8-1-16,-7 0-17 15,-6 0 12-15,0 0-33 16,-22 0-52-16,1 0-126 0,-13 0-192 16</inkml:trace>
  <inkml:trace contextRef="#ctx0" brushRef="#br0" timeOffset="206672.9">9885 8815 385 0,'0'0'217'0,"0"0"-214"0,0 0 48 0,0 0-9 15,0 0-22-15,0 0 28 16,6 0 36-16,0 0 32 15,-6 0-27-15,7 0 9 16,14 0-15-16,4-5-47 0,9-26-3 16,19-10 3-1,-13-3-17-15,16 8-9 0,-3 0-6 16,-7 0 1-16,7 4-10 16,-7 0 2-16,1-1-7 15,-7 5-13-15,-12 9 13 16,0 7-26-16,-15 7-18 15,-13 5-20-15,0 0-39 16,0 0-192-16,0 0-192 16</inkml:trace>
  <inkml:trace contextRef="#ctx0" brushRef="#br0" timeOffset="206973.13">9919 8481 338 0,'0'0'375'0,"0"0"-248"16,0 0 7-16,0 0-15 15,0 0-1-15,0 0-64 16,133 161-11-16,-86-129-11 15,-1-4-3-15,-5 0-17 16,-16-7 6-16,-4-1-16 16,-8-9-2-16,15 6-19 15,-22-6-9-15,6-6-18 0,-6-5-51 16,-6 0-158-16,0 0-391 16</inkml:trace>
  <inkml:trace contextRef="#ctx0" brushRef="#br0" timeOffset="207589.03">10434 8867 655 0,'0'0'231'0,"0"0"-199"0,0 0 39 0,0 0-45 0,0 0 13 15,0 0-20-15,53 32 14 16,-41-16-4-16,-6 8 20 15,-6 4-19-15,0 12-28 16,0 4 4-16,0-3-1 16,-6 3-8-16,-6-8 7 15,12-5-5-15,0-15 5 16,0 4-3-16,0-15-1 16,0-5-7-16,0 0 6 15,40 0 1-15,6 0 5 16,-12 0-2-16,-3 0 17 0,-3 0-19 15,6 0 1-15,-9 0-2 16,16 0 0-16,-14 0 0 16,-8 0-33-16,3 0-55 15,-16 0-142-15,-6 0-360 16</inkml:trace>
  <inkml:trace contextRef="#ctx0" brushRef="#br0" timeOffset="208189.53">11054 8835 890 0,'0'0'78'0,"0"0"-57"0,0 0 47 0,0 0-10 16,0 0-8-16,0 0-6 0,186-12-26 16,-158 12-11-16,12-5 3 15,-27 5-5 1,14 0-8-16,-20 0 3 0,-1 0-13 15,-6 0-24-15,0 0-47 16,0 0-15-16,0 0-51 16,0 0-72-16,0-8-174 15</inkml:trace>
  <inkml:trace contextRef="#ctx0" brushRef="#br0" timeOffset="208405.04">11054 8835 1129 0,'46'-197'107'0,"-46"197"-99"0,35 0 49 16,5 4-30-16,13-4-2 16,9 0-25-16,-16 0 0 15,7 0-5-15,-7 0-21 16,-18 0-42-16,-15 0-155 15,-13 0-390-15</inkml:trace>
  <inkml:trace contextRef="#ctx0" brushRef="#br0" timeOffset="-173215.94">7671 8345 516 0,'0'0'50'0,"0"0"-10"0,0 0 35 16,0 0-40-16,0 0-17 16,0 0 7-16,0 0-8 15,0 0-3-15,-6 0 24 16,6 0 40-16,0 0-29 15,0 0-9-15,0 0 17 16,0 0-7-16,0 0-2 16,0-3-38-16,0-2 2 15,0-3 8-15,0 4-8 0,0-4-9 16,0 0-3 0,0-4 16-16,22 8-14 0,2 0-1 15,4 0-1-15,-3 4-1 16,-3 0-20-16,-4 0 11 15,-2 0 1-15,-16 0-17 16,0 0 26-16,0 0 0 16,0 21-3-16,0-5 7 15,0-1-5-15,0-7 2 16,0-3-2-16,0-2-7 16,0 2-15-16,0-2-3 15,12 1-17-15,22-4 29 16,-9 5 8-16,3 3 0 0,19-5 12 15,-13 13-5-15,0-4 0 16,-16 4-1-16,-11 4 13 16,-7 5 1-16,0 2 16 15,-19 6-4-15,-49 3 0 16,3-5-26-16,-3 2 23 16,2-9-18-16,-2-4-5 15,0-4-2-15,15 4-25 16,7 0-5-16,5 4-145 15,23-4-197-15</inkml:trace>
  <inkml:trace contextRef="#ctx0" brushRef="#br0" timeOffset="-170817.52">11938 9019 519 0,'0'0'83'0,"0"0"-3"0,0 0 13 0,0 0-53 16,0 0-15-16,0 0 13 0,0 4 14 16,0-4 11-16,0 0 7 15,0 0-30-15,0 0 13 16,0 0-25-16,0 0 23 16,0 0-25-16,0 0 0 15,0-8-2-15,0-32-17 16,0-12-7-16,6-25 4 15,28-6-7-15,-9 2 6 16,3-4 1-16,-10 10-4 16,10 6-4-16,-15 5-10 15,2 25-13-15,-15 14 17 16,0 22 7-16,0 3 3 0,0 0 3 16,-15 20-3-16,-38 24 0 15,0 8-2-15,-3-1-11 16,10 2-8-16,5-5-3 15,17 0-7-15,2-8-21 16,10-3-167-16,12-22-275 16</inkml:trace>
  <inkml:trace contextRef="#ctx0" brushRef="#br0" timeOffset="-152416.92">20607 2810 325 0,'0'0'223'0,"0"0"-184"0,0 0-13 0,0 0 0 0,0 0-18 15,0 0 20-15,-9 9 5 0,9-5 73 16,0 0-14-16,0 0-27 16,0 8-1-16,0 0-32 15,0 4-2-15,0-5-14 16,0 6 0-16,0-1-11 15,0 0 7-15,0 1 3 16,0 6-4-16,0-7-9 16,0 0 5-16,0 1-10 15,0-1 13-15,0-1-12 16,0 6 8-16,0-1-12 16,0 3 6-16,0 1-4 15,-13 1 2-15,7 3 2 16,-12 0-7-16,8-9 13 15,-2 14-6-15,6-17 3 0,-7 1 1 16,4 2-2-16,9 1 3 16,-12 0-5-16,12 4 0 15,0 4-1-15,0 0 6 16,-7 5-10-16,-5-5 10 16,12 4 2-16,-16-4-4 15,10-8-3-15,6 0 0 16,-6 4 2-16,6-4-2 15,0 4-4-15,0 1 2 16,0-2-3-16,-6-2 0 16,6 2 10-16,-6-2-9 0,-10 7 10 15,10 3-11-15,-6-3 5 16,-10-3-13-16,9 7 3 16,7-12-2-16,0 8 8 15,0-8 0-15,0 0 2 16,-4 0 4-1,10 4-2-15,-6-4 0 0,0 8 0 16,-6 0-1-16,-4 0 2 16,-3 5-6-16,-2 3 4 15,2 3-8-15,-9 2-28 16,3 3 28-16,25-8-3 16,-6 0 10-16,6-4-3 0,0-3 4 15,0 7-1-15,-15 0-2 16,15 0-4-16,-6 3-33 15,-1 6 38-15,1-9 1 16,-6 16 1-16,2-4 2 16,-2-4-1-16,6-3 1 15,6-5 0-15,0-9-2 16,0 1 2-16,0-8-2 16,0 1 2-16,0-6 1 15,0 10 14-15,0-1 12 16,0 0-20-16,0 4-6 15,0 4-1-15,0-8 2 16,0 9-6-16,0-10 10 16,0 10-7-16,0-2 2 15,6 10 13-15,-6-5-14 0,0-4 0 16,0-4 3-16,12 4-1 16,-12-5 1-16,0 2 1 15,0 8-10-15,0-6 10 16,0 10-4-16,0-5 1 15,0 3-1-15,0 2-1 16,0-5 0-16,0 3 2 16,0-2-1-16,0 3 4 15,0 4 1-15,0-4 8 16,0 4-12-16,0 0 33 16,0-3-20-16,0-5-8 15,0 0-3-15,10-5 0 0,-4 2-8 16,0-2 9-1,-6 10-11-15,0-1 12 0,0-3-4 16,0 2 0-16,0-3-3 16,0-3 9-16,0 7-8 15,0-8 0-15,0 4 1 16,0 0-5-16,-6-4 12 16,6 4-13-16,-6 0 9 15,6 4-5-15,-22-4 2 16,22 5-1-16,-6-5 0 15,0 4-4-15,-1 4 4 16,-2-8 0-16,3 5 1 0,0-2 4 16,-7-3 2-16,13 5-7 15,-6 2 4 1,6 6-4-16,0-10-1 0,0 2 0 16,0-1 1-16,0 0 3 15,0 4 1-15,0-4 2 16,0 4-3-16,0-3 7 15,0-2-8-15,0 2-2 16,0-1 21-16,0 12-7 16,0 0-10-16,-22-4 0 15,16 4-4-15,0 1 7 0,0-1-10 16,-10 0 3 0,16 4 0-16,-6-8 2 0,6 4-2 15,0-3-3-15,0-1 3 16,0 4-3-16,0 4 6 15,6 4-10-15,22 4 12 16,-22-3-7-16,1-6 4 16,-7-2 11-16,0-1-8 15,9-4 5-15,-3-1-10 16,0 6 1-16,-6-1 13 16,0-4-7-16,0 4 5 15,0 0-4-15,0 1 2 16,0 2-2-16,13 2 5 15,-7-1 6-15,-6 0-10 16,6 0 1-16,-6 4-2 16,16-11-13-16,-4 7 10 15,10 0-5-15,-4-7 6 0,-5 6-3 16,8 9 7 0,4 0-4-16,-3 0-2 0,-16-3 1 15,13 3-10-15,2 1 12 16,-8-6-14-16,-7 2 13 15,22 3-10-15,-6-4 8 16,-10 9-8-16,0-2 4 16,-12 10 0-16,0-5-5 15,0 3 5-15,0-2-5 16,0-1 3-16,0 1-1 0,0-1 5 16,-6 0-2-1,6 0 0-15,0 0 1 0,0-8-3 16,0-11 10-16,0 2-15 15,0-10 14-15,-6-1-11 16,0 0 9-16,-10 0-8 16,4 17 3-16,-16-9 0 15,16 12-1-15,-16 0 3 16,3 0-6-16,3-8 10 16,-3-8-10-16,25 0 8 15,-6-4-8-15,6 5 4 16,0-6-1-16,0 1-3 15,0 5-15-15,0-1 14 16,0-4 4-16,0 5-5 16,0-6 12-16,0 6-6 15,0 3 2-15,0-4-4 0,0 4-15 16,6-8 11-16,-6-4 6 16,0 4 0-16,0 0-4 15,13 5 9-15,-13-1-7 16,0 7 2-16,0-6 0 15,0-1-7-15,0 0 4 16,0-8 0-16,0 0 3 16,0 9 0-16,0-10 1 15,0 2-2-15,0-5 2 16,0 0-3-16,0 0 4 16,0 8 1-16,6 0-3 0,0 9 0 15,4-1-1 1,2 4 2-16,-6 8-2 0,13-8 1 15,-10 8-10-15,-3-4 10 16,7 0 1-16,-1 9 2 16,4-2-3-16,-4 2 0 15,0 11 0-15,4-4-5 16,-4 1 6-16,-6-2-7 16,22-2 12-16,-9 0-12 15,9 7 6-15,-3 7-6 16,3 1 4-16,18 9 2 15,-12 3-14-15,0 5-4 16,0 3-3-16,-15-8-95 16,-7-12 95-16,-12-16-55 15,0-11-150-15,0-25-234 0</inkml:trace>
  <inkml:trace contextRef="#ctx0" brushRef="#br0" timeOffset="-145485.79">19389 3994 218 0,'0'0'67'0,"0"0"37"16,0 0 22-16,0 0-72 0,0 0-48 16,0 0 8-16,0 0 3 15,0 20 3-15,0-20 8 16,0 4 16-16,0 3 48 16,0 2 1-16,0-1-38 15,6 0-40-15,3 0 7 16,-3 4 1-16,7 0-8 15,-1 0-5-15,-3 4-4 16,10 4-4-16,-13 0 2 0,0 9 1 16,-6-14-5-1,0 1 26-15,0-4-19 16,0 1 1-16,0-5-6 16,16 0-2-16,-10 4 0 0,-6 4 1 15,6 7 9-15,7 10-8 16,-7-1 6-16,-6 8 0 15,9-4-6-15,-9 0-1 16,6-4-1-16,1-8-4 16,5-8 4-16,0-3-3 15,4-2 6-15,-4 1-6 16,1-4 10-16,2 5-8 0,-9-1 1 16,7 4-1-16,-7-4-5 15,0 12 6-15,4 4 2 16,2-4-2-16,-6 8 0 15,-6-4 3-15,13-1-1 16,-4-2 0-16,-3-1-2 16,-6-4 0-16,6-8-2 15,-6 4 2-15,0-3 1 16,0 2 6-16,6 1-7 16,1 0 0-16,-7 4 6 15,0 5-8-15,0 3 8 16,0-1-6-16,0-2 0 15,0 3 4-15,0-4 0 16,0-12 3-16,0 8-1 16,0-8-5-16,6 5 3 0,-6-2-1 15,0 6-6-15,15-2 5 16,-15 1-3-16,0 5 1 16,0-6 0-16,0 6 14 15,7-5 1-15,-7-9-7 16,6 6-8-16,6-6 0 15,-6 2 5-15,4 3-6 16,-4-1 2-16,0-2 1 16,0 2-1-16,0 2 2 15,-6-1-4-15,16 0 5 16,-10 4-2-16,-6 0-1 16,6 4 20-16,1 0-16 15,5-4 4-15,-6 5-9 16,10-6 0-16,-4-2 5 0,-12-1-1 15,6 4-8-15,0-4 7 16,-6 12-3-16,0-5 2 16,0 2 10-16,10-6-12 15,-10 2 5-15,6-9-5 16,-6 8 1-16,0-1 1 16,12-6 2-16,-5 7 2 15,-7-8-6-15,12 12 16 16,-3-4-9-16,-3 1 4 15,1-2-10-15,-7 1 3 16,12 0-4-16,-6 4 0 16,-6-4 0-16,0 1 10 15,0-1-14-15,0-4 5 0,16 4-2 16,-16 3 1 0,6-2 0-16,0-1 0 0,0-4-2 15,1-8 1-15,2 4-3 16,-3-9-3-16,0 14 14 15,7-1-13-15,-1 0 12 16,4 1-9-16,-4 2 5 16,-12 1-4-16,22-4 2 15,-10 1 0-15,1-6-6 16,-7 1 10-16,9 9-9 16,-9-1 10-16,7 4-9 15,-1-4 6-15,-2 4-2 0,2 8 0 16,-6-13 0-16,0-6-2 15,7 7 5-15,-4-8-7 16,-3 0 9-16,-6 3-8 16,6-2 7-16,1 4-3 15,-1 2-1-15,0-2 5 16,-6 6-4-16,0-7 0 16,0 4-2-16,0-4 2 15,0 4-4-15,0 1 7 16,16 2-3-16,-16 2 1 15,6-1 2-15,-6 7-4 16,6-6 3-16,-6-5-3 16,6 7 0-16,-6-6-4 0,0-4 11 15,6-6-12-15,-6 9 10 16,0-8-8-16,10 9 3 16,-10-2 0-16,0 6 4 15,0-5-4-15,0 11 0 16,6-7 5-16,-6 9-5 15,6-10 0-15,-6 2 0 16,0-6 0-16,6 2 0 16,-6-1 4-16,6-4 0 15,-6 8-4-15,0-4 0 16,13 0-6-16,-4 5 13 16,-3-2-17-16,7-2 11 15,-7 2-1-15,0 10 0 16,-6-2 2-16,0 10-1 0,0-5 8 15,16 3 6-15,-4-14-14 16,-6 7 6-16,0-12-2 16,1 0-8-16,2-7 7 15,3 6-6-15,-5 1 2 16,5 0 0-16,4 8 0 16,-4-4 2-16,0 1-6 15,10-1 10-15,-10-1-9 16,10 2 10-16,-3-5-12 15,-7 4 5-15,10 0 0 16,-4 4 0-16,4 0 0 0,-3-3-4 16,2-2 8-16,-2 1-9 15,-7 1 10-15,10-6-10 16,-3 1 8-16,-4-8-6 16,4 4 3-16,-13 4 0 15,16-4 0-15,3 5-5 16,2 2 3-16,-5 2-4 15,3 3 0-15,3 0 10 16,-3 0-9-16,3-8 5 16,-10 0 0-16,4-8-1 15,-3 8 2-15,2-4-2 16,-2 4 2-16,-4 4-4 16,10 0 6-16,-3 4-8 15,3 0 9-15,-4 0-6 0,-2-3 2 16,3 3 0-16,-4-1 6 15,4-2-2-15,-10 3 2 16,16 4-1-16,-15-4-1 16,-1 0 1-16,4-3-7 15,-10-2 5-15,0-2 3 16,13-2 2-16,-10 1-5 16,3-3 9-16,1 2-6 15,-1-2 3-15,4-1-4 16,-4-5-7-16,0 9 6 15,10-7-5-15,-9 7 2 16,-1-9-1-16,3 10 0 16,-2-9 0-16,-13 12 7 0,22-8-5 15,-4 4 2-15,-5-4 2 16,2 0-8-16,4-3 4 16,2 10-2-16,-2-2 0 15,9-1 2-15,-3 3-7 16,3 1 13-16,-10 4-11 15,10-3 4-15,6-1-2 16,-15-4 2-16,3-4-1 16,-4 0 0-16,-2 4 0 15,-4 0-1-15,7 0 4 16,2 1 3-16,-8 2-5 16,21 5 14-16,-16 0-14 15,17 1 5-15,-14 2-4 16,-2-6-2-16,9-1 0 0,-3 4 0 15,2-8-3-15,-8 12 11 16,9 0-7-16,-9 0 2 16,2-4-2-16,-2 0 2 15,15-4-4-15,0 8 1 16,-6 0 0-16,-3 1 0 16,9-2 1-16,-15-6-2 15,8-1 6-15,-5-4-4 16,-3 0 2-16,-1-9 1 15,4 10-2-15,-10-6-2 16,10 6 0-16,-3 2 0 16,9 10 0-16,6 3 3 15,-9 0-9-15,3-3 19 0,6-2-17 16,-16-7 10 0,16 1-9-16,-15-10 3 0,3 1 0 15,-4 9 1-15,-2-6 3 16,9 9-8-16,2-7 9 15,-8-1-11-15,9 0 12 16,0 0-9-16,-10 1 8 16,10 2-5-16,3 1 2 15,3 12 0-15,7-8-2 16,-1 13-1-16,7-5 1 16,-7 0 0-16,0-8 8 15,-12-4-6-15,-3-4 12 0,3 0-13 16,6 4-1-16,-15-1 0 15,27 7 0-15,-12 1-3 16,-6 2 10-16,3-10-12 16,-3 1 11-16,6-8-7 15,-9 9 4-15,9-2 1 16,0 2-4-16,13 2 0 16,-13 1-4-16,12-3 10 15,-5-1-10-15,-1 4 11 16,6-3-7-16,-5 2 5 15,-7-15-3-15,-9 12 1 16,3-12-4-16,-16 0 1 16,28 4 0-16,-12-3-1 0,-3-2 6 15,9 9-14-15,0-4 18 16,13 9-13-16,-13-2 4 16,18 5 0-16,-5-12 0 15,-13 9 0-15,19-1 11 16,-7-9-8-16,1 6-6 15,-1-9 12-15,-5-4-13 16,14 4 10-16,-14 0-10 16,-4-3 6-16,13-2-4 15,-4 1 2-15,1 8 0 16,-1-16-2-16,7 12 5 16,15-4 2-16,-15-4-4 15,6 4-1-15,-7-4 1 16,-2 1 0-16,3 3 0 0,-13-5-1 15,7 1 0-15,-23 0 4 16,10-4-11-16,-18 9 14 16,9-9-12-16,3 0 12 15,-10 0-13-15,16 0 8 16,-6 0-2-16,3 0 0 16,-3 0 0-16,6 0-1 15,0 0 2-15,-3 0-4 16,4 0 9-16,5 0-9 15,-18-9 6-15,9 9-6 16,-4-4 3-16,-8 4 0 0,9-7 0 16,0-1 3-1,-3-1-8-15,3 1 10 0,-1-4-7 16,-2-4 9-16,22-4-14 16,-13 4 12-16,6 4-8 15,-12 0 3-15,-9 4-1 16,9-4-2-16,-4 4 6 15,-14-5-11-15,15 6 14 16,2-9-12-16,-8 8 7 16,15-5-2-16,-6 1 1 15,-3 1-3-15,-3-2 3 16,2-2 0-16,10-1-4 0,1-4 8 16,5-5-7-1,0 6 11-15,-6-9-12 0,-3-1 4 16,10 14 0-16,5-10-2 15,1 5 2-15,-7 0-3 16,-6-8 9-16,19 0-13 16,-7-4 14-16,4 0-10 15,3-1 5-15,-13 2-4 16,19-5 2-16,-19 11 0 16,7-7 2-16,-1 9-2 15,-12-2 5-15,-6-3 0 16,3 4-2-16,-3-4 4 15,0 3-10-15,-3 2 8 16,9-9-5-16,-6-8 1 16,12-1 1-16,0-6-4 0,-9 6 7 15,4 10-10-15,-8-2 11 16,-2 9-10-16,-3 0 9 16,-3 3-8-16,-4-6 3 15,10 3 0-15,-3-13-1 16,-4 9 7-16,10 0-10 15,-9-3 12-15,15-2-12 16,0 1 13-16,0 0-13 16,-3-4 10-16,16 0-8 15,-13 4 2-15,-6 0 0 16,6 3 0-16,-10 1 6 16,4-3-13-16,0-2 15 15,-3-3-12-15,3 0 11 16,-3 0-10-16,9-4 3 0,-6 4-2 15,-3 0 2 1,9-4 0-16,-6 7 3 0,-10-3 5 16,16 0-10-16,0-3 5 15,1-10 7-15,-4 9-8 16,-4-4 7-16,8-3-3 16,-11-6-3-16,17 4-2 15,-20 2 6-15,-2 3-8 16,9 3 8-16,-9-2-1 15,8-1 0-15,1 3-6 16,-9 1 2-16,9 0-2 0,-3 0 0 16,-4-4 0-1,4 0-5-15,-9-9 13 0,8 1-11 16,-2 8 10-16,-3-4-7 16,2 4 4-16,-8-5 4 15,9-2-8-15,2-1 0 16,-2 3 0-16,-3 5 4 15,2 4-12-15,-8 8 17 16,-1-8-14-16,-6 4 11 16,16-5 3-16,-9 2-9 15,-7-10 5-15,9-2-5 16,4-10-1-16,3-3-2 0,-10-1-12 16,13-2 15-1,9 3-7-15,-6 3 1 0,-16 13 9 16,1 5-3-16,-4 7 0 15,-9 3 4-15,6-8 2 16,0 13-5-16,0-8-2 16,7-16 8-16,2 8-14 15,4-7-3-15,-4 7 10 16,-8 3-12-16,11 5 11 16,-5 4 0-16,-4 0 2 15,-3-1 2-15,7 5-3 16,-7-8 13-16,9 5-10 15,-9-5-4-15,1 3 6 16,5-7-9-16,0-3 4 16,4 2 0-16,3-3-1 0,2 0 1 15,4 4-6-15,-3 4 12 16,-10 3-15-16,-6 6 18 16,16-6-13-16,-16 2 8 15,7-2-5-15,2-3 1 16,-2 0 0-16,5-4-3 15,4 3 4-15,-3-6-7 16,2 2 10-16,4 2-9 16,-9 6 1-16,-4 1 2 15,0 4 2-15,-12 0 0 16,16-5-2-16,-10 6 4 16,0-1-7-16,13-4 10 15,-4 3-14-15,-2 1 19 0,-7 0-15 16,6 0 6-16,-2-4-1 15,-10 0 0-15,12 0-1 16,0 4-2-16,4-5-6 16,-4 2 4-16,1-1-18 15,-1 8 20-15,4 0-14 16,-10 4 15-16,0-4 0 16,0-1 2-16,10-3 2 15,-10 0 0-15,19-4-2 16,-3 9 7-16,-10-5-12 15,10-1 12-15,-10 1-13 16,0-8 6-16,4 8 0 16,-4 0-9-16,-5 3 0 15,5 6 5-15,3 2 3 0,-8 1-5 16,-1-4 12-16,0 1-6 16,6-1 6-16,4-1-5 15,-4-2-1-15,1 2 0 16,15 1-2-16,-16 8 4 15,-6 1-4-15,4 11 5 16,-4-8-7-16,-6-5 13 16,12 1-18-16,-12 1 9 15,13-2 0-15,-4 5 0 16,-9 4 0-16,0 4-3 0,0 0-34 16,0-5-73-1,0 2-38-15,0-5 14 0,0 4-167 16,0 0-398-16</inkml:trace>
  <inkml:trace contextRef="#ctx0" brushRef="#br0" timeOffset="-143141.39">22806 10639 303 0,'0'0'331'0,"0"0"-287"15,0 0-3-15,0 0-14 0,0 0-27 0,0 0 7 16,0 0-7-16,0 0 54 15,0 0 57-15,0 0 0 16,0 0-53-16,0 0-34 16,0 0-18-16,0 0 20 15,0 0-26-15,0 0 24 16,0 0-24-16,0 0 16 16,0 0 4-16,0 0-3 15,0 0-15-15,0 0 0 16,0 0-4-16,0 8 3 15,0-4-9-15,0 0 9 16,0 5-1-16,0-9 3 16,0 11 11-16,0-6 6 15,0 7-13-15,0-4 16 16,0-5-17-16,0-3 12 0,0 0-16 16,0 0 17-16,0 0-10 15,0-15-6-15,12-37-1 16,41-13-4-16,9-7 3 15,-3 4-1-15,-13 16 0 16,-12 11-9-16,-6 13 5 16,-16 12-28-16,-12 9-7 15,0 2-82-15,0 5-99 16,0 0-82-16,0 0-279 16</inkml:trace>
  <inkml:trace contextRef="#ctx0" brushRef="#br0" timeOffset="-141004.18">22799 9632 247 0,'0'0'243'0,"0"0"-216"0,0 0 42 0,0 0 16 0,0 0-11 15,0 0 11-15,0 0 15 16,7 29-11-16,-7-29-36 0,0 0-19 15,0 0 9-15,12 0-18 16,-12 0-2-16,6 0-4 16,-6 0 3-16,6 0 6 15,4 0-17-15,-10-8 20 16,12-28-19-16,-6-13 12 16,7-15-17-16,-13-4 3 15,0-4-9-15,0 12-2 16,0 8 1-16,0 28 0 15,0 12 4-15,0 7-3 16,0 5 21-16,0 0-9 16,0 0-3-16,-13 8-10 15,-5 25-7-15,8-2-5 16,-14 18-1-16,17-9-4 0,-14 1-16 16,2-10-27-16,3-3-107 15,-2-7-223-15</inkml:trace>
  <inkml:trace contextRef="#ctx0" brushRef="#br0" timeOffset="-139326.98">28092 10523 523 0,'0'0'96'0,"0"0"-26"0,0 0 6 0,0 0-47 16,0 0-6-16,0 0 2 16,0 0 37-16,0 0 28 0,0 0-20 15,0 0-31 1,0 0-7-16,0 0 12 0,0 0 3 16,0 0 0-16,0 0-30 15,0 0 6-15,0 0-13 16,0 0 1-16,0 0-4 15,0 5 10-15,0-2-11 16,0 1-4-16,0 12 16 16,6 8-7-16,7 16 13 15,2 9-12-15,-2 6 19 16,-1 6-29-16,-12-13-4 16,9 0 2-16,-9 0-8 15,0-4-3-15,0-4-15 0,0-4 5 16,0-12-16-1,0-11-13-15,0-13-119 0,7 0-308 16</inkml:trace>
  <inkml:trace contextRef="#ctx0" brushRef="#br0" timeOffset="-137891.47">27965 9516 638 0,'0'0'96'0,"0"0"-11"0,0 0 72 0,0 0-59 0,0 0-71 16,0 0 8-16,0 0 10 15,0 0-7-15,0 0-18 16,0 0-14-16,28 13 22 16,18-5-12-16,-5-1-1 15,-1 1-9-15,-9 0-3 16,-3-3-3-16,-16 6 0 15,-5-2-2-15,2 2-4 0,-3 10 4 16,-6-1 4 0,0 0-9-16,0-1 12 0,0-6-14 15,0-1 3 1,0-9-7-16,0 5-11 0,0 5-2 16,0-5-18-16,12 4 8 15,16 4 9-15,-9-8-2 16,3 8 26-16,-10-4 6 15,-12 0-1-15,0 8 18 16,0 4 63-16,-74 4-20 16,15 5-40-16,-9-9 9 15,2-1-6-15,20 2-19 16,24-14-7-16,4-6-26 16,18-5-57-16,0 0-204 15</inkml:trace>
  <inkml:trace contextRef="#ctx0" brushRef="#br0" timeOffset="-133570.77">20164 13074 454 0,'0'0'151'0,"0"0"-150"0,0 0 4 0,0 0 11 16,0 0-8-16,0 0 13 15,0 0-6-15,46 0 15 16,-46 0 24-16,0 0 33 16,0 0 9-16,0 4-26 0,0-4 1 15,0 0-9-15,0 0 19 16,0 0-50-16,10 0-12 16,-10 0-8-16,0 0-10 15,0 0-1 1,0 16 4-16,18 8 4 0,1-1 7 15,-4 14 11-15,4-1-19 16,-13-4 8-16,16 9-15 16,-10-2 2-16,4 2-2 15,-4-1 2-15,0 4-5 16,1 0 8-16,2 0-7 16,4 0 7-16,-13-4-8 0,22 1 6 15,-16-5-1-15,4 0-2 16,-4 3 0-16,-5 5-2 15,5 5 4-15,-3-1 0 16,-2 0 3-16,-1 9-1 16,0 6 0-16,-6 1-5 15,6 0 5-15,-6 1-4 16,6-13 0-16,4 5 0 16,2-10-3-16,-6 1 8 15,7 1-5-15,2-2 4 16,-9-2 0-16,13-9-1 15,-4 0-5-15,-2 0 2 16,-7-4 0-16,-6 4-1 16,12 4 5-16,-5 1-8 15,-7 3 10-15,0 8 9 0,0-4-9 16,0-1 20-16,0 2-23 16,0-9-4-16,0 12 1 15,0-8-3-15,0 4 1 16,0 1 4-16,-7-1-7 15,-5 4 11-15,-7 8-2 16,-2-7-3-16,2-1 5 16,-3-9-6-16,16-6 1 15,-12-5 2-15,18-5 0 16,-16 10 5-16,10-1-7 16,0 4 3-16,0 0 5 15,-1 12-8-15,-2-3 1 16,-3 7 6-16,5-9 1 15,-5 6-5-15,12-9-4 0,-9 0 5 16,2-4-7-16,1-4 9 16,-6 4-14-16,-10 0 16 15,16 9-16-15,-6 3 7 16,5 4 0-16,-8 0 0 16,2 1 3-16,13-10-1 15,-6-2 1-15,0-6-5 16,6-6 11-16,0 6-18 15,0 5 12-15,-6 1-4 16,6 12 1-16,-6-6 0 16,6 9-3-16,-10 1 8 0,10 3-11 15,-6-4 13 1,6-8-14-16,-6 4 14 0,6-8-11 16,-6-4 4-16,6 5 0 15,0 3-2-15,0-1 4 16,0 6-6-16,0-1 11 15,0-4-13-15,0 1 14 16,-6-6-14-16,-10 1 7 16,16 1-2-16,0-1 1 15,-6-4 0-15,6 0 0 16,-6-3 2-16,6 3-6 16,0-8 10-16,0 3-12 0,0-6 11 15,0-2-10-15,0 2 6 16,0-2-1-16,0 5 0 15,0 5 1-15,-7 3-7 16,7-4 15-16,0 1-19 16,-6-5 10-16,6 0-2 15,0 0-2-15,0 0 4 16,0-4-3-16,0 0 1 16,0-13 1-16,0-2-1 15,0 7-4-15,0-12 12 16,0 1-12-16,0 10 9 15,0-2-6-15,0-1 2 16,-6 11 1-16,-3-2-1 16,9-1 2-16,-13 8-4 15,13-8 10-15,0 4-8 0,0 0 8 16,0 4-11-16,0-8 9 16,0 0-7-16,0-4 2 15,0-4 0-15,0-4-2 16,0-3 2-16,0-10-5 15,0-3-17-15,0 0-16 16,0-11-66-16,13-38-95 16,15-19-238-16</inkml:trace>
  <inkml:trace contextRef="#ctx0" brushRef="#br0" timeOffset="-127820.49">25553 12015 263 0,'0'0'211'0,"0"0"-130"0,0 0-1 0,0 0 3 15,0 0-28-15,0 0-31 16,0 0 22-16,0 0-21 16,0 0 13-16,0 0 34 15,0 0 14-15,0 0-43 16,0 0 6-16,0 0-13 16,0 0-30-16,0 0 5 15,0 0-5-15,0 0 17 16,0 0-15-16,0 0 17 15,0 4-23-15,0 20 7 16,0 4-7-16,0 1-2 16,0 2 0-16,0-3 2 15,0-4-5-15,0 1 10 0,0 3-8 16,6 0 3-16,-6-4-4 16,6-1-5-16,-6-2 7 15,0-1-1-15,0 0 1 16,0-4-2-16,0-4 4 15,0 0-3-15,0-3 9 16,0-6-16-16,0-3 10 16,0 0-3-16,0 0 1 15,0 0-6-15,0 0 3 16,0 4-3-16,0 0 3 16,0 4 3-16,0-8 1 15,0 0-1-15,0 0 0 16,0 0-10-16,0 0 2 15,0 0-32-15,0 0-23 0,0-4 35 16,0-8-37-16,0-12-24 16,0 7-97-16,0-6 44 15,0-1 112-15,0 7 30 16,0-2 49-16,0 7 38 16,-6-9-33-16,0 1-48 15,0-8-6-15,6-8-33 16,0-3-59-16,0-5 27 15,0 3 65-15,0 13-12 16,0 0 12-16,0 12 57 0,0-4-26 16,0 7-26-1,0-2-3-15,0-9-4 0,0-1-59 16,0 2-23-16,0 2 6 16,0 10 63-16,0 2 15 15,0 9 103-15,0 0 25 16,0 0-45-16,0 0-72 15,0 0-11-15,0 0-4 16,6 0-100-16,-6 0-270 16</inkml:trace>
  <inkml:trace contextRef="#ctx0" brushRef="#br0" timeOffset="-125105.39">25599 10399 262 0,'0'0'167'0,"0"0"-125"0,0 0 65 0,0 0-21 0,0 0-32 16,0 0 19-16,0 0 32 15,0 160 27-15,0-132-73 16,0 0-3-16,0-4-24 16,0 1 0-16,0-1-2 15,6 4-6-15,-6 0-20 16,0 3-3-16,0-6 12 16,0-6-11-16,0-6-4 15,0-13-12-15,0 0-46 16,0 0-187-16,0 0-408 15</inkml:trace>
  <inkml:trace contextRef="#ctx0" brushRef="#br0" timeOffset="-122375.56">20024 12091 340 0,'0'0'244'0,"0"0"-223"0,0 0 5 0,0 0-21 0,0 0 20 15,0 0 20-15,0-8 44 16,0 8 23-16,0 0 8 16,0 0-30-16,0-4-18 15,0 4-22-15,0 0-36 16,0-4 4-16,28-4-8 15,3 0 8-15,9 4-4 0,1-8-4 16,5 4 6-16,1 8-13 16,-7-4-3-16,0 4 0 15,-6 0 0-15,7 0-29 16,5 0-11-16,-5 0-37 16,-7 0-41-16,-6 0-75 15,-4 0-137-15</inkml:trace>
  <inkml:trace contextRef="#ctx0" brushRef="#br0" timeOffset="-121892.83">21168 11954 583 0,'0'0'88'0,"0"0"-85"0,0 0 27 0,0 0 8 15,0 0 23-15,0 0 25 16,72 0 20-16,-63 0-38 15,16 0-19-15,-4 0-27 16,4 0-22-16,9 0-2 0,0 0-8 16,-15 0-15-1,3 0-26-15,3 0-70 0,-4 0-62 16,-8 0 47-16,15 0-221 16</inkml:trace>
  <inkml:trace contextRef="#ctx0" brushRef="#br0" timeOffset="-121493.61">22371 12055 423 0,'0'0'106'0,"0"0"-23"0,0 0 21 0,0 0 1 16,0 0-31-16,0 0-50 15,199 20-24-15,-184-20-13 16,-2 0 0-16,5 0-5 0,-18 4 8 16,22 0-22-16,-10 8-26 15,10 1-45-15,-16-2-87 16</inkml:trace>
  <inkml:trace contextRef="#ctx0" brushRef="#br0" timeOffset="-121092.41">23646 12136 325 0,'0'0'213'15,"0"0"-158"-15,0 0 6 16,0 0 44-16,0 0-41 0,0 0-39 16,229 0-25-1,-210 0 0-15,3 0-8 0,-16 0-5 16,12 0 12-16,-2 0-9 16,-4 0 9-16,7 0-26 15,-4 3-49-15,4 2-12 16,3-2-73-16,-16 1-126 15</inkml:trace>
  <inkml:trace contextRef="#ctx0" brushRef="#br0" timeOffset="-120858.55">24477 12191 44 0,'0'0'518'0,"0"0"-482"16,0 0 54-16,0 0-18 15,0 0-7-15,0 0-37 16,173 17 16-16,-138-9 26 16,-4-8-36-16,3 0-34 15,0 0-63-15,0 0-74 16,-9-21-88-16,9 9-231 15</inkml:trace>
  <inkml:trace contextRef="#ctx0" brushRef="#br0" timeOffset="-119958.83">25472 11229 325 0,'0'0'245'0,"0"0"-222"0,0 0-7 0,0 0 7 15,0 0-3-15,0 0 26 16,-6 16 6-16,6-16 15 16,0 3 16-16,0 2 10 0,0 7-29 15,0 1-28-15,0 2-2 16,-6 6-32-16,-10 2 0 16,4-2-2-16,-1 10-11 15,-8-3-24-15,14-3-49 16,-5 2-13-16,-3-10-71 15,-4-6-304-15</inkml:trace>
  <inkml:trace contextRef="#ctx0" brushRef="#br0" timeOffset="-94366.54">24449 2498 1011 0</inkml:trace>
  <inkml:trace contextRef="#ctx0" brushRef="#br0" timeOffset="-89858.94">27143 1864 618 0</inkml:trace>
  <inkml:trace contextRef="#ctx0" brushRef="#br0" timeOffset="-79544.52">25472 9421 495 0,'0'0'282'0,"0"0"-249"0,0 0-2 0,0 0 46 0,0 0-77 16,0 0-3-16,0 0 3 15,0 0 39-15,0-8 63 16,0 8-10-16,0 0 30 15,0 0-72-15,0-9-25 16,12-3-21-16,10-8-2 16,3-8-4-16,3 0 8 0,-9 8-13 15,8 4 14-15,8 4-10 16,-11 8 7-16,-2 0 1 16,-3 4-2-16,-10 0-1 15,10 0-1-15,-7 0-1 16,3 12 0-16,-8 16-16 15,-7 4 12-15,0 4-14 16,0 9 5-16,-28-6-26 16,-19 13 17-16,7-12 22 15,-7-8 8-15,35-4 2 16,-10-8 4-16,16-7 12 16,6-10-22-16,0 2-1 15,0-5-3-15,0 0 0 0,0 0-4 16,0 0-7-16,0 0 10 15,0 0 1-15,0 0-5 16,13 4 13-16,14 0-13 16,-5 0 12-16,-9 0-14 15,11 0 9-15,10-4-4 16,-6 0-11-16,6 0 13 16,-9 0 4-16,-3 0 0 15,-16 0-8-15,0 0 1 16,-6 0 0-16,0 0-8 15,0 0 2-15,13 0 8 16,-4 0-9-16,-3 0 7 16,13 0-54-16,-13 0-138 0,-6-20-342 15</inkml:trace>
  <inkml:trace contextRef="#ctx0" brushRef="#br0" timeOffset="13260.53">19035 12108 512 0,'0'0'100'0,"0"0"-98"0,0 0 58 0,0 0 5 0,0 0 2 16,0 0-48-16,0 0 23 16,-19-8 11-16,19 8 3 15,0 0 0-15,0 0-6 16,0 0-6-16,0 0-14 15,0 0 26-15,0 0-16 16,0 0-2-16,0 0-21 16,0 0 6-16,0 0-20 15,0 0 5-15,0 0 4 16,0 0-9-16,0 0 9 16,0 0-10-16,0 0 24 0,0 0-10 15,0 0 19-15,0 0-24 16,0 0 2-1,0 0-9-15,0-5-4 0,0 5-5 16,0 0-8-16,13 0 1 16,27 0 12-16,13 0 2 15,6 0-2-15,-3-4 0 16,3 0-7-16,-7 4-14 16,-18 0-20-16,0 0-23 15,-27 0-11-15,5-4-123 16,-12 0-240-16</inkml:trace>
  <inkml:trace contextRef="#ctx0" brushRef="#br0" timeOffset="14158.55">19838 12183 11 0,'0'0'333'0,"0"0"-333"0,0 0-64 0,0 0 64 15,0 0 18-15,0 0-8 16,53 12 3-16,-53-4 77 16,0-3 44-16,0-5-93 0,0 8 1 15,0-8 33 1,0 3-6-16,0-3-41 0,0 0-7 15,0 0-12-15,0 0 35 16,0 0-24-16,0 0 19 16,0 0 29-16,0 0 18 15,0 0-41-15,0-3 3 16,0-13-47-16,0-9 1 16,0-6 0-16,0-5 1 15,0-5-6-15,0-7 7 16,0 0-9-16,0-8 1 15,0 8-10-15,0 7 8 16,6 9 2-16,0 0-23 16,0 21 7-16,-6 6 13 15,0 5 7-15,0 0 1 0,0 0 0 16,0 8 6-16,0 20-3 16,-24 0-7-16,2 0 3 15,10-7 0-15,-7-1-1 16,3-9-3-16,16 14-3 15,-12-1-79-15,-10-1-197 16</inkml:trace>
  <inkml:trace contextRef="#ctx0" brushRef="#br0" timeOffset="18404.78">31168 3272 591 0,'0'0'192'0,"0"0"-55"0,0 0-16 0,0 0-68 0,0 0-24 16,0 0-29-16,0 0 10 15,25 0-1-15,-25 0 3 16,0 0 48-16,0 0-5 16,0 0-1-16,0 0-23 15,0 0-7-15,0 0-22 0,0 0 16 16,0 0-14-16,0 0 1 15,0 0 12-15,0 0-9 16,0 0 5-16,0 0-11 16,0 0-2-16,0 0 6 15,-25 0 8-15,16 0-13 16,-10 0 2-16,1 0-3 16,-10 0-3-16,-6 0-5 15,9 0 0-15,-9 0 8 16,6 16 0-16,3-12-7 15,-3 12 12-15,0 0-11 16,9 9 6-16,-8 3-2 16,14 0-2-16,1 3-2 0,2 5 3 15,10 5-21-15,0-5 11 16,0 0-10-16,0 0 14 16,0 5 9-1,0-5 0-15,0 0 0 0,0 0-4 16,0 0-2-16,0 8 6 15,0 0-3-15,0-4-12 16,0 4 2-16,0-12-2 16,0 8 14-16,-18 1 2 15,-29 6 0-15,-21 9 11 16,-3-4-3-16,-4-3 11 16,23-9-17-16,11-20-3 0,7-8-14 15,28-12-11 1,-9 0-79-16,8 0-57 0,7-29-223 15</inkml:trace>
  <inkml:trace contextRef="#ctx0" brushRef="#br0" timeOffset="19221.04">30718 3825 556 0,'0'0'172'0,"0"0"-1"0,0 0-14 0,0 0-49 0,0 0-32 15,0 0-31 1,62-16-19-16,-21 8 12 0,11 5 1 15,1-6-2-15,22 1 5 16,-23 5-25-16,1-2 5 16,-6 2-21-16,-13-2-1 15,0 2-21-15,0-2-27 16,-9 1-59-16,-25-4-171 16</inkml:trace>
  <inkml:trace contextRef="#ctx0" brushRef="#br0" timeOffset="46349.9">20313 16487 110 0,'0'0'267'0,"0"0"-120"0,0 0-99 15,0 0 26-15,0 0-28 16,0 0-39-16,0 0 24 15,0 0 21-15,-16 0 31 16,16 0-21-16,0 3 3 16,0-3-41-16,0 0-7 15,0 0-8-15,0 8 7 0,0-8-1 16,0 0 1-16,0 0-6 16,0 0-5-16,0 0 50 15,0 0-12-15,0 0-22 16,0 5-18-16,0-5 14 15,0 0-9-15,0 0 1 16,0 0 2-16,0 0 7 16,0 0-7-16,0 0-7 15,0 0 24-15,0 0-27 16,0 3 16-16,0-3-12 16,0 0 2-16,0 0-1 15,0 0-6-15,0 0 0 16,0 0 4-16,0 0-5 15,0 0 4-15,0 0 13 16,0 0-16-16,0 0 1 0,0 0 0 16,0 0-2-16,0 0-9 15,0 0 1-15,22 0 8 16,18 0 2-16,7 0 8 16,5 0-7-16,10 5 6 15,3-1-5-15,4-4-3 16,-4 0 0-16,3 0 1 15,-22 0-3-15,-5 0 2 16,-16 0-4-16,-16 0-1 16,-9 0 1-16,12 0-26 15,-12 0-13-15,0 0-29 16,0 0-46-16,-34 0-345 16</inkml:trace>
  <inkml:trace contextRef="#ctx0" brushRef="#br0" timeOffset="48329.82">18589 16338 274 0,'0'0'234'0,"0"0"-217"0,0 0 42 0,0 0-4 16,0 0-11-16,0 0-20 15,0 0 27-15,0 0 33 16,0 0 4-16,0 0 31 16,0 0-55-16,0 0 14 15,0 0-35-15,0 0-11 0,6 0-7 16,12 0-18 0,10 0 4-16,13 0 11 0,5 0 1 15,1 0-14 1,5 0-2-16,-11 5-5 0,-1-2-4 15,-6 13-22-15,0-8 0 16,-15-8-14-16,9 0-45 16,-10 0-115-16,-18 0-153 15,0 0-102-15</inkml:trace>
  <inkml:trace contextRef="#ctx0" brushRef="#br0" timeOffset="49162.25">19249 16154 278 0,'0'0'108'0,"0"0"38"0,0 0-44 0,0 0-17 16,0 0 6-16,0 0 17 16,6 0 11-16,-6 0-49 15,0 0 2-15,22 0-36 16,-10 0-14-16,7 0-8 15,3 0-6-15,12 0 11 16,-9 0-17-16,9 0 4 16,-13 16-1-16,10 0-10 15,-9 8 3-15,-22 4 2 0,6 4 0 16,7 4 0 0,-13-4-2-16,0-8-3 0,0-16 3 15,0 1-20-15,0-9 11 16,0 0-35-16,6 0 14 15,9 0-38-15,-8 0 49 16,5 0 13-16,0 0 12 16,4 3-7-16,-10 21 6 15,-6-4 19-15,0 16 6 16,0-8-2-16,0 13 12 16,-34-2 4-16,-19-3-21 15,-6 2-21-15,-3-10 0 16,16-9-14-16,18-11-28 15,28-4-95-15,0-4-205 0</inkml:trace>
  <inkml:trace contextRef="#ctx0" brushRef="#br0" timeOffset="75807.8">5628 11060 320 0</inkml:trace>
  <inkml:trace contextRef="#ctx0" brushRef="#br0" timeOffset="100568.2">4744 12853 253 0,'0'0'310'0,"0"0"-277"0,0 0 34 0,0 0-17 0,0 0-29 16,0 0-12-16,0 0 29 15,47 48 75-15,-41-48 4 16,-6 0-26-16,0 0-13 0,0 0-31 16,0 0-28-16,6 0-17 15,9 0-2-15,4 0-4 16,3 0 0-16,3-4 8 15,2-24 2-15,-8-8-6 16,3-8 11-16,-4-16-4 16,4-12-7-16,-10 8-2 15,-5 0-20-15,-7 15-3 16,0 9-18-16,0 24 11 16,-13 13 21-16,-39 3 9 15,-17 7-4-15,10 45 6 16,-3 20-5-16,4 16-7 15,23 9 5-15,17-13-13 16,12-8-13-16,6-23-184 16,0-29-29-16,0-17-198 0</inkml:trace>
  <inkml:trace contextRef="#ctx0" brushRef="#br0" timeOffset="101135.4">5358 12801 333 0,'0'0'516'0,"0"0"-415"0,0 0 23 0,0 0 5 16,0 0-72-16,0 0-29 15,40 0 12-15,1 0-11 16,5 4-14-16,10-4-12 16,-3 0-5-16,6 0 2 15,-13 0-16-15,1 0-21 16,-13-12-15-16,-28 8-53 0,9-1-21 16,-15-1-106-16,0 1 16 15,0-11-56-15</inkml:trace>
  <inkml:trace contextRef="#ctx0" brushRef="#br0" timeOffset="101317.92">5358 12801 387 0</inkml:trace>
  <inkml:trace contextRef="#ctx0" brushRef="#br0" timeOffset="101437">5358 12801 387 0,'68'-144'273'0,"-68"144"-73"16,0 0-5-16,34 0 33 15,13 0-204-15,6 0-21 16,5-12-4-16,4-16 1 15,-3 4-20-15,-12-4-21 16,-1 0-103-16,-30 12-187 16</inkml:trace>
  <inkml:trace contextRef="#ctx0" brushRef="#br0" timeOffset="102106.9">6235 12966 10 0,'0'0'146'0,"0"0"-49"0,0 0 41 0,0 0 29 0,7 0-104 16,-1 0 4-16,16 0 23 16,-4-16 58-16,10 7-7 15,-3-7-67-15,15-8 17 16,13-16-44-16,15-7-17 15,7-19 2-15,11-9-29 16,-5 6-3-16,-4 2-2 16,-2 6-7-16,-1 13-27 15,-15 11-20-15,-18 6-37 0,-7 18-14 16,-28 10-38-16,-6 3-132 16,0 0-173-16</inkml:trace>
  <inkml:trace contextRef="#ctx0" brushRef="#br0" timeOffset="102684.29">6611 12476 562 0,'0'0'144'0,"0"0"-72"0,0 0 36 0,0 0-28 16,0 0 2-16,0 0-27 15,24-4 36-15,4 36-21 16,-3 4 4-16,3 12-27 0,6 9-29 16,0-9-9-16,3 12-7 15,4-8-4-15,-1 1-12 16,0-10 12-16,-12-3-22 15,0-12 11-15,-15-8-33 16,-7-12-40-16,0-3-232 16,-6-5-401-16</inkml:trace>
  <inkml:trace contextRef="#ctx0" brushRef="#br0" timeOffset="103501.28">7364 12119 304 0,'0'0'389'0,"0"0"-362"0,0 0 22 0,0 0 31 0,0 0-50 16,0 0 6-16,47 0 44 15,-26 0-13-15,4 12-16 16,3 16 55-16,0-4-60 0,-9 21-42 16,-7-6-4-16,-12 5 2 15,0 5-8-15,0-9 12 16,0-4-13-16,0-12 14 15,0-4-14-15,0-12 6 16,28-8 1-16,46 0-13 16,7 0-5-16,12 0 16 15,-6-16-11-15,-28 1-17 16,-7-2-53-16,-11 13-81 16,-20 4-117-16,-14 0-100 15</inkml:trace>
  <inkml:trace contextRef="#ctx0" brushRef="#br0" timeOffset="105882.89">9104 12319 110 0,'0'0'516'0,"0"0"-441"0,0 0 29 0,0 0 14 0,0 0-98 16,0 0 12-16,-97 145-4 15,73-85 1-15,-10-3-15 16,15-9 26-16,-9-4 11 0,16-8-1 16,2-8-22-1,10-8-6-15,0-12-19 0,0 0-3 16,0-8-12-16,16 0-13 15,30 0 25-15,1 0 0 16,-1 0-5-16,1 0 2 16,-7 0-21-16,1 5 7 15,-7-2-3-15,-16-3 9 16,10 0-32-16,6 0-29 16,-21 0-52-16,-7 0 34 15,0 0 27-15,-6 0 46 16,6 0 17-16,-6 0 9 15,0 0 77-15,0 3-1 0,0 14-20 16,0 3-35 0,0 12-30-16,0 9-3 15,0 6 3-15,-25 1 0 16,4 9-7-16,2-9 7 0,7-12 1 16,-4-12 0-1,16-12-1-15,0-12-65 0,0 0-238 16</inkml:trace>
  <inkml:trace contextRef="#ctx0" brushRef="#br0" timeOffset="106363.94">9556 13086 700 0,'0'0'294'0,"0"0"-252"0,0 0 84 0,0 0-32 0,248-249-73 0,-195 209-18 16,-13 8-3-16,-12 12-3 16,-3 4-15-16,-16 8-27 15,-9-1-3-15,0 1-60 16,0-3-46-16,0 11-59 16,0-4-157-16</inkml:trace>
  <inkml:trace contextRef="#ctx0" brushRef="#br0" timeOffset="106581.13">9584 12629 731 0,'0'0'184'0,"0"0"-26"16,0 0 2-16,0 0-101 15,0 0-3-15,267 229-41 0,-227-182-15 16,0-7-8-16,-21 1-15 16,-10-13-49-1,-9 4-80-15,0-4-205 0,0-5-88 16</inkml:trace>
  <inkml:trace contextRef="#ctx0" brushRef="#br0" timeOffset="108551.61">11361 12624 720 0,'0'0'292'0,"0"0"-210"0,0 0 56 0,0 0-109 0,0 0-24 16,0 0-5-16,40 0 1 16,-12 0-2-16,12 0 3 15,-5 0 10-15,-11 0-8 16,4 0 5-16,-3 5-2 16,-9 23 8-16,-4-4-15 15,0 12-8-15,-12-8-9 16,0 0-7-16,0-4 1 15,0-4-31-15,0-8 35 16,0 0 16-16,0-3-9 0,0-1 8 16,7 3-46-1,14 1-32-15,7 1-24 0,-9 7 45 16,-13 7 61-16,6 6 57 16,-12 7 26-16,0 12 18 15,-12-4-44-15,-53-4-21 16,-10-4-36-16,-5-8-7 15,-1-8-48-15,1 4-20 16,14-3-36-16,4-6-331 16</inkml:trace>
  <inkml:trace contextRef="#ctx0" brushRef="#br0" timeOffset="118075.88">4738 14001 556 0,'0'0'140'0,"0"0"-138"0,0 0 101 0,0 0-16 0,0 0-63 0,0 0 29 16,-13 47 26-16,13-35-28 16,0-4 0-16,0-3 18 15,0-5-24-15,0 11-38 16,0 1 19-16,0 1-5 16,0-2-6-16,13-2-12 15,-7-1 5-15,16 0 10 16,-10-5-11-16,-12-3 4 15,0 0-6-15,0 0 4 16,0 0-7-16,6 0 9 0,7-36-11 16,2-16 12-16,-2-15-12 15,5-2-1-15,4 0-4 16,-16 18-12-16,0 27 12 16,-6-1 2-16,0 17 3 15,0-3 0-15,-24-1-25 16,-26 12 1-16,13 0 17 15,-19 0 6-15,9 51-13 16,13 18-2-16,-6 11-41 16,9-8-115-16,9-16-310 15</inkml:trace>
  <inkml:trace contextRef="#ctx0" brushRef="#br0" timeOffset="118637.2">5445 14024 482 0,'0'0'421'0,"0"0"-363"0,0 0 24 0,0 0-29 16,0 0-5-16,0 0 31 16,161 0-53-16,-133 0-21 15,-3 0-7-15,-4 0 6 16,-2 0-8-16,-3 0-8 16,-16 0-16-16,6 0-36 15,0 0-60-15,-6 0-169 0,0 0-144 16</inkml:trace>
  <inkml:trace contextRef="#ctx0" brushRef="#br0" timeOffset="118885.81">5445 14024 294 0,'0'-164'392'0,"0"164"-356"16,15 0 156-16,10 0-36 15,9 0-58-15,0 0-20 16,0 0-64-16,-9 0-14 16,3 0-14-16,-9 0-10 0,2 0-58 15,-8-8-84-15,-7-4-180 16</inkml:trace>
  <inkml:trace contextRef="#ctx0" brushRef="#br0" timeOffset="119485.81">6167 14057 575 0,'0'0'124'0,"0"0"54"0,0 0-20 0,0 0-108 0,0 0-15 15,0 0 21-15,149-56-8 0,-102 19-43 16,5-3-4-1,1 7 8-15,-13-3-18 0,1 8 6 16,-1 5-29-16,-18-1-29 16,2 11-8-16,-2 1-42 15,-16 4-94-15,-6 0 81 16,0 8-3-16,0 0-160 16</inkml:trace>
  <inkml:trace contextRef="#ctx0" brushRef="#br0" timeOffset="119752.54">6276 13739 80 0,'0'0'619'0,"0"0"-450"0,0 0 4 15,0 0-74-15,0 0-7 16,226 241-73-16,-179-197-16 16,-1-3 4-16,-12-5-11 15,-21-13 10-15,8-2-11 16,-14-9 5-16,5 4-41 16,3 0-42-16,-8-4-24 15,5 12-201-15,-12-9-154 16</inkml:trace>
  <inkml:trace contextRef="#ctx0" brushRef="#br0" timeOffset="120418.98">6902 13495 502 0,'0'0'281'0,"0"0"-231"0,0 0 52 0,0 0-54 0,0 0-13 0,0 0 25 16,40 0-35-16,-24 0 10 16,-10 0 41-16,7 16-25 15,-1 4-51-15,-3-4-5 16,4 1 1-16,-13 14-25 15,0-3-8-15,0 0 11 16,0 8 16-16,0-12 0 16,0-8 7-16,0-12 3 15,6 1-1-15,28-5-13 16,6 0-10-16,1 0 20 0,17-9 4 16,-5-2-1-16,-13 11 2 15,7 0-4-15,-13 0-6 16,-21 0-5-16,2 11-42 15,-15 1-89-15,0-12-62 16,0 8-141-16</inkml:trace>
  <inkml:trace contextRef="#ctx0" brushRef="#br0" timeOffset="121536.57">7352 14084 604 0,'0'0'102'0,"0"0"-70"0,0 0 73 0,0 0-83 16,0 0-20-16,0 0 0 15,0-11 34-15,0 11 46 16,6 0 15-16,-6 0 6 15,6 0-33-15,0 0-28 16,-6 0-11-16,7 0-2 16,14 0-27-16,7 0 7 15,9 0-7-15,13 0 15 0,3-5-4 16,6-3-4-16,3 8-9 16,-10 0-2-16,-11-3-12 15,-17-2-39 1,-24 1-17-16,0 4-110 0,0-4-263 15</inkml:trace>
  <inkml:trace contextRef="#ctx0" brushRef="#br0" timeOffset="122184.53">8034 14329 243 0,'0'0'397'0,"0"0"-219"0,0 0 6 0,0 0-92 16,0 0-70-16,0 0-22 0,-16-81 0 16,10 58 11-16,-6-1 23 15,6 4 41-15,-1-8-45 16,-2-13-8-16,9-3-21 16,0-8 0-16,0 0 1 15,0 9-4-15,0 5-8 16,22 15 8-16,-4 7-9 15,-2 8-19-15,15-12-36 16,-3 0-57-16,12-4-64 16,-12-1-111-16</inkml:trace>
  <inkml:trace contextRef="#ctx0" brushRef="#br0" timeOffset="122783.61">8273 14048 317 0,'0'0'390'0,"0"0"-302"0,0 0 51 0,0 0-36 16,0 0-70-16,0 0 5 16,21 0-18-16,-2 0 46 15,3 0-10-15,-10 0-6 16,16 0-25-16,-9 0-10 16,8 0-10-16,-8 0-5 15,9 0-8-15,6 0-19 16,-3 0-5-16,9 0-61 0,-6 0-75 15,-12 0-208 1</inkml:trace>
  <inkml:trace contextRef="#ctx0" brushRef="#br0" timeOffset="123498.94">8769 13791 650 0,'0'0'290'16,"0"0"-134"-16,0 0-64 15,0 0-50-15,0 0-41 16,0 0-1-16,0 53 3 16,0-17-3-16,-6 5 1 15,-16 2 0-15,9-3 9 16,-8-4-8-16,2-3 3 15,13-10 0-15,0-2-8 0,6-6 9 16,0-2-12-16,0-5-1 16,0-8 0-16,0 0-4 15,25 0-4-15,15 0 12 16,0 0 3-16,0-16-4 16,-5 16 9-16,-17-5-10 15,10 5-9-15,-16 0-4 16,4 0-9-16,-10 0-20 15,-6 0-5-15,0-3-65 16,0 3 51-16,0 0 55 16,0 0 11-16,0 0 9 15,0 0 41-15,0 0-19 16,0 0 6-16,0 0-30 0,0 0-6 16,0 0 12-16,0 19 3 15,0 9 12-15,0 8-9 16,-6-8 25-16,-10 9 10 15,4-9 1-15,0 8-39 16,12-8-12-16,-10-3 6 16,4-2-2-16,0 1-8 15,-6-7-3-15,5 2 0 16,1-15-3-16,6-4-9 16,0 0-64-16,0 0-32 15,0 0-59-15,0 0-149 16</inkml:trace>
  <inkml:trace contextRef="#ctx0" brushRef="#br0" timeOffset="123949.2">9076 14417 278 0,'0'0'401'0,"0"0"-249"0,0 0-26 0,0 0-41 16,0 0-31-16,0 0-13 15,105-140 7-15,-77 116-17 0,0 4-28 16,-3 4-3-16,-4-4-3 15,-2-1-12-15,3 5-30 16,-10 1-33-16,1-1-101 16,2 4-73-16,-15 4-55 15</inkml:trace>
  <inkml:trace contextRef="#ctx0" brushRef="#br0" timeOffset="124248.2">9082 14073 659 0,'0'0'199'16,"0"0"-86"-16,0 0 41 15,0 0-27-15,0 0-89 16,0 0-14-16,133 216-24 16,-117-185-1-16,-4-6 1 15,-12-5-9-15,19 1-7 16,-4-13-31-16,-2 12-24 16,-1-17-141-16,-6-3-178 15</inkml:trace>
  <inkml:trace contextRef="#ctx0" brushRef="#br0" timeOffset="124814.77">9510 13752 757 0,'0'0'202'0,"0"0"-139"0,0 0-18 0,0 0-12 0,0 0-6 15,0 0-2-15,201 208 28 16,-167-160-32-16,-9 17-4 16,-12-1 4-16,-13 0-1 15,0 8-15-15,0 8-10 16,-19 0 2-16,-27 1 0 15,18-26 2-15,3-14-16 16,9-25-58-16,10-16-52 0,0 0-113 16,6 0-134-1</inkml:trace>
  <inkml:trace contextRef="#ctx0" brushRef="#br0" timeOffset="126962.39">10852 13868 686 0,'0'0'207'0,"0"0"-68"0,0 0-42 0,0 0-72 0,0 0 46 0,0 0-29 0,0 8 0 16,0-4-30-16,16 7-8 15,2 2-3-15,4 4-2 16,-3-6-21-16,9 1-5 16,-3 12 3-16,-4 4-37 0,-8 8 35 15,-13-3 22-15,0-5-2 16,0-17 12-16,0-3-8 15,0 0 3-15,0 1-1 16,0-1 0-16,0 3-6 16,0-2-19-16,0 2-92 15,0-3-82-15,0 5 175 16,21 7 24-16,-14 4 27 16,-1 8 43-16,-6 0 8 15,0 0-35-15,0 8-15 16,0 0-26-16,-22 1 17 15,-15-2 10-15,-13-11 16 16,19-4 10-16,-9-7-48 0,0-6-7 16,12-11-55-16,9 0-249 15,19 0-406-15</inkml:trace>
  <inkml:trace contextRef="#ctx0" brushRef="#br0" timeOffset="202916.45">8880 10611 78 0,'0'0'398'0,"0"0"-327"0,0 0-42 0,0 0 45 0,0 0 2 0,0 0-28 16,0 0-30-16,-6-3 24 15,6 3 13-15,0 0 38 16,0 0-43-16,0 0 12 15,0 0-33-15,0 0 7 16,0 0-25-16,0 0 14 16,0 0 10-16,0 0-16 15,0 0 5-15,0-8-14 16,0 8 10-16,0 0-13 16,0 0-8-16,0 0 3 15,0 0-2-15,0 0 2 16,0 0 0-16,0 0 6 15,0 0-5-15,0 0 4 16,16 0-3-16,8 0 5 16,11 0-7-16,5 0 6 0,0 0-5 15,7 0-2-15,-13 0-1 16,6 0 0-16,-9 0-2 16,3 0 7-16,-6 0-6 15,12 0 6-15,1 0-9 16,-7 0 8-16,3 0-4 15,-3 0 0-15,13 0 0 16,-1 0 1-16,1 0 0 16,-7 0-2-16,10 0 2 0,-19 0-8 15,9 0 12 1,-12 0-5-16,6 0 3 0,-15 0-3 16,8 0 0-16,-2 0-3 15,3 0-2-15,0 0 10 16,-3 0-3-16,9 0-2 15,0 0 0-15,0 0 1 16,-3 0 1-16,10 0-2 16,-1-5 0-16,-6 2-7 15,-6 3 12-15,-3-5-12 16,9 5 14-16,6 0-9 16,0 0 6-16,1 0-4 15,5 0 0-15,-5 0 0 0,-1 0 0 16,0 0 5-16,-9 0-12 15,3 0 14 1,0 0-13-16,-6 0 12 0,-9 0-10 16,21 0 8-16,-6 0-4 15,0 0 0-15,-3 0 0 16,-3 0-1-16,0 0 1 16,3 0-5-16,-9 0 18 15,12 0-18-15,6 0 10 16,-9 0-9-16,10 0 4 15,-1 0 0-15,13 0 0 16,2 0 0-16,-2 0-4 16,-13 0 5-16,1 0-1 15,5 0 0-15,-5 0 2 0,-7 0-1 16,6 0-1 0,7 0-4-16,-1 0 4 0,1 0 0 15,5 0 2-15,1 0-6 16,9 0 8-16,-3 8-9 15,-6-8 11-15,-13 0-8 16,0 0 2-16,7 0 0 16,-7 0-4-16,-12 0 8 15,0 0-8-15,-3 0 8 16,3 0-14-16,12 0 17 16,0 0-11-16,1 0 7 15,-1 0-3-15,6 0 0 16,-15 0 2-16,16 0-4 0,-7 0 2 15,-6 0-3 1,7 0 6-16,-1 0-6 0,0 0 6 16,7 0-6-1,-1 0 6-15,-12 0-4 0,19 0 1 16,-6-3 0-16,8-2 0 16,-2-7 2-16,12 8-6 15,-3-3 12-15,10-6-12 16,-4 9 6-16,0 0-4 15,-3-4-4-15,-3 4-2 16,-3-4 8-16,-6 4-4 16,-7 4-1-16,-12-8 10 0,19 0-11 15,-6 4 12-15,-1-8-10 16,-6 12 4-16,16-8 0 16,3 0-1-16,-12 4 2 15,-1-4-5-15,-6 3 9 16,1-2-12-16,-1 7 14 15,0 0-11-15,1 0 4 16,-1 0-2-16,0 0-5 16,1 0-2-16,-1-8 7 15,0 4-7-15,7-8 6 16,-7 12 6-16,13-5-9 16,-7 5 10-16,-5 0-7 15,5 0 6-15,-6 0-5 0,1 0 2 16,-7 0 0-1,-3 0-5-15,-3 0 12 0,0 0-12 16,-4 0 12-16,4 0-11 16,0 0 6-16,-15 0-2 15,11 0 4-15,-2 0-4 16,-9 0 0-16,8 0 0 16,-2 0-5-16,3 0 18 15,-4 0-16-15,4 0 7 16,-4 0-8-16,1 0 4 15,9 0-5-15,-6 0 5 16,-10 0 0-16,7 0 1 16,-4 0 8-16,-2 0-15 15,-1 0 13-15,3 0-14 16,-2 0 12-16,-1 0-10 16,-6 0 5-16,4 0 0 0,-10 0 0 15,0 0 1-15,0 0 10 16,0 0-9-16,0 0-4 15,0 5-14-15,0 3-80 16,-56 0-357-16</inkml:trace>
  <inkml:trace contextRef="#ctx0" brushRef="#br0" timeOffset="211512.86">5953 15701 551 0,'0'0'97'0,"0"0"-40"0,0 0 15 0,0 0-6 0,0 0-3 16,0 0 33-16,0 0-24 16,0 0-29-16,0 0 51 15,0 0-51-15,16-4-16 16,15-25-18-16,25-7 16 15,-4-16-5-15,13-4-10 16,4-8 0-16,-1 4-9 16,-15 12 3-16,-19 12-4 15,12 8-6-15,-21 0-20 16,-9 12 8-16,8-9-23 16,-24 6-6-16,0 10-34 0,0 1-28 15,0 8-90-15,0 0-30 16,-34 0-258-16</inkml:trace>
  <inkml:trace contextRef="#ctx0" brushRef="#br0" timeOffset="211790.41">5987 15267 881 0,'0'0'39'0,"0"0"22"16,0 0 50-1,0 0-69-15,0 0 22 0,180 209-16 16,-133-169-15-16,-7 1-27 16,-6 3 19-16,-6 0-24 15,-9-8-1-15,-7-8-19 16,-3 3 4-16,-9-15-72 15,0 1-67-15,0-6-236 16</inkml:trace>
  <inkml:trace contextRef="#ctx0" brushRef="#br0" timeOffset="212606.59">6570 16025 944 0,'0'0'73'0,"0"0"-68"0,0 0 59 0,0 0-14 0,0-236-37 16,19 176 3-16,-7 12-16 15,-2 4 10-15,8 19-6 16,-18 9 2-16,6 13-5 15,-6 3-2-15,0 0-9 16,0 0-1-16,0 0 8 16,0 24-6-16,0 12 1 15,-34 4-38-15,10 0-77 16,8-8-106-16,-3-4-8 0,19-8-206 16</inkml:trace>
  <inkml:trace contextRef="#ctx0" brushRef="#br0" timeOffset="213056.77">7023 15813 995 0,'0'0'148'0,"0"0"-107"0,0 0 36 0,0 0-61 16,0 0-14-16,0 0 7 0,87 0-7 15,-53 0-4-15,-15 0-13 16,-4 0 12-16,-9 0-43 15,0 16-41-15,-6 0-49 16,0-5-139-16,0 2-123 16</inkml:trace>
  <inkml:trace contextRef="#ctx0" brushRef="#br0" timeOffset="213289.68">7023 15813 714 0,'-121'-157'72'0,"161"154"-60"16,16-5 159-16,-3 3-91 15,0 2-40-15,6-5-30 16,-10-4-10-16,-2-1-33 15,-1 2-94-15,-21-2-67 16,-19 9-100-16</inkml:trace>
  <inkml:trace contextRef="#ctx0" brushRef="#br0" timeOffset="213988.95">7758 15557 1013 0,'0'0'111'0,"0"0"-99"0,0 0 90 0,0 0-61 16,0 0-13-16,0 0-24 0,375 23 2 16,-288-15-6-16,-34-3-1 15,2-5-18 1,-24 0-21-16,-3 0-54 0,-9 0-160 16,-19 0-264-16</inkml:trace>
  <inkml:trace contextRef="#ctx0" brushRef="#br0" timeOffset="214721.36">8753 15224 1084 0,'0'0'51'0,"0"0"-49"0,0 0 78 0,0 0-80 16,0 0-29-16,0 0 23 0,10 0 6 15,14 20 35-15,4 3-21 16,-15 10 20-16,8 3-32 15,-14 11 8-15,-1 6-10 16,-6 4 5-16,0-2-2 16,0-10-3-16,0-9-6 15,0-20-13-15,0-5 2 16,0-2-28-16,12-9-4 16,10 0-52-16,12 0 45 15,-3 0 43-15,3 3 13 16,-6 13-1-16,-9 1 2 15,-4 7-1-15,-15-1 9 0,0 18 38 16,0-1-41-16,0 0 7 16,-28 4-2-1,-12-7 12-15,-7-1-23 16,7-5-12-16,-19-10-128 0,-3-6-438 16</inkml:trace>
  <inkml:trace contextRef="#ctx0" brushRef="#br0" timeOffset="-213858.61">5848 17008 289 0,'0'0'313'0,"0"0"-305"0,0 0 9 0,0 0 42 16,0 0 33-16,0 0 53 15,59-9-35-15,-37-10-59 16,18-9 25-16,-9-5 13 16,15-10-60-16,10-6 9 15,3-6-34-15,0-1 2 16,9 3-6-16,-9 1-7 0,-9 11-30 16,-4 10-28-1,-15 7-29-15,-15 7-63 0,-16 9-145 16,0 8-231-16</inkml:trace>
  <inkml:trace contextRef="#ctx0" brushRef="#br0" timeOffset="-213359.06">6015 16526 735 0,'0'0'202'0,"0"0"-128"0,0 0 19 0,0 0-9 16,0 0-8-16,0 0-32 15,255 146-41-15,-190-107-5 16,-13 2 2-16,4-5-8 16,-25-5-27-16,-3 5-64 15,-28-3-72-15,0 3-214 0</inkml:trace>
  <inkml:trace contextRef="#ctx0" brushRef="#br0" timeOffset="-212441.92">6635 16927 738 0,'0'0'243'0,"0"0"-217"0,0 0 41 0,0 0-27 0,0 0 4 16,0 0 42-16,149-80-44 16,-118 73-24-16,-15 3 0 15,9 4-12-15,-10 0-1 0,-2 4-3 16,-1 28 2-1,-6 12-1-15,-6 8-1 0,0 0-4 16,0 4-13-16,-12 0 7 16,-7-4 1-16,4-11 4 15,2-10 3-15,13-6 4 16,0-17-4-16,0-5-13 16,0-3 4-16,0 0-7 15,34 0 7-15,7 0 1 16,5 0 8-16,-6 0-30 15,1 0-33-15,11 0-8 16,-5 0-78-16,-1 0-198 16</inkml:trace>
  <inkml:trace contextRef="#ctx0" brushRef="#br0" timeOffset="-211911.02">7426 17008 227 0,'0'0'459'0,"0"0"-345"0,0 0-13 0,0 0-13 0,0 0-40 15,0 0 8-15,53-12 24 16,-35 9-45-16,10-2-6 0,-3 1-18 15,9 4-11-15,-6-4-2 16,6 4-38-16,-3 0-33 16,3 0-46-16,0 0-81 15,-21 0-77-15</inkml:trace>
  <inkml:trace contextRef="#ctx0" brushRef="#br0" timeOffset="-211748.91">7426 17008 945 0</inkml:trace>
  <inkml:trace contextRef="#ctx0" brushRef="#br0" timeOffset="-211661.33">7426 17008 945 0,'47'-200'101'0,"-16"200"-78"0,15 0 42 0,4 0-38 16,-4 0-27-16,1 0-1 16,-13 0-72-16,12-5-40 15,-15-7-169-15,-3 4-79 16</inkml:trace>
  <inkml:trace contextRef="#ctx0" brushRef="#br0" timeOffset="-211145.27">8406 16952 785 0,'0'0'138'0,"0"0"-99"0,0 0 49 0,0 0-60 0,0 0 14 16,0 0 28-16,121-40-19 16,-68 36-51-16,-13-8 0 15,6 7-24-15,-5 2-42 16,-1-2-136-16,-12 5-172 16</inkml:trace>
  <inkml:trace contextRef="#ctx0" brushRef="#br0" timeOffset="-210645.44">9290 17176 495 0,'0'0'391'16,"0"0"-324"-16,0 0-27 15,0 0-7-15,0-213 15 16,0 138-22-16,0 11-7 16,0 3-6-16,0-3-10 15,6 9 2-15,-6 2 1 16,0 17-12-16,0 15 8 16,0 18-2-16,0 3 7 15,0 0 17-15,0 0 12 16,0 0-12-16,0 0-21 15,0 0 9-15,0 0 17 16,-6 8-27-16,-22 8-2 0,3 8-21 16,-9 8-18-16,-6 8-43 15,12 0-51-15,-3 5-63 16,3-1-62-16</inkml:trace>
  <inkml:trace contextRef="#ctx0" brushRef="#br0" timeOffset="-197173.94">21094 17602 114 0,'0'0'408'0,"0"0"-407"0,0 0 14 0,0 0 6 16,0 0 2-16,0 0 11 15,0 0 53-15,0 0 61 16,19 36-7-16,-19-33-57 16,0-3-46-16,0 0-11 15,0 0-15-15,15 0 43 16,-15 0-37-16,0 0-9 0,0 0-5 15,0 0 11 1,0 0-5-16,0 0-6 0,0 0 10 16,0 0 6-16,0 0 5 15,0 0-21-15,0 0 5 16,0 0-9-16,0 0 0 16,0 0-3-16,0 0 3 15,0 0-1-15,0 0 7 16,0 0-13-16,0-19 12 15,0-1-10-15,0-5 5 16,0 1-3-16,0 4 3 16,0-3 0-16,0-6 0 15,0 6 0-15,0-5-1 0,-15 3 1 16,2-3-1 0,1 0 0-16,-4 8 1 0,4-8 0 15,-1 11-3-15,7 6 3 16,0-1 0-16,6 7 0 15,0-3 4-15,0 0-15 16,0-7 10-16,-9 2-8 16,9-7-1-16,-6 1 7 15,6 2 3-15,-7 1-2 16,1 5-1-16,0-1 6 16,6-1-4-16,-6 5 5 15,6 0-8-15,-16 0 7 16,16-4-3-16,0 4 0 15,-6 0 0-15,0 0 1 0,0-7-1 16,-7 2 0-16,-2-4-1 16,8-2 0-16,1 2 2 15,-6-2-3-15,12 2 5 16,-16 6-6-16,16-1 4 16,-6 4-3-16,-6 0 2 15,6 0 0-15,-10-9-8 16,4 6 14-16,-1-5-12 15,-15-4 12-15,10 0-14 16,-4-4 8-16,3 4-1 16,-2-1 1-16,2 1-2 15,4 8 2-15,8 0 0 16,-5 0 1-16,12 4 2 0,-12-4-3 16,-4-4 7-1,10 0-11-15,0-4 4 16,-7 0 0-16,13 12 0 15,-6-4 0-15,-3 4-5 0,3-4 10 16,-1-5-6-16,1 6 2 16,0-14-1-16,-6 5 4 15,2-4-6-15,-2 1 6 16,0 3-4-16,5 4 0 16,-2 8 5-16,-3-1-10 15,12 9 12-15,0 0 1 16,0-8-3-16,0 0-1 0,-7-8-4 15,-5-7 0-15,3-2-3 16,-4 1 8-16,1-4-12 16,-10 8 13-16,16 4-10 15,0 4 8-15,6 4 0 16,-6-4-3-16,-1 4 12 16,1-4-12-16,-3-8-1 15,-10 8 0-15,7-4 0 16,-4 0-2-16,4-4 8 15,6 12-11-15,0 0 15 16,-10-1-8-16,16 1 2 16,-6 0 3-16,0 0-1 15,-1-7-5-15,-5-1-2 16,-10-9 2-16,10 9-3 16,-10-4 9-16,10 4-11 0,-1 1 9 15,-8 2-5-15,21-7 0 16,-13 9 0-16,7-6-4 15,-6 4 9-15,2-2-11 16,-2-1 9-16,6 0-6 16,0-1 6-16,-10 1-8 15,4 1 8-15,-1-1-3 16,1 0 0-16,-4-9 2 16,-2 13-7-16,-4-7 9 15,10-1-10-15,-1-1 12 16,-2 1-10-16,-10 1 10 0,19 10-6 15,-10-7 0-15,4 0 0 16,6-4-1-16,-10 0-4 16,10-4 0-16,-6 8 10 15,5-4-11-15,-5 0 12 16,-4 0-6-16,4-4 1 16,0 4-1-16,2-1 3 15,-2 6-3-15,6-1 0 16,0-4 5-16,-1 4-14 15,-8-4 10-15,9-4-6 16,-7-1-2-16,7 5 7 16,-9-4-1-16,2 4 1 0,13 4-1 15,-6-9 4 1,-6 10-6-16,12-9 8 0,-16 0-10 16,10-8 9-1,-7-4-10-15,-8 0 3 0,15 3 3 16,-7 1 0-16,1 4 1 15,2 0-4-15,-2 4 8 16,6 4-7-16,0-8 8 16,-7 12-9-16,-2-4 6 15,2 0-6-15,7-1 3 16,-16-7 0-16,10 5-2 16,-7-13 5-16,-2 12-7 0,14-4 10 15,1 0-14 1,0 3 16-16,-9 1-10 15,8 1 2-15,-5 6 0 0,6-7-1 16,-16 0 3-16,-3 0-1 16,10-8 3-16,-10-1-3 15,3-6 4-15,4 6-9 16,2 2 9-16,4-2-7 16,6 9 2-16,-16 1-1 15,22 6-1-15,-13 1 4 16,1 0-2-16,6 1 5 15,-16-6 0-15,16-7-1 16,-7 0-7-16,-2-5 3 16,3 5 0-16,-1 5-3 15,-2-5 3-15,8 12-5 0,-5 0 10 16,6-1-7 0,-7-2 9-16,-8-1-14 0,21-5 12 15,-6 1-11 1,-7-7 6-16,13 2 0 0,-9 1-1 15,-4 4 5-15,1 3-6 16,6 2 4-16,-10 2-4 16,4-6 5-16,6-1-3 15,-7-12 0-15,-8 0-2 16,8 0 0-16,-2 3 2 16,2 5-1-16,13 0 2 15,-12 4-3-15,12-4 6 16,0 0-8-16,-12-5 7 15,2 10-3-15,-8-5 0 0,-4 4 2 16,3-4-2-16,7 4 1 16,-4-1-4-16,-8 2 10 15,17-2-14-15,-14 1 7 16,8-7-1-16,1 3-3 16,-10-9 3-16,4 0 0 15,-4 1-2-15,3 0-4 16,-9 5 14-16,16 3-13 15,-4 4 18-15,10-1-22 16,-6 9 18-16,6-4-8 16,-10-4 0-16,-2-4-1 15,-1-8 0-15,-15 4-1 16,6-8 1-16,0 0 2 0,9-9-3 16,1 10-2-16,2-2 4 15,-2 10 0-15,18 6 1 16,-22-3 0-16,22 1 1 15,-6-6-4-15,-7-3 4 16,-8 5-4-16,8-7 6 16,-5-1-8-16,2 3 8 15,-2 3-8-15,18 2 4 16,-22-2 0-16,3-3-4 16,-2-8 11-16,-4 4-14 15,3-8 14-15,3-5-7 16,7 2 0-16,-3 10-2 0,-4 2-1 15,3 6 3-15,10 5 0 16,6 4 6-16,-6 1-13 16,6-6 15-16,-12-7-16 15,-1-4 11-15,-2-12-8 16,-4-1 3-16,-3-10 0 16,-2 15 2-16,-4 7-8 15,0 2 6-15,9 10 3 16,-9 1-7-16,10-4 12 15,-16-4-12-15,-1-4 6 16,11 0-1-16,-17-1-2 16,7 2-2-16,0-2 5 15,0 2 0-15,3-2-7 0,-3 1 11 16,0 0-11 0,-6 0 5-16,15 4 1 0,-3 0-6 15,-6 3 2-15,6 1 3 16,-3 4 2-16,-3 0 0 15,0 0 2-15,-13 4-3 16,13-8 7-16,3 8-12 16,-3-9 6-16,6 2-2 15,0 7 2-15,9 4 0 16,1 0-4-16,-4 4 8 16,-6 4-8-16,16-4 12 15,-7-9-16-15,-9-2 12 16,10-6-8-16,-10-7-6 15,0 13 2-15,3-1 8 16,3 7 0-16,-2 6 0 16,2 6 6-16,3 5 7 0,4 0-10 15,-4-4 2-15,-3-5-5 16,-2 2-6-16,2-6-1 16,-9 2-1-16,9 3 8 15,-12 0 0-15,15 4-4 16,-8-4 10-16,2-4 4 15,-3 0-8-15,0-1-2 16,-3 1 0-16,-9 1 0 16,-1-6 0-16,1 9 1 15,6-7 38-15,6 10-30 16,3-2-14-16,-3-2 10 0,4 1-8 16,-4-7 3-1,0 2-7-15,3 1-7 0,-3 4 14 16,9 0-2-16,-15 8 6 15,13-9-1-15,-4 10 1 16,-3-5 2-16,-6-4-6 16,9-1-2-16,-15 2 1 15,-1 3 1-15,-5-9 2 16,-1 2 0-16,1-1 40 16,5 0-23-16,14 7-19 15,-1 9 1-15,3 0 4 16,3 0-5-16,-3-3-5 0,-3 3 4 15,1-5-1 1,-4 5 0-16,-4 0 4 0,-5 0-12 16,-6 0 20-16,-7 0-12 15,-3 0 4-15,3-3-2 16,-6 3 0-16,13 0 0 16,6 0 11-16,6 0-7 15,12 0-8-15,-3 0 8 16,3 0-9-16,4 0 13 15,-10 0-11-15,9 0 5 16,-9 0-3-16,3 0 1 16,-15 0 0-16,12 0 8 15,-6 0-6-15,9 3-4 0,-9 5 4 16,6-8-7 0,4 12 4-16,-4-4-2 15,0 0-3-15,-3-3 6 0,3 3 0 16,0-4 2-16,9 0-4 15,-9 0 9-15,16-1-11 16,0 2 9-16,-4-2-8 16,-3 6 3-16,-8-1-4 15,2 0 3-15,-3 0 0 16,-6 12 1-16,0 0 0 16,-7-4-3-16,17 0 10 15,-17 0-13-15,29-7 12 16,-10 6-10-16,10-7 6 0,-10 0-4 15,10 0 2-15,-7 8-4 16,-3-8-5-16,4 9-2 16,-10-9 8-16,22-1-8 15,-10 1 11-15,10 0 0 16,-7 0-1-16,-5 0-4 16,2 4-7-16,10-4-7 15,-12 8 7-15,-10 1 3 16,9-1 13-16,-9 4-9 15,-6 0 10-15,15-1-5 16,-2-6 1-16,8-1-1 16,1-1-1-16,3 6 1 15,-10-1-1-15,7 4 2 16,-16 1-2-16,9-2 5 0,-9 1-8 16,7-4 4-1,-10 9 0-15,15-10 0 0,-9 9 4 16,-3 1-8-16,16-9 8 15,-10 7-7-15,4 2 7 16,5-1-7-16,-2-9 8 16,-4 18-5-16,-3-9 0 15,10 0 2-15,-7 0-2 16,-2-4-2-16,2 1-1 16,-3-2 6-16,-2 1 2 15,8 0-2-15,-9 1 1 16,-3 2-2-16,16 2-2 15,-16-6 1-15,0 17-1 0,-3-8-1 16,3 5 1-16,-6-1 0 16,0 0 7-16,9 0-10 15,-9-8 6-15,6 8 11 16,10-12-9-16,5 1-5 16,-2-1 0-16,2-9 0 15,7 9-3-15,-16-4 5 16,16 9-8-16,-12 3 12 15,-4-1-8-15,-3 1 5 16,-3 8-5-16,16-3 2 16,-16 3 0-16,15-3-2 15,-2-2 5-15,-4-3-8 16,13 0 10-16,-6 1-9 16,-4-9 11-16,4 4-7 0,-10-1 4 15,10 5 2-15,5-3-5 16,-5-1 0-16,6-1-2 15,-10 2 6-15,4-1-10 16,-10 12 11-16,4 0-10 16,-1-3 8-16,-9 6-8 15,0 1 4-15,16 1 0 16,-16-14-1-16,22 14 3 16,-13-18-5-16,13 10 7 15,-16-9-7-15,10 4 8 16,-4 4-6-16,-2 0 1 15,-1 1 0-15,4 3-3 0,-4-5 5 16,3 2-7 0,-2-2 10-16,12 2-10 0,-1-1 3 15,-8 0 0-15,9 8 2 16,0-4 0-16,-7 4 0 16,-2-7 0-16,8-2-1 15,1 5 4-15,0-3-7 16,6-1 8-16,-6-4-5 15,-10-5 4-15,4 13-5 16,12-7 2-16,-12 3 0 16,-1-4-1-16,4 8 3 0,-10 4 5 15,-2 0-7 1,8 1 6-16,-5 6-4 0,2-14 6 16,4 6-7-16,-1-3 3 15,7-3-4-15,-3 0 0 16,3 3 4-16,-7 0-3 15,7 3-1-15,-6 2 4 16,2-5-4-16,4 0 1 16,6-5-2-16,-6 2 0 15,0 3 1-15,-1 0 0 16,1 4 3-16,-9-8-8 16,2 12 10-16,7-3-8 0,-9-1 10 15,8-4-10 1,1 0 3-16,-12 0 0 0,-4-8 2 15,9 4 1-15,1-7-3 16,-3-2 3-16,2 1-11 16,1-8 16-16,12 8-16 15,-16 5 5-15,4 2 2 16,6-3 0-16,-16 13-1 16,10-2 3-16,-16 10-2 15,3-1 1-15,12-4-2 16,-8 0-2-16,8-4 8 15,-2 4-6-15,-4 5 2 16,1 3-2-16,-4-1 1 16,-6-2 1-16,16-9 0 15,-7-8 8-15,13 1-10 16,-10-13 8-16,4 7-10 16,6-2 11-16,-10 3-7 0,10 8 0 15,-6-5-4-15,-1 2 4 16,4 3 1-16,-4 0-1 15,7 8 4-15,-6-3-4 16,6 2 2-16,-10-3-4 16,4-7-3-16,-1-2 4 15,-2-3 2-15,2-3 1 16,7-1-2-16,-15 4 0 0,14 0-6 16,1 4 13-1,-6 0-7-15,-4 0 0 0,4 0-1 16,-1-8-3-1,13 4-1-15,0 0 4 0,-6-7 0 16,0 7-2 0,-9-5 6-16,15 6-3 0,-7 3 2 15,1-4-4-15,-6 4-1 16,-4 4 3-16,4 0 0 16,-1 0 1-16,-2 4-3 15,-10 0 6-15,3 8-4 16,-2-12 4-16,8-11 5 15,-2 2-8-15,11-2-1 16,1-1-8-16,-9 4 4 16,8 0 1-16,-11 12 3 15,8 0-1-15,-2 0 2 16,6 1-3-16,0-5 11 0,-1-8-20 16,-2-4 11-16,3-4-1 15,-6 12 1-15,12-4 2 16,-13 0-2-16,-2 8 0 15,8 0-5 1,-11-3 10-16,-4 6-7 0,-3-3 7 16,-3 0-5-16,1-3 3 15,8-10-2-15,0 21 2 16,4-11-3-16,2-5 0 16,7 0 1-16,6-15-9 15,0-2 14-15,0-7-9 16,-6 4 3-16,-9 5-3 0,15 6-1 15,-13-2 4-15,13 6-2 16,-6-2 7-16,0-1-12 16,-10-4 14-16,16-1-8 15,0 1 1-15,0 1-1 16,-6-1 1-16,6 4-5 16,-19-1 3-16,19 2 4 15,-6-6-2-15,6 6 8 16,0 3-16-16,0 3 16 15,0 3-17-15,0-7 10 16,0-2-1-16,0-2 4 16,0 1-4-16,0 0-1 15,0 8 1-15,0-4 0 16,0 4 5-16,0 0-6 0,0 1 4 16,0-1-4-16,0-8 1 15,0 0 0-15,0-12-2 16,0-4-2-16,0-4 3 15,0 0 2-15,0 0-6 16,0 0 5-16,0-4-17 16,0-44-74-16,0-20-220 15</inkml:trace>
  <inkml:trace contextRef="#ctx0" brushRef="#br0" timeOffset="-194592.25">12465 10254 373 0,'0'0'145'0,"0"0"-84"0,0 0-6 0,0 0-10 15,0 0 6-15,0 0 18 0,0 0-11 16,0-3-30-16,0 3 11 16,0 0 19-16,0 0-16 15,0 0-6-15,0 0-1 16,0 0-19-16,0 0-9 16,0 0 6-16,0 0 36 15,0 0-14-15,0 0 6 16,0 0-28-16,0 0-10 15,0 0-3-15,6 3-1 16,0 22 1-16,16 14 4 16,-10 14 26-16,16 15-8 15,3 4 2-15,-3 9-19 16,0-1 2-16,-3 0-2 0,-4 0-8 16,-2-8 3-16,-3-8 0 15,-10-16-11-15,0-16-52 16,-6-7-97-16,0-13-279 15</inkml:trace>
  <inkml:trace contextRef="#ctx0" brushRef="#br0" timeOffset="-193707.47">11442 9769 524 0,'0'0'181'0,"0"0"-25"0,0 0 26 0,0 0-70 0,0 0-38 15,0 0-14-15,0 0-20 16,0 0 10-16,0 0-10 16,0 0-4-16,0 0-12 15,6 0-10-15,28 0-2 16,6 0-7-16,19 0-5 16,-3 0-2-16,3 0-15 15,9 0-38-15,-15-8-11 16,-7-8-24-16,1 13-88 15,-41-6-305-15</inkml:trace>
  <inkml:trace contextRef="#ctx0" brushRef="#br0" timeOffset="-192993.1">12136 9421 142 0,'0'0'463'0,"0"0"-404"0,0 0-16 0,0 0 59 0,0 0-10 0,0 0-3 16,22 0-22-16,-16 0-24 15,6 0-34-15,4 0 15 16,9 0-21-16,9 0 3 15,0 0-5-15,-9 0-2 16,-4 15-21-16,-14 1 8 16,-7 17 14-16,0-2 3 15,0 2 11-15,0-1-11 16,0-9-2-16,0-3-1 16,0-4-1-16,0-7-19 0,6-1-24 15,16-8-23-15,2 4 20 16,4 0 33-16,-15 4-1 15,-1 8 15-15,-12 7 5 16,0 7 38-16,0-3 8 16,0 13-15-16,-25-4-5 15,-15 5-16-15,-22-2 10 16,3-3-24-16,12-11-1 16,20-9-3-16,14-16-28 15,13 0-219-15,0 0-234 16</inkml:trace>
  <inkml:trace contextRef="#ctx0" brushRef="#br0" timeOffset="-191678.29">17317 10010 407 0,'0'0'170'0,"0"0"-170"0,0 0 0 0,0 0 16 0,0 0-15 16,0 0 3-16,-12 0 2 15,12 0 53-15,0 0 62 16,0 0 53-16,0 0-64 15,0 0-61-15,0 0-18 0,0 0 5 16,0 0-11-16,0 0-23 16,0 0 7-16,0 7 1 15,0 9 12-15,0 17-8 16,0 7 3-16,0 25 14 16,6-1-9-16,0 0 9 15,1-4-29-15,5-4 0 16,-12 0-2-16,0 1 0 15,0-10-22-15,0-11-20 16,0-11-5-16,0-22-85 16,0-3-194-16,-12 0-289 15</inkml:trace>
  <inkml:trace contextRef="#ctx0" brushRef="#br0" timeOffset="-190679.18">17324 9617 547 0,'0'0'87'0,"0"0"-27"0,0 0 91 0,0 0 30 0,0 0-63 16,0 0-19-16,0-8-26 16,0 8-28-16,0 0 10 0,0 0-25 15,0 0-13 1,34 0-17-16,6 0 0 15,6 8-2-15,-5-8-30 16,5 0-21-16,1 0-47 0,-13 0-102 16,-16 0-395-16</inkml:trace>
  <inkml:trace contextRef="#ctx0" brushRef="#br0" timeOffset="-190028.77">18024 9817 247 0,'0'0'312'0,"0"0"-287"0,0 0-15 0,0 0-6 0,0 0 18 15,0 0-8-15,0 4 130 16,0-4 13-16,0 0-26 15,0 0-68-15,0-20-14 16,0-12-18-16,0-8-31 16,10-8 7-16,-10 12-3 15,0-5-5-15,0 5 10 16,0 5-15-16,0-2 11 16,0 5-9-16,0 4 4 0,0 12-1 15,0 0-24-15,0 5 12 16,0 7 13-16,0 0 2 15,-10 0 4-15,-2 0-6 16,-1 0-14-16,1 0-48 16,-3 11-2-16,-4 1-8 15,-3 4-134-15,4 9-40 16,-23 6-282-16</inkml:trace>
  <inkml:trace contextRef="#ctx0" brushRef="#br0" timeOffset="-186563.67">15144 9035 490 0,'0'0'121'0,"0"0"-110"0,0 0 16 0,0 0-1 16,0 0-19-16,0 0 45 15,0 0 2-15,0 0 36 16,0 0 21-16,0 0-36 16,0 0-10-16,0 0-3 15,0 0-14-15,21 0-27 16,-2 0-2-16,-3 0-14 16,15 0 19-16,3 0-22 15,-6 0-2-15,12-7 0 16,0-6-9-16,0 1-15 15,1 1-23-15,-4 2-61 0,3 9-116 16,-12 0-72-16,-9 0-227 16</inkml:trace>
  <inkml:trace contextRef="#ctx0" brushRef="#br0" timeOffset="-186082.79">16294 8979 162 0,'0'0'451'0,"0"0"-401"0,0 0 65 0,0 0 29 0,0 0-34 16,0 0-56-1,121 0 24-15,-93 0-36 0,18 8-14 16,-5 0-11-16,-1-4-12 16,-3 0-5-16,4-4-13 15,-1 0-37-15,6 0-43 16,4 0 22-16,-19 0-141 15,3 0-22-15,-6 0-172 16</inkml:trace>
  <inkml:trace contextRef="#ctx0" brushRef="#br0" timeOffset="-185682.65">17578 8967 143 0,'0'0'448'0,"0"0"-369"16,0 0 37-16,0 0 6 15,0 0-5-15,0 0-75 16,161 20-23-16,-136-20-5 16,3 0 4-16,6 0-9 15,0 0-5-15,-3 0-6 16,-3 0 2-16,-10 5-10 15,4-5-30-15,6 0-31 16,-3 0-126-16,9 0-21 16,-6 0-98-16</inkml:trace>
  <inkml:trace contextRef="#ctx0" brushRef="#br0" timeOffset="-185299.8">18787 8959 845 0,'0'0'81'0,"0"0"-16"0,0 0 31 16,0 0-49-16,0 0-20 16,0 0-19-16,301 20-4 15,-261-20-8-15,7 0 9 16,-13 0-13-16,-6 0 7 15,12 0-11-15,-9 0-33 16,3 4-26-16,6 5-60 16,-6-6-59-16,-6-3 25 15,-3 4-177-15</inkml:trace>
  <inkml:trace contextRef="#ctx0" brushRef="#br0" timeOffset="-185115.44">19965 9015 664 0,'0'0'101'16,"0"0"54"-16,0 0-36 16,0 0-58-16,366 0-61 15,-313 0-18-15,3-12-116 16,-32 1-205-16</inkml:trace>
  <inkml:trace contextRef="#ctx0" brushRef="#br0" timeOffset="-183750.87">14905 9388 558 0,'0'0'104'0,"0"0"-83"15,0 0 24-15,0 0 3 0,0 0-32 0,0 0 2 16,0 0 11-16,0 0 20 15,0 8 41-15,0 9-15 16,0 14-21-16,0 1-19 16,0 8-23-16,0-4-12 15,0 0-4-15,0-7-12 0,0 11-49 16,0-8-64-16,0 4-67 16,0 0 23-16,0-4-247 15</inkml:trace>
  <inkml:trace contextRef="#ctx0" brushRef="#br0" timeOffset="-183385.45">14905 10166 634 0,'0'0'21'0,"0"0"-21"0,0 0-14 0,0 0-14 0,0 0-137 0,0 0-27 16,-28 88-10-1</inkml:trace>
  <inkml:trace contextRef="#ctx0" brushRef="#br0" timeOffset="-183067.05">14852 10664 502 0,'0'0'108'0,"0"0"-108"15,0 0-1-15,0 0-1 16,0 0-43-16,0 0-285 16</inkml:trace>
  <inkml:trace contextRef="#ctx0" brushRef="#br0" timeOffset="-143335.16">14310 11168 264 0,'0'0'139'0,"0"0"-72"0,0 0 55 0,0 0-14 0,0 0 1 16,0 0 26-16,-7 0-14 16,1 0-30-16,-3 0-20 15,9 0-17-15,0 0-31 16,0 0 6-16,0 5-14 15,0-5-1-15,0 0-11 16,0 0 3-16,0 0 20 16,0 0-15-16,0 0 7 15,0 0-18-15,0 0 0 16,0 0-8-16,22 0 7 0,24 0 0 16,7 0 1-1,9 0-25-15,-9 0-15 0,-1 0 8 16,-11-5-31-16,-13-6-89 15,-22 2-263-15</inkml:trace>
  <inkml:trace contextRef="#ctx0" brushRef="#br0" timeOffset="-142750.79">14992 10900 788 0,'0'0'115'0,"0"0"-103"0,0 0-3 0,0 0 2 15,0 0 21-15,0 0-9 16,208 0 6-16,-190 24 17 16,-12 9 19-16,-6 18 27 15,0 14-54-15,0 7-20 16,-12-8-16-16,-16 0-2 16,3-20 3-16,4-3-13 15,8-21 14-15,13-9-6 16,0-6 2-16,0-5-2 15,0 0-2-15,19 0 4 0,37 0 18 16,9-13-6-16,-3-3 2 16,-3-7-11-16,-1 10-6 15,-11 9-9-15,-7 4 0 16,-6 0-19-16,-6 0-77 16,-3 17 7-16,-16 6-19 15,-9-7-162-15</inkml:trace>
  <inkml:trace contextRef="#ctx0" brushRef="#br0" timeOffset="-27417.88">10071 14132 399 0,'0'0'343'0,"0"0"-263"0,0 0-5 0,0 0 80 0,0 0-80 16,0 0 7-16,0-12-34 15,0 12-17-15,0 0-11 16,0 0-2-16,0 0 12 16,34 0-12-16,6 0 16 0,7 0-17 15,6 0 12-15,-7 12-26 16,1-7-2-16,8 6-1 15,-14-2-10-15,-16-6-13 16,-4-3-34-16,-14 0-23 16,-7 0-135-16,0-15-260 15</inkml:trace>
  <inkml:trace contextRef="#ctx0" brushRef="#br0" timeOffset="-26617.31">10539 12729 509 0,'0'0'151'0,"0"0"-86"0,0 0 147 16,0 0-65-16,0 0-23 0,0 0-75 15,28-40-29-15,25 40 31 16,0 0-10-16,15 0 7 16,-3 0-30-16,-9 4-14 15,-4-4 1-15,-5 0-10 16,-7 0-12-16,-6 0-11 16,-15 0-18-16,-7 0-13 15,-12 0-92-15,0 0-367 16</inkml:trace>
  <inkml:trace contextRef="#ctx0" brushRef="#br0" timeOffset="3157.27">6022 12617 242 0,'0'0'75'0,"0"0"-73"0,0 0-2 16,0 0 112-16,0 0-26 15,0 0-28-15,0 0-6 16,0 0-5-16,-7 0-15 0,7 0-2 16,0 0-27-16,0 0-3 15,0 0-1-15,0 0 1 16,0 0 19-16,0 0 14 16,0 0 25-16,0 0-37 15,0 0 3-15,0 0-1 16,0 0-23-16,0 0 0 15,0 0-1-15,0 0 1 16,0 0 0-16,0 0 2 16,0 0 16-16,0 0 33 15,0 0-15-15,0 0-17 16,0 0-19-16,0 0-4 16,0 0 0-16,0 0 8 0,0 0-8 15,0 0 13 1,0 0 2-16,0 0 0 0,0 0-7 15,0 0-5-15,0 0 4 16,0 0-6-16,0 0 1 16,0 0-3-16,0 0 10 15,0 0 11-15,0 0-12 16,0 0 20-16,0 0-17 16,0 0 10-16,25 0-2 15,-3 0 16-15,3 0-15 16,-4 0-16-16,4 0 20 15,-3 0-7-15,-10 0 12 16,-6 0-23-16,4 0-2 0,2 0 0 16,1 0 2-16,-7 0-2 15,9 0 0-15,-9 0-3 16,7 0 9-16,-7 0-12 16,0 0-7-16,4 0-3 15,-10 0-54-15,0 7-20 16,0-2-127-16,0-2-107 15</inkml:trace>
  <inkml:trace contextRef="#ctx0" brushRef="#br0" timeOffset="8736.03">7925 12673 587 0,'0'0'309'0,"0"0"-282"0,0 0 14 0,0 0 9 0,0 0-35 16,0 0-5-16,-6 0 58 16,19 0 20-16,8 0-18 15,13 0-15-15,13 0-20 16,-1 0-5-16,1 0-18 0,-1 8 11 15,-5 0-22 1,5-4 17-16,-5 4-17 0,-7 0 3 16,-10-5-4-1,-2 6-2-15,-9 3-31 0,-1 8-49 16,-12 0-110 0,0 4-493-16</inkml:trace>
  <inkml:trace contextRef="#ctx0" brushRef="#br0" timeOffset="34812.83">20827 9192 418 0,'0'0'132'0,"0"0"-119"0,0 0 14 0,0 0-11 0,0 0-3 0,0 0-8 16,0 0-3-16,19 0-4 15,-19 0 4-15,0 0 0 16,0 0 9-16,0 0 11 15,0 0 52-15,0 0-1 16,0 0 4-16,0 0-39 16,0 0-2-16,6 0-4 15,-6 0 13-15,0 0-38 16,0 0-6-16,0 0-1 0,0 3 0 16,0 5-1-1,0 0 1-15,0 0 5 0,0 4 20 16,0-4 2-1,0 0-3-15,0 5 4 0,0-5 8 16,0-1-8-16,0 1-5 16,0 1-2-16,0-9 10 15,0 4-7-15,0 0-22 16,0-4 9-16,0 0-18 16,0 4 14-16,0-4-8 15,0 4 4-15,0-1 2 16,0-3-5-16,0 0 1 15,0 0 5-15,0 0-6 16,0 0 9-16,0 0-6 0,0 0 10 16,0 0-8-16,0 0 4 15,0 0-9-15,0-19 3 16,0-13-9-16,0-9 7 16,0 2-4-16,0-5 6 15,0 0-6-15,0-5-9 16,0 5-7-16,0-1 6 15,16 17 10-15,-16 17 3 16,0 3 0-16,0 8 26 16,0 0-23-16,0 0 4 15,0 0-5-15,0 0-4 16,0 0-10-16,0 0-1 16,0 0 13-16,0 0 7 0,0 0 2 15,0 16-9-15,0 8 0 16,-35 12-2-16,-11 9-10 15,-22 2-64-15,3-3-66 16,3-7-198-16,9-13 132 16,13-9-132-16</inkml:trace>
  <inkml:trace contextRef="#ctx0" brushRef="#br0" timeOffset="35545.82">20607 9396 379 0,'0'0'179'0,"0"0"-112"0,0 0 53 0,0 0 16 16,0 0-12-16,0 0-36 15,93-8-27-15,-53 8 24 16,1-8-38-16,11 8-3 16,-11 0-12-16,11 0-32 0,-5 0-6 15,-7-4-28 1,1 0-15-16,-13 0-78 0,-16 0-70 15,-12 4-237-15</inkml:trace>
  <inkml:trace contextRef="#ctx0" brushRef="#br0" timeOffset="47967.96">10037 17649 426 0,'0'0'273'0,"0"0"-243"0,0 0 24 0,0 0 33 0,0 0-85 15,0 0 2-15,0 0-2 16,0 69 108-16,0-57-12 15,0 12-9-15,0 1-20 16,0-2-46-16,15 5-15 16,10-7-2-16,16-2-1 15,-1-7-3-15,0-7-2 0,7-5 4 16,-13 0-4-16,6 0 2 16,-6 0 3-16,6 0 1 15,-9-25-1-15,4-14-3 16,-20-10 1-16,-15-12-6 15,0 6 0-15,0 2-2 16,-15 17-15-16,-32 20 4 16,-6 16 4-16,1 0 12 15,-10 33-13-15,3 30 13 16,12 6-7-16,7 0 4 16,18-18-3-16,22-15-10 15,0-12 16-15,0-16 0 16,56-8 4-16,-3 0-8 15,-7 0 8-15,1-16-8 0,-13-15 4 16,-9-5-6-16,-4 0-26 16,-14 3 28-16,-7 17 3 15,0 16 2-15,0 0-1 16,0 0 19-16,0 0 20 16,0 28-33-16,0 12-6 15,0 13 7-15,18 3-14 16,22-4 4-16,10 0 2 15,3-4 1-15,12 4 0 16,-9-4-3-16,-4 8 4 16,-27 9-5-16,-9-9 8 15,-16 8-4-15,0-4 7 16,-28-8 5-16,-53-16-7 0,-30-12 4 16,-4-24-6-16,6 0 1 15,32-7 5-15,21-37-7 16,37-13-4-16,19-11 1 15,28-9-5-15,72 2-12 16,39 10 16-16,22 13-9 16,19 20-2-16,-6 16-19 15,-19 16-11-15,-22 0-59 16,-40 0-263-16</inkml:trace>
  <inkml:trace contextRef="#ctx0" brushRef="#br0" timeOffset="64120.88">14524 8378 349 0,'0'0'106'0,"0"0"-49"0,0 0 10 15,0 0-46-15,0 0 12 16,0 0 35-16,0 0 79 0,0 0-25 16,0 0-30-16,0 0-4 15,0 0-44-15,0 0-4 16,0 0-31-16,0 0 12 15,0 0-19-15,0 0 21 16,0 0-15-16,0 0 18 16,0 0 2-16,0 0-22 15,0 0 3-15,0 0-4 16,0 0-10-16,0 3 9 16,0 13-7-16,18 1 6 15,-2-1 0-15,-4-1-3 16,-6 6 3-16,16-1-10 0,-10-4 15 15,7 4-16 1,-3-4 13-16,-4 0-5 0,7-4 0 16,-4 0 0-16,-3 0 1 15,1-5-5-15,-4-2 1 16,-9-1 3-16,6 0-1 16,1 0 9-16,-1 4-14 15,12 0 13-15,4 0-10 16,-10-4 11-16,4 0-12 15,-4-4 4-15,-5 0-1 16,-1 0-1-16,0 0 4 16,-6 0 0-16,9 0 0 15,-3 0-1-15,7 0 3 16,5-8-2-16,10-16 0 16,6-12 4-16,1 0-6 0,5 0-11 15,-15 4 10-15,-4 8-4 16,-2-4-5-16,3 3 17 15,3-2-17-15,-4-10 10 16,4 5-9-16,-9 9-9 16,8 6 12-16,-17 9 2 15,-7 8 4-15,0 0-2 16,0 0-22-16,0 0 7 16,0 0-59-16,0 0-81 15,0 0-318-15</inkml:trace>
  <inkml:trace contextRef="#ctx0" brushRef="#br0" timeOffset="65237.9">15212 8758 175 0,'0'0'100'0,"0"0"-97"0,0 0 3 0,0 0 41 0,0 0-6 0,0 0 77 16,0 0-58-16,0 0-23 16,0 5 17-16,0-5 3 15,0 0 6-15,0 0-6 16,0 0-10-16,0 0-11 16,0 0 27-16,0 8-14 15,0-5-9-15,0 2-28 16,0-2-8-16,0-3-2 15,0 0-2-15,0 0 12 16,0 0 1-16,0 0 23 16,0 0 6-16,0 0 7 15,0 0-24-15,6-3 3 16,0-22-26-16,1-11-1 0,8-4-1 16,-9-3-10-1,0 5-3-15,7 15 9 0,-13 7-6 16,0 16 10-16,0 0-5 15,0 0 10-15,0 0-1 16,0 0-2-16,0 0 4 16,-6 0-6-16,-19 8-26 15,-15 16-14-15,5 4-34 16,1 4-64-16,6-8-112 16,16 1-21-16</inkml:trace>
  <inkml:trace contextRef="#ctx0" brushRef="#br0" timeOffset="67734.97">26005 12769 530 0,'0'0'168'0,"0"0"-116"0,0 0 8 0,0 0-28 0,0 0-28 15,0 0 10-15,0 0 70 16,10 0 1-16,-10 0-21 16,0 0-25-16,0 0 24 15,0 0-47-15,0 0-15 16,12 0-2-16,-12 0 4 16,0 0-8-16,0 12 10 15,19 12 3-15,-4 0-7 16,4 5 20-16,3-1-13 15,-4 11 1-15,-5-6-1 16,8-2-5-16,-15 5 2 16,13-7-1-16,-3-5 8 0,-4-5-9 15,-6-14 8 1,0-5-10-16,-6 0 6 0,0 0-4 16,16 0 4-16,-10 0-7 15,13-5 4-15,9-31 0 16,12-11-2-16,6-1 7 15,1-9-7-15,6 1-4 16,-19 4-3-16,12 8-44 16,-18 12-13-16,-3 16-64 15,-16 0-19-15,-3 16-47 16,-6 0-2-16,0 0-203 16</inkml:trace>
  <inkml:trace contextRef="#ctx0" brushRef="#br0" timeOffset="68451.4">26582 13078 68 0,'0'0'532'0,"0"0"-428"0,0 0 36 0,0 0 46 16,0 0-124-16,0 0-30 15,25 0-1-15,3 0 51 16,0 0-37-16,-3 0-15 16,-4 0 9-16,-15 0-26 15,13 0 2-15,-10 0-7 16,-2 0-13-16,-7 0 5 15,0 19 0-15,12 10-1 0,-12 7-3 16,0-4 1 0,0 0-6-16,0-4 6 0,0-3 4 15,0-10-10-15,0-2 3 16,6-2 5-16,16-3-20 16,9-8-10-16,-3 0 29 15,18 0 2-15,-5 0 1 16,-1 0 1-16,-6-8 1 15,6 0 2-15,-15-8-10 16,3-7-9-16,-9-2-29 16,2-3-107-16,-14 8-302 15</inkml:trace>
  <inkml:trace contextRef="#ctx0" brushRef="#br0" timeOffset="76861.3">14976 9159 218 0,'0'0'58'0,"0"0"-6"0,0 0 66 0,0 0-40 0,0 0-65 16,0 0 0-16,0 0 0 15,0 8 1-15,0-8 9 0,0 0 46 16,0 0-7 0,0 0-2-16,0 0 54 0,0 0-52 15,0 0-15-15,0 0-46 16,0 0-1-16,0 0-5 16,0 0-18-16,0 0 16 15,0 0 7-15,0 0 2 16,0 0 17-16,0 0 23 15,0 0-29-15,0 0 5 16,0 0-18-16,0 0-1 16,0 0-7-16,0 0-1 15,0 0 8-15,0 0-6 0,0 0 3 16,0 0 8 0,0 0-6-16,0 0 10 0,0 5-10 15,0-5 3-15,0 3-2 16,16-3 1-16,-4 5 0 15,-6-5 5-15,10 3-3 16,-10-3 2-16,7 9 0 16,-1-1 9-16,10 0-10 15,-4-5 14-15,-2 5-16 16,2-8 11-16,-5 9 1 16,2-1 24-16,-9 0 13 15,7 0-30-15,-1 0-4 16,-2-4-15-16,2 4 7 15,-6-5-5-15,7-3-3 16,2 8 1-16,-3-8 1 0,7 9 13 16,-3-1-9-16,2-4 6 15,-2 0-4-15,-4-1 0 16,0 2-5-16,4 3 3 16,-4 0-3-16,7-4-1 15,3 0-2-15,-4 0 2 16,4-1-6-16,3 6 7 15,3-1-4-15,-16 0 2 16,10 0-1-16,-4-8 0 16,-5 8 0-16,9-8-1 15,-10 0 0-15,10 4 0 16,-10 0 1-16,0 0 0 16,10 0 4-16,-3-4-10 15,2 4 11-15,-2-4-10 0,9 5 5 16,-9-5 0-1,8 8 4-15,-8-8-1 0,9 7-6 16,-9-7 10-16,8 4-8 16,-5-4 2-16,3 0 1 15,3 0 0-15,-3 0-2 16,9 0 1-16,6 4 0 16,0 0 13-16,-5 0-4 15,-8 4 3-15,-8-8-8 16,15 8-3-16,-15-3 6 15,15-5-10-15,-6 0 6 0,3 0-4 16,-3 0 1 0,0 3-1-16,3 1 9 0,-10 0-9 15,26-4 9-15,-7 0-6 16,0 0-3-16,7 9 9 16,-1-9-9-16,1 8 0 15,-1-5-1-15,1 5-3 16,0-4 8-16,-7 4-7 15,-6 0 6-15,-6-8-6 16,6 5 9-16,-3-5-6 16,-3 0 0-16,-10 3-1 15,17 2-1-15,-14-2 2 0,-2 6 0 16,3-6 2 0,-10-3 9-16,0 8-10 0,10-8-1 15,-10 5 8-15,1-2-11 16,2 2 4-16,4 3-1 15,-7-1 0-15,16-2 2 16,-21 3-2-16,20 0 5 16,-8 0 0-16,-3-8-1 15,2 7-5-15,-5-2 1 16,-7-5 0-16,3 3-3 16,-3 2 3-16,0-2-2 15,-6 2 4-15,19-1 0 16,-3 0 0-16,2 0-2 15,10 4 8-15,-9 0-14 16,2 0 9-16,13 0-4 16,-9-4 1-16,-3 4 0 15,-10-5 4-15,1-3-1 0,2 8 6 16,-15-3-5-16,13-5-1 16,-1 4-3-16,0 0 0 15,16 0 0-15,-6 0 2 16,-3 5-5-16,2-6 9 15,-2 9-14-15,0-4 18 16,-4-4-15-16,4 5 10 16,2-6 0-16,-2 1-3 15,3 4 4-15,3-4-6 16,-4 0 7-16,4 1-13 0,3-2 15 16,0 9-18-16,-3-4 18 15,3-4-18-15,-10 8 15 16,10-4-8-1,-9 0 2-15,9-4 0 0,0 4-2 16,-16 0 7-16,16 0-14 16,-3-3 18-16,3-2-16 15,-4 6 15-15,4-1-15 16,0-8 12-16,3 11-7 16,-3-3 2-16,0-3 0 15,-3 2-5-15,3 1 13 16,0-3-17-16,-4-2 18 15,-8 5-15-15,2-3 9 16,1-1-6-16,-3 4 6 16,18-8-3-16,-16 11 0 0,1-6 1 15,9 3-9-15,6 4 17 16,-9-9-15-16,3 10 14 16,6-9-16-16,-16 12 11 15,23-13-3-15,-13 2 0 16,-16 3 1-16,16 0-5 15,-10-4 11-15,4 0-15 16,-3 8 17-16,9-8-16 16,-4 12 12-16,11-8-7 15,-1 0 2-15,-6 0 0 16,12 0-3-16,-9 4 6 16,-3-4-11-16,0 0 16 0,-10-4-15 15,-5 0 15-15,8 5-15 16,-2-1 9-16,3-5-2 15,-4 2 0-15,-2-5 2 16,-10 3-4-16,19 1 4 16,-3 4-8-16,-10 0 13 15,22 5-12-15,0-2 9 16,-9-2-4-16,3 2 0 16,0-3 1-16,-10-4-5 15,10 4 8-15,-9 0-10 16,9-3 14-16,-10 6-15 15,10-6 17-15,-9 2-17 16,9 1 13-16,6-3-6 16,-3 3 0-16,9-8-2 15,10 15-4-15,-13-7 11 0,-9 9-13 16,6-5 16-16,-15 0-15 16,15 0 16-16,-12-4-16 15,-4-4 7-15,16 8 0 16,-15-9-1-16,9 6 4 15,-10-1-8-15,4-4 12 16,3 0-11-16,-3 8 10 16,-4-8-11-16,4 4 10 15,-10 0-8-15,10-4 3 16,-3 8 0-16,2-12-2 0,-2 12 8 16,-7-8-12-1,10 4 14-15,-10 0-11 0,10 0 8 16,-3 0-7-1,2 1 4-15,-2-1-2 0,15 7 0 16,-15-2 0-16,2-5-3 16,4 3 10-16,-3-3-4 15,-10 1 3-15,16 7-6 16,-9-4 1-16,3-1-1 16,-4 2 0-16,4-1 4 15,3-1-8-15,3 2 11 16,-10 2-9-16,10-2 7 15,-9 7 1-15,2-9-2 16,-8-3-1-16,15 5-3 0,-3-1 4 16,-4-1-8-16,7 2 12 15,-3-1-9-15,9 8 10 16,6-4-10-16,-6 8 7 16,7 0-8-16,-10-3 7 15,9 2-6-15,-12-2 1 16,19-2 0-16,-1-7-3 15,-6 4 9-15,7 1-10 16,-7-6 10-16,-6 2-7 16,0-6 3-16,-9 1-4 15,9 5 5-15,0-1-3 0,0 4 0 16,4-4 1 0,2 7-5-16,10-2 8 0,-13-1-8 15,-9 0 13-15,12-4-13 16,-12-4 9-16,-9-3-5 15,2 2 1-15,-2 1 0 16,15 0-1-16,-9 0 3 16,3 0-7-16,0 0 12 15,3 9-12-15,-3-6 9 16,6 1-6-16,-10 4 2 16,4-3-1-16,6-6 0 15,-6 6 3-15,3-5-10 16,-9 3 14-16,3-2-12 15,3 7 14-15,-10-8-12 16,10 4 4-16,0-4-1 16,-3 0 0-16,3 0 0 0,0-5-2 15,-10 6 7-15,-5-6-8 16,9 2 11-16,2-2-8 16,4 2 4-16,13 3 1 15,-7 0-5-15,6 0 0 16,0 4 0-16,7-9 4 15,-7 10-11-15,13-5 17 16,-7-1-19-16,-12 1 19 16,-9 1-16-16,-3-1 6 15,6-4 0-15,-3 0 0 16,3 1 2-16,6-5-7 0,-16 0 10 16,10 7-13-1,-15-7 16-15,-1 4-15 0,10 4 12 16,-10-4-5-16,16 4 0 15,-9 0 0-15,15 0-3 16,-16-4 7-16,10 4-9 16,-9-4 15-16,9-4-17 15,0 12 16-15,-10-8-17 16,10 0 12-16,-3 0-5 16,-10 9 1-16,10-10-1 15,3 5-1-15,-9 0 4 16,9-4-7-16,-7 0 14 15,-8-4-18-15,21 12 17 16,-22-7-11-16,7-2 3 16,3 2 0-16,-10 6-2 0,10-7 5 15,-4-4-10 1,4 8 14-16,-10-3-14 0,1-2 17 16,8 2-19-16,-2-2 12 15,3 6-4-15,-4-1 1 16,4 0 0-16,3 3-1 15,-3-6 6-15,2-5-13 16,-2 12 13-16,-9-9-12 16,5 2 14-16,-9-2-11 15,10-3 4-15,-7 13 0 16,10-6-2-16,-3-2 4 16,9 11-8-16,-10-8 13 0,-2 0-17 15,9-1 17-15,-10 1-15 16,-3-3 10-16,7 3-2 15,3-4 0-15,-10 7 0 16,10-6-4-16,3 7 10 16,3 0-12-16,-10-12 15 15,10 9-16-15,-15-6 11 16,14 1-8-16,-8 4 4 16,3-8 0-16,-16 8-1 15,16-4 3-15,-10 0-8 16,7 4 15-16,-19-4-17 15,21 0 16-15,-8-4-15 16,-1 4 10-16,10-4-3 16,-10 4 0-16,4 0-1 15,-4-4-4-15,1 4 10 0,-1 5-10 16,22-1 12-16,-12-1-12 16,3-3 11-16,3 8-11 15,-16-7 5-15,10-2 0 16,-10-3 0-16,-6 5 2 15,7-2-6-15,2 1 11 16,4 0-13-16,2 0 15 16,-8 1-15-16,15-2 10 15,-10 5-7-15,-11-8 3 16,8 5 0-16,-9-5-2 16,13 3 5-16,-13-3-9 0,3 8 16 15,10-4-18-15,-13 1 14 16,22-2-10-16,-16 2 4 15,-5-5 0-15,14 0-1 16,-8 8 3-16,-1-8-7 16,-6 0 12-16,10 3-13 15,-10-3 14-15,-6 0-15 16,0 5 10-16,12-5-6 16,-12 0 3-16,7 4 0 15,2-4-3-15,-3 3 7 16,-6 2-10-16,0-5 13 15,13 3-10-15,-7-3 8 16,-6 0-9-16,6 0 4 0,-6 0 0 16,0 0 0-16,0 0 2 15,16 5-7-15,-4-2 11 16,-6-3-9-16,-6 8 9 16,6-8-12-16,1 5 11 15,8-1-6-15,-9-4 1 16,0 0 0-16,-6 0-3 15,0 0 7-15,0 0-12 16,0 0 16-16,0 0-13 16,0 0 11-16,7 3-10 15,-7-3 8-15,21 0-3 16,-14 0-1-16,11 0 0 16,-12 0-3-16,10 0 11 0,-10 0-17 15,-6 0 9-15,0 0-3 16,0 0-4-16,0 0 0 15,0 0-3-15,0 0 8 16,0 0-1-16,0 0 6 16,0 0 11-16,0 0-12 15,0 0 8-15,0 0-10 16,0-7-28-16,0-45-131 16,-22-1-354-16</inkml:trace>
  <inkml:trace contextRef="#ctx0" brushRef="#br1" timeOffset="109249.56">15051 9180 194 0,'0'0'57'0,"0"0"-34"0,0 0-23 15,0 0 117-15,0 0-32 16,0 0-29-16,0 0 1 15,0 0-35-15,0-5 13 16,0 2-21-16,0-2-5 16,0 2-8-16,0-2-2 0,0 5 2 15,0 0 6-15,0 0 44 16,0 0 74-16,0 0-14 16,0 0-46-16,0 0-20 15,0 0-43-15,0 0 4 16,0 0-5-16,0 0 0 15,0 0 2-15,0 0-2 16,0 0 12-16,0 0-2 16,0 0 5-16,0 0-9 15,0 0-5-15,0 0-1 16,0 0-2-16,0 0-3 16,0 0 3-16,0 0 0 15,0 5 1-15,0 6 22 16,0 6-6-16,0-1 5 0,0 4-18 15,0 4 2-15,0 4 0 16,0 0-3-16,0-4-1 16,0 0-2-16,0-4-3 15,-6 0-27-15,-1-3-4 16,1 6-42-16,6-15-119 16,-6 8-76-16,-3-4-206 15</inkml:trace>
  <inkml:trace contextRef="#ctx0" brushRef="#br1" timeOffset="109748.86">15004 9668 47 0,'0'0'272'0,"0"0"-244"0,0 0-24 0,0 0 22 0,0 0 65 16,0 0 23-16,0 36-26 16,0-28 40-16,0-3-46 15,0-1-37-15,0 4-26 16,0 5-3-16,0 2 10 15,0 6-18-15,0 2 12 16,0 1-8-16,0-4 19 0,0 0-24 16,0 1-7-1,0-10-7-15,0 6-20 0,0-1-35 16,0-1-40-16,0-2-35 16,0-2-24-16,0-6-282 15</inkml:trace>
  <inkml:trace contextRef="#ctx0" brushRef="#br1" timeOffset="110283.04">15032 10114 270 0,'0'0'286'0,"0"0"-242"0,0 0 8 0,0 0 33 0,0 0-1 15,0 0 18-15,-15 48-9 16,15-32-17-16,0-4-5 15,-7 13-21-15,7-14-21 16,-6 9-28-16,6-4-2 16,0 1 9-16,-6 3-17 15,0-1-8-15,-10 9 17 16,10 0-60-16,-6-3 4 16,5-6-30-16,7 6-64 15,0-9 3-15,0-4 38 0,0 4 23 16,0-4-76-16</inkml:trace>
  <inkml:trace contextRef="#ctx0" brushRef="#br1" timeOffset="110748.95">14951 10719 379 0,'0'0'213'0,"0"0"-211"0,0 0 20 0,0 0 28 0,0 0-19 0,0 0 58 15,0 20 10-15,0-15 7 16,0 3-61-16,0 0-21 0,0-4-18 15,0 7-6-15,0-3 0 16,0 13 2-16,0 3-5 16,0 0 6-16,0 4 0 15,0 0-3-15,0-4-8 16,0 1-43-16,0-6-35 16,0-10-122-16,0-1-29 15</inkml:trace>
  <inkml:trace contextRef="#ctx0" brushRef="#br1" timeOffset="111314.85">14986 11405 22 0,'0'0'539'0,"0"0"-529"0,0 0 10 0,0 0 1 0,0 0-6 16,0 0-6-16,0 73-5 0,0-57 24 16,0-5-14-16,0 9 62 15,0-3 59 1,0 2-30-16,0 2-84 0,0-6 10 16,-10 6-16-16,10-4-8 15,-6-2 0-15,6 1-13 16,-12-8 6-16,12 0-10 15,0-4-28-15,0-4-98 16,0 0-105-16,0 0-275 16</inkml:trace>
  <inkml:trace contextRef="#ctx0" brushRef="#br1" timeOffset="112048.14">15079 11915 196 0,'0'0'129'0,"0"0"-123"0,0 0 62 0,0 0 44 0,0 0-44 0,0 0-54 16,12 0-4-16,-12 0 9 15,0 0 52-15,0 0 42 16,0 0-22-16,0 0-33 15,0 0-31-15,0 0 20 16,0 0-34-16,0 0 0 0,0 0 20 16,0 0-18-16,6 0 14 15,10 0-17-15,2 0-12 16,23 0 5-16,-1-5-6 16,0-2 1-16,1-6-15 15,-7 10-17-15,-3 3-40 16,-3 0-82-16,-10 0-69 15,4 0 65-15,-10 0-116 16</inkml:trace>
  <inkml:trace contextRef="#ctx0" brushRef="#br1" timeOffset="112581.11">15969 11931 586 0,'0'0'137'0,"0"0"-109"0,0 0 84 0,0 0-21 0,0 0-7 15,0 0-48-15,99 0 2 16,-74 0 13-16,-4 8-7 16,-8-4-1-16,8-4-42 15,4 0 13-15,3 0-9 0,0 4-8 16,-3-4 4-16,9 4-2 15,0-4-11-15,6 0-16 16,1 0-27-16,-1 0-46 16,19 0-108-16,-19 0-71 15,7 0-169-15</inkml:trace>
  <inkml:trace contextRef="#ctx0" brushRef="#br1" timeOffset="112963.78">17131 12015 490 0,'0'0'119'0,"0"0"-36"15,0 0 40-15,0 0-54 16,0 0-25-16,0 0 46 16,168 28-50-16,-143-28 11 15,2 12-6-15,-8-12 16 16,-3 4-47-16,-4-4-6 15,7 8-8-15,2-4-11 0,4-4-17 16,9 0-44-16,-6 0 3 16,12 0-58-16,7 0-66 15,-1 0 5-15,-5 0-249 16</inkml:trace>
  <inkml:trace contextRef="#ctx0" brushRef="#br1" timeOffset="113363.56">18359 12111 413 0,'0'0'215'0,"0"0"-153"16,0 0 63-16,0 0-13 0,0 0-9 16,0 0-74-1,121 40 10-15,-93-40-11 0,-3 4 22 16,3-4-25-1,-10 0-1-15,10 4-14 0,-6-4-6 16,15 0-8-16,-9 5-7 16,0-5-16-16,3 0-62 15,3 0-8-15,-6 0-145 16,18 0 15-16,-5 0-268 16</inkml:trace>
  <inkml:trace contextRef="#ctx0" brushRef="#br1" timeOffset="113796.55">19816 12183 626 0,'0'0'37'0,"0"0"16"0,0 0 92 0,0 0-49 0,0 0-4 16,0 0-41-16,230 0-32 16,-205 12-19-16,9-12-1 15,-6 0-2-15,-3 0-20 16,2 0-1-16,8 0-61 15,2 0-66-15,-3 0-55 16,-6-4-60-16</inkml:trace>
  <inkml:trace contextRef="#ctx0" brushRef="#br1" timeOffset="114179.54">21342 12151 281 0,'0'0'367'0,"0"0"-324"16,0 0 66-16,0 0-14 16,0 0-70-16,0 0-1 15,273 16-24-15,-245-16-11 16,-3 0-60-16,2 0 3 0,14 0 18 15,-7 0-31 1,-3 0-66-16,18-8-238 0</inkml:trace>
  <inkml:trace contextRef="#ctx0" brushRef="#br1" timeOffset="114480.21">22824 12035 596 0,'0'0'112'16,"0"0"42"-16,0 0 23 15,0 0-114-15,0 0 9 0,0 0-54 16,276 44-13-16,-211-36-5 15,-3-4-2-15,10 5-1 16,-10-1-13-16,-10 3 0 16,-5 9-29-16,-19-8-15 15,3 1-37-15,-3-5-125 16,-16 0-75-16</inkml:trace>
  <inkml:trace contextRef="#ctx0" brushRef="#br1" timeOffset="114944.75">24002 12272 576 0,'0'0'152'0,"0"0"40"16,0 0-83-16,0 0 54 15,0 0-112-15,0 0-21 16,208 60-18-16,-183-60 3 16,15 0-12-16,-12 0-2 15,-3 0-1-15,-10 0-15 16,10 0 4-16,-3 0-28 16,3 0-3-16,-4-8-57 15,4-5-17-15,9 10-33 0,0-9 6 16,7-4 3-16,-1 8 19 15,13-4 25-15,-13 12-50 16,0-5 146-16,-5 5 12 16,-1 0 99-16,-3 0-11 15,15-8 54-15,-12 8-49 16,13 0 69-16,-7-3 15 16,7 3-99-16,-7 0 3 15,-6 0-36-15,0 0 2 16,-9 0-53-16,3 0-12 15,12-8 6-15,-6 0-18 16,0-4-17-16,-21-1-67 0,-7 5-193 16,-6 8-475-1</inkml:trace>
  <inkml:trace contextRef="#ctx0" brushRef="#br1" timeOffset="116543.18">15317 11365 577 0,'0'0'15'0,"0"0"-3"0,0 0 30 0,0 0-32 0,0 0 17 16,0 0 48-16,0 0 2 15,295 49-8-15,-267-33 4 16,0-4-32-16,3-1-27 15,-3-3-11-15,-10 0 4 16,4-3 7-16,12-5-8 16,-15 0 10-16,2 4 3 15,-8-1 19-15,-1 2-5 0,1-2 1 16,-4 2-29-16,3-5-5 16,-6 0-9-16,1 0-39 15,-7 0 29-15,0 0-59 16,0 0-72-16,0 0-111 15,0 3-233-15</inkml:trace>
  <inkml:trace contextRef="#ctx0" brushRef="#br1" timeOffset="117194.73">15755 11838 331 0,'0'0'184'0,"0"0"-167"0,0 0 26 0,0 0-33 15,0 0-2-15,0 0-5 0,-10 36-2 16,10-36 40-16,0 0-7 15,0 0 37-15,0 0 56 16,0 5 18-16,0-5-74 16,0 0-28-16,0 0-27 15,0 0-10-15,0 0-6 16,0 0 0-16,0-17 3 16,0-10 34-16,16-6 7 15,-10 5-35-15,13-8 23 16,-4 5-31-16,-3-2-1 15,-5-6 0-15,-7 1-37 16,12 10-24-16,-12 5-51 0,0 10-12 16,0 10-167-16</inkml:trace>
  <inkml:trace contextRef="#ctx0" brushRef="#br1" timeOffset="117710.18">15472 11635 83 0,'0'0'640'0,"0"0"-587"0,0 0-53 0,0 0 27 0,0 0-25 15,0 0 3-15,0 0 35 16,-12 27-40-16,12-27-10 16,0 0 10-16,0 0 85 15,0 0-36-15,0 0-21 16,0 0-10-16,0 0 2 15,0 0-16-15,0 0-4 16,0 0 9-16,0 0-9 16,0 0-3-16,0 0-92 15,0 0-62-15,0 0-117 16</inkml:trace>
  <inkml:trace contextRef="#ctx0" brushRef="#br1" timeOffset="166686.6">14691 9111 86 0,'0'0'439'0,"0"0"-372"0,0 0-30 0,0 0 11 15,0 0-14-15,0 0 38 16,0 0-4-16,0 0-11 15,0 0-15-15,0 0 4 16,0-8-25-16,0 8-18 16,0 0 8-16,0 0 16 0,0 0 11 15,0 0 4 1,0 0 18-16,0 0-55 0,0 0 4 16,0 0-2-16,0 0-4 15,0 0-3-15,0 0 4 16,0 0-8-16,-6 0 4 15,-16 0 0-15,4 0 0 16,2 5-3-16,-3 2 3 16,7 1 0-16,-10 0 0 15,4 0-8-15,-4 4 5 16,-3 4-12-16,3 9 14 16,-12-6-24-16,10 6 20 0,-4-1-8 15,9-9 10-15,4-7 1 16,8 5 0-16,7-5-2 15,0-1-23-15,-6-2 16 16,6 11-2-16,-6-1 6 16,-6 2 13-16,2-1-6 15,-2 8 10-15,6-7-7 16,-1 2-3-16,1-7 3 16,6 4-6-16,0-8 6 15,0 12-7-15,0-8 8 16,-9 9-8-16,9-10 2 15,0 1 2-15,-6 9-2 16,6-6 1-16,0-2 0 0,0 3 2 16,0-1-8-16,0 2 14 15,0 2-14-15,0-6 5 16,0 7 1-16,0-4 0 16,0 0 1-16,0 4 0 15,0-4 0-15,0 12 0 16,0-4 1-16,0 5 4 15,0-6 3-15,0 1-12 16,0 4 7-16,-13-3-3 16,1 3 7-16,-4-4-1 15,-2 7 11-15,-4-3-2 16,10-7 11-16,-1-1-21 16,-2-8-3-16,-4 4 3 0,-9 4-10 15,-3-8 6-15,-9 4-2 16,6-4-1-16,0 8 2 15,6-12 3-15,15 0-3 16,1-4 34-16,6 1-27 16,-10-2 6-16,16-3-13 15,0 5-1-15,-12-5-6 16,12 0 4-16,0 0 2 16,0 0 1-16,0 0 0 15,0 0 6-15,0 0-12 16,0 0 13-16,0 0-15 15,0 0 8-15,0 0 0 16,0 0-2-16,34 0-2 16,-15 0 3-16,9 11 1 0,-1 1 2 15,-8 1 0 1,15 2-3-16,-15 1 1 0,2 5-4 16,-8-1-1-16,-1 8 5 15,-2 0-5-15,-10 4 13 16,0 0-8-16,0 8 5 15,0 0-6-15,0 4 2 16,0-3-2-16,-22-2 0 16,3 5 1-16,-2 4 6 15,2-4-5-15,3 0 11 16,4-7-6-16,-7 3-6 16,4-4 1-16,3 4-1 0,-1 0 6 15,4-3 0-15,9 10-6 16,-13-3 0-16,1 5-1 15,-10 4 5-15,10-2-9 16,6 1 10-16,-7 4-9 16,4-12 9-16,9 0-3 15,0 0 0-15,0-3-2 16,0-1 0-16,0-4 2 16,0 0-4-16,28-4 7 15,18 1-13-15,1-2 18 16,9-3-20-16,3-12 9 15,-7-11-18-15,23-5-60 16,-10-21-45-16,-15-31-243 0</inkml:trace>
  <inkml:trace contextRef="#ctx0" brushRef="#br1" timeOffset="167749.78">13321 10171 420 0,'0'0'118'0,"0"0"-115"0,0 0 69 0,0 0 22 15,0 0 16-15,0 0-15 16,0 0-9-16,0-57-62 16,6 49 6-16,0 4 25 15,6-1-33-15,-2-2 12 16,14 7-24-16,-2-8 9 15,-3 4-15-15,2 4 1 16,-8 0-5-16,-7 0-14 16,-6 28-22-16,0 20 7 15,-6 16 11-15,-41 0-40 16,-5 0 38-16,18-7 20 16,-7-13-6-16,20-4 16 15,14-16 4-15,7-7 29 0,0-17-35 16,7 0-8-16,55 0 0 15,3 0 6-15,3 0-3 16,-15 0 47-16,-19-9-44 16,0 9 1-16,-22 0 0 15,-6 0-7-15,-6 0 0 16,0 0-44-16,0 0-36 16,0 12-139-16,-6 8-298 15</inkml:trace>
  <inkml:trace contextRef="#ctx0" brushRef="#br1" timeOffset="171763.17">15240 12352 289 0,'0'0'392'0,"0"0"-387"0,0 0-1 0,0 0 89 0,0 0-84 15,0 0 5-15,0 0 32 16,0 0 21-16,0 0-21 15,0 0 33-15,0 0-12 16,0 8-7-16,0 0-20 16,6 0-29-16,0-1-7 15,0 1 1-15,1 9 4 16,-1 3-8-16,0 0 29 16,3 8-10-16,-2-3 9 0,5-2-15 15,0-3-10-15,10 4-4 16,-10-4 6-16,10-4-14 15,-3-3 17-15,2 2-19 16,10 1 15-16,-3 1-8 16,13-1 6-16,5 4 2 15,-5 0 0-15,-1-4-2 16,0 0-2-16,0 0 5 16,-15-7-12-16,9 2 12 15,0 1-10-15,-6-4 7 16,3 0-3-16,10-4 0 15,-1 4-1-15,7-4-1 16,-1-4 4-16,1 4-7 0,2-4 12 16,-18 0-13-16,-3 0 11 15,12 4-10-15,-12 0 8 16,3 1-7-16,10 3 4 16,-14-5 0-16,14 5-1 15,-7-8 3-15,12 0-4 16,1 0 8-16,-7 0-9 15,-9 0 4-15,-3 0-2 16,0 0-1-16,-3 0 2 16,3 0 4-16,6 0-2 15,-9 0 6-15,3 0-4 16,6 0-1-16,0 0 3 0,3 0-11 16,-3 0 10-16,6 0-9 15,1 0 4-15,-13 0 0 16,-4 0-3-16,11 0 7 15,-1 0 2-15,6 0-1 16,0 0-2-16,1 0 1 16,5 0-5-16,1 0 1 15,5 0 0-15,1 0-3 16,-6 0 11-16,-7 0-18 16,0 0 18-16,-12 0-12 15,12 0 7-15,-12 0-6 16,19 0 6-16,-16-4-2 15,3-3 0-15,6-1 1 0,1-1-2 16,-7 5 5 0,6-4-16-16,-15 0 21 0,9 4-17 15,0 1 12-15,-6-2-9 16,12 5 4-16,-3-4 0 16,-9 0-3-16,6 0 9 15,1 0-11-15,-4 0 11 16,3 4-11-16,6-5 10 15,0 2 4-15,7 0-7 16,-1-2 1-16,1-3-3 16,-1 0 1-16,-5 8-5 15,5-4 9-15,-6-1-10 0,1-3 10 16,-1 5-6 0,0-1 5-16,1 0-8 0,-13-4 4 15,-4 4 0-15,17-1-1 16,-7 2 7-16,18-2-11 15,-11 2 11-15,-1-5 3 16,13 8-8-16,3-4 9 16,-16-4-10-16,0 0 7 15,-3 8-4-15,-2 0-2 16,-1 0 1-16,0 0 4 16,6 0-8-16,0 0 12 15,1 0-16-15,-10 0 9 16,9 0-3-16,-6 0 0 15,6 0 3-15,7 0 12 16,-7 8-15-16,1 12 9 0,-1-9-3 16,-6 2-7-16,-3-5 8 15,-9-1-11-15,12 1 5 16,-9 1-1-16,-4-1 0 16,4 5 2-16,3 2-6 15,6 1 11-15,-15 4-12 16,15 1 12-16,-12-6-13 15,-4 1 7-15,1 0-2 16,-4-4 0-16,-2 1 1 16,-7 2-3-16,0-2 9 0,10-2-8 15,-10 2 7 1,0 2-5-16,-6 1 4 0,0 4-5 16,0-7 4-1,6 3-4-15,-6 8 1 0,0-8 0 16,0 0 3-1,0 0-1-15,0-1 11 0,0 2-4 16,0-9-11-16,0-8 4 16,0 0-4-16,0 0 2 15,0 0-1-15,0 0-1 16,0 0-7-16,0 0 6 16,0 0 6-16,0-12-5 15,16-4 3-15,2-4-2 16,1 12-1-16,3-8 2 15,-4 0-4-15,16 4 8 16,-12-8-12-16,18-1 16 16,-9-2-17-16,3-5 7 0,-6 4-4 15,13-1-2-15,-10 9 4 16,-3 4-2-16,-7 1 2 16,-8 11 2-16,21-8 0 15,-3-5-3-15,3 6 10 16,6-6-10-16,0 1 6 15,7 0-2-15,-13 5-5 16,0 7-3-16,-3 0-1 16,-3 0 0-16,0 0 7 15,6 0 6-15,-9 0-8 16,9 0 10-16,-6 3-10 16,18 1 1-16,-5-4 4 0,-1 0 0 15,7 12 0-15,5 0-5 16,1 4 10-16,0-4-7 15,-7 1 5-15,-5 2-5 16,5-7 3-16,-6 5-1 16,1-5 0-16,-1 3 0 15,-18-2-5-15,18-1 11 16,-9 3-11-16,9 1 10 16,7-4-10-16,2 8 10 15,4-7-13-15,0 2 5 16,0 2-10-16,2-5 8 15,-8 0 5-15,-1-1 0 16,-5 1 1-16,5-3-4 0,-12-1 7 16,13 4-7-1,-7 0 6-15,-3 0-1 0,19-8-2 16,-9 12 0-16,12-8-2 16,3 11 1-16,-10-7-3 15,7 5 7-15,-3-1-10 16,3 0 14-16,0 0-10 15,3-4 8-15,-16 1-2 16,20-2 19-16,-11 1-18 16,-14 0 11-16,18 0-15 15,-19 0 5-15,6 0 4 16,1 0-5-16,-7 1 1 0,7-1 0 16,-1-8-4-1,1 3 1-15,-1-3-2 0,1 5 6 16,15 2-11-1,3-7 10-15,-3 16 0 0,-3-8-1 16,9-8-2-16,-9 8 0 16,-13-8-2-16,1 0 3 15,-1 0-2-15,4 0-2 16,-3 0 3-16,-7-8-9 16,6 0 13-16,1 5-14 15,6-10 14-15,-1 13-6 16,1-4 1-16,9-4 7 15,-3-3 1-15,3 2-8 0,-3-7 6 16,0-4 0-16,3 1-12 16,-9 2 15-16,-13 1-13 15,6 0 3-15,-18-1 0 16,6 9 0-16,4 1 2 16,-11-5-4-16,8 0 7 15,-11 0-4-15,17-4 8 16,-7-8-18-16,0-1 10 15,6-3-2-15,-12-3-4 16,-3 6 5-16,-13 6 0 16,-12 6 3-16,0 5-6 15,0 1 11-15,0-9-11 16,0-1 3-16,0 1-10 16,0 8-26-16,0 0-8 0,0 8-53 15,-59 0-386-15</inkml:trace>
  <inkml:trace contextRef="#ctx0" brushRef="#br1" timeOffset="189449.1">20077 13519 188 0,'0'0'394'0,"0"0"-344"0,0 0-5 0,0 0 36 16,0 0-46-16,0 0 4 15,0 0 22-15,0 0 29 16,0-24-34-16,0 24 19 16,0 0 8-16,0 0-37 15,0 0-34-15,0 0-8 0,0 0 8 16,0 0 5 0,0 0 16-16,0 0-24 0,0 0 14 15,0 0-11-15,0 0 7 16,0 12-8-16,-6 15-2 15,-7 10-9-15,-8 7 3 16,2 8-7-16,-9-3 5 16,3 10-5-16,-15-2-3 15,12-6 4-15,-6-2-8 16,15-13 7-16,7-11-8 16,12-14 11-16,0-7-6 15,0-4-9-15,0 0-7 16,0 0-2-16,31 0 22 15,15 0-17-15,1 0 20 0,-7-4 2 16,10-4-2-16,-19 0 0 16,-3 4-10-16,6-4 4 15,-15 0-24-15,2 0 10 16,-15 5-25-16,13 3 26 16,-3 0-22-16,-16 0-27 15,0 0 20-15,0-9 27 16,0 1-17-16,0-8-64 15,0 0 35-15,0 4-22 16,0-4 84-16,0 16 7 16,0 0-2-16,0 0 99 15,0 0-7-15,0 0 40 16,0 0-44-16,-10 3-35 0,4 10-26 16,6-1 4-16,0 24-22 15,0 4 11-15,0 13-5 16,0 3 6-16,0 4-6 15,0-12-4-15,0-9-7 16,0-6-4-16,0-17-27 16,0 0-126-16,0-16-149 15,6 9-309-15</inkml:trace>
  <inkml:trace contextRef="#ctx0" brushRef="#br1" timeOffset="196109.1">19596 9568 98 0,'0'0'176'0,"0"0"-106"0,0 0 65 0,0 0-64 15,0 0-44-15,0 0-1 0,0 0 28 16,47 0-22-16,-41 0-8 15,-6 0 30-15,0 0 38 16,0 0 20-16,0 0-40 16,0 0-8-16,0 0-24 15,0 0 1-15,0 0-23 16,0 0-10-16,0 0 3 16,0 0-9-16,-19 20 4 15,-2 1-2-15,21 7 16 16,0-4-19-16,0-4 0 15,0 0 4-15,0-9-10 0,56-2 3 16,15-1 2-16,9-4 10 16,23-4-8-16,-26 0-3 15,-15 0 6-15,-9-4-10 16,-19-36 9-16,-15-12-10 16,-4-12 6-16,-15-1-6 15,0 1 4-15,0 16-10 16,-56 8 3-16,-15 12-12 15,-10 16 14-15,-21 12-19 16,9 0 26-16,-6 52-2 16,6 12 1-16,6 0-5 15,34 0-2-15,32-12-23 16,21-11-77-16,0-13-77 0,12-16-51 16,50-12-11-16</inkml:trace>
  <inkml:trace contextRef="#ctx0" brushRef="#br1" timeOffset="196641.9">20272 8722 146 0,'0'0'465'0,"0"0"-397"0,0 0 48 0,0 0 11 0,0 0-21 15,0 0-38-15,-52-76-27 0,52 76 23 16,0-4-38 0,-10 4 12-16,10 0-17 0,0 0 6 15,0 0-21-15,0 4-6 16,0 32-3-16,0 17 3 15,22 11 20-15,18 11-19 16,1 2 21-16,-1 11-17 16,-9-4 0-16,-3 4-2 15,-16 5-5-15,4-1 2 16,-16-12-4-16,0 4 3 16,0-15-14-16,0-1-23 15,0-8-78-15,0-8-129 16,-16-11-264-16</inkml:trace>
  <inkml:trace contextRef="#ctx0" brushRef="#br1" timeOffset="198157.15">11863 15565 278 0,'0'0'306'0,"0"0"-291"0,0 0 3 0,0 0 32 0,0 0-24 15,0 0 3-15,-46 67 46 16,39-54 0-16,7-2 11 16,0-2-25-16,0 7-24 15,0 0-11-15,0 7-19 16,0 2 15-16,0 3-19 16,0-8-1-16,7 0 5 15,-1-4-7-15,12-8 4 16,17 5 1-16,-7-10-5 15,12-3 5-15,13 0-2 16,-1 0 17-16,10 0 6 0,-3-24-9 16,-6-21 24-16,-7-14-22 15,1-10 7-15,-13 1-25 16,-6 4 16-16,-22 8-16 16,-6 8-1-16,0 4 3 15,-12 12 0-15,-44 4-6 16,3 12 9-16,-6 7-9 15,-3 9 6-15,10 0-3 16,-7 12 0-16,12 25-9 16,7-5-3-16,6 4-5 15,15-4 4-15,10 4 2 0,3 12 5 16,6 8 9 0,0 9-6-16,0-1 3 15,0-4-3-15,0-16-16 16,0-7-4-16,0-26-6 0,28-11-18 15,6 0 14-15,6 0 27 16,13-16 1-16,-1-16 6 16,-5 0-2-16,6 7-2 15,-13 14 1-15,-12 11 2 16,0 0 0-16,-16 0 13 16,-6 39 6-16,13 14-7 15,-4 15-9-15,-8 4-6 0,5-3-20 16,-6-18-49-1,4-22-229-15,-4-29-182 0</inkml:trace>
  <inkml:trace contextRef="#ctx0" brushRef="#br1" timeOffset="198891.41">12378 15745 25 0,'0'0'567'0,"0"0"-490"0,0 0-4 0,0 0-7 0,0 0-18 16,0 0-41 0,12 0 44-16,-12 0-1 15,0 0-12-15,0-36 2 16,0-20 27-16,0-21 9 0,0-23-36 15,0-21-11-15,0-18-10 16,0-14 8-16,0 0-23 16,16 9-3-16,-4 19-1 15,7 22-2-15,3 23-4 16,-10 31-2-16,-6 21-4 16,-6 28-34-16,0 0-36 15,0 33-122-15,0 19-43 0,0 4-382 16</inkml:trace>
  <inkml:trace contextRef="#ctx0" brushRef="#br1" timeOffset="199539.49">12824 14153 525 0,'0'0'164'0,"0"0"-101"0,0 0 59 0,0 0-36 16,0 0-77-16,0 0 2 16,22 0 41-16,3 0-16 15,3 0-27-15,-6 0 22 16,-10 20-28-16,-12 32 26 15,0 20 26-15,0 20-41 16,0-7-14-16,-28-6-17 16,9-10 0-16,4-17-5 15,15-16 17-15,0-16 1 16,0-12-6-16,22-8 3 16,37 0 2-16,9-8 5 0,6-15-2 15,-9 2 1-15,-12 12-5 16,-13 9-39-16,-12 0-138 15,0 13-67-15,-28 31-5 16</inkml:trace>
  <inkml:trace contextRef="#ctx0" brushRef="#br1" timeOffset="200173.05">13268 15645 662 0,'0'0'265'0,"0"0"-184"0,0 0-15 0,0 0-29 0,0 0-13 15,0 0 65-15,220-65-69 16,-155 65-18-16,-9-4 8 16,-19 1-9-16,3 3-2 15,-12 0-6-15,-15 0-1 16,2-5-33-16,-9 5-24 15,-6 0-31-15,0 0-183 16,0 0-88-16</inkml:trace>
  <inkml:trace contextRef="#ctx0" brushRef="#br1" timeOffset="200406.58">13268 15645 1100 0,'-16'-182'82'0,"16"182"-75"15,16 0 6-15,37 0 40 16,5 0-41-16,4-3 8 16,-9-9-20-16,-6 4-5 15,-13-5-57-15,-16 2-32 0,-2 3-151 16,-16 8-297-1</inkml:trace>
  <inkml:trace contextRef="#ctx0" brushRef="#br1" timeOffset="202237.89">14443 15191 634 0,'0'0'232'0,"0"0"-157"0,0 0 65 0,0 0-54 15,0 0-10-15,0 0-46 16,214-136 16-16,-168 124-38 15,-11 8 9-15,-11 4-9 16,-2 0-7-16,-10 16-1 16,-12 48 4-16,0 12-10 15,0 12-9-15,-24 1-17 16,-32-9-11-16,3 0 23 0,7-11 12 16,5-14 8-16,35-10-1 15,6-13 0-15,0-9-3 16,0-14-17-16,28-9-15 15,19 0 25-15,-7 0 11 16,-15 0 7-16,-4 0 25 16,-8 0 4-16,-7 0-12 15,0 0-21-15,-6 0-1 16,6 0-4-16,10 0-54 16,-10 0-98-16,0 0-277 15</inkml:trace>
  <inkml:trace contextRef="#ctx0" brushRef="#br1" timeOffset="202970.07">15045 14430 316 0,'0'0'270'0,"0"0"-236"0,0 0 40 0,0 0 14 0,0 0-60 0,0 0 3 16,0 3 36-16,0-3 20 15,0 0-27-15,6 0-42 16,22-8 12-16,18-8 8 15,-6 1 6-15,-15 2-34 16,-3 13-5-16,-10 0-10 16,-12 0-3-16,7 13 7 15,-7 26-3-15,0 2-4 16,0 7 7-16,0 16 0 0,-7 0-5 16,-17-4-13-16,14-4-17 15,4-15-35-15,6-18 12 16,0-19 3-16,6-4 26 15,62-4 25-15,1-36 5 16,-4 1 34-16,3 10-3 16,-28 17-31-16,-15 12-37 15,-25 0-158-15,0 16-31 16</inkml:trace>
  <inkml:trace contextRef="#ctx0" brushRef="#br1" timeOffset="203653.26">15674 14990 544 0,'0'0'295'0,"0"0"-220"0,0 0 22 0,0 0-7 0,0 0-56 16,0 0-5-16,0 0 24 16,0 234-48-16,0-167 11 15,6 2-13-15,-6-5 11 16,0-4-14-16,0-4-5 0,0 0 0 16,0-12-30-16,0-3-30 15,0-13-44-15,0-8-2 16,0-16-120-16,0-4-9 15</inkml:trace>
  <inkml:trace contextRef="#ctx0" brushRef="#br1" timeOffset="203936.98">15413 15476 438 0,'0'0'189'16,"0"0"-184"-1,0 0 51-15,0 0 90 0,0 0-67 16,0 0 7-16,0-13 9 16,19 13-26-16,9 0 24 15,-3 0-39-15,9 0-12 16,6 0-36-16,1 0-6 15,5 0-9-15,-6 0-45 16,7 0-21-16,-13-3-202 16,-9 3-309-16</inkml:trace>
  <inkml:trace contextRef="#ctx0" brushRef="#br1" timeOffset="205817.35">16514 15043 504 0,'0'0'167'0,"0"0"-156"0,0 0 3 0,0 0 74 16,0 0-27-16,0 0 26 16,68-84 30-16,-61 84-48 15,-7 0 18-15,0 0-28 0,0 0-3 16,0 20-48-16,0 20-1 16,0 11-14-16,-28 15 15 15,3-2-12-15,3 3 8 16,4-10-8-16,11-9 3 15,7-8-8-15,0-12 3 16,0-8-25-16,0-12 1 16,31-8-29-16,10 0 48 15,15 0-5-15,-16 0 14 16,-9 0 2-16,-3 0-12 16,-10 0 2-16,4 0-21 15,-10-5 10-15,4-6-12 16,-10-1 0-16,0-4-38 15,1-4 10-15,-1 4-26 0,-6 8 29 16,6 4 9-16,-6 4 49 16,0 0 12-16,0 0 73 15,0 0 20-15,0 12-73 16,0 20-10-16,0 11-14 16,0 10 16-16,0 11 10 15,0 1 0-15,0-9-6 16,0-12-12-16,0-16-16 15,0-4-5-15,0-8-12 16,0 4-127-16,0-8-181 16,0-7-243-16</inkml:trace>
  <inkml:trace contextRef="#ctx0" brushRef="#br1" timeOffset="206484.91">17209 14546 580 0,'0'0'72'0,"0"0"-6"0,0 0 25 0,0 0-69 0,0 0-3 15,0 0-16-15,102-24 27 16,-102 71 3-16,0 10-21 16,-6 11-6-16,-34-4-10 15,12-7 4-15,9 2-22 16,10-18 19-16,9-13 3 15,0-17 0-15,21-11-35 0,54 0 35 16,18-11 6-16,0-22 16 16,-6 2 6-16,-7 11-28 15,-27-1-12-15,-19 21-111 16,-28 0-39-16,-6 13-152 16</inkml:trace>
  <inkml:trace contextRef="#ctx0" brushRef="#br1" timeOffset="207399.54">12105 17284 266 0,'0'0'350'0,"0"0"-342"0,0 0 30 0,0 0 37 0,0 0-23 16,0 0 10-16,0 0 11 16,-15 161 2-16,36-148-33 15,20-10-2-15,-1 2-6 16,-3-2 43-16,13 1-41 16,-19-4-14-16,9 0-12 15,0 0 6-15,-12-15-4 16,6-34-10-16,-15-7 6 15,-13-5 1-15,-6 17-18 16,0 13 2-16,0 15 6 16,0 16-3-16,-12 0 4 15,-47 0 0-15,-22 0-6 16,1 3-11-16,5 18-44 16,29-1 15-16,12 4 16 15,27 16 20-15,7 0-61 0,0 0-85 16,28-4-122-16</inkml:trace>
  <inkml:trace contextRef="#ctx0" brushRef="#br1" timeOffset="207849.26">12499 16579 406 0,'0'0'0'0,"0"0"0"0,0 0 157 0,0 0-68 0,0 0 23 0,-34 240 1 16,34-160-13-16,0 1-35 15,0-1-15-15,0 0-8 16,34 5-42-16,-3 3 8 16,9-9-8-16,-6-10-1 15,-6-20-63-15,-3-26-74 16,3-23-149-16,-16 0-252 16</inkml:trace>
  <inkml:trace contextRef="#ctx0" brushRef="#br1" timeOffset="208416.09">12905 16338 151 0,'0'0'559'0,"0"0"-494"0,0 0-41 0,0 0 8 16,0 0-32-16,0 0 37 16,62-32-1-16,-43 32-6 15,-19 0-21-15,0 40 70 16,0 20-47-16,0-4-32 0,0 8 0 15,0-11-32 1,0-13-1-16,0-8 20 0,0-8 11 16,0-16-2-16,0 0-4 15,40-8 6-15,6 0 0 16,-11 0-6-16,5-11 7 16,13-6-18-16,-19 9-11 15,12 4-29-15,-5 4-36 16,-7 0 3-16,-10 0-55 15,-8 0-224-15</inkml:trace>
  <inkml:trace contextRef="#ctx0" brushRef="#br1" timeOffset="208932.65">13581 17317 413 0,'0'0'330'0,"0"0"-263"0,0 0 33 0,0 0-6 16,0 0-35-16,0 0-2 0,99 0 37 16,-52 0-45-1,-7 0-1-15,16 0-46 16,-19 0-2-16,3 0-3 0,-6 0-39 15,-12 0-13-15,-9 0-82 16,-7 0-123-16,-6-4-127 16</inkml:trace>
  <inkml:trace contextRef="#ctx0" brushRef="#br1" timeOffset="209181.57">13581 17317 551 0,'53'-229'416'16,"-53"229"-382"-16,12 0-11 15,22 0 49-15,0 0-57 16,19-4-15-16,-6-12 0 15,-1 0-17-15,-6 1-128 16,-6 2-125-16,-12 9-141 16</inkml:trace>
  <inkml:trace contextRef="#ctx0" brushRef="#br1" timeOffset="209848.74">14738 16570 3 0,'0'0'508'0,"0"0"-467"15,0 0-36-15,0 0 65 16,0 0 58-16,0 0-13 15,-28 190-66-15,-6-142 1 16,9-1-41-16,12-6 7 16,-8-10 6-16,14-2-8 15,1-9-14-15,6-8-1 16,0-1-1-16,0-6-42 0,0-1 14 16,25 0 27-1,15-4 2-15,-6 0 1 16,7 0 0-16,-13 0-2 0,3 0 6 15,-3 0-8-15,-1 0 4 16,-8 0-61-16,-7 0-50 16,4 0 39-16,-4 0-21 15,1 0-2-15,-4 0 11 16,-3-4 14-16,0-8-10 16,-6 4 75-16,0 4 5 15,0 4 13-15,0 0 78 16,0 0 45-16,0 20-97 0,0 13-29 15,0-2 12 1,0 13 0-16,0 4-5 0,-6 4 29 16,-9 12 17-16,2-3-22 15,7-6-36-15,6-10-10 16,0-24 4-16,0-21-196 16</inkml:trace>
  <inkml:trace contextRef="#ctx0" brushRef="#br1" timeOffset="210680.88">15593 16708 550 0,'0'0'56'0,"0"0"22"0,0 0 83 0,0 0-60 0,0 0-22 15,0 0-31-15,25 119 4 16,-16-78-19-16,-2-1 20 16,-7 0-14-16,0 0-34 15,0 4-2-15,0-3 10 16,0-2-24-16,0-3 11 15,0-8-30-15,0-12-67 16,0-7-108-16,0-9-245 16</inkml:trace>
  <inkml:trace contextRef="#ctx0" brushRef="#br1" timeOffset="210986.33">15460 17040 259 0,'0'0'441'0,"0"0"-411"15,0 0 173-15,0 0-51 16,0 0-90-16,0 0 39 0,254 0-64 16,-207 0-13-16,-7 0-14 15,0 0-20-15,-9 0-2 16,-3 0-36-16,-9 0-105 16,-19 0-273-16</inkml:trace>
  <inkml:trace contextRef="#ctx0" brushRef="#br1" timeOffset="211663.23">16347 17361 335 0,'0'0'300'0,"0"0"-237"0,0 0 38 0,0 0-21 16,0 0-49-16,0 0 4 16,0-52 27-16,0 16-21 0,0-12 10 15,0-17-6-15,0-7 21 16,0-4-46-16,9-4-2 15,-9 8-12-15,12-8-9 16,-5 3 12-16,5 10-18 16,4 6-3-16,-10 29-3 15,0 15-6-15,-6 17-17 16,0 0 22-16,0 5 13 16,0 39-8-16,-12 17 0 15,-29 2-19-15,-5 1-63 16,-1-8 49-16,13-7 3 15,0-13-181-15,15-8-76 16</inkml:trace>
  <inkml:trace contextRef="#ctx0" brushRef="#br1" timeOffset="212246.34">16862 16659 132 0,'0'0'445'0,"0"0"-416"0,0 0 72 0,0 0 32 0,0 0-79 16,0 0-26-16,-13 80 29 15,-15-36-7-15,3 9 29 16,4 7-29-16,2 4 3 0,7-8-42 15,12 4-9-15,0-12-4 16,0 1 12-16,0-13-23 16,12-5 16-16,16-6-6 15,3-14-8-15,3-6-11 16,6-5-4-16,1 0 22 16,5-28 0-16,-12-21 2 15,0-2-1-15,-21 10-8 16,-7 9 6-16,-6 12 9 15,0 20-4-15,0 0 11 16,-40 0-2-16,-13 16-9 16,0 25-7-16,7-2 3 15,-4 1-10-15,25 4 13 16,13-11-19-16,3-9-94 16,9-4-152-16,0-8-263 0</inkml:trace>
  <inkml:trace contextRef="#ctx0" brushRef="#br1" timeOffset="214610.3">18306 17269 327 0,'0'0'320'0,"0"0"-279"0,0 0 66 0,0 0 17 0,0 0-40 16,0 0-3-16,416 68-38 16,-335-64 1-16,-4-4 1 15,-3 0-1-15,7 0-16 16,0 4-9-16,-1-4 7 16,7 0-23-16,12 0 14 15,-6 0-13-15,10 0 4 16,-4-4-6-16,0-17 3 15,-6 2-2-15,16 7 3 16,-16-4-3-16,-13 4 0 16,-11-1 1-16,-4-6 0 15,3 7 2-15,-9-4-2 16,0 7-2-16,3-2 0 0,-10-10 19 16,10-2 0-16,-9-13-20 15,6-13 4-15,3-15 1 16,-9 0-10-1,6 0 9-15,-13 12-5 0,1 11 1 16,-13 5-1-16,0 4-3 16,-15-4 3-16,15 0 0 15,-13 0 5-15,4 4-10 16,-3-1 12-16,-4-3-13 16,10 0 14-16,-9-12-12 15,3-4 4-15,18-4 0 16,-6-8 0-16,-3 0-6 15,16-4 3-15,-19 12 6 16,-1 7-4-16,-14 13 3 0,-7 25-3 16,0-6 3-16,0 6 8 15,-6-6-10-15,16-2-2 16,-4-6-2-16,7-7 8 16,3-4-5-16,6-9 4 15,3-2-6-15,3-1 3 16,0-1-2-16,6 10-7 15,0-10 9-15,13 1-6 16,0 0 6-16,9 0-4 16,-9 0 8-16,-1-1 4 15,1-2-7-15,-3 18 3 16,-13-7-2-16,3 16-4 16,-6 4 0-16,7 0 0 0,5 0 0 15,-6-4 4 1,7 4-5-16,-7 4 10 0,-18 12-14 15,-4 4-5-15,4 0-6 16,-3 0-10-16,-1 0 9 16,32 0-17-16,-13 0-47 15,3 0 8-15,1-5 20 16,-19-10 11-16,-22-1-168 16,0 11-236-16</inkml:trace>
  <inkml:trace contextRef="#ctx0" brushRef="#br1" timeOffset="-214369.09">22523 14802 439 0,'0'0'240'0,"0"0"-54"0,0 0-35 0,0 0-95 0,0 0-27 15,0 0-22-15,16 0 57 16,15 0 5-16,-3 0-25 16,24 0-14-16,-24 0 16 15,19 0-29-15,-7 0 4 16,-6 0-21-16,-9 0-5 15,-9 0 3-15,2 0-14 16,-18 0 11-16,0 13-13 0,0 26 11 16,0 10 8-16,0 10-4 15,-52 2-6-15,5-5-8 16,0-8-9-16,13-16-6 16,22-16-3-16,-4-16-114 15,16 0-251-15</inkml:trace>
  <inkml:trace contextRef="#ctx0" brushRef="#br1" timeOffset="-213670.32">23934 14962 592 0,'0'0'176'0,"0"0"-137"0,0 0 60 0,0 0-36 16,0 0 17-16,0 0-29 0,-18 0 13 16,18 0 9-16,0 0-22 15,0 5 7-15,6 7-49 16,28-8-3-16,-3 0 2 15,9-4-11-15,16 0 6 16,9 0-2-16,-12-28 5 16,9-8-4-16,-3-13-2 15,-13-15 5-15,10-8-11 16,-25-12-12-16,-9-1 17 16,-10 13-39-16,-12 16 19 15,0 16 4-15,-34 25 6 16,-37 15 10-16,3 0-2 0,-13 39-4 15,0 25 7-15,10 16 10 16,3 1-10-16,21-13-2 16,19-24-80-16,22-12-193 15,6-24-146-15</inkml:trace>
  <inkml:trace contextRef="#ctx0" brushRef="#br1" timeOffset="-213154.15">24635 13619 604 0,'0'0'271'0,"0"0"-145"0,0 0-18 0,0 0-44 0,0 0-24 0,0 0-31 16,0 241-1-16,0-177 6 16,-6 20 2-16,-13 12 23 15,13 12-4-15,-16 0-7 16,10-3-28-16,-1-13-3 15,-15-12 3-15,28-15-29 16,-12-9-10-16,6-12-16 16,-3-4 15-16,2-8-21 15,1-12-1-15,6-20-104 16,0 0-156-16</inkml:trace>
  <inkml:trace contextRef="#ctx0" brushRef="#br1" timeOffset="-212503.59">24976 13711 209 0,'0'0'230'0,"0"0"-24"0,0 0 11 0,0 0-73 0,0 0-87 0,0 0 20 0,50 5 2 0,-44-5-35 15,6 0-23-15,1 0-4 16,8 0 3-16,-14 11-12 16,5-2 20-16,-6 7-22 15,-6 4-1-15,0 12 1 16,0 8-12-16,0 12-3 16,0 0-10-16,0 4-33 15,-25-8 8-15,19-4 43 16,-3-11-14-16,9-14 11 15,0-2 7-15,0-17-7 0,9 0-35 16,16 0 8-16,9 0 14 16,-6-12 9-16,-3 4 7 15,-4 8 2-15,-8 0-9 16,9 0-19-16,-4 0-122 16,-5 0-154-16,2 12-206 15</inkml:trace>
  <inkml:trace contextRef="#ctx0" brushRef="#br1" timeOffset="-211971.82">25571 14730 674 0,'0'0'157'0,"0"0"-8"0,0 0-4 0,0 0-43 0,0 0-29 16,0 0-37-16,242-92-5 15,-202 72-30-15,1 4 2 16,-7 8-3-16,-9 0-7 16,-4 8-8-16,-14 0-39 15,17 0-6-15,-14 0-108 0,-10 0-132 16,0 11-193-16</inkml:trace>
  <inkml:trace contextRef="#ctx0" brushRef="#br1" timeOffset="-211738.89">25652 14441 791 0,'0'0'306'0,"0"0"-271"16,0 0-26-16,0 0 20 16,0 0-29-16,0 0-54 15,226-124-201-15,-185 104-210 16</inkml:trace>
  <inkml:trace contextRef="#ctx0" brushRef="#br1" timeOffset="-211023.2">26715 14093 558 0,'0'0'176'0,"0"0"-95"0,0 0 117 0,0 0-102 0,0 0-61 0,0 0 19 16,28-25 0 0,-3 17-7-16,9 8-32 0,0 0 16 15,0 0-15-15,-21 24 4 16,6 21-17-16,-13 10-2 15,-6 9-1-15,0 5-13 16,0 8-8-16,-47 6-20 16,-12-2 6-16,0 2-36 15,-3-14 43-15,22-13 25 16,6-15 3-16,22-18 8 16,12-15 2-16,0-8-10 15,0 0-18-15,34 0 14 16,31 0 8-16,9-23 26 15,1 6-23-15,-10-7 13 0,-16 16-6 16,-2 4-3-16,-22 4-11 16,-25 0-4-16,15 0-65 15,-15 8-106-15,0 9-240 16</inkml:trace>
  <inkml:trace contextRef="#ctx0" brushRef="#br1" timeOffset="-210640.36">27295 14707 589 0,'0'0'245'0,"0"0"-189"0,0 0 90 0,0 0-106 0,0 0 4 15,0 0-16-15,208 0 34 16,-146-53-33-16,3-15-2 16,3-13 8-16,-15-7-1 15,-6 0-4-15,-35-1-13 16,10 6 1-16,-22 19-17 15,0 15 13-15,0 13-14 16,-47 21 0-16,-6 15-3 0,-21 0 1 16,-13 15-27-16,7 42 29 15,21 2-5-15,3-10-29 16,37-21-21-16,7 4-240 16</inkml:trace>
  <inkml:trace contextRef="#ctx0" brushRef="#br1" timeOffset="-199280.14">23962 16736 347 0,'0'0'185'0,"0"0"-165"0,0 0 24 0,0 0 28 0,0 0-5 15,0 0 1-15,0 0-21 16,0 0 16-16,47 100 16 16,-41-100-11-16,6 0-44 15,-12 0 8-15,22 0 0 16,-4 0-1-16,-2 0-13 15,3 0-10-15,15 0-3 16,0-20 7-16,-3-8 15 16,3-8-22-16,-6 3 7 15,-16 1-2-15,1-4-3 16,-13-9-7-16,0 2-6 16,0 3-12-16,0 7-8 0,-7 22 15 15,-39 11-27-15,12 0 26 16,-19 40 12-16,-12 20-19 15,-3 16-32-15,15-4 8 16,7-11 10-16,24-17-45 16,22-13-75-16,0-11-23 15,0-12-67-15</inkml:trace>
  <inkml:trace contextRef="#ctx0" brushRef="#br1" timeOffset="-198582.81">24343 15845 154 0,'0'0'397'0,"0"0"-364"0,0 0-20 0,0 0 57 0,0 0-16 16,0 0-30-16,-15 141-10 16,9-110 69-16,6 2 2 15,0 3 8-15,-6 0-30 16,6 8-14-16,-7 8-1 15,7 0-22-15,0 1 5 16,0 3-29-16,0-1 1 16,0-2 5-16,0 3-6 15,0-4-1-15,0 4-2 16,0 1 0-16,0 2 1 0,0-2-1 16,0-9-15-1,0-16-35-15,0-9-38 16,0-14 6-16,0-9-126 0,0 0-3 15,25 0 67-15</inkml:trace>
  <inkml:trace contextRef="#ctx0" brushRef="#br1" timeOffset="-197783.1">24923 16703 177 0,'0'0'565'0,"0"0"-523"0,0 0 19 0,0 0 50 15,0 0-78-15,0 0-2 16,121 0 49-16,-68 0-16 0,0 0 13 16,9 0-41-1,-10 0-6-15,-5 0-29 0,-7 0 5 16,7 0-4-16,-13 0 0 15,-16 0-2-15,4 5-26 16,-22 3-12-16,12-5-64 16,-12 5 3-16,0 1-140 15,0-9-79-15</inkml:trace>
  <inkml:trace contextRef="#ctx0" brushRef="#br1" timeOffset="-197451.82">25004 16487 74 0,'0'0'442'0,"0"0"-385"16,0 0 9-16,0 0 69 0,0 0-6 16,0 0-1-16,214 0-51 15,-168 3 10-15,1 5-67 16,-13 0-15-16,6-3-5 15,-6-5-49-15,-9 0-90 16,-3 0-271-16</inkml:trace>
  <inkml:trace contextRef="#ctx0" brushRef="#br1" timeOffset="-196518.49">26709 16591 583 0,'0'0'106'0,"0"0"-42"0,0 0 13 0,0 0-40 0,0 0-34 15,0 0 45-15,0 0 77 16,0 56-62-16,0-31-21 15,0 2 45-15,6-3-73 16,-6 0 0-16,19 1-10 16,-3-1-3-16,2-4 3 15,4 4-4-15,-4-4 4 16,-5 3-3-16,15-2 0 16,-7-6 3-16,-8-2-8 0,-13-9 7 15,12-4-6-15,-5 0-15 16,-1 0 17-16,-6-32-3 15,0-17 4-15,0-7 7 16,15-4-1-16,-15-7-2 16,13-14 2-16,-1-7 12 15,-3-12-16-15,16-9-2 16,-19-8-3-16,22 6 2 16,-15 6-3-16,2 21 2 15,4 12 0-15,9 15 4 16,-4 13 22-16,11 5-8 15,11-6-13-15,7 13-1 0,-7 9-4 16,4 6-8 0,15 9 0-16,3 5 3 0,-3 3-9 15,-3 0 3-15,-3 0-62 16,-12 0-114-16,-13 3-402 16</inkml:trace>
  <inkml:trace contextRef="#ctx0" brushRef="#br1" timeOffset="-195669.57">27345 16177 214 0,'0'0'350'0,"0"0"-280"0,0 0-7 0,0 0 64 0,0 0-44 15,0 0-3-15,53 0-18 16,-35 0-7-16,4 0 16 16,-3-3-50-16,2 3 12 15,4 0-24-15,-3 0 7 16,-4 0-12-16,-2 20-2 16,-10 20-2-16,-6 16-2 15,0 8-10-15,0 8-34 0,-46 17-3 16,-1-5 27-1,-3-3 19-15,10-14 4 0,15-18-1 16,13-18 0 0,12-11 0-16,0-15 7 0,0-5-6 15,0 0-2-15,53 0 2 16,-13 0 23-16,13 0 34 16,-13 0-14-16,-6-8-17 15,-15 8 10-15,-7-4-23 16,4 4-11-16,-10 0-3 15,0 0-6-15,0 0-1 16,10 0-61-16,-4 0-47 16,0 0-179-16,-5 0-39 15</inkml:trace>
  <inkml:trace contextRef="#ctx0" brushRef="#br1" timeOffset="-195186.23">27937 16780 561 0,'0'0'74'0,"0"0"-32"0,0 0 50 0,0 0-43 0,0 0-34 0,0 0 26 16,0 31 76-16,16-31-10 15,2 0-40-15,4 0 10 16,3 0-55-16,15-3-4 15,7-30-2-15,-1-6-14 16,1-10 11-16,2-2-12 16,-18-10 3-16,-9 5-4 15,-22-1-1-15,0 5-4 16,0 12-11-16,-6 4 0 16,-41 8-8-16,-9 12 10 0,-9 5-20 15,19 6 0 1,-22 5 14-16,15 0-38 0,13 0-20 15,5 24 50-15,11 8 15 16,-10 0-179-16,6 1-252 16</inkml:trace>
  <inkml:trace contextRef="#ctx0" brushRef="#br1" timeOffset="-193721.06">27571 15601 79 0,'0'0'507'0,"0"0"-388"0,0 0-106 0,0 0 34 16,0 0-40-16,0 0-7 15,0 0-13-15,0-5 6 0,0 5 4 16,0 0 3-16,0 0 17 16,0 0 44-16,0-3 7 15,13 3-9-15,15-5-10 16,6-3-21-16,12 8 11 15,7-4-20-15,12 1-2 16,3-2 6-16,7 5-17 16,-10 0 13-16,3 0-18 15,-3 0 19-15,-3 0-3 16,-9 0 1-16,6 0-9 16,3 0 10-16,-3 0-14 15,9 0-4-15,6 0-2 16,-9 0 6-16,10 0-7 0,-16-16 11 15,9 4-16 1,-22 4 9-16,-5 0-2 0,-7 0 0 16,-16 4 0-16,17 0-4 15,-11 0 6-15,-2 0-6 16,-3 0 8-16,-19 4-11 16,9 0 12-16,-9 0-5 15,0 0 2-15,0 0-1 16,0 0-1-16,0 0 8 15,0 0-7-15,0 0 6 16,0 0 8-16,0 16-13 16,0 9 8-16,0 3-5 0,-9 0 15 15,2-4 0 1,1 4-3-16,-6-5-9 16,12-7-4-16,0 1-8 0,0-9-45 15,0 3-61-15,0-2-216 16,0-9-369-16</inkml:trace>
  <inkml:trace contextRef="#ctx0" brushRef="#br1" timeOffset="-172349.57">29115 14743 643 0,'0'0'178'0,"0"0"-133"0,0 0 60 0,0 0-28 0,0 0-56 0,0 0-14 16,0 0 35-16,221-238 19 15,-187 191-20-15,6 6-15 16,-15-11 17-16,3-8-25 15,-16-5-2-15,22-7-9 16,-6-12-6-16,-9 4-2 16,2-3 2-16,-8-2-6 15,-13-12 10-15,0 9 2 16,0-4-5-16,0-8 7 16,-13-5-9-16,-27-3-3 15,0 3 2-15,-1 14-8 0,1-1 7 16,-6 3 2-16,-1 4-3 15,-9-6 8-15,4-9-10 16,-7-13-11-16,-16 1-3 16,-12-9-2-16,1 5 3 15,-14 4 18-15,14 3 5 16,-1 9 13-16,0 12-18 16,13 1 5-16,-7 6 0 15,-12 1-1-15,-9-5-4 16,-16-11 0-16,-3 4-1 15,-6-8-2-15,0-5 3 16,-1 5 7-16,8-4 25 0,8 7-24 16,16 2-9-1,-3 6 2-15,6 17 3 0,-7-8 0 16,20 11 2 0,-23-3 1-16,32 0-4 0,-10-8 2 15,1 0 1-15,-1 0-12 16,1-1 12-16,-13 1-13 15,-7-4 6-15,-2 11-2 16,15 1 2-16,-6 0-11 16,6 20 10-16,-6-12-7 15,7 4 3-15,-7-13-6 16,-10 1 4-16,-15-8-25 16,-18-4 17-16,-4 4 10 15,1 0 6-15,12 3 3 16,6 5 4-16,28 8 23 0,0-4-8 15,25 3-19-15,2 6 5 16,11-6-1-16,2 6-2 16,0-7 6-16,-6-1 15 15,3-5-22-15,10-8-4 16,-1-13 3-16,13 1-9 16,10 12 14-16,2-4-11 15,16 15 9-15,6 9-12 16,0-4-1-16,0-4 5 15,52-8 1-15,23-16-10 0,12 3 10 16,12-7-3 0,3-1-6-16,-9 6-4 0,-18 14 12 15,-23 24 2-15,-18 26-1 16,-21 15 1-16,-13 12-2 16,0 0-11-16,6 0-14 15,-6-8 0-15,0 4-29 16,0-4-98-16,0-5-165 15</inkml:trace>
  <inkml:trace contextRef="#ctx0" brushRef="#br1" timeOffset="-171689.64">24257 6713 433 0,'0'0'140'0,"0"0"-91"0,0 0 34 0,0 0 5 0,0 0-66 16,0 0-20-16,272-36 25 15,-253 36 12-15,-10 0 0 16,-9 0 3-16,0 0 10 16,0 36 5-16,0 16 66 15,-15 8-77-15,-10 4-11 16,3 0-13-16,4-3-20 15,18-17-2-15,0-8-2 0,0-20-28 16,0-8-88 0,12-8-193-16</inkml:trace>
  <inkml:trace contextRef="#ctx0" brushRef="#br1" timeOffset="-170273.9">23227 3051 363 0,'0'0'147'0,"0"0"-141"0,0 0 43 0,0 0 49 16,0 0-25-16,0 0-24 15,-22 0-13-15,22 0 22 16,0 0 17-16,0 0 0 0,0 0-42 16,0 0-18-16,0 0 2 15,0 5-8-15,0 6 13 16,0 1-21-16,0 1 2 16,0-2 0-16,0-2 8 15,0-6 1-15,0 5 36 16,0-3-19-16,28-5-20 15,7 0-8-15,5 0 7 16,6 0-2-16,13-25-2 16,0-19 22-16,-3-8-20 15,-10-7 5-15,-5 6-5 16,-23 4-12-16,-5 10 5 16,-13 11-6-16,0 20 0 0,0 8 7 15,-59 0-2 1,-28 8 7-16,-6 23-9 0,19-6 4 15,21-5 0-15,25-8-22 16,22 0 8-16,6 4-75 16,0 4 10-16,0 8-14 15,0 4-106-15,0-15 6 16,0-2-172-16</inkml:trace>
  <inkml:trace contextRef="#ctx0" brushRef="#br1" timeOffset="-169741.72">23674 1965 393 0,'0'0'263'0,"0"0"-250"0,0 0 8 0,0 0 53 16,0 0 15-16,0 0-32 16,0 164 73-16,12-108-77 15,16 4 19-15,-9 4-37 16,9 0-16-16,-7 1-6 15,-15-1-10-15,7 4-6 16,-7 8 7-16,-6 5-6 0,0-1 9 16,0-5-14-16,-19-14 8 15,19-1-2 1,-15-20-6-16,15-11-23 0,0-22-43 16,0-2-119-16,0-5-143 15,0 0-75-15</inkml:trace>
  <inkml:trace contextRef="#ctx0" brushRef="#br1" timeOffset="-169306.58">24455 2959 606 0,'0'0'323'0,"0"0"-247"0,0 0-27 0,0 0 65 0,0 0-86 16,0 0-28-16,220 0-26 15,-158 0-36-15,-15 0-27 16,-7 0-65-16,-6-3-56 16,-34-10-180-16</inkml:trace>
  <inkml:trace contextRef="#ctx0" brushRef="#br1" timeOffset="-169042.52">24455 2959 805 0,'-127'-149'101'0,"133"149"-35"15,44 0 95-15,9 0-44 16,-7 0-65-16,1 0-39 15,3 0-8-15,-3 0-10 16,-7 0-6-16,1 0-30 0,-13 0-91 16,-6 0-183-16,-4 0-377 15</inkml:trace>
  <inkml:trace contextRef="#ctx0" brushRef="#br1" timeOffset="-166177.52">25444 2787 376 0,'0'0'108'0,"0"0"-56"0,0 0-20 0,0 0 4 0,0 0 6 16,0 0 85-16,0 0-29 15,0-16-29-15,0 11-30 16,0-2 42-16,0 7-39 16,0-4-22-16,0 0 28 15,0 4-12-15,0 0-5 0,0 0-15 16,0 0 2-16,0 0-17 15,0 0 7-15,0 0-8 16,0 0 0-16,0 23 0 16,0 5 0-16,6 9-1 15,10 3 4-15,-10 4-7 16,13 4 8-16,-4 1-7 16,10-2 6-16,15-6-3 15,-6-10 0-15,-6-11-3 16,-3-12 2-16,-3-3 1 15,-16-5 0-15,-6 0 4 16,6 0-2-16,0 0 1 16,10-24 9-16,3-12-10 15,8-4-2-15,-2-9 0 0,3-3 1 16,0-12-5-16,-16-4 7 16,7-8-7-16,3-5 4 15,-10 1-6-15,16-3 2 16,3-10-11-16,-9-7-5 15,18 0 13-15,-6 0-12 16,-9 11 2-16,-9 9 17 16,-4 16 2-16,-6-13 0 15,7 5 9-15,2-20-9 16,10 7 13-16,9 13-15 16,6 16 0-16,1 24 0 15,-1 12 7-15,34 9 13 16,13-2-4-16,6 13-6 15,28 0 30-15,-3 0-34 0,9 0-6 16,0 0-5 0,-6 0-48-16,-22 0-103 0,-30 4-342 15</inkml:trace>
  <inkml:trace contextRef="#ctx0" brushRef="#br1" timeOffset="-164744.09">26641 2069 132 0,'0'0'190'0,"0"0"-134"0,0 0 98 0,0 0-117 0,0 0 16 15,0 0 51-15,0 0 4 16,0 0-4-16,0 0 7 15,0 0-31-15,0 0-16 16,0 0-37-16,-12 4-27 16,-10 19 11-16,-15 10-8 15,-4 15-6-15,-14 4 5 16,14 5-2-16,-5-1 2 16,-13 11 0-16,25-6 2 15,-13-5-4-15,13-8 1 16,16-12 6-16,2-11-14 0,16-10 7 15,0-2-1-15,0-13-21 16,0 0-15-16,0 0-5 16,16 0 2-16,24 0 34 15,6 0 6-15,-5 0-2 16,5 0-1-16,-12 0-1 16,-3 0 3-16,-3 0-6 15,0 0-45-15,-15 0 11 16,-7 0 23-16,15 0-2 15,-14 0 18-15,-7 0-7 0,6 0-2 16,6 0-50-16,-12 0 9 16,6 0 31-16,-6 0 21 15,0 0 7 1,0 0 32-16,0 0-3 0,0 0-31 16,0 0 27-16,0 0-6 15,0 0 26-15,-18 0-11 16,12 0-11-16,-10 3-26 15,-2 30 7-15,-10 3-6 16,9 11 13-16,-3 6 18 16,16 7-26-16,-6-7 1 15,12 2-4-15,-13-7-7 16,13-12-15-16,0-8-6 16,0-15-114-16,0-13-176 15,0 0-231-15</inkml:trace>
  <inkml:trace contextRef="#ctx0" brushRef="#br1" timeOffset="-164377.95">26970 2791 839 0,'0'0'198'0,"0"0"-146"0,0 0-23 0,0 0-29 0,0 0-99 16,0 0-234-16,0-9-204 15</inkml:trace>
  <inkml:trace contextRef="#ctx0" brushRef="#br1" timeOffset="-163647.38">27751 2326 429 0,'0'0'192'0,"0"0"-191"0,0 0 111 0,0 0 42 0,0 0-41 16,0 0-47-16,-186 60-48 15,130-37 3-15,4 2-16 16,-1 3 14-16,19-8-15 16,9 0 9-16,9-3-4 15,16-2-7-15,0 1-2 16,0 4 3-16,35-4-15 15,33 0 16-15,3 12-9 16,10-8 9-16,-1 9-8 0,-12-1-6 16,-21 0 7-16,-16-8 3 15,3-1-10-15,-12-2 5 16,-16-1-9-16,6 4 11 16,-12 4 6-16,0 7-2 15,0 14 0-15,-24-1 9 16,-26-3-9-16,3-2 2 15,1-15 4-15,6-7-7 16,15-9 0-16,-3-8 5 16,0 0-10-16,3 0-8 15,-3 0-23-15,22 0-124 16,-6-28-118-16,12-5-11 16</inkml:trace>
  <inkml:trace contextRef="#ctx0" brushRef="#br1" timeOffset="-163063.09">27810 2358 237 0,'0'0'389'0,"0"0"-301"0,0 0-60 0,0 0 40 0,0 0-1 0,0 0-45 16,-12 0 26-16,12 0 30 16,0 8-5-16,12-8-28 15,10 7 14-15,12 1-33 16,6-3-22-16,-9-5-4 15,9 0 0-15,-5 0-40 16,-14 0-88-16,-8 0-144 0,-13 0-255 16</inkml:trace>
  <inkml:trace contextRef="#ctx0" brushRef="#br1" timeOffset="-161848.41">27029 1346 123 0,'0'0'141'0,"0"0"-45"0,0 0-13 0,0 0 22 0,0 0-105 0,0 0 8 0,0-15-8 16,0 15 23-16,0 0 92 16,0 0 52-16,0 0-18 15,0 0-92-15,0 15-20 16,15 2-9-16,4-9-19 15,9 0-4-15,-4-4-1 16,4 0 22-16,6 4-8 16,-15 0 23-16,9 9-9 15,6-2 19-15,13-2-33 16,-7-5-8-16,25 7 3 16,3-15-6-16,-3 0-3 15,16 0 0-15,0 0-7 16,-1 0 6-16,7 0-3 0,-13 0 5 15,-8 0-5-15,-4 0 2 16,-10 0-1-16,-5 0-2 16,-7 0 2-16,0 0-8 15,1 8 14-15,-16-8-17 16,9 8 4-16,-6 8 5 16,-10-4-7-16,4-4 8 15,-4 0-3-15,-5 0 8 16,2-4-12-16,-8 1 15 15,-7-5-17-15,0 0 18 0,0 0-16 16,0 3 14 0,0 2-2-16,0 11-1 0,0 4-3 15,0 16 6-15,0 3-3 16,12 6-8-16,3-13 14 16,-2-16-20-16,-1 0 3 15,-12 0-27-15,0-8-67 16,0 8-132-16,0-16-395 15</inkml:trace>
  <inkml:trace contextRef="#ctx0" brushRef="#br1" timeOffset="-155998.83">23013 4905 482 0,'0'0'115'0,"0"0"-58"0,0 0 27 0,0 0-56 0,0 0 33 0,0 0 47 15,0 0-3-15,174 11-20 16,-156-11-22-16,10 0-28 16,7-24-27-16,-4-19-2 0,3-14-6 15,-6-19-1-15,-10-1-4 16,-12 13-12-16,4 9-30 15,-10 27 32-15,0 20 14 16,-34 8 2-16,-28 0 14 16,-10 0-15-16,-2 36 0 15,-7 11-8-15,22 6 0 16,13 7-14-16,18-4-108 16,22-8-171-16,-1-8 12 15</inkml:trace>
  <inkml:trace contextRef="#ctx0" brushRef="#br1" timeOffset="-155503.49">23568 3786 245 0,'0'0'395'0,"0"0"-369"0,0 0 19 16,0 0 109-16,0 0-47 15,-40 224-61-15,40-160-7 16,0 4-14-16,0 0 29 15,0 21-2-15,0 7 14 16,0 8-32-16,-16 0-8 0,4-4-19 16,12-7-7-16,0-25 0 15,0-11-32-15,0-21-2 16,0-21-90-16,19-15-154 16,-4 0-165-16</inkml:trace>
  <inkml:trace contextRef="#ctx0" brushRef="#br1" timeOffset="-154987.42">24074 4656 831 0,'0'0'95'0,"0"0"-27"0,0 0 42 0,0 0-28 0,0 0-33 15,0 0-42-15,322-25-7 0,-241 17-4 16,-29 0-41 0,1 1-18-16,-31-1-68 15,-22 0-135-15,0 3-108 0</inkml:trace>
  <inkml:trace contextRef="#ctx0" brushRef="#br1" timeOffset="-154754.32">24142 4443 814 0,'0'0'409'0,"0"0"-399"16,0 0 24-16,0 0 33 0,0 0-61 16,0 0-6-1,282-20-20-15,-229-4-63 0,-7 4-177 16,-40 4-478 0</inkml:trace>
  <inkml:trace contextRef="#ctx0" brushRef="#br1" timeOffset="-147109.95">25218 4459 38 0,'0'0'469'0,"0"0"-397"0,0 0-48 0,0 0 34 16,0 0-16-16,0 0-34 15,0 0 6-15,0 0 10 16,0 0 30-16,0 0 21 16,0 0 7-16,0 0 12 15,0 0-72-15,12-8-3 16,4-4-17-16,9 0 23 15,-4 0-15-15,13 4-6 16,-9 0 1-16,15 8-1 0,-12-4-4 16,3 4 0-1,-9 0-3-15,6 0-4 0,-22 0 0 16,-6 40-7-16,0 24 9 16,-68 32-33-16,-31 12-134 15,-22 5-141-15,6 0-54 16,16-18 195-16,12-10 172 15,13-17 138-15,49-24 55 16,19-4 2-16,6-20-112 16,0-16 13-16,86-4 19 15,42-4 10-15,11-35-67 16,22 6-54-16,-37-3-4 0,-27 12-1 16,-39 12-13-16,-30 12-151 15,-28 0-140-15,0 8-250 16</inkml:trace>
  <inkml:trace contextRef="#ctx0" brushRef="#br1" timeOffset="-144944.93">26074 4913 39 0,'0'0'417'0,"0"0"-309"0,0 0-53 0,0 0 26 15,0 0-40-15,0 0 6 16,0 0-21-16,0 0-6 15,0 0 15-15,0 0 90 16,0 0-34-16,0 0-15 16,0 0-13-16,0 0-33 15,0 0-11-15,-13 0-3 16,7 0-3-16,-3 0-4 16,3 0 14-16,6 0-15 0,0 16-6 15,0 12-2-15,0 3 0 16,0 5 0-16,0-3 1 15,0-2-1-15,0-6 3 16,15-1-6-16,4-12-5 16,-7-4 4-16,16-8-12 15,-9 0 3-15,8-12 3 16,8-32 9-16,-11-8 1 16,10-12-11-16,1-16 10 15,-1-5-17-15,-16-27-5 16,4-4-36-16,-16-13-9 15,-6 4-54-15,0 25-61 16,0 20 51-16,0 24 34 0,0 24 98 16,0 12 34-16,0 8 47 15,0 4-60-15,6-4-20 16,47 4 48-16,15 0 29 16,44 0-48-16,24 3-2 15,16 2 51-15,3 3-3 16,-9 0-66-16,3 0-10 15,-37 0-12-15,-26 0-100 16,-24 0-179-16,-37 0-315 16</inkml:trace>
  <inkml:trace contextRef="#ctx0" brushRef="#br1" timeOffset="-144213.91">26942 4487 550 0,'0'0'100'0,"0"0"-75"0,0 0 54 0,0 0 13 16,0 0-6-16,0 0-2 0,-174 77-50 16,168-57 8-16,6-1-20 15,0 1 7-15,0 5-20 16,6-1 14-16,41-8 3 16,15-1-5-16,3 2-2 15,9-1-18-15,-9-13-1 16,-3 10 0-16,-21-1-14 15,-7 4-20-15,-28 0 3 16,-6 8 31-16,0 5 4 0,-16 7 35 16,-49 3-9-16,-3 2-8 15,-3-2-16-15,-10-6 1 16,7-10 0 0,-1-6-14-16,29-6-3 15,12-11-24-15,15 0-27 0,19 0 17 16,0-7-89-16,0-29-206 15,0-21-166-15</inkml:trace>
  <inkml:trace contextRef="#ctx0" brushRef="#br1" timeOffset="-144027.58">27345 4371 433 0,'0'0'37'0,"0"0"-37"0,0 0-40 0,0 0-109 0</inkml:trace>
  <inkml:trace contextRef="#ctx0" brushRef="#br1" timeOffset="-141931.91">1129 15252 67 0,'0'0'633'16,"0"0"-633"-16,0 0 0 16,0 0 30-16,0 0 84 15,0 0-53-15,-41-21 15 16,41 21-19-16,0 0-24 15,0 0 12-15,0 0 31 16,0 0-25-16,0 0-18 16,0 36-7-16,-12 16-24 15,12 17 4-15,-16 11 4 16,16 9-7-16,0-1 0 0,0 15 3 16,0-1-4-1,0-2 0-15,0-4 3 0,0-12-2 16,7-12-3-16,14-31 0 15,-8-10-7-15,2-23 5 16,-9-8-15-16,1 0 13 16,-1 0-12-16,6 0 16 15,4 0 0-15,9 0 0 16,27 0 0-16,57 0 0 16,64 0 2-16,54 0 0 15,27 0 8-15,0 0-9 16,-27 0 6-16,-26 0-2 15,7 0-10-15,-28 0 11 0,-13 0-9 16,-27 20 3 0,-19-7 0-16,-41-10-1 0,-21-3 1 15,-12 0-5-15,-13 0 10 16,0 0 0-16,0 0-5 16,0-12 6-16,-3 0-4 15,3 0-3-15,7-4 1 16,-20-7 0-16,10 6-3 15,-9-15 4-15,-3 12-6 16,-4-8 10-16,4-5-8 16,-7 6 3-16,-6-9-4 15,-6-1-4-15,0-3 8 16,-6 0-17-16,-47-7 9 16,-12-2 3-16,3 1 3 0,-12-16-3 15,3-16 5-15,-4-8-17 16,16-6-17-16,13-9-22 15,5-2 15-15,13 5-6 16,7 15-5-16,-4 34-16 16,-3 22 68-16,-6 26 38 15,-3 3-15-15,-13 0 19 16,19 32-29-16,-3 4-9 16,6 0-3-16,3-8 19 15,16-11-12-15,-3 6 2 16,-7 1 0-16,-3 1 22 15,-12 3-23-15,-3-4 1 16,-13-4-5-16,4-12-3 16,-7-8 17-16,0 0-8 0,-9 0 1 15,-9 0-11-15,-22-5 21 16,-34 5-11-16,-22 0 26 16,-18 0-26-16,-13 0 14 15,12 20 47-15,-11-4-67 16,24 1-3-16,21 2 2 15,23 2-8-15,36-1-7 16,29-4-14-16,33-12-32 16,13-4-159-16,0 0-682 15</inkml:trace>
  <inkml:trace contextRef="#ctx0" brushRef="#br1" timeOffset="-51789.57">14089 1099 61 0,'0'0'0'0,"0"0"-22"0</inkml:trace>
  <inkml:trace contextRef="#ctx0" brushRef="#br1" timeOffset="-51689.39">14089 1099 569 0,'-114'-121'107'0,"95"117"-48"16,10-8-34-16,3-8-25 15,6-5-29-15,0-2-110 16,0 10-221-16</inkml:trace>
  <inkml:trace contextRef="#ctx0" brushRef="#br1" timeOffset="-51424.89">13947 853 242 0,'0'0'308'16,"0"0"-276"-16,0 0-31 16,0 0 32-16,0 0 20 15,0 0-12-15,9-3-1 16,-9 3 0-16,0 0 20 0,0 0-15 15,13 0 11-15,-7 3-36 16,0 10-11-16,-6 7-1 16,6-4 2-16,3 8-1 15,-9 0 14-15,0 9 7 16,0 6-17-16,0 13 17 16,-27 9-9-16,-20-2 4 15,7 2-14-15,-13-1 5 16,19-16-4-16,-6-4-7 15,-1-16-5-15,35-16 7 16,6-8-14-16,0 0-41 16,0 0-86-16,0-16-241 15,0-23-235-15</inkml:trace>
  <inkml:trace contextRef="#ctx0" brushRef="#br1" timeOffset="-50942.66">13593 994 638 0,'0'0'39'0,"0"0"-34"0,0 0 68 0,0 0 85 16,0 0-78-16,0 0-35 16,28 0-23-16,31 0 90 0,3 20-47 15,-3 8-32 1,0 13-11-16,-3-2-7 0,-16 13-3 16,13 1-5-16,-7 3-14 15,-5 0 3 1,-1-4-8-16,-6-4-28 0,-15-16-25 15,-13 9-71-15,-6-17-126 16,0-12-138-16</inkml:trace>
  <inkml:trace contextRef="#ctx0" brushRef="#br1" timeOffset="-49939.09">14536 581 261 0,'0'0'342'0,"0"0"-296"0,0 0 5 0,0 0 38 16,0 0-44-16,0 0-22 15,-12 76 9-15,12-27 54 0,18 15-10 16,-2 8-55-16,-4 8 1 16,-6 12 31-16,-6 4-4 15,0 1-16-15,0 3-9 16,0 0 4-16,0 5-25 16,22 3 7-16,-16 5-7 15,7-2 23-15,-7-6-21 16,0-2 1-16,16-6 1 15,-4-1-2-15,4-7 4 16,-10 7-7-16,10-4 7 16,-9-4-7-16,11 9 15 15,-8-2-13-15,2-2 9 16,-2 4-12-16,-10 6 1 0,0-3-4 16,7-3 10-16,2 11-16 15,-9-3 16-15,1 7-12 16,-7-4 9-16,0 1-6 15,0-13 1-15,0 8-1 16,0-3-1-16,0-6 4 16,6 13-8-16,12 2 10 15,4 6-5-15,-3 8 2 16,-4 8-2-16,-2-8 1 16,-1-8 0-16,-6-11 0 15,4-17 0-15,-4 9-2 16,0-9 2-16,-6-1-8 15,0 10 17-15,0-1-15 0,0 1 10 16,0-1-6 0,0 0 4-16,0-16-2 0,0-11 7 15,0-14-7-15,0-6-3 16,0-5 3-16,12 8-1 16,-5 8 4-16,8 9-11 15,-2 3 8-15,-1-8-26 16,3-12 6-16,-8-16-15 15,-7-3-10-15,0-14-25 16,0 1-35-16,0-12-166 16,0-8-314-16</inkml:trace>
  <inkml:trace contextRef="#ctx0" brushRef="#br1" timeOffset="-49042.5">15038 902 487 0,'0'0'63'0,"0"0"-41"0,0 0 74 15,0 0 33-15,0 0-42 16,0 0 4-16,0 0-49 16,0 0 19-16,0 12-19 15,13-4 1-15,2 8-18 16,-2 4-9-16,11 16 7 0,4 12-12 16,0 9 13-16,-3 10-21 15,9-3 0-15,6-7 1 16,1-13-8-16,-7-8-5 15,-9-16-12-15,-4-4-33 16,-8-12-44-16,-7-4-99 16,-6 0-112-16,0 0-213 15</inkml:trace>
  <inkml:trace contextRef="#ctx0" brushRef="#br1" timeOffset="-48641.7">15165 1680 23 0,'0'0'414'0,"0"0"-401"0,0 0 22 0,0 0 71 0,0 0-29 0,0 0-19 16,0 15 38-16,19-15 70 15,15-11-102-15,13-29-2 16,5-20-10-16,10-9-9 15,-3-7-36-15,10-4-7 16,-11 8 0-16,-5-5-7 16,-3 13-34-16,-19 12-2 15,-10 21-19-15,-8 10-12 16,-7 13 7-16,-6 0-16 16,0-4-106-16</inkml:trace>
  <inkml:trace contextRef="#ctx0" brushRef="#br1" timeOffset="-47861.96">13268 2041 354 0,'0'0'242'0,"0"0"-188"0,0 0 2 0,0 0 66 0,0 0-27 15,0 0-35-15,-174 0-20 16,174 0-15-16,-9 0 19 16,9 0-27-16,0 0 33 15,0 0-11-15,0 0-18 0,0 0 12 16,0 0-31-16,9 0 11 16,56 0-8-1,28 0 37-15,34 0-39 0,35 0 32 16,33 0-23-16,3 0-3 15,4 0-9-15,0 0 0 16,2 0-4-16,-2 0 7 16,-1 0-9-16,-21 0 2 15,-12 0 2-15,-23 0-25 16,-11 0 19-16,-20 0-38 16,-21 0 11-16,-12 0-62 15,-22 0-101-15,-25 0-152 16</inkml:trace>
  <inkml:trace contextRef="#ctx0" brushRef="#br1" timeOffset="-46962.6">12800 2846 419 0,'0'0'230'0,"0"0"-176"0,0 0 68 16,0 0 6-16,0 0-19 15,0 0-41-15,80 0-7 0,-61 0-32 16,3 0-6-16,2 0 3 16,17 0-10-16,-1 0 13 15,6 0-27-15,7 0-1 16,-19-7-1-16,19-1-1 16,-13 0-45-16,-6 4 11 15,19-5-75-15,-19 6-46 16,-12 3-158-16,-10-5-199 15</inkml:trace>
  <inkml:trace contextRef="#ctx0" brushRef="#br1" timeOffset="-46429.73">13767 2482 44 0,'0'0'387'0,"0"0"-268"0,0 0-75 0,0 0 1 0,0 0-13 16,0 0-22-16,87 37-9 15,-87-1 10-15,0 8-12 16,0 3 2-16,0-2-1 16,-19 7 43-16,-2-4 13 0,-4 0-18 15,3-8-5 1,10-7 7-16,12-18 1 0,0 1-1 16,0-16-40-16,0 0 7 15,40 0-5-15,0 0 23 16,13 0 2-16,0 0-22 15,-7 0-5-15,-12 0-7 16,-6 0-19-16,-15 0-96 16,-7 0-83-16,-6 0-136 15</inkml:trace>
  <inkml:trace contextRef="#ctx0" brushRef="#br1" timeOffset="-45680.08">13147 3645 112 0,'0'0'679'0,"0"0"-577"0,0 0-6 0,0 0-20 0,0 0-23 16,0 0 10-16,133-13-28 0,-99 13-20 16,-3-3-11-16,10-5 1 15,-7 4 3-15,12 0-16 16,-5-4 6-16,-7 4-7 15,-6 4-50-15,12-5-20 16,-9-3-66-16,9 5-120 16,-6-9-65-16</inkml:trace>
  <inkml:trace contextRef="#ctx0" brushRef="#br1" timeOffset="-45159.39">14328 3698 392 0,'0'0'235'0,"0"0"-188"0,0 0 30 0,0 0 34 0,0 0-66 16,0 0-3-16,0-13 0 15,0-7-39-15,-6-8 31 16,0 4-16-16,-7-8 54 16,-2-4-41-16,-4 0 0 15,13-1-30-15,-6 1-1 16,2 8-5-16,4 12-1 16,0 9 1-16,6 7 5 15,-6 0 2-15,6 0 2 16,0 0-2-16,0 0-2 0,0 0-9 15,-6 0-9-15,-1 0-13 16,-2 0-4-16,9 0-16 16,0 23-2-16,0 10-38 15,-12 6-50-15,-7 5-129 16</inkml:trace>
  <inkml:trace contextRef="#ctx0" brushRef="#br1" timeOffset="-44563.73">14003 4479 256 0,'0'0'330'0,"0"0"-262"0,0 0 30 0,0 0 9 0,0 0-104 0,0 0-3 16,-22 44 4-16,22-44-12 16,0 5 16-16,0-5 9 15,0 3 56-15,15-3 4 16,-8 0-7-16,5 0-19 15,0 0 4-15,10-20-38 16,3-16 15-16,9-8-28 16,-6 0 10-16,-3 3-12 15,-10 10-4-15,-8 7-2 0,-7 4-3 16,0-5 3-16,0 1-5 16,0 1-4-16,0 3-53 15,-13 15 33-15,-21 5 5 16,-13 8 8-16,-5 32-144 15,2 9-33-15,19-2 87 16,9-2 5-16,10-5-244 16</inkml:trace>
  <inkml:trace contextRef="#ctx0" brushRef="#br1" timeOffset="-43880.23">14136 5261 202 0,'0'0'234'0,"0"0"-232"0,0 0 4 0,0 0 55 0,0 0-35 16,0 0 29-16,0 20 25 16,0-16 26-16,0-4 19 15,6 0-51-15,-6 0-8 16,6 0-39-16,7-4 24 16,-4-35-24-16,10 3 25 15,-7-5-21-15,4 1-12 16,-10 8-4-16,-6 12-13 15,0-8 4-15,0 15 0 16,0 5-12-16,0 8 12 16,0 0 3-16,0 0-3 15,0 0-6-15,-6 5-6 0,-22 11-40 16,0 4-60 0,-3 0-143-16,9-4-245 15</inkml:trace>
  <inkml:trace contextRef="#ctx0" brushRef="#br1" timeOffset="-43215.59">13916 5758 236 0,'0'0'549'0,"0"0"-477"0,0 0 36 0,0 0 12 0,0 0-72 15,0 0-47-15,0 5 33 16,0-5-7-16,0 0-7 15,0 0-2-15,6 0-10 16,0 0 1-16,13 3-9 16,3 10 10-16,-10 3-6 15,10 4-7-15,-10 0 14 16,0 4-13-16,-2 8 2 16,-10 0 0-16,6-1 2 15,-6 10 3-15,0-8-10 16,0 3 10-16,0-13-12 15,0-7 13-15,0-8-12 16,0-4 5-16,12-4 0 16,22 0-4-16,1 0 1 0,2 0 0 15,-3 0 8-15,0-4 1 16,-12-4-4-16,-4 5-2 16,-18-2-20-16,19-3-35 15,-4-4-46-15,10-4-40 16,3-4-124-16,-9-4-187 15</inkml:trace>
  <inkml:trace contextRef="#ctx0" brushRef="#br1" timeOffset="-37618.46">15578 2851 195 0,'0'0'599'0,"0"0"-494"16,0 0-39-16,0 0-6 0,0 0-60 0,0 0 0 15,0 0 7 1,0 0 3-16,0 0-3 0,0 0 10 16,0 0 15-16,0 0 3 15,0 0-21-15,0 0-14 16,0 0-16-16,0-8-104 16,0-4-162-16,0 0 24 15</inkml:trace>
  <inkml:trace contextRef="#ctx0" brushRef="#br1" timeOffset="-36887.46">15553 3552 597 0,'0'0'84'0,"0"0"-75"0,0 0 30 0,0 0 26 16,0 0 44-16,0 0 3 15,6-7-8-15,-6 7-29 16,0 0-15-16,0 0-31 0,0 0-28 16,0 0-2-16,0 0-14 15,0 0 2-15,0 0-66 16,0 0-46-16,0 0-207 16,0 0-271-16</inkml:trace>
  <inkml:trace contextRef="#ctx0" brushRef="#br1" timeOffset="-36155.43">15767 4559 604 0,'0'0'296'0,"0"0"-168"0,0 0-9 0,0 0-71 16,0 0-9-16,0 0-37 15,19-16-2-15,-19 16-8 0,6 0 2 16,-6-4 3-16,0 4-1 16,0-4-9-16,0 0-78 15,0 1-206-15,-6 3-280 16</inkml:trace>
  <inkml:trace contextRef="#ctx0" brushRef="#br1" timeOffset="-35622.4">15612 5285 472 0,'0'0'153'0,"0"0"-101"0,0 0 84 0,0 0 31 16,0 0-76-16,0 0-45 0,34-20-7 16,-12 4 11-1,-10 1-24-15,1 2-9 0,-7 1-17 16,-6 12 0-16,0 0-52 16,0 0-57-16,0 0-246 15,0 20-310-15</inkml:trace>
  <inkml:trace contextRef="#ctx0" brushRef="#br1" timeOffset="-35139.43">15714 6328 690 0,'0'0'16'0,"0"0"-16"0,0 0-75 0,0 0-405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18T22:45:17.839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1423 4667 198 0,'0'0'187'0,"0"0"-163"0,0 0 32 0,0 0 2 16,0 0-46-16,0 0 10 15,0 0 17-15,0 0 25 16,0 0-20-16,0 0 41 15,0 5-4-15,0-5-24 16,0 0-12-16,0 0-36 16,0 0 4-16,0 0-8 15,0 0 0-15,0 0-1 16,0 0-2-16,0 0 1 0,0 0 1 16,0 0-2-1,0 0-2-15,0 0 0 0,0 0 1 16,13 0-1-16,5 0 4 15,10 0-4-15,12 0 6 16,1 0-6-16,5 0 0 16,-5 0-3-16,5 0 3 15,-6 8 0-15,1 0-1 16,-1 4-11-16,25-9 9 16,-9-3-2-16,-3 0 0 15,-7 5 2-15,-27-5 3 16,2 0 0-16,-2 0-4 0,-3 0 3 15,8 0 1-15,4 12-1 16,6-12 4 0,13 12-3-16,-1-12 3 0,1 0-3 15,-1 0 0-15,-5 0 0 16,-1 4 0-16,-6-4 0 16,-9 3-3-16,-3-3 12 15,-4 9-12-15,-2-9 6 16,9 4-6-16,-4-4 1 15,-8 0 2-15,5 0 0 16,-2 0 5-16,-4 0-13 16,22 0 16-16,-21 0-9 15,15 0 3-15,-10 0-1 16,4 0-1-16,-3 0 1 16,8 0-1-16,-8 0 1 15,3 0 1-15,-4 0-1 0,10 0-2 16,-3 0 3-16,9 0-3 15,-6 0 2-15,-9 0-2 16,-4 0 4-16,4 0-5 16,2-4 4-16,-8 4-2 15,5-9 0-15,4 6 4 16,3-13-4-16,-3 4 5 16,-10 4-6-16,22-4 1 15,-6 8 0-15,-15 0 2 16,5 4-2-16,-2 0-1 15,8-8 1-15,4 8 3 16,0 0-3-16,-9-5 0 16,9 5 0-16,-10 0 0 15,-5-3-7-15,2 3 6 0,-2 0 1 16,-7 0 2-16,16 0-2 16,-10-8 7-16,10 4-7 15,-4 0 1-15,1-5 6 16,3 9-7-16,6-3 0 15,-16-2-4-15,0 5 4 16,-5 0 0-16,8 0 4 16,-3 0 2-16,7 0-4 15,-3 0 13-15,2 0-11 16,4 0 4-16,-4-8-7 0,-5 8 0 16,9 0 4-1,-10 0-3-15,3 0-1 0,-2 0 3 16,-1 0 7-16,1 0-5 15,8 0 26-15,7 0-19 16,-3-3 1-16,3-2-13 16,6 5 4-16,-9 0-5 15,9-7 1-15,-6 7-1 16,-16 0 4-16,7 0 19 16,-4 0-9-16,-15 0-13 15,19 0 1-15,-7 0 3 16,4 0-1-16,-4 0 3 0,10 0 9 15,-10 0-7 1,1 0-9-16,9 0 5 16,-10 0-11-16,-6 0-4 0,7 0-16 15,-4 0-56-15,-9-5-75 16,0-14-291-16</inkml:trace>
  <inkml:trace contextRef="#ctx0" brushRef="#br0" timeOffset="37951.66">1603 11225 6 0,'0'0'4'0,"0"0"46"0,0 0 59 0,0 0-61 15,0 0-38-15,0 0 32 0,0 0 20 16,25-44-1-16,-25 44-29 16,9-5 21-16,4 2-26 15,-13-5 5-15,6 8-23 16,0 0 4-16,-6-4-1 15,0 4-12-15,6 0 20 16,-6 0 19-16,0 0 47 16,0 0-6-16,0 0-13 15,0 0-35-15,0-13-29 16,0 10-3-16,16-10-1 16,-4 5 0-16,-12 5 2 15,6 3-2-15,-6 0 3 16,6 0-5-16,4 0 6 0,2 0-1 15,7 0 3 1,-4 0-10-16,-2 0 10 0,33 0-3 16,-5 0-2-16,5 0 3 15,1 0-5-15,-35 0 4 16,22 0 11-16,0 0-13 16,6 0 7-16,-12 0-7 15,10 0 3-15,2 0-3 16,-6 0 0-16,6 0-4 15,1 0 2-15,-7 3-4 16,-9-3 6-16,15 0 0 16,-6 0 4-16,-6 0-1 0,6 0-3 15,-3 0-1 1,-9 0-1-16,12 0 0 0,-9 0 3 16,2 0-2-16,8 0 1 15,-4 8 0-15,3-8 4 16,6 0-3-16,0 0-1 15,-6 0 0-15,-15 0-4 16,3 0 4-16,-4 0 3 16,-11 0-2-16,20 0 2 15,-8 0-5-15,-10 0 4 16,22 0-2-16,-3 0 0 16,0 0 0-16,3 0-2 15,-3 0 6-15,6 0-7 16,0 0 8-16,7 0-10 15,-10 0 5-15,9 0-1 0,0 0 2 16,1 0 2 0,-1-8-3-16,0 8 0 0,-6 0 4 15,7 0 0-15,-7 0-4 16,12 0 4-16,1-3 11 16,-1-6-15-16,1 1 2 15,-1 0 1-15,-5-3-2 16,-1 11-1-16,0 0 0 15,-6 0 7-15,3 0-3 16,-2 0 13-16,11 0-17 16,1 0 5-16,8 0-2 15,-8 0 2-15,-1 0-1 0,1 0 2 16,-7 0-5-16,1 0 5 16,-7 0-3-16,6 0-1 15,-3 0-2 1,3 0 0-16,1 0 0 0,-7 0 0 15,0 0-2-15,6 0 2 16,-6 0 0-16,7 0 1 16,-10 0 0-16,3 0-2 15,0 0 2-15,0 0 0 16,-3 0-1-16,-3 0 0 16,6 0-5-16,-9 8 8 15,3-5-8-15,0-3 10 16,-3 8-12-16,-4-8 15 0,13 5-8 15,-9-2 0-15,3 2 1 16,6-5-3-16,-15 4 4 16,21-4-5-16,-6 0 6 15,-15 0-6-15,27 0 8 16,-12 0-9-16,0 3 15 16,1-3-18-16,5 0 7 15,-9 0 0-15,3 8-1 16,0-8 1-16,0 8-1 15,-3 0 1-15,3-8-6 16,0 13 16-16,1-6-16 16,-11-7 10-16,10 5-4 15,-6-5 2-15,-3 0 0 16,-3 3 0-16,-10-3-1 0,22 0 1 16,-6 5-1-16,19-1 7 15,-7-4-6-15,-9 4-1 16,9-4 1-16,-12 0 4 15,6 0-2-15,-9 0 5 16,-3 0-6-16,12 0-2 16,-3 0 4-16,-3 0 1 15,6 0-6-15,0 0 4 16,-9 0-1-16,-3 0-1 16,-4 0 1-16,-11 0-3 0,14 0 2 15,-15 0 10 1,13 0-11-16,9 0 4 15,-6 0-2-15,9 0 3 16,9 0-6-16,-12 0 12 16,-3 0-3-16,3-4-7 0,-1-5 1 15,-14 9 4-15,5-3-13 16,-8-2 14-16,2 5-14 16,-12 0 6-16,6 0-3 15,-6 0-3-15,0 0 3 16,0 0-1-16,0-3-19 15,0-5-17-15,0-4-110 16,-6 4-166-16</inkml:trace>
  <inkml:trace contextRef="#ctx0" brushRef="#br0" timeOffset="52558.86">19978 2326 541 0,'0'0'94'0,"0"0"-77"0,0 0 62 0,0 0 11 0,0 0-72 0,0 0 11 16,0 0 7-16,0 8-14 15,0-8 1-15,0 0 21 16,0 0-23-16,0 0 0 16,0 0 8-16,0 0-16 15,0 8 22-15,0-8-10 16,0 0 21-16,0 0-35 16,0 0 0-16,0 0 3 15,0 0-6-15,0 0 9 16,0 0-1-16,0 0 12 0,0 0-16 15,12 0 11-15,-6-25-19 16,28-11 16-16,-6-19-3 16,19-9-2-16,-1-9-4 15,1-3-2-15,-7 4-2 16,13-5-7-16,-13-3 6 16,-6 12-3-16,0-12-4 15,-9 11 1-15,9 14-5 16,-21 22-8-16,-4 17 0 15,-9 16-5-15,0 0 4 16,0 0 8-16,0 0-24 16,0 16-13-16,12 25 29 0,-5 6 10 15,-7 14-35 1,0 27 17-16,0 4-18 0,-7 8-16 16,-14-7 3-16,8-9-40 15,13-20-16-15,0-12-42 16,0-16 54-16,0-16-38 15,13-7-103-15</inkml:trace>
  <inkml:trace contextRef="#ctx0" brushRef="#br0" timeOffset="53154.44">20244 2117 519 0,'0'0'241'0,"0"0"-107"0,0 0-10 0,0 0-15 0,0 0-68 16,0 0-1-16,0-8 10 16,0 8 8-16,0 0-6 15,0 0 4-15,0 0 2 16,0 0-17-16,0 0-9 0,0 0-16 15,0 0-10-15,0 0-5 16,0 0-2-16,13 0-10 16,8 0 10-16,14 0-8 15,-1 0-25-15,3 0-14 16,3-4-46-16,0 4-22 16,-24 0-197-16,-16 0-385 15</inkml:trace>
  <inkml:trace contextRef="#ctx0" brushRef="#br0" timeOffset="53930.41">20781 2466 342 0,'0'0'195'0,"0"0"-142"0,0 0 103 0,0 0 7 16,0 0-23-16,0 0-55 15,0 0-17-15,0 0-31 16,6 0-19-16,-6 0 2 0,6 4-9 15,0-4 10-15,16 4-16 16,9 0 12-16,9 0 7 16,16 0 5-16,-3 4-19 15,6-4-10-15,-6 4 0 16,-4-8-17-16,-18 4 0 16,-3 0-29-16,0-4-5 15,-9 0-43-15,-1 0-47 16,-2 0-95-16,-16 0-14 15</inkml:trace>
  <inkml:trace contextRef="#ctx0" brushRef="#br0" timeOffset="54586.91">20846 2445 431 0,'0'0'65'0,"0"0"-10"0,0 0-7 0,0 0-9 16,0 0-9-16,0 0 52 15,0 0-11-15,28-11-1 0,-10-6 29 16,-2-2-25-16,9-6-22 16,3-6-24-16,-10 15 8 15,4-9-31-15,-3 10 0 16,2-6-2-16,-2 1-6 15,3 1 0-15,2 2 1 16,-2 6 0-16,-3-2 2 16,-13 13-1-16,9 0-10 15,-15 0 5-15,19 0-9 16,-7 41 15-16,10 6 31 16,-3 6-16-16,2 2-15 15,-8 2-1-15,-1-6 0 16,4-6 1-16,-16-1-5 0,0-8-5 15,0-4-10-15,0-4-30 16,0-11-142-16,0-17-154 16</inkml:trace>
  <inkml:trace contextRef="#ctx0" brushRef="#br0" timeOffset="55319.39">21795 2249 586 0,'0'0'245'0,"0"0"-126"0,0 0-6 0,0 0-93 15,0 0-10-15,0 0-1 16,155-12 8-16,-115 4-9 16,-6 5-7-16,-15 3-1 0,2 0-9 15,-8 0 2-15,-1 0-32 16,-6 0-46-16,10 0-110 15,-10 0 6-15,-6 0-117 16</inkml:trace>
  <inkml:trace contextRef="#ctx0" brushRef="#br0" timeOffset="55643.65">21795 2249 564 0</inkml:trace>
  <inkml:trace contextRef="#ctx0" brushRef="#br0" timeOffset="55736.79">21795 2249 564 0,'21'-204'128'0,"20"204"-2"0,11 0 88 0,1 0 13 15,9-4-227-15,-43-5 0 16,21 1-21-16,-12-3-59 16,-3-1-107-16,-10 4-212 15</inkml:trace>
  <inkml:trace contextRef="#ctx0" brushRef="#br0" timeOffset="56784.6">23038 1202 310 0,'0'0'272'0,"0"0"-271"0,0 0 88 0,-12-3 11 0,12 3-45 0,0-8-33 16,0 8 32-16,0 0-17 15,0 0 41-15,0 0-15 16,0 0 0-16,0 0-3 16,0 0-26-16,0 0-22 15,0 0-9-15,0 28-1 16,0 4 4-16,0 4 5 16,0 8-7-16,0 4 1 15,0 8-2-15,0-12-1 0,0 13-2 16,0-1 4-16,0-12-9 15,-7 8 11-15,7-16-3 16,0-12-1-16,0-8-2 16,0-8 0-16,0-4-5 15,0-4-2-15,0 0-4 16,0 0 8-16,0 0-6 16,0 0 8-16,0 0-3 15,0 0 1-15,0-16 3 16,0-5 0-16,13 2-1 15,15 11 1-15,-16-4-3 16,16 0 4-16,-9 8-3 16,9-8-11-16,-4-8 11 15,10 4-5-15,7 0 6 0,-1 12-2 16,7 4-3-16,-7 0-12 16,-18 0-15-16,-4 0 0 15,1 12 18-15,-10 19 1 16,-9 2 28-16,0-9-7 15,0 8 0-15,0-8 4 16,-28 4 35-16,-24 5-21 16,11-2-11-16,-27-2-13 15,9-9 2-15,-3-4 1 16,3-9-8-16,6-7-11 16,13 5-29-16,-13-5-61 15,7 8-287-15</inkml:trace>
  <inkml:trace contextRef="#ctx0" brushRef="#br0" timeOffset="58551.31">23587 1808 386 0,'0'0'158'0,"0"0"-143"0,0 0-8 16,0 0-5-16,0 0-4 16,0 0 4-16,0 0 6 15,0 0 32-15,0 0 45 0,0 0 5 16,0 0-11-16,0 0-16 16,0 0-31-16,0 0 10 15,0 0-36-15,0 0 24 16,0 0 12-16,-13 8-4 15,-14 9-38-15,-1-1 0 16,-3 4-10-16,15-1 10 16,-2 1-4-16,18-4 12 15,0-4-22-15,0-7 11 16,0-5-13-16,34 0 16 16,12 0 3-16,-6 0-2 15,7-12 9-15,-1-12 4 16,1-9 4-16,-7 2-6 0,-21-10-11 15,9 5-2-15,-22 5-30 16,-6 6-21-16,0 12-20 16,0 13 41-16,0 0 29 15,-40 0 2-15,-7 8 0 16,1 17-1-16,18 3-2 16,9-8-8-16,13 4 5 15,6-8 1-15,0-4 2 16,0 1 4-16,0-10-1 15,19 2 1-15,8-2 13 16,1 1 35-16,-3-4-11 16,-12 4-10-16,27 5-28 0,-25-6 8 15,16 2-8-15,-9-5-9 16,-3 0-27-16,2 0-28 16,-14 0-5-16,-7 0-95 15,0 0 13-15,0 0-308 16</inkml:trace>
  <inkml:trace contextRef="#ctx0" brushRef="#br0" timeOffset="59234.32">24067 1748 79 0,'0'0'289'0,"0"0"-235"0,0 0 25 0,0 0-22 16,0 0-44-16,0 0 8 15,0 4 29-15,0-4 34 16,0 0-26-16,0 0 9 15,-6 0 9-15,6 0-34 16,0 0-19-16,-12 0-12 16,12 0 40-16,-6 0-12 15,-10 0-20-15,4 4-15 16,-1 0 2-16,7 0 0 16,-3 4 2-16,-4-4-7 15,13-4 9-15,0 0-9 16,0 8 2-16,0-8-6 0,0 8-12 15,13 0 10-15,15 0 0 16,0 8 0 0,-10-7 5-16,4-1-2 0,-3 0 1 15,15-5 1-15,-16 9 0 16,10 1-4-16,-22-5 0 16,1 7-23-16,-7 1 24 15,0 0 3-15,0 1 0 16,-19-1 6-16,-28-9-12 15,1-7-4-15,12 0-56 16,6 0-12-16,22 0-106 16,6-15 70-16,0-10-280 0</inkml:trace>
  <inkml:trace contextRef="#ctx0" brushRef="#br0" timeOffset="59347.38">24067 1748 240 0</inkml:trace>
  <inkml:trace contextRef="#ctx0" brushRef="#br0" timeOffset="59500.04">24067 1748 240 0,'236'68'158'0,"-230"-68"-132"0,19 8 73 16,9-4-17-16,-6 1-65 15,0-2-17-15,-16-3 0 0,1 5 3 16,-1 3 18-16,4-8 11 15,-4 3-32-15,10 1 12 16,-4-4-12-16,-5 0-16 16,2 0-38-16,-15 0-30 15,0 0-17-15,0 0-82 16,0 0 94-16</inkml:trace>
  <inkml:trace contextRef="#ctx0" brushRef="#br0" timeOffset="59685.28">24424 1744 863 0,'0'0'42'16,"0"0"-34"-16,0 0-16 16,0 0-2-16,0 0-100 15,12 56-1-15,1-56 20 16,-7 0-28-16,-6 0-121 15</inkml:trace>
  <inkml:trace contextRef="#ctx0" brushRef="#br0" timeOffset="59848.9">24424 1744 720 0,'31'-49'323'0,"-31"49"-254"16,0 0 38-16,16 0-81 0,2 0-16 15,16 0-20-15,7 0-41 16,-1-7-137-16,-15-9-257 16</inkml:trace>
  <inkml:trace contextRef="#ctx0" brushRef="#br0" timeOffset="60531.96">25057 1852 616 0,'0'0'88'0,"0"0"68"0,0 0 2 0,0 0-73 16,0 0-37-16,0 0 24 15,142-24-45-15,-101 12 5 16,-10-4-24-16,3-8 0 16,-13 17-8-16,-2-6-3 15,0 9-7-15,-4 0-22 16,-15 4-21-16,6 0-51 16,-6-4-58-16,0 4-64 15,0-8-24-15</inkml:trace>
  <inkml:trace contextRef="#ctx0" brushRef="#br0" timeOffset="60780.14">25057 1852 612 0,'68'-240'229'0,"-68"248"-125"16,0 16-4-16,0 12-47 15,0-8-20-15,34 3 26 16,6-1-7-16,-9 1-36 16,10-7-8-16,-1 1-7 0,-6 3-1 15,6 0-14-15,-12 3-16 16,-9-2-44-16,-7-6-60 16,4-2-169-16,-16-9-62 15</inkml:trace>
  <inkml:trace contextRef="#ctx0" brushRef="#br0" timeOffset="61881.85">25987 1856 122 0,'0'0'198'0,"0"0"-73"0,0 0-5 0,0 0-63 16,0 0 26-16,0 0 61 16,0 0 25-16,0 0-65 15,12-7-18-15,4-26-40 0,15-7-17 16,3 0 3-1,0-4-9-15,-6-4-22 0,3-1 9 16,-9 10-7-16,2 3-6 16,10 11-13-16,-6 9-20 15,-9 0 19-15,3 4 5 16,-16 12 9-16,-6 0-5 16,12 0 3-16,-12 12 5 15,0 40 15-15,0 9-15 16,0-9-1-16,0 4-13 15,0-7-14-15,0-18-5 16,0-3 6-16,0 4 13 16,0-12-22-16,0-4 6 15,0-7-58-15,0-6-89 0,0-3-24 16,0 0-71 0</inkml:trace>
  <inkml:trace contextRef="#ctx0" brushRef="#br0" timeOffset="61988.65">25987 1856 461 0</inkml:trace>
  <inkml:trace contextRef="#ctx0" brushRef="#br0" timeOffset="62413.37">25987 1856 461 0,'115'-164'253'0,"-115"164"-177"15,0 0 38-15,0 0-58 0,0 0-12 16,31 0-24-16,-4 0-19 15,1 0 14-15,3 0-15 16,-3 0-2-16,-9 0 0 16,15-4-35-16,6-8-57 15,1-12-20-15,-20 0 33 16,4 4 6-16,-3-1 56 16,-10 10-6-16,-12 7 25 15,13-1 9-15,-13 2 89 16,0 3-7-16,0 0-30 15,0 0 15-15,0 0-16 0,0 0-13 16,0 0-21 0,0 8 2-16,0 23 1 0,0 2-2 15,0 3 26-15,0 0-23 16,0-16-19-16,0 4-4 16,0-12 7-16,0-4-13 15,0-4 11-15,0-4 3 16,0 8 18-16,0-8-32 15,0 0 2-15,0 8-3 16,0-8-4-16,15 8-1 16,-9 0-8-16,1 0 1 15,-1 0-10-15,6-8 18 16,-3 4-13-16,4-4-51 16,15 0-42-16,-3 0-30 15,2 0-94-15,-8-12-185 0</inkml:trace>
  <inkml:trace contextRef="#ctx0" brushRef="#br0" timeOffset="62712.93">26957 1528 578 0,'0'0'152'16,"0"0"-96"-16,0 0 59 0,0 0-84 0,0 0-31 16,0 205-3-16,0-174-2 0,0 5-1 15,0-8 3-15,0-7-11 16,0-6 14-16,0-15-44 15,0 0-84-15,0 0 39 16,0 0-67-16,0-20-212 16</inkml:trace>
  <inkml:trace contextRef="#ctx0" brushRef="#br0" timeOffset="62928.53">26957 1528 810 0,'-108'-5'238'0,"108"5"-111"16,0 0-10-16,0 0-84 16,0 0-16-16,0 0-17 15,0 0 0-15,34 0 2 16,6 0-2-16,13-3 0 16,-13-5-4-16,19-1-17 15,-12-7-110-15,8 8-178 16,-14-8-377-16</inkml:trace>
  <inkml:trace contextRef="#ctx0" brushRef="#br0" timeOffset="63864.88">23066 2177 577 0,'0'0'127'0,"0"0"-34"0,0 0 33 0,0 0-43 0,0 0 20 16,0 0-4-16,381 60-45 15,-247-52-22-15,11 0-7 16,23 4 6-16,5-4-14 16,17 5 9-16,14 2-17 0,20 1 7 15,2 1-14-15,28-9 11 16,13 0-13-16,-13-8 7 16,-6 0-1-16,-28 0-5 15,-34 0-2-15,-37 0 2 16,-22 0-8-16,-34 0-15 15,-28 0 5-15,-3 0-48 16,-28 0 2-16,-21 0-51 16,-13 0-84-16,0 0-120 15,0 0-95-15</inkml:trace>
  <inkml:trace contextRef="#ctx0" brushRef="#br0" timeOffset="64728.72">24756 2635 557 0,'0'0'61'0,"0"0"22"0,0 0 93 0,0 0-41 16,0 0-90-16,0 0-25 0,294 0-4 16,-266 0 0-16,-9 11-10 15,-19 9 15-15,0 8-14 16,0 5 19-16,0 3-20 15,-12 3-1-15,-16-2 0 16,3-1 5-16,3-8-2 16,10-8-4-16,5-12 6 15,7 4-5-15,0-12-10 16,0 0 5-16,25 0-1 16,16 0 2-16,21 0 26 15,9 0 0-15,3 0 10 16,1 0-15-16,-16 0-21 15,-19 0-2-15,-12 0-7 0,-22 0-33 16,-6 0-92-16,0 0-194 16,0 13-134-16</inkml:trace>
  <inkml:trace contextRef="#ctx0" brushRef="#br0" timeOffset="84113.02">7832 9737 309 0,'0'0'88'0,"0"0"-43"0,0 0 29 16,0 0-52-16,0 0-1 16,0 0 7-16,0 0 20 0,0 0 43 15,0 5 18 1,0-5-25-16,0 0-64 0,0 0-12 16,0 0-5-1,0 0 0-15,0 0-1 0,0 0-4 16,0 0 0-16,0 3 2 15,13-3 5-15,-13 0 0 16,21 0-2-16,-8 8 3 16,-13-4-10-16,12 0 8 15,-12-4-7-15,10 4 6 16,-4-4 2-16,-6 4 6 16,25 5-4-16,-10-6 3 15,4 1-9-15,-7 0 0 16,4-4 0-16,-4 0-2 15,0 0 2-15,-2 0 1 0,2 0 1 16,-6 0-3-16,7 0 13 16,-7 0-8-16,9 0 4 15,-8 0-1-15,5 0-11 16,10 0 6-16,-4 0-3 16,4 0 0-16,-10 0 0 15,-12 0 0-15,7 0 3 16,-7 0 0-16,12 0-3 15,4 0-2-15,2 0 2 16,-2 0 0-16,-4 0 6 16,7 0-8-16,-4 0 2 15,-2 0-1-15,-7 0-1 0,0 0 4 16,0 0-4-16,-6 0-3 16,9 0 4-16,-2 0 1 15,5 0 4-15,0 0-4 16,4 0-1-16,-10 0 1 15,-6 0 0-15,0 0 0 16,13 0 3-16,-7 0 16 16,0 0-13-16,16-4-1 15,-10 0-4-15,10 1 14 16,3-6-15-16,-10 5 0 16,4-4-1-16,-7 4 2 15,10-4-3-15,-4 8 6 16,-2 0-1-16,-10 0-3 15,0 0 17-15,7 0-14 0,2-3 3 16,4-2 0-16,-1 5 1 16,-8 0 19-16,2 0-18 15,1 0 4-15,-7 0-4 16,9 0-9-16,4 0 2 16,3-4 0-16,-4 4 3 15,4 0 1-15,-16 0-5 16,6 0 1-16,-5 0 22 15,-1 0-11-15,3 0-1 16,10 0-10-16,-7 0 1 16,16 0-1-16,-9 0-1 15,-4 0 0-15,-2 0-1 16,-1 0-1-16,10 4 2 16,-10 1 7-16,10-2-4 15,-10 5 3-15,1-8-4 0,2 4-2 16,-9-4 0-16,0 4-2 15,1-4 2-15,-1 4-3 16,6-4 2-16,-2 4 2 16,-10-4-4-16,6 9 6 15,6-2 2-15,-12-3 1 16,13 0-7-16,2 0 1 16,-15 0 0-16,13 4 0 15,-7 0 0-15,6-4-3 16,-3 4 6-16,4-4-4 15,-1 8 7-15,-12-7-10 0,16 3 5 16,-4-5-1-16,-12-3 0 16,13 8 1-16,-1-4-7 15,-12 4 12-15,9-3-12 16,-3-5 14-16,-6 0-11 16,7 0 7-16,-7 0-6 15,0 0 4-15,6 0 2 16,0 0 9-16,-6 0-9 15,0 0 8-15,0 0-10 16,0 0 4-16,0 0-3 16,0 0-6-16,6 0 3 15,-6 0-3-15,16 0 2 16,-4-13 2-16,-12 5 2 0,22 1 4 16,-16 7-11-16,-6-5 8 15,12 5-3-15,-12 0 0 16,7-3-2-16,5-2 0 15,-3-7 1-15,16 8 1 16,3-8 2-16,12 4-4 16,-6-4 6-16,-15 4-10 15,9 4 10-15,-9 0-9 16,2-8 6-16,4 4-2 16,9 0 0-16,-6 0 0 15,-3 5-3-15,3-2 5 16,-3 5-7-16,-4 0 7 15,-2 0-6-15,-4 0 6 0,10 0-3 16,-3 0 1-16,-3 0 0 16,-4 0-1-16,-3 0 3 15,16 0-6-15,-9 0 8 16,9 0-6-16,-10 0 6 16,10 0-6-16,13 0 2 15,-29 0-2-15,22 0-1 16,-15 0 3-16,3 0-6 15,-4 5 10-15,4-5-8 16,-4 3 8-16,10-3-8 16,-3 8 8-16,9-8-8 15,-6 4 4-15,-3-4-4 16,3 0-1-16,-10 0-4 0,10 0 5 16,-6 0 4-1,-9 0-5-15,11 0 6 0,4 4-1 16,-15-4 0-16,15 0 0 15,-1 0-5-15,-2 0 11 16,3 0-12-16,-15 0 12 16,14 0-10-16,-2 0 9 15,-9 0-6-15,-4 0 2 16,1 0-1-16,-13 0 0 16,21 0-4-16,-15 0 4 0,1 0 0 15,5 0 0 1,10-8 5-16,-10-8-9 0,10-9 10 15,-10 10-10-15,1-6 4 16,2 10 0-16,-15 7-18 16,0-8-60-16,0-5-83 15,0-6-305-15</inkml:trace>
  <inkml:trace contextRef="#ctx0" brushRef="#br0" timeOffset="86860.26">9135 10528 376 0</inkml:trace>
  <inkml:trace contextRef="#ctx0" brushRef="#br0" timeOffset="95004.67">9376 8121 239 0,'0'0'81'0,"0"0"-81"0,0 0-11 16,0 0-24-16,0 0-30 15,0 0 52-15,0 0 13 16,0 0 18-16,0 0 31 15,0 0 86-15,0 0-23 16,0 0-67-16,0 0-31 16,0 0-7-16,0 0 17 15,0 0 2-15,0 0-14 16,0 0 22-16,0 0-32 16,0 0-2-16,0 0 7 15,0 0 9-15,0 0-1 0,0 0 45 16,0 0-17-1,0 0-16-15,0 0-7 0,0 0-11 16,0 0-9-16,0 0-6 16,0 0-9-16,0 0-16 15,0 0 18-15,0 0 12 16,0 0 1-16,0 3 0 16,0 10 3-16,0-5 10 15,0 0 15-15,0 4-23 16,0-9 7-16,0 2-16 15,0 3 4-15,0-4-6 16,0 0-4-16,0 4 6 16,0-4-5-16,0 8-1 0,0-4 10 15,0 0 3 1,0 5 11-16,0-6-14 0,0-3 2 16,0 4 4-16,0-8-6 15,0 0-12-15,0 4 8 16,0 1-1-16,0 3 9 15,0-1-8-15,0 1 8 16,0 5-8-16,7-2 8 16,-7-3-7-16,0 0 3 15,0-4 0-15,0-4-19 16,0 0-4-16,6 5-1 16,-6 3 13-16,0-5 6 15,0 5 5-15,0 1 0 16,0 2 6-16,0-6-3 0,0-2 2 15,0 2 8-15,6-5-12 16,-6 3 0-16,0 6-1 16,0-1 2-16,0 0 10 15,0 0-8-15,0 0-3 16,0-4 6-16,0-1-3 16,0 5-4-16,0-3 1 15,0 3-2-15,0 0 3 16,0-1-6-16,0 6 8 15,0-1-8-15,0-4 3 16,0 0-2-16,0 0 2 0,0-5-2 16,0 6 0-1,0-5-8-15,0 8-9 16,0-9 11-16,0 6 7 0,0-1 2 16,0-4 10-1,0 0-8-15,0 0 11 16,0 0-5-16,0 4-8 0,0-4 6 15,0 4-4-15,0 0 5 16,0 0 18-16,0 4 13 16,0-4-22-16,0 0 3 15,0-3-17-15,0-2-1 16,0 2-1-16,0-5 2 16,0 3-4-16,0 1 4 15,0 4-6-15,0 0 7 16,0 5-4-16,0-10 2 15,0 2-1-15,0-2 7 0,0 5-5 16,0 1 1-16,0 2 21 16,0-3 18-16,0 1-25 15,0-1 0-15,0 0-9 16,0 0-3-16,0 0-5 16,0-1 1-16,0 1-1 15,0 0-3-15,0-3 3 16,0 3 0-16,0-1-1 15,0-2 1-15,0 3-7 16,0 0 10-16,0 4-3 16,0-4 2-16,0 0 4 0,-6-5-5 15,6 2 1 1,0-1-2-16,0 4 6 0,0 3-12 16,0-6 13-16,0 3-4 15,0-4 2-15,-6 0 11 16,6 0-3-16,0-4-4 15,0 4-8-15,0-4-1 16,0 4 0-16,0 4 0 16,0-4 0-16,0 0 0 15,0 0 4-15,0-4-7 16,0 4 3-16,0-4-2 16,0 0 2-16,0 4 9 15,0 0-8-15,0 5 15 16,0-2-8-16,0 5 11 15,-7-4-14-15,7-4-3 0,0 1-2 16,0-5 3-16,0 0-2 16,0 0 1-16,0 0 21 15,0 7-14-15,0-3-9 16,0 0 0-16,0 0 9 16,0-4-8-16,0 0 6 15,0 4-14-15,0-4 14 16,0 0-14-16,0 5 14 15,0-2 4-15,0 5-9 16,0-4 17-16,0 4-18 16,0-4 1-16,0-4-2 15,0 0 2-15,0 0-4 16,0 0 5-16,0 0-2 0,0 0 3 16,0 0-4-16,0 4 1 15,0-4-1 1,0 5 0-16,0-2 0 0,0 2 8 15,0-2-8-15,0 2 6 16,0-2-1-16,-12 1 2 16,12 4-1-16,0-3-2 15,0-2-4-15,0-3-5 16,0 0 3-16,0 0 2 16,0 0-1-16,0 5 2 15,0-5-5-15,0 0 10 0,0 0-10 16,0 0 6-1,0 0-4-15,0 0 2 0,0 0 0 16,0 0-1-16,0 0 0 16,0 0-12-16,0 0-50 15,0 0-89-15,0 0-186 16,0-8-105-16</inkml:trace>
  <inkml:trace contextRef="#ctx0" brushRef="#br0" timeOffset="96452.49">9116 9051 3 0,'0'0'211'0,"0"0"-106"0,0 0-7 0,0 0-58 0,0 0-26 16,0 0-14-16,0 0-9 16,0 5 9-16,0 3 6 15,0-5 8-15,0 1 42 16,0-4-1-16,0 0 13 0,0 0 26 16,0 0-43-16,0 0-15 15,0 0-32-15,0 0-4 16,0 0 0-16,0 0-3 15,0 0 3-15,0 0 0 16,0 0 17-16,0 0 16 16,0 0 34-16,0 0-25 15,0 0-24-15,0 0-16 16,0 0 11-16,0 0-2 16,0 0 11-16,0 0 16 15,0 0-18-15,0 0-6 16,0-15-9-16,6-6 5 15,-6-3-10-15,22 5-7 16,-22-6-5-16,6 5 8 0,0 4 2 16,1-8 4-16,-1 7-5 15,-6 1 6-15,0 1-6 16,6 2 4-16,-6 2-1 16,15 7 1-16,-8-4-1 15,-7 8 0-15,0-5-13 16,0 2 10-16,0 3 0 15,0 0 3-15,0 0 0 16,0 0-5-16,0 0 5 16,0 0 4-16,0 0-3 15,0 0 1-15,0 0-4 16,0 0 6-16,0 0-3 0,0 0 2 16,0 0 12-16,0 0-13 15,6 0-2-15,0 0 0 16,-6 0-3-16,6 0 3 15,-6 0 3-15,22 0-3 16,-16 0 0-16,13 0 17 16,-4 0 2-16,-2 0 8 15,5 0-26-15,-2 0 2 16,-4 0-3-16,10 0-3 16,-4 0 0-16,-5 0-6 15,-7 0-9-15,3 0-16 0,10-5 8 16,-13 2-41-1,16 3-61-15,-16-5-74 0,-6 2-71 16</inkml:trace>
  <inkml:trace contextRef="#ctx0" brushRef="#br0" timeOffset="97168.04">9277 8947 496 0,'0'0'87'0,"0"0"-44"0,0 0 60 0,0 0-55 0,0 0-33 16,0 0 10-16,0 0 8 16,0 0 13-16,0 0 24 15,0 0 10-15,0 0-30 16,0 0-24-16,0 0-26 16,0 0-15-16,0-4-88 15,0-4-156-15,0-1-56 0</inkml:trace>
  <inkml:trace contextRef="#ctx0" brushRef="#br0" timeOffset="98433.49">9625 8690 245 0,'0'0'14'0,"0"0"16"0,0 0-30 0,0 0 0 16,0 0 4-1,0 0 7-15,0 0 92 0,0 0 0 16,0 0-45-16,0 0 0 15,0 0 14-15,0 0-19 16,0 0 4-16,0 0-12 16,0 0-2-16,0 0-3 15,0 0 38-15,0 0-3 16,0 0-34-16,0 0 3 16,0-16-14-16,0 0-10 15,0-12-12-15,18-5 20 16,4-3-17-16,-10-3 2 0,1-2-7 15,2-2-6 1,-9 11 0-16,1 7 0 16,-7 5 3-16,0 9 2 0,0 6-7 15,0 5 5-15,0 0-6 16,0 0-8-16,0 0-5 16,0-3-27-16,0 3-50 15,0-5 11-15,0 5-92 16,0 0-121-16,0 0-270 15</inkml:trace>
  <inkml:trace contextRef="#ctx0" brushRef="#br0" timeOffset="99198.8">9590 8682 165 0,'0'0'71'0,"0"0"-5"0,0 0 110 16,0 0-92-16,0 0-34 15,0 0 12-15,-6 0-7 16,6 0 18-16,0 0-8 0,0 0 13 16,0 0-44-16,0 0-7 15,0-8-19-15,0-3 17 16,0-2-23-16,0 1 0 15,0 4 3-15,6 4-3 16,7 4 26-16,-7 0-26 16,-6 0 22-16,9 0-14 15,-2 0-10-15,-7 0 0 16,18 0-2-16,4 0-1 16,-10 0 6-16,7 0-9 15,-4 9 3-15,4-2-1 16,-4 5 0-16,-2 0 3 0,-7 4-5 15,0-4 6-15,-6 1-3 16,0 2 4 0,0-2-1-16,0-2 0 0,0-3-17 15,0-4-1-15,6-4 17 16,-6 0-11-16,0 0 3 16,0 5-39-16,0-2-26 15,0 2 18-15,0-2 2 16,0-3 3-16,0 0 6 15,7 0 23-15,-7 0-86 16,0 0-278-16</inkml:trace>
  <inkml:trace contextRef="#ctx0" brushRef="#br0" timeOffset="99948.56">9584 8790 132 0,'0'0'360'0,"0"0"-305"0,0 0-18 0,0 0-29 0,0 0-8 15,0 0-19-15,0 0 12 16,0 0 5-16,0 0 2 16,0 0 21-16,0 0 12 15,0-19-12-15,0-1-4 16,0-5 9-16,25-2-26 15,3-9-4-15,-6-1-70 16,-4 1-382-16</inkml:trace>
  <inkml:trace contextRef="#ctx0" brushRef="#br0" timeOffset="126625.14">5832 9172 19 0,'0'0'88'0,"0"0"-22"0,0 0 8 0,0 0 46 16,0 0 43-16,0 0-109 16,28 8-41-16,-22-8 7 15,-6 0 19-15,0 0 10 16,0 0 40-16,0 0-43 16,0 0-30-16,0 0 16 15,0 0 47-15,0 0-20 16,0 3-39-16,0-3-4 15,0 0-14-15,0 5 3 16,0 2 6-16,0 6 8 0,0-2 14 16,7 9 7-1,2 1-20-15,-9-1-12 0,12 0-6 16,1 4-2-16,-1-1 0 16,-12 6 6-16,10-1-5 15,-10 8 29-15,0 0-11 16,0-4-6-16,0-3-9 15,0-14-4-15,0-7-8 16,0-3-18-16,0-5-35 16,0 0-28-16,0 3-33 15,0 2-86-15,0 3 59 16,0 4-54-16</inkml:trace>
  <inkml:trace contextRef="#ctx0" brushRef="#br0" timeOffset="130374.45">5894 9043 167 0,'0'0'8'0,"0"0"-7"0,0 0 35 0,0 0 20 15,0 0-14-15,0 0 106 16,13 0-37-16,-13 0-89 15,0 0-21-15,0 0 3 16,0 0 3-16,0 0 3 16,0 0 12-16,0 0-7 15,0 0 9-15,0 0-19 16,0 0 22-16,12 0-4 16,-12 0-5-16,10 0-16 15,2 0-1-15,-12-4 14 0,12-4 14 16,4 0 14-16,-16-4 1 15,6 4-11-15,6-3-11 16,1 2-12-16,2 1-10 16,4 0 4-16,-13 0 15 15,0 0-14-15,4 4 23 16,-4 4-19-16,0 0-4 16,6 0-2-16,4-4-3 15,-10 4 6-15,7 0-5 16,-7 0-1-16,6 0-13 15,4 0-8-15,-4 0-6 16,10 0-4-16,-10 0-5 0,-6 0 14 16,7 11-15-1,-13 10 22-15,0-1 4 0,0 8-4 16,0-4-31-16,0 0-1 16,-6 0-8-16,-19-4 24 15,-9 1 29-15,0-1-8 16,-13-1 10-16,-6 1-2 15,7 4 0-15,-4 1 4 16,4-1 9-16,5-9 20 16,23-2-6-16,5-13-25 15,13 0-33-15,0-4-260 16</inkml:trace>
  <inkml:trace contextRef="#ctx0" brushRef="#br0" timeOffset="131304.94">5894 9311 138 0,'0'0'71'0,"0"0"-71"0,0 0-9 0,0 0 7 15,0 0 2-15,0 0 4 16,0 0 62-16,0 0 5 0,0 0 61 15,0 0-23 1,0 0-49-16,0 0-19 0,0 0 25 16,0-3-29-16,13-1-29 15,-13 0-6-15,22-4 19 16,-22-1 25-16,12 6-32 16,0-5 24-16,4 4-25 15,2-4 14-15,10 0-22 16,-3 0 1-16,3 0-5 15,6 0-1-15,-9-1-5 16,3 1-5-16,-10 8 5 16,-2 0-7-16,-4 0 7 15,7 0-9-15,3 0 13 16,6 0-11-16,-4 8-24 16,4 9-34-16,-15-9 2 0,-7 0 19 15,-6 12-12 1,0-9 57-16,0 14 4 0,0-5 11 15,0-4-11-15,0 0 3 16,0-4-3-16,0 4 0 16,0 0 0-16,-31 8 0 15,-19 0 9-15,-9 9-6 16,-15-10-6-16,3 1 6 16,2-7 3-16,1-14 1 15,15-3-14-15,13 0-19 16,15 0-8-16,10 0-35 15,-4 0-290-15</inkml:trace>
  <inkml:trace contextRef="#ctx0" brushRef="#br0" timeOffset="134060.16">6589 9476 12 0,'0'0'263'0,"0"0"-200"0,0 0 34 0,0 0 18 0,0 0-94 16,0 0 0-16,0 0 34 16,0 0-20-16,0 0 8 15,0 0-10-15,0 0 30 16,0 0-33-16,0 0 31 16,0 0-24-16,0 0 0 15,0 0 6-15,0 0 4 16,0 0-21-16,0 0-13 0,0-4 2 15,0-3-10-15,0-6 11 16,-12-3-15-16,5-7 5 16,-14 2-1-1,14-7 4-15,1-8-7 0,6-9-2 16,0-2-3-16,0 3-16 16,0-1 0-16,0 13-23 15,0 9-61-15,0 6-93 16,6 1 32-16,13 8 4 15,-10-8-233-15</inkml:trace>
  <inkml:trace contextRef="#ctx0" brushRef="#br0" timeOffset="134991.34">6797 9356 56 0,'0'0'140'0,"0"0"-61"0,0 0 42 0,0 0-48 0,0 0-18 16,0 0-21-16,139-40-14 16,-117 7-16-16,-3 10 10 15,-7-6 35-15,-3 1 45 16,-3 0-7-16,1-3-24 16,-7-2-37-16,0 1-15 0,0 4-11 15,0 5-66-15,0 10-44 16,-22 9 54-16,-9 4-3 15,-9 0 58-15,-1 32 1 16,-5 12 0-16,12 8 34 16,0-3-30-16,15 2-4 15,3 2-102-15,10-9-300 16</inkml:trace>
  <inkml:trace contextRef="#ctx0" brushRef="#br0" timeOffset="135384.67">7091 9485 535 0,'0'0'0'0,"0"0"-19"0,0 0-15 0,0 0-178 16</inkml:trace>
  <inkml:trace contextRef="#ctx0" brushRef="#br0" timeOffset="136034.7">7212 9239 265 0,'0'0'219'0,"0"0"-154"0,0 0-21 0,0 0-5 0,0 0 7 16,0 0 38-16,0 65 12 15,-9-41-19-15,-4-5-24 16,7 14-24-16,-15 0-29 0,2-2-26 16,-9 1-157-1,-18 0-200-15</inkml:trace>
  <inkml:trace contextRef="#ctx0" brushRef="#br0" timeOffset="136702.54">7283 9316 44 0,'0'0'487'0,"0"0"-462"0,0 0 22 0,0 0-18 0,0 0-5 15,0 0-1-15,0 40 34 16,16-40-11-16,9 0 2 16,3 0-13-16,-10 0 6 15,10 0 19-15,-9-9-27 0,9-6-5 16,-10-1-3-1,4-8-12-15,12 0-13 0,-9 3-5 16,-19-7-7 0,3 9-5-16,-9 2 0 0,0 1-20 15,0 8 17-15,-9 8 20 16,-16 0-3-16,-9 0 16 16,-12 0-25-16,12 0 12 15,0 0-42-15,9 0 33 16,9 0-11-16,4 0-13 15,-1 5-45-15,1 11-64 16,-4-4-285-16</inkml:trace>
  <inkml:trace contextRef="#ctx0" brushRef="#br0" timeOffset="137316.19">7559 8903 270 0,'0'0'281'0,"0"0"-250"0,0 0 20 0,0 0 7 15,0 0-23 1,0 0-4-16,0 0 17 0,0 0 10 15,7 0-2-15,17 4 26 16,23 15-33-16,-19 6 0 16,6 7-23-16,-6 4 3 15,3 4-3-15,-3 4-20 16,6 0-4-16,-22 1 8 16,1-1-12-16,-13 3 4 15,0 6 5-15,0-9-7 16,0 4-33-16,0-11-35 15,-13-17-137-15,-21-12-157 0</inkml:trace>
  <inkml:trace contextRef="#ctx0" brushRef="#br0" timeOffset="146209.51">11528 9742 416 0,'0'0'145'0,"0"0"-109"0,0 0 0 16,0 0-35-16,0 0 1 0,0 0 31 16,0 0 53-16,0 0 5 15,0 0 27-15,0 0-18 16,0 0-61-16,0 0 6 16,0 0 1-16,0 0-16 15,0 0 1-15,0 0-20 16,0 0 18-16,0 0-9 15,0-5 10-15,0-3-29 16,0-4 13-16,0-1-8 16,-12-2-6-16,0-9 4 15,-10-4 3-15,9-5-7 16,-8 2 6-16,2-2-12 16,-3 1 11-16,4 0-10 15,5-4 2-15,-2-8 1 0,15-5-17 16,0 2-21-16,0-1 12 15,0 15-55-15,28 2-74 16,-3 15-157-16,3 8-54 16</inkml:trace>
  <inkml:trace contextRef="#ctx0" brushRef="#br0" timeOffset="147540.29">13020 9200 167 0,'0'0'479'0,"0"0"-375"0,0 0 7 0,0 0-25 0,0 0-74 15,0 0-1-15,0 0 15 16,0 0-3-16,0 0-2 16,0 0 27-16,0 0 11 15,0 8-13-15,0 3-8 16,25 6-15-16,9-1 5 0,-6 0-11 15,-10-1-11 1,-2 2 1-16,-10-1-7 16,6 8 14-16,-12 12-12 0,0 1 12 15,0 10-12-15,0 9-4 16,0 1-24-16,0 2-19 16,0-2-60-16,-18-9-134 15,-29-16-130-15</inkml:trace>
  <inkml:trace contextRef="#ctx0" brushRef="#br0" timeOffset="148759.47">12257 9529 333 0,'0'0'190'0,"0"0"-135"0,0 0 3 0,0 0-13 16,0 0 25-16,0 0-23 15,0 0-13-15,0 0 8 0,0 0 25 16,0 0 29-16,0 0-47 16,0 0-10-16,0 0-29 15,0 0 0-15,0 0-9 16,0 0-2-16,0 0 2 16,0 0 0-16,6 0 1 15,0 0 17-15,4 11-13 16,-4 1-5-16,0 12 13 15,0-4-7-15,-6 1 2 16,0 11 2-16,0-8 6 16,0 4-17-16,0 4-10 15,0-8-15-15,-6 0-50 16,-6-8-70-16,-4-7-198 16</inkml:trace>
  <inkml:trace contextRef="#ctx0" brushRef="#br0" timeOffset="163943.87">12111 9472 1 0,'0'0'399'0,"0"0"-370"0,0 0-26 0,0 0-3 15,0 0-8-15,0 0 8 16,13 0 7-16,-13 0-5 16,6 0 3-16,-6 0-10 15,6 0 10-15,0 0-17 16,-6 0-1-16,0 0-66 15,0 0-113-15</inkml:trace>
  <inkml:trace contextRef="#ctx0" brushRef="#br0" timeOffset="164129.12">12111 9472 68 0,'81'-12'191'0,"-75"17"-169"15,0 2 89-15,7-3-38 16,-7 5-73-16,0-9-34 16,10 0 20-16,-10 8-12 15,0 0-29-15,-6-5 54 16,6 1 1-16,-6-4-58 16</inkml:trace>
  <inkml:trace contextRef="#ctx0" brushRef="#br0" timeOffset="180828.99">12691 9304 277 0,'0'0'258'0,"0"0"-176"0,0 0-6 0,0 0 9 16,0 0-36-16,0 0-4 15,0 0 1-15,0 0 18 0,-34-4 2 16,34 4-27-1,0 0 8-15,0 0-1 0,0 0-11 16,0 0-12-16,0 0-7 16,0 0-13-16,0 0-2 15,-6 0 2 1,0 0-3-16,6 0 12 0,-13 0-5 16,7 0 9-16,0 0-16 15,-10 0 0-15,10 0 6 16,0 0-12-16,-7 0 1 15,13 11-1-15,-15 6-3 16,9-1 4-16,0 0 0 16,-7 4 4-16,13 4-3 15,0-7-2-15,0 6 0 16,0-7 3-16,0-4-4 0,0 1 6 16,0 3-1-16,0-1 1 15,0-2-2-15,13-2 0 16,5-2-9-16,16-6 9 15,-6-3-17-15,-9 0 16 16,2 0-32-16,20 0 14 16,-23 0 14-16,29 0 3 15,-25 0-1-15,24 0-6 16,-12 0 6-16,-9-12 11 16,3 1-10-16,-9-10 6 15,2 9-3-15,-8-12-11 16,8-4-1-16,-14 12-4 15,-1-12-30-15,-6 4-2 16,0 4 23-16,0 4 15 0,0 0 12 16,0 8 11-16,-6 0 2 15,-35 4-2-15,13 0 12 16,-24 4-17-16,-1 0-1 16,-9 0-5-16,9 0-4 15,0 0-23-15,26 0 24 16,2 16-11-16,3 12-100 15,-6-4-120-15,10 0-307 16</inkml:trace>
  <inkml:trace contextRef="#ctx0" brushRef="#br0" timeOffset="195117.31">8735 7323 100 0,'0'0'143'0,"0"0"-110"0,0 0 93 0,0 0-45 0,0 0-17 15,0 0-7-15,0 0 35 16,0 0-4-16,0 0-2 15,-7 0-34-15,-5 0 12 16,3 0 4-16,9 0-45 16,-6 0 2-16,6-5-13 15,-7 2 25-15,7-5-10 16,-6-9-11-16,0-2-16 16,6-14-2-16,0-3 1 15,0-3 2-15,0 6-3 16,0-3 4-16,0-4-3 15,0-4 6-15,0 4-10 16,0 0-33-16,19-1-15 16,15 2-42-16,0 6-108 0,-9 9-36 15,-4 20-257-15</inkml:trace>
  <inkml:trace contextRef="#ctx0" brushRef="#br0" timeOffset="196350.27">10297 6725 302 0,'0'0'127'0,"0"0"-126"0,0 0 44 0,0 0-11 15,0 0-12-15,0 0 20 0,16 9 24 16,-16-6-24-16,6 2 29 15,-6-2 0-15,6 5-26 16,0-4-18-16,1 4 33 16,-7 0 8-16,28 0-45 15,-16 4 13-15,16 4-23 16,-10 0 29-16,10 9-17 16,-6-5-3-16,-9 7-14 15,21 1-3-15,-28 5 2 16,-6-5 1-16,0 0-6 15,0-8 7-15,0 7-13 16,0-2 4-16,0 7-25 16,-53 13-119-16,-21 7-203 15</inkml:trace>
  <inkml:trace contextRef="#ctx0" brushRef="#br0" timeOffset="197632.58">9590 7150 220 0,'0'0'113'0,"0"0"-14"0,0 0-9 0,0 0-28 0,0 0 3 0,0 0 1 15,0 0-4-15,0 0 22 16,0 0 8-16,0 0-31 15,0 0-4-15,0 0-34 16,0 0-11-16,0 0-1 16,0 0-3-16,0 0-6 15,0 0 1-15,0 0-1 0,0 0-2 16,0 0 0 0,0 0 2-16,0 0 2 0,0 21-1 15,0-2 11-15,7-2-6 16,-1 11 5-16,0-5-7 15,3 9 7 1,-2 1-1-16,-7-5-12 0,0-12 0 16,0-4-35-16,0-9-29 15,0-3-82-15,0 0-138 16,0 0-322-16</inkml:trace>
  <inkml:trace contextRef="#ctx0" brushRef="#br0" timeOffset="-198559.44">6167 2550 146 0,'0'0'50'0,"0"0"-13"0,0 0 13 0,0 0 108 0,0 0-105 16,0 0 4-16,0 0 1 16,0 0 19-16,0 0 39 15,0 0-18-15,-80-52-69 16,73 48-23-16,1 4 2 16,0-8-5-16,6 4 23 15,0 4-8-15,-6 0 8 16,6 0-19-16,-6 0 14 15,-4 0 2-15,10 0 2 0,-6 0 3 16,-12 0-14 0,11 0-14-16,7 0 0 0,-15 0 0 15,15 0 6-15,-13 0-5 16,1 4 0-16,6 20-1 16,-10 8 19-16,4 4-18 15,0 0 6-15,2 8 3 16,-2-3-11-16,-1-5 2 15,13 0-2-15,-12-5 1 16,3-2 0-16,2-1 1 16,-11 0 1-16,2-3 0 15,10-6 5-15,0 9-14 16,-6-8 14-16,-10 8-17 16,16 4 11-16,-13 1-2 0,-3-2 1 15,4 2-4-15,-4-5-7 16,3-8 11-16,-2 4-13 15,2 0 22-15,7-4-11 16,-10 3 4-16,10 2-3 16,-1-5 1-16,4 1-9 15,9-10-12-15,0-3 4 16,0 1 8-16,0-6 5 16,0 5-8-16,-6 8 21 15,6 1-18-15,-6 2 18 16,-1 6-12-16,7-2 3 15,-6 6 0-15,0-9-1 16,6 3 3-16,0-7-4 0,0-3 5 16,0-6-3-1,0 6 0-15,0-9 8 0,0 8-4 16,0-8 4-16,25 7 0 16,3 6-6-16,6-9-4 15,-3 0 7-15,9 0-17 16,0-4 20-16,7-4-13 15,15 0 5-15,-16 0 0 16,1 0 8-16,-1 0-8 16,1 0 0-16,-1 0 2 15,1 0-4-15,-1 0 4 16,1 0-6-16,-7 0 8 0,16-4-5 16,-9 4 3-16,12-5 4 15,-7-1 2-15,4-3-4 16,-9 5 15-16,5 0-15 15,-5 4-5-15,-7 0 12 16,0 0-22-16,-6-8 12 16,-3 3-2-16,10 5-1 15,-7 0-12-15,0 0 10 16,6-3-2-16,-12 3 2 16,-3 0 8-16,9 0-8 15,0-8 3-15,0 4 1 16,4 0 1-16,2 4 0 15,0 0 1-15,-6 0 0 0,0 0-4 16,1 0 12 0,5 0-14-16,6 0 14 0,-5 0-15 15,-1 0 9-15,-3 0-4 16,3 0 0-16,1 0 1 16,5 0-3-16,-12 0 5 15,7 0-11-15,-7 0 16 16,12 0-16-16,13 0 15 15,9 4-9-15,-15-4 4 16,0 4-2-16,-13-4 0 16,-6 8 2-16,0-5-5 15,1-3 9-15,-11 0 15 16,10 5-13-16,-6 3-5 16,6 0 7-16,-15-4-16 0,28 1 6 15,-13-2-4-15,0-3 4 16,6 0-11-16,-15 0 9 15,9 0 1-15,-6 0-3 16,3 0 8-16,-3 0 11 16,6 0-5-16,-9 3-6 15,3 2 6-15,12 3-9 16,-6-4-2-16,0 0 7 16,3-4-8-16,-3 0 5 15,-6 0-6-15,6 4 3 16,-3-4 0-16,-3 5 0 15,6-2-3-15,-15 2 2 16,9-2 1-16,6-3-5 0,-9 4 1 16,3-4 4-1,0 0-2-15,-16 4 2 0,22 0 0 16,-15 0 0-16,15 5-5 16,-6-6 10-16,-3-3-7 15,-4 0 4-15,4 0-1 16,15 0 6-16,-12 0 1 15,6 0-8-15,-9 0 0 16,-3 0 2-16,9 0 6 16,3 5-3-16,0-2-4 15,-6-3 6-15,-3 0-3 16,3 0-6-16,-3 0 8 0,3 0-12 16,-1 0 10-16,-2 0-4 15,-9 0 11-15,-4 0 0 16,-6 0 7-16,16 0-17 15,-10 0 7-15,16 0-6 16,-9-3 1-16,9-5-3 16,-10-1 1-16,10 5 3 15,-3 0-2-15,-3 0-4 16,-3 4 5-16,2-4 0 16,-2 4 4-16,3-3-5 15,2-2 5-15,10-3-5 16,-6 8-2-16,-3-4 0 15,-3-4 0-15,-16 4-3 0,13 0 3 16,-4-4 0 0,10 0-6-16,-3-4 17 0,-4-1-11 15,-2 2 7-15,2 7-7 16,4-8 2-16,-9 8 1 16,5-9-6-16,-2 6 6 15,-10-9-7-15,19 3 8 16,-10-2-1-16,-2-1-3 15,14 0-1-15,-14-1 0 16,-1 1 1-16,-12 4 2 16,6 1 3-16,-6-2-7 15,0-2 5-15,0-6-6 0,0 1 2 16,0 0-3 0,0 1 4-16,0-2-1 15,0 6-1-15,0-2 2 0,0 1 2 16,0 4 2-16,0 4-8 15,0-8 8-15,0 0-10 16,0-4 8-16,0 0-4 16,0-1-2-16,0 1 4 15,0 1-1-15,0-6 5 16,-6-3-12-16,-6 0 16 16,12-4-16-16,0 4 2 15,-13 5-8-15,13-6-1 16,-9 14 4-16,3 2 6 15,-6 1 5-15,12-4 11 16,0 0-8-16,0-4-6 0,0 4 9 16,0-8-15-16,0 3 8 15,0 2-2-15,0-6-22 16,0 10 1-16,0-1 10 16,0 8 14-16,0-4-4 15,0-1 10-15,0 5-12 16,0-4 10-16,0 8-5 15,0-3 1-15,0 7 0 16,0 0 11-16,-7 0 7 16,-14 0-8-16,-4 0-1 15,3 0-17-15,4 0 16 16,-17-5-16-16,1 5 15 0,-6-3-14 16,0-5 6-16,-13 8 0 15,-6 0-1-15,6 0 4 16,-2 0 7-16,8 0-7 15,0 0 14-15,7 0-12 16,0 0-7-16,-7 0 3 16,1 0 0-16,6 0 0 15,-7 0 3-15,1 0 6 16,11 0-9-16,-5 0 5 16,0 0 0-16,-1 0-10 15,-5 0 4-15,-1 0 0 16,7 0-4-16,-6 0-3 15,-1 0 7-15,13 0 1 0,0 0-5 16,-3 0 13 0,9 0-11-16,-12-5 8 0,-1 1-10 15,7-4 5-15,-6 8 0 16,-1-3 0-16,-5 3 1 16,-1 0-3-16,-5 0 6 15,11 0-10-15,1-13 14 16,6 13-15-16,3-4 12 15,-3 0-9-15,0 0 4 16,6 4 0-16,-12 0 0 16,15 0-3-16,-16 0-1 15,7 0 8-15,-6-4-7 0,0 4 10 16,6-4-12 0,-13 1 9-16,7-2-8 15,-7-3 3-15,1 0 1 0,5 0-1 16,1 4 6-16,0 0-9 15,-13 4 7-15,0 0-6 16,-5 0 6-16,-4-4-3 16,9 1 1-16,-6-2 0 15,3 1-1-15,-3 0 1 16,-3 4-1-16,3-4 5 16,7-4 1-16,-1 3-3 15,3 2 10-15,-3-1-11 16,19 4-2-16,10-4 0 15,-11 0 1-15,8 4-3 16,8-8-1-16,-9 4 1 16,3 0 4-16,-3-1-4 15,10 2 6-15,-4-2-4 0,10 5 0 16,-10 0 0-16,3-3-3 16,-2-1 9-16,-4 0-13 15,3 4 14-15,-3-4-13 16,-3 4 14-16,-6-4-13 15,9-5 5-15,-9 1 0 16,0 1-4-16,16 7 9 16,-10 0-9-16,-6 0 8 0,21 0-8 15,-5 0 10 1,8-4-7-16,-2 4 5 0,-7 0-5 16,10 0 1-16,-16 0 0 15,-3 0 0-15,-6 0 3 16,3 0-4-16,3 0 3 15,0-9 2-15,4 9 2 16,2-3-3-16,9 3-3 16,7 0 11-16,-6 0-9 15,3 0-1-15,2 0-1 16,1 0 5-16,0 0-10 16,0 0 7-16,-10 0-4 15,4 0 4-15,-1 0-7 16,-8 0 5-16,2 0 0 15,7 0 0-15,-4 0 7 0,4 0-11 16,12 0 12-16,-6 0-13 16,6 0 8-16,-7 0-6 15,-8 0 4-15,15 0-1 16,-6 0 0-16,0 0-5 16,6 0-4-16,0 0-13 15,0 0 1-15,0 0-39 16,-7 0-102-16,1 0-416 15</inkml:trace>
  <inkml:trace contextRef="#ctx0" brushRef="#br0" timeOffset="-158142.15">4605 12412 16 0,'0'0'423'0,"0"0"-403"0,0 0 6 0,0 0 46 0,0 0-13 16,0 0-3-16,0 0 66 15,0 4-21-15,0-4-19 16,0 0-58-16,0 0 18 16,0 0-19-16,0 0-10 15,0 0 30-15,0 0 4 16,0 0-6-16,0 0-17 15,0 0 9-15,0 0-25 16,0 0 11-16,0 0-13 16,0 0-4-16,0 0 4 15,0-8 0-15,0-24 8 0,0-8-13 16,24-5 4 0,26-10 2-16,-4-1-10 0,13-5 9 15,-6 17-12 1,-6 4 1-16,-13 12-10 15,-13 8-4-15,-2 8-29 0,-13 4 1 16,0 8-64-16,-6 0 5 16,0 0-84-16,0 0-68 15,0 20-146-15</inkml:trace>
  <inkml:trace contextRef="#ctx0" brushRef="#br0" timeOffset="-157693.45">4629 11879 386 0,'0'0'170'0,"0"0"-110"0,0 0 89 0,0 0-23 0,0 0-29 16,0 0-46-16,-40-5-2 15,40 5-9-15,0 0 13 16,0 5-32-16,0 26 19 15,9 13 13-15,10-3-39 16,9-1 2-16,6 0-13 16,-15 0-3-16,8 0-8 15,4-4 2-15,-9-3-15 16,-3-10-11-16,-4 2-28 16,-2-1-82-16,-13-16-95 15,0-4-126-15</inkml:trace>
  <inkml:trace contextRef="#ctx0" brushRef="#br0" timeOffset="-156911.39">5085 12355 144 0,'0'0'182'0,"0"0"-95"15,0 0 10-15,0 0-11 0,0 0-48 16,0 0 46-16,34 109-13 0,-34-85-21 16,0-8-9-16,0 4 12 15,0-4-35-15,13 4 6 16,-13 1 4-16,0-9-8 15,0 4-2-15,0-1-18 16,6-10 36-16,-6-5-17 16,6 0 14-16,3 0-16 15,4 0 13-15,-1-20-16 16,10-8 8-16,-10-9-15 16,16-3-7-16,-9 8 0 15,-7 8-19-15,4 8-11 16,-4 8-57-16,-12 8 31 15,0 0-46-15,0 0 28 16,0 0-74-16,0 16-152 16</inkml:trace>
  <inkml:trace contextRef="#ctx0" brushRef="#br0" timeOffset="-156229.03">5780 12388 17 0,'0'0'413'0,"0"0"-304"0,0 0-51 0,0 0 56 0,0 0-20 0,0 0-6 16,-13-12-13-16,13 12 7 16,0 0-34-16,0 0 39 15,0 0-31-15,0 0-13 16,0 0-22-16,0 0-3 15,41-4-5-15,-1-4-9 16,6 4-4-16,-11 4-7 16,5 0 7-16,-9 0-37 15,-16 0 5-15,10 0-29 16,-9 0-64-16,-10 0-125 16,-6 0-60-16</inkml:trace>
  <inkml:trace contextRef="#ctx0" brushRef="#br0" timeOffset="-155712.29">5826 12151 20 0,'0'0'155'0,"0"0"53"0,0 0-54 0,0 0-73 0,0 0 22 16,-6 0-59-16,0-4-43 16,6 4 11-16,0 0 34 15,0 0 45-15,0 0 8 16,0 0-15-16,0 0-18 0,0 0-11 15,0 0-35-15,0 0-2 16,0 0-3-16,0 0 14 16,0 0-14-16,12 0-12 15,22 0-3-15,0 0 6 16,1 0-13-16,-11 0-24 16,10 0-13-16,1 0-69 15,-1 0-107-15,-22 0-146 16</inkml:trace>
  <inkml:trace contextRef="#ctx0" brushRef="#br0" timeOffset="-154893.86">6577 12083 515 0,'0'0'170'0,"0"0"20"0,0 0-48 0,0 0-78 0,0 0-26 15,0 0 28-15,0 0-19 16,18 4 1-16,16-4-12 16,13 4-2-16,12-4-22 15,3 0-1-15,-3 0-11 16,-4 0 0-16,-8 0-1 15,-7 4-17-15,-9-4 3 16,-9 5-36-16,-3-2-3 16,-19-3-103-16,0 0-237 15</inkml:trace>
  <inkml:trace contextRef="#ctx0" brushRef="#br0" timeOffset="-153862.68">7652 11453 165 0,'0'0'340'0,"0"0"-269"0,0 0 8 0,0 0 9 16,0 0-47-16,0 0-17 15,0 61 72-15,0-37-13 16,0-1-13-16,0 10-39 16,0 8 9-16,0-2-3 15,0 9 6-15,0 9-28 16,0-10-4-16,0 9 4 15,0-15-8-15,0-10-1 16,0-6 1-16,0-1-13 16,0-8 11-16,-6-4-10 15,-3-8 2-15,3 4-7 16,6-8 2-16,0 0 0 0,0 0 8 16,0 0-22-16,0 0 19 15,0-8 6-15,0-16 2 16,0 3 3-16,0-2 0 15,0 3-2-15,0 4-3 16,15 0 4-16,4 8-7 16,9 4 0-16,-3-1 6 15,-4 5-13-15,4 0 7 16,-3 0-6-16,6 0 1 16,-10 0 3-16,-5 5-10 15,8 7-1-15,-14 4 11 16,-7 4-23-16,0 4 24 15,0 8 2-15,0-8 1 0,-28 4 7 16,3-8-6-16,-15 1-3 16,12-10 1-1,-6-3-2-15,-7-8-40 0,1 0-63 16,3 0-118-16,3 0-52 16</inkml:trace>
  <inkml:trace contextRef="#ctx0" brushRef="#br0" timeOffset="-153229.89">7305 12376 347 0,'0'0'316'0,"0"0"-180"0,0 0-1 0,0 0 10 0,0 0-30 0,0 0-59 15,227 0-13-15,-134 0-23 16,9 0-6-16,-9 0-12 16,12 0-4-16,-2 7-15 15,-17 1-10-15,-20 1-52 16,-14 12-85-16,-30-10-200 16,-16-3-240-16</inkml:trace>
  <inkml:trace contextRef="#ctx0" brushRef="#br0" timeOffset="-152399.27">7358 12821 288 0,'0'0'308'0,"0"0"-240"0,0 0 91 0,0 0 33 16,0 0-98-16,0 0 11 16,-22 0-78-16,22 0-4 15,0 0-22-15,0-4 16 16,0 1-3-16,0-2-2 0,10 5 0 16,2 0-6-1,0 0 2-15,4 0-2 0,-10 32-6 16,-6 13 0-16,0 10-5 15,0 6-25-15,0 3-8 16,-15-4 19-16,-10-4-35 16,-3-8 35-16,15-16 19 15,7-12-4-15,6-12 15 16,0-8-12-16,0 0 1 16,0 0-14-16,31-19 14 15,19-6 12-15,-10 1-10 16,-9 9-2-16,-3 15-7 15,-9 0-6-15,-4 0 1 16,4 0-18-16,-7 0-41 0,4 7-219 16,-10 1-14-1</inkml:trace>
  <inkml:trace contextRef="#ctx0" brushRef="#br0" timeOffset="-151849.89">7665 13226 208 0,'0'0'273'0,"0"0"-206"0,0 0 16 0,0 0 35 0,0 0-11 0,0 0-23 15,62 4 5-15,-31-4-11 16,15 0-5-16,-5-12-19 16,5-12-40-16,1-4 3 15,-7 0-10-15,10-8-7 16,-19 3 0-16,-10-3 0 15,-21 8-11-15,0 9-11 16,-40 7 8-16,-22 12-1 0,-9 0 15 16,9 0 1-16,-3 12-1 15,3 16-2-15,9 4 2 16,13 0 18-16,21-13-16 16,13 2-2-16,6-9 4 15,0-1-5-15,0 2 2 16,37-5 5-16,3-4 0 15,10 8 3-15,3-8 5 16,-13 12-7-16,6 4-7 16,-5-8 1-16,-16 12-2 0,2 4-14 15,8-16-8-15,5 4-115 16,-9-8-286-16,-22 0-251 16</inkml:trace>
  <inkml:trace contextRef="#ctx0" brushRef="#br0" timeOffset="-151015.29">8502 12609 50 0,'0'0'543'0,"0"0"-408"0,0 0-5 0,0 0 48 16,0 0-118-16,0 0-22 0,19 0 33 16,-7 0-35-1,16 0 7-15,-9 0-31 0,8 0 4 16,-14 0-5-16,9 0-22 15,-4 0-3-15,4 0-21 16,-10 0-46-16,1 0-84 16,-4 0-125-16,-9 0 24 15,0 0-138-15</inkml:trace>
  <inkml:trace contextRef="#ctx0" brushRef="#br0" timeOffset="-150780.58">8502 12609 661 0</inkml:trace>
  <inkml:trace contextRef="#ctx0" brushRef="#br0" timeOffset="-150666.3">8502 12609 661 0,'-34'-169'199'0,"34"169"-84"0,0 0-16 16,19 0 58-16,21 0-113 16,-6 0-8-16,0 0-33 15,0 0-3-15,-9 0-2 16,3 0-18-16,-9 0-89 15,-4 0-183-15,-15 0-474 16</inkml:trace>
  <inkml:trace contextRef="#ctx0" brushRef="#br0" timeOffset="-139174.36">11724 12773 562 0</inkml:trace>
  <inkml:trace contextRef="#ctx0" brushRef="#br0" timeOffset="-97762.34">4124 14212 152 0,'0'0'462'0,"0"0"-405"0,0 0 24 15,0 0 25-15,0 0-55 16,0 0-11-16,0 0 19 0,0 0 16 15,0-11-16-15,0 11 12 16,0 0-34-16,0 0-10 16,0 0-6-16,0 0-10 15,0 0-7-15,0 0 2 16,0 16-5-16,19 7 7 16,-7 2 18-16,16-1-23 15,-10 7 1-15,-2 2-4 16,18-5 0-16,-9 5 0 15,-3-6-1-15,-16 1-2 0,6-3-23 16,-6-5 0-16,1-12-44 16,2 8-59-16,-9-8-135 15,0 7-150-15</inkml:trace>
  <inkml:trace contextRef="#ctx0" brushRef="#br0" timeOffset="-97079.39">4183 14879 45 0,'0'0'474'0,"0"0"-354"0,0 0 2 0,0 0-15 16,0 0-43-16,0 0-22 15,0 0-15-15,0 0 0 16,0 0-11-16,0-9 60 0,0 1 5 16,0-16-33-1,0 9-29-15,34-21 10 0,6-13-21 16,13-12 4-16,6-11-24 15,-3-3 12-15,-10 3-15 16,-15 8-15 0,-3 15 8-16,-22 9-14 0,10 8 3 15,-10-1 7-15,-6 5-60 16,12-3 0-16,-12 7-42 16,0-1-47-16,7 13 26 15,-1 12 58-15,-6 0-224 16</inkml:trace>
  <inkml:trace contextRef="#ctx0" brushRef="#br0" timeOffset="-96264.09">4490 14770 387 0,'0'0'200'0,"0"0"-119"0,0 0 40 0,0 0-65 0,0 0 0 16,0 0 4-16,12 24 3 15,4-8-44-15,8 4 15 16,4 1 19-16,0 2 9 0,-9 1-51 16,3 1 10-16,-16-5-7 15,0-1-13-15,-6-2 2 16,12 2 1-16,4-2 0 15,-16-1 5-15,0-4-15 16,12 0 14-16,-12-12-11 16,7 0 3-16,-7 0-8 15,0 0-5-15,0 0 1 16,12-24 4-16,3 0 16 16,-2-8-5-16,-7 11 0 15,6 1-3-15,-2 9 0 16,-4 3-15-16,-6-4-4 15,19-1-44-15,2-7-39 16,-8-4-76-16,5 1 21 0,-2 15-42 16,-10 8-299-16</inkml:trace>
  <inkml:trace contextRef="#ctx0" brushRef="#br0" timeOffset="-95679.67">5259 14910 688 0,'0'0'122'0,"0"0"5"0,0 0-27 0,0 0-54 0,0 0-25 15,0 0 59-15,28-7-26 16,3-1-34-16,-16 0 6 16,10 0-16-16,-3 3-10 15,2 1-1-15,-2-4-1 16,-9 8-25-16,-7-3 13 0,9 3-21 16,-9 0-31-1,1 0-21-15,-1 0-50 16,-6 0-47-16,0 0-35 0,0 0-103 15</inkml:trace>
  <inkml:trace contextRef="#ctx0" brushRef="#br0" timeOffset="-95500.08">5259 14910 135 0</inkml:trace>
  <inkml:trace contextRef="#ctx0" brushRef="#br0" timeOffset="-95347.95">5259 14910 135 0,'0'-233'414'0,"0"233"-308"0,0 0 30 16,0-3 137-16,0-5-182 15,0 0-17-15,12 4-43 16,35-4 7-16,-13 0-25 16,12 3-2-16,1-6-10 15,-7 3-2-15,0-4-45 16,-5-4-37-16,-8 12-123 16,-14-17-146-16</inkml:trace>
  <inkml:trace contextRef="#ctx0" brushRef="#br0" timeOffset="-86486.4">6570 14915 322 0,'0'0'0'0,"0"0"-124"0,0 0 2 0</inkml:trace>
  <inkml:trace contextRef="#ctx0" brushRef="#br0" timeOffset="-22360.51">8226 1965 252 0,'0'0'81'0,"0"0"6"0,0 0 23 0,0 0-41 0,0 0 13 16,0 0 46 0,0 0-27-16,-18 0-5 0,11 0-53 15,-8 0-10-15,15 0-11 16,-13 0 2-16,7 0-8 15,6 0-2-15,-15 7 8 16,15-7-12-16,-7 13 9 16,7-10-12-16,0 5 0 15,0-3-5-15,0 3 2 16,0-8 1-16,22 4-2 16,12-4 0-16,-9 0-1 15,22 0 4-15,-7 0 1 16,-6-17 24-16,6-14-30 15,-21 7 19-15,9-4-19 16,-22 0-2-16,6 3-4 0,-12 14 5 16,0 3-3-16,0 8 1 15,0 0-1-15,-24 0 6 16,-17 8-6-16,1 20-7 16,21 0 10-16,4-4-13 15,15-12 0-15,0 4 4 16,0-8-2-16,0 7 9 15,15 1 2-15,16-3-4 16,-3 2 14-16,-9 2-14 16,9-6 4-16,-10 2-8 0,-2-1-33 15,-16-8-62-15,19 8-59 16,-4-12-91-16,-15 0-117 16</inkml:trace>
  <inkml:trace contextRef="#ctx0" brushRef="#br0" timeOffset="-21892.23">8741 1993 376 0,'0'0'389'0,"0"0"-228"0,0 0-32 0,0 0-57 0,0 0-50 15,0 0 43-15,115-28-39 16,-97 28-25-1,4 0 0-15,-4 0-1 0,4 0-4 16,-3 0-41-16,2 0-21 16,-8-8-97-16,-13 0-135 15,0-5-111-15</inkml:trace>
  <inkml:trace contextRef="#ctx0" brushRef="#br0" timeOffset="-21659.8">8741 1993 806 0,'139'-165'141'0,"-139"165"-92"15,0 0 37-15,0 0-60 16,16 0-20-16,2 0-12 15,10 0-11-15,-9 0-71 16,9 0-156-16,-16 0-92 16</inkml:trace>
  <inkml:trace contextRef="#ctx0" brushRef="#br0" timeOffset="-21144.38">9404 2016 23 0,'0'0'533'0,"0"0"-425"16,0 0 97-16,0 0 7 15,0 0-87-15,0 0-98 16,0-75-5-16,0 39-21 16,0-5 10-16,0-7-9 15,0 8 0-15,0 8-2 0,0 4 8 16,0 0-18-16,0-1 9 16,0 14 0-1,0 7-8-15,0 8 5 16,0 0 8-16,-9 0 1 15,-22 31-5-15,-9 10 0 0,-7 3-3 16,1-4-75-16,12-8-17 16,18-15-157-16,10-2-138 15</inkml:trace>
  <inkml:trace contextRef="#ctx0" brushRef="#br0" timeOffset="-20609.77">9931 2016 335 0,'0'0'459'0,"0"0"-399"0,0 0 12 0,0 0-4 0,0 0-49 0,0 0-19 16,-68 165-9-16,43-112-83 15,-9-14-65-15,13-11-8 16,8-20-163-16</inkml:trace>
  <inkml:trace contextRef="#ctx0" brushRef="#br0" timeOffset="-18761.94">10511 2113 206 0,'0'0'184'0,"0"0"-92"0,0 0 24 0,0 0-31 0,0 0-32 0,0 0 43 15,0 13 12-15,0-13-13 16,0 0-44-16,0 0 3 16,0 0 22-16,0 0-21 15,0 0-14-15,0 0 0 16,0-21-13-16,16-24 9 16,9-19-19-16,15-8 1 15,-12 0-18-15,0-4-1 16,-10 12-7-16,-11 11-26 0,-7 10 14 15,0 14-23 1,0 21 28-16,0 5-16 0,0 3-17 16,-25 11-34-16,-3 30-258 15,6 3-154-15</inkml:trace>
  <inkml:trace contextRef="#ctx0" brushRef="#br0" timeOffset="-18345.09">10487 2073 571 0,'0'0'96'0,"0"0"-20"16,0 0 72-16,0 0-27 16,0 0-82-16,0 0-30 15,40 0 51-15,0 0-40 16,0 0-9-16,1 0-8 16,-1 0 3-16,-15 0-6 15,3 0-11-15,-10 0 7 16,-11 0-12-16,-7 0 13 15,0 0 2-15,0 0 1 16,0 4 2-16,0 12 5 16,-25 8 32-16,-43 4-25 0,2 0 14 15,11-3-19-15,30-14-9 16,-3-3-14-16,16-8-69 16,12 0-165-16,0 0-187 15</inkml:trace>
  <inkml:trace contextRef="#ctx0" brushRef="#br0" timeOffset="-17996.44">10980 2113 645 0,'0'0'319'0,"0"0"-301"0,0 0 20 0,0 0-33 0,0 0-5 0,0 0-69 15,182 0-130-15,-169 0-106 16</inkml:trace>
  <inkml:trace contextRef="#ctx0" brushRef="#br0" timeOffset="-17763.02">10980 2113 753 0,'15'-141'410'0,"-15"141"-407"16,6 0 76-16,19 0-31 15,3 0-25-15,12 0-18 16,1 0-5-16,-7 0-14 16,-16 0-51-16,-5 0-136 15,-13 0-267-15</inkml:trace>
  <inkml:trace contextRef="#ctx0" brushRef="#br0" timeOffset="-17280.74">11448 2013 530 0,'0'0'365'0,"0"0"-240"0,0 0-14 15,0 0-9-15,0 0-71 16,0 0 17-16,161 3-39 0,-127-3-9 15,0 0-10-15,3 0-24 16,-9 0-50-16,0 0-160 16,-15 0-156-16</inkml:trace>
  <inkml:trace contextRef="#ctx0" brushRef="#br0" timeOffset="-16996.46">11448 2013 548 0</inkml:trace>
  <inkml:trace contextRef="#ctx0" brushRef="#br0" timeOffset="-16743.65">11448 2013 548 0,'409'-189'241'0,"-403"189"-77"0,22 0-28 0,-3 0-93 16,15 0-19-16,13 0 55 15,-13 0-68-15,-6 0 24 16,-6 0-21-16,-22 17 12 16,-6 14-9-16,0 13 4 0,0 5-4 15,-27 2-17-15,-14-10-6 16,23-9-10-16,-4-8 11 16,16-8-17-16,6-8 8 15,0 0-10-15,0-4-19 16,0-4 38-16,34 0 0 15,6 0 3-15,0 0-12 16,-5 0-38-16,-4 0-40 16,-4 0 9-16,-8 0-92 15,3 0-53-15,-16 0-126 16</inkml:trace>
  <inkml:trace contextRef="#ctx0" brushRef="#br0" timeOffset="-16313.93">12530 2145 1052 0,'0'0'90'0,"0"0"5"0,0 0-12 0,0 0-76 0,0 0-7 15,40 189-8-15,-40-157-30 16,0-4-99-16,0-13-245 15</inkml:trace>
  <inkml:trace contextRef="#ctx0" brushRef="#br0" timeOffset="-15581.66">13587 1833 301 0,'0'0'299'0,"0"0"-250"0,0 0 54 0,0 0 24 15,0 0 0-15,0 0-70 16,-12 3 28-16,-22 2-16 0,-7 6-34 16,-11 6 10-16,-17 2 3 15,-2 14-4-15,-9-5-33 16,11-5 2-16,17 6-10 16,30-9-1-16,3 0 4 15,19 4-8-15,0 0 2 16,0-4-3-16,0-3 0 15,41-6-13-15,11-3 14 16,17-8 2-16,17 0-8 16,-5 0 10-16,-16 0-7 15,-3 0-7-15,-9-16-16 16,-19-4-16-16,-16 7-10 0,1 6-51 16,-19 3-67-16,0 4-174 15,0 0-191-15</inkml:trace>
  <inkml:trace contextRef="#ctx0" brushRef="#br0" timeOffset="-15063.7">13934 2073 742 0,'0'0'286'0,"0"0"-235"0,0 0 10 0,0 0-22 16,0 0-33-16,0 0-12 15,103 0-13-15,-85 0 9 16,-11 0-17-16,-7 0 1 16,0 0-21-16,0 0-39 15,0 0 7-15,0-4-44 16,0 0-26-16,-19-9-59 15</inkml:trace>
  <inkml:trace contextRef="#ctx0" brushRef="#br0" timeOffset="-14864.82">13934 2073 30 0,'-145'-72'1069'15,"145"72"-942"-15,0 0-73 16,0 0-8-16,6 0-1 15,34 0-14-15,13-5 6 16,-7 2-24-16,1-2-13 16,-7 2-2-16,-12-2-23 15,-3 5-50-15,-10 0-46 16,-8-8-239-16,-7 8-333 16</inkml:trace>
  <inkml:trace contextRef="#ctx0" brushRef="#br0" timeOffset="-14199.68">14424 1816 662 0,'0'0'361'16,"0"0"-299"-16,0 0 35 0,0 0-68 0,0 0-15 0,0 0-5 15,152 0 10-15,-111 20-17 16,-1 4 0-16,-12 9 13 16,-22 6 2-16,-6-6-10 15,0 7-3-15,0-8-5 16,0-9 1-16,0 2-7 16,0-9-5-16,6-4-7 15,7 1-9-15,21-7-23 16,0-1 24-16,6 3-15 15,0-4 15-15,-9 0-32 16,-9 12 19-16,-22-4-6 0,0 16 46 16,0 0 37-16,-28 5 16 15,-12-2-12-15,0-6-35 16,-7-1-6-16,1 7 6 16,-7-6-9-16,6-9 3 15,13-12-138-15,28-4-229 16</inkml:trace>
  <inkml:trace contextRef="#ctx0" brushRef="#br0" timeOffset="-9453.06">9262 12347 261 0,'0'0'105'0,"0"0"41"0,0 0-67 0,0 0 13 16,0 0 14-16,0 0 8 16,0 0-2-16,0 0-58 15,102-19-3-15,-77 10 34 0,3 1-31 16,6 8-25-1,-9 0 4-15,9 0-18 16,12 0 8-16,1 0-21 0,15 0 8 16,-9 13-4-16,-1-13 2 15,-11 0-8-15,5 0-8 16,-18 0-6-16,-9 0-21 16,-4 0-22-16,-15-13-129 15,0 6-397-15</inkml:trace>
  <inkml:trace contextRef="#ctx0" brushRef="#br0" timeOffset="-6938.72">10487 12372 266 0,'0'0'68'0,"0"0"-64"16,0 0 11-16,0 0 89 0,0 0-9 15,0 0-31-15,0-12 38 16,0 12 21-16,0 0-37 15,0 0-8-15,0 0-11 16,0 0-6-16,0 0-3 0,0 0-22 16,0 0-9-16,0 0-27 15,0 0 21-15,0 0-16 16,12 0 10-16,-6 0 0 16,16 0 0-16,18 0 2 15,13 0 0-15,21 0 2 16,13 0-9-16,12 0 7 15,10 0-13-15,-4 0 8 16,1 0-8-16,2 0 0 16,-9 0-2-16,-18 0 1 15,-7 0-6-15,-8 0 1 16,-4 0-1-16,-4 16-3 16,-11-9 3-16,-1 6-7 15,-24-9-7-15,6-4-23 16,-15 0-48-16,-13 0-170 15,0 0-457-15</inkml:trace>
  <inkml:trace contextRef="#ctx0" brushRef="#br0" timeOffset="-959.78">10880 11794 144 0,'0'0'351'0,"0"0"-283"0,0 0-38 16,0 0 27-16,0 0 22 15,0 0 17-15,0 0-28 16,0-12-25-16,6 12 3 16,-6 0-6-16,0 0 0 15,0 0 0-15,0 0 7 0,0 0 12 16,0 0-33-16,0 0-1 16,0 0-18-16,0 0 8 15,0 0-6-15,0 0-6 16,0 0 0-16,7 0-4 15,-7 0 2-15,15 0-2 16,10 0 7-16,3 0 3 16,25 0 2-16,-1 0-2 15,10-3-9-15,-15-14-11 16,-1 9-4-16,-5-8-21 16,-23 13-6-16,-8-2-91 15,-10-3-107-15,0 8-148 16</inkml:trace>
  <inkml:trace contextRef="#ctx0" brushRef="#br0" timeOffset="-93.26">11696 11353 182 0,'0'0'341'0,"0"0"-281"0,0 0 5 0,0 0-29 15,0 0-17-15,0 0 32 16,46 12 12-16,-18-12-4 15,-3 0-35-15,21 0 17 16,-11 0 10-16,-1 0-11 16,-6 8-27-16,-10 0 13 15,4 16-13-15,-22 4-2 16,0 13 7-16,0 15-4 16,0 0 6-16,-34-7-20 15,6-10 2-15,3-6-2 16,16-18 0-16,3-2 1 15,6-10-2-15,0-3 1 16,0 8-1-16,6-3-4 0,28-2 10 16,-6-3 2-16,12 4-3 15,-15-4-4-15,3 4 1 16,0-4-5-16,-10 0-24 16,10 0-23-16,-9 0-55 15,-7 0-231-15</inkml:trace>
  <inkml:trace contextRef="#ctx0" brushRef="#br0" timeOffset="4583.84">10713 12853 266 0,'0'0'246'0,"0"0"-220"0,0 0 19 0,0 0 3 0,0 0 10 15,0 0 4-15,0 0 19 16,0 0-29-16,0 0-1 16,0 0 17-16,28 0-29 15,-16 0-19-15,1 0-16 16,8 0 1-16,-8 0-5 16,-1 0-3-16,-3 12 0 15,-2 9 6-15,-7 2-5 16,0 13 10-16,0 0-16 15,0 5 12-15,-22-9-6 0,9 4 2 16,7-12 0 0,0-5 5-16,6-11-1 0,0 5-4 15,0-9 1-15,0-4-1 16,31 0 0-16,25 0 22 16,-3 0-9-16,-1 0 26 15,-11 0-13-15,-13 0-26 16,-16 0-8-16,10 0-28 15,-16 0-30-15,-6 0-149 16,0 0-120-16</inkml:trace>
  <inkml:trace contextRef="#ctx0" brushRef="#br0" timeOffset="5001.55">11228 13078 689 0,'0'0'363'0,"0"0"-284"0,0 0 54 0,0 0-42 15,0 0-42-15,0 0-49 16,27 0-16-16,-27-4-24 16,0-4-50-16,7-4-61 15,-7 8-166-15,0 0-341 16</inkml:trace>
  <inkml:trace contextRef="#ctx0" brushRef="#br0" timeOffset="5766.69">11823 13202 387 0,'0'0'132'0,"0"0"-90"0,0 0 13 0,0 0 45 0,0 0 2 0,0 0 2 15,-6 5 2-15,6-5-36 16,0 0-1-16,0 0-27 16,0-5-14-16,0-19-26 0,0-13 0 15,0 6 0-15,0-13-1 16,0-8-1-16,0 12 4 16,0-4-10-16,0 8 3 15,0 7-2-15,0 22-10 16,0 7 13-16,0 0-5 15,0 0 7-15,0 0 0 16,-22 0-1-16,16 3-20 16,-13 9-13-16,13 1 26 15,-10 2 2-15,4 9-10 16,-22 1-148-16,9-1-234 16</inkml:trace>
  <inkml:trace contextRef="#ctx0" brushRef="#br0" timeOffset="6932.55">12431 12648 584 0,'0'0'396'0,"0"0"-316"0,0 0 21 0,0 0-16 15,0 0-69-15,0 0-6 16,46 5 11-16,-12-5-5 16,-6 0-9-16,3 0-2 15,-3 0-9-15,-6 0 4 16,3 0-17-16,-13 0-13 16,16 0-3-16,-16 0-63 15,-12 0-9-15,0-8-138 16,0-5-9-16,0 5-209 15</inkml:trace>
  <inkml:trace contextRef="#ctx0" brushRef="#br0" timeOffset="7168.07">12431 12648 792 0,'21'-191'207'0,"-21"191"-114"16,0 0 35-16,0 0-73 0,19 0 15 15,15 0-33-15,0 0-12 16,-9 0-25 0,3 0-17-16,0-17-18 0,-16 13-63 15,-12 0-167-15,0 4-575 16</inkml:trace>
  <inkml:trace contextRef="#ctx0" brushRef="#br0" timeOffset="18339.69">9094 12147 141 0,'0'0'274'0,"0"0"-208"0,0 0 1 0,0 0-12 16,0 0-29-16,0 0-22 15,0 0-3-15,0 0 12 16,0 0 4-16,0 0 18 0,0 0 54 15,0 0 6-15,0 0-17 16,0 4-16-16,0 4-26 16,0-3-22-16,0 3 4 15,0 0-14-15,0-5-8 16,0-3 9-16,10 12-7 16,-10 1 4-16,0-2-3 15,0 6 2-15,0-6 3 16,0 9 7-16,0 1-9 15,0-1 2-15,0-4 3 16,6-4-13-16,0 4 12 16,0-4-12-16,-6-4 6 15,0-4-3-15,13 3 3 16,-4 1-1-16,-3 1 0 0,0-1 1 16,1 0 0-16,-1 0 2 15,0 0 1-15,0 0 6 16,10-8-12-16,-10 12 3 15,6-7-5-15,4 2 5 16,-10-7 0-16,0 12-3 16,19-8 9-16,-10 4-10 15,-2 5 8-15,-1-10-4 16,4 5 0-16,-4-4-2 16,10 1-6-16,-4-5-8 15,-5 3 6-15,2-3 8 16,-2 0-1-16,-1 5 6 0,4-5 4 15,-10 8-6-15,0-8 8 16,13 0-6-16,-13 0-3 16,9 0 2-16,-2 0 6 15,-7 0-14-15,9 0 12 16,-2 0 2-16,-1 0-8 16,1 0 14-16,15 0-9 15,0 0 6-15,-4 0-11 16,10 0 0-16,-6 0 1 15,-3 0-1-15,9 0 0 16,-12 0 6-16,-3-13-5 0,2 10 1 16,-15-6 15-16,13 1-13 15,3 0 0-15,-4-8 3 16,10 0-6-16,6 4-2 16,-9-4 2-16,9 1-3 15,0-6 6-15,-9 9-11 16,-3-4 13-16,-3-1-12 15,8-2 4-15,-14 7 0 16,9-1 1-16,-10 2-4 16,0 7-4-16,4-4 8 15,-4 3-1-15,-6-6 3 16,16 6-5-16,-9-2 6 16,5 2-5-16,10-3 6 15,-9 0-3-15,9 5 0 16,12-5 2-16,-12 4 4 0,-3-4-2 15,3 0 1-15,-4 0-4 16,4-1-1-16,0 1 1 16,-15 8-1-16,5 0 6 15,-9 0-5-15,4-3 22 16,15 3-6-16,-16-5-10 16,16 2 3-16,-16-5-10 15,29 3 1-15,-16-3-1 16,-4 4 3-16,-2 1-1 15,9-5 1-15,0 0-1 16,-4-1 2-16,11 5-1 16,-17 0 1-16,4 1-4 15,-3-2 4-15,-4 2-4 16,10-2 0-16,3 1 3 16,0 0-2-16,3 0-1 0,9 0 1 15,0-4 0-15,7-4 1 16,-13 12-4-16,12 0 5 15,-12 0-4-15,-6 0 1 16,10 0-3-16,-10 0 2 16,6 0 1-16,0 0-1 15,-9 0 2-15,2-4-9 16,-8 0 11-16,15-4-5 16,-6 0 4-16,-3 8-4 15,3 0 1-15,6-4 1 0,0 1-1 16,-3-6 7-1,9 1-13-15,1-8 10 0,-1 0-6 16,0-1 0-16,-12 2-2 16,12-1 5-16,-15 8 0 15,-3 0-1-15,-3 0 2 16,-4 4 0-16,-9-9 2 16,13 10-6-16,3-17 9 15,9 4-6-15,9-9 0 16,0 1 3-16,-6-4-3 15,7 5 1-15,-7 2-4 16,-16 5 4-16,-2 0-3 16,-4 4 4-16,-12 0 0 15,13 12-2-15,-7-8 0 0,0-4 3 16,3 4 4-16,4-8-7 16,-1 4 0-16,10-9-4 15,-10-7 10-15,16 5-12 16,-3-6 5-16,3 6-4 15,-16 3 3-15,-12 4 2 16,16 0 0-16,-16 7 8 16,0-10-15-16,0-1 15 15,0-9-10-15,0 1 2 16,0 0 0-16,0-3 0 16,-22 6-1-16,3 1 1 15,4-1 1-15,3 10 0 16,-1-1 0-16,-15 4 6 15,16-1-3-15,-10 2-8 0,-3-2 3 16,-9 10 0-16,-6-9-16 16,-13 4 3-16,7 0-16 15,-10 0 3-15,9 8 27 16,1 0 25-16,-7 0-2 16,-15 0-14-16,15 0-6 15,-12 0-2-15,-3 0-1 16,9 0 0-16,-3 0 0 15,22 0-3-15,-7 0 8 16,13 11-9-16,3-6 10 16,3-2-8-16,0-3 8 15,3 5-11-15,-9-2 7 16,0 6-3-16,-12 2 1 16,-1 2 0-16,-6 7-2 0,-2 0 3 15,2-4-8 1,6-5 14-16,1 2-9 0,12-9 3 15,-13 4-1-15,13 0 1 16,-12 0 2-16,-1 4-1 16,1 1 2-16,-13 2-8 15,12 9 4-15,-9-4-6 16,-2 1-30-16,5-1 24 16,6-1-17-16,1 1 24 15,-10 0 2-15,3-4 3 0,1 5 14 16,5-1-12-1,1 0 13-15,11-1-15 0,-5-2 5 16,12-6-5-16,3-3 0 16,10 5-3-16,2-5 3 15,-5-1-2-15,-4 6-6 16,10 7 3-16,-10 0-6 16,3 1 7-16,-8-6 8 15,20-7-10-15,-5-4 9 16,-10 8-3-16,16-8 4 15,-13 4 0-15,4 0-4 16,-4 0 4-16,-2 8-10 16,2-8 10-16,0 4-8 15,-8-7 3-15,20 3 1 0,-14-8 0 16,-4 11-1-16,-3 1 0 16,0-4 2-16,3 0 4 15,-3 12-2-15,10-4 14 16,-4 1-17-16,3-6-1 15,4-3-5-15,15 1 6 16,-13-1-4-16,1 0 0 16,6 0 1-16,-16 8 6 15,16-9-7-15,0 10 6 16,-7-9-5-16,4 3-13 16,-3-6 11-16,-7 7-1 15,4-8 0-15,-4 0 12 0,13 0-2 16,-10-4-4-1,16 12-6-15,0 0 3 0,0 0-41 16,0 0-54-16,0-12-295 16</inkml:trace>
  <inkml:trace contextRef="#ctx0" brushRef="#br0" timeOffset="21373.58">13268 11990 181 0,'0'0'366'0,"0"0"-328"0,0 0-17 0,0 0 49 15,0 0-4-15,0 0 22 16,0 0-58-16,12 0-11 16,-6 0 62-16,-6 0 5 15,7 0-25-15,8 5 2 16,-15 19 9-16,6 8-48 16,-6 0-8-16,0 4-11 0,0 4-3 15,0-4-1 1,0 5-1-16,0-5 0 0,0-4 2 15,0-4-1 1,0-5 6-16,0-14-14 0,0-5-13 16,0-4-34-16,0 0-132 15,0 0-168-15,0 0-80 16</inkml:trace>
  <inkml:trace contextRef="#ctx0" brushRef="#br0" timeOffset="21769.63">13147 12175 579 0,'0'0'34'0,"0"0"-19"0,0 0 132 0,0 0-33 15,0 0-100-15,0 0-5 0,53 0 74 16,-25 0-41-16,12 0-17 16,-22 0-22-16,23 0 2 15,-13-3-5-15,-4-5-27 16,4-1-117-16,-15 1-150 16</inkml:trace>
  <inkml:trace contextRef="#ctx0" brushRef="#br0" timeOffset="22486.89">13869 11751 666 0,'0'0'238'0,"0"0"-139"0,0 0-18 0,0 0-57 16,0 0-24-16,0 0 9 0,72-21-4 15,-44 13 6-15,6 8 27 16,-16 0 1-16,4 0-12 16,-3 0-18-16,-19 16-5 15,0 20-4-15,0 8-2 16,0 5-14-16,-7-1-23 15,-27-1 27-15,9-2 6 16,4-9 6-16,2 0 1 16,10-7 21-16,9-9 6 15,0-9-19-15,0-3-9 16,0-4-4-16,9-4-5 16,22 0 4-16,9 0 2 15,7 0 6-15,-7 0 7 16,-6 0 1-16,13 0 2 15,-7 0-13-15,-12 0-6 0,-3 0-16 16,-10 0-106-16,-8 0-200 16,-7 0-230-16</inkml:trace>
  <inkml:trace contextRef="#ctx0" brushRef="#br0" timeOffset="23205">13085 12624 402 0,'0'0'252'0,"0"0"-139"0,0 0 16 0,0 0-2 15,0 0-36-15,0 0-38 16,-6-7 11-16,6 7-37 16,40 0-8-16,22 0 8 15,25 0 34-15,0 0-22 16,6 0-23-16,0 0-10 16,6-8 2-16,-12 8-16 15,9-8 2-15,-19 0-12 0,10 8-16 16,-6-5-4-16,-13-2-20 15,-15-6-47-15,-13 13-87 16,-28 0-210 0</inkml:trace>
  <inkml:trace contextRef="#ctx0" brushRef="#br0" timeOffset="24067.47">13513 12941 504 0,'0'0'106'0,"0"0"-91"0,0 0 83 0,0 0 25 0,0 0-84 0,0 0 15 16,0 0 19-16,0 0-30 15,15 0-13-15,-2 0 11 16,21-4 45-16,0-3-46 15,-3-1-10-15,-3 3-18 16,6 5 7-16,-22 0-13 16,-12 0-12-16,0 0 3 15,0 0-10-15,0 20-9 16,0 17-1-16,-18 14-33 16,-38 2-4-16,9 2 50 15,-5 2 10-15,11-17 4 16,13 1-1-16,10-22 32 0,18-7-8 15,0-7-26-15,0-5-2 16,0 0 0 0,40 0 1-16,-6 0 7 0,19 0 20 15,-7 0 4-15,-11-13-12 16,5 6-13-16,-6-1-3 16,-22 0-6-16,1 8-4 15,-7 0-12-15,-6 0-42 16,16 0-30-16,-16 0-111 15,0 0-85-15,0 8-258 16</inkml:trace>
  <inkml:trace contextRef="#ctx0" brushRef="#br0" timeOffset="25650.13">14657 12673 502 0,'0'0'256'0,"0"0"-204"0,0 0 87 0,0 0-37 0,0 0-70 16,0 0 1-16,19 0 33 15,-4 0 3-15,4 0-33 16,9 0 13-16,6 0-22 15,12 0 0-15,7 0-25 16,0 0 4-16,-1 0-6 16,-11 0-7-16,8 0-15 15,-18 0-21-15,-9 0 3 0,-3 0-9 16,-13 0-66 0,-6 0-147-16,0 0-54 0,-6-8-208 15</inkml:trace>
  <inkml:trace contextRef="#ctx0" brushRef="#br0" timeOffset="25877.96">14657 12673 858 0</inkml:trace>
  <inkml:trace contextRef="#ctx0" brushRef="#br0" timeOffset="26000.36">14657 12673 858 0,'87'-216'218'0,"-53"216"-126"0,12 0 24 0,13 0 39 15,3 0-134-15,-21 0-6 16,-10 0-13-16,-3 0-4 16,-1 0-27-16,-8 0-28 0,3-5-38 15,-22 1-141-15,0 4-370 16</inkml:trace>
  <inkml:trace contextRef="#ctx0" brushRef="#br0" timeOffset="28815.08">15674 12941 283 0,'0'0'264'15,"0"0"-243"-15,0 0-16 0,0 0 29 0,0 0-31 0,0 0 4 16,0 0 16-16,0 0 22 15,0 0 35-15,0 0 9 16,0 0 26-16,0 0-39 16,0 0-24-16,0 0-17 15,6 0-7-15,-6 0-8 16,0 0 15-16,6 0 3 16,-6 0-8-16,0 0-14 0,0 0-4 15,0 0 7 1,0 0-19-16,0 0 9 0,0-11-9 15,0-18 1-15,0-14 1 16,7-10 8-16,-1-4-3 16,-6 2 6-16,15 7-13 15,-9 7-3-15,1 5-2 16,-1 12-21-16,0 1 3 16,0 6-21-16,4 14-35 15,-10 3-28-15,0 0-39 16,0 0-68-16,0 3 30 15,0 17-144-15</inkml:trace>
  <inkml:trace contextRef="#ctx0" brushRef="#br0" timeOffset="29314.18">15572 12712 514 0,'0'0'44'0,"0"0"-12"0,0 0 47 0,0 0-63 16,0 0 26-16,0 0 128 15,0 0 0-15,0 0-99 16,6 0-5-16,-6 0-8 0,34 0-43 16,-6 5 19-16,12-1-23 15,0 0 3-15,7-4-10 16,-1 0 3-16,-11 0-7 16,-4 0-10-16,-4 0 8 15,1 0-11-15,-9 0-25 16,-3 0-34-16,-10 0-96 15,-6 0-254-15</inkml:trace>
  <inkml:trace contextRef="#ctx0" brushRef="#br0" timeOffset="31145.24">16356 12961 182 0,'0'0'281'0,"0"0"-185"0,0 0-55 0,0 0-21 16,0 0 12-16,0 0 36 15,0 8 46-15,0-8 18 16,0 5-35-16,0-5-37 16,0 0-43-16,0 0-9 0,0 0-8 15,0 0 21-15,0 0 7 16,0 0 9-16,0 7 0 16,0-7 2-16,0 0-8 15,0 5-20-15,0-5 19 16,0 0-25-16,0 3 4 15,0-3-8-15,0 13 3 16,0-5-4-16,-9-4 0 16,3 15 2-16,-1-6 0 15,7-5-2-15,-12-1 0 16,12-2-1-16,0-5 0 16,0 0-3-16,0 0 8 0,0 0-6 15,0 0 2-15,0 0-1 16,0 0-3-16,0 0 8 15,0 0-8-15,0 0-5 16,0-20 9-16,0-16-13 16,0-8 10-16,12-17 4 15,16-7-3-15,-3-12-5 16,3-4-2-16,0-1 2 16,12 9-27-16,-9 12 21 15,-9 24-18-15,-16 20 25 16,0 8 3-16,-6 12 3 15,0 0 2-15,0 0 12 0,0 0 17 16,0 0-21 0,0 0 6-16,0 15-11 0,-40 18-10 15,-25 3-3-15,9 0-29 16,16-3-79-16,-7-10-250 16,1-7-440-16</inkml:trace>
  <inkml:trace contextRef="#ctx0" brushRef="#br0" timeOffset="48995.93">6133 15111 444 0,'0'0'105'0,"0"0"-99"0,0 0 29 0,0 0 35 0,0 0-23 16,0 0 14-16,0 0 10 15,28 8-10-15,-28-8 0 16,0 0-21-16,0 0-6 16,6 0-30-16,-6 0 25 15,0 0 11-15,0 0-3 0,0 0 23 16,0 8-24-16,0-8-12 16,0 4-13-16,0-4-3 15,6 5 0-15,4-5 10 16,-4 0-6-16,-6 0 5 15,0 0-12-15,0 0 11 16,0 0 11-16,6-41-12 16,0-15-1-16,1-16-12 15,-1 0 1-15,0-8 3 16,3-1-12-16,-9 9-13 16,6 7-9-16,-6 14 20 15,0 27-9-15,0 16 3 16,0 8 14-16,0 8-13 15,0 39 21-15,-34 17-16 0,-6 5 2 16,6-13-13-16,9-7-10 16,19-18-27-16,-3 1-90 15,2-23-245-15,7 2-193 16</inkml:trace>
  <inkml:trace contextRef="#ctx0" brushRef="#br0" timeOffset="49715.85">6542 14189 461 0,'0'0'253'0,"0"0"-153"15,0 0 33-15,0 0-45 16,0 0-55-16,0 0 29 0,19-8-5 16,-10 8-40-16,10 0 6 15,-13 16-17-15,0 27 36 16,-6 6-26-16,0 15 10 15,0 0-23-15,0-4-3 16,0-4 0-16,0-7-5 16,0-17 4-16,0-8-4 15,0-12 1-15,0-12 4 16,22 0-11-16,-3 0 14 16,21 0-5-16,-12-9 4 15,-3 1-2-15,-4 5 0 0,-2 3-10 16,-10 0-18-16,-9 0-57 15,0 8 14-15,0 16-50 16,0 8-191-16,-15-4-247 16</inkml:trace>
  <inkml:trace contextRef="#ctx0" brushRef="#br0" timeOffset="51644.65">7023 14879 247 0,'0'0'417'0,"0"0"-306"0,0 0 92 0,0 0-69 0,0 0-61 16,0 0-24-16,0 0 1 0,0 0-26 15,0 0 1 1,28 0 1-16,18 0 11 0,7 0 13 15,9 0-32-15,3 0 7 16,-6 0-23-16,-3 0-2 16,-3 0 0-16,-19 0-20 15,-9 0-40-15,-4 0-25 16,-14 0-152-16,-7 0-394 16</inkml:trace>
  <inkml:trace contextRef="#ctx0" brushRef="#br0" timeOffset="52195.93">7919 14614 587 0,'0'0'327'0,"0"0"-258"0,0 0 27 0,0 0-9 0,0 0-13 16,0 0-26-16,115-9-27 16,-97 9 5-16,4 0-16 15,-3 13 0-15,2 15-6 16,-8 12-2-16,-13 17-2 16,0-2 4-16,0 9-1 15,0-3-1-15,0-9 3 16,-34-20 0-16,15 0-6 15,10-16 1-15,3-8 0 16,6-4-1-16,0-4 4 16,0 0-11-16,0 0 10 15,0 0-9-15,0 0 14 16,0 0-6-16,0 0-1 0,15 0 2 16,10 0-2-16,3 0 0 15,18 0-4-15,-5 3-17 16,11 18 5-16,1-1-63 15,-13 5-115-15,1-10-272 16</inkml:trace>
  <inkml:trace contextRef="#ctx0" brushRef="#br0" timeOffset="52559.73">8642 15070 1115 0,'0'0'192'0,"0"0"-189"0,0 0 3 0,0 0-6 0,0 0-123 0,0 0-210 16,0-39-391-16</inkml:trace>
  <inkml:trace contextRef="#ctx0" brushRef="#br0" timeOffset="53193.44">9181 15111 150 0,'0'0'486'0,"0"0"-365"0,0 0 28 0,0 0 12 0,0 0-114 0,0 0 30 16,0 0-3-16,0-8-12 0,0-32-43 15,0-8 5 1,0-13 8-16,0-6-15 0,0-5-2 15,0 8-12-15,0-1 6 16,0 17-9-16,0 15 0 16,0 10-6-16,0 18 2 15,0 5 7-15,0 0-8 16,0 0 0-16,0 0-23 16,0 17-5-16,-18 15-18 15,-10 12 12-15,-3 4-35 16,-4 4-43-16,-5 4-147 15,6-12-7-15,0-11-193 16</inkml:trace>
  <inkml:trace contextRef="#ctx0" brushRef="#br0" timeOffset="54892.63">10077 15224 367 0,'0'0'230'0,"0"0"-203"0,0 0 21 0,0 0 62 0,0 0-25 16,0 0 52 0,0 0-26-16,0 0 16 0,0-33-66 15,0-11-2-15,0-12-15 16,28-12-28-16,6-4-2 15,-9 0-10-15,-3 8-8 16,-10 19-1-16,1 9-9 16,-13 12-18-16,0 24 12 15,0 0 0-15,0 0-17 16,0 24-35-16,0 16-115 16,-25 1-263-16</inkml:trace>
  <inkml:trace contextRef="#ctx0" brushRef="#br0" timeOffset="55141.88">9851 15003 969 0,'0'0'207'0,"0"0"-161"16,0 0 19-16,0 0-1 16,0 0-25-16,0 0-24 15,254 0-15-15,-214 0-5 0,-5 0-18 16,-4-13-37-16,-16 13-161 16,-9 0-425-16</inkml:trace>
  <inkml:trace contextRef="#ctx0" brushRef="#br0" timeOffset="55773.63">10688 14758 618 0,'0'0'440'0,"0"0"-436"0,0 0 29 0,0 0 13 16,0 0 17-16,0 0-40 15,152-32-21-15,-130 32-1 16,-10 12 2-16,7 24 4 15,-19 5-1-15,0 18-6 16,0-2 0-16,0-5-10 16,0-9-12-16,0-18-10 15,0-13-9-15,0-8 6 16,0-4 18-16,21 0 8 16,-2 0 9-16,9 0 7 15,-16 0 15-15,-12 0-13 0,0 0 10 16,0 12 13-1,0 20 19-15,0 8-20 16,0 4-31-16,-24-3 5 0,-17-5-1 16,1-5 15-16,0-10-18 15,-1 7-2-15,-5-4-26 16,5 0-103-16,1-4-262 16,12-4-203-16</inkml:trace>
  <inkml:trace contextRef="#ctx0" brushRef="#br0" timeOffset="56258.97">11476 15216 596 0,'0'0'533'0,"0"0"-518"0,0 0 106 0,0 0-77 16,0 0-43-16,0 0-1 16,272-25-23-16,-231 25-26 0,-20 0-75 15,-8 0-39 1,-13 0-132-16,0 0-147 16</inkml:trace>
  <inkml:trace contextRef="#ctx0" brushRef="#br0" timeOffset="56441.9">11476 15216 991 0,'173'-241'403'16,"-167"241"-358"-16,16-8 27 16,3 8-11-16,3-8-57 15,6 0-4-15,-3 0-18 0,-9 4-48 16,-4-1-60-1,-12 5-133-15,-6 0-667 0</inkml:trace>
  <inkml:trace contextRef="#ctx0" brushRef="#br0" timeOffset="57839.2">12477 15468 358 0,'0'0'116'0,"0"0"-93"0,0 0 66 0,0 0-44 0,0 0-6 16,0 0 33-16,6 0 55 15,-6 0-60-15,0 0-32 16,0 0-7-16,0 0-2 15,16 0-21-15,-16 0 2 0,0 0 20 16,0 0 6-16,0 0 5 16,0 0 21-16,0 0-7 15,6 0-39-15,0 0 1 16,13-24-14-16,-10-16 7 16,16-4-5-16,-10-8 5 15,4-4 16-15,3-1-16 16,-10-7 5-16,13-12-11 15,-10 8 0-15,10-16-1 16,-3 7-11-16,-10 2-6 16,16 18-7-16,-15 17-2 0,-7 19 21 15,-6 21 5 1,0 0 15-16,0 0 29 0,0 8-25 16,0 25-5-16,-19 3-14 15,-21 12-23-15,-7 1 0 16,7-5-18-16,6 3-9 15,0 6-36-15,9-1 3 16,10-4-155-16,-4-4-131 16</inkml:trace>
  <inkml:trace contextRef="#ctx0" brushRef="#br0" timeOffset="59138.37">13094 15216 18 0,'0'0'292'16,"0"0"-100"-16,0 0-142 0,0 0-29 0,0 0-10 0,0 0-11 15,0 0 1-15,0 0 1 16,0 0 1-16,0 0 41 16,0 0 36-16,0 0 19 15,0 0-59-15,0 0-37 16,0 0 2-16,0 0 3 15,0 0 9-15,0 0 2 16,0 0-1-16,0 0 50 16,0 0 45-16,13 0-26 15,-13 0-8-15,0 0-44 16,0 0 5-16,0 0-7 16,18 0-13-16,-2 0 6 15,2 0-12-15,23 0 28 16,-13 0-21-16,12 0 4 15,-15 0-25-15,15 0 0 16,-6 0 0-16,0 0-11 0,0 0-10 16,-3 3-20-16,3 2-6 15,-6-5-57-15,25 0-36 16,-7 0-148-16,-5 0-123 16</inkml:trace>
  <inkml:trace contextRef="#ctx0" brushRef="#br0" timeOffset="60286.08">14210 14910 23 0,'0'0'332'0,"0"0"-228"0,0 0-32 0,0 0 38 0,0 0 1 15,0 0-13-15,0 0 0 16,0 0 12-16,0 0-32 16,0 0 22-16,0 0-59 15,0 0-38-15,0 0 1 16,7 0 4-16,17 0 5 0,-2 0-3 16,3 0 19-16,3 0-29 15,6 0 22-15,0 0-11 16,6 0-6-16,-15 21-5 15,3 7-13-15,-16 3 8 16,-12 22-23-16,0 7 9 16,0 9-13-16,-46-2 6 15,-7 2 17-15,13-5 9 16,0-12 0-16,12-8 0 16,3-8 6-16,9-16-2 15,10-7 0-15,6-10-3 0,0-3-2 16,0 0-23-1,0 0 24-15,28 0 0 0,12 0 13 16,-5 0 5-16,17 0-7 16,-11 0-6-16,-17 0-1 15,17 12-8-15,-13 1-4 16,-10-2-22-16,4 1-90 16,-10 1-22-16,-12-2-134 15,0-3-131-15</inkml:trace>
  <inkml:trace contextRef="#ctx0" brushRef="#br0" timeOffset="61286.03">15265 15593 583 0,'0'0'209'0,"0"0"-72"0,0 0 41 0,0 0-63 0,0 0-50 15,0 0-18-15,62-93 0 16,-44 37-17-16,4 0-2 15,-10 0-2-15,-5 4-13 16,-1 3-7-16,-6 1-1 16,0 12-10-16,0-4-1 15,0 0-4-15,12 4-46 16,-3 3-8-16,4 22-27 16,-13 7-47-16,0 4-90 15,0 0-52-15,0 20 54 16</inkml:trace>
  <inkml:trace contextRef="#ctx0" brushRef="#br0" timeOffset="61569.05">15212 15272 684 0,'0'0'489'0,"0"0"-450"0,0 0 16 16,0 0 8 0,0 0-42-16,0 0-16 0,139 0-5 15,-104 0-5-15,-8 0-48 16,-2 0-4-1,9 0-103-15,-6 3-230 0,-3 5-257 16</inkml:trace>
  <inkml:trace contextRef="#ctx0" brushRef="#br0" timeOffset="62385.89">16015 15087 502 0,'0'0'330'0,"0"0"-216"0,0 0-10 0,0 0-31 16,0 0-46-16,0 0 23 0,53-68-9 16,-41 56-28-16,16 12-2 15,-16 0-1-15,1 0 4 16,2 0-10-16,-8 12 10 16,5 20-14-16,-6 4 0 15,-6 4-3-15,0 0-2 16,0-7 5-16,0-2-10 15,0-10 8-15,0-13 1 16,0-8-4-16,0 0-22 16,0 0 22-16,9 0-33 15,4 0 7-15,-7 0 30 0,13 15-2 16,-4-2 3-16,4 7 9 16,-13 4 2-16,3 7 6 15,-9 6 14-15,0 3-19 16,0-4 3-16,-34 12-11 15,-34-15-4-15,-19 6-16 16,7-15-4-16,8-4 10 16,10-15-18-16,16-5 17 15,33 0-51-15,13 0-123 16,0-5-262-16</inkml:trace>
  <inkml:trace contextRef="#ctx0" brushRef="#br0" timeOffset="63617.38">16784 15440 359 0,'0'0'237'0,"0"0"-214"0,0 0 17 0,0 0-20 16,0 0-13-16,0 0 25 0,0-20 78 16,0 20 18-16,0 0 2 15,0 0-37-15,0 0-7 16,0 0-56-16,0 0-7 15,0 0-2-15,0 0-6 16,0 0-3-16,0 0-7 16,0 0 9-16,0 0-3 15,0 0 7-15,0 0-1 16,6 0 19-16,19 0-12 16,15 0 12-16,7 0-15 15,-7 0-16-15,0 0-5 16,-12-4-8-16,-3 4 1 0,3 0-37 15,-16 0 2-15,16 0-15 16,-9 0 12-16,3 0-15 16,-10 0-39-16,-6 0-105 15,-6 0-197-15</inkml:trace>
  <inkml:trace contextRef="#ctx0" brushRef="#br0" timeOffset="64683.58">16756 15224 522 0,'0'0'146'0,"0"0"-17"0,0 0 13 0,0 0-82 0,0 0-44 15,0 0 10-15,6-5-11 16,0 5 48-16,10 0 22 15,-4 0-4-15,13 0-27 16,3 0-14-16,6 0 6 16,7 0-25-16,5-3-1 15,-6-2-20-15,7 2 3 16,-7 3-3-16,-6 0-18 16,13 0-3-16,-16 0-15 15,-3 0 7-15,-7 0-42 16,-14 0-56-16,-7 0-219 15,0 0-463-15</inkml:trace>
  <inkml:trace contextRef="#ctx0" brushRef="#br0" timeOffset="67730.39">17919 15007 116 0,'0'0'148'0,"0"0"-54"0,0 0 78 0,0 0-52 16,0 0 13-16,0 0-40 0,0 0-20 15,0 0 2-15,0 0-31 16,0 0-26-16,0 0 18 15,0 0-4-15,0 0 18 16,0 0-15-16,0 0-9 16,0 0-19-16,0 0-2 15,28 0 3-15,18-4-7 16,-5-9 1-16,-1 13 4 0,-9 0-8 16,3 0 3-1,-6 0-1-15,-16 41 0 0,-12 23 0 16,0 13-8-16,0 18-1 15,-52 1 0-15,11-7-25 16,1-9 29-16,6-24-6 16,21-15 11-16,13-17 8 15,0-12 6-15,0-9 13 16,47-3-18-16,34 0 10 16,24 0 0-16,10 0-1 15,-10-12-14-15,-3 9 11 16,-27 3-14-16,-22 0 0 15,-7 0-1-15,-21 0-1 16,-3 0-24-16,-10 0-70 16,-12 0-185-16,0 0-405 0</inkml:trace>
  <inkml:trace contextRef="#ctx0" brushRef="#br0" timeOffset="70961.81">9156 7238 175 0,'0'0'93'0,"0"0"-71"0,0 0 40 0,0 0-1 16,0 0 22-16,0 0-9 16,0 0 3-16,-6 0-28 15,6 0 38-15,0 0 6 16,0 0-22-16,0 0-52 0,0 0 10 16,0 0-8-1,0 0-7-15,0 0 0 0,0 0-7 16,0 0 15-16,0 0-16 15,0 0 17-15,0 0-22 16,0 0 18-16,0 0-13 16,0 0 2-16,0 0-8 15,0 0 0-15,0 0-7 16,0 8 13-16,0-8-9 16,0 12 6-16,0-4 24 15,0-3-20-15,0 3 7 16,0-5-6-16,0-3 14 15,0 8-15-15,0-8 11 16,0 0 4-16,0 0-7 16,0 0 17-16,0 0-19 0,0 0 6 15,0 0-13 1,0 0 4-16,0 0-2 0,0-11-5 16,0-22 6-16,0 2-6 15,0-13-6-15,0 0 4 16,0 3-5-16,0 1 5 15,0 16-6-15,0-1 7 16,0 9-5-16,0 1 0 16,0-1-1-16,0 4-8 15,0 4 5-15,0 3 3 16,-6 2-7-16,6-2-16 16,-9 5-5-16,-4 0 26 0,1 0-22 15,-22 28 12-15,-7 13 9 16,-5-5-20-16,6-4-20 15,21-12-23-15,-3-8-74 16,16-4-144-16,-6-3-91 16</inkml:trace>
  <inkml:trace contextRef="#ctx0" brushRef="#br0" timeOffset="77426.35">9904 6806 162 0,'0'0'0'0,"0"0"-29"0,0 0 29 0,0 0 29 0,0 0 72 15,0 0 105-15,0 0-99 16,0 0-36-16,0 0-39 16,0 0 4-16,0 0 15 15,0 0 27-15,0 0-17 16,0 0 26-16,0 0-17 15,0 0-2-15,0 0-18 16,0-5-22-16,0 5-11 16,0-4-13-16,0 4 4 15,0-4-5-15,0 4 12 0,0 0-6 16,0 0 15 0,0 0-10-16,0-4-2 0,0-4-12 15,0 0-3-15,0-4 3 16,27 0-7-16,1 5 5 15,-3-1-12-15,3 8 14 16,-16 0-20-16,16 0 5 16,-9 0 8-16,3 15 3 15,-16 17-2-15,-6 9 12 16,0 7-5-16,0 7 2 16,-22 1 12-16,-18-3-13 0,-13 3 16 15,28-16 5-15,-9-7-10 16,13-6-1-1,8-10-7-15,13-9-5 0,0-8-11 16,0 0 7-16,0 0-12 16,0 0 12-16,0 0-6 15,0 0 9-15,28 0-1 16,-3 0 2-16,15 0 0 16,-6 0-7-16,-6 0 6 15,-3 0-32-15,-3 0-69 16,-10 0-173-16,-12 0-117 15</inkml:trace>
  <inkml:trace contextRef="#ctx0" brushRef="#br0" timeOffset="133291.45">9308 9328 41 0,'0'0'122'0,"0"0"-52"0,0 0 9 0,0 0 8 0,0 0-56 16,0 0 28-16,0 8 9 15,0-8-31-15,0 0-31 16,0 0 40-16,0 0-14 15,0 0-9-15,0 0 2 16,0 0 34-16,0 0 7 16,0 0-32-16,0 0 0 15,0 0 0-15,0 0 5 16,0 0-23-16,0 0-14 16,0 0-1-16,0 0 15 15,0 0-3-15,0 0-12 16,0 0 21-16,0 0-12 15,0 0-1-15,0 0-8 0,0 0-1 16,0 0 6 0,0 0-9-16,0 0 3 0,0 0-4 15,0 0 3-15,0 0 2 16,0 0 3-16,0 0-3 16,0 0-1-16,0 0-1 15,0 0 1-15,0-8 3 16,0-9-3-16,22 2 0 15,-16 2 2-15,16 2-2 16,-16-1 6-16,13-4-10 16,-7-9 8-16,-3 6-7 15,10-1 6-15,-13-4-5 0,10 7 2 16,-4 1 0-16,-12 4 0 16,0 4 1-16,12 0-6 15,-12-4 9-15,0 0-10 16,13-3 4-16,-13 6 1 15,0-3 1-15,15 5-8 16,-15-6 8-16,0-3 0 16,0 4-1-16,0-4 1 15,13 8-4-15,-13-1 3 16,0 6-6-16,0 3 14 16,0 0 0-16,0 0-5 15,0 0 1-15,0 0-3 16,0 0-1-16,0 0-8 15,0 0-22-15,0 0 20 16,0 0-11-16,0 0 17 16,0 0-2-16,0 3 7 0,0 6 0 15,0-1-57 1,0 0-112-16,0 5 21 16,0-2 0-16,0 1-83 0,0-4 108 15,0 0 113-15,0 4 8 16</inkml:trace>
  <inkml:trace contextRef="#ctx0" brushRef="#br0" timeOffset="138455.68">9383 9601 157 0,'0'0'162'0,"0"0"-149"0,0 0 118 0,0 0-47 0,0 0-59 15,0 0-5-15,0 0-7 16,0 0 2-16,0 0-9 16,0 0 39-16,0 0 5 15,0 0-9-15,0 0 12 16,0 0-22-16,0 0-17 16,0 0-9-16,0 0 2 15,0 0-5-15,0 0 9 16,0 0-8-16,0 0 7 15,0 0 7-15,0 0-13 16,0 0 20-16,0 0-13 16,0 0 11-16,0 0-16 0,0 0 0 15,0 0-5-15,0 0-2 16,0 0 5-16,0 0 7 16,0 0 4-16,0 0 8 15,0 0 19-15,0 0-36 16,0 0 20-16,0 0-4 15,0-13-15-15,0 1-2 16,0-4-5-16,0-7 0 16,0 2 2-16,0-2-2 15,0-2 1-15,0 9-6 0,0 0 10 16,0 1-8-16,0 7 3 16,0 8 0-16,0-5 0 15,0 1 5-15,0-4-5 16,0-8-4-16,0 4 1 15,6-9-11-15,-6 10-8 16,6-1-1-16,-6 12 11 16,0 0 5-16,0 0 7 15,0 0 8-15,0 0-8 16,0 0 0-16,0 0-15 16,0 4-14-16,0 8-60 15,0 4-4-15,-6-8 16 16,-7 4 31-16,1-8 18 15,12 8-78-15,0-12-141 0</inkml:trace>
  <inkml:trace contextRef="#ctx0" brushRef="#br0" timeOffset="139853.71">9296 9460 1 0,'0'0'97'0,"0"0"-64"0,0 0-23 0,0 0-2 0,0 0 5 15,0 0 12-15,0 0-18 16,0 0-7-16,0 0 34 16,0 0-6-16,0 0 26 15,0 0 49-15,0 0-24 16,0 0-36-16,0 0 1 0,0 0-26 15,0 0-13-15,0 0 31 16,0 0-19-16,0 0-3 16,0 0 7-16,0 0 11 15,0 0 13-15,0 0-17 16,0 0 37-16,0 0-9 16,0 0-13-16,0 0-10 15,0 0-19-15,0 0-14 16,0 0 13-16,0 0-10 15,0 0 6-15,0 0 6 16,0 0 2-16,0 0 4 16,6 0-14-16,16-16-2 15,-10 0-4-15,16 1 1 0,-9 2-2 16,-7 5-14 0,-3 4-7-16,-9-4 9 0,0 8 0 15,0 0 4-15,13-4-16 16,-7 0 8-16,-6 0-20 15,6 4-41-15,-6-4-26 16,0 0-24-16,0 4-28 16,0 0-314-16</inkml:trace>
  <inkml:trace contextRef="#ctx0" brushRef="#br0" timeOffset="147732.08">11714 9252 56 0,'0'0'95'0,"0"0"-3"0,0 0-38 0,0 0 36 15,0 0-54-15,0 0 32 16,0 0-37-16,0 0-2 16,0 0-7-16,0 0-15 15,0 0-3-15,0 0 1 16,0 0 40-16,0 0-1 15,0 0 24-15,0 0-13 16,0 0 10-16,0 0-36 16,0 0 1-16,0 0-15 15,0 0 10-15,0 0 11 0,0 0-8 16,0 0-3 0,0 0-15-16,0 0 2 0,0 0-7 15,0 0-3-15,0 0-2 16,0 0 0-16,0 0 5 15,0 0 3-15,0 0-1 16,10 0-7-16,2 0 0 16,-6 0 9-16,7 0-20 15,-4 0 11-15,-3 0 0 16,7 0-1-16,-7 0 3 16,-6 0-6-16,0 12 7 15,0 7-5-15,0 14 4 16,0-2-4-16,0 2 0 15,-19 0 2-15,4-6-2 0,-4-2 2 16,7-5 0-16,-10-4 1 16,22 7-1-16,-12-7 4 15,-1 4-9-15,-9 1 9 16,10 2-8-16,-3-3 4 16,2-4 0-16,7-3-1 15,6-9-5-15,0 0 5 16,0 0 2-16,0-4 3 15,0 3-4-15,0-3 1 16,0 5 4-16,6-2-4 16,7 2 0-16,8-5-1 15,-2 0 7-15,9 0-3 16,-10 0 2-16,10 0 20 0,-6 0 24 16,3 0-32-1,3 0-4-15,-4 0-11 0,-2 0 0 16,6 0-3-1,-15-8-7-15,-1 0-44 0,-12 8-83 16,0 0-320-16</inkml:trace>
  <inkml:trace contextRef="#ctx0" brushRef="#br0" timeOffset="165614.83">9057 10331 545 0,'0'0'232'0,"0"0"-219"0,0 0 122 0,0 0-33 15,0 0-67-15,0 0-27 16,0 0 41-16,0 0 11 15,0 0-6-15,0 0-10 16,0 0-24-16,0 0-7 16,6 0-10-16,7 0 21 15,15-13-13-15,3-3 12 16,3 4-14-16,6 4 1 16,-12 8 1-16,12 0-10 15,-15 0 1-15,3 0-1 16,-9 28-1-16,-19 16-9 15,0 13 7-15,0 3-9 0,0 0 10 16,-13-4-7-16,1-4 8 16,-10-3 0-16,10-18 3 15,12 5-6-15,0-11 6 16,0-5-3-16,0-4 7 16,0-4-13-16,18-8 6 15,38-4 0-15,25 0 1 16,-4 0 8-16,4-16-7 15,-7 4 0-15,-21 4-4 16,-13 4-18-16,-12 4-12 16,-22 0-53-16,-6 0-68 15,0 27-156-15,0 9-238 16</inkml:trace>
  <inkml:trace contextRef="#ctx0" brushRef="#br0" timeOffset="167346.51">19950 6028 275 0,'0'0'224'0,"0"0"-224"0,0 0 12 0,0 0 43 0,0 0-21 16,0 0 21-16,0 0 27 15,21 31-4-15,-14-26-19 16,-7-2 14-16,0 5-22 15,12-8-27-15,-12 9-21 16,6-6 0-16,-6 2 22 16,0-5 26-16,16 3 41 15,-10-3-45-15,-6 0-6 16,6 0-18-16,7 0-1 16,27-36 8-16,22-39-1 0,31-34-8 15,6-23-17 1,-6-9 6-16,10 0-10 0,-17-3 4 15,7 4-1-15,-28 12-6 16,-9 8-8-16,-31 23 7 16,9 17-6-16,-28 31 10 15,-6 34-3-15,0 7 0 16,0 8 2-16,0 28-28 16,0 39 9-16,0 18 1 15,0 15-14-15,0 0 8 16,0 13-20-16,0 12-10 15,0 15-5-15,0 4-48 0,-18-11-135 16,-4-17 26 0,10-36-236-16</inkml:trace>
  <inkml:trace contextRef="#ctx0" brushRef="#br0" timeOffset="167846.45">20297 5650 607 0,'0'0'148'0,"0"0"7"0,0 0 23 0,0 0-42 0,0 0-78 0,0 0 11 16,329 0 31-16,-196 0-45 15,-6-8-15-15,-18 4-39 16,-32 4-1-16,-9 0-30 15,-27 0-41-15,-7 0-33 16,-34 28-121-16,0 5-350 16</inkml:trace>
  <inkml:trace contextRef="#ctx0" brushRef="#br0" timeOffset="168646.99">21168 6609 603 0,'0'0'317'0,"0"0"-217"0,0 0 20 0,0 0-25 16,0 0-57-16,0 0-10 15,41 0 1-15,18 0-3 16,9 0 16-16,-3 0-27 15,-3-8-6-15,9 3 0 16,-3-3-9-16,-2 8-1 16,2 0-8-16,-9-7-5 15,-4 7-31-15,-17 0-15 16,-17-4-20-16,-2 4-73 16,-19 0-125-16,0 0-43 0</inkml:trace>
  <inkml:trace contextRef="#ctx0" brushRef="#br0" timeOffset="169277.73">21302 6513 211 0,'0'0'194'0,"0"0"-29"0,0 0-64 16,0 0 23-16,0 0 16 15,0 0-51-15,0 0-32 0,0-9-23 16,18 6 47-16,-2-13-34 15,2 3-7-15,4-7-9 16,9-11-9-16,9-5-9 16,13-13 7-16,9-7-2 15,-9-8-18-15,21-8 6 16,-15 3-6-16,-6 1-4 16,3 4-21-16,-4 20 12 15,-17 12-8-15,-17 19 17 16,-12 13 3-16,-6 0 2 15,0 13 14-15,0 38-12 16,0 18-2-16,0 11 3 16,0 5-8-16,0-6-14 15,0 1-13-15,16-3 8 0,-10-13-9 16,13-12-16-16,-4-7-18 16,-2-17-104-16,-7-28-315 15</inkml:trace>
  <inkml:trace contextRef="#ctx0" brushRef="#br0" timeOffset="169796.42">22545 6172 962 0,'0'0'120'0,"0"0"-73"0,0 0 65 0,0 0-61 0,0 0-33 15,347 0 1-15,-288 0-16 16,3 0-6-16,-31-5-7 16,3-3-22-16,-18 5-28 15,-16-1-94-15,0 4-137 0,0-8-1 16</inkml:trace>
  <inkml:trace contextRef="#ctx0" brushRef="#br0" timeOffset="170026.74">22545 6172 802 0,'0'-285'106'0,"65"285"9"0,16 0-12 15,6 0-48-15,-7 0-55 16,7-8-26-16,-25-4-118 16,-25 4-270-16</inkml:trace>
  <inkml:trace contextRef="#ctx0" brushRef="#br0" timeOffset="170893.74">24269 5165 569 0,'0'0'98'0,"0"0"-29"0,0 0 63 0,0 0 12 16,0 0-79-16,0 0 18 16,6-56-35-16,28 40 4 15,0-4-29-15,7 4 23 16,-10 8-34-16,9 4-1 15,-6 4-8-15,-6 0 4 16,-3 7-14-16,-19 34 6 0,-6 31-5 16,0 5-15-1,-25 10-5-15,-43 22-15 16,-3-1 13-16,-10-4 18 0,13-16 3 16,9-16 7-16,12-23 1 15,20-1 21-15,8-12-19 16,19-16 4-16,0 1-6 15,12-10 1-15,63-3 5 16,12-4 1-16,-1-4 10 16,26 0-16-16,-10 0 5 15,-24 0-7-15,-4 0-6 16,-33 0-16-16,-20 0-32 16,-21 28-144-16,0 1-264 0</inkml:trace>
  <inkml:trace contextRef="#ctx0" brushRef="#br0" timeOffset="171841.91">25813 5370 454 0,'0'0'125'0,"0"0"-61"0,0 0 4 0,0 0 5 0,0 0 1 0,0 0-26 16,0 0 34-16,0 0 34 15,0 0-13-15,0 0-33 16,0 0-44-16,0 0-3 16,0 0-16-16,-28 28-1 15,10 4-10-15,-16 8 8 16,-7 8-5-16,1 8 8 16,-7 0-14-16,1 0 8 15,6-4-3-15,5-16 2 16,11-8-25-16,2-15-8 15,10-1-57-15,5-12-37 16,7 0-192-16,0 0-215 0</inkml:trace>
  <inkml:trace contextRef="#ctx0" brushRef="#br0" timeOffset="172126.31">25506 5522 363 0,'0'0'422'0,"0"0"-267"16,0 0-3-16,0 0-16 15,0 0-85-15,0 0-32 16,180 196-4-16,-152-163-15 16,3-5-11-16,-9 0-16 15,-16-12-82-15,-6-4-164 16,0-4-516-16</inkml:trace>
  <inkml:trace contextRef="#ctx0" brushRef="#br0" timeOffset="178471">4831 9200 4 0,'0'0'71'0,"0"0"4"0,0 0-11 0,0 0-64 15,0 0 0-15,0 0-38 16,0 0-55-16,0-12 67 16,0 12-6-16</inkml:trace>
  <inkml:trace contextRef="#ctx0" brushRef="#br0" timeOffset="178986.33">4831 9200 32 0,'0'-20'99'0,"0"20"-17"16,-6-5-18-16,-1 5 13 15,1 0 33-15,6 0-16 0,0 0-60 16,-9 0-9 0,9 0-20-16,-6 0 19 0,0 0-20 15,6 0 16-15,0 0 32 16,-7 0 35-16,7 0-1 16,0 0-40-16,0 0 4 15,-6 0-5-15,0 0-5 16,6 0-13-16,-6 0 5 15,-4 0-13-15,-2 0 1 16,12 0-15-16,0 0-3 16,0 0-2-16,0 0 1 15,-6 0 1-15,6 0-1 16,0 0 1-16,0 0 0 0,0 0 0 16,0 0 0-1,0 0-2-15,0 0 0 0,0 0-1 16,0 0-2-16,0 0-15 15,0 0 16-15,0 0-15 16,0 0 15-16,0 0-5 16,0 0-1-16,0 0 5 15,0 0-9-15,18 0 11 16,-2 0 1-16,3 0 0 16,-7 0-5-16,3 0-1 15,4 0 9-15,3 0-7 16,3 0 5-16,-4 0-2 0,4 5 0 15,3-2-20-15,-6 2-19 16,2-1-69-16,-2-1-81 16,3 5 46-16,-3-3-29 15,-4 3-82-15</inkml:trace>
  <inkml:trace contextRef="#ctx0" brushRef="#br0" timeOffset="179319.11">5460 9175 88 0,'0'0'481'0,"0"0"-450"0,0 0 2 0,0 0 26 0,0 0-4 15,0 0-30-15,53 0 13 16,-34 0-31-16,2 0-3 16,-2 0-8-16,3-3-21 15,-4 3-49-15,10-5-9 16,-9 5 6-16,-4 0-96 15,-2 0-88-15</inkml:trace>
  <inkml:trace contextRef="#ctx0" brushRef="#br0" timeOffset="179570.33">5987 9108 230 0,'0'0'176'0,"0"0"-66"16,0 0-34-16,0 0-33 15,0 0-8-15,0 0 0 0,81 0-21 16,-62 0-12 0,9 0-4-16,-1 0-3 15,4 3 1-15,-3 5-13 16,0 1-41-16,-3-6-38 0,-9 2-98 15,2-5-50-15</inkml:trace>
  <inkml:trace contextRef="#ctx0" brushRef="#br0" timeOffset="179735.9">6635 9156 196 0,'0'0'215'0,"0"0"-196"0,0 0-19 16,0 0-40-16,0 0-214 15</inkml:trace>
  <inkml:trace contextRef="#ctx0" brushRef="#br0" timeOffset="180967.92">7879 9115 185 0,'0'0'104'15,"0"0"-70"-15,0 0-34 0,0 0-3 0,0 0 3 16,0 0 0-16,0-7 34 0,0 7 29 16,0 0 39-1,0 0-41-15,0 0-25 16,0 0 9-16,0 0-25 0,0 0-20 16,0 0 1-16,-6 0-6 15,6 0 10-15,0 0 72 16,0 0 25-16,0 0-5 15,-7 0-97-15,7 0-3 16,-6 0-200-16,-15-5-97 16</inkml:trace>
  <inkml:trace contextRef="#ctx0" brushRef="#br0" timeOffset="183417.06">8989 8008 188 0,'0'0'446'0,"0"0"-413"0,0 0-30 16,0 0 16-16,0 0-19 15,0 0-12-15,-28 8 12 0,28-8 33 16,0 0 107-16,0 0 6 15,-6 5-50-15,6-5-66 16,0 0-30-16,0 0 0 16,-6 0-8-16,-1 0 0 15,-14 0-14-15,2 0-5 16,-9 0-3-16,-3 0-69 16,-3 0-43-16,6 0-18 15,0 0-406-15</inkml:trace>
  <inkml:trace contextRef="#ctx0" brushRef="#br0" timeOffset="183715.23">8406 7908 98 0,'0'0'404'0,"0"0"-404"16,0 0-18-16,0 0 16 15,0 0-102-15,0 0 43 0,-99 0 61 16,86 0 127-16,-15 0-14 15,16 0-113-15,-10 0-6 16,-2 0-241-16</inkml:trace>
  <inkml:trace contextRef="#ctx0" brushRef="#br0" timeOffset="183949.57">8406 7908 445 0,'-394'-44'280'0,"382"44"-217"15,6 0 83-15,-1 0-45 16,-2 0-66-16,9 0-32 16,0 0-3-16,-6-4-9 15,0-4-7-15,-7 8-45 16,-2 0-26-16,-4 0-134 15,1 0-325-15</inkml:trace>
  <inkml:trace contextRef="#ctx0" brushRef="#br0" timeOffset="184148.33">7559 7885 528 0,'0'0'198'16,"0"0"-191"-16,0 0-7 15,0 0-4-15,0 0-26 16,0 0-34-16,-80 0 9 16,64 0-73-16,-8 0-73 15</inkml:trace>
  <inkml:trace contextRef="#ctx0" brushRef="#br0" timeOffset="184382.33">6958 7892 397 0,'0'0'336'16,"0"0"-291"-16,0 0-38 15,0 0 5-15,0 0-12 16,0 0-55-16,-68-20-4 16,49 20-5-16,-9 0 28 15,0 0 28-15,3 0 3 16,-2 0-246-16</inkml:trace>
  <inkml:trace contextRef="#ctx0" brushRef="#br0" timeOffset="184549.63">6958 7892 57 0,'-474'-7'836'0,"458"7"-799"16,-3 0-24-16,19 0-13 15,-15 0-49-15,3 0-135 16,-1 0-22-16</inkml:trace>
  <inkml:trace contextRef="#ctx0" brushRef="#br0" timeOffset="184748.86">6056 7840 501 0,'0'0'358'0,"0"0"-357"16,0 0-1-16,0 0 48 16,0 0-48-16,0 0-188 15,-115-20-158-15</inkml:trace>
  <inkml:trace contextRef="#ctx0" brushRef="#br0" timeOffset="184898.75">6056 7840 483 0,'-444'-32'0'16,"432"32"-8"-16,6 0-16 16,-1 0-110-16,-8 0-75 15</inkml:trace>
  <inkml:trace contextRef="#ctx0" brushRef="#br0" timeOffset="185066.06">5166 7864 596 0,'0'0'105'15,"0"0"-60"-15,0 0-45 16,0 0-26-16,0 0-133 15,0 0-266-15</inkml:trace>
  <inkml:trace contextRef="#ctx0" brushRef="#br0" timeOffset="186662.88">5166 7980 275 0,'0'0'141'0,"0"0"-112"0,0 0 18 0,0 0-2 16,0 0-41-16,0 0 5 16,0-4-7-16,0 4 29 15,0 0-14-15,0 0 33 16,0 0-10-16,0 0-4 16,0 0-33-16,0 0-3 0,0 0-14 15,0 0-8 1,0 9 13-16,-6 2 9 15,-1-3-6-15,-2 4 11 16,-3 1-14-16,-1-5 18 0,7 4 9 16,-3 4-14-16,9 0 3 15,-13-1-7-15,7 2-7 16,0-6 1-16,0 2 3 16,6-1 3-16,0 4 9 15,-6-5 23-15,6 6 3 16,0-9-25-16,0-5-4 15,0 10-6-15,0-1 0 0,0 4 0 16,0 0 1 0,0 1 3-16,0-2-4 0,0 1 0 15,0 0 26-15,0 1-15 16,-10-6-10-16,10 1 0 16,-6-4 4-16,0 0-3 15,0-3-2-15,-1-2 0 16,-8 5 0-16,9 1 0 15,-7 7 1-15,1-5-2 16,-4 1-2-16,4-4 3 16,0-3 1-16,5-2-1 15,-2 2-10-15,3-5 10 16,-7 4 1-16,7-4 3 16,0 0-8-16,-9 0 6 0,8 0-2 15,1 0 0-15,0 0 0 16,6 0 0-16,0 0 11 15,0 0 9-15,0 0-12 16,0 0-2-16,0 0 5 16,0 0-16-16,0 0 5 15,0 0-10-15,0 0 10 16,0 0 0-16,0 0-2 16,12 0 10-16,1 0-11 15,2 0 6-15,4 16-6 16,3 0 0-16,-10 4-7 15,0 4 5-15,-2 4 3 16,-4 0-2-16,0-4-2 0,-6-4 1 16,6 0-3-16,0-4 7 15,-6 4 1-15,7-4-4 16,-1 4 6-16,3 0-2 16,-9 1 2-16,0-1 0 15,6 4 3-15,-6 4 0 16,0 0-10-16,0-4 9 15,0-9-8-15,0 6 4 16,0-9 0-16,0 0 6 16,0 0-1-16,0-4 1 15,13-8-2-15,9 4-4 16,2 1-16-16,4-5-4 16,-9 0-59-16,3 0-23 15,-16 0 4-15,-6 0-247 0</inkml:trace>
  <inkml:trace contextRef="#ctx0" brushRef="#br0" timeOffset="201734.39">4096 8317 122 0,'0'0'229'0,"0"0"-174"0,0 0-16 0,0 0 21 0,0 0-17 15,0 0-12-15,0 0 11 16,0 0-38-16,0-8 5 16,0 8-10-1,0 0 2-15,0 0 24 0,0 0 19 16,0 0 28-16,0 0-15 16,0 0-27-16,0 0 12 15,0 0-21-15,0 0-13 16,0 0-5-16,0 0 6 15,6 0-5-15,7-8 3 16,2-4-7-16,-2 4 25 0,-1 5-18 16,3-2 6-1,4 2-13-15,3 3 0 0,-16 0-2 16,6 0-1-16,-12 0-2 16,0 15-3-16,0 17 8 15,0 9 5-15,0-5-5 16,0 8-5-16,0-1 5 15,-28-2 0-15,10-2 5 16,5-3-1-16,13-11 9 16,0-5 6-16,0-8-18 15,0-8 1-15,0 1-2 16,0-5-3-16,0 0 2 16,25 0 2-16,-3 0-3 15,12 0 8-15,-22 0-12 0,13 0-9 16,-9 0-15-16,-10 0-87 15,6 0-39-15,-5 0 50 16,-7 15 12-16,9 6 5 16,-9-10 27-16,6-6 12 15,0-5-153-15</inkml:trace>
  <inkml:trace contextRef="#ctx0" brushRef="#br0" timeOffset="202981.31">26154 5198 182 0,'0'0'0'0,"0"0"-157"0</inkml:trace>
  <inkml:trace contextRef="#ctx0" brushRef="#br0" timeOffset="203066.34">26154 5198 29 0,'0'0'218'16,"34"-21"-40"-16,-27 21-132 15,11 0 0-15,-12-12-2 16,16 4-44-16,-10-8-70 15,1 7-198-15</inkml:trace>
  <inkml:trace contextRef="#ctx0" brushRef="#br0" timeOffset="203632.01">26315 5117 43 0,'0'0'175'0,"0"0"-175"16,0 0-112-16,0 0 82 0,0 0-46 16,0 0 76-16,13-8 120 15,-1 8-46-15,-12 0 60 16,0 0 99-16,0 0-80 15,0 0-31-15,0 0-69 16,0 0-43-16,0 0-5 16,0 0-5-16,0 0 0 15,0 0 5-15,0 0 2 16,0 0 60-16,0 0 1 16,0 0-36-16,0 0-3 15,0 0 11-15,0 0-8 16,0 0 0-16,0 0-24 15,0 0 22-15,0 0-15 0,0 0 15 16,0 0-26-16,0 0 3 16,0 0-7-16,0-5-5 15,0 2 0-15,0 3 3 16,22-8-2-16,-3 8 8 16,2-5 0-16,4 5 3 15,9 0 6-15,0 0-9 16,7 0-4-16,-7 0-6 15,-9 0-4-15,-13 5 2 16,-12 27-26-16,0 0 18 16,0 9-34-16,-12 3-11 15,-29 12 6-15,-5 4 20 0,-1 4 14 16,7 0 4 0,0-12 17-16,21-4 3 0,13-12 30 15,6-8-5 1,0-4-8-16,0-7 29 0,59-14-10 15,28-3-4-15,6 0-12 16,21 0-11-16,-8 0-4 16,-19 0-16-16,-13-12-5 15,-21 1-43-15,-19-2-61 16,-16 9-151-16,-18 4-223 16</inkml:trace>
  <inkml:trace contextRef="#ctx0" brushRef="#br0" timeOffset="204613.73">24049 6304 587 0,'0'0'221'0,"0"0"-187"0,0 0 59 0,0 0 20 16,0 0-48-16,0 0 11 15,285 4-38-15,-223-1-4 16,13 6-9-16,-4-1 15 0,-9 5-1 16,31-2-13-16,12 1-4 15,22 1-15-15,29-13 19 16,23 0-11-16,23 0 7 16,-4 0-8-16,16 0 12 15,-6 0-12-15,-28 0-10 16,-19 0-2-16,-34 0-2 15,-24 0-27-15,-32 0-7 16,-9 0-9-16,-31 0-16 16,-3 0-19-16,-28 8-90 15,0-1-323-15</inkml:trace>
  <inkml:trace contextRef="#ctx0" brushRef="#br0" timeOffset="205381.37">25398 6806 642 0,'0'0'190'0,"0"0"-67"0,0 0-12 0,0 0-32 0,0 0-19 16,0 0-10-16,155 0-12 16,-96 0-12-16,15 0 11 15,-15 0-11-15,-19 0 0 16,-6 0-4-16,-12 16 11 15,-16 20-32-15,-6 12 13 16,0 7-14-16,-15 6 0 16,-44-5-22-16,0 4 1 0,9-8 3 15,-2-7 14-15,18-9 1 16,9-5 2-16,3-15-4 16,10-3 6-16,12-6-5 15,0-7-19-15,12 0 7 16,62 0 10-16,7 0 6 15,6 0-1-15,-13-3 3 16,7-1-3-16,-28 0 4 16,-7 0-6-16,-12-1-41 15,-15 5-23-15,-19 0-114 16,0 0-195-16,0 0-168 0</inkml:trace>
  <inkml:trace contextRef="#ctx0" brushRef="#br0" timeOffset="206196.14">27677 6549 556 0,'0'0'163'0,"0"0"-57"0,0 0 50 0,0 0-56 0,0 0-45 15,0 0 21-15,0 0-30 16,0 0 10-16,0 0-22 16,21 8 25-16,13-8-33 15,7 0-1-15,-4 0-19 16,19 0-5-16,-10 0-1 0,-5 0-16 16,-1 0-2-1,-9 0-26-15,3 0-13 0,-6 0-37 16,-16 0-80-16,1 0-162 15,-13 0-186-15</inkml:trace>
  <inkml:trace contextRef="#ctx0" brushRef="#br0" timeOffset="206521.86">27677 6549 430 0</inkml:trace>
  <inkml:trace contextRef="#ctx0" brushRef="#br0" timeOffset="206630.03">27677 6549 430 0,'-65'-153'205'0,"65"149"-73"0,0 4 104 0,0 0 80 16,0 0-277-16,24 0 37 15,17 0-21-15,5 0-4 16,10 0-15-16,-9-4-28 16,-1 1-8-16,1-5-15 15,-13-5-19-15,6 1-76 16,-9 4-55-16,-9 0-436 16</inkml:trace>
  <inkml:trace contextRef="#ctx0" brushRef="#br0" timeOffset="207728.29">29742 5109 728 0,'0'0'139'0,"0"0"-26"0,0 0 20 0,0 0-24 0,0-5-69 0,0 5 12 16,0 0-12-16,0 0 4 16,0 17-28-16,-13 7 5 15,-5-1-18-15,-16 10-6 16,0 0 1-16,-1 6 2 16,-5 17-2-16,-13 4 4 0,1-4-6 15,5-7 9-15,1-9-7 16,24-13 2-16,10-6 0 15,5-9-13-15,7-4-8 16,0-4-10-16,0-4-8 16,41 0 16-16,11 4 6 15,1-4 16-15,0 0-11 16,-4 0 10-16,-2 0 2 16,-1 0-3-16,-5 0 3 15,-10 0-3-15,-3 0-2 16,0 0-28-16,-10-8-36 15,4 0 1-15,-4-4 2 16,4 0-30-16,-3-4-18 16,2 4 16-16,-14 0 80 15,-7 7 18-15,0-2 14 0,0-1 16 16,0-4-5-16,0 0-13 16,0 4-12-16,0 4 43 15,0 0 1-15,0 4 26 16,0 0 41-16,0 0-31 15,0 0 18-15,-22 0-53 16,10 16-5-16,-1 8-19 16,-9 0 1-16,16 3-16 15,0 6-3-15,-9 8 0 16,-4 6 13-16,0 6-16 0,-2-6 1 16,8 6 3-16,-2-9-4 15,9 0-1-15,-13-4-14 16,19-8 15-16,-22 8-25 15,10-11-26-15,-7-6-22 16,10-7-68-16,3-4-160 16,0-12-281-16</inkml:trace>
  <inkml:trace contextRef="#ctx0" brushRef="#br0" timeOffset="208378.31">28787 6537 696 0,'0'0'299'0,"0"0"-194"0,0 0 45 15,0 0-67-15,0 0-33 0,0 0-6 16,409-5-28-16,-297-11 12 16,9-7-13-16,-1 15 10 15,-14-9-17-15,-4 9 1 16,-21 0-9-16,-10-3-9 15,-9 11-5-15,-9 0-23 16,-13 0-10-16,-6 0-35 16,0 0 20-16,-9 0-64 15,-3 11-50-15,-3 2-270 16</inkml:trace>
  <inkml:trace contextRef="#ctx0" brushRef="#br0" timeOffset="209178.02">29370 6934 570 0,'0'0'227'0,"0"0"-178"0,0 0 84 0,0 0-58 0,0 0-30 16,0 0-12-16,192-32 14 15,-158 32-39-15,-6 15 22 16,-9 18-14-16,-19 3 4 16,0 12-5-16,0 0-8 15,0 0-7-15,-7 12-8 0,-27-12 3 16,9 4 3-16,4-11-4 16,-7-9 12-16,22-5 0 15,-1-2-1-15,7-9 14 16,0-8 5-16,0 0-6 15,0-8-6-15,34 4-8 16,13-1 29-16,0-3-9 16,-1 5-3-16,1-5-17 15,-1 0 9-15,-12 0-13 16,0 0-9-16,0 0-17 0,0 0-18 16,-3-12-31-16,4-8-102 15,-8 8-249-15,-14 0-246 16</inkml:trace>
  <inkml:trace contextRef="#ctx0" brushRef="#br0" timeOffset="209827.21">30520 6817 162 0,'0'0'653'0,"0"0"-476"0,0 0-26 16,0 0-8-16,0 0-51 15,0 0-10-15,133 12-4 0,-68-12-15 16,10 0-41-16,-16 0-1 16,9 0-21-16,-28-4 0 15,13-7-33-15,-19 3-18 16,-9-1-38-16,-10 5-21 15,-15 4-18-15,0 0-246 16,0 0-264-16</inkml:trace>
  <inkml:trace contextRef="#ctx0" brushRef="#br0" timeOffset="210160.26">30613 6577 785 0,'0'0'175'0,"0"0"-40"16,0 0 35-16,0 0-110 0,0 0-29 16,0 0-28-16,174-12 12 15,-109-4-13-15,-3-1-2 16,-3 1-7-16,-13 4-34 16,1 1-49-16,-7-2-172 15,-6 5-186-15</inkml:trace>
  <inkml:trace contextRef="#ctx0" brushRef="#br0" timeOffset="210776.46">31869 6216 602 0,'0'0'427'0,"0"0"-321"0,0 0 31 0,0 0-55 0,0 0-34 0,0 0-20 16,-13 8-16-16,38-4 22 15,-9 4-15-15,-4 3 11 16,-6 6-17-16,-6 7-4 15,0 16-2-15,0 9-7 16,0 15-1-16,-18-1-22 16,-29 10 3-16,-2-5-13 15,2 4 26-15,1-16-1 16,11-4 7-16,11-16 1 0,17-11 0 16,1-9 0-16,6-9 7 15,0-2-12-15,0-2 10 16,13 2-10-16,33-5 10 15,1 0-8-15,-1 0 4 16,-6 0-1 0,-12 8 0-16,-3 0 0 0,-3 4-6 15,-10-4-11-15,-5 4-8 16,-7 4-78-16,0-5-159 16,0 2-615-16</inkml:trace>
  <inkml:trace contextRef="#ctx0" brushRef="#br0" timeOffset="214690.44">1026 12657 638 0,'0'0'97'0,"0"0"-96"16,0 0-1-16,0 0 2 0,0 0-2 0,0 0 0 16,0 0 5-16,0 0 11 15,-6 0 19-15,6 0 25 16,0 0-15-16,0 0-25 15,0 0-15-15,0 0-1 0,0 0-3 16,0 0 5-16,0 0 47 16,0 0-2-16,0 0-20 15,-6 0-1-15,6 0-7 16,-6 0-23-16,6 0 0 16,0 24-3-16,-6 16 10 15,6 17-10-15,-7 23 6 16,7 7-6-16,-15 6 6 15,9 10-1-15,-1-6 0 16,1 8-2-16,0-14-2 16,6-2 2-16,0-25 0 15,0-24-4-15,0-20-3 16,0-20-24-16,12 0 15 16,16 0 16-16,-3-8 0 15,3-8 21-15,0 4 7 16,-3 4-2-16,15 5-24 0,28-2 3 15,31-3-2-15,22 0-6 16,41 0 3-16,36-4 0 16,10 0 1-16,6-12 1 15,-28 8-4-15,-37-4-2 16,-28 8-1-16,-28-4-9 16,-13 8-4-16,-27-9-6 15,-7 14 2-15,-18-5 3 16,13 3-11-16,-23 2-2 15,4-2 11-15,3 2-18 16,-13-6-10-16,10 1 31 0,-10 5 12 16,-6-5-11-16,10 8-12 15,-4-8-1 1,7 4 21-16,3-4 9 0,-10-5-4 16,16 1 12-16,-9-4-12 15,9 0 8-15,-10-4-8 16,16 4 4-16,-18-4 0 15,-10 4 5-15,-6-7 4 16,0-2 11-16,0-7 9 16,0 0-10-16,0-8-17 15,-22-8 4-15,-12-8-3 16,3-4 2-16,3-13-5 0,-6-11 4 16,15 8-4-16,-8-1 0 15,8 17-1-15,-3 20 1 16,-3 16 2-16,10 8 3 15,-4 4 8-15,-2 8 16 16,-10-4 13-16,-3 8 15 16,-1 0-30-16,-11 0 9 15,-13-4-25-15,9 4 0 16,-2 0-9-16,-7 0 8 16,6 0-4-16,-9 0-1 15,3 16-5-15,-15 4 2 16,-7 9-1-16,-6-1 1 15,-12 3 0-15,-9-3 4 16,-26-7-3-16,-5-13-3 16,18 4 0-16,0-12 21 0,28 0 46 15,-13 0-53-15,20 3 5 16,-17 5-10-16,16 0-9 16,1-8-5-16,5 0-24 15,28 0 16-15,19 0-52 16,22-19-68-16,12-1-154 15,0 12-215-15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26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5" Type="http://schemas.openxmlformats.org/officeDocument/2006/relationships/image" Target="../media/image30.png"/><Relationship Id="rId4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.xml"/><Relationship Id="rId5" Type="http://schemas.openxmlformats.org/officeDocument/2006/relationships/image" Target="../media/image50.png"/><Relationship Id="rId4" Type="http://schemas.openxmlformats.org/officeDocument/2006/relationships/customXml" Target="../ink/ink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png"/><Relationship Id="rId4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.xml"/><Relationship Id="rId5" Type="http://schemas.openxmlformats.org/officeDocument/2006/relationships/image" Target="../media/image10.png"/><Relationship Id="rId4" Type="http://schemas.openxmlformats.org/officeDocument/2006/relationships/customXml" Target="../ink/ink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0.png"/><Relationship Id="rId4" Type="http://schemas.openxmlformats.org/officeDocument/2006/relationships/customXml" Target="../ink/ink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.xml"/><Relationship Id="rId5" Type="http://schemas.openxmlformats.org/officeDocument/2006/relationships/image" Target="../media/image14.png"/><Relationship Id="rId4" Type="http://schemas.openxmlformats.org/officeDocument/2006/relationships/customXml" Target="../ink/ink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customXml" Target="../ink/ink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customXml" Target="../ink/ink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customXml" Target="../ink/ink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customXml" Target="../ink/ink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customXml" Target="../ink/ink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customXml" Target="../ink/ink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customXml" Target="../ink/ink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customXml" Target="../ink/ink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customXml" Target="../ink/ink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A995C40B-1C18-5BC2-8165-A563276C0FB7}"/>
                  </a:ext>
                </a:extLst>
              </p14:cNvPr>
              <p14:cNvContentPartPr/>
              <p14:nvPr/>
            </p14:nvContentPartPr>
            <p14:xfrm>
              <a:off x="3305160" y="2994120"/>
              <a:ext cx="402120" cy="66780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A995C40B-1C18-5BC2-8165-A563276C0F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95800" y="2984760"/>
                <a:ext cx="420840" cy="68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A465CDA5-4D4B-1553-6D6D-524542605F5B}"/>
                  </a:ext>
                </a:extLst>
              </p14:cNvPr>
              <p14:cNvContentPartPr/>
              <p14:nvPr/>
            </p14:nvContentPartPr>
            <p14:xfrm>
              <a:off x="3317400" y="2096280"/>
              <a:ext cx="705960" cy="113508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A465CDA5-4D4B-1553-6D6D-524542605F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08040" y="2086920"/>
                <a:ext cx="724680" cy="115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55286D7C-F246-AFCF-65E4-DFE5A866CDD3}"/>
                  </a:ext>
                </a:extLst>
              </p14:cNvPr>
              <p14:cNvContentPartPr/>
              <p14:nvPr/>
            </p14:nvContentPartPr>
            <p14:xfrm>
              <a:off x="235440" y="294120"/>
              <a:ext cx="10898280" cy="628704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55286D7C-F246-AFCF-65E4-DFE5A866CD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080" y="284760"/>
                <a:ext cx="10917000" cy="630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02AFCBD-46EE-8526-362D-43B25130CDDC}"/>
                  </a:ext>
                </a:extLst>
              </p14:cNvPr>
              <p14:cNvContentPartPr/>
              <p14:nvPr/>
            </p14:nvContentPartPr>
            <p14:xfrm>
              <a:off x="7143840" y="4809240"/>
              <a:ext cx="3835800" cy="113652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02AFCBD-46EE-8526-362D-43B25130CDD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34480" y="4799880"/>
                <a:ext cx="3854520" cy="1155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9AE5711E-14D7-9DC4-CD54-42738DAB9FC2}"/>
                  </a:ext>
                </a:extLst>
              </p14:cNvPr>
              <p14:cNvContentPartPr/>
              <p14:nvPr/>
            </p14:nvContentPartPr>
            <p14:xfrm>
              <a:off x="620640" y="1104120"/>
              <a:ext cx="10086840" cy="535140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9AE5711E-14D7-9DC4-CD54-42738DAB9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1280" y="1094760"/>
                <a:ext cx="10105560" cy="537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E845B30-B647-26F9-4238-A1AC83F98DFB}"/>
                  </a:ext>
                </a:extLst>
              </p14:cNvPr>
              <p14:cNvContentPartPr/>
              <p14:nvPr/>
            </p14:nvContentPartPr>
            <p14:xfrm>
              <a:off x="4133520" y="870120"/>
              <a:ext cx="6369480" cy="283068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E845B30-B647-26F9-4238-A1AC83F98D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24160" y="860760"/>
                <a:ext cx="6388200" cy="2849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34C5CA1E-1FA5-E324-3D76-9DB32B8FE104}"/>
                  </a:ext>
                </a:extLst>
              </p14:cNvPr>
              <p14:cNvContentPartPr/>
              <p14:nvPr/>
            </p14:nvContentPartPr>
            <p14:xfrm>
              <a:off x="572760" y="597240"/>
              <a:ext cx="10625760" cy="587124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34C5CA1E-1FA5-E324-3D76-9DB32B8FE1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3400" y="587880"/>
                <a:ext cx="10644480" cy="588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E69C61F5-79EA-49A6-0FC0-C6B1D7BCF297}"/>
                  </a:ext>
                </a:extLst>
              </p14:cNvPr>
              <p14:cNvContentPartPr/>
              <p14:nvPr/>
            </p14:nvContentPartPr>
            <p14:xfrm>
              <a:off x="1491480" y="422640"/>
              <a:ext cx="10424880" cy="62449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E69C61F5-79EA-49A6-0FC0-C6B1D7BCF2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82120" y="413280"/>
                <a:ext cx="10443600" cy="626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189994A-D1BC-9878-D7AA-7D0A3DB87B76}"/>
                  </a:ext>
                </a:extLst>
              </p14:cNvPr>
              <p14:cNvContentPartPr/>
              <p14:nvPr/>
            </p14:nvContentPartPr>
            <p14:xfrm>
              <a:off x="868320" y="918000"/>
              <a:ext cx="10521000" cy="364752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189994A-D1BC-9878-D7AA-7D0A3DB87B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8960" y="908640"/>
                <a:ext cx="10539720" cy="366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17E192BC-45F4-0038-B6B5-3D12EA3CCE7C}"/>
                  </a:ext>
                </a:extLst>
              </p14:cNvPr>
              <p14:cNvContentPartPr/>
              <p14:nvPr/>
            </p14:nvContentPartPr>
            <p14:xfrm>
              <a:off x="675360" y="340560"/>
              <a:ext cx="11413800" cy="65077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17E192BC-45F4-0038-B6B5-3D12EA3CCE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6000" y="331200"/>
                <a:ext cx="11432520" cy="652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61D0AD9-0FD4-5FAF-473A-27E9AAEBDF18}"/>
                  </a:ext>
                </a:extLst>
              </p14:cNvPr>
              <p14:cNvContentPartPr/>
              <p14:nvPr/>
            </p14:nvContentPartPr>
            <p14:xfrm>
              <a:off x="3981152" y="4506921"/>
              <a:ext cx="470520" cy="39600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61D0AD9-0FD4-5FAF-473A-27E9AAEBDF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76832" y="4502601"/>
                <a:ext cx="47916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D459139-7A22-9BEA-F360-CC70FA83D290}"/>
                  </a:ext>
                </a:extLst>
              </p14:cNvPr>
              <p14:cNvContentPartPr/>
              <p14:nvPr/>
            </p14:nvContentPartPr>
            <p14:xfrm>
              <a:off x="614880" y="194760"/>
              <a:ext cx="10512360" cy="637632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D459139-7A22-9BEA-F360-CC70FA83D29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5520" y="185400"/>
                <a:ext cx="10531080" cy="639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6E6EC1F-56A4-0DC7-B99D-6EB3F4815C77}"/>
                  </a:ext>
                </a:extLst>
              </p14:cNvPr>
              <p14:cNvContentPartPr/>
              <p14:nvPr/>
            </p14:nvContentPartPr>
            <p14:xfrm>
              <a:off x="891720" y="464760"/>
              <a:ext cx="11243160" cy="60814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6E6EC1F-56A4-0DC7-B99D-6EB3F4815C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2360" y="455400"/>
                <a:ext cx="11261880" cy="6100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026B6D2D-B5BC-5A59-7069-2B3CB64B6438}"/>
                  </a:ext>
                </a:extLst>
              </p14:cNvPr>
              <p14:cNvContentPartPr/>
              <p14:nvPr/>
            </p14:nvContentPartPr>
            <p14:xfrm>
              <a:off x="798120" y="574200"/>
              <a:ext cx="10345680" cy="59101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026B6D2D-B5BC-5A59-7069-2B3CB64B64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8760" y="564840"/>
                <a:ext cx="10364400" cy="5928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87246E5D-1A75-6634-18EF-215F48C301D6}"/>
                  </a:ext>
                </a:extLst>
              </p14:cNvPr>
              <p14:cNvContentPartPr/>
              <p14:nvPr/>
            </p14:nvContentPartPr>
            <p14:xfrm>
              <a:off x="600480" y="995760"/>
              <a:ext cx="11014560" cy="565596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87246E5D-1A75-6634-18EF-215F48C301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1120" y="986400"/>
                <a:ext cx="11033280" cy="567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54313A4B-C722-FDB4-E019-DC9DDF064F1A}"/>
                  </a:ext>
                </a:extLst>
              </p14:cNvPr>
              <p14:cNvContentPartPr/>
              <p14:nvPr/>
            </p14:nvContentPartPr>
            <p14:xfrm>
              <a:off x="2829600" y="4438080"/>
              <a:ext cx="4646160" cy="20764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54313A4B-C722-FDB4-E019-DC9DDF064F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20240" y="4428720"/>
                <a:ext cx="4664880" cy="209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1917FB56-C8E0-1782-69FC-7277A84130CB}"/>
                  </a:ext>
                </a:extLst>
              </p14:cNvPr>
              <p14:cNvContentPartPr/>
              <p14:nvPr/>
            </p14:nvContentPartPr>
            <p14:xfrm>
              <a:off x="495720" y="701640"/>
              <a:ext cx="11581200" cy="58723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1917FB56-C8E0-1782-69FC-7277A84130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6360" y="692280"/>
                <a:ext cx="11599920" cy="589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C1C59146-FAF4-4250-C529-854DE62962DD}"/>
                  </a:ext>
                </a:extLst>
              </p14:cNvPr>
              <p14:cNvContentPartPr/>
              <p14:nvPr/>
            </p14:nvContentPartPr>
            <p14:xfrm>
              <a:off x="331560" y="701640"/>
              <a:ext cx="10402560" cy="58536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C1C59146-FAF4-4250-C529-854DE62962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2200" y="692280"/>
                <a:ext cx="10421280" cy="5872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DD609450-8E3E-6315-B100-5F2E43F70CDD}"/>
                  </a:ext>
                </a:extLst>
              </p14:cNvPr>
              <p14:cNvContentPartPr/>
              <p14:nvPr/>
            </p14:nvContentPartPr>
            <p14:xfrm>
              <a:off x="312480" y="428760"/>
              <a:ext cx="11141640" cy="61736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DD609450-8E3E-6315-B100-5F2E43F70C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3120" y="419400"/>
                <a:ext cx="11160360" cy="6192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3FA0DA7B-8365-D2DB-9E86-2D3972FCF6B6}"/>
                  </a:ext>
                </a:extLst>
              </p14:cNvPr>
              <p14:cNvContentPartPr/>
              <p14:nvPr/>
            </p14:nvContentPartPr>
            <p14:xfrm>
              <a:off x="381600" y="209160"/>
              <a:ext cx="11062440" cy="67773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3FA0DA7B-8365-D2DB-9E86-2D3972FCF6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2240" y="199800"/>
                <a:ext cx="11081160" cy="6796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3E2C58FC-8DE3-D061-71D8-187C2950BA39}"/>
                  </a:ext>
                </a:extLst>
              </p14:cNvPr>
              <p14:cNvContentPartPr/>
              <p14:nvPr/>
            </p14:nvContentPartPr>
            <p14:xfrm>
              <a:off x="285840" y="428760"/>
              <a:ext cx="11206440" cy="52120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3E2C58FC-8DE3-D061-71D8-187C2950BA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6480" y="419400"/>
                <a:ext cx="11225160" cy="523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17</Words>
  <Application>Microsoft Office PowerPoint</Application>
  <PresentationFormat>Widescreen</PresentationFormat>
  <Paragraphs>17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4</cp:revision>
  <dcterms:created xsi:type="dcterms:W3CDTF">2026-08-03T15:35:41Z</dcterms:created>
  <dcterms:modified xsi:type="dcterms:W3CDTF">2026-08-18T22:57:04Z</dcterms:modified>
</cp:coreProperties>
</file>