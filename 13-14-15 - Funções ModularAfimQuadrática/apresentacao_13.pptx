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7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1.xml" ContentType="application/inkml+xml"/>
  <Override PartName="/ppt/notesSlides/notesSlide11.xml" ContentType="application/vnd.openxmlformats-officedocument.presentationml.notesSlide+xml"/>
  <Override PartName="/ppt/ink/ink12.xml" ContentType="application/inkml+xml"/>
  <Override PartName="/ppt/notesSlides/notesSlide12.xml" ContentType="application/vnd.openxmlformats-officedocument.presentationml.notesSlide+xml"/>
  <Override PartName="/ppt/ink/ink13.xml" ContentType="application/inkml+xml"/>
  <Override PartName="/ppt/notesSlides/notesSlide13.xml" ContentType="application/vnd.openxmlformats-officedocument.presentationml.notesSlide+xml"/>
  <Override PartName="/ppt/ink/ink14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14T22:05:23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20740 5710 361 0,'0'0'174'0,"0"0"-166"0,0 0 83 0,0 0-25 0,0 0-19 0,0-3-16 15,0-2-3-15,0 5-27 0,0 0 10 16,0 0 30-16,0 0 1 16,0 0-15-1,7 0-23-15,-7 0 15 0,0 0-13 16,0 0 45-16,0 0-24 16,0 0 4-16,0 0-14 15,0 0-1-15,0 0-12 16,0 0 5-16,0 0-3 15,0 0 0-15,0 0 15 16,0 0-13-16,0 0 7 16,-7 0-15-16,-27 0-9 15,-6 8-7-15,21 0 14 16,-15 9-6-16,13-1 16 16,-10 4-11-16,3 4 14 15,-6-4-20-15,15 0 9 0,3-1-3 16,4 2-8-16,-16-5 8 15,16 11 0-15,-29 9 6 16,17 5-6-16,-10 3 11 16,-1 1-14-16,-5-6 15 15,22 2-18-15,-17-2-2 16,14-6 3-16,8-9 3 16,1 0 0-16,-4 0-1 15,4 4 12-15,0 0-12 16,-10 4 17-16,3 1-13 15,-2 3 8-15,8 3-7 16,1-6 1-16,-10 11 0 0,10-4-3 16,5 4 9-16,-8-5-1 15,9 2-1 1,-7-1 0-16,1 4 5 0,-10 8-10 16,-12 5 3-16,9 2-1 15,-3-2 1-15,4-5 1 16,8-8-2-16,4 0 11 15,12 0-10-15,-6-11 9 16,-1 14-11-16,-8-2 5 16,15 3-6-16,-13 8 2 15,1 5 0-15,6-6-1 16,-3 1 4-16,9 5-10 16,0-5 16-16,0-4-17 0,0 12 14 15,0-8-12 1,0 1 7-16,0 7-2 0,0-9 2 15,0 6 0-15,0-5-4 16,0 1 12-16,0-2-18 16,0-2 21-16,-13-1-26 15,13 4 15-15,0-8-6 16,0 4 2-16,0 4 1 16,0-12-2-16,0 5 6 15,-6-2-6-15,6-6 12 16,0 7-18-16,0-4 18 15,0 4-14-15,0 0 9 16,0-3-4-16,0-6 0 16,0-3 2-16,0 0-8 15,0 0 12-15,0 0-11 0,0 9 17 16,0-9-10-16,0 4 1 16,0 0 2-16,6-4-3 15,-6 13-1-15,28-5-1 16,-16 0 6-16,1-1-6 15,21-2 8-15,-6-2-15 16,-10-6 16-16,4-1-11 16,-3 5 4-16,-7-10-2 15,22 5 2-15,-12-3-1 16,9-1-2-16,3 3 12 16,6-6-17-16,-12 11 19 15,13-8-19-15,-7-4 11 0,-3 0-10 16,3 0 7-16,-12 0-2 15,2-8 3-15,10 8 3 16,1 0-2-16,5-4 6 16,0 1-13-16,13-2 12 15,-7-7-12-15,-5 4 7 16,-13-7-4-16,3-1 0 16,-10 0 0-16,-2-5 1 15,15 14 7-15,-15-6-10 16,15 2 12-16,6-5-16 15,-6-8 18-15,0 4-17 16,-9-4 5-16,-3 0 0 16,12 0 1-16,-16 0 4 0,23 0 4 15,-7 0-5-15,6 0 3 16,13-12 0 0,6-1-7-16,9-7 0 0,-3 4-9 15,-3-7 9-15,-9 2 0 16,-7-2-2-16,-5-2 13 15,11-3-17-15,4 4 15 16,-3-12-16-16,-7-4 17 16,1 11-18-16,-1-7 12 15,-11 21-4-15,-1-1 0 16,-9-4 4-16,-4 4-11 16,4-12 17-16,9-5-20 0,6-3 21 15,1-8-16 1,-1-4 10-16,7 0-5 0,-7 0 0 15,0-8-15-15,-6 15 13 16,-9-3 2-16,9-3-5 16,-6 6 15-16,-3-3-13 15,-3 0 3-15,-4-4-1 16,10-8-19-16,0-1 5 16,3-2 14-16,9-2-9 15,-6 1 5-15,1 4 10 16,-17 4-17-16,-12-9 23 15,16 10-13-15,-10-14 4 0,4-2 13 16,-4 1-15-16,13 2 5 16,-3-3-11-1,6 7 16-15,-3 4-21 0,3-5 27 16,-10 14-19-16,-2-2 8 16,-4 1-5-16,-6-1 0 15,-6-10 0-15,28-2-4 16,-15-11 5-16,-1-4-8 15,16 4 1-15,-16-4 4 16,4 7-15-16,-16 9 15 16,0 12 4-16,0 8-1 15,0 0-1-15,0-4 2 16,-10-4-4-16,-2 7 9 16,-7-3-19-16,4 5 20 15,-4 6-18-15,13 1 20 0,-22-11-15 16,10 5 8-16,2-5-3 15,-9-5 1-15,-3 3 0 16,0-2-1-16,-3 3 7 16,-3 7-14-16,22 1 14 15,-10 9-12 1,-6 2 9-16,10 1-4 0,5-8 2 16,-8 0 1-16,2-1-6 15,-3 2 6-15,-9 6-14 16,16-3 22-16,-10 4-17 0,3 1 16 15,-6-2-13 1,10-3 3-16,-10 1 0 16,16-6-1-16,-7 9-3 15,-9-8 0-15,0 4 8 16,9-1-4-16,-8 1 9 16,2 0-15-16,-3 5 9 0,0-6-5 15,3 6 2-15,-9-5 0 16,6 3-6-16,10-2 16 15,-10 10-18-15,3-2 15 16,3-2-14-16,-12 1 11 16,9 8-10-16,-3-8 0 15,-6 8-1-15,16 0 2 16,-10-8 10-16,3 7-8 16,-3-6 11-16,-6 7-1 15,-6-4-7-15,-1 0-7 16,-5-4 5-16,5 0 2 0,-11 4 0 15,11-1-11 1,1 9 6-16,15 0 10 0,-3 5-17 16,0-5 26-16,4-4-19 15,2-1 11-15,3 1-12 16,-2 0-16-16,-4 5 13 16,-3-1 9-16,-12 3 5 15,-1 5-5-15,-5 0 5 16,6 0 6-16,-1 0-5 15,-5 0-12-15,21 0 1 16,-9 0 5-16,0 0 1 0,-7 8-1 16,1 4 0-1,0 0 6-15,6-3-7 0,3-1 6 16,3 0-1-16,0 4 2 16,3 7-12-16,-9 6 7 15,-6 3-2-15,-7 0-4 16,13-4-4-16,0-4-3 15,21-1 24-15,1-6-24 16,6-1 8-16,6-4-61 16,-6-4-128-16</inkml:trace>
  <inkml:trace contextRef="#ctx0" brushRef="#br0" timeOffset="798.37">20337 5185 272 0,'0'0'117'0,"0"0"-41"0,0 0 28 16,0 0-53-16,0 0 0 16,0 0 1-16,0 0 16 15,-12-8-23-15,12 8 32 16,0 0-6-16,0 0-15 16,0 0-10-16,0 0-15 15,0-4 3-15,0-1-23 16,0-6 15-16,0-1-23 15,0-16 6-15,0-21-5 0,6-15-4 16,22-8 0 0,6-19 0-16,-3-14-7 0,-3-8 7 15,0 13-3-15,3 12-16 16,-9 32 18-16,-10 23-24 16,-6 22 9-16,4 11-13 15,14 3-16-15,4 58 37 16,19 27 8-16,6 12 19 15,5 16-8-15,-2-11-3 16,-9-17-8-16,-13-7-13 16,-9-26-35-16,-4 1 14 15,-21-19 1-15,0-9-18 16,0-16-50-16,-28-12-53 16,-24 0-357-16</inkml:trace>
  <inkml:trace contextRef="#ctx0" brushRef="#br0" timeOffset="1080.91">20371 4864 845 0,'0'0'106'0,"0"0"29"0,0 0-55 16,0 0-71-16,0 0-9 16,0 0-2-16,140 0-11 0,-78 0-12 15,3 0-71-15,3-8-55 16,-27 1-157-16</inkml:trace>
  <inkml:trace contextRef="#ctx0" brushRef="#br0" timeOffset="4447.01">27295 5867 123 0,'0'0'108'0,"0"0"67"0,0 0 11 0,0 0-21 0,0 0-71 16,0 0-9-16,0 0-59 15,0 0-11-15,0 0-13 0,0 0 25 16,0 0-3-1,0 0 1-15,0 0 32 0,0 8-23 16,0-8 7-16,0 0-27 16,0 0 14-16,-12 0-24 15,-1 4 8-15,-8-4-12 16,-10 8 14-16,3-4-11 16,-12 4-2-16,-1 11-2 15,-11 6 4-15,-1 3-10 16,-3 8 10-16,10 0-8 15,-7 8 8-15,6-3-6 16,7-2 4-16,6-6-1 16,9-2 0-16,3 6 2 0,4-1-7 15,-4 12 15 1,3 0-20-16,-8 1 20 0,2-5-19 16,-3 12 18-1,6-4-9-15,-3 0 0 0,-9-4 0 16,6 0-1-16,10-4 5 15,-4 5-8-15,10 6 11 16,-7 6-6-16,-15-1 3 16,6 12-7-16,-12-12 3 15,-7 5 0-15,7-1-1 16,-7-12 5-16,7-1-8 16,15 10 13-16,-21 3-17 0,12 8 17 15,-1 8-4-15,-5-3-5 16,0 15 21-16,6-12-15 15,3 5 4-15,3-10-6 16,0-6-2-16,28-5-4 16,-6-4 6-16,6 1-12 15,0-2 16-15,0 2-18 16,0 3 17-16,-6 0-10 16,6 4 6-16,-7 4-3 15,-5-3 0-15,12-5 7 16,0 4-10-16,0-8 16 15,0 0-21-15,0-8 8 16,0-7 0-16,0-1-1 16,0-5 0-16,12 10-5 15,-5-1 12-15,-7 0-8 0,6 4 9 16,0 0-9-16,16 4 11 16,-4-4-18-16,-2-3 8 15,2 2 1-15,-5-2 0 16,2 3 2-16,4-4-7 15,-7 0 10-15,10 1-3 16,-3-2 8-16,2 6-14 16,-8-1 6-16,15 4-4 15,-10-4 1-15,10 0 1 16,0-4-1-16,3-4 8 16,3-3-14-16,6-5 11 15,-5 4-9-15,-11-4 9 0,17 16-4 16,-1-4 3-1,0 4-3-15,7-3 3 0,-7-5-3 16,7-5 0-16,-13-2 4 16,28 3-5-16,-16 16 13 15,7 8-11-15,-7-4-1 16,-11 4-2-16,5-16 2 16,6-11 2-16,-5-1-2 15,5-8 2-15,1-8-4 16,-1 0 14-16,29 4-20 0,-16 1 14 15,9 3-6 1,-3-5 3-16,-3 6 2 0,9-6 2 16,-9-3-4-16,3 9-3 15,-12-6 6 1,9 2-16-16,-15-6 26 0,-13-6-28 16,12-1 21-16,7-1-9 15,6 2 2-15,31-1 0 16,-3-1 0-16,-1-6 2 15,7 3-3-15,0-8 5 16,0 0-7-16,0 0 4 16,0 0-6-16,-6-8 9 15,-12-12-10-15,-1-1 4 16,-15 6 0-16,15-6-2 16,-15 2 9-16,10-6-13 0,-10 5 19 15,15-7-5-15,0-10-4 16,13-3-8-16,0-16-2 15,0-8 6-15,-13 0 5 16,-2-5 0-16,-4 14 5 16,-16 2-10-16,1 6 19 15,-13-2-16-15,7 1 1 16,-1-8-4-16,10-4-4 16,-3 4 2-16,0-4 0 15,-7 3 1-15,-5 5-1 16,-7-8-7-16,12-9 18 15,1-3-9-15,5-8 12 16,-2-4-13-16,3-4 1 16,-13 8 0-16,13-9-5 15,-7 13 13-15,-12 8-16 0,-9-4 16 16,-3 3-11-16,-4-3 16 16,4-3-19-16,-3-2 6 15,9-7-1-15,-16-1 1 16,4-3-17-16,-10 0 13 15,-6 8-8-15,0-4 0 16,0 4 11-16,0-4-6 16,0 4-6-16,0 3 13 15,0-7-7-15,0 4-2 16,0-5 1-16,0 1-25 16,0-1 18-16,0-6-4 15,-16-6 15-15,-2-3-28 0,-10 12 28 16,15 4-2-1,1 12 5-15,-4 3 1 0,-2 5 1 16,-4 0 9-16,4-1-6 16,-17 1 1-16,11 9 2 15,-10-1-14-15,-13-5 13 16,7 9-15-16,-1-4 9 16,1 4-1-16,0 4 1 15,-7-4 6-15,1-5 5 16,-16 1-10-16,21 8-1 15,-5 4-3-15,-1 12 0 16,1 7-3-16,6 5 6 16,-7 1 5-16,1 7-2 0,-13-1-1 15,3-7 2-15,-3 1-7 16,-9-9 9-16,3 0-12 16,-4-5-9-16,17 5 13 15,5 1-3-15,-6 6 3 16,13 5 2-16,-6 0 1 15,5 0 11-15,1-4-7 16,0-4-10-16,-1-4 1 16,-5 0-4-16,6 3 4 15,-7 1 4-15,1 1 7 16,-7-5-5-16,-9-1-2 16,-3-7 7-16,-10 4-15 0,1 0 8 15,-1 7-8-15,-2-2 15 16,3 11-8-16,5-5 2 15,-2 10 0-15,9 3 0 16,3 8 11-16,-9 0-17 16,3 0 10-16,3 0-10 15,-3 0 10-15,3 0-4 16,9 0-1-16,0 0-1 16,7 11-1-16,-1 10 2 15,-9-1-2-15,-3 4 3 16,-9 4-17-16,-3-13 25 15,-10 6-11-15,7-12 4 0,15-6 7 16,-3 13-4 0,9-12 2-16,7 4-7 0,12 5 4 15,9-13-5-15,-3 7 5 16,9-3-4-16,10 0 4 16,-3 4-8-16,-1 5-16 15,-2 10-25-15,2 5-47 16,1-12-265-16</inkml:trace>
  <inkml:trace contextRef="#ctx0" brushRef="#br0" timeOffset="5576.85">27357 4359 144 0,'0'0'595'0,"0"0"-483"0,0 0 31 16,0 0-64-16,0 0-24 0,0 0-30 15,0 0-10-15,0 0 0 16,0 12-13-16,0 20 23 16,0 4-3-16,13 0 2 15,-7 12-20-15,-6-7-6 16,0-2 5-16,0-3-3 16,0-3 0-16,0-2 0 15,0-14 2-15,-6-1 7 16,0-16-5-16,-1 0 5 15,-5 0-4-15,12 0 0 0,0 0-4 16,0 0-1 0,0 0-8-16,0-20 1 0,0-40-10 15,0-17 10-15,0-10-24 16,0 2 11-16,0 13-15 16,0 8 13-16,0 3 2 15,0 6-17-15,12 2-9 16,35 1 35-16,-1 12-2 15,-12 8-56-15,-9 12 53 16,-9 12 16-16,-10 8 2 16,22 0 4-16,3 0 27 15,25 24-8-15,-4 12 1 16,1 12 9-16,0 4-29 16,3 12 5-16,-10 0-9 15,-6-7-4-15,-27-1-27 16,-13 0 29-16,0-4 4 0,-40-4 14 15,-7-12 5 1,1-12-9-16,-7-4 13 0,3-4-25 16,4-11-2-16,21-5-5 15,9 0-4-15,10 0-54 16,6 0-13-16,0-24-32 16,0 4 22-16,28 4 86 15,6 11 8-15,6 5 27 16,13 0 27-16,12 16-1 0,4 17-15 15,24-2-20 1,-25-2-26-16,-37 3-1 16,-16-8-4-16,-15 7 5 15,-15 14 28-15,-78-5-5 16,-34 21 19-16,-25 11-24 0,-16 8-4 16,7-4-14-1,21-21-41-15,66-17-80 0,40-35-184 16</inkml:trace>
  <inkml:trace contextRef="#ctx0" brushRef="#br0" timeOffset="6594.17">27382 4836 387 0,'0'0'72'0,"0"0"-69"0,0 0 11 15,0 0-11-15,0 0-6 0,0 0 9 16,9-8-3-16,-9 8 48 15,0 0 51-15,0 0 6 16,0 0-13-16,0 0 1 16,0 0-62-16,0 0 8 15,0 8-27-15,0 12 7 16,0 9-1-16,0-1 14 16,0 3-8-16,0 2-24 15,0-2-6-15,0-2-17 16,0 2-43-16,0-6-103 15,0-5-125-15</inkml:trace>
  <inkml:trace contextRef="#ctx0" brushRef="#br0" timeOffset="23461.92">21168 6709 612 0,'0'0'116'0,"0"0"-50"0,0 0 35 0,0 0-66 0,0 0-19 0,0 0-5 16,0 0 13-16,0 0 20 15,0 0 5-15,0 0 13 16,0 0-52-16,0 0 9 16,0 0-14-16,0 0-6 15,0 0 6-15,0 0-9 16,0 0 4-16,0 0 0 16,0 0 4-16,0 0-3 15,0 0-1-15,0 0 1 16,0 0-7-16,0 0-4 0,0 0-8 15,0 0-25-15,0 0 42 16,0-5 1-16,0-2 13 16,0-1 10-16,0 4-15 15,0 4 18-15,0 0-1 16,0 0-5-16,-15 0-20 16,2 0 11-16,1 0-11 15,12 4-7-15,0 4-2 16,0-8-63-16,0 0-111 15,0-4-248-15</inkml:trace>
  <inkml:trace contextRef="#ctx0" brushRef="#br0" timeOffset="24711.06">21140 7451 523 0,'0'0'176'0,"0"0"-90"0,0 0-14 0,0 0-16 0,0 0-30 0,0 0-3 0,-6 12-3 15,6-12-6-15,0 0 32 16,0 0 4-16,0 0-14 16,0 0-35-16,0 0-2 15,0 0-2-15,0 0 3 16,-6 0-1-16,-9 4-29 15,8 12 27-15,1-4 3 16,-6 0-8-16,12-4 10 16,0-8-4-16,0 0-5 0,0 0 2 15,0 0-3-15,0 0-28 16,0 0-9-16,0 0-7 16,0 0 49-16,-16 0-61 15,-2 0 44-15,5 0 0 16,-2 0-22-16,9 0-73 15,6 0-236-15</inkml:trace>
  <inkml:trace contextRef="#ctx0" brushRef="#br0" timeOffset="25811.82">21072 8478 35 0,'0'0'403'0,"0"0"-333"0,0 0-7 15,0 0-20-15,0 0-36 16,0 0 46-16,0-4 33 0,0 4 37 15,0 0-10-15,0 0-13 16,0 0-58-16,0 0-27 16,0 0-12-16,0 0 1 15,0 0-8-15,0 0-14 16,0 0 7-16,0 0 11 16,0 0 9-16,0 0 0 15,-12 0-9-15,6 0-3 16,-1 0-5-16,-5 0 7 15,-3 0 2-15,15 0-9 16,0 0 15-16,0 0-15 0,0 0-3 16,0 0-6-16,0 0-15 15,0 0 25-15,0 0 6 16,0 0-5-16,0 0-3 16,0 0-85-16,0-4-97 15,0-8-336-15</inkml:trace>
  <inkml:trace contextRef="#ctx0" brushRef="#br0" timeOffset="26960.92">21020 9304 244 0,'0'0'68'0,"0"0"27"0,0 0 16 0,0 0-39 0,0 0-12 15,0 0 39-15,0-4-33 16,0 4-5-16,0 0 8 16,0 0-45-16,0 0 9 15,0 0-23-15,0 0 30 16,0 0-4-16,0 0 8 16,0 0-41-16,0 0-3 15,0 0-28-15,0-8-19 16,0-4 30-16,0 0 16 15,0 4-1-15,0 0 4 0,0 8 21 16,0 0-9 0,0 0 4-16,0 0-14 15,0 0 11-15,0 0-13 0,0 0-2 16,0 0-6-16,0 0-49 16,0 0 34-16,0 0-49 15,0 0-6-15,0-5-12 16,0-6-200-16</inkml:trace>
  <inkml:trace contextRef="#ctx0" brushRef="#br0" timeOffset="32588.75">27785 6917 482 0,'0'0'46'0,"0"0"20"0,0 0 56 16,0 0-64-16,0 0-15 16,0 0 17-16,0 0 2 15,-22 0-7-15,22 0-5 16,0 0 18-16,0 0-56 16,0 0 10-16,0 0-20 15,0 0 16-15,0 0-10 16,0 0-3-16,0 0-5 15,0 0-9-15,0 0 7 16,0 0-7-16,0 0-1 0,0 0 20 16,0-3-3-16,0-9-5 15,0 7 10-15,0 5-12 16,0 0 1-16,-12 0 11 16,12 0-9-16,0 0-6 15,0 0-14-15,0 0-39 16,0 0-158-16,0 0-190 15</inkml:trace>
  <inkml:trace contextRef="#ctx0" brushRef="#br0" timeOffset="33670.33">27860 7949 507 0,'0'0'307'0,"0"0"-287"0,0 0 53 16,0 0-55-16,0 0-18 15,0 0-27-15,0 0 27 0,0 27 9 16,0-27 29-16,0 0 23 16,0 0-16-16,0 0-23 15,0 0-13-15,0 0 35 16,0 0-30-16,0 0 5 16,0 0-14-16,0 4 28 15,0 4-16-15,0 0 13 16,0-3-30-16,0-5-7 15,0 0-2-15,0 0-44 0,0 0 25 16,0 0 5-16,0 0 5 16,0 0-4-16,0 0 17 15,0 0 5-15,0 0-1 16,0 0-36-16,0-5-171 16,0-11-260-16</inkml:trace>
  <inkml:trace contextRef="#ctx0" brushRef="#br0" timeOffset="34603.92">28033 9156 509 0,'0'0'113'0,"0"0"3"0,0 0-27 0,0 0-55 0,0 0-12 16,0 0 4-16,6 0-22 15,-6 0 47-15,0 0-2 16,0 0-3-16,0 0 3 15,0 0-23-15,0 0-26 16,0 0-2-16,0 0-2 16,0 0-12-16,13 0-4 15,-7 0 11-15,16 0 2 16,3 0 13-16,-4 0-11 16,13-9 10-16,-9-10-10 15,-3 2 5-15,-16 6-11 0,0-2 10 16,-6 1-18-16,0 4-77 15,0 5-409-15</inkml:trace>
  <inkml:trace contextRef="#ctx0" brushRef="#br0" timeOffset="35402.08">28346 9986 257 0,'0'0'119'0,"0"0"19"0,0 0 4 0,0 0-53 16,0 0-20-16,0 0 13 15,0 0 2-15,0 0-57 16,0 0 6-16,0 0-10 15,0 0 8-15,0 0-30 16,0 0-1-16,0 0 0 16,0 0 2-16,0 0-2 15,0 0 21-15,0 0 15 16,0 0-34-16,0 0 25 16,0 0-16-16,0 0-2 15,0 0-9-15,0 0-7 0,0 0 6 16,0 0-10-16,0 0 9 15,0 0 4-15,0 0 10 16,0 0-4-16,0 0-5 16,0 0-3-16,0 0-38 15,7 0-121-15,-1-12-226 16</inkml:trace>
  <inkml:trace contextRef="#ctx0" brushRef="#br0" timeOffset="36117.97">28486 10844 633 0,'0'0'133'0,"0"0"-53"0,0 0 44 0,0 0-82 0,0 0-40 16,0 0 15-16,-53 16-17 15,53-16 9-15,0 0 7 16,0 0 31-16,0-5-12 16,0-14-12-16,6-13 11 15,1 8-28-15,-1-1-12 16,-6 9 5-16,0 5-6 16,0 11-10-16,0 0 17 15,0 0 31-15,0 0 2 0,0 0 6 16,0 0-27-16,0 0-12 15,15 0-56-15,10-12-157 16,-16-16-648-16</inkml:trace>
  <inkml:trace contextRef="#ctx0" brushRef="#br0" timeOffset="51138.3">21249 6749 328 0,'0'0'109'0,"0"0"-56"0,0 0 18 0,0 0-19 16,0 0-4-16,0 0-6 15,-9 0-32-15,9 0 14 16,0 0-15-16,0 0 14 15,0 0-9-15,0 0 3 0,0 0-15 16,0 0 2 0,0 0 20-16,0 0-1 0,0 0 4 15,0 0 6-15,0 0 19 16,0 0-37-16,0 0 13 16,0 0-24-16,0 0 0 15,0 0-1-15,0 0-3 16,0 0-1-16,0 0 1 15,0 0 5-15,0 0-2 16,0 0 40-16,0 0-17 16,0 0 7-16,0 0-14 15,21-4-10-15,-2 1 0 0,3-2-6 16,-4 5-2 0,-2 0 4-16,2 0 5 0,-5-3-6 15,8 3 12-15,-2 0-16 16,3 0 12-16,12 0-12 15,12 0 4-15,-15-5-4 16,25 5 3-16,-25-8-13 16,-3 4 20-16,-15 0-19 15,8 4 11-15,-21 0-2 16,0 0 3-16,6 0-2 16,-6 0-1-16,13 0 4 15,2 0-4-15,10 0 1 16,9 0-1-16,0 0 9 15,-9 0-14-15,-9 0 7 16,15 0-2-16,-10 0 0 16,-2 0 4-16,3 0-9 0,-4 0 14 15,4 0-2-15,3 0-4 16,3 0-4-16,6 0 7 16,-16 0-6-16,23 0 0 15,-26 0 2-15,10 0-2 16,15 0-3-16,-12 0 2 15,-3 0 2-15,-3 0 8 16,3 0-7-16,-4 0 6 16,13 0-3-16,-9 0-5 15,9 0 0-15,7 0 2 16,-1 0-4-16,-6 0 4 16,19-9 0-16,-13 9-1 0,-6-3-2 15,-9-1 5-15,3 4 2 16,-10 0-2-16,10 0 0 15,7 0 2-15,-1 0-3 16,-3 0-4-16,-3 0 5 16,6-4-8-16,6 4 10 15,-21 0-11-15,15 0 7 16,-16 0-4-16,10 0 2 16,0 0 0-16,-3 0 0 15,3 0 4-15,18 0-8 16,1 0 12-16,6 0-13 15,2 0 12-15,-2 0-7 0,-6 0 0 16,-1 0 1 0,-6 0-1-16,-6 0 0 0,-9 0-5 15,-3 0 10-15,-3 0-8 16,-13 0 12-16,15 0 0 16,-2 0-8-16,3 0 4 15,3 0-5-15,9 0 0 16,0 0-1-16,0 4 7 15,-9 0-12-15,24-1 12 16,-24 2-11-16,3-5 13 16,-16 0-14-16,10 4 8 15,-9-4-2-15,5 0 4 0,4 4 1 16,3 0 8 0,3 4-11-16,18-3 3 0,-6-2 3 15,7 5-12-15,-7-8 8 16,-12 4-4-16,-3 4 0 15,-10-8 0-15,16 8-2 16,-9-3 6-16,6-2-4 16,9 2 7-16,4-2-9 15,5 1 9-15,10 0-12 16,3 0 9-16,9 4-4 16,-9 0 0-16,-13 0 1 15,-5-3-4-15,-1 2 9 16,-6-2-11-16,6-5 13 15,1 3-13-15,-10 2 8 16,3-2-6-16,-12 2 3 0,2-2 0 16,-2 2-1-16,18 2 3 15,1 1-7-15,-16-3 11 16,21 3-12-16,1 0 13 16,2 4-10-16,4-4 3 15,-13 0-24-15,1-5 24 16,-10-3 2-16,-4 5-2 15,1-1 1-15,-3 0 0 16,-3-4 6-16,3 0-7 16,3 7 2-16,-16-7-4 15,16 0 1-15,6 5 1 16,-9-5-1-16,9 3 5 0,-6-3-8 16,6 5 8-1,-9-5-5-15,27 3 7 0,-2-3-6 16,-3 0 0-16,-1 0-1 15,1 0 1-15,-7 0 0 16,6 0 0-16,-5 0 3 16,-7 0-2-16,-9 0 4 15,-4 0-8-15,4 0 8 16,9 0-7-16,0 0 2 16,0 0 0-16,7 0 0 15,5 0 3-15,-5 0-8 16,-17 0 11-16,10 0-9 15,1 0 9-15,-11 0-9 0,23 0 6 16,-19 0-4-16,18 5 1 16,-5-5 0-16,-1 4-5 15,-6-4 12-15,-15 8-16 16,15-8 19-16,-16 3-14 16,16-3 8-16,1 5-4 15,-1-5 0-15,-10 0 0 16,11 3 0-16,-20-3 0 15,-3 5 1-15,1-5 3 16,9 0-5-16,-4 0 8 16,-12 0-11-16,10 0 8 15,-16 0-7-15,0 0 4 16,0 0-1-16,0 0 6 16,0 0-6-16,0 0 8 0,12 0-6 15,-12 0-4-15,7 0-21 16,-7 0 15-16,0 3-6 15,0-3 7-15,0 0 7 16,0 0-6-16,0 0-15 16,0 0-51-16,0 0-29 15,0-19-220-15</inkml:trace>
  <inkml:trace contextRef="#ctx0" brushRef="#br0" timeOffset="52138.41">27004 6765 124 0,'0'0'14'0,"0"0"35"0,0 0 78 0,0 0-16 0,0 0 9 16,0 0-6-16,6 0-43 15,-6 0-21-15,0 0 26 16,0 0-25-16,0 0 13 16,0 0-13-16,0 0 6 15,0 0-16-15,0 0-21 16,0 0-16-16,0 0 1 15,0 0-4-15,0 0 4 16,0 0-2-16,19 0-1 16,15 0 24-16,18 0-9 15,-5 5 2-15,21 6-10 0,7 1-6 16,2 4-2 0,4 0 4-16,-7 1-10 0,-6-6 0 15,-3 1 1-15,-12-4-6 16,-25 0 6-16,0 0-2 15,-22-8-3-15,-6 5 0 16,0-5-5-16,0 0 5 16,0 3-28-16,0 9-2 15,-12 1 7-15,-29 3 27 16,-14 4-5-16,8-8 9 16,1 7-1-16,-7 2 2 15,0-6 5-15,-9 10 0 16,10-9 28-16,-7 12-15 15,12-12 9-15,13 4-7 16,0-8 4-16,-6-4-19 0,12 5 6 16,21-2 17-16,-5-3-19 15,0-8 15-15,12 0-18 16,0 0-2-16,0 0 0 16,0 0-8-16,0 0 2 15,0 0-10-15,0 0 12 16,0 0 0-16,0 0-7 15,0 0 14-15,0 0-8 16,0 0 1-16,0 0-3 16,0 0-52-16,0 0-150 15,0-8-460-15</inkml:trace>
  <inkml:trace contextRef="#ctx0" brushRef="#br0" timeOffset="72504.28">21193 7475 276 0,'0'0'47'0,"0"0"-28"0,0 0 83 0,0 0-18 16,0 0-12-16,0 0-15 16,0 0-3-16,0 0-27 15,0 0-14-15,0 0-5 16,0 0-6-16,0 0 2 15,0 0 4-15,0 0-4 0,0 0-1 16,0 0 14 0,0 0-16-16,0 0 8 0,0 0-1 15,0 0 12-15,0 0-6 16,0 0-14-16,0 0 22 16,0 0-8-16,0 0 5 15,0 0-17-15,0 0 14 16,0 0-10-16,0 0 21 15,0 0-13-15,0 0-13 16,0 0-2-16,0 0 3 16,0 0-8-16,0 0-15 15,0 0 20-15,0 0-7 16,0 0 8-16,6 0 0 16,-6 0 4-16,0 0 15 15,0 0-3-15,10 0 8 0,-10 0-19 16,6 0 2-16,0 0-2 15,6 0 2-15,4 0 20 16,-16 0-21-16,19-4-6 16,-13 4 0-16,0 0 7 15,-6 0-7-15,6 0 5 16,-6 0 2-16,0 0-9 16,0 0 4-16,9 0-2 15,-2 0 6-15,-7 0-1 16,18 0-5-16,-2 0 7 15,-4 0-3-15,-6-4-2 16,16 4-1-16,-10-4 1 0,1 4-2 16,-7 0 7-16,10 0-4 15,-10 0 10-15,12-4-9 16,-2 4 4-16,9-5-1 16,9 2 11-16,0-1-12 15,-9 0 6-15,3 0-9 16,0 4-3-16,-4 0 2 15,4 0 4-15,-3-4 5 16,3 4-9-16,0 0 1 16,-3 0 1-16,3 0 6 15,-1 0-7-15,-8 0 2 16,9 0-1-16,-16 0-1 16,7 0 0-16,15 0-1 0,-6 0 3 15,6 0 0 1,-15 0-6-16,15 0 5 15,-16 0 0-15,4 0 0 0,3 0 5 16,-3 0-2-16,-10 0-1 16,22 0 0-16,0 0-4 15,-9 0 2-15,3 4-1 16,0 0-3-16,-16-4 6 16,7 4-12-16,-4-4 13 15,4 4-2-15,3-1-5 16,9-3 6-16,3 5-12 15,0 3 17-15,0-8-13 0,13 4 6 16,-23 0-8 0,26-4 11-16,-19 4-13 0,-3-4 6 15,6 4-1-15,-9 0 0 16,-3-4 1-16,12 5-3 16,-3-2 14-16,-3-3-16 15,6 4 11-15,0-4-7 16,12 4 3-16,7-4-2 15,0 8 0-15,-1-8 2 16,4 4-4-16,-9 1 13 16,-1-2-20-16,-12 2 18 15,-9-2-11-15,9 1 3 16,-6-4-2-16,3 0 1 16,-3 0-1-16,0 4 0 15,3 0 2-15,-3 0-2 0,12 0 6 16,0 4-10-16,-5-3 14 15,-4-2-19-15,18 2 11 16,-24-5-1-16,3 7 0 16,-3-3 2-16,3 0 1 15,-7 4-3-15,4-8 7 16,3 13-1-16,6-10-5 16,-9 1-1-16,3 1 0 15,6-2-2-15,-15 2 2 16,8 3 1-16,-8-5-1 15,3 2 0-15,3-2 8 16,3 6-5-16,6-6 0 0,-3 10-3 16,9-2 0-16,0-2-2 15,-12 2 2-15,19-3 2 16,-19-3-2-16,-4 3 5 16,4-8-9-16,-3 12 8 15,9-4-7-15,7 0 7 16,-1 4-5-16,6-1 1 15,-5 2 0-15,-7-1-3 16,-6-4 3-16,-10 0 0 16,10-4 6-16,3 4-10 15,-3-4 11-15,6 4-11 16,-9 4 6-16,9-4-2 16,-12-4 0-16,9 4 1 0,-9-3 0 15,12 10 2-15,-10-11 9 16,-2 8-8-1,18-4-6-15,-5 4 8 0,-4 0-5 16,15-3-1-16,1 2 0 16,2 1 0-16,-2 1 3 15,-7-2-8-15,-9-3 11 16,-3 1-6-16,6 2 2 16,-15 2-4-16,9-1 7 15,-4-4-5-15,4-5 0 16,-6 5 0-16,-3 0-4 15,8 1 9-15,-2 2-10 0,-3-3 15 16,3 5-20-16,-4-1 14 16,20-1-9-16,-16 6 5 15,2-6-3-15,-8-3-13 16,-3 1 16-16,2 3-4 16,-2-8 13-16,-4 4-6 15,16 4 1-15,-9-4-2 16,9 5 1-16,-10-2-6 15,4 1 3-15,-4-4 0 16,-5 0 0-16,2 0 4 16,4 4-7-16,-7 1 10 15,10-2-10-15,-3 1 6 16,9 1-2-16,-16-2-1 0,16 6 0 16,12-1 0-1,-15-4 1-15,3-1-6 0,6 2 10 16,-15-5-11-16,2-1 12 15,-8 1-8-15,8 0 2 16,-8 1-1-16,15-1-1 16,18 3-2-16,-5 6-6 15,-10 2 20-15,-4 2-10 16,8-6 8-16,-11-2-13 16,10-1 9-16,-21-1-8 15,15 2 4-15,0-1 0 16,-10 1 0-16,10-2 5 15,-3 6-8-15,-3-6 8 16,-4 9-8-16,10-4 9 0,6 0-5 16,-3 1-1-1,-3-2 0-15,-15-2-6 0,15-2 6 16,-16-3 1-16,10 4 6 16,2 4-8-16,-2-3 7 15,6-1-12-15,9 4 4 16,-9-8 2-16,-6-1 0 15,-10 1 0-15,1-8-5 16,-13 5 5-16,6-2-1 16,0 2 10-16,-6 3-7 15,16-4 0-15,-4 4 7 16,0 0-1-16,4 4-8 16,3-4 0-16,-4 0-1 0,-9 0-6 15,7 0 14-15,-7-4-11 16,0 4 20-1,16 0-13-15,-4 12 1 16,10-4 2-16,6 0-3 0,-9 1-3 16,-3-9 0-16,-10-1 0 15,1-3-6-15,2 0 10 16,-2 4-11-16,-7 0 14 16,6-3-13-16,4-2 10 15,-10 2-4-15,0-2 5 16,-6 1-4-16,12-4 0 15,-2 4 6-15,-4 0-7 0,-6 1 8 16,0-2-9-16,6-3 8 16,-6 0-10-16,0 0 3 15,0 0-1-15,0 0-1 16,0 0-2-16,0 5-5 16,0-5 18-16,0 0-19 15,0 0 18-15,0 0-16 16,0 0 4-16,13 0-13 15,-13 0-14-15,6 0-18 16,0 0-15-16,-6 0-55 16,0 0-118-16,-6 0-448 15</inkml:trace>
  <inkml:trace contextRef="#ctx0" brushRef="#br0" timeOffset="73869.88">27404 9244 41 0,'0'0'29'0,"0"0"19"0,0 0-9 16,0 0-10-16,0 0 29 15,0 0 26-15,0 0 30 0,0-5-38 16,0 5 23 0,0 0-25-16,0 0 23 0,0 0-31 15,0 0-23-15,0 0 3 16,0 0-18-16,0 0 19 16,0 0-43-16,0 0 10 15,0 0-8-15,0 0 30 16,0 0-17-16,0 0 22 15,12 0-4-15,10 0-17 16,-3 0-6-16,8 0-11 16,-8 5 0-16,9-2 1 15,0 2-4-15,-3-5 8 16,-4 0-16-16,4 8 14 16,3-4-9-16,-16 0 6 15,10 3-3-15,-9-2 1 0,-13-5 7 16,12 0-16-16,-12 0 5 15,6 0-1-15,3 0-7 16,-9 0 4-16,0 0 4 16,0 0 3-16,0 0 6 15,0 0-5-15,13 0 1 16,-7 0 10-16,6 0-20 16,4 0 16-16,-10 0-12 15,7-5 11-15,-13 5-9 16,6 0 2-16,-6 0 0 15,0 0 21-15,0 0-20 16,0 0 10-16,0-3-6 16,0 3-6-16,0-4 3 0,0 0-2 15,0-8 4-15,0 7 0 16,0-6 0-16,0-6 1 16,0 6 4-16,0-2-5 15,0 1-3-15,0-4 5 16,0 5-10-16,-6-9 4 15,-7-1-3-15,7-2 3 16,-10-2-1-16,4 5-2 16,6 4 6-16,0 0 12 15,-10 4-9-15,4-4 6 16,-1 0-12-16,7-4-1 16,-9 4-1-16,8-1 2 0,1 10-1 15,0-1 6-15,0 0 15 16,-10-5-3-16,4-2 8 15,-7-14-20-15,-2 6-10 16,2-10 3-16,-3 9 1 16,10 9-4-16,6 2 5 15,0 9 2-15,6 0-1 16,-10 4 26-16,10 0-19 16,0 0 17-16,0 0-15 15,0 0 8-15,0 0-13 16,0 0-5-16,0 0-7 15,0 0-37-15,0 0-14 0,0 0-49 16,0 0 27 0,0-12-166-16</inkml:trace>
  <inkml:trace contextRef="#ctx0" brushRef="#br0" timeOffset="78165.14">21215 8474 132 0,'0'0'209'0,"0"0"-158"0,0 0-51 0,0 0-5 0,0 0-6 15,0 0 0-15,0 0-7 16,0 0 18-16,0 0 4 16,0 0 84-16,0 0 25 15,0 0-29-15,0 0-10 16,0 0-9-16,0 0-47 16,0 0-2-16,0 0-11 15,0 0-2-15,0 0 6 0,0 0-2 16,0 0 35-16,0 0-4 15,0 0-1-15,0 0-29 16,0 0-7-16,0 0-1 16,0 0-2-16,0 0 1 15,0 0 1-15,0 0 5 16,0 0 1-16,0 0 4 16,0 0-4-16,0 0 23 15,0 0-15-15,0 0 0 16,0 0-9-16,0 0-5 0,6 0 4 15,22 0 2 1,-3 0 17-16,-4 0-15 0,4 0 10 16,3 4-2-1,-9-1-8-15,9-3 9 0,0 0-9 16,-16 5-1-16,16-2-7 16,-9 2 23-16,-1 3-21 15,4-4 5-15,-4 0-1 16,10 0-6-16,-15-4 0 15,2 4 0-15,4 0-4 16,3-1 13-16,-4 2-19 16,10-2 22-16,-3 2-10 15,3 3 1-15,12-4 9 16,0 4-11-16,1 0 7 16,-10-4-7-16,9 4-1 0,-12-4 0 15,6 4 0 1,-9-4 5-16,-3-1-4 0,-4 2 4 15,4-5-2-15,-4 0-3 16,17 4 2-16,-1 0 6 16,6 4-7-16,0 0 1 15,7 4 1-15,6 4 6 16,-7-4-8-16,-6 0 4 16,1-4-6-16,-20-4 2 15,4 0 2-15,-3 4-1 16,3 0 1-16,3 0 4 15,-4 4-6-15,26-4 8 0,-4 5-1 16,7-1-11 0,0-1 8-16,15 5-8 0,-3 1 6 15,-3-6-2-15,-9 2-1 16,-19-6 2-16,6 6-4 16,-15-10 7-16,-3 6 4 15,-4-5-5-15,4 0 1 16,-16 4-5-16,35 0 17 15,-1 4-7-15,7 0 1 16,5 0-11-16,-5 0 13 16,5 0-22-16,10 0 18 15,-3-4-14-15,10 0 7 16,-4 0-2-16,-13 1 4 16,-11-2 7-16,8 1 5 0,-18 0-14 15,3 5 12-15,7-6-10 16,-7 1-1-16,0 0 4 15,-9 0-8-15,15 0 3 16,0 4-2-16,1 1 0 16,5 3 1-16,1-5-4 15,5 1 8-15,-2 1-8 16,-3-6 11-16,-1 1-16 16,-6-3 17-16,1-2-15 15,-4 2 7-15,-9-2-1 16,25 2 0-16,-19-2 8 0,0 2-8 15,6-1 3 1,0-1 8-16,13 2-9 16,6 3 4-16,9 3-6 0,-9 1-6 15,3 1 1-15,-15-5 10 16,-1 4-10-16,1-1 11 16,-7-3-10-16,0 5 11 15,-6-5-7-15,-3-1 1 16,-9-2-2-16,12 11 2 15,-9-4-1-15,9-9 0 16,0 10 0-16,-6-1-3 16,-3-4 10-16,9 8-14 15,-6 1 16-15,18 2-16 16,1 1 7-16,-1 0 0 0,1 1 0 16,-1-6 0-16,-5 6 2 15,12-6 2 1,-13-7-4-16,-6 8 7 0,-6-8-9 15,-10 1 9-15,1-1-12 16,-3 0 5-16,2 0-1 16,4 0-4-16,3 12 2 15,9 0 1-15,12 4 4 16,16-1-4-16,-3 10 1 16,0-5-12-16,-19-4 21 15,7-4-13-15,-13 4 5 16,13-4 0-16,-20 0-2 15,8-4 4-15,5 1-5 0,-22-9 6 16,10 8-3-16,-15-8 1 16,15 7-1-16,-22-7 0 15,19 17-4-15,-4-9 3 16,7 7 2-16,19 2-3 16,-22 3 4-16,21 0-3 15,-6-4 7-15,-5 0-12 16,5 4-20-16,-6-11 25 15,0 2 1-15,-9 1-1 16,15-4-4-16,-6 4 10 16,-9-7-10-16,3 2 18 15,0 1-20-15,12 1 9 0,-9-1-4 16,3 0-33 0,7-1 35-16,-13 2 0 0,-4 2 3 15,4-2-6-15,-15-5 6 16,21 8-2-16,-13 0 5 15,-2-8-8-15,9 0 5 16,-9 0-3-16,-7-4 0 16,10-4 0-16,-10 8-3 15,10 0 8-15,-4 4-1 16,10 1-4-16,-3-1-2 16,-3-9 2-16,-4 6-3 15,-2-2 4-15,9-3-1 16,-4 4 0-16,-2-7 2 15,3 6 2-15,-4-6-1 0,-5 7 5 16,2-4-2-16,-15-5-8 16,0-3 8-16,13 0-12 15,-13 8 5-15,0-3 1 16,6-5 0-16,-6 3 3 16,6 6 14-16,10 7-16 15,-4-5 11-15,7 1-12 16,2 4-3-16,-8-3 0 15,2-9 3-15,-9 0 0 16,-6-4 1-16,0 0-6 16,0 0-6-16,0 0 8 15,0 0-38-15,0 0-10 16,-21 0-37-16,-26-12-140 16,1-13-458-16</inkml:trace>
  <inkml:trace contextRef="#ctx0" brushRef="#br0" timeOffset="79130.98">27826 10403 23 0,'0'0'425'0,"0"0"-384"0,0 0 54 0,0 0-2 0,0 0-51 15,0 0-6-15,-16 8 23 16,16-4 16-16,0 4-10 16,0 4 3-16,0 0-30 15,0 12 27-15,22-8-29 16,6 8-12-16,-4 0-18 15,11 0 3-15,-8-8-7 16,-2 9 1-16,-3-10 1 16,3 1 1-16,-4 0-7 15,-2-4 12-15,-3 1-20 16,-4 3 7-16,0-1 0 16,-5-2-5-16,-7-1-1 0,0 4 7 15,0-5 4 1,0-2 4-16,0-6-3 0,0 13 16 15,-31-3-13-15,-10 7 17 16,-5 0-12-16,-10 4-1 16,16-4-10-16,9-8 1 15,9-4 4-15,10 0-5 16,-4-8 12-16,16 0-7 16,0 0-9-16,0 0 6 15,0 0-4-15,0 0 1 16,0 0 1-16,0 0-2 15,-6 0 5-15,0 0-9 0,6 0-14 16,0-8-29 0,0-24-155-16,0 0-712 0</inkml:trace>
  <inkml:trace contextRef="#ctx0" brushRef="#br0" timeOffset="82644.6">21187 9252 130 0,'0'0'192'0,"0"0"-103"0,0 0 2 16,0 0-45-16,0 0-37 15,0 0-3-15,-19 0 21 16,19 0 4-16,0 0 41 16,0 0-32-16,0 0 9 15,0 0-5-15,0 0-5 16,0 0-18-16,0 0 5 0,0 0 3 15,0 0-29 1,0 0 23-16,0 0-18 0,0 0 2 16,0 0-3-1,0 0-4-15,0 0 4 0,0 0-2 16,0 0 13-16,0 0-9 16,0 0 6-16,0 0 1 15,0 0 22-15,0 0-30 16,0 0 11-16,0 0-12 15,0 0-4-15,31 0 4 16,-9 0 2-16,25 0-6 16,-13-8 7-16,-10-5-4 15,4 1 4-15,-6 9-14 16,-3-2 17-16,-7-3-6 16,16 0 14-16,0-4 1 0,-3 4 4 15,3 5-18 1,-10-5 5-16,4 3-4 0,3-7-5 15,-4 4 1-15,4 0-2 16,3 0 1-16,6-4 1 16,-9 4-2-16,9-3-2 15,0 2-3-15,-15 5 10 16,21-4-12-16,-12 1 16 16,0-1-9-16,-3-1 6 15,9 1-10-15,-6-3 4 16,12-6 0-16,-9 5 12 15,9-4-10-15,-5 4 15 16,-1 4-17-16,0-1 2 16,-16 2 4-16,10-1-10 0,-3 4 7 15,3-5-3-15,0 1 0 16,3 1 1-16,15-1-4 16,-5-5 9-16,-1 2-10 15,0 3 10-15,1-4-5 16,5-1 3-16,-6 5 1 15,7-4-3-15,-1 1 7 16,10-2-6-16,-3 1 0 16,0-4-3-16,9 0 5 15,-3 1-2-15,0 2 4 16,3-2-13-16,-10-1 9 16,1 3-6-16,-19-7 3 15,19 0 0-15,3-4 0 0,-4 4 3 16,-5 4-7-16,-1 4 13 15,-5-1-13-15,-7 2 12 16,-9 7-11-16,2 0 3 16,1 4 0-16,-3-4-5 15,9-4 10-15,0 3-10 16,-3-6 11-16,4 3-9 16,5-1 11-16,0-2-13 15,-6 6 11-15,7-2-8 16,-7 3 2-16,-10 4 0 15,4-4-4-15,6-1 9 16,7 2-10-16,-1-5 12 0,7 3-4 16,5-2-2-16,7-1 9 15,9 0-10-15,-2 0 2 16,-11 3-2-16,-8 2 1 16,-16 3-4-16,9 0 6 15,-12-5-11-15,0 5 18 16,3-4-16-16,19-4 10 15,-4-3-4-15,1 3 0 16,-1 3 0-16,-21 1-4 16,9 1 8-16,-12 3-8 15,3-5 11-15,3 2-13 16,12-2 13-16,0 5-8 0,0-8 2 16,7 4-1-16,6-4 4 15,-7-8-4-15,16 4 0 16,-25 4 3-16,4-3-1 15,-7 6 0-15,-6 2-4 16,-3 3 5-16,9-5-3 16,-6 1 1-16,18 0 3 15,-18-4-8-15,3 4 8 16,9-4-2-16,7 0-1 16,-13 4 1-16,0 0-2 15,-15 0-1-15,2 4 1 16,-8 0-4-16,8 0-2 15,-8 0 6-15,5 0-5 16,-8-4 11-16,2 4-9 16,7-4 13-16,-4 4-12 0,10 0 2 15,9 0 0-15,0 0 0 16,7 0 2-16,11-5-4 16,1 5 4-16,-13-3-8 15,22-5 14-15,-31 0-14 16,10-1 12-16,-7 6-1 15,-6-2-3-15,-4 2 0 16,-2-1-4-16,-9 0 4 16,14 0-6-16,-8 0 10 15,15-5 1-15,0 6 0 16,0-5-9-16,-9-4 8 16,9 4 2-16,0 0-4 0,0 3-4 15,-9-3 0-15,9 1 3 16,-15 2-4-16,9-6 10 15,0 6-16-15,-16-3 18 16,16 5-17-16,-9-1 9 16,21-4-3-16,0 3 0 15,1-3 3-15,-1 0-8 16,-6 0 12-16,3 1-6 16,-3-6 2-16,7 1 0 15,-7 4-3-15,-6 5 0 16,-10-5-2-16,4 3 2 15,-3 2 0-15,-1-2 3 16,-2 1-6-16,2 4 9 0,4-4-7 16,-16 4 2-16,7 0-2 15,-1-8-1-15,10 8 2 16,-10-4-1-16,4-4 1 16,-4 8-4-16,0 0 11 15,10-8-13-15,-9 4 17 16,-7-4-22-16,0 8 10 15,-6 0-10-15,0 0-9 16,0 0 0-16,0 0 6 16,0 0-51-16,-40 0-45 15,-32-19-554-15</inkml:trace>
  <inkml:trace contextRef="#ctx0" brushRef="#br0" timeOffset="83114.38">27122 7944 82 0,'0'0'0'0,"0"0"-4"0</inkml:trace>
  <inkml:trace contextRef="#ctx0" brushRef="#br0" timeOffset="83626.38">27122 7944 386 0,'28'-16'150'16,"-28"16"-82"-16,0 0-65 15,0 0-3-15,0-4-25 16,0-4 5-16,0 8-3 15,0-8 23-15,0 8 24 16,0 0 84-16,-7 0 27 0,7 0-5 16,0 0-50-16,0 0-24 15,0 0-25-15,0 0-5 16,0 0-8-16,0 0 1 16,0 0-3-16,0 0-14 15,0 0 2-15,0 0 1 16,41 0 9-16,-1 0-13 15,6-4-2-15,1-4 0 16,-7 8-1-16,1-4 0 16,-1 4-16-16,-6 0 8 15,-3 0-13-15,3 0 16 16,0 0-14-16,-9 0 10 16,-9 0 0-16,-10 0-5 0,0 0-6 15,0 0-22-15,-6 0 20 16,0 0-1-16,0 0 22 15,0 16 3-15,0 4 23 16,-12 4 0-16,-10 0 0 16,16-7-7-16,-13-2 13 15,7 6 6-15,-4 2-23 16,-8 6-4-16,-4-1-3 16,-6-5-10-16,-1-2 7 15,11-1-6-15,2-8 6 16,10-8-2-16,5 4 1 15,7-8 3-15,-12 0-8 0,12 0 0 16,0 0-43 0,0-12-110-16,0-20-263 0</inkml:trace>
  <inkml:trace contextRef="#ctx0" brushRef="#br0" timeOffset="94851.04">28260 10033 117 0,'0'0'447'0,"0"0"-351"0,0 0 8 0,0 0-26 15,0 0-64-15,0 0 4 16,0 0 2-16,0 0 11 15,0 0 26-15,0 0 43 16,0 0-28-16,0 0-29 0,0 0-12 16,0 0-25-1,0 0-6-15,0 0 0 0,0 0 0 16,0 0 1-16,0 0 9 16,0 0-9-16,0 0 12 15,0 0 5-15,0 0-12 16,0 0-5-16,0 0-1 15,0 0-2-15,6 0-21 16,22 0 19-16,-3 0-19 16,9 0 22-16,-6 0 1 15,-16 0 0-15,0 0-1 16,-5 0 3-16,2-23-5 0,-9-1 3 16,0-1-1-16,0 14-20 15,0-1 20-15,0 12 2 16,0 0 11-16,0 0 12 15,0 0-9-15,0 0 0 16,0 0-15-16,0 0 0 16,0 0-20-16,6 7 11 15,13-7-11-15,2 0 9 16,-14 0 3-16,5 0 8 16,-12 0 11-16,0 0-4 15,0 0 21-15,0 0-25 16,0 0-3-16,0 0-53 15,-12 0-77-15,5 0-308 0</inkml:trace>
  <inkml:trace contextRef="#ctx0" brushRef="#br0" timeOffset="100446.49">20297 13022 484 0,'0'0'190'0,"0"0"-178"0,0 0 15 0,0 0 78 0,0 0-13 15,0 0 13-15,0 0-65 16,0 16 16-16,16-16-16 15,-16 0-7-15,6-8-1 16,0-48-21-16,-6-17 24 16,6-23-32-16,0-16 20 15,-6 3-23-15,0 13-7 0,0 32-10 16,0 28 3 0,0 24 6-16,10 12-17 15,2 32-17-15,0 40 42 0,29 29 0 16,-1 7 4-16,7-8-2 15,15-24 0-15,-10-19 9 16,1-29-3-16,0-28-4 16,9 0-2-16,-16-36 10 15,1-57 33-15,-13-35-21 16,-9-25-24-16,3-11-1 16,-16 16-70-16,-6 20-33 15,16 39-114-15,-10 45-97 16,-12 44-54-16</inkml:trace>
  <inkml:trace contextRef="#ctx0" brushRef="#br0" timeOffset="100879.08">21274 13094 683 0,'0'0'251'0,"0"0"-109"0,0 0-53 0,0 0-63 0,0 0 17 16,0 0 6-16,133-285-14 16,-93 197-33-16,1 7 12 15,-7 9-14-15,0 20-8 16,-15 24-21-16,-7 20 9 16,3 8-18-16,-2 0-14 15,9 49 50-15,2-2 2 16,-17 6 2-16,14-1-2 15,-15 0-2-15,-6-7-61 0,0-9-17 16,0-5 9 0,0-3-101-16,-40-15-151 0</inkml:trace>
  <inkml:trace contextRef="#ctx0" brushRef="#br0" timeOffset="101231.81">21556 12645 924 0,'0'0'158'0,"0"0"-133"16,0 0-1-16,0 0-24 15,0 0-38-15,0 0-43 16,127 103-25-16,-80-98-71 16,-13-1-5-16,-3 12 78 0,3 4 104 15,6 1 75 1,0-2 78-16,29-11-5 0,-4-8-37 15,28 0-73-15,-13 0 2 16,1-27-12-16,-22-18-11 16,-3-3 10-16,-16-5-18 15,-28-6 9-15,-12-6 0 16,0 17 15-16,0 4-21 16,-52 20-7-16,-4 24 7 15,-22 0-10-15,-30 36-2 16,-7 29-28-16,4 15 10 15,17 0-42-15,39-24 0 16,24-20-109-16,9-20-148 16</inkml:trace>
  <inkml:trace contextRef="#ctx0" brushRef="#br0" timeOffset="101446.76">21382 12300 833 0,'0'0'32'0,"0"0"77"0,0 0-37 15,0 0-72-15,0 0-88 0,366-133-500 16</inkml:trace>
  <inkml:trace contextRef="#ctx0" brushRef="#br0" timeOffset="102078.23">23962 12540 682 0,'0'0'136'0,"0"0"-69"0,0 0 51 0,0 0-47 16,0 0-27-16,-363 53-17 15,311-14 14-15,5 10-26 16,19-9 23-16,28 4-31 16,0-8 3-16,28-4-10 15,46-4-6-15,7-3 2 16,-3 3-3-16,-4-9-4 15,-21-2 18-15,-4 7-14 16,-36-9 11-16,-1 1-4 0,-12 4 2 16,0 1 22-16,-53 2 9 15,-40 5-29-15,-9-7-4 16,9 2-6-16,28-10 4 16,31-9-33-16,12-4 8 15,22 0-66-15,0 0-213 16,47 0-35-16,15 0 67 15</inkml:trace>
  <inkml:trace contextRef="#ctx0" brushRef="#br0" timeOffset="102312.13">23788 13114 49 0,'0'0'90'0,"0"0"-49"15,0 0 31-15,0 0 49 16,0 0-18-16,400-36-44 0,-325 12 18 16,-16 3-13-16,-19-10-25 15,-6-13 30-15,-15-13-28 16,-10-3-17-16,-9 0-19 15,0 8 29-15,0 16-12 16,-28 11 42-16,-25 14-2 16,-15 11-2-16,-6 0-6 15,2 0-52-15,26 32-2 16,12-4-11-16,34 3-72 16,0-1-62-16,0-3-98 15,34-3-147-15</inkml:trace>
  <inkml:trace contextRef="#ctx0" brushRef="#br0" timeOffset="102810.95">24650 12873 529 0,'0'0'196'0,"0"0"-193"15,0 0-5-15,0 0 4 16,0 0-2-16,0 0 24 15,-27 77 59-15,8-94 17 16,13-15-29-16,-10-11 38 16,16-14-59-16,0-7-28 15,0-8-19-15,0 0-6 0,47 8 1 16,-1 15-14 0,-5 21-4-16,-7 12 0 0,0 16 0 15,-6 0-20 1,-10 0 12-16,-5 4 28 0,8 20 25 15,-8 0-24-15,-7 12 0 16,-6-8-2-16,0 4 3 16,0-12-2-16,0-7 5 15,0-13-2-15,0 0-1 16,0 0 5-16,0 0-7 16,0 0-12-16,6 0-13 15,22 0 25-15,12 7 4 16,-21 14-4-16,9 2 0 15,-22 18 11-15,-6 7 55 16,0 4-22-16,-53 4 4 16,-21-16-25-16,3-4-4 0,2-11 8 15,1-10-19-15,-3-7-8 16,24 5-23-16,13-13-20 16,22 0-98-16,12-13-225 15</inkml:trace>
  <inkml:trace contextRef="#ctx0" brushRef="#br0" timeOffset="103427.84">24830 12850 20 0,'0'0'144'0,"0"0"44"0,0 0-5 0,0 0-86 0,0 0-47 16,0 0-16-16,28 36 44 15,-28-36-21-15,0-13 16 16,0-19-27-16,0-8-21 16,0-8 5-16,0-1-3 15,0-7 6-15,0 1-4 16,31-1-13-16,9 7-13 15,7 9-2-15,21 8 2 0,7-1-6 16,-4 14-54 0,3 15 10-16,-12 4-37 0,-37 16-48 15,-3 48 132-15,-22 17 12 16,0-1 42-16,0-16-41 16,0-17 4-16,-22-14-10 15,22-21-2-15,0 9 10 16,0-18 1-16,0 0-12 15,22-3-4-15,24 0 0 16,7 0 0-16,6 0 13 16,15-3-13-16,-15-5 5 15,16 0-3-15,-29 8-2 0,1-8 2 16,-13 4-2 0,-22-12 4-16,16-9 14 0,-6-6 35 15,-4-10-5-15,-11 2-17 16,-7-2-29-16,0 10-4 15,0 6-7-15,-47 9 1 16,-40 16-42-16,1 0 50 16,-14 0 0-16,20 41 2 15,11 6 10-15,23 1-12 16,21-4-4-16,25-8-111 16,0-11-148-16,0-14-199 15</inkml:trace>
  <inkml:trace contextRef="#ctx0" brushRef="#br0" timeOffset="103761.93">26126 12668 707 0,'0'0'84'0,"0"0"-27"0,0 0 15 0,0 0-67 15,0 0-3-15,0 0-1 16,202 101 6-16,-143-105 20 0,3-32 30 16,-16-12 33-16,-12-1-33 15,-27 5-28-15,-7 0-24 16,0 12 3-16,0 0-8 15,0 16-13-15,0 4-30 16,0 8-1-16,0 4 14 16,0 0-30-16,0 0-110 15,0 4-184-15</inkml:trace>
  <inkml:trace contextRef="#ctx0" brushRef="#br0" timeOffset="105175.51">27636 13114 648 0,'0'0'330'0,"0"0"-285"0,0 0 23 0,0 0-14 16,0 0-35-16,-6-236 13 0,28 167-31 16,-4 5-2-1,4 12-1-15,-9 24-6 0,-7 20 6 16,-6 8-28-16,6 11 28 16,0 38 1-16,16 12 1 15,-4 2 4-15,17-18 2 16,-7-9-2-16,-4-17-4 15,-2-10 2-15,-16-9 12 16,0 0 20-16,7 0-32 16,9 0 17-16,-4-45-2 15,10-19 14-15,0-12-31 16,-3-8-31-16,3-4-73 0,0 19-85 16,-4 17-128-16</inkml:trace>
  <inkml:trace contextRef="#ctx0" brushRef="#br0" timeOffset="105459.69">28126 12950 322 0,'0'0'123'0,"0"0"-2"15,0 0-25-15,0 0-17 16,0 0-3-16,0 0 33 15,341 19-24-15,-300-58-5 16,-17-13-5-16,-8-9-44 0,-16 1-1 16,0-4-27-1,0 24-1-15,-9 4-2 0,-38 23-7 16,-18 10-17-16,-16 3 1 16,1 3-10-16,-7 38-12 15,28 3 34-15,19 0-8 16,24-4-63-16,16-8-117 15,0-4-58-15</inkml:trace>
  <inkml:trace contextRef="#ctx0" brushRef="#br0" timeOffset="106058.87">29450 12950 816 0,'0'0'198'0,"0"0"-113"0,0 0 1 0,0 0-38 15,0 0-40-15,0 0 6 16,25-210 17-16,15 123-3 16,1-14 15-16,-1 13-26 0,0-4-14 15,1 11-3 1,-1 21-18-16,-21 24-15 16,-13 24 6-16,-6 12-2 15,0 17 17-15,0 47 12 0,0 19 7 16,0 6 10-16,15-1-11 15,10-3-12-15,15-1 0 16,7 1-3-16,-13 2-46 16,0-2-188-16,-15-5 235 15,2-13-10-15,-14-14 10 16,-1-29-81-16,-6-24 85 16,0 0-11-16,0-33-23 15,-25-22-419-15</inkml:trace>
  <inkml:trace contextRef="#ctx0" brushRef="#br0" timeOffset="106137.16">29450 12950 1115 0</inkml:trace>
  <inkml:trace contextRef="#ctx0" brushRef="#br0" timeOffset="106224.57">29450 12950 1115 0,'158'-269'94'0,"-130"269"-39"0,41 0 16 15,24 0-14-15,6 0-57 16,-6 0-17-16,0 0-64 15,-25-13-61-15,-34 2-324 16</inkml:trace>
  <inkml:trace contextRef="#ctx0" brushRef="#br0" timeOffset="107324.56">31112 13078 923 0,'0'0'183'0,"0"0"-122"0,0 0 13 0,0 0-45 16,0 0 13-16,0 8-12 15,0-8 10-15,0 0-12 16,0 0 18-16,0 0-10 15,0 0-32-15,0 0-4 16,0 0-37-16,0 0 2 0,-6 0-6 16,-6 0 37-16,12 0 4 15,-13 8 2-15,4 0 0 16,-3-8 0-16,-1 8-2 16,13-8-22-16,-6 0-19 15,0 0-84-15,-16 0-256 16</inkml:trace>
  <inkml:trace contextRef="#ctx0" brushRef="#br0" timeOffset="136804.19">20799 14073 633 0,'0'0'209'0,"0"0"-198"0,0 0 98 0,0 0-31 0,0 0-44 0,0 0 5 16,0 0 15-16,0 0-4 16,0 0-13-16,-220-69 1 15,180 69-20-15,-19 4 11 16,3 28-27-16,-21 1 19 0,-26 18-18 16,23 1 53-16,21 9-55 15,12-1 1-15,26 4 18 16,21 0-17-16,0 0-4 15,34-7 6-15,40-9-10 16,19-9-18-16,22-6-12 16,-4-9-15-16,4-7 3 15,-16-14 18-15,-12-3-6 16,-19 0-2-16,-27-3-54 16,-7-42-18-16,-16-3-96 15,-18-5-279-15</inkml:trace>
  <inkml:trace contextRef="#ctx0" brushRef="#br0" timeOffset="137185.72">21007 14517 655 0,'0'0'323'0,"0"0"-260"0,0 0 9 0,0 0-50 16,0 0-22-16,0 0 0 15,13-228-2-15,8 204-5 0,-8 12-17 16,5 7 15-16,-2 5-11 15,2 0-1-15,16 17 10 16,7 32 11-16,-1 2 14 16,0 1-14-16,1 5-3 15,-17-9-11-15,-2 12 14 16,-16-12-5-16,7-4-9 16,-13-8-2-16,0-8-42 15,0-15-95-15,-19-13-217 16</inkml:trace>
  <inkml:trace contextRef="#ctx0" brushRef="#br0" timeOffset="137365.04">21007 14517 767 0,'65'21'243'0,"-31"-1"-216"15,13-9 52-15,-1 6-51 16,16-17-28-16,-9 0 0 15,-13 0-10-15,13 0-48 16,-31-28-53-16,12 0-133 16,-22-5-250-16</inkml:trace>
  <inkml:trace contextRef="#ctx0" brushRef="#br0" timeOffset="137531.34">21534 14453 654 0,'0'0'148'0,"0"0"-139"0,0 0 4 16,0 0-12-16,0 0-2 16,0 0-12-16,174 133-51 15,-159-105-49-15,-8-4-70 16,-1-8-239-16</inkml:trace>
  <inkml:trace contextRef="#ctx0" brushRef="#br0" timeOffset="137814.62">21534 14453 112 0,'149'257'548'0,"-124"-257"-500"15,15 0 70-15,13 0 15 16,3 0-54-16,-4-36 11 16,-5-8-57-16,-1-9-4 15,-18-19-16-15,-15 12 1 16,-13-16-12-16,0 8-2 15,-19 7-32-15,-49 22-2 16,0 19-17-16,-4 15 4 16,-2 5 15-16,0 21 20 15,15 19 8-15,6 0 8 16,25-3-8-16,22-6-38 16,6-7-95-16,0 1-34 0,34-2 2 15,19-10-205 1</inkml:trace>
  <inkml:trace contextRef="#ctx0" brushRef="#br0" timeOffset="138247.79">22378 14577 95 0,'0'0'840'0,"0"0"-724"0,0 0-71 0,0 0 6 0,12-248-19 16,10 167-13-16,-4 6-11 16,-5 22-5-16,-4 29-6 15,3 12 1-15,-12 12 1 16,7 0-17-16,5 0-1 0,-3 20-10 16,16 13 29-16,3 19 23 15,6-1-12-15,-3 14-6 16,-3-5-3-16,6-8-4 15,-15-3-29-15,9-10-47 16,-16-6-27-16,-12-18-63 16,0-10-112-16</inkml:trace>
  <inkml:trace contextRef="#ctx0" brushRef="#br0" timeOffset="138414.26">22378 14577 592 0,'-81'-252'443'0,"87"264"-436"16,22-8 4-16,-3-4-11 15,31 0-105-15,-10 0-132 16,-12-16-474-16</inkml:trace>
  <inkml:trace contextRef="#ctx0" brushRef="#br0" timeOffset="138780.03">23218 14341 760 0,'0'0'46'16,"0"0"-19"-16,0 0 28 15,0 0-50-15,-65 205 0 0,65-157-5 16,46-9-14-1,23-6-11-15,2-13 14 0,9-16 8 16,13-4 6 0,-6 0-6-16,0 0 2 0,-19-20-49 15,-15-12-70-15,-25-1-58 16,-22-3-63-16</inkml:trace>
  <inkml:trace contextRef="#ctx0" brushRef="#br0" timeOffset="138964.26">23100 14409 900 0,'0'0'37'0,"0"0"-36"15,0 0 29-15,0 0-30 16,0 0-30-16,0 0-113 15,199-44-405-15</inkml:trace>
  <inkml:trace contextRef="#ctx0" brushRef="#br0" timeOffset="139096.53">23100 14409 620 0,'112'-172'169'0,"-44"172"-169"15,6 0-31-15,-15-17-178 0</inkml:trace>
  <inkml:trace contextRef="#ctx0" brushRef="#br0" timeOffset="139448.04">23916 14104 611 0,'0'0'59'0,"0"0"8"15,0 0 1-15,0 0-62 16,0 257-6-16,0-204 23 0,0-14-21 15,18-15 11-15,10-12-11 16,-3-7-2-16,15-5 11 16,16 0 30-16,-3 0-18 15,6-20-13-15,3 4-5 16,-16 11-5-16,-6 2-1 16,1 3-82-16,-16 0-8 15,-10 0-51-15,-15 0-130 0</inkml:trace>
  <inkml:trace contextRef="#ctx0" brushRef="#br0" timeOffset="139663.51">24477 14514 444 0,'0'0'239'15,"0"0"-171"-15,0 0 0 16,0 0-3-16,0 0-42 15,0 0-12-15,347 47-11 16,-282-47-6-16,-3 0 1 16,-15 0 3-16,-19-15 1 15,-10-1-36-15,-18-17-12 16,0 2-41-16,0-5-101 0</inkml:trace>
  <inkml:trace contextRef="#ctx0" brushRef="#br0" timeOffset="139846.23">24471 14253 1073 0,'0'0'63'16,"0"0"-56"-16,0 0 9 16,0 0 11-16,0 0-26 15,0 0-2-15,232-28-42 16,-219 0-92-16,-13 4-168 15,0-12-384-15</inkml:trace>
  <inkml:trace contextRef="#ctx0" brushRef="#br0" timeOffset="139963.04">24471 14253 839 0,'204'-265'132'15,"-182"265"-131"-15,12-12-1 16,13-4-164-16,-13 4-185 15</inkml:trace>
  <inkml:trace contextRef="#ctx0" brushRef="#br0" timeOffset="140279.96">25240 14165 710 0,'0'0'430'0,"0"0"-427"16,0 0 36-16,0 0-6 15,0 0-33-15,0 0-7 16,111-53 1-16,-89 45-6 16,-10 5-2-16,1 3 7 15,8 0-4-15,10-5 3 16,10-3 4-16,15-7 0 16,2 7-4-16,-11-5 6 15,-13 9 4-15,-22 4 28 16,-12 0 21-16,0 25 33 15,0 14 1-15,0 2-70 0,7-18-15 16,2-6-10-16,16-9-28 16,-19 0-37-16,16-5-21 15,-4 2-150-15,-18-5-213 16</inkml:trace>
  <inkml:trace contextRef="#ctx0" brushRef="#br0" timeOffset="140513.2">25981 14289 579 0,'0'0'59'0,"0"0"22"0,0 0 6 15,0 0-87-15,0 0-18 16,0 0-5-16,359 180 10 15,-297-180 7-15,-31-16 6 16,-9 8-4-16,-16-7 3 16,-6-1-50-16,0-4-63 15,0-5-85-15,0 6-65 16</inkml:trace>
  <inkml:trace contextRef="#ctx0" brushRef="#br0" timeOffset="140695.31">25981 14289 991 0,'-16'-88'193'0,"16"88"-140"15,16 0 1-15,18 0-54 16,12 0 0-16,-5 0-9 16,-10-8-53-16,-16-12-72 15,-15-8-180-15,0-8-458 16</inkml:trace>
  <inkml:trace contextRef="#ctx0" brushRef="#br0" timeOffset="140813.1">26160 13964 467 0,'0'0'546'0,"0"0"-510"0,0 0-2 16,0 0-13 0,0 0-14-16,0 0-7 0,233 20-65 15,-193 0-163-15,16 5-522 16</inkml:trace>
  <inkml:trace contextRef="#ctx0" brushRef="#br0" timeOffset="141212.54">26715 14008 571 0,'0'0'61'15,"0"0"-61"-15,0 0-38 16,0 0 8-16,0 0 10 15,0 0 20-15,193 229 40 0,-144-205 21 16,-30-20 136-16,-7-4-37 16,4 0-93-16,-4-12-25 15,16-40-17-15,-9-1 19 16,9-2-29-16,-16-1-12 16,7 7-3-16,-4 9-51 15,-2 16-37-15,-13 24-7 16,0 0-58-16,0 0-27 15,0 0 158-15,0 20 22 16,12 0 2-16,-12 0 1 16,15 0 29-16,-8 8 61 15,5 8-27-15,16 0 32 16,6 13-42-16,3-1-19 0,-3 4-27 16,19 0-1-16,-25-4-7 15,-6 0-4-15,-22-16-5 16,0 1-61-16,0-25-105 15</inkml:trace>
  <inkml:trace contextRef="#ctx0" brushRef="#br0" timeOffset="141594.38">27044 14029 669 0,'0'0'379'16,"0"0"-290"-16,0 0-32 15,0 0 10-15,0 0-18 0,0 0-36 16,146 0-8-16,-78 0-3 16,-9 0-4-16,-12 0-36 15,-7 11 8-15,-12 22 5 16,-3 18 14-16,-4-7-4 16,4 8 6-16,3-7 4 15,12-5-20-15,13-16 8 16,-7 0-13-16,7-24 10 15,3 0-3-15,-9 0 23 16,-1-28 1-16,-21-20 3 16,-3-4-2-16,-22 8 6 15,0 0 11-15,0 8 14 0,0 8 11 16,0 12-28 0,-35 11 0-16,-17 5-16 0,-29 0-6 15,0 41-14-15,1 14 2 16,-1 9-10-16,10-11-1 15,31-1-95-15,6-19-399 16</inkml:trace>
  <inkml:trace contextRef="#ctx0" brushRef="#br0" timeOffset="141928.87">28954 14201 984 0,'0'0'29'0,"0"0"-22"0,0 0-14 0,0 0-27 16,0 0-117-16,0 0-187 15</inkml:trace>
  <inkml:trace contextRef="#ctx0" brushRef="#br0" timeOffset="142244.94">28954 14201 708 0,'99'216'347'0,"-65"-216"-265"16,7 0-13-16,12-28-24 0,2-44-2 15,17-25-3 1,-26-3-40-16,-18 9-3 0,-22 22-28 16,-6 17 29-16,-18 27-11 15,-57 22 10-15,-18 3-10 16,0 0 13-16,-3 24 4 16,19 16-4-16,15 20-6 15,27-7 6-15,29-6-8 16,6-6-19-16,0-18-23 15,28-7-59-15,25-7 7 16,9-9-51-16,-9 0 19 16,5 0-59-16,-11 0-243 15</inkml:trace>
  <inkml:trace contextRef="#ctx0" brushRef="#br0" timeOffset="142544.57">29491 14240 754 0,'0'0'183'0,"0"0"-136"16,0 0-7-16,0 0-40 15,0 0 0-15,0 0 15 16,71 25 24-16,-31-25 25 16,7-12-16-16,-1-32 18 15,1-17-24-15,-19-3-14 0,-7 4-27 16,-21 4-1-16,0 12-5 15,0 16-25-15,-55 8 14 16,-17 12-31-16,-15 8 12 16,1 12 21-16,-11 40 8 15,26 9-16-15,25-14-22 16,30-14-120-16,16-5-148 16,0-12-42-16</inkml:trace>
  <inkml:trace contextRef="#ctx0" brushRef="#br0" timeOffset="143142.79">30573 14458 469 0,'0'0'107'0,"0"0"-72"0,0 0 99 0,0 0 29 15,0 0-60-15,0 0 3 16,59-129-37-16,-25 40-25 16,12-3-6-16,7-19-20 15,-7 6-10-15,-5 25-7 0,-1 16-2 16,-12 15-4 0,-9 26-4-16,-4 18-55 0,4 5-17 15,-7 5-26 1,-12 43 107-16,28 7 11 0,-22 26-6 15,10 7-5-15,-4-3-8 16,-6 10-21-16,1-15-97 16,-1-11-5-16,0-5 6 15,3-12 57-15,-3-11-237 16</inkml:trace>
  <inkml:trace contextRef="#ctx0" brushRef="#br0" timeOffset="143343.69">30787 14197 1084 0,'0'0'181'16,"0"0"-135"-16,0 0 3 15,0 0-48-15,0 0-1 16,0 0-27-16,232-29-103 15,-185 18-309-15</inkml:trace>
  <inkml:trace contextRef="#ctx0" brushRef="#br0" timeOffset="144176.51">20077 15573 640 0,'0'0'325'0,"0"0"-283"0,0 0 13 0,0 0 15 16,0 0-17-16,0 0-19 15,87 232 9-15,-66-168-36 16,-8-11 3-16,9-14-9 16,-10 2-2-16,0-18-2 15,16 2-30-15,-9-14-28 16,-13-11-49-16,-6 0-24 16,0-28-171-16</inkml:trace>
  <inkml:trace contextRef="#ctx0" brushRef="#br0" timeOffset="144513.37">19851 15568 552 0,'0'0'630'0,"0"0"-617"16,0 0-13-16,0 0-5 16,0 0-2-16,0 0-5 15,294 108 9-15,-241-108 6 16,-13 0-6-16,-12 0 2 15,-9 0-4-15,-7-8-10 16,16 0-6-16,-6 1-38 0,2 7 33 16,-11 0 22-1,2 0 8-15,-2 0 19 0,-1 15 29 16,10 18-6-16,12 6-26 16,-3-6-15-16,19 7-4 15,15 0-1-15,15-4-5 16,13-8-17-16,-6 0 16 15,6-12-24-15,-12-16 1 16,-1 0-27-16,-27 0 14 16,-25 0-30-16,-28 0-68 15,0-8 20-15,-53-15-313 0</inkml:trace>
  <inkml:trace contextRef="#ctx0" brushRef="#br0" timeOffset="144692.01">20371 15797 972 0,'0'0'68'16,"0"0"-63"-16,0 0 36 16,0 0-34-16,0 0-7 15,0 0-35-15,242-64-104 0,-242 32-292 16</inkml:trace>
  <inkml:trace contextRef="#ctx0" brushRef="#br0" timeOffset="144825.57">20371 15797 663 0,'121'-257'317'0,"-93"257"-298"16,13 0 33-16,24 0-22 15,15 0-30-15,7 0-42 16,-6 0-118-16,-22 0-287 15</inkml:trace>
  <inkml:trace contextRef="#ctx0" brushRef="#br0" timeOffset="145108.99">21354 15773 924 0,'0'0'102'15,"0"0"-46"-15,0 0-23 0,0 0-21 16,0 0-12-16,0 0-1 15,202-105-23-15,-171 105-13 16,-3 0-8-16,0 0 42 16,-3 0 2-16,21 0-11 15,4-3-60-15,21-33 49 16,-3 3 23-16,-3 13 3 16,-3 20 41-16,-15 4 11 15,-7 56 63-15,-21 17-36 16,-4-5 12-16,-15-11-66 0,13-17-28 15,-7-25-68-15,-6-15-69 16,0-4-225-16</inkml:trace>
  <inkml:trace contextRef="#ctx0" brushRef="#br0" timeOffset="145692.01">23581 15604 487 0,'0'0'223'0,"0"0"-217"0,0 0-2 0,0 0-4 0,18 205 0 0,38-181 0 16,-9-7 47-16,5-11 18 15,1-1 46-15,0-5-48 16,3 0-14-16,2-8-10 16,-5-36-25-16,-13-17 6 15,-12-11 1-15,-21 0-21 16,-7 0-11-16,0 16-9 16,0 20-34-16,0 12-6 15,-28 20-119-15,3 4-110 0,3 0-23 16</inkml:trace>
  <inkml:trace contextRef="#ctx0" brushRef="#br0" timeOffset="146158.12">24471 15773 4 0,'0'0'356'16,"0"0"-88"-16,0 0-43 15,0 0-73-15,0 0-27 16,0 0-73-16,31-141-10 15,-22 105-29-15,-3 8 6 16,0 12-19-16,0 12-1 16,7 4-15-16,-7 0-3 15,3 0-1-15,4 0 20 0,-1 9 7 16,10 7-3 0,3-9 4-16,-4-7-2 0,4 0 12 15,9 0-16 1,7 0 1-16,-1 0 24 0,0 0-8 15,-6 0 1-15,0 0-20 16,-3 0 12-16,4 0-12 16,5 16-4-16,-12-8-62 15,12 0-29-15,-9 0-224 16,-9 1-455-16</inkml:trace>
  <inkml:trace contextRef="#ctx0" brushRef="#br0" timeOffset="146708.04">25733 15733 508 0,'0'0'563'0,"0"0"-507"0,0 0-3 0,0 0-48 16,0 0 41-16,-19-249-14 0,19 185-6 15,0 16-26-15,0 8-7 16,0 19 7-16,0 18-13 16,0 3-6-16,25 0-41 15,3 16 26-15,18 28 34 16,7 8 8-16,15 0-8 16,-3-8-15-16,-3 8-42 15,-21-16-19-15,-1-3-16 16,-22-14-97-16,-18-7-124 15</inkml:trace>
  <inkml:trace contextRef="#ctx0" brushRef="#br0" timeOffset="146872.88">25733 15733 72 0,'-41'-193'1078'0,"63"193"-1060"16,9 0-21-16,31-3 3 16,-3-26-30-16,-6-3-188 15</inkml:trace>
  <inkml:trace contextRef="#ctx0" brushRef="#br0" timeOffset="147357.09">26849 15448 489 0,'0'0'437'15,"0"0"-431"-15,0 0-4 16,0 0-2-16,0 0-11 15,0 0 2-15,359 189 8 16,-284-189 2-16,6-5-3 16,-23-23 27-16,-17-19 34 15,-20-10-44-15,-8-23-15 16,-13-4 0-16,0 8-118 16,0 24-17-16,0 19 77 15,-40 33 18-15,-7 0 16 16,7 16-57-16,15 24 70 0,9 4-37 15,10-8-75-15,6-7-169 16</inkml:trace>
  <inkml:trace contextRef="#ctx0" brushRef="#br0" timeOffset="147556.12">27398 15083 900 0,'0'0'274'16,"0"0"-250"-16,0 0 4 16,0 0-28-16,121-232-53 0,-121 211-170 15</inkml:trace>
  <inkml:trace contextRef="#ctx0" brushRef="#br0" timeOffset="147990.17">27705 15236 23 0,'0'0'649'0,"0"0"-632"0,0 0-7 16,0 0 3-16,0 0 6 16,0 0-19-16,40-205-37 15,-40 257-32-15,0 12 69 16,0 8 20-16,6 0 34 16,28-11 66-16,-9-13-13 15,15-16-53-15,-6-16-17 16,-6-12 39-16,-3-4-31 15,-3 0 1-15,12-12-11 16,6-40 13-16,-9-12-20 16,-3 0-18-16,-15 12-10 15,-7 3-29-15,3 9 9 16,-9 12 20-16,6 7-8 0,-6 14-31 16,0 7 6-1,0 0-21-15,13 0-30 0,8 0-104 16,4 7-15-16,-3 10-39 15,3-1 50-15,-4 0 67 16,4 12 37-16</inkml:trace>
  <inkml:trace contextRef="#ctx0" brushRef="#br0" timeOffset="148090.01">28359 15300 207 0,'0'0'127'16,"0"0"84"-16,0 0-33 16,0 0-74-16,87 216-47 0,-66-180-31 15,-14-8-26 1,11-12-20-16,-9-16-45 0,-9 0-121 15,0-20-323-15</inkml:trace>
  <inkml:trace contextRef="#ctx0" brushRef="#br0" timeOffset="148256.04">28306 14931 794 0,'0'0'402'0,"0"0"-402"15,0 0-3-15,0 0-8 16,0 0-11-16,0 0-86 16,87 92-111-16,-41-92-286 15</inkml:trace>
  <inkml:trace contextRef="#ctx0" brushRef="#br0" timeOffset="148555.84">28976 15051 591 0,'0'0'421'15,"0"0"-311"-15,0 0-19 16,0 0-24-16,0 0-30 16,0 0-36-16,-189 157-1 15,155-113 7-15,9 0-6 16,9 0 12-16,16-1 16 15,0-2-12-15,16-5-17 0,37-12-2 16,-1-8-9-16,4-12-6 16,-3-4-29-16,-1 0 15 15,-17 0 3-15,5-4-86 16,-6-12 114-16,-9 4-59 16,9-8-32-16,-6 12-169 15,-16-4-371-15</inkml:trace>
  <inkml:trace contextRef="#ctx0" brushRef="#br0" timeOffset="148973.13">29329 15504 339 0,'0'0'238'16,"0"0"-102"-16,0 0 56 15,0 0-38-15,0 0-47 16,0 0-41-16,19-68-26 16,-13 8-22-16,10 0 22 15,2 4 12-15,-2 15-24 16,2 5 4-16,-11 12-31 0,5 12-2 15,3 12-2 1,4 0-29-16,15 0 2 0,13 12 15 16,5 24 6-16,4 8 0 15,-9 0 1-15,-16 5-26 16,3-5 10-16,-6-4-4 16,-16-12-155-16,-6-12 183 15,-6-4-28-15,0-12 12 16,0 0-32-16,-31 0-104 15,-18-9-278-15</inkml:trace>
  <inkml:trace contextRef="#ctx0" brushRef="#br0" timeOffset="149037.04">29329 15504 1082 0</inkml:trace>
  <inkml:trace contextRef="#ctx0" brushRef="#br0" timeOffset="149122.14">29329 15504 1082 0,'239'-201'135'0,"-205"198"-54"16,13-14-7-16,15-6 3 15,9-1-77-15,-24 4-71 16,-20-1-94-16,-20 21-449 16</inkml:trace>
  <inkml:trace contextRef="#ctx0" brushRef="#br0" timeOffset="149805.37">21695 16852 690 0,'0'0'237'0,"0"0"-208"0,0 0 57 0,0 0 1 15,0 0-62-15,202 180-25 0,-155-139-11 16,-13-5-122 0,-22-8-115-16,-12-9-44 0</inkml:trace>
  <inkml:trace contextRef="#ctx0" brushRef="#br0" timeOffset="150103.78">21857 17181 629 0,'0'0'387'0,"0"0"-368"16,0 0 92-16,0 0-20 15,0 0-49-15,393-133-3 0,-340 69-27 16,-25-1-12-1,-28 6-14-15,0 2-15 0,-40 1 9 16,-47 8-28-16,0 12-18 16,0 12-44-16,7 21 69 15,27 3 22-15,6 8 16 16,13 39 6-16,13 14 9 16,14-2-1-16,7-2-11 15,0-17-8-15,0-8-39 16,41-9-59-16,12-10-56 15,9-9 4-15,-4-4-144 16</inkml:trace>
  <inkml:trace contextRef="#ctx0" brushRef="#br0" timeOffset="150421.1">22644 17145 263 0,'0'0'104'0,"0"0"-92"16,0 0 71-16,0 0-24 16,0 0-28-16,382 95 38 15,-336-123 1-15,-6-19-25 16,1-6 67-16,-23-3 43 0,-18-7-74 15,0 2-39 1,0-3-31-16,0 15-11 0,-18 13-8 16,-16 16-1-16,9 20-25 15,3 0-22-15,10 0 14 16,-4 28-101-16,16 5-75 16,0-5-185-16</inkml:trace>
  <inkml:trace contextRef="#ctx0" brushRef="#br0" timeOffset="150820.41">23640 16695 689 0,'0'0'124'0,"0"0"-112"16,0 0 83-16,0 0-41 16,0 0-51-16,0 0-6 15,62 221 7-15,-38-201 10 0,11-12-12 16,5-8 27-1,0 0-13-15,13 0 17 16,15 0-13-16,-9 0-6 0,-13 0-13 16,-5 4 8-16,5-4-13 15,-12 0 8-15,1 0 4 16,-1 0-8-16,-16 0 0 16,-5 0-8-16,8 0-62 15,-21 4-104-15,0-4-242 16</inkml:trace>
  <inkml:trace contextRef="#ctx0" brushRef="#br0" timeOffset="151835.94">23633 16811 472 0,'0'0'106'0,"0"0"-75"0,0 0-28 0,0 0 283 0,0 0-198 16,0 0-64-1,-18-8 21-15,18 8 28 0,0 0-31 16,0 21-24-16,25 10 21 16,9 13-9-16,18 9 0 15,-11-6-28-15,-20 2-2 16,4-9-2-16,-9-8 2 16,-10-12-2-16,0-4 5 15,-6-12-6-15,0-4 9 16,0 0-12-16,0 0-11 15,0-31 16-15,0-22-11 16,0-15 12-16,0-8 4 0,0-4 2 16,0-5-6-1,0-7 0-15,34-8 0 16,7 8-27-16,30 7-6 0,3 21-25 16,1 24-22-1,-1 25 37-15,-9 15 24 0,-12 0 19 16,9 19 6-16,-16 21 28 15,-5-8-28-15,-16 1-6 16,-16-10-6-16,-9-3 5 16,0 4 1-16,-34 9 13 15,-47 7-12-15,19 4 10 16,-3-4 42-16,12-4-17 16,13-4-23-16,12-16-13 15,22-4-11-15,6-8-65 16,0-4-163-16,0 0-260 0</inkml:trace>
  <inkml:trace contextRef="#ctx0" brushRef="#br0" timeOffset="152452.84">24564 16919 834 0,'0'0'158'16,"0"0"-21"-16,0 0-43 0,0 0-52 0,0 0-41 16,0 0 40-16,12-192-33 0,-6 137-8 15,16 6-6-15,9 5 6 16,19 8-11-16,-4 8-20 15,-6 3 21-15,-9 14-17 16,-3 7 17-16,-15 4-14 16,8 0 11-16,-14 0 10 15,-1 12 3-15,6 7 12 16,4-2-11-16,-16-9 6 16,6-5-1-16,-6-3-12 15,0 0 6-15,0 0 0 16,0 0-9-16,0 0 9 15,0 0 3-15,0 0 13 16,0 9 7-16,0 15-17 16,0 12 6-16,0 16-9 0,0 1-2 15,-22 2 3-15,4-2-3 16,-10-6 0-16,28-11 7 16,-13-8 5-16,13-15-6 15,0-5 8-15,0-8-15 16,0 0 0-16,0 0-4 15,0 0 2-15,41 0 2 16,5-4 10-16,13-4-7 16,9 4-2-16,-9-1-2 15,16 5 2-15,-23 0 4 0,4 0-4 16,-16-3-2-16,-15-2-1 16,15-2-4-1,-5 3-41-15,-11 0-29 0,-2-1-91 16,12 2-190-16</inkml:trace>
  <inkml:trace contextRef="#ctx0" brushRef="#br0" timeOffset="152767.78">25605 16880 555 0,'0'0'165'15,"0"0"-6"-15,0 0-39 0,0 0-64 0,0 0 2 16,0 0-2-16,121-157-2 0,-80 73-10 15,-1 4-12-15,-28 11-21 16,10 33-5-16,-16 16 0 16,-6 12-12-16,0 8 16 15,0 0-20-15,6 0-4 16,13 13-24-16,9 15 11 16,12 16 27-16,1 8 8 15,5 8-5-15,13 0-6 16,9-4 2-16,-3-15-1 15,-18-13-43-15,9-9 22 16,-38-6-15-16,4-9-42 16,-22-4-11-16,0 0-84 15,-40 0-131-15</inkml:trace>
  <inkml:trace contextRef="#ctx0" brushRef="#br0" timeOffset="152935.34">25807 16755 1095 0,'0'0'42'0,"0"0"-14"15,0 0 45-15,0 0-54 16,0 0-19-16,341-39-35 16,-301 6-158-16,-33 1-553 15</inkml:trace>
  <inkml:trace contextRef="#ctx0" brushRef="#br0" timeOffset="154216.79">19016 13005 74 0,'0'0'144'0,"0"0"-144"0,0 0 0 16,0 0 28-16,0 0 55 15,0 0 39-15,0 0-24 16,7 20-33-16,-7-20-29 16,6 0-15-16,-6 5 14 15,6-5 11-15,-6 0-1 16,0 3 16-16,0-3 13 16,0 5-10-16,0-5-38 15,0 8-15-15,0-4-7 16,0 0-2-16,0-4-2 0,0 0 0 15,0 0 2-15,0 0-1 16,0 0 39-16,6 0 8 16,-6 0-18-16,13 0-28 15,15-24-2-15,6-9 11 16,12-14 3-16,7 2-11 16,9-2-3-16,-9-2-5 15,-13 9-28-15,6 8-35 16,-27 7-47-16,-10 14-55 15,-9 11-65-15,0 0-210 16</inkml:trace>
  <inkml:trace contextRef="#ctx0" brushRef="#br0" timeOffset="154935.49">19016 12805 131 0,'0'0'284'0,"0"0"-174"0,0 0-21 0,0 0-41 15,0 0-48-15,0 0 0 16,0-8 4-16,0 8 18 16,0 0 64-16,0 0 0 15,0 0 19-15,0 0-52 16,0 0-5-16,0 0-2 0,0 0-20 15,0 0-3 1,38 24-23-16,30 24 48 0,19 0-3 16,12 9-4-16,-3-9-24 15,-9-9-17-15,-22-10-1 16,-25-17-28-16,-12-12-31 16,-22 0-81-16,-6 0-173 15,0-16-453-15</inkml:trace>
  <inkml:trace contextRef="#ctx0" brushRef="#br0" timeOffset="155701.81">18920 12989 530 0,'0'0'50'0,"0"0"-4"0,0 0 69 0,0 0-34 0,0 0 4 15,0 0 15-15,47 0-3 16,15 0-18-16,12 0-28 16,19 0-4-16,0 0-40 15,7 0 3-15,-14 0-10 16,-5 0-13-16,-13 0-26 16,-37 0-14-16,-3 0-3 15,-28 8-53-15,0-8-106 16,0 0-295-16</inkml:trace>
  <inkml:trace contextRef="#ctx0" brushRef="#br0" timeOffset="156265.59">19209 12640 45 0,'0'0'398'0,"0"0"-343"0,0 0-10 0,0 0 19 0,0 0-10 16,0 0 53-16,0 0 54 0,0 0-47 16,0 13-38-16,0 15-29 15,28 31-26-15,12 15 28 16,0 13-21-16,7 1 3 15,-16 1-29-15,-3-1-2 16,-16-8-8-16,-3-24-21 16,4-12-45-16,-7-28-104 15,-6-7-269-15</inkml:trace>
  <inkml:trace contextRef="#ctx0" brushRef="#br0" timeOffset="156965.23">19094 14626 225 0,'0'0'146'0,"0"0"-82"0,0 0 29 0,0 0 38 0,0 0 38 0,0 0 17 15,9-4-53-15,-3-13-64 16,13-19-31-16,34-11-14 16,21-17-7-16,19-8 17 15,-6 6-24-15,-6 11-9 16,-19 10-1-16,-31 18-15 0,3 7-27 16,-22 7-4-16,-2 6-4 15,-10 2-7 1,0 2-36-16,0 3-79 0,-10 0-288 15</inkml:trace>
  <inkml:trace contextRef="#ctx0" brushRef="#br0" timeOffset="157281.76">19029 14329 544 0,'0'0'317'16,"0"0"-212"-16,0 0 27 15,0 0-56-15,267 224-48 16,-199-191-26-16,-9-14-2 16,-7-6-4-16,-11-5-24 15,-20-4 3-15,-8-4-80 0,-13 0-63 16,0 0-138 0</inkml:trace>
  <inkml:trace contextRef="#ctx0" brushRef="#br0" timeOffset="157882.84">18914 14489 649 0,'0'0'128'0,"0"0"-74"0,0 0 23 0,0 0-47 0,0 0-27 0,0 0 10 15,127 0 116-15,-52-8-23 16,-10 4-10-16,9-4-21 16,7 5-34-16,-7 3-36 15,-9-8-1-15,-3 0-4 16,-15-1-10-16,-22 1-22 0,-4 5-29 15,-21 3 10-15,0 0-20 16,0 0 15-16,0 0-75 16,-27 0-186-16</inkml:trace>
  <inkml:trace contextRef="#ctx0" brushRef="#br0" timeOffset="158313.49">19094 14273 508 0,'0'0'167'0,"0"0"-152"0,0 0 75 0,0 0-3 0,161 208 12 0,-120-143-35 0,-20 3 25 16,-8-8-57-16,-13-8-7 15,0-8-7-15,0-7-11 16,0-10-7-16,0-2-10 16,0-5-14-16,0-4-98 15,0-16-97-15,0 0-313 16</inkml:trace>
  <inkml:trace contextRef="#ctx0" brushRef="#br0" timeOffset="167556.79">22384 3945 508 0,'0'0'167'0,"0"0"-90"15,0 0 36-15,0 0-27 0,0 0-50 0,0 0-5 16,0 0-3-16,0 13 27 16,0-13 0-16,0 0-21 15,0 0 5-15,0 0-36 16,0 4 11-16,0 16-10 16,0-4 0-16,0 8-3 15,0-8-1-15,0 4 0 16,0-4 2-16,0 1-3 15,-6 6 2-15,6-7 5 16,0 4-4-16,-7-4-1 16,7-11 3-16,0-5-1 15,0 0 20-15,0 0 3 16,0-8 18-16,0-41-2 0,-21-27-11 16,-4-32-27-16,-3-13 6 15,-12-15-10-15,21 0-4 16,-9-1 2-16,16 12-5 15,6 25 3-15,6 12-18 16,0 13 20-16,0 22-31 16,24 9 0-16,29 20-13 15,22-4 11-15,11-4-32 16,14 3 14-16,-14 6-3 16,-30 7-32-16,-25 16-72 15,-31 0-55-15,0 39-57 16</inkml:trace>
  <inkml:trace contextRef="#ctx0" brushRef="#br0" timeOffset="167806.06">22095 3516 1008 0,'0'0'154'0,"0"0"-123"0,0 0 29 0,0 0-25 16,0 0-35-16,0 0-20 0,103 0-39 16,-63 0-44-16,-15 0-185 15,-10 0-280-15</inkml:trace>
  <inkml:trace contextRef="#ctx0" brushRef="#br0" timeOffset="168105.64">22095 3516 602 0,'249'97'124'0,"-237"-78"-84"16,-12 17 10-16,34 13-20 15,-12-1-14-15,9-4-7 16,9-3 14-16,0-13-20 15,-6-8 16-15,1-4 24 0,-17-5-13 16,4-6-20-16,-16-5-8 16,0 0 13-16,0 0 11 15,16 0 51-15,-3-44-33 16,9-5 7-16,6-15-45 16,-9 12-6-16,-4 12-3 15,-14 12-6-15,-7 7-8 16,12 10-37-16,-12 7-31 15,0 0-44-15,0 4-84 16,0 0-171-16</inkml:trace>
  <inkml:trace contextRef="#ctx0" brushRef="#br0" timeOffset="168473.76">22973 3934 364 0,'0'0'105'0,"0"0"-9"16,0 0 43-16,0 0 27 16,0 0-12-16,0 0-62 15,127-125-44-15,-115 89-30 16,-12 8-4-16,0 12 0 16,0 12-14-16,0 4 0 0,0 0-26 15,7 0-11 1,14 0-77-16,4 24 72 0,15 8 39 15,1-7 3-15,-7-2 3 16,0-10-2-16,-9-10 0 16,15-3 17-16,-6 0 53 15,-15-16-4-15,3-24 10 16,-10-4-51-16,-12-3-12 16,0 2-14-16,0 5-9 15,0 0-41-15,0 16-58 16,0 4-75-16,6 15-44 15,16 5-16-15,-10 0-187 16</inkml:trace>
  <inkml:trace contextRef="#ctx0" brushRef="#br0" timeOffset="168904.86">24049 3524 297 0,'0'0'389'0,"0"0"-292"0,0 0 79 0,0 0-68 0,0 0-71 15,0 0 7-15,-127 0-39 16,93 0-2-16,0 13-3 15,-1 18-2-15,4 6-3 0,25 15 4 16,6-8-5-16,0-3-4 16,6-5 9-16,47-13-24 15,-6 1 7-15,-19-7 17 16,-4 3 1-16,-8 4 1 16,-10 7 27-16,-6 2-13 15,0 6-6-15,0-10-5 16,0-9-2-16,0 0-4 15,0 4 4-15,-6 16 0 16,-34 12 4-16,-16 20 24 16,-16 5-17-16,10-9-13 15,10-3-12-15,52-26-85 0,0-19-150 16,0-15-326-16</inkml:trace>
  <inkml:trace contextRef="#ctx0" brushRef="#br0" timeOffset="169238.93">24170 4070 939 0,'0'0'5'0,"0"0"-3"0,31-205 38 0,15 129-28 0,10 8-11 16,-16 15-2-16,1 22-17 16,-29 26-50-16,-12 5 33 15,0 0-19-15,0 57 54 16,0 7 51-16,0 0-11 16,0 0-17-16,28-11-14 15,-3-1-9-15,-3-16-1 16,-4 0-37-16,4-12-11 15,-16-12 16-15,-6-4-80 16,0-8-41-16,0 0-40 16</inkml:trace>
  <inkml:trace contextRef="#ctx0" brushRef="#br0" timeOffset="169537.09">24170 4070 736 0,'220'-176'140'0,"-220"176"-36"16,25 0 25-16,3 0-62 15,0 0-45-15,18 0-8 16,1 0-12-16,24 0-4 16,25-8 10-16,9-13-16 15,23-2 12-15,-7-5-4 16,-1 0 0-16,-33 4-6 16,-15 4 2-16,-38-9 0 15,-13-3 3-15,-21-4 2 16,0-4 12-16,0 8-11 15,-34 11 26-15,-34 10-4 0,-31 2-4 16,6 9-20-16,-16 0-9 16,22 5 7-16,1 23-34 15,33-5-18-15,19 2-117 16,-6-17-163-16</inkml:trace>
  <inkml:trace contextRef="#ctx0" brushRef="#br0" timeOffset="169755.34">24170 3236 937 0,'0'0'246'15,"0"0"-184"-15,0 0-10 16,0 0-39-16,0 0-2 15,0 0 17-15,301-33-28 16,-174 14-37-16,-40-6-99 16,-41 18-324-16</inkml:trace>
  <inkml:trace contextRef="#ctx0" brushRef="#br0" timeOffset="170170.31">21302 4720 747 0,'0'0'176'0,"393"32"-15"0,-98-20-65 0,86-12-44 0,78 0 9 15,72-25-29-15,42-19-3 16,10-12-29-16,-56 25-37 16,-65 18-58-16,-127 13-295 15</inkml:trace>
  <inkml:trace contextRef="#ctx0" brushRef="#br0" timeOffset="180096.36">19792 3320 535 0,'0'0'128'0,"0"0"-42"0,0 0-35 0,0 0-51 0,0 0-54 16,0 0-36-16,0 0-15 16,0 0 51-16,0 0 54 15,0 0 51-15,0 0 104 16,0 0-31-16,0 0 2 15,0 0-39-15,0 0-18 16,0 0-59-16,0 0 8 0,6 0-9 16,-6 0 6-1,0 0 9-15,6 0-3 0,-6 0 12 16,0 0-23-16,6 0 8 16,-6 0-15-16,0 0 9 15,0 0-11-15,6 0 5 16,10 12 0-16,9 12 4 15,9 16 30-15,12 8-23 16,13 4 6-16,3 4-15 16,13 5-4-16,-10-6-4 15,3 2-1-15,-15-4-5 16,-13-2 6-16,-6-7 0 0,-9-8 1 16,-19-11-2-1,10-9 2-15,-4 4-2 16,-6-12-35-16,0-4-15 15,-6 0-26-15,0-4-42 0,0 0-208 16</inkml:trace>
  <inkml:trace contextRef="#ctx0" brushRef="#br0" timeOffset="180777.92">20244 4058 542 0,'0'0'97'0,"0"0"31"0,0 0 19 0,0 0-71 0,0 0 1 0,0 0-4 16,53-3-19-16,-37-2-26 16,-4 5 2-16,0 0-14 15,4 0-7-15,2 0-1 16,17 0-7-16,5 5-1 15,6 14 6-15,1-2-12 16,-1-2-1-16,-5 1-2 16,-20-3-10-16,-2-6 8 15,-19-3 3-15,0-4-1 0,0 0 9 16,0 0 3-16,0 0 12 16,0 0-5-16,0-24 1 15,-6-4-7-15,-28-11 2 16,6-6-6-16,3-3-4 15,3 3 0-15,-2 9-9 16,8 20 3-16,4 1-35 16,12 10 15-16,0 5-25 15,0 0-109-15,-7 0-383 16</inkml:trace>
  <inkml:trace contextRef="#ctx0" brushRef="#br0" timeOffset="181843.39">18393 2510 550 0,'0'0'100'0,"0"0"-35"0,0 0 13 0,0 0-65 0,0 0 16 16,0 0 29-16,0 0 3 15,0 0 5-15,0 0 18 16,0 0 8-16,0 0-48 15,0 0-3-15,0 0-17 16,0 0 15-16,0 0-20 16,0 24-19-16,13 24-10 0,15 16 10 15,18 20 16-15,1-4-15 16,-7-3 4-16,0-5-1 16,-18 5-8-16,3-13-22 15,-25-16-14-15,0-16-23 16,0-20-15-16,0-12-57 15,0-17-100-15</inkml:trace>
  <inkml:trace contextRef="#ctx0" brushRef="#br0" timeOffset="182293.74">17999 2774 566 0,'0'0'191'0,"0"0"-134"0,0 0 10 0,0 0-30 15,0 0-4-15,0 0 33 16,335-252 8-16,-248 212-3 16,-22 16-30-16,-3 8-5 15,-9 16-24-15,6 0-9 0,9 0-6 16,-3 24 1-16,3 20-4 16,-15 4-9-16,-6 4 11 15,-19 1-6-15,-28 11 5 16,0 11 5-16,-53 10 2 15,-68 3 21-15,-19 1-3 16,-8-17 17-16,20-16-15 16,29-16 9-16,25-16-29 15,27-8-4-15,29-16-13 16,18 0-41-16,0 0-106 16,0-20-494-16</inkml:trace>
  <inkml:trace contextRef="#ctx0" brushRef="#br0" timeOffset="183809.96">19531 2975 835 0,'0'0'102'15,"0"0"29"-15,0 0-31 0,-161-212-52 0,133 148-23 16,22 0 18-16,0 15-41 16,6 13 8-16,0 16-4 15,0 9 11-15,0 6-17 16,0 5-7-16,0-4-38 16,12 4-69-16,35-4-111 15,-1-4-483-15</inkml:trace>
  <inkml:trace contextRef="#ctx0" brushRef="#br0" timeOffset="184524.87">19937 2373 181 0,'0'0'287'0,"0"0"-179"0,0 0 43 0,0 0-32 0,0 0-38 15,0 0 3-15,-155 0 5 16,143 0-23-16,0 0-32 16,-10 8 1-16,22 0-12 15,0 9-22-15,0 11-1 16,0 8 4-16,0 8-4 15,0 5 8-15,28-2-8 16,18 6 4-16,13 6-3 16,-3-2 1-16,15 3-2 15,10 4 0-15,-13-8 6 16,-9 5-12-16,3-9 3 16,-31-16 1-16,9-5 0 0,-18-6 2 15,-16-5 0-15,-6-4-7 16,0 0 7-16,0 4 2 15,-18 0 4-15,-38-1-3 16,-3-2-6-16,-9-9-4 16,3-8-7-16,-4 0-40 15,17-16-31-15,11-16-159 16,7-8-292-16</inkml:trace>
  <inkml:trace contextRef="#ctx0" brushRef="#br0" timeOffset="184842.04">19838 2975 173 0,'0'0'299'0,"0"0"-137"0,0 0 105 0,0 0-91 0,0 0-64 16,0 0-24-16,254-44-61 16,-235 40-18-16,21-8-9 15,-27 4-18-15,21 0-52 16,-12-12-68-16,-10-4-228 15</inkml:trace>
  <inkml:trace contextRef="#ctx0" brushRef="#br0" timeOffset="185325.12">20579 2358 594 0,'0'0'47'0,"0"0"77"0,0 0 39 0,0 0-68 16,0 0-6-16,273 256-57 16,-251-191 6-16,-22-1 2 15,0 0 13-15,0 0-5 16,-6-4-12-16,-29 1-4 16,14-17-32-16,2-13-68 15,13-26-63-15,6-5-216 0</inkml:trace>
  <inkml:trace contextRef="#ctx0" brushRef="#br0" timeOffset="195133.21">28294 3677 354 0,'0'0'102'0,"0"0"-59"0,0 0-5 0,0 0 30 0,0 0-7 15,0 0 0-15,0 0-20 16,0 0-17-16,0 0 15 16,0 0-11-16,0 0 27 15,0 0-33-15,0 0 8 16,0 0 10-16,0 0 4 15,0 0 9-15,0 0-24 16,0 0 2-16,0 0-28 16,0 0 5-16,0 0 0 15,12 0-8-15,41-28 3 16,21-20 21-16,19-8-1 16,22-17-18-16,-10-14 3 15,10-10 0-15,-16 17-16 0,-18 11-7 16,-13 17-3-16,-21 13-16 15,-13 19 21-15,-22 12-19 16,-12 8-1-16,0 0-21 16,0 0-120-16,0 19-52 15</inkml:trace>
  <inkml:trace contextRef="#ctx0" brushRef="#br0" timeOffset="195665.91">28412 3501 227 0,'0'0'184'0,"0"0"-84"0,0 0-1 0,0 0-20 16,0 0 24-16,0 0-60 16,102 44 2-16,-77-32-9 15,3 4 7-15,-7-1-20 16,-8-2-19-16,5-9-1 15,-2 8 4-15,-10-12-10 16,0 4 3-16,-6 7 0 0,0-11-14 16,0 5 10-16,0-5-14 15,0 0-15 1,0 8-10-16,0-8-24 0,-59 0-90 16,-9 0-123-16</inkml:trace>
  <inkml:trace contextRef="#ctx0" brushRef="#br0" timeOffset="195798.78">28412 3501 633 0</inkml:trace>
  <inkml:trace contextRef="#ctx0" brushRef="#br0" timeOffset="195999.52">28412 3501 633 0,'-245'144'68'0,"245"-132"-48"0,0 24 19 15,-41 8-6-15,-5 0-33 16,-1-16-24-16,19-3-2 16,16-14 26-16,12-11 52 15,0 0-17-15,0 0-23 16,59 0 16-16,9 0 30 16,-3 0-29-16,3 0 7 15,-15 0-13-15,6 0-6 16,-12-3 20-16,-13 3-12 15,-6-5-16-15,-16-3-9 16,16-7-4-16,-3-13-54 0,3-5-165 16,-7-3-546-16</inkml:trace>
  <inkml:trace contextRef="#ctx0" brushRef="#br0" timeOffset="196998.59">29838 2109 521 0,'0'0'120'0,"0"0"21"0,0 0 12 0,0 0-57 16,0 0-45-16,0 0 8 16,0 0-49-16,0 0 5 15,0 0 2-15,0 0 9 16,0 0 9-16,0 0-8 15,0 0 13-15,0 0-25 16,0 0 4-16,-16 0-18 16,-8 0 4-16,-4-4-4 15,-6 0 2-15,-7 4-3 0,-5 0 1 16,-1 0-1 0,1 0 4-16,-7 0-4 15,0 0 6-15,-9 20-12 0,3 16 9 16,-3 5-4-16,16 10 2 15,6 1 2-15,15-3 3 16,18-1-6-16,7-12 4 16,0 0 1-16,0-8-10 15,25 4 10-15,28 4-10 16,15-8 3-16,7 5 1 16,-4-14-9-16,-9-7 6 15,-3-7 3-15,-13-5-27 0,10 0 20 16,-3 0-31-16,-7-33 2 15,7-11-36-15,-6 4-96 16,-7 0-114-16,0 8-29 16</inkml:trace>
  <inkml:trace contextRef="#ctx0" brushRef="#br0" timeOffset="197532.14">30297 2189 641 0,'0'0'145'0,"0"0"-7"0,0 0-58 0,0 0-52 0,0 0 22 16,0 0-8-16,0 97-7 16,0-66-21-16,15 10 4 15,-9 3 0-15,1-4-13 16,-1 0-5-16,-6 0 0 15,0-12-2-15,0-8-7 16,0-4 7-16,0-16-8 16,0 0 0-16,0 0-41 0,6 0-72 15,0-12-132-15,-6-24-184 16</inkml:trace>
  <inkml:trace contextRef="#ctx0" brushRef="#br0" timeOffset="197760.98">30297 2189 227 0</inkml:trace>
  <inkml:trace contextRef="#ctx0" brushRef="#br0" timeOffset="198029.94">30297 2189 227 0,'-428'-16'342'0,"428"16"-270"15,0-4 12-15,28 0 107 16,18-4-182-16,22 4 24 15,13 0-8-15,12 0 11 0,-6 4-13 16,0-4-7-16,0 4-12 16,-13 0-8-1,-3 0 4-15,-2 4-14 0,-11 24 13 16,-5 0 1-16,-3 5 13 16,-19-5-12-16,-10-4 1 15,-21-1 3-15,0 2 25 16,-21 14 16-16,-60 22-17 15,-46 7-18-15,-6-4-11 16,15-11 0-16,16-9 0 16,36-16-1-16,26-12-34 15,12-13-29-15,28-3-91 16,0 0-215-16</inkml:trace>
  <inkml:trace contextRef="#ctx0" brushRef="#br0" timeOffset="198563.3">31168 2779 501 0,'0'0'292'0,"0"0"-159"0,0 0-21 0,0 0-27 15,0 0-44-15,0-8-5 16,-9-20-11-16,-10-8 31 15,1-13-18-15,2-7-1 16,4-8-6-16,12-12-26 16,0-13-5-16,0 5-14 15,46 4-18-15,-6 20-28 16,-12 16-10-16,-9 24-13 16,-7 16-9-16,10 4-53 15,-3-4-2-15,2-4-66 16</inkml:trace>
  <inkml:trace contextRef="#ctx0" brushRef="#br0" timeOffset="199195.81">31742 2217 558 0,'0'0'150'0,"0"0"-78"0,0 0 16 0,0 0-27 0,0 0-42 16,0 0 8-16,-115 81-20 0,115-62 17 16,0 14-10-16,0-10 10 15,0 13 11-15,9 5-13 16,16-5 8-16,15 8-20 16,1 0 1-16,-7 1-11 15,6-1 4-15,0-5 2 16,-15-6-8-16,-3-9 2 15,-10-4-2-15,-12-8 0 16,0-1 2-16,0 2 8 16,0 7 12-16,-40 0 20 15,-19 7-37-15,3 3 2 16,4-11-5-16,11 9-5 16,16-12-8-16,19 1-27 0,6-17-39 15,0 0-84 1,0 0-176-16</inkml:trace>
  <inkml:trace contextRef="#ctx0" brushRef="#br0" timeOffset="199478.9">31556 2694 816 0,'0'0'67'0,"0"0"-12"0,0 0 3 0,0 0 9 15,0 0-38-15,0 0-29 16,226-48-11-16,-198 32-86 15,3 13-148-15,-16-10-122 16</inkml:trace>
  <inkml:trace contextRef="#ctx0" brushRef="#br0" timeOffset="199877.94">32095 2181 545 0,'0'0'202'16,"0"0"2"-16,0 0-88 16,0 0-21-16,0 0 4 15,0 0 14-15,295 169-50 16,-208-97-25-16,-19-5-36 15,-22 14-1-15,-46 12-1 16,0 18-14-16,-80 6-56 16,-47-16-97-16,-7-37-376 15</inkml:trace>
  <inkml:trace contextRef="#ctx0" brushRef="#br0" timeOffset="202296.84">28191 6958 3 0,'0'0'222'0,"0"0"-106"0,0 0 21 0,0 0-11 0,0 0-1 16,0 0-22-16,0 0-15 16,0 0-42-16,0 0-9 15,0 0-25-15,0 0-10 16,0 0 8-16,0 0 0 16,0 0 8-16,0 0 39 0,0 0-6 15,0 0-6-15,0 0-2 16,7 0-10-16,14 0 6 15,26 0-33-15,21-8 15 16,19-4-15-16,12-4 13 16,0 0-12-16,-12-4-6 15,-6-1-2-15,-29 6-37 16,-11-1-3-16,-20 4-50 16,-21-1-103-16,0 5-448 15</inkml:trace>
  <inkml:trace contextRef="#ctx0" brushRef="#br0" timeOffset="203292.14">28359 7852 113 0,'0'0'56'0,"0"0"110"0,0 0 9 0,0 0-42 0,0 0-30 16,0 0-19-16,0 12-17 16,0-12-24-16,0 0 10 15,0 0-16-15,0 0 19 16,0 0-48-16,28 8 17 15,31-3 19-15,9-5-7 16,6 0-8-16,-2 0-22 16,2 0-7-16,-6 0-3 15,-3 0 2-15,10 0-38 16,-10-17 13-16,-19-11-65 16,-12 4-134-16,-34 4-447 15</inkml:trace>
  <inkml:trace contextRef="#ctx0" brushRef="#br0" timeOffset="204175.36">28722 8959 442 0,'0'0'123'0,"0"0"-45"15,0 0 7-15,0 0-32 0,0 0-34 16,0 0 46-16,12-12 4 15,16 4 29-15,-3 0 15 16,27-5-55-16,4 2-28 16,-9-6-6-16,5 6-24 15,23-14 3-15,-4 6-6 16,4-1-23-16,-7-8-9 16,-15 7-119-16,-19 1-189 15</inkml:trace>
  <inkml:trace contextRef="#ctx0" brushRef="#br0" timeOffset="205190.28">29128 10600 225 0,'0'0'265'0,"0"0"-182"0,0 0 37 0,0 0-47 16,0 0 0-16,0 0 53 15,68-29-4-15,-43 22-64 16,9 2-18-16,19-3 4 16,-7 0-17-16,22-7 7 15,1-2-27-15,-4-7-5 16,-13-1 0-16,10 6-4 16,-27-1-37-16,-23 12-21 15,-12 8-51-15,0 0-175 16</inkml:trace>
  <inkml:trace contextRef="#ctx0" brushRef="#br0" timeOffset="207088.26">29475 6524 307 0,'0'0'313'0,"0"0"-264"0,0 0 13 16,0 0-36-16,0 0-24 16,0 0-2-16,0 0 3 15,0 0 7-15,0 0-9 16,0 0 41-16,0 0 12 15,0 0 1-15,0 0-14 0,0 0-10 16,0 0 36-16,0 0-38 16,0 0 1-16,0-8-27 15,28 8 18 1,12 0-19-16,13 0 17 0,6 0-15 16,3 0 11-16,-3 0-9 15,-6 21-6-15,-4 10 0 16,-2 2 0-16,-16-2-5 15,-3 2 4-15,-7-5-4 16,-15 4 5-16,-6 0 0 16,0 4 2-16,0 5 2 15,0 3 2-15,0 0-2 16,0 4 6-16,0 0-7 0,0-8 1 16,0-4-4-16,7-12 2 15,-1 8-4-15,0 0 4 16,0 1-4-16,0 3 8 15,4 3 0-15,-4 9-1 16,-6-4 0-16,0 5 0 16,6 3-5-16,0 4-2 15,-6 0 2-15,7 8 3 16,-1-12-2-16,3 1 5 16,-3-9-1-16,1 0 19 15,5 0-24-15,-6-4 0 16,10-4 4-16,-4 0-4 15,-6 1 0-15,0-1 0 16,-6-4-6-16,0 12 13 0,0-4-11 16,0 5 9-16,0-6 0 15,0 2-2-15,0-2-4 16,0-3 1-16,0-3 0 16,0-10-3-16,0 2 5 15,0-1-9-15,0-1 12 16,0 6-7-16,0-5 4 15,0 0-1-15,22-4-1 16,-3-4-5-16,-4-4-7 16,-2 1 11-16,5-2-7 15,-2-3 5-15,-4-4-4 16,1-4 4-16,8 0 2 16,4 0-9-16,9 0-7 15,0 0-1-15,-6-12 14 16,-3 1 1-16,-13-2-11 0,-2 5 4 15,-10-4-7-15,0 0-3 16,0 0 20-16,0 0 1 16,0 4 4-16,0 4 7 15,0 4-5-15,0 0-4 16,0 0 0-16,0 0 3 16,0 0 3-16,0 0-6 15,0 0 14-15,-10 20-12 16,-2 13 5-16,0 10-8 15,-1 9-1-15,4 0-2 0,9 1 6 16,0 2-12 0,0-6 9-16,22 7-8 0,12-4 1 15,25 4 3 1,-13 0-6-16,7-4 0 0,-7 5 8 16,4-1-4-16,-4 0 1 15,-5 8-4-15,5 0 4 16,1-7-8-16,-1 2 5 15,13-2-8-15,-12 7 14 16,-1-8-4-16,-18 4 3 16,-22 4 1-16,-6-3 0 15,0 11 16-15,-12-16-16 16,-28-4 13-16,-1-8-10 16,7-3 3-16,0-5-3 0,9 3-1 15,-9-6-2-15,0-10-36 16,-12-15-192-16,-7-8-531 15</inkml:trace>
  <inkml:trace contextRef="#ctx0" brushRef="#br0" timeOffset="209354.84">31094 7972 551 0,'0'0'161'0,"0"0"-58"0,0 0 20 0,0 0-79 0,0 0-1 15,0 0 14-15,0 0-3 16,12 68-23-16,-12-27-8 16,0-1-8-16,0-8-13 15,0-4 10-15,0 8-9 16,0 0 17-16,0 12-13 16,0 1 14-16,0-5-19 0,0-8 1 15,0-8-6-15,0-12-24 16,0-4-7-16,0-4-16 15,0 0-24-15,6-8-93 16,10 0-202-16</inkml:trace>
  <inkml:trace contextRef="#ctx0" brushRef="#br0" timeOffset="209771.25">30684 8546 503 0,'0'0'196'0,"0"0"-86"0,0 0-19 0,0 0-8 16,0 0 29-16,0 0-23 15,189 4-45-15,-114-16-2 16,-10-1 0-16,-6 2-23 0,-3-1-4 15,-16-1-13-15,0 2-4 16,-9 3-30-16,-3-4-13 16,-9-4-24-16,-4 7-49 15,-2 1-65-15,-13 0-138 16</inkml:trace>
  <inkml:trace contextRef="#ctx0" brushRef="#br0" timeOffset="210219.25">30805 8032 721 0,'0'0'23'0,"0"0"8"0,0 0 108 0,0 0-41 0,0 0 16 16,0 0-58-16,375-108-2 16,-316 92-23-16,-12 4-4 15,9 1-27-15,-4-10-2 16,14-11-47-16,8-12-39 15,-6-8-81-15,-21 8-148 16</inkml:trace>
  <inkml:trace contextRef="#ctx0" brushRef="#br0" timeOffset="211169.9">31295 8261 535 0,'0'0'71'0,"0"0"-29"0,0 0-22 0,0 0-20 16,0 0 11-16,0 0 24 15,-9 0 4-15,9 0 19 16,0 0 39-16,0 0-56 16,0 0-10-16,0 0-13 15,0 0 1-15,0 0 5 0,0 9 8 16,0 18 20-16,0 5-34 15,0 4 19-15,-6-7-21 16,6-1-2-16,0-5-9 16,0-2-1-16,0-9 2 15,0-9-1-15,0-3-5 16,0 0-5-16,0 0-1 16,0 0-7-16,0-39-18 15,0-14 28-15,15-3 3 16,16 1 6-16,3-2-6 15,0 17-3-15,7 4-22 16,-16 12 4-16,-4 16-41 0,-2 8 36 16,-4 0 17-16,-8 0 9 15,-7 27 56-15,6 6 1 16,0-2-34-16,0-10-16 16,16-9-7-16,-16-7-19 15,6-5 11-15,-5 0 8 16,8 0 4-16,4 3-1 15,9 1 11-15,18 4-1 16,-6-4-7-16,1 5-6 16,-16 6-4-16,-10 1-2 15,-3 5-26-15,-12-6-13 16,0 1-53-16,0-16-80 16,0 0-251-16</inkml:trace>
  <inkml:trace contextRef="#ctx0" brushRef="#br0" timeOffset="211852.54">32182 7764 361 0,'0'0'257'0,"0"0"-153"0,0 0 39 16,0 0-20-16,-158 232-61 16,158-188 10-16,0 4-53 15,0 1-2-15,0-5-9 0,12 0-6 16,22-4-2-16,-9-8-4 16,15-4 2-16,-12-8-31 15,-3-7-37-15,-9-10 17 16,-4-3-30-16,-6 0-148 15,-6 0-315-15</inkml:trace>
  <inkml:trace contextRef="#ctx0" brushRef="#br0" timeOffset="212451.1">32458 7656 468 0,'0'0'115'0,"0"0"-12"0,0 0 32 15,0 0-31-15,0 0-19 16,0 0-50-16,-155 164 3 16,155-120-2-16,0 0-9 15,0 5 8-15,0-5-20 16,0 0 5-16,34-4-16 16,-6 4 14-16,-3-5-15 15,9 2-1-15,-16-5-1 0,4 4 3 16,-3 0-8-16,-13 0 10 15,-6-4 0-15,0-4-6 16,0-7 24-16,0 3-20 16,0-8 1-16,0-4-4 15,0-5 0-15,0-11-1 16,0 0-14-16,0 0-13 16,0 0-29-16,0 0-31 15,0-19-148-15,-25-14-428 16</inkml:trace>
  <inkml:trace contextRef="#ctx0" brushRef="#br0" timeOffset="212684.04">32349 8173 483 0,'0'0'229'0,"0"0"-142"16,0 0 26-16,0 0-5 16,0 0-9-16,0 0-43 15,196 0-31-15,-150 0-10 16,-12 0-15-16,-9-8-13 16,9-4-73-16,-15-1-104 15,-19-6-225-15</inkml:trace>
  <inkml:trace contextRef="#ctx0" brushRef="#br0" timeOffset="213019.13">32966 7479 670 0,'0'0'224'16,"0"0"-44"-16,261 204-66 15,-184-112-74-15,-15 5-23 16,-37 7-13-16,-25-4-4 16,0 0-26-16,-52-15-62 15,-42-9-267-15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14T22:09:59.7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5067 7207 333 0,'0'0'77'0,"0"0"-36"0,0 0-27 0,0 0-14 15,0 0-1-15,0 0-33 16,0 0-9-16,0 0 43 16,-28-5 87-16,15 5 18 15,4 0 19-15,3 0-52 0,6 0-33 16,0 0-8-16,0 0-14 15,0 0 4-15,-7 0 5 16,7 0 6-16,-6-8-14 16,6 8 14-16,0 0-24 15,-6 0 18-15,6 0-15 16,0 0-1-16,0 0 7 16,0 0-11-16,0 0-1 15,0 0-5-15,0 0 25 16,0 0-18-16,0 0 4 15,47 0-10-15,46 0 19 0,46-4 11 16,29-12-14-16,27 5 26 16,3-2-37-16,4 5 7 15,-28 8-13-15,-26 0-9 16,-48 0-17-16,-20 0-6 16,-39 0-21-16,-17 0-24 15,-24 0 3-15,0 8-139 16,-59 16-167-16</inkml:trace>
  <inkml:trace contextRef="#ctx0" brushRef="#br0" timeOffset="698.42">5119 7118 376 0,'0'0'24'0,"0"0"22"0,0 0 93 0,0 0 10 0,-381 109-106 16,353-98 70-16,28-11-79 15,0 8-34-15,0-8-9 16,68 5-12-16,25 2 21 16,6-7 0-16,4 0 20 15,-16 0-18-15,-22 0 15 16,-19 0-13-16,-12 0 13 15,-21 8-13-15,-13-3-2 16,0 3 6-16,0-8 3 0,0 3 4 16,0-3-15-16,-31 0-18 15,15 0-123-15,-2 0-136 16</inkml:trace>
  <inkml:trace contextRef="#ctx0" brushRef="#br0" timeOffset="1399.15">7011 6966 496 0,'0'0'133'0,"0"0"-74"0,0 0 12 0,0 0-36 16,0 0-15-1,0 0 103-15,-22-44-73 0,22 44-12 16,0 16-22-1,0 35 35-15,0 6 6 0,0-4-44 16,0-2-11-16,9-11 1 16,10-3-6-16,9-6-11 15,-3-7 12-15,2-4-5 16,8-7 0-16,-4-10 3 16,9-3-46-16,0 0 40 15,0 0-12-15,-5 0 12 16,-7 0-10-16,-10 0-29 15,4 0-74-15,-10-8-66 16,7 0-148-16</inkml:trace>
  <inkml:trace contextRef="#ctx0" brushRef="#br0" timeOffset="1647.95">7625 7163 114 0,'0'0'279'15,"0"0"-215"-15,0 0 14 16,0 0 15-16,0 0-36 16,0 0-22-16,46 116-33 15,-30-105-2-15,2-11 14 16,-12 9 4-16,-6-9 36 16,0 0-38-16,0 0 11 15,0 0-19-15,7 0 13 16,2 0-21-16,-9 0-28 0,0 0-17 15,0 0-41-15,0-20-125 16</inkml:trace>
  <inkml:trace contextRef="#ctx0" brushRef="#br0" timeOffset="1814.57">7017 7094 456 0,'0'0'244'0,"0"0"-244"16,0 0-1 0,0 0-9-16,0 0-60 0,400 16-28 15,-360-16-187-15</inkml:trace>
  <inkml:trace contextRef="#ctx0" brushRef="#br0" timeOffset="1998.09">7017 7094 584 0,'387'-136'393'0,"-334"148"-369"16,34-1 58-16,15-6-42 16,-3-5-40-16,1 0 0 15,-26 0-101-15,-15-5-176 0,-19-10-382 16</inkml:trace>
  <inkml:trace contextRef="#ctx0" brushRef="#br0" timeOffset="2182.32">8381 7099 152 0,'0'0'85'0,"0"0"-76"16,0 0-9-16,0 0-4 0,0 0-48 15</inkml:trace>
  <inkml:trace contextRef="#ctx0" brushRef="#br0" timeOffset="2397.07">8381 7099 678 0,'133'191'329'0,"-133"-171"-250"16,0-12-67-16,0-8-12 0,0 0-160 15,13-28-50-15,21-24-309 16</inkml:trace>
  <inkml:trace contextRef="#ctx0" brushRef="#br0" timeOffset="2996.81">8288 6881 676 0,'0'0'277'0,"0"0"-247"0,0 0 96 0,0 0-89 0,0 0-37 15,0 0-11-15,152-28-104 16,-152 12-182-16</inkml:trace>
  <inkml:trace contextRef="#ctx0" brushRef="#br0" timeOffset="3529.71">9389 7215 669 0,'0'0'311'0,"0"0"-247"0,0 0-1 0,0 0-62 0,0 0-1 16,0 0 0-1,93 31-6-15,-78-11-53 0,-2-4-58 16,-13 4-79 0,0 1-175-16</inkml:trace>
  <inkml:trace contextRef="#ctx0" brushRef="#br0" timeOffset="3980.27">9389 7215 176 0,'-31'228'459'0,"90"-228"-416"0,6-16 132 16,9-32-41-16,-5-13-43 15,-17-6-26-15,-18 6-26 16,-27-2-37-16,-7 2-4 16,0 9 0-16,-28-1-24 15,-44 26-5-15,10 10-32 16,3 17 9-16,7 0-22 15,11 28 42-15,13 21 34 16,10-9-13-16,18 0 0 16,0-15-22-16,0-18-8 15,46-3-44-15,19-4-15 16,4 0-18-16,11 0-21 16,-8-11-30-16,-4 11 123 0,-15 0 48 15,-1 0-4-15,-24 19-7 16,-15 13-39-16,8 0 50 15,-2-7 43-15,-4-5-33 16,23-1 40-16,-11-14 105 16,1 2-86-16,-15 1-26 15,15-8-2-15,-16 0-26 16,22 5-15-16,-9-5-39 16,3 0 22-16,0 0-38 15,-10 0-104-15</inkml:trace>
  <inkml:trace contextRef="#ctx0" brushRef="#br0" timeOffset="4163.51">9832 7110 856 0,'0'0'103'0,"0"0"-92"0,0 0-15 15,0 0 4-15,0 0-25 16,0 0-189-16,261-44-342 16</inkml:trace>
  <inkml:trace contextRef="#ctx0" brushRef="#br0" timeOffset="4295.78">9832 7110 903 0,'59'-88'0'0,"-59"88"-10"0,40 0-8 16,53-12 2-16,1-17-137 16,-8 1-256-16</inkml:trace>
  <inkml:trace contextRef="#ctx0" brushRef="#br0" timeOffset="4679">11361 7423 606 0,'0'0'297'16,"0"0"-190"-16,0 0-62 16,0 0-15-16,0 0 1 15,0 0 14-15,-214-252-40 16,195 199-1-16,4 13-1 16,9 8 2-16,6 8 12 15,0 4 2-15,0 7-5 0,0-6-12 16,0 15-2-16,6-4 4 15,22 0-4-15,6 8-6 16,19-12-36-16,-1 12-4 16,4 0-84-16,-31 0-111 15,-3 0-281-15</inkml:trace>
  <inkml:trace contextRef="#ctx0" brushRef="#br0" timeOffset="5028.41">11240 7058 757 0,'0'0'60'0,"0"0"-43"0,0 0 61 15,0 0-24-15,0 0-13 16,0 0 1-16,288 16-42 16,-241-8-4-16,-7 9-13 15,7 2 0-15,21 1 13 16,-3 0-13-16,22-7 7 15,0-10-11-15,-7-3 21 16,-12 0-5-16,-9 0 5 16,-18 0 3-16,-13-24 18 15,-16-27 15-15,-12-2-19 16,0-4-15-16,0 6 8 16,-53 19-14-16,-15 15 8 15,-19 17-1-15,7 0-3 0,-13 49-15 16,6 15-20-16,28 0-16 15,25-12-103-15,28-28-74 16,6-3-335-16</inkml:trace>
  <inkml:trace contextRef="#ctx0" brushRef="#br0" timeOffset="5410.92">12009 7150 224 0,'0'0'271'16,"0"0"-263"-16,0 0 16 0,0 0-16 15,0 0 2 1,0 0-10-16,62 57 2 0,-62-57 0 16,0 0 25-16,0-13 46 15,0-10-3-15,-6-10-20 16,-10-6-11-16,16-10-4 16,0 1-19-16,34-1-14 15,35 5-2-15,-17 16-5 16,1 17 1-16,-19 11-13 15,-9 0-3-15,-3 11-19 16,-22 30 38-16,0 3-29 16,0-8 0-16,0-4 8 15,0-5 15-15,0-6 4 16,0-9 6-16,0-7 3 16,0-5 0-16,0 0-6 0,0 0 3 15,6 0 10-15,16 0-7 16,-4 7-6-16,4-3-20 15,-10 16-71-15,1 0-69 16,-7-7-200-16</inkml:trace>
  <inkml:trace contextRef="#ctx0" brushRef="#br0" timeOffset="5928.92">12824 7227 465 0,'0'0'79'0,"0"0"-59"0,0 0 44 0,0 0-61 0,0 0 4 15,115-205-11-15,-115 205 4 16,0 0-6-16,0 0-8 16,0 0 14-16,0 0 65 15,13 12-3-15,8-12 16 16,-8 8-16-16,-1-8-29 15,10 0-23-15,-4 0 38 16,16 0-6-16,1 0 3 16,5 0-22-16,0 0-17 15,1 0-6-15,11 0-14 16,-11 0-20-16,-7 0-3 0,-16 0 27 16,-5 4-16-1,2-4 23-15,-15 0 6 0,6 0 12 16,-6 0 10-16,0 0 21 15,0 0 29-15,0 0-36 16,0 0 6-16,13 0-25 16,-13 0 13-16,0-12-32 15,0-8 1-15,21 0-2 16,-8 4-9-16,5 4-9 16,10 12-15-16,0 0 3 15,3 0-15-15,-3 0 18 16,6 0-35-16,-9 0 50 15,-9 20-12-15,2 8 24 16,-18 8-2-16,0-8 2 0,0 4 0 16,0-4-30-16,0-16-104 15,0 9-156-15</inkml:trace>
  <inkml:trace contextRef="#ctx0" brushRef="#br0" timeOffset="6128.51">13528 7010 1178 0,'0'0'26'0,"0"0"-16"0,0 0-20 16,0 0-11-16,0 0 18 0,0 0-51 15,227-24-61 1,-159-4-135-16,-3 0-222 0</inkml:trace>
  <inkml:trace contextRef="#ctx0" brushRef="#br0" timeOffset="6443.78">14183 6909 510 0,'0'0'209'0,"0"0"-155"15,0 0 78-15,0 0-103 0,0 0-13 16,0 0 4 0,-295 137 3-16,289-109 25 0,0-3-1 15,6-6-5 1,0 5-37-16,0-3 8 0,12 10-9 16,34-3-4-16,-5-4 2 15,5 9-1-15,-12-10-1 16,-6 2-9-16,-9-9 5 15,-7-8 8-15,-2 0 1 16,-10 4-1-16,0 12-4 16,0 12 8-16,-50 8-16 15,-3 1-7-15,7-14-106 16,12-15-144-16</inkml:trace>
  <inkml:trace contextRef="#ctx0" brushRef="#br0" timeOffset="6744.35">14415 7238 850 0,'0'0'140'0,"0"0"-92"0,0 0-30 15,0 0-8 1,0 0-9-16,0 0 6 0,68-177-7 16,-40 177-46-16,19 0 20 15,-7 0 7-15,-9 17 14 16,9 23 4-16,-6 5 1 16,-6-6-11-16,-3-3 7 15,-3-3-87-15,-22-5-144 16,0-4-211-16</inkml:trace>
  <inkml:trace contextRef="#ctx0" brushRef="#br0" timeOffset="7060.12">14415 7238 957 0,'96'-31'57'0,"-49"31"-23"0,5 0 41 16,23 0-46-16,12 0-29 15,-7 0-22-15,-2 0-59 16,-4 0-27-16,-12 0-10 16,-15 0 90-16,-16 0 28 15,15 0 22-15,-5 0 47 16,-1-13-12-16,0-7-2 16,0-12-18-16,-12 0-14 15,-15-4-5-15,-13-8-7 16,0 8 6-16,0 3-9 15,0 10-5-15,-13 15 25 0,-27 0 0 16,0 8-19 0,-7 0-9-16,-5 0-15 0,-17 8-61 15,10 12-170 1,-9-4-200-16</inkml:trace>
  <inkml:trace contextRef="#ctx0" brushRef="#br0" timeOffset="7244.38">14604 6829 718 0,'0'0'265'16,"0"0"-223"-16,0 0 77 16,0 0-51-16,0 0-44 15,347 5-24-15,-260-5-22 16,-34-12-169-16,-47-1-712 0</inkml:trace>
  <inkml:trace contextRef="#ctx0" brushRef="#br0" timeOffset="21049.18">3367 10647 226 0,'0'0'245'0,"0"0"-159"0,0 0 35 0,0 0-45 0,0 0-29 15,0 0-9-15,0 0 18 16,7-8 0-16,-7 8 4 15,0 0 7-15,0 0-23 16,0-3 2-16,0 3-28 16,0 0 0-16,0 0-16 15,0 0 7-15,0 0-4 16,0 0-2-16,0 0 5 0,0 0-3 16,-7 0 14-16,-5 0-18 15,-4 0 5-15,-8 0 2 16,8 0-14-16,-2 0 8 15,-10 0-2-15,-3 3 0 16,3 13-1-16,6 1-1 16,-9-1-2-16,9-1-5 15,-3 10 18-15,-2 2-9 16,8-2 1-16,-9 3 1 16,0 0-2-16,-6 0 0 15,22-4 0-15,-1 0 3 16,-8-4-8-16,14 5 12 0,1 3-12 15,-12-5 11 1,2 6-11-16,4-9 8 0,-7 4-6 16,4-1 3-16,-4-3-1 15,3 13-1-15,4-9 4 16,0-4-8 0,5 4 13-16,1-12-12 0,-3 16 9 15,3-4-8-15,6-4 2 16,-13 4 0-16,7 1 1 15,0 6-1-15,-3 2-5 16,-10 3 14-16,13 0-12 16,-10 3 13-16,-2-3-11 15,18 5 4-15,-7-5-1 16,7-8 0-16,0-4 1 16,-6 8-5-16,6-8 6 15,0 1-7-15,0-6-1 0,0 6-1 16,0 3 11-16,0 0-7 15,0 8 5-15,0 0-2 16,-6 0 0-16,6-4 4 16,0 8-7-16,0-8 9 15,0-4-10-15,-9 12 10 16,9-4-12-16,-6 5 10 16,-1-5-4-16,-11 0 0 15,18-8 2-15,-10 4-4 0,4-4 8 16,6 0-14-1,0 0 16-15,0 8-12 16,0 0 10-16,0 0-6 0,0 8 0 16,0-3 0-16,0-5 0 15,0 12 3-15,0-8-8 16,0-4 12-16,0 4-11 16,0 1 11-16,0 6-12 15,-12 1 7-15,12-4-2 16,-6-8 1-16,-1 5 1 15,7-2-4-15,-6 2 9 16,6-1-10-16,0 0 11 16,0 5-11-16,0 2 8 15,0-3-6-15,0-8 1 16,0 5 0-16,0-9-1 0,0-5 2 16,0 3-5-1,0 6 9-15,0 0-3 0,6 0 1 16,7 3-6-1,-1 2 9-15,4-2-10 0,2 6 4 16,-11-13 0-16,-1 8-3 16,3-4 10-16,-9 8-13 15,6 0 13-15,0 4-10 16,1-4 8-16,-1 8-7 16,6-3 3-16,-2 3-1 15,-4 0 0-15,6-12 4 16,1 8-9-16,2-12 10 0,-3-8-10 15,-5 13 12-15,8-10-7 16,-2 2 1 0,-1-5 2-16,-6-4-2 15,10-8-1-15,-4 4 1 0,7 0 4 16,2-4-10-16,-2 4 13 16,3 1-13-16,3 10 11 15,-4-3-9-15,-2 0 3 16,3-4-1-16,2 4-1 15,4 0 4-15,-6-3-6 16,-3-1 12-16,-1-1-12 16,-2 6 8-16,-4-9-8 15,10 4 8-15,-4-4-4 16,-5-8 3-16,15 4 1 16,0 4-8-16,-10 0 9 0,23 4-12 15,-7-4 14 1,6 1-14-16,6-6 16 0,-11 1-13 15,-4-3 6-15,3-1-2 16,0-4 0-16,-6-5 2 16,3-3-6-16,-3 0 9 15,12 0-10-15,-6 0 10 16,6 5-10-16,7-5 9 16,-1 0-4-16,7 0 0 15,0 0 1-15,-1 0-3 0,-2 0 7 16,-13 0-8-1,4 0 6-15,-7 0 3 0,0 0-6 16,-6 0 0 0,-10 0 4-16,10 0-4 0,3 0 0 15,3 0-5-15,7-8 2 16,-1-12 5-16,6 7-6 16,-11-10 3-16,11-1-3 15,-18 7 8-15,3-7-1 16,-3 12 0-16,-6-4-3 15,2-4 0-15,4 0 1 16,6-8-5-16,-3-4 8 16,-3-9-7-16,13 5 7 15,-7-3 4-15,-3 3-8 16,-3 8 0-16,-7-8 0 0,-2 11 2 16,9-3-7-16,-10-8 6 15,10 0-3-15,-3-8 4 16,3-8 0-16,6 4 2 15,-9 7-4-15,-3-6 0 16,12 6 0-16,-22-7-1 16,16 4 3-16,-15-8-6 15,5-1 10-15,-2 1-12 16,15 4 2-16,-16 1 4 16,-2 3-5-16,-1-5 5 15,-3 1 0-15,4-4-5 16,-13 8 2-16,18-1 3 0,-12 6-2 15,10-2 9-15,-4 2-10 16,1-6 8-16,-4 5-2 16,3-4 0-16,-5-9-2 15,5-6-2-15,4 2 5 16,-4 1-8-16,-6 9 15 16,0 6-17-16,-6 1 13 15,0 4-9-15,0-4 2 16,0-5 0-16,0 1 0 15,0 0 2-15,0 0-4 16,0 4 4-16,0 4-4 16,0-8 9-16,0 5-11 15,0 1 8-15,0 2-1 16,0-3-3-16,0-2 0 16,0 1-2-16,-6-4 1 15,6 0-7-15,-6 5 8 16,0-6 14-16,0-3-10 0,-10-5-2 15,10 9-2-15,-7-4 0 16,7 4-1-16,0-3 2 16,6-2-5-16,-9 1 6 15,9-4-4-15,0-1 4 16,0 6-5-16,-6 3 4 16,-1-4-2-16,-5 15 2 15,-4-7 1-15,4 0-1 0,0-4 5 16,-10 4-12-1,10 0 10-15,-1 4-12 16,-2 3 15-16,15-6-9 0,-13 2 2 16,7-10-5-16,-6 6 5 15,-16 2 0-15,9-2-3 16,-9 8 11-16,7 2-8 16,-4 6 1-16,3-2 1 15,-3 2 4-15,4-3-12 16,-4-3 2-16,3-2 2 15,-12 1 1-15,3-8-5 16,-3 16-2-16,0 4 0 16,0 0 7-16,9 7 1 15,-9-2-1-15,0-1 1 16,-1-4-1-16,-11-1-2 0,-1 2 6 16,1-6-6-16,6 5 1 15,-7 4-1-15,13 5 6 16,3-1-6-16,-3-4 1 15,-6-1-2-15,-1-2-2 16,1 2 6-16,-7-2-1 16,1-2-11-16,-7 1 10 15,-3 4-4-15,10 0 0 16,6 4 1-16,5 8-4 16,17-4 9-16,-1 0 2 15,4 4-2-15,-4-8 7 16,-9 8-10-16,16-1 9 15,-10 2-12-15,-3-9 15 16,4 12-13-16,-4-8 5 0,-15-8-2 16,-1 11 1-16,-5-2-3 15,-1-1 3-15,1 4-12 16,24 4 12-16,-6 0 2 16,3 0 12-16,4 0-10 15,-4 0-4-15,3 0-1 16,-12 0 1-16,3 0 1 15,3 8 2-15,-6 0-3 16,-6 0 1-16,9 4 4 16,3 0-4-16,-13 3 4 15,13 2-3-15,-12 7-3 0,3-8 1 16,-3 0-3 0,-1 0 1-16,13 8 2 15,-6 1 0-15,10 3 3 16,-11-5-1-16,14-2 3 0,8-1-10 15,7-9-12-15,6 5-19 16,0-7-22-16,0 2-51 16,0-6-137-16,0 3-252 15</inkml:trace>
  <inkml:trace contextRef="#ctx0" brushRef="#br0" timeOffset="21864.28">2524 10042 81 0,'0'0'105'0,"0"0"93"0,0 0-30 0,0 0-45 16,0 0-14-16,0 0-13 15,0 24-39-15,0-24-14 16,0 0-3-16,0 0 3 15,0 0-3-15,0 0 7 16,0 0-28-16,0-41 26 16,28-10 1-16,0-26-3 15,12 1-28-15,-15-8-12 16,9 0-3-16,6 7-22 16,-6 2-4-16,-9 18-7 0,3 21 6 15,-15 20-14-15,-7 16 21 16,-6 0-7-16,0 16-24 15,0 28 48-15,0 20 3 16,0 1 0-16,0-1-2 16,0-5-2-16,0 2 3 15,9-5-5-15,3-4 12 16,-12-3-11-16,19-13 5 16,-3-8-18-16,-4-17-45 15,7-11-92-15,-19 0-68 16,0 0-108-16</inkml:trace>
  <inkml:trace contextRef="#ctx0" brushRef="#br0" timeOffset="22183.07">2570 9721 564 0,'0'0'335'0,"0"0"-251"0,0 0 55 0,0 0-74 16,0 0-27-16,0 0-13 15,143 8-8-15,-96-8-17 16,12 0-5-16,-13 0-35 16,-12 0-53-16,-12 0-166 15,-22 0-367-15</inkml:trace>
  <inkml:trace contextRef="#ctx0" brushRef="#br0" timeOffset="24928.99">3529 11317 93 0,'0'0'352'0,"0"0"-243"0,0 0-13 0,0 0-12 0,0 0-30 16,0 0-16 0,0 0-8-16,-7 0-15 0,7 0 41 15,0 0-4-15,0 0 7 16,0 0-13-16,0 0-7 15,0 0-25-15,0 0-2 16,0 0 14-16,0 0-4 16,0 0 9-16,0 0-11 15,0 0 20-15,0 0-25 16,0 0 18-16,0 0-29 16,0 0-4-16,0 0-4 15,25 0-14-15,28 0 18 0,9 0 0 16,-3 0 1-1,9 0-1-15,-9 0 0 0,3 0-27 16,-22 0-3-16,-9 0-37 16,-9 8-42-16,-22-4-131 15,0-4-207-15</inkml:trace>
  <inkml:trace contextRef="#ctx0" brushRef="#br0" timeOffset="25594.12">4316 11481 126 0,'0'0'19'0,"0"0"-18"0,0 0 8 0,0 0 30 16,0 0 50-16,0 0 27 15,6 16-16-15,-6-16-28 16,0 0-1-16,0 0 30 15,0 0-29-15,0 0 10 16,7 0-28-16,-7 0 21 16,0 0-19-16,0 0-15 15,0-11-35-15,0-9 12 16,0-9-2-16,0-11 0 16,0-7-7-16,0-14-3 0,0-7-6 15,0-13-4-15,0 1-4 16,0 16-56-1,0 25 8-15,0 22 19 0,0 17 37 16,0 0 23-16,-25 24-9 16,-22 24 6-16,-9 16-20 15,-2 0-5-15,5-7-22 16,25-17-36-16,15-8-19 16,13-12-76-16,0-8-97 15,0-12-237-15</inkml:trace>
  <inkml:trace contextRef="#ctx0" brushRef="#br0" timeOffset="26567">3987 12400 87 0,'0'0'213'0,"0"0"-117"0,0 0-10 0,0 0-40 15,0 0-17-15,0 0-23 16,0 0 34-16,-12 101 29 16,12-98-16-16,22 14 4 15,9-9-12-15,3 0 13 0,12-5-29 16,1-3-7-1,-7 0-20-15,-6 0 11 0,0-11-10 16,1-17 21-16,-11-13 22 16,4-3 1-16,-9-8-12 15,-4-4-18-15,-8-8-9 16,-7-5-8-16,0 5-7 16,0 12-46-16,0 12 4 15,-35 28 11-15,-17 12 9 16,-10 0 19-16,-10 28 10 15,-2 24 6-15,0 0-6 16,2 4-2-16,23-7-32 16,18-2-36-16,9-2 26 15,22-5-34-15,0-8-79 16,0-4-179-16</inkml:trace>
  <inkml:trace contextRef="#ctx0" brushRef="#br0" timeOffset="27635.14">4164 13141 133 0,'0'0'62'0,"0"0"-59"0,0 0 44 0,0 0-12 16,0 0-6-1,0 0 35-15,0 49-26 0,0-45-29 16,0 0 61-16,0 5-9 15,0 6-37-15,0-7-8 16,0 5-16-16,0-2 0 16,0-3 3-16,0 1 34 15,0-1 10-15,0-5 27 16,0-3-13-16,0 8-17 16,0-4-20-16,0 12 3 15,0-8-18-15,0-8 1 16,0 0 4-16,0 0-10 0,0 0 37 15,0-11 11-15,0-34-26 16,0-15-14-16,-9-9 9 16,9-10-21-16,0 11-5 15,0-4-11-15,0 3-12 16,0 17-63-16,0 16 5 16,0 24 77-16,0 12-3 15,0 0-24-15,0 48 20 16,-12 20 13-16,-35 12-19 15,-12-7-173-15,-9-18-288 16</inkml:trace>
  <inkml:trace contextRef="#ctx0" brushRef="#br0" timeOffset="28725.31">3935 14165 169 0,'0'0'313'0,"0"0"-312"0,0 0 37 0,0 0 34 0,0 0-6 16,0 0 34-16,0 8 10 16,0-8-20-16,0 0-22 15,0 0 3-15,0 0-16 16,0 0-20-16,0 0-18 0,0-5-17 16,0-18 0-16,0-5 20 15,0-5-14-15,15 6 4 16,22 2-10-16,13 1-2 15,-13 17-4-15,19-1-1 16,-16 3 3-16,7 5-24 16,-13 0 2-16,-22 49-12 15,-12 23 21-15,0 20-20 16,0 8-8-16,-52 0-36 16,-10-4 21-16,15-16 27 15,13-11 33-15,22-17 26 16,12-20 25-16,0-11-4 15,12-14-35-15,56-7-6 0,7 0 0 16,-10 0 1 0,9-20 3-16,-33 8-3 0,-23 8-4 15,-12 4-2-15,-6 0-2 16,10 0-15-16,-10 0-40 16,0 8-146-16,0 13-470 15</inkml:trace>
  <inkml:trace contextRef="#ctx0" brushRef="#br0" timeOffset="33937.15">8781 10828 339 0,'0'0'120'0,"0"0"-72"0,0 0 24 0,0 0-26 0,0 0-11 0,0 0-2 16,0 0-6-16,-6 0 25 15,6 0 55-15,0 0 16 16,-6 0-52-16,6 0-10 16,0 0-50-16,0 0-4 15,0 0-3-15,0 0 0 0,0 0 3 16,0 0 2 0,-16 0 12-16,4 0-12 0,-1 0 22 15,-8 0-20 1,8 0-3-16,1 0-5 0,-10 0-6 15,10 0-1-15,-1 0 4 16,-8 0 3-16,2 0-3 16,-15 4 0-16,0 11 5 15,0 2-11-15,3 4 8 16,-10 2-8-16,20-7 5 16,-4 4-2-16,-3-7 0 15,16 10-2-15,-10 5 3 0,-3 1-9 16,-3-6 10-1,-6 13-17-15,9-8 16 16,4-4-6-16,-7 13 8 0,3-10 0 16,3 9 0-16,-9 1-1 15,9-5 1-15,4 1-2 16,-10-2 6-16,16 2-8 16,-4 6 9-16,-3 2-7 15,7-2 2-15,-3 6-5 16,2-1-4-16,1 0-1 15,-4 0 7-15,4 4 6 16,6-4-10-16,6 5 14 16,0 3-9-16,0-4 4 15,0 8-4-15,0-4 2 16,0 4 0-16,0 1-1 0,0-10 2 16,0 1-6-16,0-4 10 15,0 9-10-15,0-1 12 16,0 8-7-16,0 1 0 15,0-5 1-15,0-1 4 16,6 1 1-16,6 5-1 16,-2-5-3-16,-4 9 0 15,6-6 7-15,-6-2-8 16,7-5-1-16,2 8 0 16,-2-8 2-16,-7 8 2 15,16-4-4-15,-22 0 0 16,6 1-1-16,0-1 8 15,0 8-14-15,10 4 16 0,-4 0-12 16,0 5 3-16,16-1-5 16,-3-8 5-16,3 0 0 15,6 0-1-15,0-8 4 16,-3 9-5-16,-3-9 4 16,0 4-4-16,-3-4 7 15,3-8-2-15,-3 0-1 16,3-8-2-16,-16 12 6 15,22 1-4-15,-6-6-2 16,6 6 9-16,-3-5-10 16,-3 0 5-16,6-4-5 0,-9 1 5 15,3-6-5 1,0-6 1-16,-3 6 0 16,2-3-5-16,-2 8 10 0,9 1-5 15,0-1 7-15,1 0-10 16,-1-3 3-16,-3 3-2 15,-3 0 2-15,6-1 1 16,0-2 0-16,6-5 2 16,-3-4 3-16,13 0-3 15,9-4-2-15,-6-4 6 16,15-4-12-16,-16 4 5 16,1-12 0-16,0 4-4 15,-4-4 9-15,-18-4-10 0,10 0 13 16,-7-3-16-1,0-2 16-15,13 13-14 16,11-7 12-16,17-1-6 16,5 0 0-16,7-8 0 0,0 8 0 15,-12-8 5-15,-10 3-11 16,-13 1 12-16,-11-4-12 16,-13 0 13-16,12 0-14 15,-12 0 5-15,18 0-1 16,-15-15 2-16,10-10-1 15,14 1-1-15,-2-15 6 16,0 6-1-16,-7-3 4 16,1-4-12-16,-1-4 5 15,-12-5-6-15,7 5 1 0,-7 0-4 16,6 1 8-16,1-6 3 16,-1 10-3-16,6-14-12 15,1 9 13-15,6-8-9 16,-13 4 9-16,6-1-5 15,-12 5 6-15,1 0-1 16,-4-7-5-16,3 2 3 16,6-3 1-16,-6 4 2 15,-6-8-33-15,3 7 23 16,-9 10-9-16,3-2 9 16,-10-7 3-16,-3 4 7 15,1-16 29-15,-4-4-16 16,16-5-2-16,-3-6-11 0,2 2-6 15,-2 5-2-15,3 12 4 16,3 0 2-16,-16 4 2 16,4 3 4-16,-4-3 7 15,1 4-4-15,-7-4-3 16,3-4-8-16,4-5-15 16,-7-2 8-16,0-1-44 15,-6 3 30-15,0-3 23 16,0 12 2-16,0 0 8 15,0 4 5-15,0-1 12 16,0-2-10-16,0-6-15 16,0-7-17-16,0 0 0 15,0 0-5-15,0 0-3 0,0 15 22 16,0 5 3-16,0-4 49 16,0 0 4-16,0-4-23 15,0 4-18-15,0-8-9 16,0 8-3-16,0-9-2 15,0 9-17-15,0-4 12 16,-6 4-6-16,0 8 13 16,-7 0-2-16,4 4 7 15,-10 0-10-15,7-5 10 16,-4 9-10-16,-2-11 10 16,-4 2-8-16,-3 2 3 15,10-2-36-15,-4 1-2 0,-3 4 4 16,4-1 29-1,-1 1 1-15,-3-3 4 0,4 2 1 16,-4-3 9 0,4-8-10-16,-4 0-7 0,-3-9 5 15,-3 2 2-15,-12 2-8 16,0 6 16-16,-13 2-8 16,19 9 12-16,0 9 9 15,3 10-2-15,-4 1 20 16,-5 0-15-16,0-4-20 15,0-8 0-15,-13-8 0 16,25 3-8-16,-19-6 7 16,13-2-6-16,-6 10 6 15,0-5-3-15,15 8 0 0,-3 7 0 16,9 1 3-16,-2 0 0 16,-13 1 18-16,9-2-14 15,-16 1 7-15,1 0-11 16,0 0-3-16,0 12 0 15,5-8 0-15,1 8 0 16,3 0 1-16,-15-4-1 16,24 7 1-16,-24-6-6 15,18 3 10-15,-13-4-7 16,4 4 4-16,-12 0-4 16,11 8 4-16,10 0 2 15,-12-5 8-15,12 5-11 16,3-3-2-16,-15-1-4 0,0 4 2 15,-7 0-2-15,1 0-1 16,-10 0 8-16,9 0-2 16,1 0 0-16,12 0 0 15,3 0 1-15,3 0 2 16,9 0-2-16,-9 0 4 16,7 0-7-16,-10 0 3 15,-10 0-2-15,1 0-2 16,-13 0 3-16,7 0 0 15,-4 0 3-15,10 0-3 16,15 0 4-16,-3 4-7 16,16 4 8-16,-16 0-10 15,9-5 4-15,-2 2-3 16,2 3-4-16,-3-4 2 16,-3-1 3-16,4 5 6 0,2 0 7 15,-3 1-2-15,-2-1-2 16,2 3-3-16,3 2-6 15,-9-5 2-15,16 0-1 16,-10 4 0-16,-2-9 4 16,11 6-6-16,-15-1 10 15,7 0-9-15,2 4 7 16,-9 0-8-16,3 20 4 16,-3-4 0-16,0 1-2 15,4 10 3-15,2-3-5 0,-9-8 8 16,3 13-1-1,-6-18 3-15,21 2-8 0,-8-9 4 16,15-5-4 0,6 2-8-16,-7-1-17 0,7-4 4 15,-12 0-64-15,12-8-190 16</inkml:trace>
  <inkml:trace contextRef="#ctx0" brushRef="#br0" timeOffset="34787.9">10266 9516 624 0,'0'0'74'0,"0"0"-45"0,0 0-14 0,0 0-14 0,0 0 0 16,0 0 24-16,0 0 17 16,0 0 36-16,0 0 26 15,0 21-12-15,7 10-22 16,5 10-36-16,10 3-9 16,2 0-20-16,4 1 8 15,-9-2-8-15,-4 1-5 16,-8 0 0-16,-7 5-6 15,0-10-2-15,0-3-23 16,0-23-11-16,0-13-154 16,0-16-246-16</inkml:trace>
  <inkml:trace contextRef="#ctx0" brushRef="#br0" timeOffset="35519.05">10238 9444 376 0,'0'0'134'0,"0"0"-41"0,0 0 38 0,0 0-79 0,0 0-10 15,0 0 2-15,-12 0 9 16,12 0 4-16,0 0-15 0,0 0-16 16,0-4-22-16,6-15 46 15,35-6-13-15,5 5-3 16,-6 4-34-16,13 0 4 15,9 4-4-15,-9 4 0 16,0 0-1-16,-13 8-15 16,-12 0-6-16,-10 0-19 15,-11 0 6-15,-7 8 35 16,0 12 1-16,0 12 14 16,0 0 8-16,-13 0-8 15,1-12-10-15,12-8-5 16,0-8-4-16,0-4-17 15,18 9-4-15,16-9 14 0,7 8 11 16,-16 3 2-16,2 1 0 16,-14 12-2-16,-7 1 38 15,-6-2-14-15,0 13 17 16,0 8-23-16,-31 9-1 16,-50 7-15-16,-12 1-4 15,13-14 0-15,27-22-2 16,25-6 2-16,28-19-32 15,0 0-96-15,13-3-255 16</inkml:trace>
  <inkml:trace contextRef="#ctx0" brushRef="#br0" timeOffset="38201.39">9798 10976 76 0,'0'0'400'0,"0"0"-210"0,0 0-41 0,0 0-63 16,0 0-23-16,0 0-14 15,0 0-8-15,0 0-12 16,0 0 2-16,0 0 5 16,0 0-13-16,0 0-10 15,0 0-7-15,0 12-7 16,0 4 4-16,0-4-5 16,0 1 2-16,0-5 0 15,0 3-2-15,0-2 5 16,0 7-7-16,0-4 8 0,25 4-4 15,9-8 0 1,6-5-2-16,-6 2-10 0,-6-5 5 16,10 0 2-16,-11-5-3 15,14-26 8-15,-13-10 11 16,-3-6 7-16,2-2-16 16,-8-3 13-16,-3 0-14 15,-10-5-2-15,-6 2-16 16,0 7-11-16,0 4-28 15,-53 16-19-15,-3 12 27 16,3 16-17-16,-12 0 64 16,10 31-14-16,2 41 3 15,13 13-35-15,5 3 16 0,17 1-68 16,5-17-276 0</inkml:trace>
  <inkml:trace contextRef="#ctx0" brushRef="#br0" timeOffset="39199.22">9904 11931 58 0,'0'0'65'0,"0"0"82"0,0 0-17 0,0 0-20 16,0 0-24-16,0 0-37 0,0 12-30 15,0-12-16 1,0 4 0-16,0 0-2 0,0-1 5 16,0-3 1-1,0 8 56-15,0-8 15 0,0 5 24 16,0-5-50-16,0 0-15 15,0 4-11-15,0-4 1 16,0 4-2-16,0-4-23 16,0 0 10-16,0 0-7 15,0 0 23-15,0 0-21 16,0-44-3-16,0-5-3 16,0-7 7-16,0-8-3 15,0 20-1-15,0 0-8 0,0 16 6 16,0 17-5-1,0 6 2-15,0 5 1 16,0 0 5-16,-7 0 1 0,-27 5-6 16,9 26-11-16,-21 17-34 15,-1 0-108-15,-8 16-122 16,8-8-183-16</inkml:trace>
  <inkml:trace contextRef="#ctx0" brushRef="#br0" timeOffset="40165.68">9838 12476 360 0,'0'0'168'0,"0"0"-56"0,0 0-6 0,0 0-37 0,0 0-40 16,0 0 23-16,0 0 1 16,0 0-11-16,0 0 20 15,0 0 11-15,0 0-20 16,0-12-32-16,0-4 2 16,25 0-16-16,16-4-1 15,5 4-6-15,1 3 1 16,8 6-2-16,-8 7-13 15,-28 0-10-15,8 7-22 16,-27 42 29-16,0 23 16 0,0 8-10 16,-40 9 3-1,-13-5 7-15,13-12 1 0,12-20 5 16,28-28 1-16,0-12-5 16,0-7-2-16,34-5 3 15,19 0-3-15,9 0 4 16,-9-21 2-16,-13 6-3 15,-6 7-4-15,-15-1-6 16,-7 5-27-16,-6 0-60 16,-6-4-151-16,0 0-261 15</inkml:trace>
  <inkml:trace contextRef="#ctx0" brushRef="#br0" timeOffset="41048.32">9944 13343 111 0,'0'0'443'0,"0"0"-322"0,0 0 37 0,0 0-62 15,0 0-84-15,0 0-6 16,53-61 61-16,-13 33-51 16,0 17 11-16,-12-2 0 0,6 13-16 15,-9 0-9-15,-3 0 7 16,-4 8 0-16,-11 8 0 16,2 12 8-16,-9 0-9 15,0 0 6-15,0 5-14 16,0 3-2-16,0-9-11 15,0 6-10-15,18-13-21 16,4-9-1-16,15 6 20 16,4-13-4-16,5-4 28 15,-12 4 2-15,-6-4-7 16,-15 8 5-16,-13 0 1 16,0 8 1-16,0 4 35 15,0 12 17-15,-35 8-4 16,-23 13-19-16,-11 2-27 15,-8-6-3-15,2 2 0 16,23-15-16-16,11-6-60 0,41-19-5 16,0-11-187-1</inkml:trace>
  <inkml:trace contextRef="#ctx0" brushRef="#br0" timeOffset="41880.87">10238 14225 529 0,'0'0'208'0,"0"0"-177"0,0 0 97 0,0 0-56 16,0 0-37-16,0 0-10 15,-27 180-16-15,14-144-9 0,7-3 0 16,6-10-1 0,0-3 1-16,0-15-5 0,0-5-19 15,0 0 10-15,28 0 3 16,12 0 11-16,7 0 5 15,5 0-1-15,-5 0-1 16,-7-8-3-16,-12-1 7 16,-3 1-5-16,-19 0-4 15,0-4-11-15,-6-7 3 16,0 2 3-16,0-7 7 16,0 1 0-16,0 10 3 15,0 1 1-15,0 12-4 16,0 0-6-16,0 0-1 15,0 0 7-15,0 0 17 16,0 12 18-16,0 8 1 0,0 4 18 16,0 9-15-16,0 6-19 15,0 10 4-15,0 2-7 16,0-2-9-16,0-5-1 16,0 0-14-16,0-12-3 15,0-11-31-15,10-1 6 16,8-20-54-16,-5 0-130 15,-13 0-349-15</inkml:trace>
  <inkml:trace contextRef="#ctx0" brushRef="#br0" timeOffset="42829.58">10384 15031 124 0,'0'0'397'0,"0"0"-297"0,0 0 28 0,0 0-49 0,0 0-2 16,0 0-6-16,0-5-34 15,0 5-14-15,0 0 17 16,0 0 27-16,0 0-28 15,0 0 1-15,0 0-19 16,0 0 8-16,0 0-18 0,0 0-3 16,0 0-4-16,0 5 0 15,-18-5-4-15,18 0 3 16,0 8-6-16,0 0 4 16,0 0-2-16,0 7-16 15,0 10 6-15,0-1 1 16,0 1 7-16,0 3 0 15,0-9 3-15,27 1-6 16,-2 0 8-16,-9-7-8 16,2 3 5-16,-11-9-5 0,14 6 5 15,-14-2-1-15,-7 6 0 16,0-1 2-16,0 12 10 16,0-4-7-16,0-4 6 15,0 4-4 1,0 0-6-16,0 4 4 0,-28 0-6 15,3 1-5-15,-9-6-4 16,0-2 0-16,6-14-6 16,21 1 11-16,1-8-20 15,6 0-30-15,0-36-87 16,0-8-147-16,-12-4-159 16</inkml:trace>
  <inkml:trace contextRef="#ctx0" brushRef="#br0" timeOffset="43229.32">10580 14887 79 0,'0'0'214'0,"0"0"-11"0,0 0-15 0,0 0 9 0,0 0-32 0,0 0-67 15,0 0-61-15,12 0-9 16,-12 0-4-16,6 0 11 16,-6 0-17-16,9 0 10 15,4 0-27-15,15-8 1 16,12-4-2-16,-3-4-15 16,25-5-49-16,-21 1-52 15,-29 8-228-15</inkml:trace>
  <inkml:trace contextRef="#ctx0" brushRef="#br0" timeOffset="54986.01">1591 6953 36 0,'0'0'125'0,"0"0"-119"0,0 0 1 0,0 0 102 16,0 0 31-16,0 0-71 15,0 0-12-15,0-28-1 16,0 25 42-16,0 3-11 15,0-5-15-15,0 5-31 16,0-3-39-16,0-2-2 16,6 2 12-16,-6-1-10 15,6-1 11-15,-6-3 20 16,0 0 8-16,0 0-5 16,0 0-36-16,0 4 10 0,0-4-8 15,0 5-1 1,0-2-1-16,0 2 1 0,0 3 19 15,0-5-14 1,0 5 35-16,0 0-21 0,0-3-19 16,0 3-1-16,0-5-1 15,0-2-1-15,0 7 4 16,0 0 5-16,0 0 3 16,0 0 15-16,0 0-14 15,0 3-11-15,0 22 1 16,0 6 0-16,0 13 2 15,0 1 4-15,0 7-6 16,12 0 4-16,-12-8 3 16,22 9-4-16,-9-9-2 0,-7-1 8 15,-6 6-10 1,0 7 1-16,0-1 0 0,0-6-2 16,0 4 0-16,0-9 1 15,0 0 0-15,0-5 0 16,0-3-7-16,6-3 4 15,-6-5 3-15,0-4-1 16,6-4-9-16,3-8 9 16,-2 8-8-16,-1-20 16 15,-6 12-17-15,0-12 8 16,6 0-5-16,6 0-17 16,10 0 8-16,3 0 16 15,-3-4 9-15,18-4 0 0,-15-4-6 16,24 4 4-1,17 8-4-15,2 0 4 0,3-4-5 16,-15 4 13 0,-3 0-13-16,5-8 3 0,5 8 5 15,-11 0-8-15,1 0 6 16,0 0-6-16,9-13 4 16,-3 13 0-16,3-7-12 15,-10 7 10-15,-5-12-4 16,-1 12 0-16,7-4 0 15,-13 4 0-15,1 0 1 16,5 0 2-16,-6-5-3 16,7 2 0-16,15-5 0 15,-9 3-2-15,6-2-3 0,-13-6 5 16,4 5 0 0,-4 5 2-16,-5-5-1 0,5 8 7 15,-15 0-7-15,3 0 2 16,13 0-5-16,9 0 4 15,2 0-2-15,8-12 0 16,-4 4-5-16,-22-5 5 16,-6 13 0-16,-9-3-2 15,-10-2 5-15,16 1 0 16,-3 1-1-16,0-2-2 16,3-6 0-16,9 3-2 15,16-9-1-15,-9-3 3 16,-1 4-2-16,-15 8 5 0,-3 5-6 15,-6-2 9-15,-4 5-10 16,1 0 8-16,-3 0-6 16,2 0 2-16,-2 0 0 15,2 0 0-15,-12 0 2 16,16-4-4-16,-9 0 4 16,-7 0-7-16,6 4 11 15,-12 0-10-15,9 0 6 16,-2-4-2-16,5 4 1 15,0-4 1-15,4 1-4 16,-4-2 8-16,1-3-14 16,9 0 16-16,-22 0-16 0,12 4 11 15,-12 1-9 1,12-6 5-16,-12 5 1 0,10-4 6 16,-10 0-4-16,0 4 7 15,0-8-1-15,0-4-2 16,6-12-2-16,0 0-8 15,-6-9 0-15,12 6-8 16,-12-5 10-16,0 3-6 16,0 10 5-16,0 2 5 15,0 1-15-15,0 9 23 16,0-2-11-16,0-7 1 16,0 0 0-16,0-12-1 15,0-12-5-15,0 4 1 0,0-9-1 16,0 10-1-1,0-2 14-15,0 10-10 0,0-2 7 16,0 2-8-16,0-5 2 16,0-1 2-16,0-7-1 15,0 16-14-15,0 4 6 16,0 0 7-16,0 4-1 16,0 0 2-16,0 7-10 15,0 5 13-15,0 5-4 16,0-6 2-16,0 9 0 15,0 0 6-15,0 0-4 16,-12 0 2-16,6 0-4 0,-10 0-2 16,-8 0-1-1,17 0-6-15,-8 0-3 0,-10 0 3 16,-3 0-7 0,0 0 16-16,-3 0-4 0,-3 0 11 15,-12 0-2-15,-16 0-3 16,-4 0 3-16,4 9-4 15,-9-6-1-15,9 5 6 16,-3 0-5-16,-3-3 1 16,21 7 8-16,-12-4 0 15,-9 3-8-15,-12 2-2 16,-1 7 0-16,3 0-2 16,4-9-21-16,12-3 10 15,15-3 13-15,23-5-15 16,-10 0 5-16,-7 0 10 0,7 0 0 15,-6 0 3-15,9 0 10 16,-3 0-10-16,0 0 6 16,-1 0-7-16,-5 0-2 15,0 0 2-15,0 0-2 16,15 0 0-16,-9 0 0 16,0 0 0-16,-13 0 6 15,7 0-8-15,-13 0 2 16,19 0 0-16,9 8 10 15,-15 4-5-15,24-9-3 16,-15 2 1-16,3-5 2 16,7 0 2-16,-10 0-14 15,3 4-5-15,-13-4 3 16,-5 0 2-16,6 0-13 0,-1 0 16 16,1 0 4-16,6 0 2 15,3 0-2-15,-16 0 0 16,19 4-1-16,1-4 1 15,-14 0-9-15,-5 0-5 16,5 0-30-16,-5 0-9 16,12 0 40-16,9 0-15 15,-15 0 4-15,12 0 24 16,9 0 9-16,-3 0 20 16,16 0 18-16,0 0-4 15,0 0-38-15,6 0-5 0,0 0 0 16,0 0-9-1,0 0-4-15,-6 0 7 0,-10 0 6 16,4 0 5-16,-7 0-2 16,19 0 8-16,0 0-10 15,0 0-1-15,0 0-3 16,0 0-38-16,0 0 26 16,0 0-23-16,0 0-6 15,0 0-67-15,0 0-110 16</inkml:trace>
  <inkml:trace contextRef="#ctx0" brushRef="#br0" timeOffset="58102.43">14108 9183 72 0,'0'0'569'0,"0"0"-525"0,0 0 74 0,0 0-18 0,-19 213-66 0,19-173-9 16,0-4 18-16,0-7-20 15,0-14 4-15,0 1 37 16,0-8-30-16,0-4 7 16,0-4-21-16,0 0 9 15,0 0-15-15,0-4-7 16,0-43 18-16,0-25-18 15,0-13-4-15,-6-20 0 16,-15-3-1-16,8-8 3 16,7 4-10-16,6 7-4 15,0 9-14-15,0 16-14 0,0 20 7 16,12 28 7-16,7 20 7 16,9 12-3-16,0 0-49 15,3 40 53-15,-9 24 4 16,-22 16-1-16,0 8 0 15,-35-3 9-15,-39-9-9 16,-4-12 10-16,4-15 2 16,12-22 30-16,25-10 41 15,15-14-32-15,22-3-21 16,0 0-18-16,0 0-6 16,6 5-11-16,41 2 17 15,-1 9 15-15,10 9-1 0,-16 2 5 16,1 6-18-16,-16-5 18 15,9 0-18-15,-6-4 2 16,-4-9-3-16,11-2-9 16,-17-5-12-16,-2-4-2 15,-10-4-25-15,-6 0-48 16,0 0 34-16,6 0-58 16,-6 0 55-16,6 0 65 15,0 0 65-15,4 0 11 16,2 0-32-16,-6 0-24 15,22 0-7-15,-9-20 6 16,3 0-18-16,-4-4 18 16,1-9 18-16,9-3 20 15,-7-8-23-15,-2-7 2 0,-7-6-13 16,16 5-15-16,-15 4-8 16,2 12 2-16,-2 16-5 15,-1 15-13-15,-6 5 9 16,16 0-28-16,12 21 33 15,13 27 2-15,5 8 16 16,1 4-11-16,0-4-2 16,-13 1-6-16,-12-9 6 15,-10-12-6-15,-2-8-21 16,-10-17-27-16,-6-6-57 16,0-5-27-16,0 0-84 0,-12 0-181 15</inkml:trace>
  <inkml:trace contextRef="#ctx0" brushRef="#br0" timeOffset="58283.2">14669 9087 465 0,'0'0'707'0,"0"0"-687"0,0 0-8 0,0 0 0 15,0 0-12-15,0 0-7 16,109-23-4-16,-69 2-22 15,7 1-26-15,-7 0-60 16,-6 4-126-16,-15 0-285 16</inkml:trace>
  <inkml:trace contextRef="#ctx0" brushRef="#br0" timeOffset="58600.01">15277 8854 445 0,'0'0'324'15,"0"0"-310"-15,0 0 52 16,0 0 31-16,0 0-76 16,0 0-14-16,-112-11 2 15,91 11-3-15,15 0-3 16,6 28 3-16,0 4 12 16,0 8-18-16,34-4 0 15,18-4 4-15,10 0-4 16,-3-8 2-16,-6-4 4 0,-13 1-5 15,-18-10 2-15,-3 1 2 16,-19 1-4-16,0 2 18 16,0 6 50-16,-35-1-41 15,-23-4-28-15,-1-1-24 16,3-10 17-16,31-5-111 16,10 0-68-16,15-17-348 15</inkml:trace>
  <inkml:trace contextRef="#ctx0" brushRef="#br0" timeOffset="59198.82">16040 8738 676 0,'0'0'282'0,"0"0"-259"0,0 0-6 0,0 0 5 0,0 0-18 16,0 0-4-16,-326 229 4 15,311-185-2-15,15-8 4 16,0-4-6-16,15-8 0 0,38-8-8 15,21-12 4-15,-2-4-4 16,8 0 3-16,-11 0 0 16,-4-23-2-16,-25-2-25 15,-12 9 1-15,-10 4 22 16,-18 8-3-16,0 4 12 16,0 0 38-16,0 0 11 15,0 0-41-15,0 0-8 16,16 0-8-16,3 0-14 15,2 13 20-15,26-2 4 16,-7 5-6-16,-9-4 12 16,16-7-5-16,-13-2 3 15,-6-3 20-15,-10 0-17 0,-12 0 1 16,4 0 7-16,-4 0 16 16,0 0-3-16,7-28-3 15,-13-8-2-15,0 0-19 16,0 4 8-16,0 4-13 15,0 8 8-15,0 4-9 16,0 4 0-16,0 4-3 16,0-5-43-16,0 2-66 15,21 2-51-15,10 1-61 16,-3 8-253-16</inkml:trace>
  <inkml:trace contextRef="#ctx0" brushRef="#br0" timeOffset="59699.1">16821 8763 212 0,'0'0'250'0,"0"0"-65"0,0 0-37 0,0 0-43 0,0 0-85 16,0 0-20-16,0 0-7 16,0 0-30-16,0 8 32 0,0 8 5 15,0 4 33 1,16-1 21-16,-10 9-22 0,6 0-14 16,10 1-6-16,3-1-6 15,-3-8 3-15,-4 0-18 16,4-7 1-16,-10-10 4 15,-6-3 0-15,1 0 4 16,-7 0 22-16,0 0 15 16,0-8 5-16,9-28-29 15,3-8-13-15,1-9 6 16,-1 9-11-16,4 0 7 16,-10 4-4-16,-6 16 0 0,0 4 2 15,0 12 4-15,0 8 6 16,0 0 20-16,0 0-15 15,0 0-15-15,0 0-17 16,0 0-8-16,0 0-47 16,0 0-15-16,6 0-76 15,-6 0 107-15,12 0 27 16,-12 0-76-16,0 0-344 16</inkml:trace>
  <inkml:trace contextRef="#ctx0" brushRef="#br0" timeOffset="60148.75">17110 8686 7 0,'0'0'370'0,"0"0"-285"0,0 0-58 0,0 0-8 0,0 0 41 16,0 0 1-16,0 0-18 16,0 0-33-16,0 0-10 15,0 0 0-15,0 0 15 16,0 0 1-16,0 0-16 16,0 0-3-16,0 0-13 15,0 0-2-15,12 0-34 16,-3 0-14-16,4-4 29 15,-13-4-27-15,0 0-252 16</inkml:trace>
  <inkml:trace contextRef="#ctx0" brushRef="#br0" timeOffset="60476.98">17110 8686 943 0</inkml:trace>
  <inkml:trace contextRef="#ctx0" brushRef="#br0" timeOffset="60582.54">17110 8686 943 0,'179'-48'89'0,"-179"68"-10"0,0 4-41 15,0 1-24-15,0-2-10 16,0-2 1-16,0-1-2 16,0-1-5-16,0 6 2 15,0 3-9-15,0 8-46 0,-18 0-62 16,-16 0-120-16,-13-4-142 16</inkml:trace>
  <inkml:trace contextRef="#ctx0" brushRef="#br0" timeOffset="60848.14">17063 8807 693 0,'0'0'296'15,"0"0"-294"-15,0 0 94 0,0 0-9 16,0 0-47-16,195-25 7 15,-164 25-31-15,4 0-2 16,17 0-12-16,-11 0 13 16,-1 0-15-16,0 0-1 15,-27 5-17-15,14-5-9 16,-20 0-9-16,-1 0-49 16,-6 0-75-16,0 0-171 15,0 0-319-15</inkml:trace>
  <inkml:trace contextRef="#ctx0" brushRef="#br0" timeOffset="61033.87">17063 8807 451 0</inkml:trace>
  <inkml:trace contextRef="#ctx0" brushRef="#br0" timeOffset="61148.2">17063 8807 451 0,'307'-172'219'0,"-307"211"-122"0,0 13 60 16,0 17 135-16,22 7-270 0,-4-29-12 15,4-6-10 1,3-17-15-16,-3-8-17 0,-10-8-20 15,0-8-43-15,-5 0-105 16,14 0-76-16</inkml:trace>
  <inkml:trace contextRef="#ctx0" brushRef="#br0" timeOffset="61446.95">17686 9003 280 0,'0'0'97'0,"0"0"-81"15,0 0 23-15,227 4-20 0,-162-16 11 16,-3-29 40-16,-28-2 8 16,-3-5-8-16,-31-5 8 15,0 6 20-15,0 6-9 16,-40 9-36-16,-26 16-25 15,-27 16 4-15,-15 0-24 16,-4 12 14-16,16 37-22 16,16 3 0-16,27-4-4 15,19-1-21-15,21-6-86 16,13-10-301-16</inkml:trace>
  <inkml:trace contextRef="#ctx0" brushRef="#br0" timeOffset="62114.31">16750 8846 429 0,'0'0'92'0,"0"0"-92"0,0 0-3 0,0 0-13 0,0 0 16 16,0 0 53-16,0 25 41 16,0 3 52-16,0 4 20 15,0 4-58-15,6 0-54 0,0-8-31 16,7-3-21-16,-4-10 4 16,-3-7-6-16,-6-4-78 15,6-4-172-15</inkml:trace>
  <inkml:trace contextRef="#ctx0" brushRef="#br0" timeOffset="62896.93">18539 8987 372 0,'0'0'290'0,"0"0"-192"0,0 0 12 0,0 0-5 16,0 0-58-16,0 0 18 15,28 0-5-15,-28 0-22 16,0-8-10-16,0 4-16 0,0 0-2 16,0 0-10-1,0 0-4-15,0 4-4 0,0 0 2 16,0 0-7-16,0 0 2 16,0 0 9-16,0 0-5 15,0 0-16-15,0 0 2 16,0 0-5-16,0 0-81 15,0 0-90-15,0 0-35 16,0 0-346-16</inkml:trace>
  <inkml:trace contextRef="#ctx0" brushRef="#br0" timeOffset="63145.6">18399 8497 224 0,'0'0'911'15,"0"0"-853"-15,0 0 12 16,0 0-13-16,0 0-52 16,0 0-10-16,41 0-18 15,-41 0-24-15,0 0-25 16,0 0 39-16,0 0-80 15,0 0-151-15,0 5-136 16</inkml:trace>
  <inkml:trace contextRef="#ctx0" brushRef="#br0" timeOffset="63844.48">14877 9757 283 0,'0'0'71'0,"0"0"92"0,0 0-21 0,0 0-75 0,0 0 79 16,0 0-31-16,-74-24-58 0,74 24-21 16,15 0 9-1,44-4-7-15,15 0 1 0,26-4-8 16,49-5 13-16,55 6 4 15,66-9-12-15,62-16 26 16,49-8-20-16,41-9-5 16,12 5-20-16,-6 4-17 15,-41 8-2-15,-64 24-57 16,-91 8-88-16,-111 0-64 16,-102 24-540-16</inkml:trace>
  <inkml:trace contextRef="#ctx0" brushRef="#br0" timeOffset="66595.39">15472 10279 558 0,'0'0'248'0,"0"0"-173"0,0 0-7 0,0 0-68 0,0 0-1 0,0 0-14 0,35-17 11 0,-29 9 8 15,0 8 42-15,-6 0 48 16,0 0 15-16,0 0-74 0,0 0-8 15,0 0-18-15,0-3-8 16,6-2-2 0,-6-3 3-16,0 0 6 0,0 4-7 15,0 0 36 1,0 4-8-16,0 0 17 0,0-4-26 16,0 1-4-16,0-2-16 15,-12 2-4-15,-16 3 1 16,3 0 1-16,-9 0-1 15,6 0 3 1,3 0-1-16,-9 0 2 0,0 8 7 16,6 12-6-16,-3-1-4 15,9 1 2-15,10-4-8 16,0 1 6-16,-4 2-14 16,4 6 16-16,-1 6-5 15,-2 10-3-15,15 7 10 16,0-8-5-16,0 0 3 0,0 4-13 15,0 0 6-15,15-3-16 16,4-2 13-16,-7 9 7 16,-2-4-2-16,-10-3 5 15,0-8-3-15,0-2 2 16,0-7-7-16,0 0-11 16,12 8 7-16,0 4 9 15,10 5-13-15,3 3 15 16,3-4-1-16,-16 4-4 15,4-16 10-15,-16 8-10 0,0-8 3 16,0 4-13 0,-10-4-5-16,-21-3-33 15,-9-6 34-15,-6-11-8 0,-10 9 22 16,-9-17-63-16,3 0-114 16,-4 0-247-1</inkml:trace>
  <inkml:trace contextRef="#ctx0" brushRef="#br0" timeOffset="67276.88">15045 10828 141 0,'0'0'358'0,"0"0"-298"0,0 0 5 0,0 0-25 0,0 0-13 0,0 0 0 0,0 0-23 16,0-20 75 0,0 20 57-16,0 0-33 0,0 0-19 15,0 0-35-15,0 0-26 16,12 0-12-16,50-4 1 16,3-4 15-16,16-13 11 15,-1 1-24-15,-5 4-2 16,-16-4-12-16,-25 1-26 15,-16-1-60-15,-18 12-98 16,0 0-443-16</inkml:trace>
  <inkml:trace contextRef="#ctx0" brushRef="#br0" timeOffset="68009.05">15848 10976 195 0,'0'0'202'0,"0"0"-88"0,0 0 7 0,0 0-54 0,0 0 26 0,0 0 22 16,0 0-11-16,0 0-11 0,0 0-22 15,0 0-16-15,0 0-18 16,0-27-3 0,-28-6-32-16,-6-7 24 0,3-4-20 15,3-5 5-15,0 10-7 16,15-13-8-16,7 11 2 16,6 1-4-16,0 12-21 15,0 9-15-15,0 2 2 16,19 1-49-16,27-4-91 15,10-4-167-15</inkml:trace>
  <inkml:trace contextRef="#ctx0" brushRef="#br0" timeOffset="68509.33">15959 10844 423 0,'0'0'184'0,"0"0"-121"0,0 0 49 0,0 0-33 0,0 0 18 0,0 0-20 0,223-213 2 0,-204 193-53 16,15 1 1-16,-15-2-27 16,-4 1-6-16,-15 4-38 15,19 4-82-15,-1 0-82 16,-2 0-123-16</inkml:trace>
  <inkml:trace contextRef="#ctx0" brushRef="#br0" timeOffset="68824.17">16080 10411 132 0,'0'0'223'15,"0"0"-207"-15,0 0 111 16,0 0 27-16,0 0-56 16,0 0 35-16,40 51 2 15,-18-26-24-15,3 11-43 16,3-8-45-16,-10 4-2 15,4-15-18-15,-3 6 1 16,-4-7-4-16,-15-4-17 0,25 1-30 16,-13-2-43-1,4-6-46-15,18 3-161 0,-15-8-307 16</inkml:trace>
  <inkml:trace contextRef="#ctx0" brushRef="#br0" timeOffset="69359.95">16496 10310 386 0,'0'0'122'0,"0"0"1"0,0 0-10 0,0 0-7 0,0 0-39 16,0 0-51-16,161 225 12 15,-149-185 19-15,-12 0 46 16,0-8-23-16,0 13 8 16,0 2-40-16,-6 6 6 15,-16 2-23-15,4-6-11 16,2-13-10-16,10-19-31 16,6-14-22-16,0-3-88 0,0-8-326 15</inkml:trace>
  <inkml:trace contextRef="#ctx0" brushRef="#br0" timeOffset="71073.3">17097 10680 33 0,'0'0'544'0,"0"0"-464"0,0 0 8 0,0 0-27 0,0 0-35 16,0 0 28-16,0 12 4 15,-6-12-7-15,6 3-26 0,0-3 55 16,0 0-35-1,0 0-5-15,0 0-21 0,0 0-15 16,0 0 22-16,0 0-25 16,0 0 18-16,0 0-15 15,0 0 18-15,0 0-14 16,0 0-1-16,19 0-7 16,21 0 9-16,6 0 1 15,7 0-7-15,3 0 7 16,-10 0-5-16,-11 0-10 15,-11 0-8-15,-2 0-12 16,-16 0-26-16,0-3 10 16,-6 3-28-16,0-4-73 0,0-4-115 15,0 3-137 1</inkml:trace>
  <inkml:trace contextRef="#ctx0" brushRef="#br0" timeOffset="71556.93">17063 10547 111 0,'0'0'483'0,"0"0"-344"0,0 0-19 0,0 0 4 0,0 0-63 0,0 0 38 0,115 0-62 15,-56-4 14-15,9-4-11 16,-9 1-6-16,9-2-17 15,-15-3-10-15,-13 0-14 16,-6 4-31-16,-28 4-40 16,-6 4-93-16,0 0-314 15</inkml:trace>
  <inkml:trace contextRef="#ctx0" brushRef="#br0" timeOffset="72638.09">17972 10904 549 0,'0'0'96'0,"0"0"-48"0,0 0 34 16,0 0-50-16,0 0-24 0,0 0-6 0,15 0 18 0,-15 0 83 16,0 0 16-16,0 0-17 15,0 0-49-15,0 0-3 16,0 0-38-16,0 0 8 15,6 0-19-15,0 0 1 0,1 0 9 16,11-12-11 0,16-16 23-16,13-17 6 15,15-7-3-15,-9 4-14 16,-1-7 6-16,10 2-18 0,-3 1 0 16,-18 4-40-1,-7 24-1-15,-22 8-25 16,-12 16-18-16,0 0-62 0,0 0-176 15,0 0-270-15</inkml:trace>
  <inkml:trace contextRef="#ctx0" brushRef="#br0" timeOffset="73306.17">18034 10454 317 0,'0'0'137'0,"0"0"-28"0,0 0-5 0,0 0-24 0,0 0 66 0,0 0-37 16,71 53-10-16,-31-25-29 15,-6 1-31-15,7-1-9 16,-7-5-18-16,0 9-5 15,-22-7-4-15,1-5 0 0,-13-1-3 16,0-11-6-16,0 9-23 16,0-9-52-1,0-8-178-15,0 0-614 16</inkml:trace>
  <inkml:trace contextRef="#ctx0" brushRef="#br0" timeOffset="74418.88">18161 10531 125 0,'0'0'136'0,"0"0"-90"0,0 0 8 0,0 0-12 16,0 0-27-16,0 0 29 16,0-28 53-16,0 28 49 15,0 0 2-15,0 0-42 16,0 0-59-16,0 0-9 16,0 0-11-16,0 0 8 15,0 0-23-15,0 0 3 0,0 0-13 16,0 0 21-16,0 0-6 15,0 0 9-15,0 0 1 16,0 4-13 0,6 17-14-16,0 2 10 0,0 9 2 15,7-4-8-15,8-3 15 16,-2 3-16-16,3 0 5 16,3 8-6-16,2 0 6 15,-8 0-7-15,3 4 4 16,-4-12-9-16,4-4 4 15,-3-4-1-15,-4-11-43 16,-9-2-12-16,-6-3-3 0,0 8 11 16,0 8-59-1,0 1-202-15</inkml:trace>
  <inkml:trace contextRef="#ctx0" brushRef="#br0" timeOffset="75403.53">18694 10022 247 0,'0'0'59'0,"0"0"45"0,0 0 40 0,0 0-9 0,0 0-25 16,0 0 18-16,0 0-48 0,0 0-3 15,0 0-29 1,0 0-2-16,12 0-41 16,16 0 3-16,-9 0 16 0,21-5 2 15,1 2-1 1,-7-9-23-16,12 12-2 16,-6 0-6-16,-5 0-7 0,-23 0-40 15,10 8 9-15,-22 24 8 16,0 16 35-16,0 0 1 15,-7 0 3-15,-14-8 9 16,2-12-7-16,19 5 16 16,0-18-16-16,0-2 0 15,0-10-2-15,0-3-3 16,25 0 9-16,21 0 6 16,1 0 12-16,9-3-15 0,-3-22 19 15,-1 1-30-15,-5 1 6 16,-13 6-7-16,-6 1-23 15,-22 5-62-15,-6 11-170 16</inkml:trace>
  <inkml:trace contextRef="#ctx0" brushRef="#br0" timeOffset="98687.12">3315 9725 82 0,'0'0'194'0,"0"0"-150"0,0 0 3 0,0 0-47 0,0 0-27 16,0 0-17-16,0 0 44 16,0 0 17-16,0-8 49 15,0 8 17-15,0 0-83 16,0 0-5-16,0 0-75 15,0 0 80-15,0 0 108 16,0 0 49-16,0 0-17 16,0 0 2-16,0 0-44 15,0 0-32-15,0 0-23 16,0 0-26-16,0 0 3 16,0 0-18-16,0 0 20 0,0 0 2 15,0 0 4-15,0 0-9 16,0 0-5-16,0 0-14 15,0 0 0-15,0 0-4 16,0 0-2-16,0 0 1 16,0 0-6-16,0 0-21 15,-16 0-86-15,-2 0-322 16</inkml:trace>
  <inkml:trace contextRef="#ctx0" brushRef="#br0" timeOffset="99216.9">3395 9444 514 0,'0'0'48'0,"0"0"1"0,0 0 50 0,0 0-44 0,0 0-31 15,0 0 15-15,0 0-27 16,0 0 44-16,0 0 9 16,0 0-12-16,0 0-5 15,0 0-25-15,0 0 16 16,0 0-38-16,0 0 11 0,0 0-11 15,0 0-1 1,0 0 0-16,0 0-14 0,0 0 9 16,0 0-1-1,0 0 0-15,0 0-10 0,0 0 13 16,0 0 3-16,0 0-66 16,0-12-210-16</inkml:trace>
  <inkml:trace contextRef="#ctx0" brushRef="#br0" timeOffset="100164.22">3795 9761 288 0,'0'0'166'0,"0"0"-141"0,0 0 4 0,0 0-28 0,0 0 1 16,0 0 6-16,0 0 21 15,0 0 7-15,0 0 30 16,0 0 21-16,0 0-7 16,0 0-16-16,0 0-33 15,0 0-24-15,0 0-3 16,0 0 17-16,0 0 2 15,0 0 24-15,0 0-5 16,0 0 14-16,6 0-20 16,1 0-15-16,8 0-11 15,10-19-3-15,15-19 8 16,7-5 14-16,21-6-13 16,-3 2-13-16,3-2-2 15,-3 9-1-15,-3 4-10 0,-3 4-19 16,-18 4 5-1,-13 20-21-15,-22 8-43 0,-6 0-18 16,0 0-93-16,0 0-63 16</inkml:trace>
  <inkml:trace contextRef="#ctx0" brushRef="#br0" timeOffset="100897.09">3863 9272 271 0,'0'0'61'0,"0"0"12"0,0 0-6 0,0 0-50 16,0 0-16-16,0 0 58 15,0 0 23-15,0 0 22 16,0 0 3-16,0 0-20 15,0 8-44-15,7 8-28 16,11 4 16-16,4 4 3 16,3 4-1-16,3 0-1 15,6 12 2-15,12 9 7 16,13 18-1-16,9-2-1 16,-9-1-39-16,0-12 17 0,-3-16-15 15,-9-8-4-15,-13-16-1 16,-10 0-10-16,-8-12-29 15,-10 0-29-15,-6 0-72 16,0 0-228-16</inkml:trace>
  <inkml:trace contextRef="#ctx0" brushRef="#br0" timeOffset="103479.06">11128 9978 544 0,'0'0'262'0,"0"0"-163"0,0 0-26 0,0 0-55 16,0 0 9-16,0 0 17 16,0 0 42-16,0 0-27 15,0 0-2-15,0 0-11 16,0 0-20-16,0 0-17 15,0 0-8-15,0 0-2 16,0 0-16-16,0 0 13 16,0 0 8-16,0 0-1 15,0 0-3-15,0 0 1 16,0 0-1-16,0 0-1 16,0-4-24-16,0-20-47 15,0-4-49-15,0-13-528 0</inkml:trace>
  <inkml:trace contextRef="#ctx0" brushRef="#br0" timeOffset="104195.35">11042 9552 281 0,'0'0'325'0,"0"0"-181"0,0 0 28 0,0 0-75 0,0 0-31 15,0 0-40-15,0 0-22 16,0 0 4-16,0 0-1 0,0 0 0 16,0 0 23-16,0 0-19 15,0 0 13-15,0 0-24 16,0 0-1-16,0 0-3 15,0 0-2-15,0 0 2 16,0 0 7-16,6 0-6 16,-6-3-17-16,0-17-32 15,6-1-95-15,-6 9-291 0</inkml:trace>
  <inkml:trace contextRef="#ctx0" brushRef="#br0" timeOffset="111338.14">11668 9292 327 0,'0'0'2'0,"0"0"22"0,0 0 67 0,0 0-18 0,0 0 10 15,0 0 44-15,0 0-37 16,22 0-39-16,-16 0 0 16,-6 0-12-16,6 0 8 15,-6 0-24-15,28 19 49 16,-3 10-12-16,15 7-13 15,0 9-22-15,7 2 7 16,-13 1-12-16,6-4-19 16,-12-3 9-16,-3-10-10 15,-10-2-1-15,-8-1-37 16,-7-5-36-16,0-2-143 16,0-9-318-16</inkml:trace>
  <inkml:trace contextRef="#ctx0" brushRef="#br0" timeOffset="112073.25">11795 10010 107 0,'0'0'253'0,"0"0"-91"0,0 0-18 0,0 0-59 16,0 0-33-16,0 0-22 15,0 0 5-15,0 0-12 16,0 0 8-16,0 0 23 15,0 0-2-15,0 0 24 16,0 0-27-16,0 0 10 16,0 0-30-16,0 0 6 15,0 0-32-15,0 0-3 0,0 0 0 16,0 0-16-16,22-13 7 16,12-31 9-16,6-15 13 15,13-14-4-15,12-3 14 16,22 4-20-16,-13-8 15 15,7 3-12-15,-1 1-6 16,-21 8-5-16,10 12-9 16,-29 15-12-16,-15 18-29 15,-25 23 8-15,0 0-15 16,-13 0-17-16,-46 31-237 16</inkml:trace>
  <inkml:trace contextRef="#ctx0" brushRef="#br0" timeOffset="139848.2">13621 11898 225 0,'0'0'242'0,"0"0"-218"0,0 0 6 0,0 0-10 15,0 0-19-15,0 0 53 0,0 0 16 16,0 0-7-16,0 5 40 16,0-5 13-16,0 0-39 15,0 0-34-15,0 4 0 16,0-4-31-16,0 0-3 16,0 3-8-16,0-3 0 15,0 0 2-15,0 0 3 16,0 0 7-16,0 0-9 15,0 0 7-15,0 0-9 16,0 0 20-16,0 0-20 16,0 0 17-16,0 0-13 0,-28 0-5 15,16 5-1 1,-16-5 0-16,3 16-3 0,4-4 8 16,-14-1-13-16,17 6 14 15,-16 2-13-15,21 2 7 16,-8 3-3-16,8-4 2 15,-5-4 0-15,8 4 0 16,-2 4-15-16,12-3 14 16,0 7-15-16,0-9 17 15,0 6-10-15,0-5 6 16,0-1-3-16,0 6 7 16,0-1 0-16,0-9 1 0,0 18-6 15,0-9 11 1,0 4-11-16,0 0 10 0,0 0-10 15,12-4-1-15,-2 1 6 16,14-2-8-16,-8 5 7 16,-4-12-1-16,1 17 4 15,8-5-7-15,-8 0 10 16,-1 4-10-16,10 0 10 16,-10-8-10-16,1 0 8 15,2 0-3-15,-2 0 0 16,5 4-2-16,-8 5 2 15,-4-6 0-15,-6 9 11 16,0-3-4-16,0 3 2 16,0-8-7-16,-34 8 2 15,6-8-3-15,-13 3-1 0,10-2 0 16,-3-9-11-16,6 5-8 16,4-25-99-16,8 0-206 15,10 0-370-15</inkml:trace>
  <inkml:trace contextRef="#ctx0" brushRef="#br0" timeOffset="140482.34">13286 12593 336 0,'0'0'304'0,"0"0"-146"0,0 0 18 0,0 0-93 0,0 0-21 15,0 0-39-15,7-41 20 16,33 33 8-16,0 1-2 16,-6-1-15-16,19-5-20 15,9-2-5-15,-3-6-9 16,6 1-7-16,3-8-62 16,1 4-26-16,-29 7-172 15,-28 9-457-15</inkml:trace>
  <inkml:trace contextRef="#ctx0" brushRef="#br0" timeOffset="141129.26">14037 12809 456 0,'0'0'343'0,"0"0"-277"0,0 0 83 16,0 0-39-16,0 0-52 15,-177-208-31-15,152 159 5 16,25-7-23-16,0 0 4 16,0-1-13-16,0 10-2 15,25 7-24-15,15 8-60 0,16 15-47 16,-9 14-192-16</inkml:trace>
  <inkml:trace contextRef="#ctx0" brushRef="#br0" timeOffset="141912.97">14210 12267 485 0,'0'0'0'0,"0"0"0"0,0 0 43 16,0 0 25-16,0 0 29 0,0 0-22 16,193-59-33-16,-181 59-15 15,4 0-11-15,-16 11-3 16,0 17 18-16,0 21-31 15,0-9-18-15,-22 7-9 16,-3-2 19-16,3-1 8 16,10-4 0-16,12 0 34 15,0-4-2-15,0-15 4 16,0-1-20-16,19-17-16 16,27 5-9-16,-6-8 5 0,1 0 4 15,-1 0 4-15,-6 0 17 16,-15 0-19-16,9 0 4 15,0 0-4-15,-4 0-2 16,4 0-75-16,-15-31-150 16</inkml:trace>
  <inkml:trace contextRef="#ctx0" brushRef="#br0" timeOffset="142479.94">14716 12035 264 0,'0'0'171'0,"0"0"-142"0,0 0 72 0,0 0 18 16,0 0 11-16,0 0-19 15,173 56-33-15,-132-8-27 16,-1-4 14-16,0 20-35 16,-12 0 1-16,-15 13-13 0,-13-1 8 15,0 4-20 1,0 5-6-16,0-13 0 0,0-8-24 16,-25-12-19-1,-3-19-92-15,0-22-146 0</inkml:trace>
  <inkml:trace contextRef="#ctx0" brushRef="#br0" timeOffset="147042.19">15674 12609 174 0,'0'0'295'0,"0"0"-225"0,0 0-4 16,0 0-37-16,0 0 25 15,0 0 31-15,0 0 1 16,0 0-17-16,0 0-20 15,0 0-4-15,0 0-22 16,0 0 0-16,0 0-21 0,0 0 6 16,0 0 13-16,0 0 12 15,0 0-3 1,0 0-12-16,0 0-6 0,19 0-9 16,21 0 0-16,6-8-1 15,16-5 13-15,-9 1-11 16,6 1-8-16,-6-10-7 15,-4 6-28-15,-11-10-64 16,-23 17-119-16,-15 8-271 16</inkml:trace>
  <inkml:trace contextRef="#ctx0" brushRef="#br0" timeOffset="147611.2">15674 12364 664 0,'0'0'178'0,"0"0"-100"0,0 0 13 0,0 0 20 16,0 0-47-16,0 0-16 15,307-64-30-15,-248 52-10 16,-6 4-8-16,-26 0-18 16,-14 3-51-16,-13 2-93 15,0 3-250-15</inkml:trace>
  <inkml:trace contextRef="#ctx0" brushRef="#br0" timeOffset="152253.01">16768 12296 169 0,'0'0'126'0,"0"0"-43"0,0 0-19 0,0 0-34 0,0 0 34 15,0 0 22-15,0 0-7 16,0 0 2-16,0 0-10 16,-6 0-7-16,6 0-53 15,0 0 4-15,0 0 0 16,0 0 25-16,0 0-2 16,0 0 21-16,0-5-13 0,0-19-20 15,0-4-2-15,0-8-22 16,22-3-4-16,15-6-3 15,-3 13-23-15,0 4 11 16,1 24 9-16,-23 4-10 16,10 0-12-16,-10 12 30 15,0 32 7-15,-5 12 2 16,-7 8-9-16,0 5-5 16,0 7-68-16,-47 0-66 15,-18 1-12-15,-22 11-39 16,-9-12-104-16,3-12 294 15,28-4 92-15,18-19-62 16,41-18-30-16,6-7-93 0,13-12 93 16,52-4 108-16,15 0 47 15,1 0-44-15,-7 0-20 16,-15 0 18-16,-12-4-31 16,-13-7-12-16,-12 3-50 15,-16-1-16-15,-6 9-87 16,0 0-249-16</inkml:trace>
  <inkml:trace contextRef="#ctx0" brushRef="#br0" timeOffset="157733.31">17472 11597 108 0,'0'0'234'0,"0"0"-203"0,0 0 39 15,0 0-17-15,0 0-33 16,0 0 20-16,0 0 39 15,0 0 4-15,0 0-18 16,0 0-9-16,0 0-41 0,0 0-7 16,0 0-7-16,0 0 6 15,0 0 12-15,0 0 15 16,0 0 29-16,0 0 2 16,0 0 24-16,0 0-51 15,0 0-3-15,0 0-24 16,0 0 1-16,0 0-12 15,25-3-2-15,15-13-3 16,-12 7 3-16,13 1-5 16,-17 5 13-16,-2 3-13 15,-9 0-3-15,-13 0-10 16,0 0-26-16,0 28 15 16,0 16-10-16,0 0-20 15,-35 4 19-15,17 1-1 0,12-18 30 16,6-7 13-16,0-12 5 15,0-12-5-15,0 5 3 16,24-5 1-16,4 0 2 16,0 0-1-16,9 0-3 15,-9-17 29-15,19-7-4 16,-1 1-4-16,1-5-22 16,-7-1-2-16,-6 5-61 15,-21 16-231-15</inkml:trace>
  <inkml:trace contextRef="#ctx0" brushRef="#br0" timeOffset="165591.7">18161 12681 456 0,'0'0'110'0,"0"0"-24"0,0 0 4 0,0 0-75 0,0 0 8 0,0 0 25 16,0 0 10-16,0 0-9 15,0 0 34-15,0 0 1 16,0 0-27-16,0 0-19 16,0 0-10-16,0 0-4 15,0 0-15-15,0 0 15 16,0 0-23-16,0 0 11 0,6 0-4 15,28-8-8-15,-3 3 8 16,-3-6-8-16,0 7-1 16,-3-4-24-16,-4-5-9 15,-21 13-10-15,0-3-1 16,0-2-79-16,0-2-86 16,0 7-168-16</inkml:trace>
  <inkml:trace contextRef="#ctx0" brushRef="#br0" timeOffset="165837.81">18161 12681 389 0</inkml:trace>
  <inkml:trace contextRef="#ctx0" brushRef="#br0" timeOffset="165943.16">18161 12681 389 0,'0'-224'72'0,"12"224"22"0,7 0 67 16,9 0 153-16,6 0-231 15,-9-5-35-15,9 1-24 16,6-8-2-16,-6 0-22 16,0 0-3-16,-3 0-27 0,3 12-41 15,-28 0-97-15,-6 0-325 16</inkml:trace>
  <inkml:trace contextRef="#ctx0" brushRef="#br0" timeOffset="167176.19">19308 11862 481 0,'0'0'233'0,"0"0"-149"0,0 0-2 0,0 0-61 0,0 69-3 16,0-38 3-16,0 10 29 15,0 7-11-15,-12 1 41 0,-16 2-41 16,-3-7 3 0,3 0-29-16,0-11-5 0,15 3-8 15,7-16-8-15,6-12 3 16,0 3-22-16,0-3 25 16,0-3-11-16,0-1 10 15,13-4 4-15,15 0-1 16,6 0 0-16,-3 0 0 15,9 0 0-15,0 0 4 16,-6 0-9-16,-6 0-2 16,-3-4 6-16,-3-4-9 15,-4 3 8-15,4 2-43 16,-16-5-2-16,13 8 4 0,-10-4-25 16,-3-4 7-1,1-8 17-15,-7-1-16 0,6-2-2 16,-6-6 42-1,0 22 20-15,0-2 0 0,0 5 7 16,0 0 54-16,0 0 2 16,0 0-24-16,0 8-16 15,0 25 0-15,-6-2 50 16,-7 13-9-16,-2 1 18 16,-4 3-31-16,19 0-4 15,0-4-13-15,0 0-9 16,0-4-6-16,0-7-18 15,6 3-1-15,7 8 0 16,-13-3-13-16,0-5-35 16,0-9-4-16,0-10-100 0,0-17-393 15</inkml:trace>
  <inkml:trace contextRef="#ctx0" brushRef="#br0" timeOffset="180179.84">4812 14277 686 0,'0'0'119'0,"0"0"-48"0,0 0 28 16,0 0-76-16,0 0-23 15,0 0-2-15,0 0-1 16,6 7 6-16,-6-7 4 16,0 0 40-16,0 0 38 0,0 0-32 15,0 5-19-15,0-5-12 16,0 0-9-16,0 0 3 16,0 0-13-16,0 0 10 15,0 0-12-15,0 0 9 16,0 0-10-16,0 0 3 15,7 0 3-15,-7 0-3 16,0 0-6-16,0 0 8 16,0 0-10-16,6 0 9 15,-6 0-10-15,0 0 12 0,6 0-6 16,-6 0 2 0,0 0 2-16,6 0-1 15,4 0 3-15,2 0-9 0,7 0 11 16,8 0 3-16,8-8-8 15,-1-8 6-15,3 8-6 16,3-9 0-16,-6 2-2 16,7 10 2-16,-7-3-6 15,0 5 10-15,6-5-10 16,-9 0 9-16,16 4-5 16,-13-4 4-16,6 3-6 15,0 2 1-15,-6-5 0 16,-6 3 2-16,-3 2 3 0,-3-1 0 15,-3 4-4 1,8-5 5-16,14-6-4 0,5 6 0 16,1-10-2-16,5 2 0 15,-5 5 3-15,-1 5-2 16,-5-2-2-16,5 5-4 16,-12 0-3-16,13 0 13 15,-13 0-11-15,-6 0 12 16,3 0-5-16,3 0 0 15,-6-4 0-15,3 4-1 16,-3 0 4-16,-6 0 1 16,2 0-4-16,-2 0 5 15,9 0-3-15,9 0-3 16,7 0 4-16,3 0-3 16,2 0-1-16,-18 0 0 15,7 0 2-15,-17 0-1 0,11 0-2 16,-17 0 7-16,10 0-7 15,6 0 2 1,0 0 2-16,-3 0-2 0,10 0 7 16,5 0-8-1,-12 0 1-15,13 0 1 0,-7 0 3 16,0 0-10-16,1 0 12 16,-1 0-12-16,0 0 6 15,1 0-1-15,-7 0 1 16,18 0 1-16,1 0-3 15,-6 0 13-15,15 0-20 0,-3 0 17 16,21 0-15 0,1 12 11-16,-1-7-5 0,-8-2 0 15,-38 2 0-15,6-2 0 16,-12 5 4-16,-16-8-11 16,23 4 16-16,-17 1-11 15,10-5 9-15,6 3-9 16,-9 2 2-16,21 3 0 15,1 0 4-15,3-4-2 16,-4 4-4-16,1-5 10 16,-1 10-9-16,1-5 12 15,-23 0-14-15,11-4 12 16,5 4-11-16,-12-5 2 16,12 2 0-16,-6-5 0 15,-9 3 2-15,9 2 0 0,-6 3 2 16,9-1-4-16,4 6 5 15,8-9-7 1,-2 4 6-16,5 0-5 0,7 0 1 16,3 0 0-16,-3 8-3 15,-6-7 10-15,-13-3-13 16,-12 3 15-16,6-1-15 16,-3-4 10-16,-9 0-5 15,6 1 1-15,-3-2 0 16,9 5-2-16,0-4 6 15,-3 8-5-15,9 0 6 16,-6-7-2-16,0 15-1 0,-6-17 5 16,-9 5-5-1,-7-3-2-15,4-5 0 0,2 3 1 16,-5 5-4-16,2-4 9 16,-8 4-6-16,20-3 3 15,-8 3 1-15,0 0 1 16,9-1-1-16,-16-7-4 15,3 0 0-15,-15 0-2 16,13 0 4-16,-13 8-6 16,0-3 8-16,6-2-6 15,-6-3 11-15,6 0-15 16,-6 8 10-16,16-8-4 16,-10 0 13-16,0 9-5 15,0-9-6-15,1 3 6 0,8 2-13 16,-9-5 10-16,0 0-10 15,-6 0-15-15,0 0 1 16,0 0-15-16,0 0-13 16,0 0-50-16,0 0-79 15,-12 0-495-15</inkml:trace>
  <inkml:trace contextRef="#ctx0" brushRef="#br0" timeOffset="181228.97">9705 14686 72 0,'0'0'108'0,"0"0"43"16,0 0-15-16,0 0-28 0,0 0 29 0,0 0-38 0,-46 0-13 16,46 0-13-16,0 0-14 15,0-4-5-15,0 4-11 16,0-5-4-16,0 5-12 16,0 0 35-16,0 0-20 15,0 0 0-15,0 0-28 16,0 0-7-16,0 0-7 15,0 0-5-15,0 0-2 16,18 0 7-16,16 0 15 16,0 0-12-16,4 0 5 15,-10 0-4-15,12 0-8 16,-28 0 3-16,16-3 0 16,-15-1-2-16,-13 4-2 0,0 0 3 15,0 0 4 1,15 0-1-16,-15 0-1 0,0 0 0 15,6 0-7-15,0 0 7 16,-6-4-5-16,13 0 3 16,-13 0 0-16,0 0-1 15,0 0-4-15,0 0 14 16,0-1 21-16,0-6-13 16,0-1 0-16,0-9-11 15,-13-7-8-15,13 5 3 16,-12-1 1-16,-3-1-7 15,2 2 15-15,1-6-15 0,-10-2 7 16,3-14-3 0,4 13-45-16,-10 0 32 0,3 8 16 15,-9 8 3-15,4 12 14 16,-1 0-7-16,3 0 11 16,9 4-11-16,16 0 23 15,0 0-5-15,0 0-8 16,0 0-19-16,0 0 0 15,0 0-1-15,0 0-6 16,0 0 3-16,0 0 6 16,0 0-10-16,0 0 8 15,0 0-7-15,0 0-2 0,0 0-3 16,0-5-13 0,0-10-21-16,0-9-77 0,0 4-341 15</inkml:trace>
  <inkml:trace contextRef="#ctx0" brushRef="#br0" timeOffset="-203655.22">26340 4415 132 0,'0'0'163'0,"0"0"-107"0,0 0 39 0,0 0-18 15,0 0-4-15,0 0 12 16,0 0-60-16,0 0-17 15,0 0-3-15,0 0 13 16,0 0-9-16,0 3 33 16,0-3 6-16,0 5 1 15,0-1-7-15,0 0-8 0,0 0-16 16,0 4-13 0,0 5 1-16,0-6-3 15,0 9 11-15,0 0-11 16,0 12 18-16,-12 5 2 0,6 3 10 15,-1-5-13 1,7 2-15-16,-15-1 6 0,15 0-9 16,0 0-2-16,0 4 8 15,0-4-10-15,-12 4 8 16,5-4 4-16,-8 1-1 16,15-5-2-16,0 0 1 15,0 3-6-15,0 2 3 16,0 7 0-16,-6-12-10 15,6 4 10-15,0-5-6 16,-7 3 1-16,7-7 0 16,-6 17 1-16,6-16-1 15,0 8 0-15,0 9 6 0,0-10-9 16,0 5 10-16,0 0-10 16,0-3 6-16,0 3 4 15,0 0-3-15,0 4 4 16,0 0 5-16,0 5-12 15,-6-6 14-15,0 5-15 16,6-3 9-16,-16-2-7 16,16-2 7-16,-6-5-8 15,0-1-1-15,6 2 0 16,-12 0 0-16,12 3-3 16,0 0 8-16,0 0-9 15,-7 0 13-15,7 0-12 0,0-5 9 16,-9 6-8-16,3-1 2 15,-7 1 0-15,13-1-2 16,-6-5 5-16,0 10-5 16,0-5 8-16,6 11-4 15,-16-2-2-15,16-1 15 16,-6 0-15-16,0 0 3 16,6 0 2-16,0-8-5 15,0 4 0-15,-12 1 5 16,12 3-10-16,0 3 10 15,0 6-8-15,0-6 12 16,0 2-11-16,0 4 4 16,0-14 0-16,0-3 4 0,0 5-6 15,0 3 8-15,0 0-6 16,0 4-1-16,0 4 5 16,0-4-8-16,0 4 8 15,0 4-8-15,0 4 2 16,0 1 0-16,0-5-2 15,0-4 5-15,0-8-2 16,0 0 3-16,0-4-1 16,0 4 0-16,0 0-4 15,0-3 3-15,0 7-2 16,0-1 0-16,0 2 2 16,0-1-9-16,0 4 16 15,0-4-18-15,0 4 17 16,0-3-13-16,0 7 7 0,0 0-2 15,-16 1 0-15,16-2 0 16,0-7-3-16,0 4 8 16,0-7-10-16,0 2 10 15,0-2-7-15,0 7 7 16,0 0-8-16,0 4 5 16,0 4-2-16,-6-4 0 15,6 5 3-15,0-1-8 16,0-7 11-16,0-1-11 15,0-9 12-15,0 1-14 16,0 0 12-16,0-3-9 0,0 3 4 16,0 0 0-1,0 0-2-15,0 20 7 0,0-3-6 16,-19 6 5 0,19-6-6-16,-6-5 7 0,6-4-8 15,0 0 5-15,0-8-3 16,0-4 1-16,0 4 0 15,0 0-2-15,0 5 6 16,0 2-8-16,0-2 12 16,-9 7-14-16,9-4 12 15,-6-4-9-15,-7 4 3 16,13-3 0-16,-12-1-3 16,12 4 6-16,0-4-6 15,0 1 9-15,0 2-12 0,0-7 10 16,0 5-8-16,0-5-2 15,0 8 6-15,0-4 2 16,0 8 0-16,-10 1-4 16,4-1 6-16,6 4-11 15,-12-4 14-15,6 0-12 16,6-7 7-16,0 6-2 16,0-7 0-16,-7 12-1 15,7 4-2-15,0 0-2 16,0-3 5-16,0-5-4 15,0 1-2-15,-9-6 2 16,-3 1 3-16,5 0-11 16,-5 4 8-16,-3 1 4 0,2-1-8 15,7-4 7-15,0-4 2 16,6-4-4-16,0-3 11 16,0 7-11-16,0-4 9 15,0-5-6-15,0 2 2 16,0-1 0-16,0 0-2 15,0 0 7-15,0 4-12 16,0 0 10-16,0-3-9 16,0-10 13-16,-16-6-18 15,16-14 9-15,0-11-13 16,-6 0-5-16,6 0-29 16,-6-28-50-16,-13-44-290 15</inkml:trace>
  <inkml:trace contextRef="#ctx0" brushRef="#br0" timeOffset="-201157.64">20886 8674 192 0,'0'0'135'0,"0"0"-111"0,0 0 48 16,0 0-7-16,0 0-12 16,0 0 15-16,-18 4-25 15,18-4 9-15,0 0 22 16,0 0 23-16,0 0-27 16,0 0-11-16,0 0 10 0,0 0-26 15,0 0 3-15,0 0-27 16,0 0 2-16,0 0-18 15,0 0 6-15,0 0 4 16,0 0-12-16,6 0 11 16,19 0-1-16,2 8 7 15,8 0-12-15,-1 0 10 16,6 5-9-16,-3-6 8 16,4 1-12-16,14 5 2 15,-2-10-5-15,12 2 7 16,3-2-1-16,7-3-1 15,-16 4 15-15,-7 1-20 16,-5-2 14-16,-7 2-14 16,1-2 9-16,-1-3-8 0,0 0 1 15,7 0 3-15,-7 5-3 16,7-2 9-16,-1 2-7 16,16 3 12-16,12-1-14 15,-21 1 16-15,22 5-16 16,-17-5-1-16,-5-1 4 15,0 1-1-15,21 0-3 16,-12-3 5-16,16-1-6 16,-4-4 8-16,13 4-12 15,6 0 8-15,-6 4-4 16,9-5 0-16,-9 2-1 16,-10-2-1-16,-2 2 4 0,-7-1-3 15,-21 0 6 1,5 4-10-16,7-4 10 0,3 4-10 15,3 0 6-15,10 0-2 16,-1 4 1-16,7 0 0 16,6-4-4-16,-7 0 10 15,7 0-13-15,0 0 14 16,0 0-9-16,-16 0 5 16,-3 0-6-16,13 4 3 15,-10-4 0-15,10 4 0 16,-1-4 0-16,1 0-2 15,18 0 6-15,-12-4 6 16,22 9-7-16,5-5 5 0,-8 3-7 16,2-3 1-1,-2 1 4-15,-13-6-5 0,9 2-1 16,3-2 6-16,-5 2-10 16,-4-2 11-16,9-3-11 15,-6 4 9-15,4-4-8 16,-4 0 3-16,0 0 0 15,-3 0-5-15,-9 5 6 16,-16 3-3-16,4 0 0 16,-1 0-3-16,-9 0 10 15,10-4-8-15,5 4 7 16,1-5-1-16,0 5-3 16,5 0 2-16,-5-8-5 0,-10 12 10 15,4-4-10-15,-1 5 9 16,7 3-12-16,-4-1 14 15,4-2-13-15,-7 2 7 16,-5-10-2-16,-4 7 0 16,3 0 4-16,3-8-4 15,10-1 6-15,6 10-2 16,6-9 2-16,3 0-11 16,-3 0 8-16,0 4-3 15,0 0 0-15,-13 0-2 16,-5 0 2-16,-10-4 0 15,3 1-3-15,7-5 9 16,-4 0-10-16,10 0 14 16,-7 8-11-16,0-8 3 0,-2 7-2 15,-4-3 0 1,25 0 5-16,-12 0-11 0,-1-4 13 16,7 0-9-16,0 0 11 15,6 0-6-15,6 0 0 16,-3 0 7-16,-9 0-7 15,0 0 1-15,-10 4 1 16,4-4-3-16,0 0-2 16,-7 8 7-16,-9-8-7 15,16 8 3-15,-7-3-3 16,7-2 1-16,-1 1-1 16,13 0 4-16,7-4-1 0,2 0-6 15,-9 0 12 1,-12 0-11-16,-16 0 9 0,-3 0-9 15,-3 0 2-15,0 0 0 16,-10 0 3-16,4 0-3 16,-7 0 1-16,-5 0 4 15,-1 0-9-15,-9 0 11 16,9 0-14-16,1 0 16 16,-1 0-4-16,6 0 4 15,10 0 0-15,-9 0 7 16,-1 0-16-16,1 0 0 15,-19 0 9-15,-10 0-28 16,-5 0 28-16,-13 0-18 0,6 0 1 16,-6 0 6-1,0 0-31-15,0 0-32 0,0 0-40 16,0 0-87-16,0-4-209 16</inkml:trace>
  <inkml:trace contextRef="#ctx0" brushRef="#br0" timeOffset="-200408.86">32452 9252 488 0,'0'0'151'0,"0"0"-6"0,0 0-35 0,0 0-64 15,0 0-29-15,0 0 15 16,0 0-1-16,0 0 43 16,0 0-1-16,0 0-20 0,0 0-22 15,18 8-2 1,29 0 17-16,6-1-31 15,-7-2 4-15,16-2-17 0,-15-3-2 16,-7 13 4-16,0-9-4 16,-6 4 0-16,-15-5-10 15,-7 2 4-15,-2 3-27 16,-10 0 4-16,0 7-4 16,0 14 22-16,-16 16 6 15,-43 6 5-15,-3 6 0 16,-3-5 2-16,3-4 3 15,9-16-3-15,29-12 19 16,2-12-15-16,22-8-8 0,0 0 2 16,0 0-10-1,0 0-20-15,0 8-27 0,0-4-7 16,0-1-46 0,0-3-285-16</inkml:trace>
  <inkml:trace contextRef="#ctx0" brushRef="#br0" timeOffset="-197672.04">26635 2373 512 0,'0'0'43'0,"0"0"-37"0,0 0-6 0,0 0-26 0,0 0-42 16,0 0 47-16,0 0 8 15,6-75 13-15,-6 75 90 16,0 0 34-16,0 0-24 16,0 0-31-16,0 0-6 15,0 0-20-15,0 0 4 16,0 0-21-16,0 0 12 16,0 0-13-16,0 0 15 15,0 0-26-15,0 0-4 16,0 0-7-16,0 11-3 15,-12 6 0-15,12-1 1 16,-7-8-3-16,1 8 5 16,6-1-5-16,-9 2 6 15,-3 2-3-15,-1-2 0 16,13 2 3-16,-12 2-4 0,2-1 1 16,4 0-4-16,-6-4 8 15,12 0-10-15,0 4 16 16,0 0-17-16,0 4 9 15,0 1-3-15,0 3 0 16,0-9 3-16,0 6-2 16,0-2 0-16,0-7-2 15,0 4 3-15,0 1-5 16,0 2 9-16,0 2-3 16,0 3-3-16,-6 0 2 15,-1 4-2-15,-14-7 0 0,21 6-4 16,-6 2 8-16,-1-6-12 15,1-2 16-15,-9-2-14 16,15 2 7-16,-13 2-2 16,7-2 1-16,0-5-5 15,-10-1 5-15,16-2-13 16,-6 2 9-16,0-2 3 16,0-1-3-16,6 4 2 15,0-4 0-15,0 0-2 16,0 4 4-16,0-4-1 15,0 4-5-15,0-8-2 16,0 4-5-16,0 0 4 0,0 4-14 16,0 1 11-1,0 2 0-15,0 5 12 0,0-3 0 16,0-1 2-16,0-8 4 16,0-9-1-16,0 6-10 15,0 3 10-15,0-1-9 16,0 2 11-16,0-1-13 15,0 4 10-15,0 1-4 16,0-2 1-16,0 1 0 16,0 0-1-16,0 1 2 15,0-6-9-15,0 6 2 16,0-1 2-16,12 0-1 16,-6-4 1-16,-6 4 1 15,16 7-3-15,-16-7 5 0,0 5 0 16,0-9-5-16,0 0 10 15,0 0-12-15,0-4 14 16,0 4-11-16,0 0 7 16,0 4-4-16,0-3 1 15,0 2-1-15,0-2-1 16,0-6 4-16,0 6-7 16,0 2 12-16,0-2-11 15,0 6 8-15,0 1-8 16,0-4 6-16,0 1-2 15,0-6 0-15,0-2-5 0,0-1 5 16,0-1-13 0,0 2 9-16,0 11 6 15,0 0-7-15,0 8 5 16,0 4 0-16,0 0 0 0,0 0 0 16,0-3-1-16,0-5 4 15,-16-5-10-15,4 18 13 16,-7-2-12-16,4-6 12 15,9 6-7-15,-1-9 4 16,7-3-5-16,0-7 2 16,0 5 0-16,0-10-4 15,0 6-6-15,0-2-13 16,0-2-99-16,0-6-95 16</inkml:trace>
  <inkml:trace contextRef="#ctx0" brushRef="#br0" timeOffset="-196525.78">26433 2458 16 0,'0'0'81'0,"0"0"-10"0,0 0 81 0,0 0 7 16,0 0-73-16,0 0 10 16,0 4-12-16,0-4-38 15,0 0-28-15,0 0 18 16,0 0 13-16,0 0-28 16,16 0-7-16,-10-12-11 15,0-8 16-15,22-4-19 16,-9-16 10-16,9 0-3 15,-4 0-7-15,11-4 0 16,-1 0-27-16,0 3-42 16,-9 13-13-16,-19 16 70 15,3 12 12-15,-9 0 0 0,0 0 27 16,0 0 54-16,0 0-48 16,0 4-18-16,0 16 4 15,0 12-13-15,0 8 15 16,0 0-21-16,0 5 10 15,0-1-6-15,0 3 27 16,0 2-6-16,12-9-9 16,-12-4-11-16,19-8-3 15,-10-7 3-15,-2-10-5 16,-7-11-25-16,12 0-63 16,0 0-75-16,4 0-11 15,-16-32-250-15</inkml:trace>
  <inkml:trace contextRef="#ctx0" brushRef="#br0" timeOffset="-194661.99">18666 842 302 0,'0'0'194'0,"0"0"-163"0,0 0 34 0,0 0 19 0,0 0-14 16,0 0-27-16,0 0-17 15,28 0-19-15,-28 0-1 16,0 0 6-16,0 0 58 16,0 0 7-16,0 0-10 15,0 0-1-15,0 0-19 16,0 0-19-16,0 0-13 16,0 0-5-16,0 0-10 15,6 0-10-15,-6 0 9 16,0 0 2-16,0 0 9 15,0 0-6-15,0-8 27 16,0-12 10-16,-46-1-36 16,-29 1-5-16,-12 9-4 0,-12 6 4 15,-22 5 4 1,-12 5 5-16,6 34-7 16,15 18 8-16,25 11-4 15,38 16-11-15,36 5 5 0,13-2-8 16,0 6 6-16,62-21-2 15,10-8-6-15,15-16 10 16,15-24-17-16,16-8-20 16,3-16 22-16,18 0-8 15,-12-8-11-15,0-39-23 16,-30-18-119-16,-45-3-225 16</inkml:trace>
  <inkml:trace contextRef="#ctx0" brushRef="#br0" timeOffset="-194094.75">18734 1412 678 0,'0'0'129'0,"0"0"-26"0,0 0-23 0,0 0-13 0,0 0-15 0,0 0-24 16,81-21 15-16,-62-19-27 15,2-12 22-15,-8-1-5 16,8-7-10-16,-2 1-22 0,-7 6 2 15,10 13-3-15,-10 16-4 16,-5 12 2-16,8 12-21 16,-2 0 0-1,-7 0-16-15,34 8 29 0,-12 28-16 16,3 8 22-16,-9 16 4 16,-10 21 0-16,-12-9-5 15,0 0-35-15,0-16-12 16,0-12-9-16,0-12 15 15,0 1-68-15,0-13-30 16,0 0-30-16,0-9-129 16</inkml:trace>
  <inkml:trace contextRef="#ctx0" brushRef="#br0" timeOffset="-193958.6">18734 1412 509 0</inkml:trace>
  <inkml:trace contextRef="#ctx0" brushRef="#br0" timeOffset="-193864.89">18734 1412 509 0,'-121'36'113'0,"174"-41"-76"0,3-18 72 16,-3 2-28-16,-13-7-81 0,0 16-10 15,-15 4-54 1,-3 8-50-16,-16 0-76 0,-6 0-281 15</inkml:trace>
  <inkml:trace contextRef="#ctx0" brushRef="#br0" timeOffset="-193280.86">19181 1255 499 0,'0'0'55'0,"0"0"0"0,0 0 61 16,0 0-58-16,0 0-47 16,0 108 20-16,0-56-28 15,0 4-3-15,0-12-9 16,0-11 9-16,0-14 0 15,0-10 0-15,0-6 24 16,0-3 26-16,0 0 15 16,0 0-37-16,0-15-10 15,0-37-18-15,0-17-13 16,0-7 13-16,0-4 1 16,0 0 21-16,0 8-21 0,22 3-2 15,12 9-1 1,18 4-17-16,-11 20-33 15,-7 20 10-15,-9 16 27 0,-10 8-44 16,-15 48 50-16,0 4 9 16,0 12 41-16,-22-3-28 15,-12-10-9-15,3-10-3 16,16-21-1-16,9-20 6 16,6-8 18-16,0 0-7 15,0 0-17-15,12 0 0 16,50 0 0-16,12 0 50 15,13 0-15-15,-15 24-2 16,-10 8-19-16,-16 4-10 16,-21 0 4-16,3-8-8 0,-10-4-1 15,-8-16-22 1,-4 0-4-16,-6-8-158 0,0 0-115 16</inkml:trace>
  <inkml:trace contextRef="#ctx0" brushRef="#br0" timeOffset="-192997.12">20024 1102 243 0,'0'0'482'0,"0"0"-349"0,0 0-23 0,0 0-48 0,0 0-7 0,0 0-23 16,6 221-30-16,1-161 4 16,2-8 0-16,-3-8-12 15,-6-20 11-15,0 4-11 16,0-8-3-16,0-7-22 16,0-13 18-16,0 0-20 15,0-8-7-15,0-61-88 16,0-3-286-16</inkml:trace>
  <inkml:trace contextRef="#ctx0" brushRef="#br0" timeOffset="-192597.86">20024 1102 512 0,'-294'-144'499'0,"315"144"-499"15,10 4-22-15,3 0 22 16,19 0 0-16,3 0-15 15,-3-4-1-15,-1 0-4 16,-11 0-20-16,-1 0-15 16,-6-4 3-16,0-4 16 15,-9-1-64-15,3 2-104 16,-16 3 49-16,16 4 121 16,-15-4 34-16,-7 4 18 15,-6 0 153-15,0 0 7 16,0 0-29-16,0 4-87 0,6 16-22 15,16 1 8-15,-10 15-20 16,4 8-19-16,-16 20-8 16,0 24 7-16,0 12-8 15,0-3-4-15,0-14-12 16,0-6 13-16,24-29-32 16,29-16-18-16,22-8 35 15,5-24-12-15,-12 0 24 16,-9 0-6-16,-25-40-4 15,-9-4-79-15,-25-12-42 16,0-9-271-16</inkml:trace>
  <inkml:trace contextRef="#ctx0" brushRef="#br0" timeOffset="-192381.19">20297 1307 621 0,'0'0'176'0,"0"0"-133"0,0 0 55 16,0 0-45-16,0 0-20 0,0 0-25 16,183-8-8-16,-164 0-50 0,-19 0-165 15,0-9-180 1</inkml:trace>
  <inkml:trace contextRef="#ctx0" brushRef="#br0" timeOffset="-192231.81">20297 1307 483 0,'50'-180'332'0,"-13"167"-276"16,19-2 40-16,3-6-41 15,27 1-24-15,7-4-31 16,0 4-7-16,-12 4-144 15,-13-4-247-15</inkml:trace>
  <inkml:trace contextRef="#ctx0" brushRef="#br0" timeOffset="-191930.59">20892 953 374 0,'0'0'216'16,"0"0"-150"-16,0 0 14 15,0 0-50-15,0 0-8 16,0 210-11-16,41-171-9 16,5 2 6-16,16-5-12 15,-15 0 7-15,5 8-3 16,-5-12 2-16,-1 8 5 0,-11 0 13 16,-17-8 26-1,-2 4 20-15,-16-8-16 0,0 0-13 16,0-3-22-1,-16 7 40-15,-37-8-35 0,-12-12-13 16,10-8-7-16,30-4-4 16,9 0-19-16,16 0-32 15,0-40-162-15,0-17-370 16</inkml:trace>
  <inkml:trace contextRef="#ctx0" brushRef="#br0" timeOffset="-191731.94">21689 1323 632 0,'0'0'105'0,"0"0"-35"15,0 0-46-15,0 0-24 16,0 0-7-16,0 0-57 15,146 213-58-15,-146-213-155 16</inkml:trace>
  <inkml:trace contextRef="#ctx0" brushRef="#br0" timeOffset="-191565.94">21643 814 914 0,'0'0'68'0,"0"0"-9"0,0 0-59 16,0 0-59-16,0 0-100 15,0 0-65-15</inkml:trace>
  <inkml:trace contextRef="#ctx0" brushRef="#br0" timeOffset="-191198.75">21643 814 624 0,'214'228'37'16,"-214"-196"35"-16,12 8 39 15,-6 12-51-15,7 12-36 16,2-3-2-16,-9 7-8 15,13-7-12-15,9-18-4 16,-6-19 5-16,9 4-8 16,3-15 1-16,6-5 4 15,13-8 21-15,3 0 15 16,-19 0-1-16,-3-13 6 0,-12-39-5 16,-10-4-22-1,-12-13-14-15,0 6-1 0,0 2-7 16,0 25 7-1,0 16-6-15,0 9 6 0,0 11-4 16,0 0-17-16,0 0-69 16,0 0-131-16,0 0-115 15</inkml:trace>
  <inkml:trace contextRef="#ctx0" brushRef="#br0" timeOffset="-190749.61">22880 886 631 0,'0'0'102'0,"0"0"-25"0,0 0 61 0,0 0-108 16,0 0 2-16,0 0-29 15,-155 60 17-15,155-32-17 16,0 4-3-16,0 4 0 16,0 5 0-16,18-2 9 0,23 5-3 15,5 0 21-15,4-8-27 16,-4-3 4-16,-5 3 0 15,5-5-4-15,-15 6 0 16,19-5-4-16,-25-8 4 16,-19-7-9-16,-6-2 9 15,0 1 21-15,-47 0 48 16,-39 12-62-16,-14-8 2 16,7 1-6-16,25 2-6 15,15 2-1-15,25-17-47 16,28 0-81-16,0-8-331 15</inkml:trace>
  <inkml:trace contextRef="#ctx0" brushRef="#br0" timeOffset="-187418.81">23733 1495 371 0,'0'0'128'0,"0"0"85"0,0 0-19 16,0 0-111-16,0 0-29 15,0 0-38-15,-7-24-2 16,7 24-10-16,0 0 6 16,0 0 11-16,0 0 4 0,0 0-8 15,0-8-3-15,35 1 13 16,17-6-23-16,23-3 6 15,5-8-3-15,1-3-14 16,6-10 0-16,-13 13-23 16,-21 0-14-16,-28 7-24 15,3 2 8-15,-28-1-36 16,0-5-61-16</inkml:trace>
  <inkml:trace contextRef="#ctx0" brushRef="#br0" timeOffset="-187185.63">23968 1078 760 0,'0'0'54'0,"0"0"49"16,0 0-18-16,0 0-61 15,0 0-13-15,0 0 24 16,134-4-29-16,-94 0-6 16,-12 4-16-16,3 0-42 15,-9-7-121-15,-10-1-256 16</inkml:trace>
  <inkml:trace contextRef="#ctx0" brushRef="#br0" timeOffset="-186653.1">25137 817 310 0,'0'0'624'0,"0"0"-493"0,0 0-40 0,0 0-31 0,0 0-46 0,0 0-14 16,127 85 5-16,-74-1 13 16,9-4-18-16,-9 4-3 15,-13-7-20-15,-6-5-37 16,-9 0-13-16,-9-16-95 16,-16-20-130-16</inkml:trace>
  <inkml:trace contextRef="#ctx0" brushRef="#br0" timeOffset="-186336.87">25119 1672 435 0,'0'0'75'0,"0"0"-57"16,0 0 97-16,353-44 30 15,-232-33-10-15,-22-18-35 16,-18-22-8-16,-22 13-46 16,-38-9-23-16,-8-7-16 15,-13 8 4-15,0 3-8 16,-34 1-6-16,-25 20 1 16,12 19 0-16,-15 30-5 0,3 19 7 15,-15 20 5 1,-7 0 2-16,10 23-7 0,9 13-15 15,16 13 9-15,27-1-69 16,-15 4-82-16,15-4-237 16</inkml:trace>
  <inkml:trace contextRef="#ctx0" brushRef="#br0" timeOffset="-186004.58">25878 1230 721 0,'0'0'107'16,"0"0"-101"-16,0 0-5 15,0 0 9-15,0 0-3 16,0 0 1-16,276 109 29 16,-235-109-34-16,-1 0 20 15,-15 0 11-15,3 0-21 16,-16-8-13-16,16-8-40 16,-28-8-82-16,0 7 6 0,0 2-71 15,-13-1-318 1</inkml:trace>
  <inkml:trace contextRef="#ctx0" brushRef="#br0" timeOffset="-185821.2">25878 1230 946 0,'-59'-124'38'15,"87"124"-16"-15,25 0 65 16,12 0-11-16,-3-7-40 15,-9-9-9-15,-13 3-27 16,-18 9-4-16,-16-4-31 16,-6-4-63-16,0-4-170 0,-62-12-430 15</inkml:trace>
  <inkml:trace contextRef="#ctx0" brushRef="#br0" timeOffset="-185671.28">26005 958 912 0,'0'0'29'16,"0"0"18"-16,0 0 78 16,0 0-67-16,0 0-42 15,0 0-16-15,295-72-64 16,-295 72-137-16,0 0-426 16</inkml:trace>
  <inkml:trace contextRef="#ctx0" brushRef="#br0" timeOffset="-185003.55">26923 1110 387 0,'0'0'148'0,"0"0"-142"0,0 0 65 0,0 0 30 0,0 0 14 0,0 0 5 16,-40-80-35-16,0 80-1 15,-1 8-37-15,-11 37-22 16,11 7-8-16,13 7-7 16,10 2-6-16,18-9 1 15,0-8 0-15,0-4-10 0,31-11-10 16,18-10-10-16,16-15-7 16,10-4 2-16,-1 0-23 15,-2-12-56-15,2-32-133 16</inkml:trace>
  <inkml:trace contextRef="#ctx0" brushRef="#br0" timeOffset="-184188.75">27305 1456 355 0,'0'0'197'0,"0"0"28"0,0 0-21 16,0 0-68-16,0 0-84 16,0 0-28-16,52-213 11 0,-18 120-29 15,-9 13 16 1,-3 12-22-16,3 16 0 0,-4 8-6 16,-8 28-22-16,9 16-7 15,-4 0-17-15,4 32 10 16,-4 36 18-16,17 12 19 15,-1 0 5-15,-3-8-33 16,9-11-57-16,-6-13-11 16,-12 0 30-16,-10-7-42 15,-12-10-80-15,0-3-97 16</inkml:trace>
  <inkml:trace contextRef="#ctx0" brushRef="#br0" timeOffset="-184070.7">27305 1456 1022 0</inkml:trace>
  <inkml:trace contextRef="#ctx0" brushRef="#br0" timeOffset="-183988.57">27305 1456 1022 0,'117'-141'82'0,"-76"141"-50"0,21 0 3 15,18 0-33-15,7-24-44 16,-40-8-143-16,-23 0-330 15</inkml:trace>
  <inkml:trace contextRef="#ctx0" brushRef="#br0" timeOffset="-182556.92">26281 1014 60 0,'0'0'0'0,"0"0"-2"0,0 0 2 0,0 0 127 16,47-31-9-16,-47 31-36 0,0 0-37 15,0 0-20-15,0 0 12 16,0 0 30-16,0 0 21 15,0 0-19-15,0 0-13 16,12 0-35-16,-12 0 3 16,0 0-22-16,22 0 5 15,-3 0-7-15,2 0 0 16,10 0 9-16,-3 0-9 16,-15 0 0-16,8 0 5 15,-14 0 1-15,-7 0-6 16,0 0 37-16,0 0-8 15,0 0 5-15,0 0-13 16,0 0-9-16,0 0-8 16,0 0 2-16,0 0 9 0,0 0 3 15,0 0 27-15,0 0-13 16,0 0 0-16,0 0-21 16,-41 3-5-16,7 21-4 15,-19 0 6-15,1 16-1 16,-4 0-4-16,37 1 13 15,-9 6-13-15,28 2 0 16,0-9-2-16,0 0-2 16,47-4-9-16,15-12-4 15,12-3 2-15,-2-6-5 16,-4-11 14-16,-15-4-20 16,-13 0 16-16,-34 0 7 15,-6 0 4-15,0 0-1 0,0 8-5 16,0 4 6-1,0 8-4-15,-12 4 2 0,-35 12-2 16,-27 12-43-16,15-7 19 16,12-9 2-16,19-12-118 15,16-20-36-15,12 0-189 16</inkml:trace>
  <inkml:trace contextRef="#ctx0" brushRef="#br0" timeOffset="-181207.89">28058 1083 336 0,'0'0'227'0,"0"0"-65"0,0 0 17 0,0 0-78 15,0 0-32-15,0 0-46 16,-19 16-4-16,19 23-18 16,0 9 8-16,0 9-1 15,0 7 1-15,19-4 0 16,-13-4-6-16,4-8 0 16,-10-16 3-16,0 1-6 15,0-21 8-15,0-9-4 0,0-3-1 16,0 0 13-16,0 0-15 15,-10-39-1-15,-8-34-23 16,5-15 17-16,13-17 4 16,0 5 2-16,13-4 0 15,46 24 4-15,3 4-4 16,-4 27-19-16,-11 26 11 16,-13 18 6-16,-6 5-13 15,3 0 4-15,9 41-5 16,-12-5 4-16,-15 20 13 15,-13-4-6-15,0 0-6 16,0 1-2-16,-19-14-17 16,-9-6 6-16,16-10 24 0,12-7 0 15,0 1 12-15,0-9-8 16,12 3 22-16,41 2-1 16,15-6 11-16,0 1-20 15,-15 1-2-15,-19-1-6 16,-28 0-8-16,-6 8-37 15,0 0-61-15,0 12 94 16,0-11-77-16,0-14-184 16</inkml:trace>
  <inkml:trace contextRef="#ctx0" brushRef="#br0" timeOffset="-180940.58">29029 853 557 0,'0'0'83'0,"0"0"13"0,0 0-8 0,0 0-72 0,0 0-16 0,127 213-41 0,-121-193 26 16,6-4-2-16,-5 1 11 16,-7-14 4-16,0 10-42 15,0-5-59-15,0-1-80 0</inkml:trace>
  <inkml:trace contextRef="#ctx0" brushRef="#br0" timeOffset="-180592.09">28889 890 404 0,'0'0'599'15,"0"0"-534"-15,0 0 3 16,0 0-66-16,0 0-2 16,0 0 0-16,205-9 7 15,-118-10 2-15,-13-1-15 0,-21 4 11 16,-19 16-10-16,-6 0 5 15,-28 0-3-15,12 0-5 16,-12 8-20-16,0 28 28 16,6 0 5-16,16 8-5 15,-10-4-29-15,16 4-8 16,-3-8 17-16,9 4 12 16,0-12 7-16,0-8-8 15,-3-15-42-15,4-5-83 16,5 0 70-16,13-25 32 15,-7-7-76-15,1 4-229 16,-13 13 73-16</inkml:trace>
  <inkml:trace contextRef="#ctx0" brushRef="#br0" timeOffset="-180374.8">29404 926 1010 0,'0'0'146'0,"0"0"-124"15,0 0-19-15,0 0-2 16,0 0 26-16,0 0-10 16,186-36-17-16,-168 19-34 0,-2 6-50 15,-16-14-192 1,0 2-134-16</inkml:trace>
  <inkml:trace contextRef="#ctx0" brushRef="#br0" timeOffset="-179989.79">29404 926 723 0,'226'-228'20'16,"-192"228"-16"-16,7 0 9 15,17-5 4-15,1-18 14 16,3 2-18-16,-9 9-13 15,-13-4-70-15,-12 12-53 16,-22-4 11-16,-6 8-13 16,0 0 86-16,0 0 39 15,0 0 8-15,-15 0 89 0,3 0 3 16,-16 0-46-16,9 0-8 16,7 12 65-16,5 4 40 15,7 9-102-15,0-2-7 16,0 1-9-16,0-4-14 15,31 0-19-15,25 1 10 16,-3-5 3-16,-13-4-13 16,1-4 12-16,-17 3-7 15,-8-6 4-15,-16-1 10 16,0 12-2-16,0 0 20 16,0 12-13-16,0 3-15 0,-22-10-9 15,4-6-8-15,2 6-38 16,16 3-43-16,0 0-118 15,0-8-234-15</inkml:trace>
  <inkml:trace contextRef="#ctx0" brushRef="#br0" timeOffset="-148697.12">25953 13069 374 0,'0'0'46'0,"0"0"44"0,0 0 9 0,0 0-70 0,0 0-15 0,0 0 13 0,0 0 31 15,0 0-21-15,0 0 39 16,0 0 10-16,0 0-19 16,0 5-37-16,0-5 16 15,0 4-30-15,0-4-5 16,0 8-9-16,0 3 4 16,-7 2 0-16,7 3-2 0,-6 8 5 15,6 0 2-15,0 4 8 16,-6 8-12-16,6-3 1 15,-6-2 0 1,-3 1-5-16,-4-12 17 0,13 5-13 16,-6-6 2-16,6 6-5 15,-6-1-6-15,6 0 5 16,0 3-3-16,0-2 3 0,0 7 4 16,0-4-6-1,0 4-1-15,0-3-3 0,0 2 3 16,-16 2 7-1,16-2-6-15,-6 10 6 0,0 6-4 16,-7 2-6-16,7-4 4 16,6 2-1-16,0 1 0 15,0-4-2-15,0 0 1 16,0-3 0-16,0-10-5 16,0-6 12-16,0 11-7 15,0-8 6-15,0-4-8 16,0 7 4-16,0-1-2 15,0-11 0-15,0 17-4 16,0-8 4-16,0 8 2 16,0 0-1-16,0-3 8 0,0-2-12 15,0-3 7-15,0-3-3 16,0-6 0-16,0 6 0 16,0-1-2-16,0-4 4 15,0 8-4-15,0 0 9 16,0 4-12-16,0 0 5 15,0-3-1-15,0-9-4 16,0-9 5-16,0-3-37 16,0-8-32-16,0 0-72 15,0 0-145-15</inkml:trace>
  <inkml:trace contextRef="#ctx0" brushRef="#br0" timeOffset="-145970.8">32576 10382 488 0,'0'0'158'0,"0"0"-47"0,0 0-31 0,0 0-57 0,0 0-20 16,0 0 17-1,0 0-4-15,9 0 40 0,-9 0 12 16,0 0 24 0,0 0-39-16,0 0-15 0,0 0-24 15,0 0-12-15,0 0-2 16,6-8 8-16,7-15-6 15,-1 3 3-15,16-4 21 16,0-9-1-16,-10 5 3 16,17-3-24-16,-17-2-1 15,10 5-3-15,6 0-18 16,-9 4 1-16,-3 12-11 16,-4 4 7-16,-8 8-18 15,-4 0 11-15,0 0-10 0,-6 0-4 16,12 0-6-16,1 0 5 15,9 0-101-15,-4-8-86 16,-2 0-140 0</inkml:trace>
  <inkml:trace contextRef="#ctx0" brushRef="#br0" timeOffset="-145417.79">32690 9994 146 0,'0'0'466'0,"0"0"-409"0,0 0 28 0,0 0-29 16,0 0-6-16,0 0-1 15,93 48 7-15,-52-24-26 16,-19 0 11-16,2 0 10 15,-2 8-4-15,-3-4-25 16,-13-12-5-16,16 1-11 0,-10-14-4 16,3 2-4-1,-2-2-3-15,-1 1-2 0,1 0-67 16,8-4-27 0,-14 4-136-16</inkml:trace>
  <inkml:trace contextRef="#ctx0" brushRef="#br0" timeOffset="-142707.72">25878 2032 262 0,'0'0'42'0,"0"0"-26"0,0 0 47 15,0 0 0-15,0 0-11 16,0 0-7-16,0 0 21 16,0 0 40-16,0 0-28 15,0 0 1-15,0 0-8 16,0 0-35-16,0 0-20 16,0 0-7-16,0 0 7 15,0 0 3-15,0 0 14 16,0 0 1-16,0 0 1 15,0 0-33-15,0 0 4 16,0 5-6-16,16 3-1 16,-16 4 1-16,12 0 2 0,-12 8 14 15,28 4-15-15,-16 0 10 16,7 4-8-16,-3 0 2 16,-10 5-4-16,12-2-2 15,-8-7 1-15,2 4-1 16,1-11-2-16,2-9-15 15,-9-8-3-15,13 0-57 16,-13 0-28-16,10 0-92 16,2-17-138-16</inkml:trace>
  <inkml:trace contextRef="#ctx0" brushRef="#br0" timeOffset="-141941.18">25940 2650 7 0,'0'0'183'0,"0"0"-89"0,0 0 42 0,0 0-53 0,0 0-62 16,0 0 12-16,0 0-33 16,0 0-2-16,0 0-24 15,0 0 26-15,0 0 61 16,0 0 20-16,0 0 30 15,0 0-27-15,0 0-22 16,0 0-36-16,0-15-8 16,0-18-2-16,34 1 9 0,-3-12-3 15,10-4-14-15,-1-4 20 16,7-1-5-16,-1-3-17 16,16 1-6-16,-3-1-22 15,9 3 18-15,-9 1-15 16,-12 11 3-16,-13 10 2 15,-22 15-13-15,-3 4-46 16,-9 7 13-16,0 5 4 16,0 0-177-16,0 0-5 15</inkml:trace>
  <inkml:trace contextRef="#ctx0" brushRef="#br0" timeOffset="-136111.35">25364 9693 14 0,'0'0'341'0,"0"0"-307"0,0 0 55 0,0 0-11 16,0 0-51-16,0 0-26 16,0 0 0-16,-25 28 3 15,25-28 6-15,0 4 25 16,0 0 23-16,0 0-3 16,0 0-2-16,0-4-29 0,0 5-22 15,0-5-2 1,0 3 7-16,0 5-7 0,0 0 3 15,0 0 14-15,0 4-14 16,0-4 3-16,6-4-5 16,13 0 3-16,-4 0-4 15,-9-4 1-15,7 0-3 16,2 0 4-16,-2 0-1 16,5 0 6-16,-2 0 0 15,-10 0-7-15,0 0 0 16,13 0 0-16,-10-4 2 15,-3-12 6-15,13 0-5 16,-13-4 9-16,10 4-10 16,-10-9 4-16,-6 10-3 15,6-6 0-15,0 10 5 0,7-6 2 16,-13 9 8-16,15-7-8 16,-9 15-3-16,-6-5-4 15,0 5 2-15,0 0-4 16,0 0 8-16,0 0-6 15,0 0 3-15,0-8-6 16,0-3 4-16,0-1-8 16,0-4 13-16,0 0-14 15,0 4 10-15,0-1 1 16,-6 5-5-16,-9 8 19 16,8-8 8-16,1 8-10 15,0-4-18-15,0 4 2 16,-16 0-7-16,16 0 4 0,-13 0-5 15,-3 0-9-15,-2 12-5 16,2-4 4-16,-3 0 16 16,-3-3 2-16,-6-2 1 15,22 1-5-15,-1 1 7 16,4 11-3-16,9 7 4 16,0 18-12-16,0 6 4 15,0 6-1-15,-6-4 0 16,6-18-43-16,0-19-94 15,0-12-208-15</inkml:trace>
  <inkml:trace contextRef="#ctx0" brushRef="#br0" timeOffset="-128469.77">27137 9360 64 0,'0'0'15'0,"0"0"5"0,0 0 99 0,0 0-30 16,0 0 17-16,0 0-29 15,0 0-42-15,0 0-11 16,0 0-16-16,0 0 13 16,0 0-15-16,0 0 22 0,0 0-1 15,0 0 27-15,0 0 38 16,0 0 1-16,0 0-35 16,0 0-26-16,0 0-21 15,0 0-2 1,0 0-9-16,0 0 1 0,0 0 4 15,0 0 3-15,0 0 23 16,0 0-10-16,0 0 8 16,0 0-25-16,0 0-4 15,0 0-1-15,0 0-3 16,0 0 3-16,0 0 2 16,0 0-5-16,0 0 5 15,0 4-9-15,0 4 8 0,0-4 0 16,0 0 0-16,0-4 5 15,0 0-5-15,0 0-8 16,0 0 8-16,0 0 8 16,0 0 17-16,0-20-3 15,0-4-3-15,0-8-5 16,0-8-12-16,0-5-4 16,6-2 5-16,-6-10-7 15,0 9-19-15,0 4 10 16,0 13-23-16,0 14-6 15,0 5-37-15,0 12-84 16,0 0-37-16,0 0-134 0</inkml:trace>
  <inkml:trace contextRef="#ctx0" brushRef="#br0" timeOffset="-126887.2">28365 9493 270 0,'0'0'90'0,"0"0"-44"0,0 0-23 0,0 0-16 0,0 0 7 16,0 0 44-16,0 0 21 16,0 0-20-16,0 0 30 15,0 0-31-15,0 0 1 16,0 0 5-16,0-8 0 15,0-17-31-15,0-3 30 16,0-4-13-16,0-12-26 0,0-4-18 16,0 0-3-1,0 4 5-15,0 11-6 0,0 9-4 16,-6 4-30-16,6 12-10 16,0 0-41-16,-6 8-105 15,6 0-118-15</inkml:trace>
  <inkml:trace contextRef="#ctx0" brushRef="#br0" timeOffset="-125719.96">29543 9640 112 0,'0'0'163'0,"0"0"19"0,0 0-59 0,0 0-24 0,0 0-23 15,0 0-1-15,0 0-4 16,0 0 29-16,0 0-61 15,0 0-6-15,0 0-32 16,0-3 9-16,0-17 0 16,0-9 5-16,0-7 4 0,0 0 5 15,0-4-1-15,0 0-13 16,0-8-4-16,6 7 5 16,-6 10-18-1,0 11 7-15,0 7-9 0,0 13-12 16,0 0-16-16,0 0-53 15,0 0-187-15,0 0-111 16</inkml:trace>
  <inkml:trace contextRef="#ctx0" brushRef="#br0" timeOffset="-124473.04">30480 9617 181 0,'0'0'121'0,"0"0"28"0,0 0-71 0,0 0-75 16,0 0 13-16,0 0 14 0,0 20 6 15,0-20 21-15,0 0 32 16,0 0-1-16,0 0-22 15,0 0-11-15,0 0-17 16,0 0 11-16,12 0-16 16,-12-8 11-16,12-12-24 15,4-16 10-15,3-8-21 16,9-9-1-16,-10-2-8 16,10 6 0-16,-9 5-2 15,2 8 2-15,-8 12-1 16,-7 8-21-16,-6 16-1 0,0 0-50 15,0 0-113-15,0 16-80 16,0 16-361-16</inkml:trace>
  <inkml:trace contextRef="#ctx0" brushRef="#br0" timeOffset="-123591.18">31695 9665 56 0,'0'0'355'0,"0"0"-219"0,0 0 9 0,0 0-27 16,0 0-62-16,0 0 25 15,0-25-23-15,0-11-21 16,0-16-24-16,0 4 6 16,6-12 24-16,7 4-12 15,-4 8-19-15,-9 0-11 16,12 8 3-16,-12 7-4 15,7 14-21-15,-7 11-80 16,0 8-26-16,0 0-163 16</inkml:trace>
  <inkml:trace contextRef="#ctx0" brushRef="#br0" timeOffset="-122424.05">27143 10033 417 0,'0'0'271'0,"0"0"-171"0,0 0-19 0,0 0-57 15,0 0 13-15,0 0-13 16,0-164 12-16,0 137-35 16,0 6 26-16,0 6 6 15,0-2-19-15,0 9-14 16,0 8-2-16,0 0-6 15,0 0-70-15,0 8-21 16,-21 9 54-16,14-2 5 16,1-7 14-16,0-4-6 15,6-4-25-15,0 0 22 0,0 0-8 16,0 0-217-16</inkml:trace>
  <inkml:trace contextRef="#ctx0" brushRef="#br0" timeOffset="-121441.96">28185 9842 549 0,'0'0'157'0,"0"0"-45"0,0 0 23 16,0 0-68-16,0 0-67 0,0 0 0 15,-6 0-19-15,6 0 14 16,0 0 5-16,0 11-9 15,0 5-7-15,0 12 16 16,0 8 16-16,0 5-11 16,0 7 8-16,0-9-13 15,0 2-7-15,-6-5 3 16,6-12 0-16,0-4 2 16,0-12 2-16,25-8-5 0,49 0-1 15,7-12 6 1,-1-24 7-16,-5 0 5 0,-23 8-12 15,-5 11-8-15,-19 6-51 16,-16 11-45-16,-12 0-52 16,0 0-116-16,0 16-125 15</inkml:trace>
  <inkml:trace contextRef="#ctx0" brushRef="#br0" timeOffset="-120592.63">29308 9881 1 0,'0'0'337'0,"0"0"-333"0,0 0 137 16,0 0 10-16,0 0-50 0,0 0 12 15,-13 0-20-15,13 0-67 16,0 0-6-16,6-12-15 16,35-7 15-16,11 2-16 15,-5 5-8-15,-13 12 4 16,0 0-14-16,-21 0-25 16,-7 4 39-16,-6 24 12 15,0 0 5-15,0 0 0 16,0-7-14-16,0-6-6 0,0-7 2 15,0 0-9-15,9-8-20 16,10 0-67-16,15 0 18 16,-16 0 35-16,17 0 29 15,-23 0-13-15,-3 0 5 16,-9 0 7-16,0 17 16 16,0 15 19-16,0 0 52 15,-34 12-40-15,0-16-7 16,0 0 22-16,15-16-46 15,-2 0-2-15,8-12-48 16,13 0-8-16,0 0-230 16</inkml:trace>
  <inkml:trace contextRef="#ctx0" brushRef="#br0" timeOffset="-119659.7">30613 9873 498 0,'0'0'102'0,"0"0"-76"0,0 0 40 15,0 0-38-15,0 0 11 16,0 0 7-16,-180 193-16 0,152-177-20 15,22-8 33-15,0-1-5 16,6-7-3-16,0 0-35 16,0 0-8-16,0 0-12 15,0 0-56-15,0 0 53 16,25 0 14-16,-4 0 3 16,-2 0 6-16,3 0 11 15,-4 0-8-15,4 0-1 16,-3 0 8-16,-7-7-7 15,4 7 12-15,-10 0-12 16,6 0-3-16,1-4-14 16,2 0-7-16,-3-4-34 15,-5 8-20-15,5-8 29 16,-3 8 4-16,-9 0-1 0,7 0 43 16,-7 0 3-16,0 0 43 15,0 0 47-15,0 0-29 16,0 20-22-16,0 0-11 15,0 12-19-15,0 1-3 16,0 3 2-16,0 3 9 16,0-6-18-16,0-10 1 15,-7-7-3-15,-2-16-36 16,9 0-57-16,0-16-78 16,0-32-176-16</inkml:trace>
  <inkml:trace contextRef="#ctx0" brushRef="#br0" timeOffset="-118769.95">31540 9978 213 0,'0'0'2'0,"0"0"0"0,0 0 61 16,0 0 48-16,0 0-3 16,0 0-1-16,0 0-56 0,0 0 13 15,0 0-3 1,0 0-1-16,0 8 12 0,0-8-11 16,0 8 19-16,0 0-32 15,-12 4-20-15,-35-1-25 16,13 6 1-16,-6-1 1 15,15 0 3-15,3-4 20 16,10-1-16-16,6-2-10 16,6-1-2-16,0 8-9 15,0 0-21-15,6 0 24 16,28-4-18-16,-9 4 14 16,21-4 9-16,-18 1-3 15,13-2 1-15,-23 1-1 0,10 1 4 16,-22-10-19-1,0 9 13-15,-6-4-8 0,0 0 14 16,0 9 4-16,0-1 11 16,0 4-13-1,0-4-2-15,0-8-4 0,0-8-26 16,0 0 11-16,-6 0-42 16,-6 0-69-16,-10-5-131 15,10-14 84-15</inkml:trace>
  <inkml:trace contextRef="#ctx0" brushRef="#br0" timeOffset="-118541.1">31580 9861 396 0,'0'0'450'0,"0"0"-373"0,0 0-13 0,0 0-6 0,0 0-45 16,0 0-13-16,301-52-67 16,-267 52-217-16</inkml:trace>
  <inkml:trace contextRef="#ctx0" brushRef="#br0" timeOffset="-108852.28">25981 8093 214 0,'0'0'288'0,"0"0"-266"0,0 0-22 0,0 0-1 0,0 0 1 0,0 0 22 16,0 0 30-16,0-20 42 15,0 20 22-15,0 0-32 16,0 0-50-16,0 0-20 16,0 0 8-16,0 0-15 15,0 0 32-15,0 0 14 16,0 0-5-16,0 0-29 15,0 0-3-15,0 0-16 16,0 0-2-16,0 0 2 0,24 0 0 16,11 0 2-1,11 0 1-15,1 0 25 0,15 0-17 16,3 0 18 0,3 0-29-16,-3 0 0 0,-3 0-7 15,-9 0 1-15,-25 0-2 16,-10-8-26-16,-18 0-31 15,0 8-186-15</inkml:trace>
  <inkml:trace contextRef="#ctx0" brushRef="#br0" timeOffset="-108086.64">25491 8161 221 0,'0'0'105'0,"0"0"-40"0,0 0 74 0,0 0-52 16,0 0-3-16,0 0 21 16,0 7 2-16,0-7-31 15,0 0-19-15,0 0-24 16,0 0 10-16,0 0-33 15,0 0-6-15,0-3-4 16,9-30 0-16,-3-11 12 0,13-15-11 16,-13-5 6-1,16-5-1-15,-10 1 1 0,1 8-7 16,2 16-1 0,-3 12-32-16,-12 20-1 0,0 12 25 15,0 0 3-15,0 0-10 16,0 44 3-16,-34 7-19 15,-6 14-10-15,15-9-26 16,-9-12-135-16,12-16-266 16</inkml:trace>
  <inkml:trace contextRef="#ctx0" brushRef="#br0" timeOffset="-104789.86">26086 6958 6 0,'0'0'206'16,"0"0"-67"-16,0 0-15 0,0 0-51 0,0 0-29 16,0 0-22-16,0 0-22 15,0 0-15-15,0 0 15 16,0 0 21-16,0 0 47 15,0 0 2-15,0 0-13 16,0 3-24-16,-6-3 3 16,0 0-21-16,6 0-15 15,0 0-15-15,0 0 15 16,0 0 4-16,-13 0 11 16,13 0 18-16,0 0-22 15,0 0 10-15,-15 5-19 16,9-1 9-16,-7-4-8 0,13 0-1 15,0 0 0-15,0 0 6 16,0 0 16-16,0 0-11 16,0 8-4-16,0-8-9 15,0 0-4-15,0 3 4 16,0-3 4-16,0 0-3 16,0 0 7-16,0 5-6 15,0-2 1-15,0 10-6 16,34-5 6-16,7-4 5 15,5-4-8-15,-6 0 0 16,-9 0 0-16,-3 0 5 16,-15 0-5-16,-13 0-13 0,0 0-4 15,0 0-5-15,6 0-16 16,-6 0-69-16,15 0-106 16</inkml:trace>
  <inkml:trace contextRef="#ctx0" brushRef="#br0" timeOffset="-104007.7">25326 6878 242 0,'0'0'301'0,"0"0"-241"0,0 0-30 16,0 0 9-16,0 0 4 0,0 0 49 15,0-5-33-15,0 5-5 16,13-3-6-16,-1 3-21 16,16 0-21-16,-16 0-6 15,-5 0-2-15,8 0-15 16,-15 8 10-16,6 11 14 16,-6 14-6-16,0 7 6 15,0 4-7-15,-6-4 0 16,-9-4 3-16,15-16-6 15,0-3 6-15,0-14-5 16,0-3 9-16,40 0-7 16,6 0 24-16,1 0-5 0,0 0 7 15,-13-3-20-15,6-14-3 16,-12 17-3-16,-10-4-25 16,-11-3-68-16,-7 7-138 15,0 0-252-15</inkml:trace>
  <inkml:trace contextRef="#ctx0" brushRef="#br0" timeOffset="-103173.75">26015 6028 130 0,'0'0'172'0,"0"0"-16"0,0 0-37 0,0 0-30 0,0 0 10 15,0 0 30 1,0 0-24-16,0 0-54 0,0 0 17 16,0 0-26-16,0 0 9 15,46 0-9-15,13 0 7 16,16-13 1-16,11 1-17 15,7-7-16-15,7-2-17 16,-4 1 0-16,-25 8-11 16,-9-1-16-16,-31 13-54 15,-3 0-18-15,-16 0-58 16,16 0-149-16,-15 0-77 16</inkml:trace>
  <inkml:trace contextRef="#ctx0" brushRef="#br0" timeOffset="-102408.6">25345 5791 99 0,'0'0'449'0,"0"0"-349"0,0 0-2 16,0 0-69-16,0 0-19 15,0 0-10-15,127-28 40 16,-93 28-22-16,-9 0 13 15,-3 0-1-15,-16 8-9 16,-6 23 21-16,0 10-2 16,0 3-39-16,0 0 5 15,0 9-3-15,-28-9 0 0,16-13-6 16,-1-15-3-16,13-12 3 16,0-4-22-16,0 0-24 15,13 0 8-15,33 0 37 16,-6 0 4-16,-18 0 1 15,-16 8-1-15,-6 5 0 16,0 2 4-16,0 14 16 16,-40 7-17-16,-22 0-3 15,22 0 0-15,-7-8-1 16,22-16-20-16,19-12-93 16,6 0-277-16</inkml:trace>
  <inkml:trace contextRef="#ctx0" brushRef="#br0" timeOffset="-101668.97">26213 4972 79 0,'0'0'0'0</inkml:trace>
  <inkml:trace contextRef="#ctx0" brushRef="#br0" timeOffset="-101392.96">26213 4972 298 0,'0'-40'132'0,"0"40"-78"16,0 0-17 0,0 0 5-16,0 0 5 0,0 0 10 15,0-3-12-15,0 3-6 16,0 0 3-16,0 0 42 16,0 0-5-16,0 0-29 15,0 0-18-15,0 0-4 16,0 0 15-16,6 0-14 15,10 0-16-15,15 0-6 16,18 0 8-16,17 0 17 16,8 0-8-16,7 0-12 15,-1 0-3-15,-8 0-9 0,-10 0-13 16,-22 0-20-16,-9 0-34 16,-31 0-57-16,0 0-155 15</inkml:trace>
  <inkml:trace contextRef="#ctx0" brushRef="#br0" timeOffset="-100527">25506 4572 430 0,'0'0'52'0,"0"0"-36"0,0 0-3 0,0 0-12 0,0 0 35 0,0 0 30 16,-62 184-5 0,56-165-14-16,6-10-4 0,0-9-10 15,0 0-33-15,0 0-5 16,0 0-68-16,34 0 66 16,13 0 7-16,-1 0 22 15,-6 0 12-15,-5 0 7 16,-11 0-17-16,10 0-22 15,-18 0-1-15,-16 0-1 16,12 0-3-16,-5 0-23 16,-7 0-1-16,0 0 26 15,0 0 1-15,0 0 17 0,0 0-4 16,0 0 22 0,0 0-22-16,0 0-10 0,0 0-3 15,0 0 0-15,0 24-9 16,-19 4 9-16,10 4 1 15,-4-4 4-15,1 5 12 16,-4-2 11-16,10-3 6 16,-12 5-27-16,18-9 5 15,0-4-12-15,0-4-18 16,0-12-101-16,0-4-65 16,0 0-397-16</inkml:trace>
  <inkml:trace contextRef="#ctx0" brushRef="#br0" timeOffset="-99559.97">26340 3958 133 0,'0'0'119'0,"0"0"-38"0,0 0 28 15,0 0 6-15,0 0-18 16,0 0-22-16,0 0-10 0,0 0 22 15,0 0-10-15,0 0-13 16,0 0-8-16,0 0-33 16,0 0 11-16,0 0-20 15,0 0 15-15,0 0-12 16,0 0 18-16,0 0-20 16,0 0 10-16,0 0-17 15,28 0 2-15,19-13 0 16,-1 13-3-16,22-3-7 15,-15-5 6-15,28 4-12 16,-10-9 4-16,10 10-7 16,-13-13-19-16,6 12 5 0,-43-9-26 15,-15 13-72 1,-16 0-157-16</inkml:trace>
  <inkml:trace contextRef="#ctx0" brushRef="#br0" timeOffset="-98392.84">25832 3662 225 0,'0'0'238'0,"0"0"-125"0,0 0-15 16,0 0-51-16,0 0-22 15,0 0 5-15,-106 72 2 0,85-64 2 16,14-1 9-1,7-3-5-15,0 5-3 0,0-1-19 16,0 3-4-16,7 1-12 16,33 1 3-16,0-5-1 15,16 7 1-15,-19-2 1 16,-9-2-4-16,0 1-16 16,-9 4 6-16,2-11 9 15,-14 7-21-15,-1-8-13 16,-6 3-10-16,0-2 30 15,0 11 15-15,-13 4 8 16,-33 12 43-16,-4-4-14 0,4 4-10 16,-1-8-20-1,29-8-7-15,-4-7-35 0,22-9-45 16,0 0-56-16,0-9-154 16,0-23 145-16,28-4-115 15</inkml:trace>
  <inkml:trace contextRef="#ctx0" brushRef="#br0" timeOffset="-98140.75">26086 3645 221 0,'0'0'203'0,"0"0"-98"0,0 0-7 0,0 0-71 16,0 0-22-16,0 0-5 15,16 32-94-15,-16-28-155 16</inkml:trace>
  <inkml:trace contextRef="#ctx0" brushRef="#br0" timeOffset="-95929.91">25940 3668 110 0,'0'0'212'0,"0"0"-76"0,0 0-57 0,0 0-48 15,0 0 6-15,0 0-14 16,-6 0-9-16,6 0-2 16,0 0 13-16,0 0 68 15,0 0-29-15,0 0-16 16,0 0-12-16,0 0-8 0,0 0-28 16,0 0-3-1,0 0 3-15,0 0 16 0,0 9 10 16,19-1 7-1,9-4 2-15,6-4-31 0,6 0-1 16,-9 0-3-16,9 0-16 16,-12-16-2-16,-9 5-55 15,-19 6-174-15,-13 5-458 16</inkml:trace>
  <inkml:trace contextRef="#ctx0" brushRef="#br0" timeOffset="-88836.99">25965 10318 117 0,'0'0'381'0,"0"0"-321"0,0 0 10 0,0 0-7 16,0 0-43-16,0 0 19 15,0 0-3-15,0 0 8 16,0 0-5-16,0 0-9 16,0 0 5-16,0 0-23 15,0 0-9-15,0 0 2 16,0 0-2-16,0 0 5 15,0 0 57-15,0 0 14 16,0 0-27-16,0 0-21 16,0 0-11-16,9 0 1 0,-9 0-17 15,0 0 7-15,0 0-9 16,0 0 14-16,0 0 2 16,0 0-5-16,0 0-7 15,0 0 0-15,0 0-5 16,0 0 3-16,0 0-6 15,0 0 8-15,0 0-8 16,0 0 3-16,0 0-2 16,7 0-19-16,27 0 13 15,25-3 5-15,9-10 2 16,-3 5-6-16,-6 8 1 16,3 0 5-16,-9 0-16 15,-13 0-2-15,-6 0-20 0,-28 0 4 16,7 0-13-16,-13 0-44 15,0 0-7-15,0 0-133 16,0 0-329-16</inkml:trace>
  <inkml:trace contextRef="#ctx0" brushRef="#br0" timeOffset="-87986.79">25032 10407 609 0,'0'0'95'0,"0"0"15"0,0 0 14 0,0 0-80 15,0 0-15-15,0 0-10 16,87 0 34-16,-63 0-10 16,-2 0-8-16,3 0-26 15,3 0 11-15,18 0-20 16,-5 0 0-16,-7 0-2 16,0 0-13-16,-9 0 3 15,-4 0-15-15,-8 0-25 16,-13 0-31-16,0 0-126 15,0 0-288-15</inkml:trace>
  <inkml:trace contextRef="#ctx0" brushRef="#br0" timeOffset="-87455.09">25692 10467 432 0,'0'0'122'0,"0"0"23"0,0 0-30 0,0 0-73 0,0 0 5 16,0 0 18 0,6-85-17-16,-6 54 10 0,0-2-5 15,0-6-34-15,0-5-15 16,0-1-4-16,0 9-19 16,0 24 4-16,0 12-23 15,0 0-49-15,0 24 71 16,0 28 0-16,0 4 13 15,-34-4-25-15,28-19-60 16,-12-10-89-16,18-10-140 16</inkml:trace>
  <inkml:trace contextRef="#ctx0" brushRef="#br0" timeOffset="-86505.26">25894 11461 285 0,'0'0'184'0,"0"0"-170"0,0 0 45 0,0 0 18 16,0 0-25-16,0 0 13 15,-16 5 23-15,16-5 4 0,0 0-20 16,22 0-14-16,12 0 15 15,-15 0-38-15,15 0-20 16,-6 0-9-16,12 0 4 16,-9 0-20-16,9 0 14 15,7 0-7-15,-1 0 3 16,1 0-13-16,9 3-12 16,-10-3-28-16,-12 0-27 15,-15 0-128-15,-19 0-193 16</inkml:trace>
  <inkml:trace contextRef="#ctx0" brushRef="#br0" timeOffset="-85820.64">24604 11682 556 0,'0'0'103'0,"0"0"-102"0,0 0 108 15,0 0-83-15,0 0-6 16,0 0 94-16,0-20-48 16,0 20-2-16,0 0 7 15,0 0-35-15,6 0-29 16,41 0 1-16,-7 0-8 0,0 0 2 15,1 0-2-15,-17 0-30 16,-2 0-56-16,-16-4-90 16,-6-4-149-16</inkml:trace>
  <inkml:trace contextRef="#ctx0" brushRef="#br0" timeOffset="-85338.95">25271 11422 314 0,'0'0'51'0,"0"0"-51"0,0 0 0 0,0 0-1 0,0 0-4 16,0 0 0-16,0 213-29 15,-7-182 34-15,-5-7 32 16,0-7 49-16,12-10-22 16,0-7 18-16,0 0-3 15,0 0-67-15,0 0 5 16,12 0 22-16,7 0-17 16,-19 0-17-16,21-4 0 15,-8 1-2-15,-1-6 4 16,10 1-5-16,3 4 7 15,-4 0-8-15,7-4 4 16,3 0-2-16,-3-4-89 16,6-7-395-16</inkml:trace>
  <inkml:trace contextRef="#ctx0" brushRef="#br0" timeOffset="-84573.43">25841 12452 204 0,'0'0'286'0,"0"0"-238"0,0 0-3 0,0 0-23 15,0 0-9-15,0 0 72 16,0 0 6-16,0 0 9 16,6 0 4-16,25 0 9 15,19-4-57-15,-4-4-34 16,7 4 0-16,-6 0-21 15,-1-4-1-15,-12 0-7 16,0 0-36-16,-9 0-78 16,3 4-46-16,-3-4-39 0,-25 8-124 15</inkml:trace>
  <inkml:trace contextRef="#ctx0" brushRef="#br0" timeOffset="-83939.94">24675 12593 544 0,'0'0'102'0,"0"0"43"0,0 0-18 0,0 0-84 0,0 0 42 0,0 0-8 16,214 0-41-16,-152 0-36 15,-3 0 3-15,-12 0-3 16,-19 0-22-16,12 0-41 16,-6 0-7-16,-15 0-56 15,-19 0-156-15</inkml:trace>
  <inkml:trace contextRef="#ctx0" brushRef="#br0" timeOffset="-83440.97">25271 12296 252 0,'0'0'445'15,"0"0"-442"-15,0 0 57 16,0 0 47-16,0 0-60 16,0 0-31-16,114 72-13 0,-114-40 2 15,6-8-4 1,-6 0-1-16,0-12 5 0,0-8-5 15,0-4-12-15,7 0-7 16,14 0 5-16,4 0-6 16,15 0 20-16,-5 0 0 15,-7 0 0-15,-10 12 2 16,-12 0-2-16,-6 4 12 16,0-4-1-16,0 9-10 15,0 7-1-15,0 0-2 16,0 3-1-16,0-2-13 15,0-9-12-15,0-4 22 16,0-1-14-16,0 2-11 16,0-9-39-16,-6-4 8 15,-6-4 16-15,12 0-171 0</inkml:trace>
  <inkml:trace contextRef="#ctx0" brushRef="#br0" timeOffset="-75564">25165 9264 32 0,'0'0'91'0,"0"0"-81"0,0 0-5 0,0 0 26 16,0 0 30-16,0 0 60 15,0 0-48-15,0 0-28 16,0 0-7-16,0 0 0 15,0 0-20-15,0 0 12 16,0 0-2-16,0 0 23 16,0 0 14-16,0 0-11 15,0 0-19-15,0 0-26 16,0 0 1-16,0 0-4 16,0 0 18-16,0 0-9 15,0 0 14-15,0 0-8 0,0 0 9 16,-6 0 5-1,6 0 3-15,0 0 3 0,0 0-21 16,0 0 11-16,0 0-18 16,0 0 11-16,0 0-18 15,0 0 7-15,0 0-7 16,0-12-6-16,0-12 0 16,0-16 7-16,0-4 16 15,0 0-19-15,0 3 3 16,0 1-6-16,0 4-2 15,0 16-20-15,6 8 0 16,-6 8-7-16,0 4-10 16,0 0-18-16,0 0-19 0,0 4-54 15,0 20-214-15</inkml:trace>
  <inkml:trace contextRef="#ctx0" brushRef="#br0" timeOffset="-74231.96">24663 9476 423 0,'0'0'129'0,"0"0"-49"0,0 0 18 0,0 0-52 0,0 0-11 0,0 0 23 16,99-8-37-16,-71 8-6 15,0 0 9-15,12 4-4 16,-9 0-20-16,-3 5 0 16,0-9-34-16,-9 0-67 15,-7 0 41-15,10 0-1 0,-10 0-20 16,-6-9 20-1,-6 9 12-15,0 0-233 0</inkml:trace>
  <inkml:trace contextRef="#ctx0" brushRef="#br0" timeOffset="-73633.26">25004 9725 372 0,'0'0'129'0,"0"0"-86"0,0 0 25 0,0 0-19 15,0 0 13-15,0 0-28 16,40-157 0-16,-40 141-11 15,6 16 23-15,-6 0 0 16,0 0-17-16,0 0 1 16,0 0-24-16,0 0 3 15,0 16-8-15,0-3 4 0,0-1-3 16,-18-1-4-16,12 2-31 16,-16 7-57-16,9 0-99 15,-8-9-158-15</inkml:trace>
  <inkml:trace contextRef="#ctx0" brushRef="#br0" timeOffset="-72666.75">24102 9292 102 0,'0'0'200'0,"0"0"-18"0,0 0-47 0,0 0-39 0,0 0-21 16,0 0-15-16,-7-9-15 15,7 6-5-15,0-5-19 0,0 0 34 16,0-12-22-16,0-5 7 15,0-6-11-15,0-18-25 16,7-7-4-16,20-8-30 16,-14-1-39-16,-7 14-48 15,-6 22-39-15,0 22 35 16,0 7 28-16,-6 4-238 16</inkml:trace>
  <inkml:trace contextRef="#ctx0" brushRef="#br0" timeOffset="-72133.19">23761 9576 734 0,'0'0'71'0,"0"0"1"0,0 0 16 0,0 0-75 0,0 0-10 0,0 0 3 16,0 0-6-16,186 0-79 16,-165 5-82-16,-15 2-42 15,-6 1-322-15</inkml:trace>
  <inkml:trace contextRef="#ctx0" brushRef="#br0" timeOffset="-71923.2">23761 9576 231 0</inkml:trace>
  <inkml:trace contextRef="#ctx0" brushRef="#br0" timeOffset="-71717.78">23761 9576 231 0,'322'-24'156'0,"-276"32"-156"0,-5 0 0 0,-1 9 18 15,-15 7-17-15,-25-4 3 16,0 4 27-16,0 4-5 16,0-5-26-16,-6 2-2 0,0-1 2 15,6-8 45 1,0-7 16-16,0-6-8 0,6-3-8 16,28 0-2-16,-9 0 19 15,9 0 38-15,-13-12-12 16,20-12-49-16,-16-4-33 15,9-13-6-15,-6-3-116 16,-4 0-107-16,-8 8-257 16</inkml:trace>
  <inkml:trace contextRef="#ctx0" brushRef="#br0" timeOffset="-70667.83">22616 9019 80 0,'0'0'63'0,"0"0"28"0,0 0 28 0,0 0 5 16,0 4-70-16,0-4-37 16,0 0 14-16,0 0 36 15,0 0 0-15,0 5-5 0,0-2-15 16,0 5-10-16,0 0-37 15,0 1 10-15,0-6-8 16,0 2 5-16,0-5 16 16,0 0-5-16,0 0 8 15,0 0 13-15,16 0 19 16,-16 0-22-16,0 0 3 16,0 0-20-16,6-21-8 15,0-19-11-15,0-16 17 16,16-9 6-16,-3 1-22 15,-13 0 8-15,0 9-5 16,3 6-8-16,-9 17-27 16,7 8-41-16,-1 12-123 15,-6 12-105-15,0 0-175 0</inkml:trace>
  <inkml:trace contextRef="#ctx0" brushRef="#br0" timeOffset="-70151.86">22278 9316 814 0,'0'0'152'0,"0"0"-93"0,0 0 5 0,0 0-29 0,0 0-31 16,0 0 36-16,174-12-39 15,-134 12-1-15,7-4 0 16,-7 0-24-16,-9 0-75 16,-3-5-108-16,0 6-148 0</inkml:trace>
  <inkml:trace contextRef="#ctx0" brushRef="#br0" timeOffset="-69669.75">22778 9252 684 0,'0'0'63'16,"0"0"-63"-16,0 0 0 0,0 0-13 15,0 0 9-15,0 0 4 16,133 0 0-16,-111 0-9 15,-22 0 9-15,0 23 13 16,0-2-6-16,0-1-7 16,0 0 3-16,0-9-3 15,0 10 2-15,0-9 7 16,0 4 39-16,0 1-3 0,0-2-28 16,-7 1-10-1,7-8-7-15,0 8-6 0,0-8-26 16,0 12-30-16,0 0 17 15,0 8 45-15,0-4 7 16,0 1 36-16,-27 6 3 16,-14-6 0-16,23-1-46 15,-4 0-4-15,10-17-108 16,12 6-179-16</inkml:trace>
  <inkml:trace contextRef="#ctx0" brushRef="#br0" timeOffset="-15612.69">14021 18127 438 0</inkml:trace>
  <inkml:trace contextRef="#ctx0" brushRef="#br0" timeOffset="4334.28">4877 16832 321 0,'0'0'227'0,"0"0"-207"0,0 0 25 16,0 0 8-16,0 0-37 16,0 0 15-16,0 0 8 15,7 0 18-15,-7 0-6 16,0 0 28-16,0 0-32 16,6 0-16-16,-6 0-6 15,0 0-10-15,0 0 11 0,0 0-5 16,0 0-2-1,0 4-17-15,0-4 9 0,0 0-7 16,0 0 3-16,0 0-3 16,0 0-2-16,0 0 3 15,0 0 1-15,0 0 17 16,0 0-20-16,0 0 26 16,0 0-21-16,0 0 15 15,0 0-23-15,0-33-5 16,0-10-3-16,-13-26-7 15,1-16 15-15,0-6-18 16,12-1 12-16,0 12-2 16,0 11-3-16,6 13-43 15,40 20-18-15,1 8-15 0,-1 4-115 16,1 20-88-16</inkml:trace>
  <inkml:trace contextRef="#ctx0" brushRef="#br0" timeOffset="5284.01">5333 16318 258 0,'0'0'219'0,"0"0"-117"0,0 0-13 16,0 0-6-16,0 0-28 16,0 0-8-16,47 0-33 15,-29 5-2-15,-2 18-12 0,-10 1 2 16,-6 29-4-16,0 7 8 16,0 4-12-16,0-5 1 15,0-14-1-15,-16-16 6 16,16-14 15-16,0-2 6 15,0-10 8-15,22-3-29 16,12 0 5-16,13 0-5 16,-7 0 5-16,-15 0 14 15,3-3-3-15,-16-2 9 16,4 5-17-16,-10 0-2 16,0 0-6-16,0 0-1 15,7 0-11-15,8 0-2 16,-2 0-11-16,3 0-97 0,3 0-30 15,-10 0 4 1,-15 0-184-16</inkml:trace>
  <inkml:trace contextRef="#ctx0" brushRef="#br0" timeOffset="5767.9">6080 16575 543 0,'0'0'150'0,"0"0"-55"0,0 0 24 0,0 0-39 0,0 0 16 16,16 252-34-16,-10-199-23 16,-6-6-37-16,0-6 8 15,13-10-10-15,-7 2-1 16,0-5-35-16,-6-15-70 15,0-13-136-15,0-5-345 16</inkml:trace>
  <inkml:trace contextRef="#ctx0" brushRef="#br0" timeOffset="6731.59">6549 16102 649 0,'0'0'191'0,"0"0"-119"0,0 0 14 16,0 0-47-16,0 0-38 15,0 0 35-15,-7 136-23 16,-20-92-3-16,2 4-7 16,3-8 3-16,3-12 1 15,13-3-2-15,6-14-1 0,0-2 0 16,0-1-8-1,0-5-16-15,31 5 11 0,3-8-6 16,0 0 11-16,13 0 1 16,-13 0 3-16,0 0-2 15,-9 0 0-15,-3 0 0 16,-10 0 4-16,0 0 4 16,-5 0-3-16,8 0-6 15,-9 0-17-15,1-11-9 16,5-1-23-16,-12-4 4 15,9-1 8-15,-9-2 26 16,0 2 11-16,0 9-21 16,0 0 7-16,0 8-2 15,0 0 18-15,0 0 2 0,0 0 1 16,0 0 2-16,0 0 8 16,0 0 9-16,0 0-9 15,0 16 50-15,0 20-29 16,-9 9-25-16,-3-6-4 15,-1 14 19-15,-2-5 6 16,2-8 11-16,7-8-4 16,6-12-23-16,0-8-10 15,0-12-3-15,0 0-30 16,0 0-41-16,0-12-120 16,28-16 46-16,-16 4-84 15</inkml:trace>
  <inkml:trace contextRef="#ctx0" brushRef="#br0" timeOffset="7181.46">7225 16066 587 0,'0'0'46'0,"0"0"39"0,0 0 92 0,0 0-68 15,341 200-50-15,-289-120-10 16,-24 25-33-16,-28 3 15 0,0 5-19 15,-9-10 2-15,-56-6-14 16,-3-17-7-16,-4-28-42 16,10-36-60-16,22-16-198 15</inkml:trace>
  <inkml:trace contextRef="#ctx0" brushRef="#br0" timeOffset="10280.08">5426 15809 81 0,'0'0'418'0,"0"0"-301"0,0 0-13 16,0 0-32-16,0 0-30 15,0 0 3-15,0 0-14 16,0-12-8-16,0 12-2 16,0 0 24-16,0 0-18 15,0 0-12-15,0 0-3 16,0 0-1-16,0 0 7 15,0 0-2-15,0 0 9 0,0 0-12 16,0 0 13-16,0 0-18 16,0 0-5-16,0-4-3 15,0-8-9-15,6-21-2 16,22 5 4-16,6-16 7 16,4 5 0-16,-4-2 0 15,6 10-1-15,-6 6-2 16,-15 1-42-16,-4 20-45 15,-15-4-5-15,0 8-34 16,0 0-29-16,0 4-96 0</inkml:trace>
  <inkml:trace contextRef="#ctx0" brushRef="#br0" timeOffset="10527.12">5426 15809 360 0</inkml:trace>
  <inkml:trace contextRef="#ctx0" brushRef="#br0" timeOffset="10645">5426 15809 360 0,'-34'-221'154'0,"56"234"-76"0,9-2 61 0,18 6 105 15,4-1-186-15,-13 4 2 16,7-1-22-16,-7 6-33 16,-9 6 6-16,-9-6-11 15,-3-9-5-15,-4-4-43 16,-9 0-40-16,-6-4-124 15,0 16-208-15</inkml:trace>
  <inkml:trace contextRef="#ctx0" brushRef="#br0" timeOffset="11861.05">6642 15396 145 0,'0'0'352'0,"0"0"-263"0,0 0 3 0,0 0 4 16,0 0-29-16,74 76 5 16,-55-55-9-16,-4-2-34 15,4 1 4-15,-4-4-11 0,-9 1 0 16,7-6-22-16,-7-7-3 16,0 12-38-16,-6-8-52 15,0 8-91-15,0-7-99 16</inkml:trace>
  <inkml:trace contextRef="#ctx0" brushRef="#br0" timeOffset="12327.96">6722 15833 237 0,'0'0'118'0,"0"0"-116"0,0 0-2 0,0 0-15 16,0 0 15-16,0 0 93 0,0 0 64 16,0-20-13-16,0-4-19 15,22-20-22-15,18-17-26 16,7-11-34-16,12-8 7 15,0 8-22-15,-10 24-9 16,-24 19-19-16,-13 22-15 16,-12 7-15-16,0 12-60 15,0 36-81-15,-52 12-58 16,-13 1-325-16</inkml:trace>
  <inkml:trace contextRef="#ctx0" brushRef="#br0" timeOffset="34991.38">28399 8566 189 0,'0'0'30'0,"0"0"14"0,0 0-32 0,0 0-12 0,0 0-5 0,0 0 5 16,0 0 2-16,0 0 42 15,0 0 58-15,0 0-33 16,0 0-2-16,0 0-43 16,0 0-17-16,0 0-1 15,0 0-12-15,0 0 7 16,0 4-5-16,0-4-3 16,0 0 0-16,0 0 7 15,0 0 0-15,0 0-3 16,0 4 11-16,0-4-5 0,0 4 6 15,0-4-2-15,0 0-6 16,0 0 0 0,0 0 21-16,0 0-7 0,0-24 15 15,0-8-1-15,0-1 12 16,0 5-41-16,0 0-15 16,0 1 11-16,0 2-30 15,0 14-86-15,0 6-5 16,0 5-173-16</inkml:trace>
  <inkml:trace contextRef="#ctx0" brushRef="#br0" timeOffset="35742.37">28405 7840 45 0,'0'0'463'0,"0"0"-329"0,0 0-46 0,0 0 21 15,0 0-42-15,0 0-16 16,-6-76-40-16,6 68-11 16,0-12-13-16,0 8-9 15,0-4-96-15,0-4-62 16,0 7-10-16</inkml:trace>
  <inkml:trace contextRef="#ctx0" brushRef="#br0" timeOffset="36491.95">28446 7227 389 0,'0'0'166'0,"0"0"-45"0,0 0-24 0,0 0-48 16,0 0-20-16,0 0-13 15,62-117-12-15,-56 97 8 16,-6 4-9-16,0 0 15 16,0 4-18-16,0 0-21 15,0 3-22-15,0 2-19 16,-6 3-148-16</inkml:trace>
  <inkml:trace contextRef="#ctx0" brushRef="#br0" timeOffset="37240.1">28601 6504 319 0,'0'0'235'0,"0"0"-91"0,0 0-3 0,0 0-25 0,0 0-96 15,0 0 1-15,0-112 3 16,0 88-15-16,0-3-9 16,0-3-2-16,0 15-18 15,0-1 5-15,0 8-30 16,0 4-76-16,0 4 42 16,0 0-8-16,0 0-102 15,0 0-282-15</inkml:trace>
  <inkml:trace contextRef="#ctx0" brushRef="#br0" timeOffset="37757.43">28594 5887 314 0,'0'0'223'0,"0"0"-181"0,0 0 20 0,0 0-2 0,0 0-39 16,0 0 31-16,19-96 22 0,-19 87 4 16,0 1-20-16,6-3-30 15,-6-6-28-15,6 1-32 16,4 4-89-16,-10 1-151 15</inkml:trace>
  <inkml:trace contextRef="#ctx0" brushRef="#br0" timeOffset="38322.18">28539 5361 214 0,'0'0'303'0,"0"0"-238"0,0 0 71 0,0 0 8 0,0 0-59 0,0 0-29 16,34-76-30-16,-34 64-18 15,6 4 0-15,3-15-8 16,-3 2 0-16,-6 1-28 16,7-8-35-16,-7 8-74 15,0 4-58-15,0 4-170 16</inkml:trace>
  <inkml:trace contextRef="#ctx0" brushRef="#br0" timeOffset="39522.45">27103 4968 403 0,'0'0'129'0,"0"0"-28"0,0 0-4 0,0 0-22 15,0 0 3-15,0 0-16 16,19 0-23-16,2 0 7 16,-14 0-6-16,33 4 9 15,-6-4-17-15,0 5-11 16,13-5-19-16,-23 0 7 16,11 0-9-16,-17 0-1 15,4 0-2-15,6 0-15 16,-10 0-2-16,10 0-71 15,-15 0-35-15,-1 0-173 16</inkml:trace>
  <inkml:trace contextRef="#ctx0" brushRef="#br0" timeOffset="40121.4">27897 4996 223 0,'0'0'149'0,"0"0"-60"0,0 0 26 0,0 0-65 0,0 0 21 16,0 0 7-16,40 0-14 15,-40 0 30-15,9 0-47 16,-2 0 4-16,11 0 7 16,4 0-24-16,18 0-31 15,-9 0-1-15,16 0-2 16,-7 0-16-16,0 0-15 16,1 0-27-16,-7 0-15 0,-6 0-100 15,-3 0-13-15,-10 0 18 16,-9 0-110-16</inkml:trace>
  <inkml:trace contextRef="#ctx0" brushRef="#br0" timeOffset="43802.3">28607 4977 303 0,'0'0'126'0,"0"0"-34"0,0 0 30 0,0 0-57 0,0 0-28 0,0 0-27 16,-59 0 12-16,50 0 16 16,2 0 32-16,-5 0 11 15,6 0-25-15,-7 0-7 16,4 0-34-16,9 0-15 15,0 8-12-15,0 3-14 16,0 6-21-16,0-9 6 16,22 0-13-16,3-5 8 15,3 2 42-15,6-5 2 16,0 0 1-16,-3 0-17 16,3 0-12-16,-6 0-23 15,-10-21 23-15,-2-2 9 0,-4-5 1 16,-5-5-14-16,-7 14-11 15,0 2 9-15,0 9 36 16,-7 8 7-16,-21-3 17 16,-6 3-11-16,3 0-13 15,3 0-54-15,-6 0-142 16,3 15 94-16,10 9 102 16,-7 1 30-16,9-2 9 15,7 1 12-15,5-4-5 16,7 1-41-16,0-13 11 15,0-4 27-15,0-4-12 16,0 0 5-16,7 0-26 16,17 0-7-16,4 0-3 0,-15-12 8 15,2-4-6 1,-9 3 7-16,-6-2-7 0,0 10 6 16,0 5 19-16,0 0 32 15,-21 0-48-15,-4 0 3 16,9 0 54-16,10 0-49 15,6 0 13-15,0 0-32 16,6 5-47-16,35-5-86 16,11 0-141-16</inkml:trace>
  <inkml:trace contextRef="#ctx0" brushRef="#br0" timeOffset="44466.78">28753 4539 194 0,'0'0'413'0,"0"0"-289"0,0 0 35 16,0 0-75-16,0 0-34 15,0 0-36-15,-47-168 12 16,35 120 6-16,-1 4 8 16,7 8 10-16,6 0-32 0,0-5-18 15,0 5-9-15,37 5-15 16,4 10-91-16,-7 17-147 16,-13 4-194-1</inkml:trace>
  <inkml:trace contextRef="#ctx0" brushRef="#br0" timeOffset="45232.41">28936 4191 214 0,'0'0'18'0,"0"0"102"0,0 0-26 0,0 0-68 16,0 0 14-16,0 0 37 0,0 0 18 16,0 0-6-1,0 0-8-15,0-5-26 0,0 1-35 16,24-4 2-1,10 5 11-15,1 3 3 0,5 0 0 16,-15 0 20-16,-4 0-41 16,-14 0-15-16,-1 31-2 15,-6 10-22-15,0 7-23 16,-25 4 43-16,-25-4-1 16,26-16 5-16,17-12 9 15,7-4 9-15,0-8-2 16,0-4-13-16,0 4 1 15,7-3 0-15,17-2-4 16,10 5 3-16,-12 0-2 16,-3-4-2-16,2-4 3 0,-8 0-5 15,15 0-9 1,-3 0 11-16,-4 0-31 0,4 0 4 16,-9 0-75-16,-16 0-121 15,0-4-230-15</inkml:trace>
  <inkml:trace contextRef="#ctx0" brushRef="#br0" timeOffset="45517.37">29497 4471 568 0,'0'0'165'0,"0"0"-17"0,0 0-16 0,0 0-48 0,0 0-51 0,0 0-10 16,-6 177-12-16,-10-153-11 15,16-8-14-15,0-1-51 16,0-2-43-16,0-9-116 15,0-4 22-15,0 0-121 16</inkml:trace>
  <inkml:trace contextRef="#ctx0" brushRef="#br0" timeOffset="46382.13">29664 4130 494 0,'0'0'96'0,"0"0"-52"0,0 0 4 0,0 0-41 0,0 0 3 15,0 0 30-15,-15 72-29 16,9-52-1-16,-1-4 3 15,7-3 17-15,0 2-26 16,0-2-2-16,0-1-1 16,19-4-2-16,9 0-2 15,0 0 3-15,3-8-5 16,-10 3 10-16,-2-3-4 16,3 0 2-16,-16 0 38 0,6 0-31 15,-12 0-6-15,7 0-4 16,-7 0-13-16,0 5-16 15,0-5-11-15,0 0 4 16,0 0 3-16,0 0 33 16,0 0-13-16,0-21-10 15,0 1-92-15,0 4 59 16,0 5-14-16,0 7 12 16,0 4 8-16,0 0 50 15,0 0 61-15,0 0 25 16,0 0-51-16,0 23-2 15,-7 2 75-15,-5 3-3 16,0 4-17-16,5-4-16 16,-2-4-42-16,9 4 22 15,0-4-40-15,0 8 15 0,0 1-26 16,-6-5 9-16,6-9-10 16,0 6 0-16,0-5-18 15,0-4-87-15,0-4-83 16,0-12 28-16,0 0-78 15</inkml:trace>
  <inkml:trace contextRef="#ctx0" brushRef="#br0" timeOffset="46917.14">29990 4118 476 0,'0'0'196'0,"0"0"0"0,0 0-29 0,0 0-42 0,0 0-55 16,266 253-33-16,-185-193-4 16,-19 1-30-16,-15-2-3 0,-35 10 0 15,-12-1-10-15,0 0-4 16,-53 8 8-16,7-23-13 15,-16-17-28-15,31-25-43 16,3-11-272-16</inkml:trace>
  <inkml:trace contextRef="#ctx0" brushRef="#br0" timeOffset="93677.03">13668 13555 89 0,'0'0'11'0,"0"0"33"0,0 0 40 15,0 0-5-15,0 0 7 0,0 0-18 16,0 0 6-1,0 0-4-15,0 0 2 0,0 0-27 16,0 0-22 0,0 0-15-16,0 0-2 0,0 0 20 15,0 0 7-15,0 0-5 16,0 0 22-16,0 0 0 16,0 0-28-16,0 0 4 15,0 0-6-15,0 0 7 16,0 0-13-16,0 0-13 15,0 0 2-15,-6 4 2 16,-10 1-10-16,-3-5 11 0,1 7-15 16,-4-3 18-1,10 0-12-15,-4 4 3 0,-2 5 0 16,18-6-3-16,-13 5-3 16,13-4 3-16,-15 4 1 15,2 0 2-15,1 1 0 16,-4 3 0-16,-2 4 6 15,5-4-9-15,7 7 3 16,-9 2-1-16,15 2-5 16,0 1-12-16,0-3 4 15,0-1-11-15,0-9 13 16,0 6-2-16,0-1 10 0,0-12 2 16,0 8 0-1,0 4-1-15,15-12 1 0,-2 12-3 16,5-8-33-16,-12 9 24 15,16-2 3-15,-3 1 5 16,-4 5-7-16,16 2 13 16,-3 6-3-16,-6-2 3 15,9 2 0-15,-9 3 0 16,-16-8 0-16,12-4 0 16,-18 8-2-16,0 0 4 15,0-7 2-15,0 11 12 16,0-8 24-16,-18 11-15 15,-10-3 0-15,-3-8-9 16,-3-3-13-16,12-14-6 16,-3-3-10-16,10-8-55 15,-4 0-108-15</inkml:trace>
  <inkml:trace contextRef="#ctx0" brushRef="#br0" timeOffset="94358.08">13379 14212 327 0,'0'0'171'0,"0"0"-26"0,0 0-23 16,0 0-47-16,0 0-25 0,0 0-16 15,0 0-34-15,16-11 0 16,9-1 12-16,21-1 51 16,-5 2-31-16,5 6-18 15,-6-2-10-15,1-1 0 16,-13 0-4-16,12-9-38 16,-15 1-57-16,-10-4-124 15,-9 4-193-15</inkml:trace>
  <inkml:trace contextRef="#ctx0" brushRef="#br0" timeOffset="95323.95">14130 14297 374 0,'0'0'84'0,"0"0"-53"0,0 0 134 16,0 0-75-16,0 0-15 0,0 0-8 16,-81-40 16-16,47 20-8 15,0-5-15 1,0-6-3-16,9-13-46 0,3-5-1 15,22-10-9-15,0-2-1 16,0 1-10-16,0 12-2 16,22 15-2-16,25 2-20 15,5 15-26-15,-5 11-104 16,-13 5-169-16</inkml:trace>
  <inkml:trace contextRef="#ctx0" brushRef="#br0" timeOffset="98487.2">14409 14233 397 0,'0'0'38'0,"0"0"-17"0,0 0 73 15,0 0-38-15,0 0-27 16,0 0 8-16,0-8-23 15,0 8-11-15,0 0-2 0,0 0 25 16,0 0 0 0,0 0-3-16,0 0 18 0,0 0 15 15,0 0 25-15,0 0-43 16,0 0 6-16,0 0-23 16,0 0 17-16,0 0-29 15,0 0-1-15,0 0 4 16,0 0-12-16,0 0 32 15,0 0-19-15,0 0 9 16,0 0-22-16,0 0 10 16,0 0-9-16,0 0 8 15,0 0 7-15,0-8-12 16,0-25 9-16,0-14-9 16,0-10 15-16,0-7-16 0,6-4-6 15,10 16-24 1,-10 0 8-16,0 4-11 0,0 19-54 15,0 17 20-15,-6 12 37 16,0 0 20-16,0 36-10 16,-12 33 6-16,-41 11 5 15,13 1-155-15,0-18-18 16,-1-23-28-16,29-16 125 16,12-12 42-16,0-12 3 15,0 0-221-15</inkml:trace>
  <inkml:trace contextRef="#ctx0" brushRef="#br0" timeOffset="99153.95">14756 13651 342 0,'0'0'69'0,"0"0"8"0,0 0 25 15,0 0-1-15,0 0-42 16,68 240 8-16,-68-159 4 0,0 4-22 16,0-5-26-16,0-5-9 15,-28-22-14 1,16-13-6-16,6-8-49 0,-10-8-45 15,16-4-72-15,0-7-359 16</inkml:trace>
  <inkml:trace contextRef="#ctx0" brushRef="#br0" timeOffset="100036.13">15358 14124 335 0,'0'0'368'0,"0"0"-351"0,0 0 89 0,0 0-8 16,0 0-57-16,0 0 24 16,96-20 12-16,-71 17-37 15,9-2-40-15,0 5 12 16,-3-3-9-16,-3-2-6 15,0 5-9-15,-4-4-72 16,-2 4-24-16,-16 0-114 16,-6 0-169-16</inkml:trace>
  <inkml:trace contextRef="#ctx0" brushRef="#br0" timeOffset="100421.15">15358 14124 662 0</inkml:trace>
  <inkml:trace contextRef="#ctx0" brushRef="#br0" timeOffset="100502.16">15358 14124 662 0,'55'-244'178'0,"-30"244"-91"0,16 0 8 0,-1 0 32 0,13 0-113 0,-13 0 2 15,-6 0-12-15,-6 0 0 16,-3 0-4-16,-10 0-14 0,-2 0-66 16,-7-12-46-16,-6 4-152 15,0 8-394-15</inkml:trace>
  <inkml:trace contextRef="#ctx0" brushRef="#br0" timeOffset="105048.52">16334 14505 349 0,'0'0'75'0,"0"0"-24"0,0 0 6 16,0 0-23-16,0 0-34 15,0 0-9-15,22-24 9 16,-16 24 29-16,0 0 51 16,-6 0-4-16,0 0-11 0,0 0-23 15,0 0-5-15,0 0-11 16,0 0-1-16,0 0-14 15,0 0 13-15,0 0 7 16,0 0 7-16,0 0-3 16,0 0-28-16,0 0 2 15,0 0 3-15,0 0-20 16,0 0 8-16,0 0 0 16,0 0 7-16,0 0 9 15,0 0 21-15,0 0-14 16,0 0 6-16,0 0-27 15,0 0 16-15,0-7-10 16,7-26-8-16,5-19 6 16,10-20 16-16,-4-12-9 0,10-12-4 15,-9 16-9-15,-4-1-4 16,-2 1-28-16,-7 16-8 16,-6 12-1-16,0 19-45 15,0 33 65-15,0 0 11 16,0 20 7-16,-19 45 3 15,-27 19-29-15,-16 8-29 16,3-7-118-16,19-18-52 16,12-26-90-16</inkml:trace>
  <inkml:trace contextRef="#ctx0" brushRef="#br0" timeOffset="105898.51">17010 13443 194 0,'0'0'371'0,"0"0"-269"0,0 0-8 0,0 0-39 15,0 0-55-15,0 0 0 16,65-12-7-16,-43 12 12 16,-3 0-10-16,-13 0 10 15,-6 3 31-15,0 30 26 16,0 7-10-16,0 4-18 15,-6 0-22-15,-19-3 0 16,9-13-9-16,4-9-5 16,12-11 4-16,0-8-4 15,0 0-14-15,0 0-13 16,40 0 28-16,7 0 1 16,-7 0-2-16,7 0 2 0,-1 0 2 15,-5 0 2 1,11 0 1-16,-5 0-5 0,-7 0-54 15,-6 0-179-15,-21 0-143 16</inkml:trace>
  <inkml:trace contextRef="#ctx0" brushRef="#br0" timeOffset="107745.73">17764 14320 647 0,'0'0'73'0,"0"0"9"0,0 0-57 0,0 0-25 15,0 0-4-15,0 0 4 16,34-23 2-16,-28 23 18 15,10 0 53-15,-4 0 7 16,7 0 4-16,15 0-41 16,0 0-16-16,6 0-23 15,7 0 7-15,-7 0-11 16,-12 0-2-16,3 0-9 16,-9 0-15-16,-10 0-48 15,-6 0-57-15,10 0-24 0,-16 0-37 16,0 0-345-16</inkml:trace>
  <inkml:trace contextRef="#ctx0" brushRef="#br0" timeOffset="108445.42">17913 14057 168 0,'0'0'376'0,"0"0"-230"0,0 0-20 0,0 0-29 0,0 0-26 16,0 0-30 0,0 0 8-16,0 0-42 0,0 0 18 15,0 0-7-15,0 0 4 16,6-5-10-16,28 1 5 15,19-7 3-15,-7-2-19 16,16-3-2-16,3 9-2 16,-12-6-7-16,3 9-35 15,-3-4-47-15,-29 4-75 16,-8-4-136-16</inkml:trace>
  <inkml:trace contextRef="#ctx0" brushRef="#br0" timeOffset="110992.38">19181 14497 507 0,'0'0'125'0,"0"0"-41"0,0 0 24 0,0 0-37 0,0 0-36 0,0 0 5 16,0-16 7-16,0 4 30 15,0-7-36-15,0-22 2 16,0-23-39-16,15-16 0 16,4-17-4-16,3 2 0 15,-4 10-2-15,4 21 3 16,-16 16-2-16,-6 27 2 15,0 21 3-15,0 0-4 16,0 0 17-16,0 5-17 16,0 26 0-16,-28 10-2 0,22 11-1 15,-22 8-8-15,-12 8-13 16,-1 1 18-16,4-10 1 16,-3-10-1-16,18-21-41 15,10-16-117-15,12-12-320 16</inkml:trace>
  <inkml:trace contextRef="#ctx0" brushRef="#br0" timeOffset="118270.2">4570 13182 326 0,'0'0'139'0,"0"0"-92"0,0 0 52 0,0 0-6 0,0 0-31 16,0 0 14-16,0 0-40 15,0 0 4-15,0 0-11 16,0 0 1-16,0 0-2 15,0 0-2-15,0 0 13 16,0 0 0-16,0 0 1 16,0 0-20-16,0 0 18 15,0 0-29-15,0 0 10 16,0 0-19-16,0 0-1 16,0 0-7-16,0 0 7 0,0 0 1 15,0 0 0 1,0 0 0-16,0 0 6 0,0 0-12 15,0 0 3-15,0 0-2 16,0 0 4-16,7-16 1 16,21 4 0-16,12-4 0 15,-22 4-2-15,29-4 0 16,-1 3 0-16,-5 2 4 16,5-1-3-16,-5 4 4 15,-1-4-6-15,-6-4 6 16,-6 8-2-16,-3 0 1 15,3 0 0-15,-10 4 5 16,16-9 0-16,7-3-13 16,5 1 18-16,1-10-19 15,-1 6 14-15,16-2-7 16,-15 1 0-16,12 4 0 0,-25 4-3 16,0 0 7-16,0 0-12 15,-9 4 16-15,9-8-8 16,0 0 5-16,0 5-8 15,3-10 3-15,4 17-7 16,-1-4 3-16,22 0-4 16,-16 4 8-16,1-8 0 15,12 0 5-15,-3-4 0 16,-4-4-10-16,7 0 2 16,3-1-5-16,-3 6 8 15,-6 7-1-15,-7-8 1 0,16 16-11 16,-21-9 6-16,11 1 5 15,7 0-7-15,-3-8 7 16,-3 4-4-16,0 1 3 16,-7-2-3-16,1 1 2 15,-1-4 2-15,-6 8-6 16,7 4 9-16,-1-8-6 16,4 8 2-16,-10-8-2 15,-2 0-8-15,2-3 3 16,-6 2-2-16,0 1 7 15,6 4 3-15,-5-4-3 16,5 8-6-16,6-8 13 16,1 4-4-16,-1-8 1 0,1 12 0 15,-1-17-1 1,1 14-1-16,-7-9 0 0,-6 0 2 16,-9 11-4-16,-3-2 6 15,6 2-7-15,-10-3 4 16,10 5-1-16,-9-5-1 15,27 0-1-15,-5-4 0 16,11 4-11-16,10 0 7 16,-15-1-10-16,-7 1 16 15,-27 8-10-15,-1 0 4 0,16 0-2 16,0 0 5 0,-3 0 0-16,15-8 4 0,-6 0 0 15,6-8-3-15,7 1-3 16,-13-2-5-16,0 9 2 15,-15 5 14-15,-7 3-14 16,16 0 7-16,-16-5 1 16,10 2 2-16,3-2 1 15,3-3 8-15,12-4-8 16,0-4 1-16,1 0 1 16,5 8-3-16,-5-8 3 15,-7 12-8-15,-10 4 0 16,4-4 2-16,-3 0 1 15,3 0 1-15,0-4-1 16,-9 0 3-16,8 0-3 16,-8 0 2-16,9 4-2 15,0-9-7-15,-9 13 8 0,-1-3-2 16,10-5 2-16,-6 4 1 16,3-4 1-16,-4 0 4 15,-8 0-6-15,-1 8 0 16,-6-8 2-16,16 4-2 15,-3 4 1-15,-4-5 0 16,4 5 5-16,2-8-6 16,-2 8-2-16,-13-3 2 15,10 3 0-15,-16-5-2 16,0 5 2-16,0 0 0 16,0 0 7-16,0 0 15 15,0 0 4-15,0 0 0 0,0 0-26 16,0 0-29-16,0-8-38 15,0-4-166-15,0 1-487 16</inkml:trace>
  <inkml:trace contextRef="#ctx0" brushRef="#br0" timeOffset="119469.79">9069 11738 173 0,'0'0'148'0,"0"0"-26"0,0 0-47 0,0 0-4 0,0 0 0 0,0 0-42 16,-6 0-5-16,6 0-23 16,0 0 6-16,0 0-6 15,0 0 14-15,0 0 15 16,0 0 25-16,0 0 6 16,6 0-27-16,13 0 2 15,9 0-22-15,0 0 6 16,3 0-16-16,3 0-1 15,0 0-1-15,6 0 0 16,-15 0-4-16,3 0 2 16,0 0-1-16,3 0-12 15,-3 0 12-15,-22 0-22 0,22 0-3 16,-9 0 13 0,-13 8 10-16,9 0 3 0,-2 0-1 15,-13 1-5-15,6-1 5 16,0 0-3-16,-6 3-19 15,9 6 2-15,-9-6-11 16,0 6 28-16,0-1 4 16,0-8 2-16,0 12 16 15,0-9-5-15,0 1 10 16,0 4-9-16,-9-3 10 16,-16 2-14-16,-15 6 6 0,6-1-14 15,0 4 1-15,-6 8 18 16,15 0 16-16,-3-4 8 15,0-3-10-15,16-6-11 16,-1-10-23-16,7-1 2 16,6-8-1-16,0 0-1 15,0 0-1-15,0 0-18 16,0 0-6-16,0 0-33 16,0 0-83-16,0 0-185 15</inkml:trace>
  <inkml:trace contextRef="#ctx0" brushRef="#br0" timeOffset="124399.12">8167 16948 510 0,'0'0'104'0,"0"0"-33"0,0 0 41 15,0 0-1-15,0 0-31 16,0 0-19-16,0 0 10 0,0 0-27 16,0 0 20-16,0 8-31 15,0 8-2-15,0 16-25 16,0 16 6-16,0 12 8 16,0 9-19-16,0-13-2 15,0-4-11-15,0-12-12 16,-28-8-7-16,16-20-35 15,12-12-118-15,0-20-175 16</inkml:trace>
  <inkml:trace contextRef="#ctx0" brushRef="#br0" timeOffset="124898.99">9057 17080 532 0,'0'0'156'0,"0"0"-20"0,0 0 70 0,0 0-80 16,0 0-86-16,0 0 10 16,-155-261-25-16,155 181-13 0,0 4-11 15,0 0 3-15,0-5-4 16,28-2-42-16,18 3-30 15,7 16-166-15,-6 28-371 16</inkml:trace>
  <inkml:trace contextRef="#ctx0" brushRef="#br0" timeOffset="125614.17">9637 16952 402 0,'0'0'268'16,"0"0"-262"-16,0 0 96 0,0 0 11 0,0 0-44 0,-40-229-7 16,40 193-8-16,0-4-46 15,0-4 4-15,0-4 5 16,0 4 5-16,0 3-22 15,0 22-3-15,0 11-4 16,0 8 5-16,0 0 2 16,0 0 0-16,-13 19 23 15,-9 9-7-15,-2 16-16 16,2 5-14-16,3-1-17 16,-2 1-50-16,14-6-98 15,-5-3-59-15,0-4-282 0</inkml:trace>
  <inkml:trace contextRef="#ctx0" brushRef="#br0" timeOffset="126116.02">9984 16863 256 0,'0'0'558'0,"0"0"-466"0,0 0 12 0,0 0-70 0,0 0-34 16,0 0-24-16,40 133 16 16,-27-133-111-16,-13 0-95 15,9 0-13-15</inkml:trace>
  <inkml:trace contextRef="#ctx0" brushRef="#br0" timeOffset="126862.7">10607 16927 512 0,'0'0'231'0,"0"0"-132"0,0 0 16 0,0 0-65 16,0 0 11-16,0 0 11 16,0-116-21-16,0 80-18 15,0-8-20-15,0-7-11 16,0-10 5-16,0 9-14 0,0 4 3 15,0 19 3-15,0 9 1 16,0 17 2-16,0 3-2 16,0 0-11-16,0 0 9 15,-15 16 2-15,-4 27 2 16,-2 10-2-16,-4-1-14 16,-3 0-54-16,3-12-118 15,-3-8-201-15</inkml:trace>
  <inkml:trace contextRef="#ctx0" brushRef="#br0" timeOffset="127397.15">11094 16382 313 0,'0'0'120'0,"0"0"45"0,0 0 4 16,0 0-85-16,134 229-1 16,-122-149-19-16,-12 1-12 15,0-9-43-15,0-8 6 16,-25-4-15-16,-43 1-62 15,3-14-173-15,3-14-368 16</inkml:trace>
  <inkml:trace contextRef="#ctx0" brushRef="#br0" timeOffset="138603.13">27150 8707 209 0,'0'0'144'0,"0"0"-49"0,0 0-24 0,0 0-10 16,0 0-10-16,0 0-13 15,0 0-6-15,0 3-7 16,0-3 7-16,0 0-10 16,0 0 61-16,0 0 7 15,0 0-26-15,0 0-15 16,0 0-23-16,0 0-23 16,0 0 11-16,0 0-10 15,0 0-2-15,0 0 3 16,0 0-1-16,0 0 3 15,0 0-6-15,0-8 14 0,0-12-15 16,0-4 0 0,0-4-1-16,0 0-7 0,0 8-5 15,0 4-20-15,0 0 8 16,0 4-34-16,0 4-113 16,0 0-120-16,0 8-108 15</inkml:trace>
  <inkml:trace contextRef="#ctx0" brushRef="#br0" timeOffset="139154.79">27243 8333 165 0,'0'0'208'0,"0"0"-66"0,0 0-17 0,0 0-28 16,0 0-65-16,0 0-13 15,0-40-5-15,0 25 26 16,0-6 13-16,0 1-36 0,0 0-7 16,0 4-5-1,0 0-10-15,0-1-28 0,0 10-43 16,0-1-3-16,0 4-8 15,-13 4-4-15,7 0-81 16,-22 0-43-16</inkml:trace>
  <inkml:trace contextRef="#ctx0" brushRef="#br0" timeOffset="139884.91">26870 8093 180 0,'0'0'156'0,"0"0"-151"0,0 0-5 0,0 0 128 0,0 0-43 16,0 0 29-16,-49-25 10 15,49 25-6-15,0 0-39 16,0 0-50-16,0 0-12 16,0 0-16-16,0 0 4 15,40 0 7-15,7 0 6 16,2 0-8-16,-2 0-8 0,-7-8-2 16,-9 5-5-16,-15-2-29 15,15-2-38-15,-3 7-107 16,-1-8-115-1</inkml:trace>
  <inkml:trace contextRef="#ctx0" brushRef="#br0" timeOffset="141550.93">27091 8037 501 0,'93'31'83'16,"-100"-31"-55"-16,7 0-28 15,0 0 1-15,0 0-2 16,0 0-11-16,0 0-40 16,0 0-65-16,0 0-208 0</inkml:trace>
  <inkml:trace contextRef="#ctx0" brushRef="#br0" timeOffset="143154.04">27091 8093 93 0,'0'0'229'0,"0"0"-217"0,0 0-6 0,0 0 77 16,0 0-21-16,0 0-38 15,31 60-3-15,-3-60-6 16,6 0 1-16,-22 0-2 15,16 0 2-15,-22-4 7 16,7-16 11-16,-7-5-14 0,-6 2-20 16,0 2-19-16,0 1-34 15,0 9-14-15,0 3 37 16,0 8 30-16,0 0 0 16,-25 0 42-16,-3 0-42 15,22 0-12-15,-7 11-1 16,-2 6 11-16,15 2-21 15,0-2 23-15,0-1 17 16,0 0-4-16,0-4 22 16,0-4-21-16,28-8-14 15,6 0-7-15,0 0 0 16,-9-8 7-16,-3-17 1 0,2-3-1 16,-8 1-1-16,-16-1 1 15,0 3-5-15,0 5-11 16,0 12-18-16,0 8 23 15,-16 0-12-15,-30 0-2 16,21 17 24-16,-9 11-3 16,6-4 3-16,22-1-6 15,6-2 6-15,0-9 2 16,0 4 1-16,0-12 24 16,6 4-5-16,22-8-21 15,6 0-2-15,-9 0 1 16,-3 0 1-16,-4-8 1 15,-12-17-1-15,-6 5 12 0,0 1 8 16,0 2-18 0,0 1 20-16,0 13-22 0,0 3-43 15,-24 0 43-15,-11 0 2 16,8 3 1-16,2 21 1 16,3-4 29-16,10-4 47 15,12-11-49-15,0 2-21 16,0-7-10-16,6 0-23 15,28 0-30-15,0 0-60 16</inkml:trace>
  <inkml:trace contextRef="#ctx0" brushRef="#br0" timeOffset="153806.46">13854 15070 470 0,'0'0'0'0,"0"0"-28"0,0 0-25 0,0 0 22 0,0 0 27 16,0 0 4-16,0 0 6 15,0 0 77-15,0 0 74 16,0 0-16-16,0 0-34 16,0 0-49-16,0 0-17 15,0 0-11-15,0 0-21 16,0 0-4-16,0 0-5 15,0 0 5-15,0 0 4 0,0 0 4 16,0 0-11 0,0 0 15-16,0 0 0 0,0 9 6 15,0-9 8-15,0 0-1 16,-19 4-24-16,-2-4-4 16,-4 8 10-16,-3 4-12 15,3 4 5-15,3 12-5 16,-6 8-8-16,4 5 0 15,8 7-3-15,16-1 0 16,0 6-13-16,0-5 12 16,0-5-13-16,16 6 24 15,30-4-18-15,7 2 4 16,-7-6-46-16,-18-2-39 0,6 2 33 16,-27-10 46-16,-7 18 21 15,0-1 5-15,0 8 27 16,-28-4-3-16,-13 4-12 15,1-7-17-15,9-25-3 16,9-1 3-16,16-18 0 16,6-5-2-16,0 0-71 15,0-36-108-15</inkml:trace>
  <inkml:trace contextRef="#ctx0" brushRef="#br0" timeOffset="154191.4">13680 15697 112 0,'0'0'594'0,"0"0"-503"0,0 0 27 16,0 0-9-16,0 0-69 15,0 0-6-15,127-29-7 16,-74 6-25-16,-13-2-2 16,16 1-47-16,-16-4-38 15,1 0-181-15,-23 17-274 16</inkml:trace>
  <inkml:trace contextRef="#ctx0" brushRef="#br0" timeOffset="154606.67">14384 15668 416 0,'0'0'297'0,"0"0"-273"16,0 0 83-16,0 0 61 15,0 0-92-15,0 0-5 16,-174-103-40-16,147 67-21 16,5 0 7-16,9 3-9 15,13 0-6-15,0 2-2 16,0 3-22-16,22 4-42 16,25 4-51-16,-1 12-129 15,-6 3-154-15</inkml:trace>
  <inkml:trace contextRef="#ctx0" brushRef="#br0" timeOffset="155123.09">14889 15296 432 0,'0'0'209'0,"0"0"-158"0,0 0 34 0,0 0-28 15,0 0-21-15,0 0-34 0,-99-152 9 16,59 152-9-16,0 7 31 16,-7 37-22-16,-6 21-6 15,7-6-5-15,-7-10 0 16,38-13-24-16,2-13 12 16,13-14-18-16,0-9-84 15,0 0-53-15,41-9-74 16</inkml:trace>
  <inkml:trace contextRef="#ctx0" brushRef="#br0" timeOffset="155923.29">14551 15283 399 0,'0'0'42'0,"0"0"29"0,0 0 8 0,0 0-57 0,0 0-4 16,0 0-15-16,-9 105-3 15,9-81 1-15,22-4 3 16,-10 0-4-16,22-9 7 16,1 2 18-16,5 4-4 15,0-10-3-15,7 1-8 16,-7-8-10-16,0 0 0 15,-15 0-5-15,-3 0 5 16,-4-12 11-16,-11-12 20 0,-1-4 39 16,-6 0-16-16,0-8-30 15,0-4-9-15,0 0-11 16,0 0-8-16,0 16-6 16,0 7-16-16,0 14 14 15,0 3 11-15,-19 0-14 16,-15 3 10-16,-12 33-12 15,-7 9-27-15,-9-1-38 16,3-12-8-16,6-8-16 16,25-12-182-16</inkml:trace>
  <inkml:trace contextRef="#ctx0" brushRef="#br0" timeOffset="156272.07">15333 15070 802 0,'0'0'60'0,"0"0"-19"0,0 0 57 0,0 0-53 0,0 0 13 15,6 213-47-15,-6-164-9 16,0-1-2-16,0-4-47 15,0 0-24-15,-28 0-127 16,-6-4-161-16</inkml:trace>
  <inkml:trace contextRef="#ctx0" brushRef="#br0" timeOffset="156738.38">15699 15565 773 0,'0'0'88'0,"0"0"-24"0,0 0 3 0,0 0 9 0,0 0-26 0,0 0-28 16,316 0-20-16,-276 0-2 16,-15 0-26-16,-3 3-45 0,-22-3-19 15,0 5-153-15,0-5-143 16</inkml:trace>
  <inkml:trace contextRef="#ctx0" brushRef="#br0" timeOffset="156954">15699 15565 1007 0,'108'-153'71'0,"-108"153"-62"15,0 0 3-15,47 0 0 16,5 0 14-16,17 0-11 0,-10 0-15 16,9 0-40-1,-9 0-34-15,-19 0-130 0,-6 0-230 16</inkml:trace>
  <inkml:trace contextRef="#ctx0" brushRef="#br0" timeOffset="157454.31">16657 15684 457 0,'0'0'159'0,"0"0"-108"0,0 0 3 0,0 0 22 0,0 0-39 16,0 0 17-16,341-19-37 16,-310-26 16-16,-9-2-30 15,-22-10 40-15,0-7 24 16,0 8-46-16,-22 12 8 15,-37 8-5-15,-22 16-9 16,29 15-6-16,-23 5-9 16,16 5-8-16,13 46 4 15,6 10-7-15,18 7-51 0,22-4-45 16,0-3-154 0</inkml:trace>
  <inkml:trace contextRef="#ctx0" brushRef="#br0" timeOffset="158421.43">17277 14895 419 0,'0'0'71'0,"0"0"-52"0,0 0 40 15,0 0 25-15,0 0 15 16,0 0-5-16,0 0 28 16,0 0-37-16,0 0-10 15,0 0-34-15,0 8-9 0,-6 15-18 16,-22 5-12 0,9 1-4-16,-2 3 10 15,8-8-16-15,7 0 9 16,6-17-3-16,0 10-2 0,0-1 1 15,0-8-8-15,12 8-2 16,29-7 10-16,5-9-24 16,7 0 21-16,-3 0 6 15,-19 0 5-15,-4 11-2 16,-8 1-3-16,-3 4 0 16,-10 4 0-16,6 9 5 15,-6-9-3-15,1 3-4 16,8 1-7-16,-9 1-8 15,7-5-19-15,8-1 32 16,-2-11-36-16,3-8-65 0,-4 0-70 16,-12-3-232-16</inkml:trace>
  <inkml:trace contextRef="#ctx0" brushRef="#br0" timeOffset="159104.04">17900 15729 930 0,'0'0'94'0,"0"0"-38"0,0 0 12 0,0 0-54 0,0 0-10 16,0 0 21-16,124 0-22 16,-90 0 1-16,-6-4 3 15,-9-4-14-15,3 0 0 16,-22 8-35-16,0-8-59 16,0 0-28-16,0-4-79 15,-13-9-109-15</inkml:trace>
  <inkml:trace contextRef="#ctx0" brushRef="#br0" timeOffset="159285.11">17900 15729 754 0,'-62'-261'237'0,"84"261"-234"15,3 0 117-15,3 0-45 16,12 0-36-16,0-5-30 15,1-10-9-15,-1 3-10 16,13-4-48-16,-35 12-123 16,-18 4-403-16</inkml:trace>
  <inkml:trace contextRef="#ctx0" brushRef="#br0" timeOffset="160534.31">18849 15427 432 0,'0'0'223'0,"0"0"-203"0,0 0 52 16,0 0-14-16,0 0-42 15,0 0 56-15,0 0-14 16,0 0 6-16,0 0 23 15,0 0-19-15,0 9-29 0,0 7-12 16,0 8-22-16,0 4-3 16,0-3-2-16,0-2 2 15,0 1-8-15,19-4 1 16,21-4 1-16,-6 1-7 16,13-9 2-16,-1-5-7 15,7-3 11-15,-13 0 3 16,13 0-4-16,-19-23 5 15,0-29-17-15,-15-20 9 16,-10-13-9-16,-3-4-32 16,-6 1-3-16,0 12 25 15,0 16 28-15,0 20 0 0,-46 24 0 16,24 16 0-16,-18 0 40 16,-7 0 3-16,7 28-43 15,-13 16 0-15,7 20 12 16,-7 0 4-16,13-3-16 15,12-6-16-15,21-22-126 16,7-5-371-16</inkml:trace>
  <inkml:trace contextRef="#ctx0" brushRef="#br0" timeOffset="164364.44">4865 12103 193 0,'0'0'155'0,"0"0"-84"0,0 0 17 0,0 0-17 15,0 0 14-15,0 0 19 16,0 0-38-16,0 0-21 15,0 0-35-15,0 0 8 16,0 0 3-16,0 0 7 16,0 0-9-16,0 0-7 15,0 0 13-15,0 0-4 0,0 0 5 16,0 0-22 0,0 0 11-16,0 0-13 0,0 0-1 15,0 0 0-15,0 0 2 16,0 0-1-16,0 0 4 15,6 0-7-15,22 0 3 16,3-16 1-16,9 0 1 16,-6-4-8-16,13 4 7 15,0-4-3-15,-1-5 3 16,-12 10-3-16,13-6 1 16,-13 10-1-16,-6-1 0 15,3-4 1-15,9 4 4 16,6-1 0-16,-11 5 3 15,11-7-7-15,1 7-1 0,15-8 0 16,-3-9 3-16,9 1-4 16,-9 1 4-16,-7 3-6 15,-2 4 10-15,-3-1-8 16,-7-3 2-16,-9 12 0 16,15-8-1-16,4 4 0 15,-4 4-4-15,7-4 7 16,6-4-10-16,3 0 7 15,9 0-9-15,-9 0 7 16,-3-1 1-16,10-2 0 16,-11 2-8-16,4-3 8 15,-3 12-7-15,-18-8 6 16,5 9-2-16,1-6-3 0,5 5 3 16,4-3-6-16,-3 6 5 15,0-2 3-15,-1-9 2 16,17-1-3-16,-11-2 0 15,23-1 3-15,-19 4-5 16,-3 11 8-16,-6 1-7 16,-7 0 2-16,7 0 2 15,3-4 0-15,-10-8 0 16,13 8 0-16,-12-7 0 16,-1 2 0-16,22 1 4 15,-21 4-3-15,-7 0 2 16,13 8 20-16,-13-8-22 15,-6 8 9-15,19-4-2 0,-13-9 2 16,7 10-10 0,15-5 8-16,-9-4-18 0,6 4 18 15,3-5-11-15,-16 6 6 16,13-6-6-16,-6 13 5 16,3-8-6-16,-4 0 4 15,1 0 0-15,-13 5-4 16,13-6 8-16,-19 1-8 15,0 0 12-15,0-3-17 16,-15 11 18-16,9-9-13 16,-16 6 4-16,16-10-1 15,-9 13-3-15,9-3 8 16,-10-6-8-16,10 5 10 0,25-3-5 16,-13 2 5-16,13 2-10 15,-13-5 4-15,13 8 0 16,-13-5 0-16,-6 1 1 15,-6-12-9-15,-15 16 16 16,-7-8-11-16,9 5 7 16,-15 3-5-16,0 0 4 15,0 0-3-15,0 0 7 16,0 0-1-16,0 0-5 16,0 0-1-16,7-9-21 15,5-3-52-15,0 0-74 0,-2 0-164 16</inkml:trace>
  <inkml:trace contextRef="#ctx0" brushRef="#br0" timeOffset="165081.44">9336 10780 357 0,'0'0'138'0,"0"0"-78"0,0 0 18 0,0 0-21 0,0 0-21 16,0 0 13-16,0 3-6 16,0-3-5-16,0 0 52 15,0 0-16-15,28 0-16 16,12 0-34-16,1 0 5 15,-4 9-25-15,25-1 4 16,-16-4-8-16,1 3-9 16,-7-2 1-16,-12-5-30 15,-15 3 21-15,-1 2-6 0,-6-5 20 16,-6 4-3 0,0 4 6-16,0-4 2 0,0 11 6 15,0 6-8-15,-25 11-3 16,-15 4 1-16,-6 0 0 15,11-4-2-15,1 0 8 16,9-16-1-16,10 5 0 16,9-9-5-16,-7-4 2 15,13-5-11-15,0 2-65 16,0-5-161-16,0 0-241 16</inkml:trace>
  <inkml:trace contextRef="#ctx0" brushRef="#br0" timeOffset="168477.81">11795 17124 471 0,'0'0'407'0,"0"0"-382"0,0 0 18 16,0 0-23-16,109 209 1 16,-97-181-21-16,-12 0-1 15,12-4-18-15,-12-7-16 16,0-14 3-16,0 1-36 16,0-4-80-16,0 0-456 15</inkml:trace>
  <inkml:trace contextRef="#ctx0" brushRef="#br0" timeOffset="168945.86">12471 17217 45 0,'0'0'841'0,"0"0"-819"0,0 0 57 16,0 0-6-16,-242-249-41 15,217 189-21-15,19 7 8 0,6 17-8 16,0 13-11-16,0 10 23 16,0 5-23-16,0 0-21 15,47 1-121-15,-1-1-203 16</inkml:trace>
  <inkml:trace contextRef="#ctx0" brushRef="#br0" timeOffset="169627.94">12952 17092 293 0,'0'0'142'0,"0"0"-78"0,0 0 9 16,0 0-16-16,0 0-22 15,0 0 1-15,-7 40-13 0,7-35 19 16,7-5-7 0,8 0 9-16,4 0-9 0,9 0 5 15,3-5-6-15,18-31 12 16,-12-12 8-16,-9-1-14 15,0 2-37-15,-22-1-3 16,-6 7-4-16,0 2-4 16,0 11 4-16,-12 4-16 15,-28 15 10-15,-7 9-24 16,-2 0 32-16,11 12-16 16,-2 37 21-16,6 10-6 15,6 2-9-15,28-9-28 16,0-11-132-16,0-22-219 15</inkml:trace>
  <inkml:trace contextRef="#ctx0" brushRef="#br0" timeOffset="169876.46">13767 17153 634 0,'0'0'225'0,"0"0"-200"0,0 0 39 0,0 0-52 0,-25 233-12 0,19-197-48 15,6-17-80 1,0-15-115-16,0-4-73 0</inkml:trace>
  <inkml:trace contextRef="#ctx0" brushRef="#br0" timeOffset="170147.83">13767 17153 406 0</inkml:trace>
  <inkml:trace contextRef="#ctx0" brushRef="#br0" timeOffset="170309.95">13767 17153 406 0,'270'36'204'0,"-252"-29"-133"0,16-7-21 0,13 0-4 16,6-4-22-16,-1-28 31 15,-11 1 24-15,-20-2-52 0,-8 5 14 16,-13-3 4 0,0 2 7-16,0 5-35 0,-47 0-17 15,13 12-19-15,-12 4 8 16,5 8-3-16,1 0-23 15,0 0 20-15,9 23 6 16,-10 26 5-16,14 7-32 16,14-12-9-16,13-16-173 15,0-28-376-15</inkml:trace>
  <inkml:trace contextRef="#ctx0" brushRef="#br0" timeOffset="170708.96">14676 16783 283 0,'0'0'394'0,"0"0"-355"0,0 0 70 0,0 0 28 15,0 0-98-15,0 0 8 16,74 241-24-16,-74-173-16 16,0 5-6-16,0-13-2 15,-34-16-42-15,9-12-185 16,-3-8-296-16</inkml:trace>
  <inkml:trace contextRef="#ctx0" brushRef="#br0" timeOffset="192741.18">26126 9156 157 0,'0'0'253'0,"0"0"-116"0,0 0-53 0,0 0-32 0,0 0-15 15,0 0-37-15,0 0-7 16,0 0-7-16,0 0 9 15,0 0 10-15,0 0 0 0,0 0 33 16,0 3 26 0,0-3 2-16,0 0-12 0,0 0-39 15,0 0-8-15,0 0-1 16,0 0-6-16,0 0-3 16,0 0 3-16,0 0 8 15,0 0 2-15,0 0 13 16,0 0 12-16,0 0-20 15,0 0-9-15,0 0-2 16,0 5-8-16,0-5-15 16,0 0 18-16,0 0-10 15,0 0 6-15,0 3 4 16,0-3 1-16,0 0-1 0,0 0 3 16,0 0-2-16,0 0 0 15,0 0-1-15,0 0-11 16,0 0 6-16,7 0 0 15,8 0-2-15,-9-3-14 16,0-2-9-16,-6-3 3 16,0 8 28-16,0 0 8 15,0 0-4-15,0 0 4 16,0 0-2-16,0 0-6 16,0 0-14-16,0 13 13 15,0-5-2-15,0-5-24 16,0-3-2-16,0 0-24 0,0 0 1 15,13 0 5-15,9 0 31 16,-4-11 15-16,-12 3-1 16,-6 3 2-16,16-2-13 15,-16 2-13-15,0 2-16 16,0-5 5-16,0 3-30 16,0 5 40-16,-16 0 5 15,-8 0 16-15,2 0 6 16,3 13 18-16,13 2 33 15,6-7-23-15,0-8-12 16,0 0-16-16,0 0-31 16,12 0-12-16,16 0 16 15,-21 0 26-15,11-8 1 16,-18 1 19-16,6-6-9 0,-6 1-10 16,0-4 0-16,0 5-54 15,0 2-118-15</inkml:trace>
  <inkml:trace contextRef="#ctx0" brushRef="#br0" timeOffset="192906.8">26074 9100 270 0,'0'0'172'0,"0"0"-139"0,0 0-21 0,0 0-9 0,0 0-3 16,0 0-6-16,59 56-19 16,-13-56-11-16,-12 0 9 15,0 0 23-15,-15-5 4 16,-19-10-14-16,0-10 9 15,0 1 5-15,0 1-20 0,-6 2-152 16</inkml:trace>
  <inkml:trace contextRef="#ctx0" brushRef="#br0" timeOffset="193456.17">26074 9100 171 0,'12'-77'135'0,"-37"101"-99"16,4 8 6-16,8-8-7 16,13 4-30-16,0-3 9 15,0-9 15-15,0-5-12 16,28-6-12-16,-9-1-2 15,9-4 6-15,-10 0 7 16,4 0 4-16,-10 0 29 16,-6-20-6-16,13 4-30 15,-19-4-9-15,0 3-4 16,0 9-4-16,0 5-17 16,0 3 11-16,-19 0 10 0,-8 0 0 15,-4 7 0-15,15 22 5 16,-9-6-5-16,19 2 0 15,6-6 18-15,-9 1 29 16,9-4-18-16,0-11-24 16,0 3-4-16,0-8-2 15,0 0 2-15,9 0 9 16,-3 0 2-16,19-8 9 16,-25-8 5-16,16-9-19 15,-16 6-7-15,0 7-42 16,0 4 20-16,0 8 15 0,-16 0 7 15,-9 0 51-15,4 0-32 16,-4 8-7-16,25 0 1 16,0-1-8-16,0 1-2 15,0-3 12-15,0 3-15 16,0-5 0-16,12-3-8 16,1 0 4-16,8 0 2 15,-2-16-1-15,-13-7-2 16,10-6 1-16,-4 6-34 15,-12 6-41-15,0 9 2 16,0 8 8-16,0 0 27 16,-12 0 42-16,-4 0 6 15,10 0 73-15,6 0 7 16,0 0-86-16,0 0-43 16,0 0-108-16</inkml:trace>
  <inkml:trace contextRef="#ctx0" brushRef="#br0" timeOffset="195123.83">26120 9144 236 0,'0'0'137'0,"0"0"-65"0,0 0 1 0,0 0-44 0,0 0-8 0,0 0 3 16,0-5-7-16,0 5 21 0,0 0-16 16,0 0 17-16,0 0 5 15,0 0 11-15,0 0-45 16,0 0-6-1,0 0-4-15,0 0-11 0,0 0-4 16,0 0 12-16,13 0 0 16,8 0 2-16,-2 0-5 15,3 0 8-15,-4 0-4 16,-12-3 4-16,10-14 16 16,-10 6-18-16,-6-5 0 15,6 3-12-15,-6 1-6 16,0 1 8-16,0 6-14 0,0 5 21 15,0 0 6-15,0 0 19 16,-28 0-9-16,16 16-13 16,-7 0-7-16,-9 4 6 15,28-4-3-15,0 1 2 16,0-9 2-16,0 4-6 16,0-9-21-16,0-3-21 15,13 0 34-15,9 0 14 16,2 0 0-16,-2-8-15 15,-10-12-1-15,-12 0 7 16,0-4 6-16,0 4 2 16,0 9-56-16,0 2-27 15,-34 9-6-15,-12 0 90 0,6 0 79 16,-7 20-42 0,22 13 34-16,10-2 1 0,-4-3-30 15,19 1-9-15,0-9-5 16,0-9-28-16,13-2-5 15,21-9-10-15,-6 0 6 16,3 0 0-16,-16-25 1 16,-3-3 8-16,-12 0 0 15,0 0 18-15,0 9-18 16,0 11-2-16,-6 3-16 16,-22 5 18-16,4 0 18 15,24 0-18-15,-16 24-43 16,16-4-70-16,0-12-187 15</inkml:trace>
  <inkml:trace contextRef="#ctx0" brushRef="#br0" timeOffset="208643.33">17376 16274 289 0,'0'0'116'0,"0"0"-85"0,0 0 43 0,0 0-39 0,0 0-26 15,0 0 37-15,0 0-22 16,0 0-6-16,0-8 25 16,0 8 21-16,0 0 22 15,0 0-12-15,0 0-23 0,0 0-36 16,0 0-12-1,0 0-1-15,0 0 2 0,0 0 0 16,0 0 7-16,0 0 5 16,0 0-1-16,0 0 14 15,0 0-8-15,0 0 17 16,0 0-30-16,0 0 8 16,-18 0-16-16,-4 0 1 15,3 0-6-15,-9 4 9 16,10 5-10-16,-4 2 8 15,3 5-7-15,-2 8 10 16,2 5-6-16,7-1 1 16,6-5-1-16,-10 6-2 0,16-6 1 15,0-2 0-15,0 7-3 16,0 0 3-16,0 3-6 16,0 5 7-16,0 2 2 15,22-2-4-15,-4 0 3 16,4 0-3-16,-10 3 3 15,1-3-1-15,2 0-3 16,4-3-5-16,-7 3 9 16,4-5-10-16,-4 10 9 15,7 3-6-15,-4 0 5 16,-2 9 2-16,-7-6 0 16,-6-6-2-16,0-13-5 0,0-13-9 15,0-10-5 1,0 3 13-16,0-8-11 0,0 0-12 15,-6 0-151-15,-13-24-376 16</inkml:trace>
  <inkml:trace contextRef="#ctx0" brushRef="#br0" timeOffset="209177.21">17190 16780 56 0,'0'0'564'0,"0"0"-544"0,0 0 51 0,0 0 43 0,0 0-76 0,0 0-10 16,-46 0 0-16,46 0 0 15,0 0 5-15,0 0 42 16,0 0-12-16,0 0-28 16,0-8-23-16,12-4 6 15,22-9 3-15,6-7-19 16,1 4-2-16,5 0-15 15,1 8-29-15,-7 8-74 16,0 5-6-16,-21 3-118 0,-10 0-181 16</inkml:trace>
  <inkml:trace contextRef="#ctx0" brushRef="#br0" timeOffset="209593.89">17764 16816 496 0,'0'0'363'0,"0"0"-284"0,0 0 8 0,0 0-14 15,0 0-60-15,0 0 18 16,-78-157-2-16,63 121 0 16,9 0-27-16,-1 8 3 0,7 8-5 15,0 4-15 1,0 4-5-16,0 4-82 0,28-5 13 16,19 13-69-16,6-3-80 15</inkml:trace>
  <inkml:trace contextRef="#ctx0" brushRef="#br0" timeOffset="210093.17">17993 16603 389 0,'0'0'246'0,"0"0"-146"0,0 0 34 0,0 0-42 0,0 0-57 16,0 0-14-16,112-24-9 16,-90 20-11-16,12-1-2 15,-16 5-1-15,10 0-34 16,-15 0-89-16,-7 0-82 16,0 0-149-16</inkml:trace>
  <inkml:trace contextRef="#ctx0" brushRef="#br0" timeOffset="210434.06">17993 16603 405 0</inkml:trace>
  <inkml:trace contextRef="#ctx0" brushRef="#br0" timeOffset="210660.34">17993 16603 405 0,'447'157'120'0,"-447"-157"-32"0,0 0 26 15,12-5 71-15,-12-23-121 16,0-4 0-16,0-4 10 0,0 0-24 15,0 0-10-15,0 4-27 16,0 3-10-16,0 6-3 16,0 3-11-16,0 7 11 15,0 13-16-15,0 0 2 16,0 0-2-16,-12 0 8 16,12 0 8-16,0 0-11 15,0 0-6-15,0 0 9 16,-6 5-24-16,6 3-29 15,0-1-12-15,0 9-46 16,0 1 1-16,0-1-43 0,0-4-68 16</inkml:trace>
  <inkml:trace contextRef="#ctx0" brushRef="#br0" timeOffset="211974">18480 16683 75 0,'0'0'325'0,"0"0"-283"0,0 0-32 0,12 0-10 0,-12 0 4 16,0 0-3-16,0 0 16 16,0 0 39-16,0 0 32 15,0 0 25-15,0 0-18 16,16 0-11-16,-10 0-53 16,-6 0-8-16,0 0-12 15,0-8-4-15,0-16 12 16,0-4-7-16,0-4 15 15,0 0 11-15,0-4 7 0,0-4-43 16,0 0-1 0,0 0-1-16,0 7-6 0,0 9-11 15,0 16 15-15,0 4-6 16,0 4 6-16,0 0-6 16,0 0 3-16,0 0 0 15,-6 0-23-15,-10 0 5 16,16 0 5-16,-12 0-21 15,6 0 32-15,0 12 7 16,-22 12 0-16,9 12-3 16,-9 12 1-16,0-4-88 15,10-8 24-15,12-11 19 16,6-14-2-16,0-6-47 16,0-5-47-16,0 0-61 0</inkml:trace>
  <inkml:trace contextRef="#ctx0" brushRef="#br0" timeOffset="212691.03">18716 16406 275 0,'0'0'118'0,"0"0"-14"0,0 0-39 16,0 0-5-16,0 0-27 15,0 0-7-15,31 0-3 16,-25 0-2-16,16 4 28 16,-10 12 2-16,10 1 21 15,-16-1-36-15,19 0-13 16,-10 12-14-16,-9 8 4 15,1 4-7-15,-7 12-6 16,0 4-2-16,0 1-15 16,-13 2-16-16,-27-7-68 15,18-16-71-15,-3-23-198 16</inkml:trace>
  <inkml:trace contextRef="#ctx0" brushRef="#br0" timeOffset="213326.34">19181 16683 406 0,'0'0'308'0,"0"0"-277"15,0 0 17-15,0 0 22 0,0 0-18 16,0 0-33-16,276-8-17 15,-236 0 3-15,-6 0 1 0,-9 0-4 16,-3 1-4-16,-10 2-2 16,-12 2-36-16,0 3-57 15,0-5 5-15,0 5-37 16,-34 0-184-16</inkml:trace>
  <inkml:trace contextRef="#ctx0" brushRef="#br0" timeOffset="213588.8">19181 16683 610 0,'-65'-180'199'0,"65"180"-132"16,0 0 36-16,0 0-62 15,0 0-9-15,0 0-3 16,6-5 10-16,12 5-19 16,4 0 1-16,-3-8-21 15,21 8-2-15,7-7 1 16,2-6-91-16,4 2-106 16,-19-2-398-16</inkml:trace>
  <inkml:trace contextRef="#ctx0" brushRef="#br0" timeOffset="214557.15">20406 16531 713 0,'0'0'159'0,"0"0"-56"0,0 0 16 0,0 0-71 0,0 0-24 16,0 0-5-16,40 0-14 16,-34 0-3-16,13 0 14 15,9 0 22-15,0 0-33 16,6 0 7-16,3 0-12 15,-3 0 0-15,0 0-40 16,-15 0-28-16,15 0-65 16,-13 0-132-16,-2 0-173 15</inkml:trace>
  <inkml:trace contextRef="#ctx0" brushRef="#br0" timeOffset="-214208.72">21041 16832 185 0,'0'0'132'0,"0"0"-132"0,0 0 0 0,0 0 3 15,0 0 32-15,0 0 68 16,13 0 58-16,-13 0-21 16,0 0-65-16,0 0 9 15,0 0-18-15,0 0-7 16,0 0-25-16,0 0 8 15,0 0-3-15,0-5-19 16,0-19 13-16,0-12-20 0,0-20 7 16,0-11-13-16,0-18-13 15,0-4 6-15,0 1-10 16,0 24-35-16,0 12-3 16,0 29 12-16,0 23 9 15,0 0 27-15,0 0 1 16,0 0 0-16,-13 36-1 15,-8 3-14-15,-4 2-21 16,3-2-129-16,3-3-124 16</inkml:trace>
  <inkml:trace contextRef="#ctx0" brushRef="#br0" timeOffset="-208445.42">20393 16932 492 0,'0'0'66'0,"0"0"-10"0,0 0 0 16,0 0-25-16,0 0 13 0,0 0-4 15,0 0-6-15,-22-16 7 16,22 16-24-16,0 0-4 16,0 0-3-16,0 0-10 15,0 0 3-15,0 0-3 16,0 0 0-16,0 0 23 15,0 0 0-15,0 0 6 16,0 0-19-16,-6 0 0 16,0 0-10-16,0-4-2 15,-10-12 2-15,4 0 10 16,-16-4 7-16,3-4-13 16,-15-4 11-16,-7-5 1 15,13-6-16-15,-12-10 0 0,-1-2-6 16,26-6-17-16,14 4 20 15,7 10-25-15,0 3-24 16,0 3 5-16,22 10-74 16,9-6-107-16</inkml:trace>
  <inkml:trace contextRef="#ctx0" brushRef="#br0" timeOffset="-207429.95">21602 16334 431 0,'0'0'68'15,"0"0"11"-15,0 0 15 0,0 0-41 0,0 0 14 16,0 0 1-16,0 0-13 16,140 200-16-16,-134-159 6 15,-6 3-4-15,0 9 4 16,0 2 0-16,0 1-33 15,-6 5-12-15,-22-6-4 16,9-6-3-16,-8-13-51 16,20-16-9-16,7-20-105 15,0 0-210-15</inkml:trace>
  <inkml:trace contextRef="#ctx0" brushRef="#br0" timeOffset="-206413.83">21968 15901 400 0,'0'0'118'0,"0"0"-1"0,0 0 3 0,0 0-40 0,0 0-19 16,0 0-47-16,143 0-12 15,-137 8 2-15,-6 13 3 16,13 2-3-16,-13 5 36 16,0 1-9-16,0-6 2 15,6 2-23-15,0-6-8 16,3-6 0-16,16-6-2 16,15-2-1-16,13-5 1 15,3 0 9-15,9 0-9 16,3-20 24-16,-15-4-9 15,0 7 5-15,-19 1-18 0,-16 13-2 16,-18 3-18 0,16 0-34-16,-16 0-16 15,0 0-150-15,0 0-317 16</inkml:trace>
  <inkml:trace contextRef="#ctx0" brushRef="#br0" timeOffset="-202501.36">22672 16644 70 0,'0'0'214'0,"0"0"-96"0,0 0-10 0,0 0 2 16,0 0-66-16,0 0-23 15,0 0-21-15,0 0-80 16,6 0-7-16,13 0 87 15,-19 0 4-15,0 0 53 16,6 0 65-16,-6 0-31 16,0 0 22-16,0 0-30 15,0 0-38-15,0 0 7 16,0 0-24-16,0 0 15 16,0 0-32-16,0 0 9 0,0 0-19 15,0 0 13 1,0 0-11-16,9 0 1 0,4 0-4 15,15 0 5-15,-3 0-9 16,3 0 9-16,18 0-8 16,-6 0 10-16,7 0-14 15,-7 0 7-15,0 0-2 16,1 3-20-16,-16 1-10 16,2 0-10-16,-8 0-69 15,-19 0-133-15,0-4-203 16</inkml:trace>
  <inkml:trace contextRef="#ctx0" brushRef="#br0" timeOffset="-201935.75">22880 16443 227 0,'0'0'163'0,"0"0"-3"0,0 0 13 0,0 0-83 0,0 0 17 16,0 0-66-16,0 0 2 16,0 0-24-16,12 0 1 15,1 0 0-15,8 0 17 16,4 0 3-16,9 0-20 15,7 0-9-15,-1 0-6 16,6 0-10-16,7-4-34 16,-6-12-80-16,-7 3-157 15,-18-2-388-15</inkml:trace>
  <inkml:trace contextRef="#ctx0" brushRef="#br0" timeOffset="-199386.58">23888 16896 393 0,'0'0'59'16,"0"0"-36"-16,0 0 9 0,0 0-17 0,0 0 11 15,0 0 30-15,0 0 2 16,6 0-8-16,-6 0 38 16,0 0-12-16,0 0-25 15,0 0-30-15,0 0 11 16,0 0 24-16,0 0 15 16,0 0-17-16,0 0-28 15,0 0 3-15,0 0-23 16,-34-8 13-16,-7-20-9 15,4-13-16-15,-12-3 12 16,18-4-4-16,-16 1-2 0,19-6 0 16,0-7-3-1,22-4-17-15,6 0-9 0,0 4-32 16,6 11-24-16,69 21-44 16,-16 16-111-16,-10 12-221 15</inkml:trace>
  <inkml:trace contextRef="#ctx0" brushRef="#br0" timeOffset="-198622.45">24074 16644 444 0,'0'0'204'0,"0"0"-161"0,0 0 4 0,0 0-43 0,0 0 12 16,0 0 17-1,201 0-21-15,-154 3-4 0,5 5-4 16,-2 0 8-16,-13-4-7 16,-9 1-5-16,-6-5-26 15,-10 0-82-15,-12 0-190 16</inkml:trace>
  <inkml:trace contextRef="#ctx0" brushRef="#br0" timeOffset="-197955.5">24945 16891 49 0,'0'0'70'0,"0"0"36"0,0 0-14 0,0 0 22 16,0 0 26-16,0 0-1 15,6 0-25-15,-6 0-4 16,0 0-46-16,0 0 0 16,0 0-20-16,0 0 11 0,0 0-37 15,0-15 18 1,0-9-19-16,0-12-10 0,0-5 10 15,0-3-7-15,0-12-10 16,0-4 0-16,0-8 6 16,0 4-6-16,0 7 0 15,0 18 0-15,0 22 1 16,0 17-2-16,0 0 2 16,0 0-6-16,-22 12 2 15,-9 12-14-15,-3 4-36 16,0 0 31-16,16 0-17 15,-4 1-11-15,10-1-38 16,-4 0-131-16,-3-4-195 0</inkml:trace>
  <inkml:trace contextRef="#ctx0" brushRef="#br0" timeOffset="-197289.4">25218 16359 69 0,'0'0'237'0,"0"0"-133"0,0 0-22 0,0 0-30 16,0 0-12-16,0 0 10 16,34 67 17-16,-22-31 56 0,16 5-35 15,-9-5-36 1,9 8-14-16,-3 9 1 0,-4 6-4 15,-8 13 0-15,-13 1-6 16,15-9-27-16,-9-8-2 16,1-12-12-16,-1-19-72 15,0-17-67-15,-6-8-112 16,0 0-316-16</inkml:trace>
  <inkml:trace contextRef="#ctx0" brushRef="#br0" timeOffset="-196572.78">25878 16691 728 0,'0'0'58'0,"0"0"-38"0,0 0 0 0,0 0-14 16,0 0-6-16,0 0 29 15,16 0 4-15,-16 0 9 16,0 0 27-16,0 4-49 15,0 0-17-15,0-4 1 16,0 9 4-16,0-1-6 16,0-5 2-16,0 5-4 15,0-4 0-15,0 1 0 16,0-5 3-16,0 0-3 16,0 0 2-16,0 0-4 0,0-9 2 15,0-10-19-15,0-2-4 16,0 9 4-16,0 12-10 15,0 0-20-15,0 0 5 16,0 5-33-16,0 2-37 16</inkml:trace>
  <inkml:trace contextRef="#ctx0" brushRef="#br0" timeOffset="-195907.43">26474 16996 357 0,'0'0'270'0,"0"0"-150"0,0 0-14 0,0 0-34 0,0 0-15 16,0 0-1-16,-13-12-7 15,-15-20-13-15,-3-1 14 16,-3-10-10-16,-6-17-20 15,12-12 14-15,28-21-25 16,0 1-14-16,0 12 5 16,0 11-7-16,0 21 0 15,28 24-40-15,0 9-45 16,-10 15-103-16,1 0-251 16</inkml:trace>
  <inkml:trace contextRef="#ctx0" brushRef="#br0" timeOffset="-195424.92">26657 16744 710 0,'0'0'121'0,"0"0"-68"0,0 0-2 0,0 0 4 15,0 0-15-15,0 0-7 16,325-25-33-16,-250 17-14 16,-23 5-19-16,-11-2-33 15,-14 5-101-15,-27 0-119 16</inkml:trace>
  <inkml:trace contextRef="#ctx0" brushRef="#br0" timeOffset="-194908.87">27543 16968 33 0,'0'0'630'0,"0"0"-474"0,0 0 8 16,0 0-59-16,0 0-61 16,0 0-8-16,0-213 34 15,0 138-39-15,0-10 0 16,22 5-21-16,-16 4-3 16,-6 7-7-16,0 5 0 15,0 16-7-15,0 8-28 16,0 28 11-16,-28 12 7 15,-6 0 9-15,3 28-4 16,-9 20 8-16,0 4-9 0,6-7 3 16,-1-14-14-1,29-2 19-15,6-17-8 0,0-4-67 16,0-8-24-16,22 0-80 16,24 0-204-16</inkml:trace>
  <inkml:trace contextRef="#ctx0" brushRef="#br0" timeOffset="-194442.31">27884 16082 542 0,'0'0'222'0,"0"0"-150"0,0 0 21 0,0 0-18 16,0 0-47-16,134 224 23 16,-94-151-33-16,-12 2 17 15,-9 2-25-15,-19 7 19 16,0 0 4-16,0 0-24 15,-25-12-7-15,-16-8-2 16,-5-15-13-16,24-18-94 16,4-14-142-16,11-17-371 15</inkml:trace>
  <inkml:trace contextRef="#ctx0" brushRef="#br0" timeOffset="-192959.59">28532 16595 270 0,'0'0'255'0,"0"0"-170"0,0 0-19 0,0 0-23 0,0 0-16 15,0 0 19-15,0 8 6 16,0-8-13-16,0 0 39 15,0 3 0-15,0-3 21 16,0 5-49-16,0-5-5 16,0 0-13-16,0 0-5 15,7 0-17-15,2 0-4 0,-9 0-6 16,25 0 4-16,9 0-4 16,6 0 0-16,7 0 0 15,-1 0-13-15,-12 0 4 16,0 4-20-16,-9 0-7 15,3-4-11-15,-15 0-94 16,-7 0-112-16,-6 0-300 16</inkml:trace>
  <inkml:trace contextRef="#ctx0" brushRef="#br0" timeOffset="-192746.9">28532 16595 550 0</inkml:trace>
  <inkml:trace contextRef="#ctx0" brushRef="#br0" timeOffset="-192659.56">28532 16595 550 0,'-127'-105'84'0,"127"105"-33"0,34 0 31 16,28 0 154-16,10 0-154 0,-10 0-21 16,-16 0-41-1,7 0-14-15,-6 0-6 0,-7 0-45 16,-22 0-96 0,-8 0-225-16</inkml:trace>
  <inkml:trace contextRef="#ctx0" brushRef="#br0" timeOffset="-188113.45">29596 16891 4 0,'0'0'223'0,"0"0"-144"0,0 0 15 0,0 0 38 16,0 0-32-16,0 0-27 0,0 0-52 15,0 0 15-15,0 0-6 16,0 0-3-16,0 0-9 15,0 0 2-15,0 0-2 16,0 0 0-16,0 5 3 16,0-2 26-16,0-3 32 15,0 0-26-15,0 0-9 16,0 0-26-16,0 0-5 16,0-8-12-16,0-20-2 15,-12-8-2-15,-4-16 3 16,4-12 0-16,-1 0 0 15,-2 0 0-15,-4 0 0 16,1 4 0-16,2 11-19 16,4 18 4-16,5 14-3 0,7 17 18 15,0 0 0-15,-6 0 3 16,-9 0-2-16,-4 17 7 16,-9 22-7-16,-6 13 1 15,-3 4-4-15,-13 1-10 16,4-13-54-16,6-16-46 15,8-11-152-15</inkml:trace>
  <inkml:trace contextRef="#ctx0" brushRef="#br0" timeOffset="-184301.11">15327 17341 37 0,'0'0'385'0,"0"0"-362"0,0 0-12 0,0 0 64 0,0 0-37 0,0 0 20 16,0 0 22-1,18-57-20-15,-18 57 1 0,0 0 7 16,0 0-5 0,0 0-45-16,0 0-13 0,0 8-4 15,0 17 17-15,0 14-1 16,0 10 44-16,0 7-13 15,0 8-13-15,0-3-12 16,0-9-12-16,0-21-11 16,6-6-4-16,1-13-27 0,2-8-101 15,-3-4-198 1</inkml:trace>
  <inkml:trace contextRef="#ctx0" brushRef="#br0" timeOffset="-183584.59">16055 17906 877 0,'0'0'39'0,"0"0"10"16,0 0 52-16,-40-288-30 16,40 187-20-16,0 6-20 0,12 6-18 15,23 21-6-15,5 12-7 16,6 15-20-16,-5 18-47 15,-1 15-84-15,-15 8-143 16,-10 0-283-16</inkml:trace>
  <inkml:trace contextRef="#ctx0" brushRef="#br0" timeOffset="-182984.44">16427 17779 536 0,'0'0'131'0,"0"0"-59"0,0 0 66 0,0 0-35 0,0 0-88 16,0 0 22-16,16-25-4 16,-4 20 16-16,7 5-11 15,3 0-25-15,12 0 11 16,6 0-21-16,-3 0 3 16,13 0 6-16,-13 0-24 15,-3 0 0-15,-6 0-41 16,-9 0-53-16,-10-7-87 15,-9 7-238-15</inkml:trace>
  <inkml:trace contextRef="#ctx0" brushRef="#br0" timeOffset="-182368.19">17203 18039 88 0,'0'0'323'0,"0"0"-289"0,0 0 63 16,0 0 33-16,0 0-29 16,0 0-17-16,0 0 33 0,0-24-67 15,0-8-25-15,0-9 2 16,0-3 8-16,0-8-24 16,0-4-7-16,0-4 6 15,0-4-6-15,6 3-6 16,3 9 6-16,3 21-8 15,-12 14-1-15,0 17-1 16,0 0-15-16,0 0 21 16,0 0 0-16,0 0-10 15,0 0 8-15,0 0-18 16,-27 33-4-16,-20 11-14 16,7 4-14-16,-1-1-103 0,29 2 26 15,0-13-17 1,12-11-356-16</inkml:trace>
  <inkml:trace contextRef="#ctx0" brushRef="#br0" timeOffset="-181869.7">17658 17887 631 0,'0'0'110'0,"0"0"-59"0,0 0 73 0,0 0-62 16,0 0-20-16,0 0-32 16,-6 236-10-16,6-208-12 15,0-12-14-15,0 0-29 16,0-8-102-16,0-4-224 15</inkml:trace>
  <inkml:trace contextRef="#ctx0" brushRef="#br0" timeOffset="-179254.58">18393 17990 319 0,'0'0'176'0,"0"0"-25"0,0 0-12 16,0 0-33-16,0 0-15 15,0 0-23-15,0-7-38 16,0-14-4-16,-6-10 1 16,6-10 20-16,-6-3-32 15,6-4 0-15,0-1-9 0,-16 2-3 16,16-1 7-16,-12 7-6 15,12 18-8 1,-6 15-2-16,6 8 2 0,0 0 0 16,0 0-6-16,-6 0 11 15,-10 23-2-15,-9 13-8 16,-15 9-40-16,6 3-35 16,0-3-61-16,-7-6-104 15,17-11-168-15,2-12 204 16</inkml:trace>
  <inkml:trace contextRef="#ctx0" brushRef="#br0" timeOffset="-178785.97">19054 17441 194 0,'0'0'147'0,"0"0"-37"0,0 0 28 0,0 0 0 0,0 0-66 16,0 0 24-16,161 189-17 15,-146-113-22-15,-8 16-1 16,5 0-8-16,-12-3-34 0,6-9-8 16,-6 0-6-16,0-8-8 15,13-8-28-15,-4-15-84 16,-9-34-257-16</inkml:trace>
  <inkml:trace contextRef="#ctx0" brushRef="#br0" timeOffset="-173925.49">4766 11148 325 0,'0'0'40'0,"0"0"0"0,0 0 40 15,0 0-15-15,0 0 30 16,0 0-20-16,0 0-9 16,0 0-25-16,0 0-9 15,0 0-5-15,0 0 5 16,0 0-2-16,0 0-19 16,0 0 20-16,0 0-15 0,0 0 22 15,0 0-12-15,0 0 1 16,0 0-23-16,-10 0 11 15,10 0-1-15,0 0 4 16,0 0-4-16,0 0-13 16,0 0 12-16,0 0-13 15,0 0 26-15,0 0-19 16,0 0 16-16,0 0-21 16,0 0 10-16,0 0-10 15,0 0-1-15,0 0-1 16,0 0-13-16,0 0 12 15,0 0-5-15,0 0 4 0,16 0 4 16,9 0-2 0,-4 0 1-16,4 0-1 0,3 0 0 15,6 0 1-15,0 0-6 16,7 0 13-16,-10 0-11 16,-3 0 9-16,6 0-9 15,-3 0 6-15,-3 0-1 16,6 0 7-16,-22 0-9 15,16 0 2-15,-9 0 2 16,-4 0-2-16,4 0 4 16,9 0-8-16,3 0 2 15,-3 0 0-15,6 0 2 16,-10 0-1-16,11 0-1 16,5 0-3-16,-6 0 3 15,13 0 0-15,-13 0 0 0,0 0 5 16,-3 0-9-16,3 0 4 15,6 0-4-15,-6 9 4 16,7-9 3-16,-1 4-3 16,19-4 0-16,-13 0 0 15,16 0 0-15,-21 0 0 16,-1 7-2-16,-9-2 1 16,3-2-1-16,-6 2-1 15,3-1 3-15,3-4 0 16,-6 0-2-16,6 4 9 15,-3-4-10-15,-3 0 7 0,6 0-2 16,0 0-2-16,-3 12-6 16,3-4 6-16,7-5 0 15,5 10-2-15,-12-13 8 16,0 4-5-16,0-4 4 16,4 8-3-16,-4 0 1 15,6 0-4-15,7-8 1 16,-7 8 0-16,6-4 4 15,16-4 3-15,-15 0-9 16,-7 0 6-16,-6 0-5 16,-9 0 7-16,-12 0-11 15,14 0 12-15,8 0-6 16,-17 0 0-16,-2 0 2 16,24 4-3-16,-9-4 8 15,3 0-14-15,6 0 16 0,-12 0-17 16,-9 0 13-16,3 0-6 15,-4 0 3-15,-5 0-2 16,8 0 9-16,-2 0-6 16,9 0-4-16,6 0 5 15,-3 0-9-15,9 0 13 16,-6 0-7-16,-6 0-2 16,-3-4 0-16,-3 0-2 15,-10 4 6-15,-6 0-9 16,10 0 9-16,3 0-12 15,-13 0 15-15,28-8-11 0,-6 8 6 16,3 0-4 0,18 0 3-16,-8-5-1 0,-4 5 0 15,3-3 4-15,-6-5-11 16,-6 8 16-16,-3 0-13 16,-3 0 8-16,-4 0-8 15,16 0 2-15,7 0 1 16,-7 0 2-16,-9 0-1 15,3 0 0-15,-16 0 0 16,16 0-5-16,-22 0 10 16,16 0-10-16,-16 0-3 15,13 0 8-15,-13 0-6 16,3 0 6-16,16 0 1 16,-3 0 4-16,-10 0-10 15,22 0 10-15,-22 0-4 0,10 0 1 16,-3 0-2-16,-1 8 2 15,-2-5-4-15,-10-3 1 16,7 0-1-16,-7 0 1 16,9 0 1-16,-2 5 3 15,5-5 0-15,4 0-3 16,-10 8 0-16,10-4 3 16,-3 4-2-16,2-3-1 15,4 2 0-15,3-3 2 16,-9 0-9-16,9 4 15 0,-10 0-15 15,4-3 14 1,-4-2-11-16,10 9 4 0,0-4 0 16,-3-3-5-16,9 11 2 15,-6-9 2-15,-3-7 1 16,-3 13-1-16,-10-10 2 16,-6 5-2-16,10 0 0 15,-4-4 1-15,7 0 1 16,-4 5-1-16,4-1 0 15,-13-8-1-15,0 8-3 16,10-1 7-16,-10-2-9 16,0 3 12-16,-6-5-9 15,22 5 4-15,-16-3-2 16,13 3-2-16,-13-8 3 16,-6 7 0-16,0-2-1 0,0-2-1 15,0 2 4-15,0-5 2 16,0 0-1-16,6 0-2 15,-6 0 0-15,0 0-2 16,9 0-2-16,-9 0 3 16,0 3-2-16,0-3 7 15,13 5-9-15,-7-2 10 16,0-3-11-16,-6 0 8 16,0 0-6-16,0 0 3 15,0 9 0-15,0-6 0 16,0-3 3-16,0 0-4 15,0 5 3-15,0-5-3 0,0 0 1 16,0 0-1-16,0 0-36 16,0 0-40-16,0 3-77 15,0 2-260-15</inkml:trace>
  <inkml:trace contextRef="#ctx0" brushRef="#br0" timeOffset="-172926.4">9283 11517 111 0,'0'0'125'0,"0"0"-65"0,0 0 9 0,0 0 4 16,0 0-23-16,0 0 18 15,-6 0 7-15,6 0-5 16,0 0-17-16,0 0 8 16,0 0 28-16,0 0-31 15,0 0-13-15,0 0-22 0,0 0 1 16,0 5-18-16,0-5 18 15,0 3-12-15,0-3-5 16,0 0 3-16,0 5-9 16,0-2 4-16,0 6-2 15,25-5 5-15,9 0-6 16,19 0 7-16,-13-4-8 16,13 4 0-16,-4 4 1 15,-11-5-2-15,2 6 0 16,0-5 1-16,-12 0-3 15,-9 0-18-15,-10-4 10 0,-3 0 4 16,-6 0 1 0,0 0 10-16,0 0 2 0,0 0 12 15,0 0-5-15,0 0-10 16,0-4 4-16,0-13-16 16,0 6 14-16,0-5-12 15,0 4 12-15,0-1-2 16,-15 1 2-16,-4 9 12 15,7-10 9-15,-16-2-15 16,9-1-11-16,-2 0 3 16,2 7-8-16,3 6-8 15,-2 3 10-15,12 0 2 16,-10 0 16-16,10 0-11 16,0 0-5-16,6 0 1 0,0 0 1 15,-13 0 2-15,13 0 0 16,0 0 0-16,0 0-2 15,0 0-4-15,0 0-30 16,0 0-37-16,0 0-40 16,-15 0 12-16,15 0-7 15,-25 0-51-15,19 0-11 16,-16 0-182-16</inkml:trace>
  <inkml:trace contextRef="#ctx0" brushRef="#br0" timeOffset="-108397.57">25271 8763 214 0,'0'0'75'0,"0"0"12"0,0 0 6 0,0 0-26 15,0 0-17-15,0 0-1 16,0 0-6-16,0 0-7 15,0 0-21-15,0 0-8 0,0 0-14 16,0 0 7-16,0 0-11 16,0 0 3-16,0 0 6 15,0 0 0-15,0 0 2 16,0 0 12-16,0 0 1 16,0 0 2-16,0 0-15 15,0 0 16-15,0 0-5 16,0 0 5-16,0 0-12 15,0 0-3-15,0 0-1 16,0 0-30-16,0 0 2 16,0-9 28-16,0-2-2 15,0-6 6-15,0-2-1 16,0-6-3-16,0-7-7 0,0 0-23 16,0-4-97-16,0 8-229 15</inkml:trace>
  <inkml:trace contextRef="#ctx0" brushRef="#br0" timeOffset="-107531.93">25199 8293 282 0,'0'0'199'0,"0"0"-90"0,0 0 28 0,0 0-71 16,0 0-14-16,0 0 22 15,0-36-28-15,0 28-5 16,0 1 9-16,0-6-4 15,0 1-25-15,0 4 1 16,0-8-11-16,0 4 0 16,0-4-10-16,0 4-1 15,0 4-9-15,0 0-44 16,0 3-35-16,0 2-108 16,6-9-149-16</inkml:trace>
  <inkml:trace contextRef="#ctx0" brushRef="#br0" timeOffset="-104102.15">25165 7976 23 0,'0'0'123'0,"0"0"34"0,0 0 22 16,0 0-74-16,0 0-13 16,0 0-34-16,0 9-23 15,0-6-2-15,0-3-14 16,0 5-1-16,0-5-15 16,0 0-6-16,0 0-2 15,0 0 4-15,0 0-14 16,0 3 7-16,0 2 4 15,0-2-4-15,0-3 5 0,13 0-5 16,-13 0-15 0,0 0-25-16,0 0 48 0,0 0 4 15,0-16 27-15,0 8-28 16,0 4-3-16,0 4 0 16,0 0-8-16,0 0 5 15,0 0 3-15,0 0-2 16,-13 12 2-16,-2 1-5 15,8 2 2-15,7-2 2 16,0-5 1-16,0-5 0 16,0 2 0-16,0-5-6 15,0 0 2-15,0 0-14 0,7 0 14 16,2 0 4-16,-3 0 22 16,19-13-1-16,-10-3-6 15,-2-4-15-15,-13 4-8 16,12 4-30-16,-12 4 2 15,0 8 16-15,0 0 20 16,0 0 5-16,0 0 30 16,0 5 21-16,0 6-36 15,-12 6-6-15,12 3-10 16,0-17-4-16,0-3-15 16,0 0-32-16,0 0 14 15,0 0-9-15,0 0 27 16,0 0 15-16,0 0 0 15,0-12-30-15,0 9-271 16</inkml:trace>
  <inkml:trace contextRef="#ctx0" brushRef="#br0" timeOffset="-73872.69">18040 3770 496 0,'0'0'240'0,"0"0"-224"0,0 0-3 0,0 0 43 16,0 0-11-16,0 0 37 15,0 0-27-15,-34-13-19 16,34 13 2-16,0 0 9 0,0 0-3 16,0 0-25-1,0 0 10-15,0 0-14 16,0 0 12-16,0 0-12 15,0 0-4-15,0 0 4 0,0 0-10 16,0 0-5-16,0 5-6 16,0 34 5-16,0 13 1 15,-7 9-1-15,-5 3 1 16,-3-8-1-16,2-8-19 16,1-8 1-16,2-4-15 15,4-3-36-15,0-2-47 16,-6-15-123-16,-1-16-310 15</inkml:trace>
  <inkml:trace contextRef="#ctx0" brushRef="#br0" timeOffset="-73344.52">17658 3721 640 0,'0'0'117'0,"0"0"-17"0,0 0 8 0,0 0-63 16,0 0-3-16,0 0 22 15,289-140-34-15,-184 104-23 16,-18 15 3-16,-13 13-10 15,-27 8-3-15,-7 0-19 16,-15 29 6-16,-3 11-8 16,-16 7 24-16,-6 6 0 0,0-4-3 15,0 3 1-15,-65 12 4 16,-22-5 30-16,0 6-4 16,7-14-16-16,11-10-3 15,23-5-3-15,-1-8-6 16,7 5-14-16,6-2-71 15,-13-10-144-15,19-14-284 16</inkml:trace>
  <inkml:trace contextRef="#ctx0" brushRef="#br0" timeOffset="-72695.08">18508 4163 735 0,'0'0'232'0,"0"0"-125"0,0 0 19 16,0 0-99-16,0 0-3 15,0 0 13-15,-16-261-22 16,16 209-8-16,0 8-5 15,22 3 2-15,3 1-4 16,9 8-32-16,6-4-68 16,-6 0-158-16,1 16-583 0</inkml:trace>
  <inkml:trace contextRef="#ctx0" brushRef="#br0" timeOffset="-72112.79">18880 3632 451 0,'0'0'40'0,"0"0"10"0,0 0 14 0,0 0-38 0,0 0-14 16,208 241-1-16,-146-200 2 15,-9-10-10-15,-7 10 9 16,-6-5 0-16,-21-3 9 15,-19 3 0-15,0-5 16 16,0-3 29-16,0-4 20 16,0-4-35-16,-19-4-14 15,-15 1 7-15,0-6-12 0,-6 2 8 16,9-5-20-16,9-4-16 16,10-4-4-1,12 0-1-15,0 0-25 0,0 0-83 16,0-8-116-16,0-17-163 15</inkml:trace>
  <inkml:trace contextRef="#ctx0" brushRef="#br0" timeOffset="-71846.53">19001 3974 633 0,'0'0'218'0,"0"0"-199"16,0 0 60-16,0 0-69 15,0 0-10-15,0 0-16 16,108-12-42-16,-89 8-68 15,21-9-64-15,-12-2-214 16</inkml:trace>
  <inkml:trace contextRef="#ctx0" brushRef="#br0" timeOffset="-71479.4">19348 3545 73 0,'0'0'734'0,"0"0"-693"0,0 0-9 16,0 0 101-16,0 0-20 15,0 0-65-15,403 140-9 16,-338-88-29-16,-12 0-3 16,-19 1-7-16,-28 3 0 15,-6-4-32-15,0 16 21 16,-71-12-49-16,-9-16-111 15,-1-12-126-15</inkml:trace>
  <inkml:trace contextRef="#ctx0" brushRef="#br0" timeOffset="-71063.88">20365 4006 593 0,'0'0'341'0,"0"0"-305"16,0 0 88-16,0 0-59 0,0 0-57 15,0 0-6-15,227 32-2 16,-206-32-46-16,4 0-53 16,-25 0-74-16,0-4-56 15,0-24-197-15</inkml:trace>
  <inkml:trace contextRef="#ctx0" brushRef="#br0" timeOffset="-70879.84">20365 4006 1011 0,'-74'-133'2'0,"108"133"13"15,47 0 94-15,12 0-83 16,15 0 9-16,-15-15-20 16,-12 2-15-16,-35 5-38 15,-27 8-83-15,-19 0-199 16</inkml:trace>
  <inkml:trace contextRef="#ctx0" brushRef="#br0" timeOffset="-70364.76">21094 4199 332 0,'0'0'350'16,"0"0"-278"-16,0 0 99 15,0 0-61-15,0 0-14 16,0 0-42-16,273-237 11 16,-211 140-18-16,9 2-7 15,-9 2-19-15,-9 4-11 16,-13 30-9-16,-12 18-1 15,-16 25-8-15,1 12-31 0,-13 4-6 16,0 17-41 0,6 43 9-16,3 16 77 0,4 12 12 15,5 1-12-15,16-9-9 16,1 0-21-16,-1 0-49 16,-9 0 20-16,2-7-55 15,8-9 0-15,-1-20-29 16,-10-16-15-16,-2-17-76 15</inkml:trace>
  <inkml:trace contextRef="#ctx0" brushRef="#br0" timeOffset="-70096.81">21528 3894 565 0,'0'0'39'0,"0"0"69"16,0 0 94-16,0 0-91 16,0 0 13-16,0 0-59 15,242 0-28-15,-177 0-32 16,3 0-5-16,-3 0-40 15,-18-13-134-15,-19 5-412 16</inkml:trace>
  <inkml:trace contextRef="#ctx0" brushRef="#br0" timeOffset="-57841.6">17792 5132 552 0,'0'0'28'0,"0"0"-18"0,0 0 83 15,0 0-4-15,0 0-25 16,0 0 3-16,0 0 5 16,0 0-15-16,0 0-8 15,0 0-3-15,0 0-31 16,0 0-4-16,0 0-9 0,0 0 23 15,0 0-20-15,0 0 19 16,0 0-8-16,0 0 9 16,0 0-3-1,0 0-4-15,-6 0 6 0,-7 0-12 16,-21 0-2-16,-6-11-1 16,-7-1-18-16,-6 4 3 15,-2 8-4-15,-4 0 2 16,-3 0 8-16,-10 0-2 15,10 24 2-15,-3 8-9 16,13 9 6-16,11-10-5 16,32 5 8-16,9 5 0 15,0 3-11-15,0-5 10 16,28 6-6-16,18-13 0 0,16-12-4 16,4-8-20-16,-4-12 3 15,9 0 1-15,-3 0-11 16,-9-24-31-16,3-5-38 15,-22 6-158-15,-3 7-176 16</inkml:trace>
  <inkml:trace contextRef="#ctx0" brushRef="#br0" timeOffset="-57391.4">18167 5137 522 0,'0'0'121'0,"0"0"39"0,0 0-19 0,0 0-74 0,0 0-27 15,0 0 13-15,-28 97-13 16,28-66-19-16,0 10 0 16,0-10-18-16,0 10-6 15,0-5 3-15,0-12-6 16,0-9-54-16,0-2-55 16,0-9-109-16,0-4-218 15</inkml:trace>
  <inkml:trace contextRef="#ctx0" brushRef="#br0" timeOffset="-56992.04">18024 5149 437 0,'0'0'198'15,"0"0"-80"-15,0 0-9 16,0 0-67-16,0 0-32 0,0 0 34 16,202-28-26-16,-128 24-7 15,-9 0-6-15,-3 4-4 16,-15 0-1-16,-7 0-25 15,-21 0-3-15,-4 0 13 16,-15 19-2-16,0 2 6 16,0 3 11-16,-9 16 21 15,-50-4 18-15,-28 17-8 16,-27 2-17-16,2 6-14 16,-3-13 0-16,28-16 0 15,35-16-14-15,30-9-24 16,16-2-102-16,6-5-77 15,0 0-376-15</inkml:trace>
  <inkml:trace contextRef="#ctx0" brushRef="#br0" timeOffset="-56542.67">18809 5466 814 0,'0'0'150'0,"0"0"-76"0,0 0-20 0,0 0-19 0,-34-224-30 16,40 171 27-16,28-4-23 0,6 10-2 16,-6 7-7-16,-3-1-11 15,-9 14-23-15,3 2-117 16,-16 5-167-16</inkml:trace>
  <inkml:trace contextRef="#ctx0" brushRef="#br0" timeOffset="-55892.78">19308 4905 454 0,'0'0'133'0,"0"0"-15"0,0 0 18 0,0 0-55 15,0 0-26-15,0 0 9 16,-168 83 2-16,150-63-33 15,12 1-3-15,-1 7-21 16,7 8 3-16,0-4-6 16,0 8-9-16,0-4 3 15,0-3-3-15,31 6 3 16,10 5-8-16,15 0 3 16,-10 4-6-16,1-7 2 0,-13-2-16 15,-9-6 19-15,-10-1-14 16,-15 0 14-16,0-8 6 15,0-4 5-15,0-4 0 16,-34 1 10-16,0 2-9 16,-25 1-6-16,-15 5-9 15,-7-6-20-15,22-7 1 16,-3-12-3-16,37 0-58 16,3 0-112-16,22-40-168 15</inkml:trace>
  <inkml:trace contextRef="#ctx0" brushRef="#br0" timeOffset="-55676.57">19029 5370 317 0,'0'0'173'0,"0"0"-153"16,0 0 129-16,0 0 2 15,0 0-31-15,0 0-23 16,152 0-28-16,-84-12-42 16,-15 4-27-16,-1 8-16 15,4-13-69-15,-22 1-104 16,-3 4-132-16</inkml:trace>
  <inkml:trace contextRef="#ctx0" brushRef="#br0" timeOffset="-55226.62">19596 4900 63 0,'0'0'392'0,"0"0"-331"15,0 0 111-15,0 0-16 16,0 0-31-16,0 0-6 16,140 36-38-16,-84-7-56 15,-10 2-6-15,-15 5-9 16,9 0-10-16,-24 9-6 16,-4-5-17-16,-12-4 20 15,0 9-8-15,0-6-2 16,-46-6-65-16,6-10-51 0,-1-2-101 15,7-21-219-15</inkml:trace>
  <inkml:trace contextRef="#ctx0" brushRef="#br0" timeOffset="-54674.82">20319 5168 590 0,'0'0'203'0,"0"0"-152"0,0 0 65 0,0 0-97 0,0 0 13 15,0 0 19-15,192 0 3 0,-142 0-42 16,-19 0-8-16,-10 0-4 16,4-3-31-16,-9-5-51 15,-10 0-72-15,-6-9-85 16</inkml:trace>
  <inkml:trace contextRef="#ctx0" brushRef="#br0" timeOffset="-54461.1">20319 5168 677 0,'52'-263'100'0,"-24"263"8"16,-3 0 13-16,9-9-96 15,7 1-25-15,5 0-36 16,-18 5-177-16,-9 3-343 16</inkml:trace>
  <inkml:trace contextRef="#ctx0" brushRef="#br0" timeOffset="-35710.07">21274 4864 492 0,'0'0'104'0,"0"0"-12"0,0 0 4 0,0 0-38 16,0 0-32-16,0 0-20 15,0 0-4-15,0 0 0 16,0 0 34-16,0 0 27 16,0 0 4-16,0 0-18 15,0 0-8-15,0 0-31 16,0 0-9-16,0 0 4 15,0 0-2-15,0 0 9 16,0 0-3-16,0 21 14 16,6 18-4-16,16 14 32 15,-10 11-36-15,10 4 6 0,-16 0-17 16,0 16 4 0,-6-8-1-16,0 4-7 0,0-11 0 15,0-17 5 1,0-16-10-16,0-11-7 0,0-14-6 15,0-3-34-15,0-8-26 16,0 0-76-16,0 0-202 16</inkml:trace>
  <inkml:trace contextRef="#ctx0" brushRef="#br0" timeOffset="-34728.14">21072 4957 355 0,'0'0'86'0,"0"0"28"0,0 0-21 0,0 0-44 15,0 0 6-15,0 0 23 16,0 0 17-16,10-8-46 16,8 0 29-16,16-9-15 15,13 1-15-15,-7-4-24 16,25 4 8-16,-3 0-19 15,-3 4-13-15,9 4 9 16,-3 4-6-16,-9 4-6 16,3 0-10-16,-12 0 2 15,-7 17-5-15,-6 6 16 0,-15 1-5 16,-19 9-13 0,0 6 2-16,0 9-1 0,-47 4 12 15,-12 1 5-15,-15-9-2 16,21-11 4-16,0-10-1 15,19-10 1-15,22-13 0 16,3 0-2-16,9 0-3 16,0 0-37-16,0 0-36 15,34 0 21-15,6-13 54 16,0 1-1-16,-6 12 4 16,-9 0-2-16,-3 0 2 15,-10 0 1-15,-5 0 8 16,-7 12 10-16,0 9 5 15,0 2-11-15,0 10 24 0,0 14-4 16,-41 10-1-16,-5-1-14 16,-7-4-1-16,7-8-1 15,-7-4-2-15,25-12 12 16,3-4-20-16,-3-7-3 16,16-14-2-16,2-3-6 15,10 0-18-15,0 0-23 16,0 0-89-16,0 0-98 15,10 0-149-15</inkml:trace>
  <inkml:trace contextRef="#ctx0" brushRef="#br0" timeOffset="-26668.26">17243 6970 750 0,'0'0'72'0,"0"0"65"0,0 0-16 15,0 0-69-15,0 0-23 16,0 0-1-16,0 0-10 0,0 0-9 16,0 0 23-16,0 0-10 15,0 0 10-15,0 0-24 16,22 8-6-16,18-8 3 16,13 0 3-16,12 0 0 15,3 0-6-15,-15 3 2 16,2-3 1-16,-2 0-10 15,-19 0-4-15,3 0-4 16,-9 0-6-16,0 0 4 16,-15 0-7-16,-1 0 5 15,-12 0 8-15,0-3-44 16,0-17-63-16,0-4-219 16</inkml:trace>
  <inkml:trace contextRef="#ctx0" brushRef="#br0" timeOffset="-26168.26">17606 6392 662 0,'0'0'93'0,"0"0"10"0,0 0-33 16,0 0-62-16,0 0 10 15,0 0 16-15,46 4-10 0,-40 16-6 16,-6 5 34-16,0 2-30 16,0 6-3-16,0 3-13 15,0-5-2-15,0 14-1 16,0-5-3-16,0-4 0 15,0-4-12-15,0-8-28 16,0-12-14-16,0-4 6 16,0-3-78-16,0-5-7 15,0 0 41-15,0-5-32 16,0-26-202-16</inkml:trace>
  <inkml:trace contextRef="#ctx0" brushRef="#br0" timeOffset="-25886.55">17606 6392 317 0</inkml:trace>
  <inkml:trace contextRef="#ctx0" brushRef="#br0" timeOffset="-25800.87">17606 6392 317 0,'-208'-197'440'0,"254"197"-366"0,20-3 85 0,42-5 61 0,-9-4-180 15,-12-4-24-15,-6 4-16 16,-19-1 0-16,-3 10-40 16,-19-2-39-16,-21 5-123 15,-10 0-251-15</inkml:trace>
  <inkml:trace contextRef="#ctx0" brushRef="#br0" timeOffset="-24686.54">17972 6549 293 0,'0'0'96'0,"0"0"54"0,0 0 27 0,0 0-48 0,0 0-24 16,15 185-45-16,-9-138-53 0,-6-3 13 16,0-8-13-16,0-3 0 15,0-18 0-15,0-2-5 16,0-5 2-16,0-8-2 15,0 0 6-15,0 0-1 16,0 0-7-16,0-21 7 16,0-7-7-16,0-3 3 15,0-10 0-15,0 5 10 16,6 5-9-16,19-7-2 16,16 11 3-16,-7 3-10 15,6 11-7-15,-6 5-7 16,-6 8-23-16,-3 0 7 15,-3 13 12-15,-16 10 23 0,12 6 7 16,-2-1-2 0,-16 0 9-16,0-8-10 0,0 4 9 15,0-12-8-15,0-4-5 16,0-3 0-16,0-5-2 16,0 0 1-16,0 0-27 15,0 0-17-15,0 0 5 16,12-5 7-16,1-3 33 15,15-4 27-15,-10 12 0 16,4 0-1-16,-4 0-16 16,-11 0-1-16,2 0-6 15,3 4 8-15,-12 12 19 0,7 1-18 16,-7-6 29 0,0-3-37-16,0-3 16 0,0-5-20 15,6 0-16-15,28 0-70 16,6-13 24-16,13-10 55 15,-7-2 5-15,-5 9 2 16,-20 13-39-16,-14 3-83 16,-7 0-95-16,0 0-284 15</inkml:trace>
  <inkml:trace contextRef="#ctx0" brushRef="#br0" timeOffset="-24069.09">19122 6252 233 0,'0'0'310'0,"0"0"-175"0,0 0 26 0,0 0-51 16,0 0-91-16,0 0 15 15,-106 59-1-15,66-26 0 16,0 11 12-16,6 4-7 16,12 17-27-16,3-1 7 15,7 3 7-15,12-6-23 16,0-5 8-16,0-16-5 15,0-7-10-15,6-10-29 16,19-10-20-16,9-13-49 16,6 0-133-16,1-5-158 15</inkml:trace>
  <inkml:trace contextRef="#ctx0" brushRef="#br0" timeOffset="-23521.11">19317 6311 545 0,'0'0'112'0,"0"0"6"0,0 0 2 0,0 0-82 15,0 0 10-15,0 0-10 16,-142 85-26-16,142-60 15 16,0 3 39-16,21 3-32 15,20 2-27-15,11 3-6 16,-5-4 3-16,-13 8 0 16,12-8-8-16,-18 16 2 15,-9-4 1-15,-7 8 1 0,-12 1 0 16,0-6 0-1,0-6 3-15,0-1 1 0,-12-16-2 16,-16-4 19-16,9-12-13 16,-8-4 11-16,8-4-13 15,-9 0-6-15,3 0-33 16,-9-12-14-16,6-16-40 16,10 0-44-16,18-4-97 15,0-5-242-15</inkml:trace>
  <inkml:trace contextRef="#ctx0" brushRef="#br0" timeOffset="-23287.34">19317 6693 502 0,'0'0'120'16,"0"0"98"-16,0 0-67 16,0 0-70-16,0 0-41 15,0 0-40-15,180-8-21 16,-133 8-42-16,-13-4-82 16,-16-9-227-16</inkml:trace>
  <inkml:trace contextRef="#ctx0" brushRef="#br0" timeOffset="-22904.9">19770 6296 358 0,'0'0'207'16,"0"0"-13"-16,0 0 13 15,0 0-97-15,0 0-37 16,0 0-54-16,226 197-5 15,-226-153-8-15,0 7 0 16,0 1 1-16,0 1-1 16,-40-4-6-16,3-6-1 15,-13-6-15-15,25-9-25 16,-3-13-48-16,22-10-71 0,6-5-127 16</inkml:trace>
  <inkml:trace contextRef="#ctx0" brushRef="#br0" timeOffset="-22504.21">20319 6742 36 0,'0'0'569'0,"0"0"-425"0,0 0 15 0,0 0-61 16,0 0-41-16,0 0 12 16,0 0-15-16,12 0-24 15,22 0-11-15,0 0-16 0,-9 0-2 16,22 0-2 0,-19 0-44-16,12 0-44 0,-18 0-116 15,-10 0-153-15</inkml:trace>
  <inkml:trace contextRef="#ctx0" brushRef="#br0" timeOffset="-22321.42">20319 6742 971 0,'28'-226'85'0,"9"226"19"15,19-3-15-15,3 3-50 16,-7-9-23-16,-11 6-16 16,5-5-47-16,-18 8-70 0,-28 0-333 15</inkml:trace>
  <inkml:trace contextRef="#ctx0" brushRef="#br0" timeOffset="-20890.17">18920 7371 223 0,'0'0'251'0,"0"0"-193"0,0 0-8 15,0 0-27-15,0 0-12 16,0 0 25-16,-12 0 30 16,6 0 44-16,0 0 21 15,6 0-63-15,0 0 1 16,0 0-33-16,0 0-13 15,0 0-10-15,0 0 11 0,-7 0-6 16,-2 11-11-16,9 10-7 16,-12 7 7-16,5 4-1 15,7 0-4-15,0 4-4 16,0 5 1-16,0-5 0 16,0 7-1-16,0-2 2 15,0 11 0-15,-6 0 0 16,-34 4 5-16,-7-12-5 15,1 0 11-15,-1-16-7 16,1-16-1-16,24-7-1 16,4-5 3-16,8 0-5 15,10-5-20-15,0-15-22 0,0-4 11 16,0 4 24 0,34 12-4-16,0 8 11 0,1 0 0 15,5 8 18-15,-9 33-13 16,-3-5 10-16,-6 3-9 15,-10-3-4-15,-12-3 0 16,0-5 3-16,0 4-10 16,0 0-3-16,0-4-3 15,0-4-3-15,0-12-20 16,12-8-62-16,16-4-66 16,13 0 52-16,-1 0 58 15,-9-24-11-15,-3-4-286 16</inkml:trace>
  <inkml:trace contextRef="#ctx0" brushRef="#br0" timeOffset="-10561.86">21215 6216 167 0,'0'0'174'0,"0"0"-38"16,0 0-36-16,0 0 16 0,0 0-16 16,0 0 32-16,0 0-55 15,0 0-14-15,0 0-39 16,0 0-1-16,0 0-4 16,0 0 8-16,0 0-13 15,0 0 7-15,0 0 14 16,0 0-21-16,0 0 6 15,0 0-19-15,-6 0 6 16,-10 0-5-16,4 0-1 16,-1 8 2-16,-8 7-3 15,2 6 0-15,-3-1-9 16,10 0 7-16,0 4-5 0,2-4 6 16,10 13-11-16,0-2-2 15,0 10-9-15,0-10 0 16,0 2 11-16,0-9 8 15,0 4 0-15,0-5 8 16,-12 2 3-16,-7 7-7 16,-15 4 0-16,-6-13-4 15,-1-2 0-15,7-12 1 16,16-6 6-16,-10-3 1 16,15 0-1-16,1 0-2 15,12 0 3-15,0 0-3 16,0 0-1-16,0 0-2 15,0 0-10-15,12 0 10 0,41 0 2 16,9 0 1 0,-9 0 11-16,-13 0-7 0,-21 8-10 15,9 12 14-15,-22 8-9 16,0 4 0-16,-6 4 1 16,0 0-3-16,0 5 6 15,0-1-8-15,-6 0 3 16,-28 0-2-16,21-12-7 15,7-15 8-15,6-2-3 16,0-3-18-16,0-8-61 16,53 0 57-16,-7 0-29 15,1-8-151-15,-19-12-200 0</inkml:trace>
  <inkml:trace contextRef="#ctx0" brushRef="#br0" timeOffset="-9532.05">21575 6734 316 0,'0'0'193'0,"0"0"-192"0,0 0-1 0,0 0 0 16,0 0-3-16,0 0 3 16,-59 0 0-16,52 0 78 15,7 0 70-15,0 0-45 16,0 8-23-16,0-1-25 0,0 5-39 16,0 0-8-16,0 0-5 15,0 0-2-15,0-3-2 16,0-6 4-16,7 2-3 15,5-5 6-15,0 0 11 16,10 0-8-16,12 0 9 16,-3 0 32-16,10 0-24 15,21-25-2-15,-4-11-4 16,11-8 3-16,-17-12-20 16,-5 4 10-16,-13 8-13 15,-9 3-4-15,-16 5 2 16,-3 13-1-16,-6 7-4 15,0 7 6-15,-40 9-5 16,-28 0-30-16,-31 0 27 0,12 28-32 16,6 5 40-16,13 6-2 15,21-14-7-15,7-1-70 16,22-4-95-16,-1 0-2 16,19-1-95-16</inkml:trace>
  <inkml:trace contextRef="#ctx0" brushRef="#br0" timeOffset="-9031.65">22263 6713 404 0,'0'0'228'0,"0"0"-132"0,0 0 24 15,0 0 3-15,0 0-25 16,0 0-35-16,-47 201-37 16,35-157-18-16,-16-5 6 15,22-2-14-15,-13-13-16 0,19-8-70 16,0-8-91 0,0-8-241-16</inkml:trace>
  <inkml:trace contextRef="#ctx0" brushRef="#br0" timeOffset="-8184.29">22799 6829 146 0,'0'0'98'0,"0"0"-17"16,0 0 14-16,0 0-7 0,0 0 6 16,0 0-6-16,0 32 0 15,0-32 22-15,0 0-12 16,0 0-17-16,0-3-37 15,0-18-17-15,0-10-9 16,0-10 10-16,0-7 2 16,0-16-21-16,0 12 0 15,0 0-6-15,0 7 1 0,0 21-4 16,0 9 5 0,0 7 1-16,0 8-8 0,0 0 2 15,0 0-4-15,0 0-1 16,-15 8-1-16,-16 28 6 15,-10 0-4-15,-21 15 2 16,10-7-30-16,18-3 15 16,0-1-30-16,9 0-57 15,12-15-109-15,4-10-172 16</inkml:trace>
  <inkml:trace contextRef="#ctx0" brushRef="#br0" timeOffset="-7633.72">23373 6845 359 0,'0'0'128'0,"0"0"-39"0,0 0 26 0,0 0-40 16,0 0-16-16,0 0 24 16,0 72 12-16,0-36-1 15,-34 13-23-15,3 10-38 0,-3-2-26 16,-7-12-7-16,26-14-34 16,9-18-25-16,6-13-101 15,0 0-265-15</inkml:trace>
  <inkml:trace contextRef="#ctx0" brushRef="#br0" timeOffset="-6901.1">23875 6465 636 0,'0'0'170'0,"0"0"-49"0,0 0-18 16,0 0-30-16,0 0-34 16,0 0-33-16,-220 203 5 15,186-174-8-15,12-9 13 16,22-16-10-16,0 0 4 15,0-4-10-15,0 0-23 16,0 0-10-16,28 4 33 16,19-4 0-16,5 5 0 15,-5-5 7-15,-7 0-5 16,-12 0-4-16,12 0 2 16,-27 3-22-16,9-3-25 15,-16 8-13-15,6 4 12 0,-6-8 12 16,1 8 28-16,-7-7-20 15,9-5 12-15,-3 0-22 16,-6 0 7-16,0 0-30 16,0 0 27-16,0 0 4 15,0 0 30-15,0 0 35 16,0 0-31-16,0 0-1 16,0 0 4-16,0 0 7 15,0 0 23-15,0 11 45 16,0 9-1-16,0 16-23 15,-22 5 3-15,-9-2 2 0,3 2-11 16,7-5-37-16,15-4 2 16,-7-8-7-16,13 0-10 15,0-7-27-15,0-6-6 16,0-3-51-16,0 1-139 16,0-9-156-16</inkml:trace>
  <inkml:trace contextRef="#ctx0" brushRef="#br0" timeOffset="-6086.46">24322 6344 429 0,'0'0'137'0,"0"0"-5"16,0 0-42-16,0 0-9 0,0 0 8 16,0 0-11-16,0 33-32 15,0-10-24-15,0 6 15 0,0 2-30 16,0 10 20-16,0-5-23 15,0-5-4-15,0 2-3 16,0-9 1-16,0-4-10 16,0-12-9-16,0 4 5 15,6-9-25-15,9-3 3 16,-15 0-14-16,0 0 5 16,0 0-1-16,0 0 28 15,0 0 18-15,0 9 2 16,0 3 2-16,0 3-1 15,-9 6-2-15,9 11 2 16,0 0 4-16,0 1-2 0,0-2-6 16,22-3-6-16,18-7-2 15,-12-1 3-15,3-4-4 16,-15 4 10-16,-10 8 0 16,-6 0 2-16,0 0 47 15,-16 8 5-15,-36-8-30 16,-1 4 27-16,0-7-29 15,7-6-20-15,-1 1-37 16,19-15-148-16,16-5-335 16</inkml:trace>
  <inkml:trace contextRef="#ctx0" brushRef="#br0" timeOffset="20591.16">28340 12203 303 0,'0'0'54'0,"0"0"8"0,0 0 42 0,0 0-31 0,0 0-22 16,0 0-37-16,0 0 6 15,0 0-8-15,6-20 50 16,-6 20 18-16,0 0-10 0,0 0-28 16,0 0-22-1,0 0-10-15,0 0-8 0,0 0 20 16,0 0-18-16,0 0 26 16,0 0-14-16,0 0 5 15,0 0-19-15,0 0 5 16,0 0-7-16,0 0 3 15,0 0 10-15,0 0 2 16,0 0 17-16,0 0-22 16,0 0 1-16,0 0-9 15,0 0-3-15,0 0 1 16,0 0-6-16,0 8 6 16,0 9 3-16,0 3 4 15,0-1-1-15,0 6 0 16,0 11 0-16,0 8-2 0,13 12 0 15,-7 0 9-15,-6 4-13 16,16-16 2-16,-10 5-4 16,-6-13-2-16,0-8-16 15,0 8-14-15,0-5-51 16,0 5-93-16,0-11-81 16,0-5-172-16</inkml:trace>
  <inkml:trace contextRef="#ctx0" brushRef="#br0" timeOffset="21307.18">27965 13050 93 0,'0'0'316'0,"0"0"-261"0,0 0 4 0,0 0 0 0,0 0-9 15,0 0 9-15,99 0 16 16,-58 0-23-16,5 0 7 0,1 0-20 16,8-12 9-1,-2-1 10-15,6-7-31 0,9 1 13 16,0-9-4-16,-2 0-2 16,-8-8-24-16,-2 3 3 15,-3 1-6-15,-19 8-1 16,0 0-5-16,-15-9 1 15,-1-6 2-15,10-5-1 16,-15-17-6-16,8 1 3 16,-14 4-2-16,-1 16-2 15,-6 8 3-15,0 12 1 16,0-4 0-16,-13-1 1 16,-33 2 3-16,-1-1-8 15,1-4-22-15,-16 20 21 16,9 8-7-16,-6 0 7 0,-9 0-31 15,0 0 31-15,15 0-2 16,0 0-8-16,13 8-10 16,0 11-4-16,-7-2-132 15,13-6-316-15</inkml:trace>
  <inkml:trace contextRef="#ctx0" brushRef="#br0" timeOffset="22341.04">29317 12416 448 0,'0'0'83'0,"0"0"-38"0,0 0 29 16,0 0 13-16,0 0-27 0,0 0-9 15,-81-4-8-15,72 4-30 16,-10 4 30-16,1 12-7 16,-10 16 10-16,6 8-19 15,4 8 4-15,-1 9 0 16,-3 2-13-16,10-6-3 15,-4 4-11-15,16-6 16 16,0-7-17-16,0-3-6 16,0-14-8-16,0-2-9 15,34-17-73-15,19-8-46 16,15 0 45-16,1 0-50 16,-17-33-81-16</inkml:trace>
  <inkml:trace contextRef="#ctx0" brushRef="#br0" timeOffset="23039.77">29770 12283 168 0,'0'0'293'0,"0"0"-276"0,0 0 82 0,0 0 28 16,0 0-62-16,0 0-9 0,-162 64-11 15,150-35 8-15,-7-5-7 16,-9 16-13-16,7-4 1 16,2 4-13-16,7 9 21 15,6-5-24-15,-10 12 3 16,16-12-17-16,0 4-1 16,0-4-3-16,0-8-3 15,0 0 2-15,28-4 2 16,-9-4-2-16,-13 0 2 15,3 0-9-15,-3-3 6 16,-6-6 0-16,0 9-4 16,0 1 6-16,0-1-1 0,0-5 1 15,-21 2-3-15,2-9 6 16,-9-8-7-16,22-4 4 16,-7 0-1-1,7-4-18-15,6 0 8 0,-15 0-10 16,2 0-64-16,1-4 11 15,6-24-57-15,-10-8-82 16,-2-16-12-16</inkml:trace>
  <inkml:trace contextRef="#ctx0" brushRef="#br0" timeOffset="23257.21">29289 12821 781 0,'0'0'89'0,"0"0"-63"0,0 0 42 16,0 0-63-16,0 0 13 0,0 0-11 15,74 0 5-15,-49-7-6 16,3-2 1-16,-3 1-7 16,3 0-28-16,0 0-85 15,-3-4-64-15,2 0 26 16,-8 3-89-16</inkml:trace>
  <inkml:trace contextRef="#ctx0" brushRef="#br0" timeOffset="23755.7">30030 12319 435 0,'0'0'204'0,"0"0"-174"15,0 0 35-15,0 0 11 16,0 0-36-16,0 0 13 16,0 0-15-16,0 0 1 15,0 5 8-15,6 18 23 16,10 13-17-16,2 5-47 15,4 11 4-15,-9 1-5 16,-1 6-2-16,-6 1-3 16,-6-4 1-16,0-3-1 0,0-1 0 15,0-16 0 1,0-8-17-16,0-15 0 0,0-2-41 16,0-7 5-1,0-4-15-15,0 0 6 0,-6 0-25 16,0-15-181-16</inkml:trace>
  <inkml:trace contextRef="#ctx0" brushRef="#br0" timeOffset="24238.74">30480 12681 733 0,'0'0'142'0,"0"0"-57"0,0 0-10 0,0 0-60 16,0 0 13-16,0 0 7 16,133 0-20-16,-102 0-15 15,-3 0 0-15,-16 0-15 16,10 0-34-16,-10 0-10 16,10 0-86-16,-9 0-46 15,-13-8-118-15</inkml:trace>
  <inkml:trace contextRef="#ctx0" brushRef="#br0" timeOffset="24471.98">30480 12681 566 0,'-137'-177'248'16,"137"177"-245"-16,22-8 5 16,18-8 80-16,25 0-36 0,-9 9-19 15,3-10-33 1,-12 5-30-16,-7 5-31 0,0 2-74 16,-18 1-34-16,-10 0-405 15</inkml:trace>
  <inkml:trace contextRef="#ctx0" brushRef="#br0" timeOffset="25055.45">31159 12208 438 0,'0'0'205'0,"0"0"-193"0,0 0 38 0,0 0-8 0,0 0-40 15,0 0-2-15,0 47 0 16,0-30 16-16,0 7 44 16,0 4 74-16,0 8-63 15,0 4-9-15,0 8-19 16,0 0-11-16,0 0-8 16,0 9-10-16,0-1-4 15,0-1-2-15,0 2-8 16,0-9 6-16,0-4-12 15,0-4 2-15,0-11-9 16,0-9-14-16,0-9-22 0,0-6-65 16,0-5-114-16,0 0-50 15</inkml:trace>
  <inkml:trace contextRef="#ctx0" brushRef="#br0" timeOffset="25620.79">31394 12280 274 0,'0'0'223'0,"0"0"-96"0,0 0-16 0,0 0-24 0,0 0-84 16,0 0 2-16,0 3 22 15,0 25 24-15,0 16 19 16,-6 9-17-16,6 3 8 15,0 4-15-15,0-3-13 16,0-9-23-16,0 4-3 16,0 4-7-16,0-4 0 15,0-4-9-15,0-7-2 0,0-10-14 16,0-7-34-16,0-7 12 16,0-9-14-16,0-8-66 15,0 0-16-15,-15-8-281 16</inkml:trace>
  <inkml:trace contextRef="#ctx0" brushRef="#br0" timeOffset="26437.16">31273 12119 302 0,'0'0'250'0,"0"0"-185"0,0 0 19 0,0 0-26 0,0 0-10 16,0 0-6-16,0-8-1 15,22-3-13-15,-16 2 10 16,19-3-2-16,-3 8-1 16,3-4-4-16,3 0-10 15,12 8 17-15,0 0-27 16,13 0-11-16,9 0-4 16,-9 16-33-16,6 9-10 15,-13 14 13-15,-24 5-5 16,-22 12 12-16,0 9 3 15,0 3 12-15,-41-4 9 16,-21-12-66-16,10-3 22 16,11-21 38-16,1-12 9 15,40-9 10-15,0-7 15 0,0 5 32 16,0-5-36 0,0 16-14-16,34-8 40 0,0 4 24 15,7 7-9-15,-7 1-12 16,6-7-39-16,19 15 5 15,-6-8-11-15,-1-1-5 16,4 2-10-16,-9-1-68 16,-13-8-22-16,-9-4-132 15,-19-8-83-15</inkml:trace>
  <inkml:trace contextRef="#ctx0" brushRef="#br0" timeOffset="27668.82">28594 13788 353 0,'0'0'276'0,"0"0"-272"0,0 0 19 0,0 0 54 15,0 0-19-15,0 0-14 16,0 8 35-16,0-8-39 16,0 0 42-16,0 0 2 0,0 0-33 15,-6 0-22 1,-22 0-14-16,-6 0 4 0,-18 0-17 16,5 0 6-16,-15 0 4 15,-3 20 1-15,-3 4-7 16,15 4 11-16,-6 12-1 15,13-4-14-15,-4 4-4 16,13 5 1-16,9-1 1 16,0 12-7-16,9-4-1 15,13-8 6-15,6 4 0 16,0-16-11-16,0-8 1 16,40 0-1-16,26-8-4 15,8-4 7-15,25-7-17 16,10-5 26-16,-4 0-25 15,10-17-16-15,-22-15-81 0,-19-8-32 16,-21 4-83-16,-34 0-108 16</inkml:trace>
  <inkml:trace contextRef="#ctx0" brushRef="#br0" timeOffset="28069.07">28839 13964 594 0,'0'0'56'0,"0"0"-25"0,0 0 54 0,0 0-44 15,0 0-33-15,0 0 13 16,56 160-3-16,-43-124 35 15,-7 5-33-15,0-5-1 0,-6 0-18 16,0-8-2-16,0-4-18 16,0-4-42-16,0-4-14 15,16-8-53-15,-16-8-68 16</inkml:trace>
  <inkml:trace contextRef="#ctx0" brushRef="#br0" timeOffset="28518.05">28861 13900 360 0,'0'0'102'16,"0"0"-59"-16,0 0 46 16,0 0-47-16,0 0-33 15,0 0-9-15,273-4 2 16,-217 4-9-16,-10 0 0 15,-5 12-14-15,-10 12 5 0,-10 1-4 16,-8 2-6-16,-13-3 11 16,0 5 15-16,0 7 40 15,-6 3 28-15,-47 2 1 16,-3 3 40-16,-9-8-2 16,18-8-43-16,1 0-11 15,6-16-21-15,5 1-32 16,8-10-21-16,8 0-81 15,-15 2-106-15,15-1-300 16</inkml:trace>
  <inkml:trace contextRef="#ctx0" brushRef="#br0" timeOffset="29018.22">29804 14329 544 0,'0'0'113'0,"0"0"-51"0,0 0 93 0,0 0-100 16,0 0-26-16,0 0-22 0,-180-220-4 15,180 176-3 1,0 3 1-16,0-3 2 0,0-4 2 16,0-4-10-16,6 8-12 15,13 4-55-15,2 8-35 16,-14 15-45-16,-1 9-121 15</inkml:trace>
  <inkml:trace contextRef="#ctx0" brushRef="#br0" timeOffset="29601.71">30098 13739 518 0,'0'0'93'0,"0"0"-52"0,0 0 45 0,0 0-44 0,0 0-19 16,0 0 5-16,-74 193-13 16,74-161-13-16,0 0 1 15,28 1-5-15,3-2 2 16,3-3-14-16,12 8-21 16,-5-3 19-16,5-1 16 15,-12 4-2-15,-6 0 1 16,-9 0 1-16,-13-4-6 0,-6 8 12 15,0-4-4-15,0-8 32 16,0-3 77-16,-6-2-27 16,-28-7-55-16,21-8-17 15,-5 1-9-15,-10-6-6 16,22-3-21-16,-7 0-34 16,-8 0-147-16,-14 0-112 15</inkml:trace>
  <inkml:trace contextRef="#ctx0" brushRef="#br0" timeOffset="29850.6">30145 14137 669 0,'0'0'0'0,"0"0"-20"15,0 0 20-15,0 0 6 16,0 0-6-16,0 0 16 16,208-69-11-16,-190 66 3 15,10-10-6-15,-3 5-4 16,3-7-7-16,0-6-89 16,-16 1-275-16</inkml:trace>
  <inkml:trace contextRef="#ctx0" brushRef="#br0" timeOffset="30217.16">30492 13703 543 0,'0'0'83'0,"0"0"-25"0,0 0 73 15,0 0-19-15,0 0-32 16,0 0-38-16,214 141 18 15,-174-94-31-15,-6 6-16 16,-9-1-12-16,-19 4-1 16,-6 9-4-16,0-1-28 15,0-8-5-15,-24-4-38 16,-10-24-70-16,-1-16-98 16</inkml:trace>
  <inkml:trace contextRef="#ctx0" brushRef="#br0" timeOffset="30717.83">31122 14132 624 0,'0'0'74'0,"0"0"-27"0,0 0 25 15,0 0 27-15,0 0-21 0,0 0-21 16,213-12-36-16,-166 12-7 16,-7 0-14-16,-2-3-26 15,-17 3-32-15,-8-5-98 16,-13-3-47-16,0 0-260 16</inkml:trace>
  <inkml:trace contextRef="#ctx0" brushRef="#br0" timeOffset="30932.08">31122 14132 542 0,'-10'-211'12'0,"51"211"20"16,5 0 36-16,4 0-53 16,-4-21-15-16,-6 4-37 15,-21 14-172-15</inkml:trace>
  <inkml:trace contextRef="#ctx0" brushRef="#br0" timeOffset="31432.5">31816 13667 441 0,'0'0'115'16,"0"0"-107"-16,0 0 27 15,0 0 1-15,0 0 19 16,0 0 21-16,81 173 0 16,-63-117-5-16,4 12-2 15,-10 0-24-15,-5 9-10 16,-1 3 2-16,-6-8-36 15,0-8 5-15,0-12-6 0,0-15-12 16,0-18-49-16,0-19-26 16,0 0-82-16,0 0-190 15</inkml:trace>
  <inkml:trace contextRef="#ctx0" brushRef="#br0" timeOffset="31866.28">32188 13691 101 0,'0'0'111'0,"0"0"24"0,0 0 26 0,0 0-60 16,0 0-22-16,0 0-6 0,16 177-24 15,-16-129 24 1,0 4-5-16,12 4-3 0,0 8-39 16,4-7 2-16,-4-1 2 15,-5 0-17-15,-1-12-13 16,-6-4-1-16,0-12-12 16,0 4-30-16,0-16-23 15,0-3-126-15,0-13-165 16</inkml:trace>
  <inkml:trace contextRef="#ctx0" brushRef="#br0" timeOffset="32581.79">31962 13627 163 0,'0'0'281'0,"0"0"-226"0,0 0-11 16,0 0 24-16,0 0 0 16,0 0 2-16,74-48 39 0,-55 33-32 15,3 2-9 1,12-4-8-16,-3 6-5 0,9-5-29 16,6 4-16-16,16 0-6 15,-3 8 2-15,3 4-12 16,-15 0-12-16,-22 16-19 15,-19 36-21-15,-6 20 52 16,0 9-22-16,-59 7-23 16,-6-8 26-16,-3-4-29 15,15-12 48-15,6-4-16 16,13-16 22-16,13-8 1 16,14-11 26-16,7-9-23 15,0-8 1-15,22-4-2 16,25-4 18-16,24 0 25 0,3 0 4 15,-12 0 24-15,10 0-27 16,-10 8 0-16,-3-8-32 16,-19 3-15-16,-12 2-9 15,-3-2-33-15,3 2-92 16,-22 7-114-16,-6-1-181 16</inkml:trace>
  <inkml:trace contextRef="#ctx0" brushRef="#br0" timeOffset="39025.71">9364 4672 76 0,'0'0'205'15,"0"0"-75"-15,0 0-9 0,0 0 28 0,0 0-3 16,0 0-14-16,0 0-61 16,0 0-48-16,12-16-11 15,-12 16 14-15,0 0 25 0,0 0-30 16,0 0 9-16,0 0-16 16,0 0 10-16,0 0-19 15,0 0 2-15,0 0 6 16,0 0 2-16,0 0 6 15,0 0-12-15,0 0 12 16,0 0-2-16,0 0 13 16,0 0-17-16,0 0 10 15,0 0-11-15,0 0-5 16,0 0-9-16,0 0-12 16,-12 16 12-16,-16 0-5 15,16 4 3-15,-10 4-13 0,3 0 14 16,-2 8 0-16,15-4 1 15,-7 0 0-15,13 5-3 16,0-2 0-16,0-3 5 16,0 4-8-16,0-7 8 15,0 6-6-15,0-6-4 16,0-1-2-16,0-4-2 16,0 8 11-16,13-8 0 15,8-4 1-15,-15 4-5 16,7-8 5-16,-13-12-3 15,0 9-3-15,0-6 4 16,0 5-7-16,0 4 9 16,0 1 0-16,0 6 0 15,-13-7 4-15,-8 8-1 16,-4 9-6-16,-22-6-7 0,13 10 7 16,0-14-11-16,16-10 8 15,18-9-27-15,0 0-30 16,0 0-8-16,0-28-77 15,31-25-123-15,9 1-167 16</inkml:trace>
  <inkml:trace contextRef="#ctx0" brushRef="#br0" timeOffset="39326.25">9175 5145 249 0,'0'0'387'0,"0"0"-175"0,0 0-7 16,0 0-76-16,0 0-72 15,0 0-26-15,34 0-19 16,-12 0 11-16,3 0-9 15,2 0-8-15,-2 0-6 16,3 0-26-16,0 0-38 0,-9 0 2 16,2 0-51-1,4-8-58-15,3-8-76 0,-3-12-344 16</inkml:trace>
  <inkml:trace contextRef="#ctx0" brushRef="#br0" timeOffset="39658.92">9891 5088 9 0,'0'0'881'15,"0"0"-811"-15,0 0 35 16,0 0 8-16,0 0-81 16,0 0-16-16,0 0 2 15,0 0-18-15,0 0 0 16,0 0-4-16,0 0-7 15,0 0-53-15,0 0-66 16,0 0-104-16,0 0-225 16</inkml:trace>
  <inkml:trace contextRef="#ctx0" brushRef="#br0" timeOffset="39859.28">9891 5088 220 0,'-28'-196'675'0,"28"196"-579"16,0 0-1-16,0 0-20 15,0 0-41-15,0 0-24 16,0 0-10-16,0 0-1 16,0-12-49-16,0-4-93 0,0 4-201 15</inkml:trace>
  <inkml:trace contextRef="#ctx0" brushRef="#br0" timeOffset="40325.75">10552 4800 602 0,'0'0'99'0,"0"0"-77"0,0 0 81 0,0 0-9 15,0 0-16-15,-7 237-6 0,7-186-4 16,0 2-54-16,0-9-5 15,7-8 0-15,-7-4-5 16,0 0-4-16,0-11-11 16,0-10-21-16,0-11-74 15,0 0-134-15,0 0-193 16</inkml:trace>
  <inkml:trace contextRef="#ctx0" brushRef="#br0" timeOffset="40740.76">10741 4864 502 0,'0'0'43'15,"0"0"1"-15,0 0 12 16,0 0-4-16,0 0 0 16,0 0 6-16,0 52 65 15,0-24-36-15,0 16 5 0,0 0-41 16,0 9 3-1,0-1-14-15,0 0-11 0,0 1-13 16,0-2-14-16,0-15-2 16,0-4-4-16,0-12-4 15,0-3-11-15,0-13 3 16,0-4-59-16,0 0-73 16,0-4-65-16,0-33-18 15</inkml:trace>
  <inkml:trace contextRef="#ctx0" brushRef="#br0" timeOffset="41357.51">10592 4720 563 0,'0'0'85'0,"0"0"-58"0,0 0 12 0,0 0 4 16,0 0 53-16,0 0-32 16,121-112-40-16,-68 91 16 15,9 13 4-15,-4 4-18 16,-5 4-12-16,3 0 21 15,-16 0-17-15,1 25 5 16,-17 14-16-16,-11 10 1 16,-13 15-8-16,0 8-7 0,-19-4 7 15,-27-3 2-15,-1-9-2 16,19-20 0-16,16-20 1 16,6-4 6-16,6-4-14 15,0-8-12-15,0 3 6 16,0 2 10-16,25 15 3 15,15-8 7-15,-12 16 3 16,6-8 17-16,-9-8-17 16,-4-8-1-16,-2 8-5 15,-19-12-8-15,15 5-1 16,-8-2-83-16,-7 9-49 16,0 9-159-16,0 2-341 0</inkml:trace>
  <inkml:trace contextRef="#ctx0" brushRef="#br0" timeOffset="41892.22">11522 5016 245 0,'0'0'283'0,"0"0"-172"0,0 0 49 16,0 0 7-16,0 0-100 0,0 0 11 15,-6-8-27-15,46 8 0 16,19 0-3-16,16 0-18 16,5 0-1-16,13 5-18 15,0 3-9-15,28 0 0 16,0 0-4-16,-9 0-20 16,-4-4 0-16,-15 4-25 15,-6-8-21-15,-34 0-46 16,-32 0-98-16,-21-25-251 15</inkml:trace>
  <inkml:trace contextRef="#ctx0" brushRef="#br0" timeOffset="42423.47">12390 4892 487 0,'0'0'40'0,"0"0"66"0,0 0-6 0,0 0-45 16,0 0-3-16,363 68-46 15,-316-51-6-15,-16-1 0 16,-10-5-18-16,7 6-11 0,-28 3 21 16,0 4 8-1,0 4 19-15,-28 11 38 0,-24-3 11 16,-17-3-1-16,10-13-32 16,-9 1-29-16,28-21 0 15,15 0-12-15,10 0-19 16,15 0-2-16,-13 0 6 15,1 0-21-15,-28 19-67 16,-7 5-108-16,7-3-89 16</inkml:trace>
  <inkml:trace contextRef="#ctx0" brushRef="#br0" timeOffset="43006.07">13355 4703 18 0,'0'0'712'0,"0"0"-537"0,0 0-69 0,0 0-6 0,0 0-50 15,0 0-16-15,-10 121-15 16,4-73 8-16,0 4-8 16,6 9-15-16,0-1 5 15,0-1-6-15,0-6-6 16,0-1-2-16,0-12 4 16,0-4-35-16,0-15-11 15,0-10-29-15,0-11-58 16,0 0-140-16,0-19-74 15</inkml:trace>
  <inkml:trace contextRef="#ctx0" brushRef="#br0" timeOffset="43388.82">13513 4780 312 0,'0'0'288'0,"0"0"-187"15,0 0 50-15,0 0-35 0,-41 208-43 16,29-151-21-16,0-9-16 16,5-4-10-16,7-4-10 15,0-8 8-15,0 8-21 16,0-4 6-16,0 8-4 16,0 5-10-16,0-10-12 15,0-11-18-15,19-15-44 16,-7-13-62-16,-12 0-103 15,0-13-41-15</inkml:trace>
  <inkml:trace contextRef="#ctx0" brushRef="#br0" timeOffset="44008.08">13345 4752 245 0,'0'0'296'0,"0"0"-192"0,0 0-39 0,0 0-18 16,0 0 65-16,0 0-22 15,183-72-10-15,-102 64-4 16,-22 3-18-16,15 5-25 16,-33 21-8-16,-10 27-25 15,-22 12-2-15,-9 0-11 0,0 8 0 16,-22 1-6-16,-18-10-10 16,-7-7 16-16,19-7 13 15,10-17 2-15,12 1-1 16,6-14 3-16,0-2-4 15,0-5 0-15,46-8 6 16,7 11 7-16,-7-3 7 16,-5 4-19-16,-7 13 14 15,-16-6-5-15,10 14 13 16,-9-2-17-16,-10 2 2 16,16-9-8-16,3-9 0 0,0-7-14 15,3 1-28 1,-3-9-85-16,-10 0-218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14T22:26:44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25271 8189 158 0,'0'0'163'0,"0"0"-131"0,0 0-7 0,0 0-14 16,0 0-7-1,0 0-3-15,0 0 23 0,21 0-9 16,-21 0 27-16,0 0 12 16,0 0-26-16,0 0 8 15,0 0 9-15,0 0 42 16,0 0-7-16,0 0 4 15,0 0-24-15,0 0-23 16,0 0-9-16,0 0-22 16,0 0 17-16,0 0-23 15,0 0 5-15,0 8 1 16,0 4 2-16,0 4-8 16,-21-4 17-16,21 0 11 0,-13-4-10 15,13-4-2 1,0 0-13-16,0-4 9 0,0 0-10 15,0 0 6-15,0 0-3 16,0 0 5-16,34-44-5 16,38-16 29-16,24-25-6 15,9-19-22-15,10-8 8 16,6-4-9-16,-16 8-10 16,-12 15-1-16,-12 21-10 15,-28 16-27-15,-13 23 0 16,-18 18-55-16,-22 2-45 15,12 10-112-15,-12 3-260 0</inkml:trace>
  <inkml:trace contextRef="#ctx0" brushRef="#br0" timeOffset="583.64">25472 7315 61 0,'0'0'345'0,"0"0"-276"0,0 0 10 0,0 0-5 0,0 0-12 0,0 0 48 15,81 100 10-15,-1-23-25 16,1 14-26-16,24 14-12 15,-5 3-14-15,-4 0-14 16,-9-8-15-16,-10-8-6 16,-3-12 5-16,1-3-12 15,-10-16 1-15,-3-10-2 16,-15-15-12-16,-7-15-44 16,0-21-84-16,-27 0-312 15</inkml:trace>
  <inkml:trace contextRef="#ctx0" brushRef="#br0" timeOffset="3598.54">24917 7960 297 0,'0'0'70'0,"0"0"-67"0,0 0-6 0,0 0 6 16,0 0-2-16,0 0 18 16,0 0 50-16,0 0-21 15,0 0 7-15,0 0 16 16,0 0 2-16,-6 0-33 15,6 0-2-15,0 0-5 16,0 0 0-16,0 0 7 16,0 0-18-16,0 0 3 15,0-3-22-15,0 3-3 0,0 0 7 16,0 0-8-16,0 0 2 16,0 0 0-16,0 0 9 15,0 0 19-15,0 0 19 16,0 0-5-16,0 0-6 15,0 0-37-15,0 0 3 16,0 0 3-16,0 0-6 16,0 0 4-16,0 0 6 15,0 0 7-15,0 0-4 16,0 0-13-16,0 0-5 0,-6 0-23 16,6 0-27-1,0 0-27-15,0 0-191 16,0 0-317-16</inkml:trace>
  <inkml:trace contextRef="#ctx0" brushRef="#br0" timeOffset="5395.62">23395 7949 329 0,'0'0'62'0,"0"0"-21"0,0 0 24 0,0 0-34 0,0 0-23 0,0 0 4 15,-10 103 23-15,10-95 0 16,0 8-26-16,28 4 38 16,25-3-9-16,-7-1-9 15,16-5-27-15,-9 2 27 16,-6-9-24-16,-1-4 0 16,-5 0 27-16,-1 0-20 15,0-8 23-15,13-28 19 16,0-12-2-16,2-13-18 15,-8-3-2-15,-13-4-14 16,12-4 7-16,-21-4-13 16,9-1-8-16,-12 2-4 15,-16 14-8-15,-6 9 5 0,0 8-4 16,0 11 4 0,-28 14-1-16,-18 7-18 0,-22 12 10 15,-10 0 8-15,-9 0-5 16,-9 0 17-16,3 12-8 15,0 15 16-15,13 10-16 16,33 15-4-16,1 8-7 16,5 16 9-16,23 12-12 15,-16 9 13-15,12-1-12 16,22-12 10-16,0-12-17 16,0-15 10-16,40-13 5 0,13-8 2 15,9-8 6-15,3-3-5 16,3-14 2-16,-9-3 0 15,-12-8 0 1,8 0 2-16,-14 0 11 0,-10-12 0 16,3-20 18-16,6-12-21 15,0 3 2-15,7 2-7 16,-7 3-4-16,1 3 6 16,-1 5 9-16,0 4-14 15,-12 9-1-15,-15 7-2 16,-7 3 1-16,-6 5 0 15,0 0 8-15,0 0 9 16,0 5-10-16,0 31-7 16,0 16 11-16,0 7-7 0,0-2 3 15,0-9-6-15,0-7-2 16,0-5 1-16,40 0-1 16,0-8 1-16,13-12 0 15,9-9-2-15,9-7-12 16,4 0 14-16,5-43-9 15,7-22 6-15,0-11-70 16,-22-1-153-16,-25 13-347 16</inkml:trace>
  <inkml:trace contextRef="#ctx0" brushRef="#br0" timeOffset="23983.03">24691 6472 676 0,'0'0'75'0,"0"0"-54"0,248-261 115 0,-137 165-74 0,4 1-42 0,6 6-15 15,-22 17-5-15,-12 20-11 16,-28 11 8-16,-12 13-53 16,-20 8-23-16,8 4-3 15,-17 5-51-15,-12 6-95 16,-6 5-145-16</inkml:trace>
  <inkml:trace contextRef="#ctx0" brushRef="#br0" timeOffset="24828.93">24657 6239 43 0,'0'0'453'0,"0"0"-420"0,0 0 52 0,0 0 26 0,0 0-52 16,0 0-24-16,0-8-19 0,0 8-10 16,0 13 25-1,0 11 32-15,0 4-41 0,0 4 19 16,-7 8-27-16,-14 0-1 15,-4-7 3-15,3-2 0 16,16 1 0-16,-6-20 0 16,12-4 1-16,0 0-17 15,0-8-3-15,0 0 3 16,0 0-4-16,0 0 2 16,0 0 1-16,6 0 1 15,34-16 20-15,13-7-1 16,-13-2-14-16,7 6 2 15,-7 6 0-15,-12 9-10 0,-3 1 7 16,-4 3-8 0,-14 0-16-16,5 0-2 0,-6 0-7 15,3 0-14-15,4 0-27 16,-7 0-86-16,6-8-38 16,4-5-199-16</inkml:trace>
  <inkml:trace contextRef="#ctx0" brushRef="#br0" timeOffset="25944.75">26387 5350 76 0,'0'0'421'0,"0"0"-415"0,0 0 6 16,0 0 36-16,0 0 13 0,0 0 16 15,-254 168 4-15,247-132-29 16,7 1-10-16,0-1-5 16,0-5-27-16,0-7-10 15,34-4 4-15,1-7-5 16,17-1 1-16,-5-12 0 15,-1 0 7-15,1 0-7 16,-7 0 2-16,-6 0 3 16,-6-17-10-16,-9-7-13 15,2-4 5-15,-14 5-54 16,11 2 8-16,-12 6 12 16,4 10-3-16,-10 5 33 0,0 0 13 15,0 0-4 1,0 8 16-16,0 8 1 0,0 4-3 15,0-4-6-15,25-7-12 16,2-9-1-16,8 0 13 16,2 0 6-16,3 0 28 15,0 0-2-15,1-17 32 16,-7-11-16-16,19 4-29 16,-7-16 11-16,-6-4-8 15,1-5-14-15,-7 5-6 16,-22 8-2-16,-12 13-9 15,0 15 2-15,-25 8-25 16,-49 0-16-16,-7 8 42 0,1 36 3 16,8-8-15-1,17-8-33-15,24 0-5 0,15-4 13 16,16-4-22-16,0-4-73 16,0-9-93-16</inkml:trace>
  <inkml:trace contextRef="#ctx0" brushRef="#br0" timeOffset="26229.1">27109 5546 258 0,'0'0'13'0,"0"0"-10"0,0 0 13 0,0 0 15 0,0 0-24 16,0 0 4-16,289 68 35 15,-237-68 39-15,-11 0-26 16,-7 0 4-16,-16-12-43 16,4 1-19-16,-16 2-1 15,0-3-24-15,-6 0-57 16,0-4-196-16</inkml:trace>
  <inkml:trace contextRef="#ctx0" brushRef="#br0" timeOffset="26427.82">27109 5546 443 0,'134'-88'221'15,"-128"88"-204"-15,15 0 23 16,-8 0 21-16,27-5-52 16,-6-6-9-16,7-9-3 15,-17-4-36-15,4-4-61 16,-21 3-100-16</inkml:trace>
  <inkml:trace contextRef="#ctx0" brushRef="#br0" timeOffset="26561.62">27457 5189 650 0,'0'0'118'0,"0"0"-62"16,0 0-22-16,0 0-31 15,0 0-3-15,0 0-30 16,133-12-129-16,-93 8-269 16</inkml:trace>
  <inkml:trace contextRef="#ctx0" brushRef="#br0" timeOffset="26877.58">27457 5189 598 0,'474'233'211'0,"-474"-238"-209"15,0-31 17-15,0 0-10 16,0-3 1-16,0-2-5 15,0 10-2-15,0 6 12 16,0 1 1-16,0 4 20 16,-12 4-30-16,12 4-1 15,-7 0-3-15,7 12 18 16,0 0 5-16,0 0-8 0,0 0-17 16,0-8-15-1,0 0-18-15,25-8 2 0,31 8 4 16,-10 0-23-16,7 4-3 15,-19 4-76-15,-9 0-67 16,-25 0-121-16</inkml:trace>
  <inkml:trace contextRef="#ctx0" brushRef="#br0" timeOffset="27128.5">27832 5298 346 0,'0'0'364'16,"0"0"-360"-16,0 0 9 0,0 0 99 15,0 0-43-15,0 0-57 16,139 52-12-16,-117-41-5 16,9 6-15-16,-9 3 8 15,12-1-31-15,-9 9 14 16,-4 1-9-16,4 3-42 15,-3 0 6-15,-16-9-30 16,6-2-140-16</inkml:trace>
  <inkml:trace contextRef="#ctx0" brushRef="#br0" timeOffset="27327.64">28232 5093 417 0,'0'0'690'0,"0"0"-649"15,0 0-15-15,0 0-26 16,0 0-15-16,0 0-49 16,56 56-121-16,-10-56-229 15</inkml:trace>
  <inkml:trace contextRef="#ctx0" brushRef="#br0" timeOffset="27759.96">28753 5261 498 0,'0'0'135'0,"0"0"-111"16,0 0 33-16,0 0 9 15,0 0-65-15,0 0 16 16,-354 156 28-16,342-107-14 16,12-9 7-16,0 0-33 15,0-12-5-15,40-11-9 0,34-14 6 16,4-3-48-16,9 0 33 15,0-8 18-15,-7-24 0 16,-12 3 0-16,-15 6-8 16,-19 7-27-16,-28 11-16 15,7 5 23-15,-13 0 11 16,0 0-2-16,0 5-13 16,0 19 32-16,0 4 30 15,0 0-5-15,15-3-25 16,10-2-5-16,-3-7-25 15,3-4-34-15,-10-4-60 16,-15-8-202-16</inkml:trace>
  <inkml:trace contextRef="#ctx0" brushRef="#br0" timeOffset="27959.69">28994 5177 106 0,'0'0'913'0,"0"0"-890"0,0 0-21 0,0 0-2 16,0 0-4-16,0 0-60 0,35 44-234 15</inkml:trace>
  <inkml:trace contextRef="#ctx0" brushRef="#br0" timeOffset="28210.6">28994 5177 215 0,'196'261'324'15,"-184"-225"-274"-15,1 4-29 16,8 4-18-16,20-3-3 0,-1-5-28 16,6-8 0-16,7-5-12 15,-6-15 21 1,5-3 19-16,10-5-2 0,-9 0 2 16,-6 0-6-16,-13-8-132 15,-16-9-203-15</inkml:trace>
  <inkml:trace contextRef="#ctx0" brushRef="#br0" timeOffset="28392.43">29283 5494 321 0,'0'0'476'0,"0"0"-458"15,0 0 2-15,0 0 6 16,0 0-26-16,0 0-70 16,65 8-104-16</inkml:trace>
  <inkml:trace contextRef="#ctx0" brushRef="#br0" timeOffset="28543.46">29283 5494 214 0,'152'-136'493'16,"-137"136"-489"-16,26 12-8 0,-4-1-11 15,19-3-212-15</inkml:trace>
  <inkml:trace contextRef="#ctx0" brushRef="#br0" timeOffset="28675.59">30005 5350 133 0,'0'0'38'16,"0"0"-38"-16,0 0-90 16</inkml:trace>
  <inkml:trace contextRef="#ctx0" brushRef="#br0" timeOffset="28793.47">30005 5350 181 0,'227'156'193'0,"-221"-164"1"0,22-29-81 15,-22 1-73 1,-6 0-24-16,0 5-16 0,0 2-19 16,0 6-60-16,0 2 8 15,0 9-55-15,6 12-212 16</inkml:trace>
  <inkml:trace contextRef="#ctx0" brushRef="#br0" timeOffset="28976.87">30551 5350 212 0,'0'0'324'0,"0"0"-282"16,0 0-8-16,0 0 0 0,0 0-34 16,22 232-12-16,-22-204-44 15,0-8-51-15,0-15-130 16</inkml:trace>
  <inkml:trace contextRef="#ctx0" brushRef="#br0" timeOffset="29293.26">30551 5350 837 0,'-254'-52'125'15,"254"52"-71"-15,0 0-28 0,28 0 5 16,24 8-27-16,17 0-4 15,11-5-22-15,-8-3-7 16,-4 12-1-16,-22-4 0 16,-18 5-2-16,-15 15-13 15,-7-8 23-15,0-1 6 16,9 2 13-16,-8-6 3 16,5-2-47-16,10-1-5 15,-10 4 11-15,7 0-6 16,2 4-59-16,14 4 55 15,5 0 44-15,-3-3 4 16,13-6-118-16,-19-2-147 16,-16-10 268-16,-9-3 3 15,-6 0-3-15</inkml:trace>
  <inkml:trace contextRef="#ctx0" brushRef="#br0" timeOffset="29493.84">30638 5470 641 0,'0'0'117'0,"0"0"-70"16,0 0 8-16,0 0-11 15,0 0-44-15,0 0-20 0,229 8-82 16,-182-44-38-16,-35 3-269 15</inkml:trace>
  <inkml:trace contextRef="#ctx0" brushRef="#br0" timeOffset="29609.37">30638 5470 371 0,'288'-177'339'0,"-288"190"-282"15,22-13-57-15,15 0 0 16,19 0-126-16,-16 0-344 15</inkml:trace>
  <inkml:trace contextRef="#ctx0" brushRef="#br0" timeOffset="31242.5">26219 8882 322 0,'0'0'323'0,"0"0"-265"0,0 0 22 0,0 0-17 15,0 0-11-15,0 0 6 16,155 41-8-16,-96-21-24 16,37 0 1-16,-18 4 9 15,18 0-5-15,3 4-11 0,1 0-17 16,-14-3 6-16,17-2-7 16,-32-7 3-16,-3-3-5 15,-15-10-7-15,-7-3-6 16,-30 0-29-16,3-16-8 15,-19-20-63-15,0-3-282 16</inkml:trace>
  <inkml:trace contextRef="#ctx0" brushRef="#br0" timeOffset="31823.55">26328 8979 283 0,'0'0'276'0,"0"0"-225"0,0 0 38 0,0 0-4 15,0 0 5-15,0 0-20 16,74-120-39-16,-61 92-16 15,-1 12 8-15,-6 3-18 16,-6 10 0-16,0 3 7 16,0 0-6-16,0 0-6 15,0 0-1-15,0 0-37 16,0 0-85-16,0 0-87 16,16 0-80-16</inkml:trace>
  <inkml:trace contextRef="#ctx0" brushRef="#br0" timeOffset="32055.6">26328 8979 378 0</inkml:trace>
  <inkml:trace contextRef="#ctx0" brushRef="#br0" timeOffset="32239.91">26328 8979 378 0,'-168'160'417'0,"168"-160"-371"0,0-28 39 16,0-16-29-16,0-8-56 15,19 8 2-15,-19 8 13 16,0 8 10-16,0 3-8 16,0 10-3-16,0 11-9 15,0 4 3-15,0 0-4 16,0 0-7-16,0 0 3 16,9 0-9-16,10 0 1 15,-7 0 8-15,22 0-1 16,1 0-13-16,5 0-51 15,-6 0-150-15,-9-4-132 16</inkml:trace>
  <inkml:trace contextRef="#ctx0" brushRef="#br0" timeOffset="32921.83">27804 8915 396 0,'0'0'224'0,"0"0"-208"0,0 0-5 0,0 0 10 16,0 0-20-16,0 216 16 15,0-191 11-15,6-9 1 16,16-8 2-16,-10-5 2 0,-6-3 8 16,22 0-24-1,-9-3 13-15,15-38 1 0,0-15-22 16,-6-4-9-16,-3-4-40 15,-10 8-50-15,-9 7 26 16,-6 18 46-16,0 7-44 16,7 15-42-16,-7 9 39 15,0 0-60-15,0 0-232 16</inkml:trace>
  <inkml:trace contextRef="#ctx0" brushRef="#br0" timeOffset="33030.55">27804 8915 515 0</inkml:trace>
  <inkml:trace contextRef="#ctx0" brushRef="#br0" timeOffset="33222.01">27804 8915 515 0,'347'144'269'0,"-325"-180"-214"0,18-33-32 15,0 5 71-15,7-3-83 16,-22 39-11-16,-10 15 2 15,-2 10-7-15,-7 3-6 16,0 0-19-16,22 3-35 16,-16 25 65-16,10 8 8 15,-10 5-4-15,-5-5-4 16,-7 0-27-16,0-3-7 16,0-6-18-16,0-7-44 0,-19-8-18 15,-43-7-119-15</inkml:trace>
  <inkml:trace contextRef="#ctx0" brushRef="#br0" timeOffset="33371.8">28185 8903 44 0,'0'0'722'0,"0"0"-707"15,0 0 105-15,0 0-66 16,208 0-54-16,-155 0-41 15,2 0-95-15,-8-4-124 16</inkml:trace>
  <inkml:trace contextRef="#ctx0" brushRef="#br0" timeOffset="34054.01">28734 8854 544 0,'0'0'115'0,"0"0"-98"15,0 0 43-15,0 0-37 16,0 0-23-16,0 0-22 15,0 229-21-15,0-204 28 16,-6-10 7-16,0-7 8 16,6-8 4-16,-16 0 18 0,-9-8-16 15,19-23-6 1,-22-10-9-16,16-3 9 0,-4-4 5 16,16 4-5-16,0 3 35 15,0 5-15-15,0 5 1 16,22 3-10-16,18 3-7 15,-9 17-8-15,3 8-6 16,-6 0-5-16,0 0-3 16,-9 12 9-16,-7 20-13 15,-6-4 22-15,-6 5 1 16,0-13-1-16,0-1 0 16,0-2-1-16,0-6-5 0,0 2 7 15,0-9-2 1,0-4-20-16,16 0-7 0,18 0 6 15,-3 0 22-15,25 4 26 16,-19 8-16-16,-3 4-10 16,-6 4-3-16,-16 4-5 15,-5-7-19-15,-7-2-85 16,0 1-409-16</inkml:trace>
  <inkml:trace contextRef="#ctx0" brushRef="#br0" timeOffset="34421.58">29181 9083 23 0,'0'0'485'0,"0"0"-361"0,0 0-79 0,0 0 72 15,0 0-37-15,46-216-14 16,-12 167-17-16,0 10-20 16,-12 14 3-16,-3 14-12 15,-13 11-12-15,0 0-8 0,0 0-8 16,3 3 8-16,-2 17-1 15,11 1 3-15,-2-6-4 16,-4-2-11-16,-6-2-62 16,-6-2-72-16,0-6-21 15,0 2-126-15</inkml:trace>
  <inkml:trace contextRef="#ctx0" brushRef="#br0" timeOffset="34621.9">29277 8554 271 0,'0'0'806'16,"0"0"-758"-1,0 0 2-15,0 0-8 0,0 0-35 16,0 0-7-16,40 0-50 15,-34 0-121-15,-6 0-370 16</inkml:trace>
  <inkml:trace contextRef="#ctx0" brushRef="#br0" timeOffset="34969.98">29503 8999 552 0,'0'0'59'16,"0"0"38"-16,0 0 44 16,0 0-65-16,0 0-47 15,161-253-7-15,-136 217-21 16,-9 8-2-16,-4 17-6 15,-12 11-4-15,12 0-48 16,-5 11-24-16,-1 29 83 0,9 1 5 16,-9 3 2-1,7-8-3-15,2 0-8 0,-15-4 8 16,7-8-9-16,-7-5 10 16,0-6-10-16,0-1 0 15,0-12-35-15,0 0-107 16,0 0-140-16</inkml:trace>
  <inkml:trace contextRef="#ctx0" brushRef="#br0" timeOffset="35136.98">29503 8999 991 0,'233'-168'62'0,"-233"175"-43"16,6 1 62-16,28-3-74 0,-6-5-7 15,-3 0-22-15,9 0-91 16,-6-13-94-16,-10-15-55 16</inkml:trace>
  <inkml:trace contextRef="#ctx0" brushRef="#br0" timeOffset="35354.58">29918 8533 778 0,'0'0'136'15,"0"0"-96"1,0 0 125-16,0 0-115 0,0 0-38 16,0 0-12-1,205-132-61-15,-205 120-234 0,0 4-389 16</inkml:trace>
  <inkml:trace contextRef="#ctx0" brushRef="#br0" timeOffset="35662.56">29918 8533 661 0</inkml:trace>
  <inkml:trace contextRef="#ctx0" brushRef="#br0" timeOffset="36019.68">29918 8533 661 0,'239'254'119'0,"-239"-218"-71"0,0 8 8 15,0 7-45-15,0-2-11 16,28-17-17-16,-3-8-10 15,3-8 12-15,6-8 5 16,-9-4-8-16,21-4 9 16,-5 0-14-16,14 0-7 15,-14-12-20-15,11-28 22 16,-11-12 5-16,-7-8-44 0,-9 4 44 16,-4 7 12-1,-2 18 11-15,-13 18 1 0,-6 10 76 16,0 3 38-1,0 0-12-15,0 19-55 0,0 17-20 16,0 5-26-16,0-1 2 16,0-8-3-16,0-4 2 15,6-8-6-15,10-4-1 16,-4-4-22-16,10 1-19 16,-3-6 22-16,-1 1 15 15,16-8-9-15,13 0-48 16,-1 0-20-16,-5 0 33 15,-1 0 17-15,-6 0 20 0,-12 0-11 16,-4 0-41 0,-11 0-150-16</inkml:trace>
  <inkml:trace contextRef="#ctx0" brushRef="#br0" timeOffset="36219.49">30898 8831 950 0,'0'0'130'0,"0"0"-118"0,0 0 69 0,0 0-60 16,0 0-17-16,75 0-4 16,-47 0-31-16,-4 0-107 0,-24-5-144 15,0-14-191-15</inkml:trace>
  <inkml:trace contextRef="#ctx0" brushRef="#br0" timeOffset="36357.61">30898 8831 529 0,'87'-189'8'0,"-31"189"6"16,-3 0-14-16,12-24-118 15,-3-8-239-15</inkml:trace>
  <inkml:trace contextRef="#ctx0" brushRef="#br0" timeOffset="36570.18">31354 8533 348 0,'0'0'241'0,"0"0"-117"16,0 0 34-16,0 0-52 16,0 0-61-16,0 0-23 15,-19 241 16-15,4-200-12 16,9-2-9-16,-7-11-7 15,13-11-5-15,0-5-10 16,0-8 2-16,0-4-12 16,47 0 1-16,12 0 13 0,9 0-9 15,-9-16-6 1,-13 4-23-16,-24 7-80 16,-16 2-128-16,-6 3-174 15</inkml:trace>
  <inkml:trace contextRef="#ctx0" brushRef="#br0" timeOffset="37619.25">28145 4684 626 0,'0'0'30'0,"0"0"107"16,0 0 9-16,0 0-70 0,0 0-39 15,0 0-12-15,267 72-10 16,-233-53-12-16,-13-10-4 16,-14-9 9-16,-7 4-12 15,0-4 4-15,0 0-2 16,0 0-8-16,0 0-30 15,-7 0-129-15,-27 0-154 16</inkml:trace>
  <inkml:trace contextRef="#ctx0" brushRef="#br0" timeOffset="37951.51">28145 4684 386 0,'-106'-53'185'16,"106"42"-143"-16,0-14 73 15,19 2-37-15,9 7 6 16,-22 3-5-16,0 13 1 16,-6 0 4-16,0 0-17 15,0 0-19-15,7 0-20 16,-1 0-24-16,3 0 1 15,-3 0 2-15,28 0-5 16,-9 0 22-16,9 8-17 16,-6-3-4-16,-9-5-3 15,9 3-23-15,3 2-16 0,3-5-15 16,0 0 0-16,-6 0-135 16,-22-5-222-16</inkml:trace>
  <inkml:trace contextRef="#ctx0" brushRef="#br0" timeOffset="39766.37">26241 3385 507 0,'0'0'41'0,"0"0"-35"0,0 0 42 15,0 0-7-15,0 0 9 16,0 0 37-16,0 3-30 16,0-3-5-16,0 0 2 15,0 0-4-15,0 4 0 0,0-4 15 16,0 4-20-16,0-4-5 15,-28 9-27-15,-6 2-2 16,-19 17 4-16,1 13-8 16,-7 3-6-16,18 12 3 15,1-4-5-15,12 9 1 16,28-10-9-16,0-11 4 16,0-4-4-16,34-8-2 15,31 0 6-15,10-11 1 16,18-13-9-16,0-4-8 15,15-4-53-15,-8-36-16 0,-20-20-177 16,-27 4-184-16</inkml:trace>
  <inkml:trace contextRef="#ctx0" brushRef="#br0" timeOffset="40132.68">26728 3649 387 0,'0'0'108'0,"0"0"-101"0,0 0 41 0,0 0 2 15,0 0 11-15,0 0 37 16,248-32 39-16,-214 11-53 16,-15-7-28-16,-19 12 20 15,0-4-43-15,0-3-17 16,0 2-16-16,0 1-6 16,0 4-11-16,-41 8-6 15,1 8-4-15,-13 0-24 16,-21 0 26-16,21 28-40 15,0 1-89-15,19-6 13 16,22-10-160-16</inkml:trace>
  <inkml:trace contextRef="#ctx0" brushRef="#br0" timeOffset="40482.61">27364 3645 54 0,'0'0'537'15,"0"0"-518"-15,0 0-13 16,0 0 18-16,0 0-12 0,0 0-3 16,86-188-9-1,-79 183-4-15,-1 5-11 0,3 0 15 16,-3 0 15-1,7 20 59-15,5 13-24 0,4-1-29 16,6-12-12 0,-3 4-3-16,3-20 7 0,-10-4 17 15,4 0 44-15,3-4-17 16,-4-32 17-16,4-13-39 16,-9-3-4-16,-4 0-31 15,-12 1-9-15,28 2-53 16,-22 13-53-16,19 19-111 15,-25 10-199-15</inkml:trace>
  <inkml:trace contextRef="#ctx0" brushRef="#br0" timeOffset="40882.51">28120 3288 652 0,'0'0'73'0,"0"0"-45"0,0 0 53 0,0 0-31 0,0 0-50 16,0 0-3-16,-133 133-21 15,158-102 15-15,27 5-4 16,-5 0 13-16,9-3-1 16,-10 6 1-16,-6-6 0 15,-15-5 3-15,-3-8-3 16,-16-8 3-16,-6 0 52 16,0 0 26-16,-34 0 8 15,-31-3-80-15,-3-1-9 16,9-5-41-16,3 1-35 15,25-4-24-15,25 0-114 0,6 0-321 16</inkml:trace>
  <inkml:trace contextRef="#ctx0" brushRef="#br0" timeOffset="41132.58">28660 3552 485 0,'0'0'273'0,"0"0"-272"16,0 0 6-16,0 0-7 0,0 0-8 16,0 0-47-1,93 210-1-15,-72-186-14 0,-8-9 62 16,2-2 5-1,-15-13 0-15,0 0-91 0,0 0-190 16</inkml:trace>
  <inkml:trace contextRef="#ctx0" brushRef="#br0" timeOffset="41315.39">28660 3552 788 0,'-81'-156'274'0,"90"156"-274"16,22 0 1-16,16 0 29 0,15 4-24 16,12 4-6-16,-9-8-19 15,4 8-33-15,-17 0-31 16,-11-3-97-16,-17 2-17 16,-2-2-148-16</inkml:trace>
  <inkml:trace contextRef="#ctx0" brushRef="#br0" timeOffset="41582.49">29174 3532 183 0,'0'0'569'16,"0"0"-475"-16,0 0 65 15,0 0-14-15,0 0-102 16,0 0-25-16,53-91 1 16,-44 63-17-16,10 7-2 0,-13 14 4 15,10 2-8-15,-4 5-14 16,-6 0-10-16,7 0-24 15,8 8 35-15,4 20 7 16,3 5 9-16,6 3-10 16,-15-5-27-16,2 5 14 15,-8 8-3-15,-13-8-11 16,0 0-32-16,0-11 8 16,-28-9-98-16,-19-16-282 15</inkml:trace>
  <inkml:trace contextRef="#ctx0" brushRef="#br0" timeOffset="41765.35">29174 3532 516 0,'34'-36'413'0,"-34"36"-378"0,0 0 3 16,0 0-2-16,0-3-25 15,19 3-11-15,31 0 0 16,2 0-27-16,1-5-50 15,-6 5-67-15,-1-3-11 16,-18 3-48-16,-3 0-162 16</inkml:trace>
  <inkml:trace contextRef="#ctx0" brushRef="#br0" timeOffset="42064.6">29543 3485 297 0,'0'0'114'16,"0"0"-97"-16,0 0-12 15,0 0 12-15,0 0 32 0,0 0 21 16,65-25-4-16,-49 25 0 15,-4 8 5-15,1 9-40 16,8-6 1-16,-8-2-9 16,-1-5 20-16,-2-4-17 15,-4 0 26-15,0 0 11 16,-6 0 30-16,0-13-52 16,0-11-9-16,0-4-15 15,0 5-3-15,0-2-14 16,0 1-3-16,0 4-5 15,25 4-35-15,3 0 0 0,6 12-21 16,-16-4 22 0,-2 8-29-16,-4 0 20 0,-6 0-14 15,-6-3-42-15,7 3-93 16,-7 0-278-16</inkml:trace>
  <inkml:trace contextRef="#ctx0" brushRef="#br0" timeOffset="42314.24">30117 3344 612 0,'0'0'111'0,"0"0"32"15,0 0 2-15,0 0-119 16,0 0-18-16,0 0-8 15,0 201-7-15,0-165-18 16,0-16-9-16,0 0 23 16,0-4-40-16,0-4-26 15,0-12 2-15,0 0 0 16,0-12-68-16,0-29-152 16</inkml:trace>
  <inkml:trace contextRef="#ctx0" brushRef="#br0" timeOffset="42648.97">30117 3344 650 0,'-40'-56'192'0,"40"56"-118"0,0 0 0 15,0 0-68-15,0 0 1 16,46 4-12 0,10 9 10-16,3 2-5 0,0 1 7 15,9-3-12-15,-15-2 11 16,-13 1-6-16,-6 4 2 15,-6 1-1-15,-16-1-1 16,7-1-2-16,3 1-4 16,3-3-21-16,2 2 7 15,8-2-33-15,5-1-7 16,6 4 17-16,-5 0 12 0,-1-4-5 16,-15-4-34-1,-4 0-21-15,-8-8 11 0,-1 0 16 16,-2 0 4-16,-4 0 15 15,0-13-54-15,-6-2 87 16,0 7-10-16,0-5-80 16</inkml:trace>
  <inkml:trace contextRef="#ctx0" brushRef="#br0" timeOffset="42830.11">30644 3385 751 0,'0'0'128'0,"0"0"-102"15,0 0-24 1,0 0 50-16,0 0-43 0,0 0-9 16,242 3-45-16,-214-3-118 15,-28-19-133-15</inkml:trace>
  <inkml:trace contextRef="#ctx0" brushRef="#br0" timeOffset="42981.5">30644 3385 854 0,'127'-141'103'0,"-87"153"-85"15,1-8-12-15,33-4-6 16,-15 0-145-16,9 0-245 0</inkml:trace>
  <inkml:trace contextRef="#ctx0" brushRef="#br0" timeOffset="49092.62">20164 6717 643 0,'0'0'92'0,"0"0"-89"0,0 0 43 0,0 0 51 0,0 0-32 16,0 0-23-16,0 0-22 16,-87 92-9-16,87-67 33 15,0 14 51-15,0 13-55 16,0 9 2-16,34 3-33 16,0 4 1-16,6 8-9 15,13 1 0-15,0 15 2 0,-7-1 0 16,1 6-1-16,-25-1 4 15,-16-12 2-15,-6-7-4 16,0-13 24-16,-28-8-20 16,-37-4 22-16,-16-3 1 15,7-13-14-15,21-16-10 16,0-9-7-16,19-11-8 16,-12-11-65-16,18-42-63 15,3-11-111-15,9 0-372 16</inkml:trace>
  <inkml:trace contextRef="#ctx0" brushRef="#br0" timeOffset="53839.05">20337 7415 627 0,'0'0'140'0,"0"0"-4"0,0 0-60 0,0 0-33 0,0 0-42 16,0 0 4-16,103 0-5 16,-72 0-17-16,-3 0 12 15,-7 0 5-15,-2 0 4 16,-7 0-2-16,-2 0-4 16,14 0-4-16,-2 0-30 15,-3 0-143-15,-13 0-166 16</inkml:trace>
  <inkml:trace contextRef="#ctx0" brushRef="#br0" timeOffset="54453.86">21140 7940 602 0,'0'0'153'0,"0"0"-38"0,0 0 8 16,0 0-61-16,0 0-8 0,-133-232 1 16,121 160-31-16,12 0 17 15,0 7-39-15,0-3 3 16,6 8-5-16,40 4-33 16,7-1-88-16,0 21-152 15,-13 21-247-15</inkml:trace>
  <inkml:trace contextRef="#ctx0" brushRef="#br0" timeOffset="55187.75">21388 7808 664 0,'0'0'180'0,"0"0"-107"0,0 0 28 0,0 0-17 15,152-221-42-15,-105 177-21 16,3 8-21-16,-19 8 0 0,3 3-11 16,-22 10-44-16,4 11-15 15,-10-4-94-15,-6 4-5 16,0 4-6-16,0 0-99 16</inkml:trace>
  <inkml:trace contextRef="#ctx0" brushRef="#br0" timeOffset="55419.17">21475 7282 784 0,'0'0'121'0,"0"0"-82"15,0 0-9-15,0 0 1 0,0 0-25 16,0 0 3-16,140 221-2 15,-100-177-5-15,-27-4-2 16,2 1-19-16,-9-10-20 16,0 2-80-16,1-14-37 15,5-10-69-15</inkml:trace>
  <inkml:trace contextRef="#ctx0" brushRef="#br0" timeOffset="55820.18">21801 7323 282 0,'0'0'286'0,"0"0"-166"0,0 0 13 15,0 0-39-15,0 0-23 16,96 205-24-16,-49-138 1 15,-7 5-20-15,-15 5-5 16,-4-5 0-16,-14-16-17 16,-7 0 7-16,0-12-13 15,0-8-1-15,0-7-35 16,-13-6-56-16,-9-15-52 16,10-8-160-16</inkml:trace>
  <inkml:trace contextRef="#ctx0" brushRef="#br0" timeOffset="56319.96">22303 7872 706 0,'0'0'94'0,"0"0"-59"0,0 0 89 0,0 0-58 15,0 0 37-15,0 0-55 16,220-32-36-16,-186 24-9 0,-6 8-3 16,-3 0-3-16,3 0-31 15,-16 0-27-15,-12 0-43 16,0-12-78-16,0 0-62 16</inkml:trace>
  <inkml:trace contextRef="#ctx0" brushRef="#br0" timeOffset="56494.81">22303 7872 47 0</inkml:trace>
  <inkml:trace contextRef="#ctx0" brushRef="#br0" timeOffset="56604.01">22303 7872 47 0,'81'-280'571'0,"-81"280"-428"15,12 0 6-15,44 0 88 16,22 0-178-16,2 0-27 16,-12 0-29-16,13 0-3 15,-22 0-46-15,-25 0-86 16,-28 0-265-16</inkml:trace>
  <inkml:trace contextRef="#ctx0" brushRef="#br0" timeOffset="107825.34">20092 10199 550 0,'0'0'165'0,"0"0"-137"0,0 0 73 0,0 0-31 15,0 0-59-15,0 0-9 16,0 0-4-16,0 0-3 16,13-17 5-16,-13 17 13 15,0 0 20-15,0 0 14 16,0 0-8-16,0 0 4 0,0 0-23 16,0-4 8-16,0 4-22 15,0 0 3-15,0 0 1 16,0 0 8-16,0-4 3 15,0 1-3-15,0-2 7 16,0 1-20-16,0 4 12 16,0 0-10-16,-6 0-6 15,-10 0-1-15,4 0-5 16,-1 0-1-16,-8 0 6 16,2 16 2-16,-3 16 6 15,4 9-8-15,-4 2 2 16,16 1-4-16,6-3-6 15,0 3 6-15,0-5-11 0,0 10 6 16,0 4-1 0,0-2 8-16,28 9-3 0,-10 4 1 15,10-3-3-15,-15 3 5 16,8-4-2-16,-8 1 4 16,8-2-2-16,-2 6 0 15,-7 2-1-15,-2-6-2 16,-10 16 6-16,0-10-6 15,0 13 6-15,0-3-5 16,-10-5 5-16,-21-8 11 16,-3-8-14-16,22-7 0 15,-4-13-5-15,4-16-18 0,6-12-20 16,6-8-78-16,0 0-48 16,0-25-27-16,-16-22-249 15</inkml:trace>
  <inkml:trace contextRef="#ctx0" brushRef="#br0" timeOffset="108275.93">19909 11121 824 0,'0'0'127'0,"0"0"-25"0,0 0-13 0,0 0-55 15,0 0-29-15,0 0-2 0,103-36-1 16,-69 36-4-16,-9 0-1 15,9 0-35-15,-6 0-25 16,-3 0-53-16,-19 0-126 16,9 0-157-16</inkml:trace>
  <inkml:trace contextRef="#ctx0" brushRef="#br0" timeOffset="108808.13">20719 11365 741 0,'0'0'142'0,"0"0"-22"0,0 0-4 15,0 0-68-15,0 0-15 16,0 0-16-16,-168-136 16 0,150 104-23 15,5-4 7 1,4 7-10-16,9-7-7 0,0-3 0 16,0-22-23-1,9-3-27-15,32 0-68 0,11 15-76 16,-11 13-218-16</inkml:trace>
  <inkml:trace contextRef="#ctx0" brushRef="#br0" timeOffset="109223.9">20821 11104 246 0,'0'0'432'0,"0"0"-404"0,0 0 68 0,0 0 45 16,0 0-100-16,0 0-8 0,199-200-32 15,-178 184-1-15,-8 8-24 16,-7 4 21-16,-6 4-23 16,0 0-16-16,0 0-78 15,0-8-52-15,0 4-44 16,0 0-171-16</inkml:trace>
  <inkml:trace contextRef="#ctx0" brushRef="#br0" timeOffset="109507.85">20840 10755 610 0,'0'0'116'0,"0"0"-84"16,0 0 42-16,0 0 3 15,0 0-37-15,0 0-24 16,52 133-9-16,-36-93 12 16,-4 4 0-16,-6 5 1 15,-6-2-19-15,0-3-2 16,0-8-45-16,0-8-44 15,0-3-75-15,0-17-52 0,0-8-102 16</inkml:trace>
  <inkml:trace contextRef="#ctx0" brushRef="#br0" timeOffset="109939.8">21162 10703 269 0,'0'0'438'0,"0"0"-377"0,0 0 14 0,0 0 22 0,0 0-41 0,0 0-9 16,99 173-23-1,-74-121 25-15,-9 0-24 0,8 5 0 16,-14 7-2-16,-10-8-23 16,0-1 0-16,0 2-4 15,0-12 1-15,0-6-44 16,-16-11-78-16,-2-15-186 16,11-13-275-16</inkml:trace>
  <inkml:trace contextRef="#ctx0" brushRef="#br0" timeOffset="110574.05">21869 11229 753 0,'0'0'162'0,"0"0"-97"0,0 0 15 0,0 0-44 0,0 0-2 16,0 0 4-16,115 0-19 16,-69 0-19-16,1 0 0 15,-7 0-23-15,-6 0-34 16,-21 0-30-16,-7 0-92 16,-6 0-73-16,0 0-237 15</inkml:trace>
  <inkml:trace contextRef="#ctx0" brushRef="#br0" timeOffset="110789.71">21841 10892 656 0,'0'0'197'16,"0"0"-194"-16,0 0 69 15,0 0 19-15,0 0-37 16,0 0-16-16,174 0-33 16,-134 0-5-16,-6 0-58 15,7 0-40-15,-20 0-196 0</inkml:trace>
  <inkml:trace contextRef="#ctx0" brushRef="#br0" timeOffset="112738.29">24489 11469 363 0,'0'0'56'0,"0"0"-39"0,0 0-10 16,0 0 1-16,0 0 51 16,0 0 9-16,0 9-12 15,0-9 0-15,0 3 22 16,0-3-22-16,0 0-13 15,0 0-15-15,0 0 5 16,0 0 6-16,0 0-14 0,0 0 1 16,0 0-16-16,0 0 8 15,0 0-2-15,0 0 17 16,0 0-9-16,0 0 2 16,0 0-8-16,13 0-2 15,-4 0 0-15,9-3-14 16,17-22 15-16,5-11-5 15,6-3 2-15,13-10-8 16,-6-2 2-16,15-2-8 16,-9 4 0-16,-3 10 0 15,-25 3-17-15,9 11 4 16,-12 1-31-16,-15 9-2 0,2-1-24 16,-15 16 41-16,0 0-18 15,6 0-26-15,-6 0-88 16,7 0-15-16,-7 0 34 15,0 0-131-15</inkml:trace>
  <inkml:trace contextRef="#ctx0" brushRef="#br0" timeOffset="113470.1">24650 10957 474 0,'0'0'101'0,"0"0"-72"0,0 0 14 0,0 0-15 0,0 0 11 16,0 0 13-16,41 15-2 15,-35-7 11-15,6 8 28 16,-5 0-24-16,14 12 11 16,-2 5-24-16,9 3-21 15,6 3-5-15,-9 10-17 16,15-9 10-16,-6 12-14 15,-6-8 9-15,-3-4-12 16,-4-8 12-16,-2-4-10 16,-3-3-2-16,-10-2-2 15,6 1-2-15,-6-4 2 16,7-3-20-16,-4-5 11 0,4-8-26 16,-13-4-14-16,18 0-91 15,-18 0-96-15,0-28-148 16</inkml:trace>
  <inkml:trace contextRef="#ctx0" brushRef="#br0" timeOffset="114469.54">23916 11181 81 0,'0'0'180'0,"0"0"-77"0,0 0 0 0,0 0-59 0,0 0-33 15,0 0-1-15,0 31 27 16,0-31 3-16,0 13 21 16,0-9 29-16,0 4 1 15,-7 0-25-15,-8 0-26 16,15-8-2-16,0 0-18 16,0 0 0-16,0 0-19 15,0 0 17-15,0 0-14 16,0 0 8-16,0 0-10 0,0 0 0 15,0 0-2 1,0 0-2-16,0 0-6 16,0 0-20-16,0 0 23 0,0 0 5 15,0 0 2-15,0 0 11 16,0 0-13-16,0 0-2 16,0 0-35-16,0 0-67 15,0 0-202-15,0 0-237 16</inkml:trace>
  <inkml:trace contextRef="#ctx0" brushRef="#br0" timeOffset="116085.38">22719 11201 119 0,'0'0'16'0,"0"0"70"0,0 0 53 0,0 0-69 0,0 0-24 16,0 0-7 0,-16 60 0-16,38-56-7 0,-4 4 9 15,4-3 7-15,-3-5-13 16,-4 11-4-16,10-7-6 15,9-4-1-15,13 8-3 16,-7-8 16-16,0 0-17 16,7 0 10-16,-19 0-13 15,6 0 5-15,-16-23-5 16,1-2-17-16,3 9 11 16,-4-9-11-16,-2 2 18 15,-4 10-3-15,-6-6-15 0,1-1 12 16,8-13-24-16,-9 2 6 15,13-2-15 1,-19-3-4-16,0 0-42 0,0 0 29 16,0 12 24-16,0 8 13 15,-19 4 1-15,-9 0-4 16,-12 12-3-16,6-4 7 16,3 4 0-16,3 0 0 15,0 0 42-15,10 0-34 16,-1 0 25-16,4 4-18 15,-4 13 4-15,19-6-19 16,-16 1-9-16,4 4-7 16,0 9 13-16,-10-6-1 15,3 9 8-15,7-3 14 16,-10-6-1-16,22 9 15 0,0-3-17 16,0-1-3-16,0 4-7 15,0 0-4-15,0 0-1 16,0 0 3-16,22-4-6 15,3 1 11-15,9-2-5 16,12 1 11-16,1-7 1 16,-1-6-11-16,7-6-1 15,-13-5-2-15,1 0 1 16,-7 0-4-16,0 0 1 16,-6 0-1-16,-3 0 4 15,-4-16-5-15,-2 3 9 16,3-7-6-16,-4-4 1 15,10 0 4-15,-15 0-1 16,-7-1-1-16,0 10 1 16,-6-1-4-16,0 8 1 0,0 0 9 15,0 8-10-15,0 0 0 16,0 0-1-16,0 0-14 16,0 0 0-16,0 3 15 15,0 18-2-15,0 2 1 16,0 2 2-16,0-9 7 15,0 0-8-15,6-12 0 16,-6 1 2-16,16-5-2 16,-4 0-2-16,0 0 2 15,16 0 0-15,0 0-6 0,-3 0-4 16,9 0-42 0,-6-25-58-16,3 1-48 0,-9-1-61 15,-16 2-142-15</inkml:trace>
  <inkml:trace contextRef="#ctx0" brushRef="#br0" timeOffset="117200.43">23286 10855 193 0,'0'0'147'0,"0"0"-55"0,0 0 23 0,0 0-22 15,0 0-50-15,0 0-14 16,13 77-12-16,2-65-15 16,-9 1 26-16,0 10 6 15,-6-7 29-15,0 9 11 16,0-9-43-16,0 4-2 16,0-1 1-16,7-2-7 15,-7 2-18-15,0 1-8 16,0-7 6-16,6-1-1 15,16-4-2-15,-22-5 4 16,12 2-6-16,-6-2 4 0,0 2-4 16,4-1 1-1,2 0-6-15,-6 4 13 0,13-4-6 16,3 7 0-16,-10-2 1 16,10-5 0-16,-10 0-1 15,0-4 0-15,4 0 0 16,-4 0 5-16,7 0-3 15,3 0 3-15,-4 0 0 16,4 0-4-16,-3 0-1 16,-4 0-1-16,-15 0-1 15,12 0 0-15,-5 0 2 16,-7 0-30-16,28 0-12 0,-10 0-76 16,10 0-89-16,-3 0-297 15</inkml:trace>
  <inkml:trace contextRef="#ctx0" brushRef="#br0" timeOffset="118899.03">25934 11021 284 0,'0'0'151'0,"0"0"-49"0,0 0-13 0,0 0-26 16,0 0-14-16,0 0-2 0,0 0-11 16,0 0 26-16,0 0 14 15,0 0-25-15,0 8-15 16,0 7-22-16,0 1-4 15,0 9 0-15,0-1 1 16,0-1-10-16,6 10 3 16,7-1 8-16,-13 8 10 15,21 1 7-15,-14-5-21 16,-1 3-8-16,6-3 9 16,-6-3-13-16,4 6 10 0,-10-6-12 15,0-5 0 1,0-4 3-16,0-4-19 0,0-17-6 15,0 6-23 1,0-9-96-16,0 0-114 0,0 0-117 16</inkml:trace>
  <inkml:trace contextRef="#ctx0" brushRef="#br0" timeOffset="119449.56">25739 11269 557 0,'0'0'106'0,"0"0"67"0,0 0 10 0,0 0-83 0,0 0-26 0,0 0-39 15,195 0-7-15,-148-8-8 16,18 8-20-16,-9-8 7 16,-4 8-7-16,-11-8-16 15,5 0-21-15,-21 0-18 16,9 0-71-16,6-9-131 16,-12 2-227-16</inkml:trace>
  <inkml:trace contextRef="#ctx0" brushRef="#br0" timeOffset="120364.53">27010 11558 113 0,'0'0'151'0,"0"0"-94"0,0 0 50 0,0 0-28 15,0 0 0 1,0 0-16-16,0 39 9 0,0-39 1 16,0 0 17-16,0 0-49 15,0 0-16-15,0 0 18 16,0 0-25-16,0 0 33 15,0 0 21-15,0-11-22 16,0-33-20-16,0-29-29 16,0-31 40-16,0-24-7 15,0-33-25-15,0-3-5 16,0 19 2-16,19 25-3 16,15 32-6-16,-16 24-9 15,-8 23-2-15,-10 18-26 16,12 23 2-16,-12 0-56 15,0 12-169-15,0 32-262 16</inkml:trace>
  <inkml:trace contextRef="#ctx0" brushRef="#br0" timeOffset="121147.37">27190 11397 432 0,'0'0'131'0,"0"0"-37"0,0 0-32 0,0 0-21 0,0 0-13 15,0 0 8-15,0 0-3 16,0 0 37-16,-6 0-2 15,-1 0-7-15,7 0 0 16,-15 0-2-16,15 0-32 16,0 0-20-16,0 0-3 15,0 0-3-15,0 0-2 16,0-3-17-16,15-10 17 16,4 13-11-16,15 0 2 15,6 0 10-15,13 0 3 0,0 0-3 16,-13 0-11-16,1 13-11 15,-7-6-12-15,-22-3 24 16,4 8 4-16,-16 1 6 16,0-1 9-16,0 12 29 15,0 4 1-15,0 11-25 16,-35 10 15-16,-27-1-15 16,4-4 11-16,-23-4-13 15,16-8 29-15,-10-7-16 16,13-9-6-16,25-16-8 0,9 0-11 15,16 0-7-15,-4 0-46 16,16 0-44-16,0-25-259 16</inkml:trace>
  <inkml:trace contextRef="#ctx0" brushRef="#br0" timeOffset="149223.56">22071 12886 106 0,'0'0'179'0,"0"0"-124"0,0 0 33 0,0 0 13 0,0 0-24 0,0 0 2 16,0 0-31-16,0 0-1 16,0 8-10-16,0-8 8 15,0 0-12-15,0 0-21 16,0 0 13-16,0 0-10 16,0 0 10-16,0 0 8 15,0 3 11-15,0-3-7 0,6 0 13 16,0 0-37-16,6 0-7 15,29-11 4-15,15-17 17 16,9-16 11-16,9-13-10 16,7 1 1-16,12-13-28 15,-6 5-2-15,-7 0-4 16,7 0-10-16,-28 0-27 16,-6 20-20-16,-19 16-45 15,-13 12-30-15,-21 16-83 16,0 0-189-16</inkml:trace>
  <inkml:trace contextRef="#ctx0" brushRef="#br0" timeOffset="149790.49">22899 12300 196 0,'0'0'288'0,"0"0"-228"0,0 0 3 0,0 0-7 16,0 0 8-16,0 0-26 15,161-125-2-15,-136 109-22 16,-10 8-2-16,-15 8-12 16,0 0 18-16,0 0 17 15,0 0-35-15,0 0-21 16,0 4-8-16,0 24 24 15,-6 20 10-15,-28-7-9 16,6 6 12-16,15-14-16 16,13-13-4-16,0-9-88 15,0-11-84-15,0 0-223 16</inkml:trace>
  <inkml:trace contextRef="#ctx0" brushRef="#br0" timeOffset="151156.22">20961 13711 328 0,'0'0'242'0,"0"0"-166"0,0 0-11 0,0 0 45 0,0 0-108 0,-348 125 65 16,327-93 9-16,14 0-14 16,7-8-42-16,0 0 12 15,0 0-28-15,22-8 0 16,37-3-1-16,-6-6 0 16,21-7 1-16,-15 0 0 15,-3 0-5-15,-10 0 4 16,-5 0-6-16,-10-7-25 15,-3-10-8-15,-10-7-24 0,10-4-36 16,0 4-9-16,-16-4-51 16,-5 16-206-16</inkml:trace>
  <inkml:trace contextRef="#ctx0" brushRef="#br0" timeOffset="151537.72">21447 13840 706 0,'0'0'71'16,"0"0"4"-16,0 0 9 15,0 0-39-15,0 0-28 16,0 0-9-16,7 0-8 16,-7 0-13-16,9 0 13 15,-9 0 20-15,0 0-1 16,0 0-14-16,0 0-6 0,0 0 1 15,0 0-3 1,0 0-10-16,0 0-31 0,0 0-3 16,0 0-8-16,0 0-72 15,0 0-171-15</inkml:trace>
  <inkml:trace contextRef="#ctx0" brushRef="#br0" timeOffset="152004.53">21962 13932 660 0,'0'0'55'0,"0"0"38"16,0 0 24-16,0 0-78 16,0 0-21-16,0 0-10 15,0-136 12-15,0 95-17 16,0 13-1-16,0 4 0 15,0 8-4-15,0 12-1 0,0 4-13 16,0 0 11-16,0 0-31 16,0 0-20-16,0 17 15 15,16 7 41-15,-4 4 2 16,7 0-2-16,2 8-9 16,-8 3-12-16,-1-11 13 15,4 10 2-15,-10-19 3 16,0-11-18-16,0-8-73 15,-6 0-116-15,6 0-79 16</inkml:trace>
  <inkml:trace contextRef="#ctx0" brushRef="#br0" timeOffset="152140.12">21962 13932 669 0</inkml:trace>
  <inkml:trace contextRef="#ctx0" brushRef="#br0" timeOffset="152237.72">21962 13932 669 0,'-40'-105'46'0,"40"105"-25"0,0 0 43 0,0 0 65 16,6 0-107-16,22 0-9 15,0 0-13-15,3-23-26 16,-3-1-118-16,0-1-132 15</inkml:trace>
  <inkml:trace contextRef="#ctx0" brushRef="#br0" timeOffset="152905.76">22644 13767 227 0,'0'0'206'0,"0"0"-157"0,0 0 18 0,0 0 40 16,0 0-49-16,-6 0 4 16,6 0-31-16,0 0-27 15,0 0 2-15,0 0-5 16,0 0 18-16,0 0 16 0,0 0 10 16,0 0-5-1,0 0 28-15,0 0-22 0,0 0-36 16,0 0-10-1,0 0-17-15,0 0-16 0,0 0-33 16,0 0-65-16,0 0-99 16,0 0-250-16</inkml:trace>
  <inkml:trace contextRef="#ctx0" brushRef="#br0" timeOffset="154586.66">27150 12452 550 0,'0'0'191'0,"0"0"-185"0,0 0 0 0,0 0 43 0,0 0 12 15,0 0-8 1,195 180-1-16,-136-139-36 0,-6 3 13 16,-1 4-11-16,4 1 0 15,-9 10-16-15,-1 1-2 16,7 4 0-16,-13-7-41 16,-6-9-46-16,7-17-98 15,-23-23-85-15</inkml:trace>
  <inkml:trace contextRef="#ctx0" brushRef="#br0" timeOffset="155085.43">27122 12740 491 0,'0'0'155'0,"0"0"-134"0,0 0 130 0,0 0 3 16,0 0-75-16,0 0-14 16,260-175-44-16,-226 139-18 15,-12 11 6-15,-10 9-9 16,-5 16-20-16,-7 0-54 16,0 0-40-16,0 13-39 0,0 15-62 15,-35 11-194-15</inkml:trace>
  <inkml:trace contextRef="#ctx0" brushRef="#br0" timeOffset="155390.19">27122 12740 497 0,'55'-31'61'0,"-55"-21"-61"16,0 4 0-1,0-9 15-15,0 9-6 0,0 24-4 16,0 8 8-16,0 16-2 16,0 0 32-16,0 0-6 15,0 0-20-15,13 37-5 16,15-1 13-16,12 3 37 15,-3-6-18-15,13-2-44 16,-4-14-89-16,-15-1-110 16,-3-16-308-16</inkml:trace>
  <inkml:trace contextRef="#ctx0" brushRef="#br0" timeOffset="156334.73">27906 13832 607 0,'0'0'29'0,"0"0"-15"0,0 0 62 0,0 0-45 0,0 0 6 0,-369 125 81 0,323-81-1 0,5-1-38 16,13 1-32-16,22 0 4 15,6-3-33-15,0-5-14 16,22-8-2-16,31-12-4 16,15-8-11-16,3-4-7 15,-3-4 7-15,7 0-9 16,-16-25-21-16,-7-14-47 16,-17-5-65-16,-17-4-96 15,-18 7-370-15</inkml:trace>
  <inkml:trace contextRef="#ctx0" brushRef="#br0" timeOffset="156552.51">27906 13832 174 0</inkml:trace>
  <inkml:trace contextRef="#ctx0" brushRef="#br0" timeOffset="156633.81">27906 13832 174 0,'400'148'515'0,"-406"-148"-515"0,6-4-3 16,0 0-129-16,0 4 136 15,0 0-4-15,-6 0 13 16,6 0-13 0,-6 0-122-16</inkml:trace>
  <inkml:trace contextRef="#ctx0" brushRef="#br0" timeOffset="157168.17">28936 13796 496 0,'0'0'224'0,"0"0"-197"16,0 0 34-16,0 8 53 15,0 20-71-15,0 8-10 16,0 4-14-16,0 0-6 16,0-8-13-16,0-11 0 15,0-1 11-15,6-4-8 16,12 4 8-16,10-4-8 16,6-1 37-16,-3 1-24 15,3-8 2-15,1-8-18 16,5 0 0-16,0 0-2 15,7 0-5-15,-1-16 1 0,7-12-7 16,3 4-11-16,-10 1-68 16,-21 6-120-16,-25 14-258 15</inkml:trace>
  <inkml:trace contextRef="#ctx0" brushRef="#br0" timeOffset="157932.69">29717 14052 729 0,'0'0'148'0,"0"0"-69"0,0 0-2 16,0 0-47-16,0 0-30 15,0 0-10-15,-12-23-1 16,12 18 11-16,0 5 23 15,0 0 21-15,0 0 29 0,0 0-41 16,0 0-21-16,0 0-8 16,0 0-6-1,0 0-16-15,0 0-13 0,0 0-71 16,0 0-20-16,0 0-170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2:01:42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20210 8859 321 0,'0'0'233'0,"0"0"-204"0,0 0 5 0,0 0 25 0,0 0 18 0,0 0-25 0,0 0-7 0,87-108-15 0,-87 100-5 0,22 0 31 0,-10-1-10 0,4 1-5 15,-4-3-21-15,0-2 8 16,16 1-20-16,-9 4 13 16,9 0 2-16,-3 0 4 15,3 4-12-15,6-4-12 0,-6 4 8 16,18 4-4-1,-6 0-7-15,19 0 3 0,6 0-5 16,16-4 4-16,15-4-2 16,3 0 0-16,7 0 1 15,-10 0-4-15,9-1 6 16,4 6-3-16,-10-1 4 16,-6 0-7-16,0 0 11 15,-6 0-8-15,0 0 0 16,6-4 0-16,3 0 0 15,3-4 5-15,-12 4 2 16,6-5-4-16,-12 10-2 16,-7-1 3-16,13 4 2 15,-16 0-6-15,10 0 0 0,-7 0-1 16,1 0 3-16,-1 0-7 16,-3 0 15-16,-2 0-18 15,-11 0 16-15,5 0-9 16,2 12 5-16,-3 4-4 15,9-4 0-15,-3 4 0 16,-3-4-3-16,-9-1 8 16,3-2-11-16,-19-5 14 15,-6 4-13-15,13 0 9 16,-1 1-7-16,-5-2 6 16,11 5-3-16,1-3 0 15,3-1 3-15,-3 3-11 16,6-7 20-16,-19 4-14 15,6 0 10-15,1-3-4 0,-13-2 0 16,19 2-4-16,-13-2 3 16,0-3 3-16,-6 4-2 15,-15-4 2-15,9 4-9 16,-6-4 11-16,-10 0-12 16,13 4 12-16,-10 1-12 15,10-5 4-15,-3 0 0 16,-3 0-2-16,15 0 5 15,-13 0-12-15,-2 0 20 16,3 3-17-16,2-3 17 16,11 5-8-16,11-5 0 15,7 3 11-15,9 2-13 0,-9-2-1 16,-7 1-3-16,-12 1 3 16,-15-5-7-16,-4 0 18 15,-9 0-16-15,1 3 11 16,-1-3-6-16,-6 0 6 15,12 0 2-15,4 0-1 16,-10 0-7-16,13 0 4 16,2 0 4-16,-8 0-15 15,-1 0 13-15,-3 0-12 16,-9 0 1-16,0 0 1 16,0 0-2-16,0 0-3 0,13 0 8 15,-13 0 1 1,6 0 3-16,-6 0 1 0,19 0 0 15,-4 0 0-15,-3 0-8 16,-5 0 4-16,21 0-9 16,-16 0-5-16,-6 0-34 15,-6-8 0-15,0-12-84 16,-6-3-202-16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14T22:31:37.13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5445 8823 11 0,'0'0'190'0,"0"0"-87"0,0 0 3 0,0 0-19 16,0 0-54-16,0 0 16 0,0 0-4 15,0 0-5-15,0 0 16 16,0 0-12-16,0 0 31 16,0 0-36-16,0 0-2 15,0 0-14-15,0 0 17 16,0 0-15-16,0 0 3 15,0 0 5-15,0 0 1 16,0 0-2-16,0 0-13 16,0 0-8-16,0 0-8 15,0 0 16-15,0 0-16 0,0 0 6 16,0 0 4-16,0 0 11 16,0 0-15-16,0 0 8 15,0 0-4-15,0 0-8 16,0 0 1-16,0 0-2 15,0 0-7-15,0 0 3 16,0 0 0-16,0 0-6 16,0 12 2-16,0 16 4 15,0 8 10-15,0 8-4 16,0 8-1-16,0 0-7 16,0-4 7-16,0-4-10 15,0-8 1-15,0-3 0 16,0-22-23-16,0 14-23 15,0-17-31-15,0-8-90 16,0 0-121-16,0 0-297 0</inkml:trace>
  <inkml:trace contextRef="#ctx0" brushRef="#br0" timeOffset="733.05">5259 9508 53 0,'0'0'124'0,"0"0"-7"0,0 0-25 0,0 0-21 0,0 0-29 0,0 0-5 16,0 0 37-16,0 0 10 15,0 0 0-15,0 0-19 16,0 0 28-16,0 0-57 15,0 0-6-15,28-4-10 16,18-28 38-16,1-12 21 16,18-12-27-16,3-12-21 15,6-5-23-15,-8-2 3 16,-4 6-9-16,-16 10-2 16,-21 10-8-16,9 9-18 15,-22 19 4-15,4 10-2 16,-16 11-4-16,0 0-41 15,0 0-26-15,0 0-192 16,0 19-298-16</inkml:trace>
  <inkml:trace contextRef="#ctx0" brushRef="#br0" timeOffset="1417.31">6155 9308 641 0,'0'0'112'0,"0"0"-32"0,0 0-9 16,0 0-61-16,0 0 10 0,0 0 18 15,133-36-14-15,-105 32-7 16,-3 4-2-16,-3 0-13 15,2 0-2-15,-2 0-24 16,-9 0-28-16,-13 0-18 16,0 0-30-16,0 0-7 15,0 0-11-15,0 0 8 16,0 0-49-16</inkml:trace>
  <inkml:trace contextRef="#ctx0" brushRef="#br0" timeOffset="1681.14">6155 9308 641 0,'-202'-180'42'0,"202"180"-27"16,0 0 25-16,0 0 16 15,0 0-2-15,22-5 17 16,-10 5-29-16,16-4 10 16,-9 4-16-16,9 0 4 15,6 0-25-15,12-4-15 16,7 0-7-16,0 4-54 0,9 0-70 16,-25 0-132-16,3 0-361 15</inkml:trace>
  <inkml:trace contextRef="#ctx0" brushRef="#br0" timeOffset="2415.81">6797 9272 209 0,'0'0'287'0,"0"0"-158"0,0 0-15 0,0 0-18 0,0 0-23 16,0 0 8-16,-7 75-50 15,7-58-8-15,7-13-21 16,17 0 9-16,45 0 34 16,11-4-13-16,1 0-7 15,12 0-7-15,-25-12 1 16,-21-20-5-16,-1-17 25 16,-21 5-36-16,-3-15 25 15,-16-6-27-15,-6 1-2 16,0 12-3-16,0 20-2 15,-40 19-4-15,-19 13 14 0,3 0-10 16,-15 21-23-16,-16 23 14 16,12 1 3-16,7-1 9 15,22-13 2-15,39-3 0 16,7-12 0-16,0-4-14 16,7-7 14-16,61-5-8 15,6 0 9-15,-2 0 1 16,14 0 17-16,-30 11-16 15,9 9-2-15,-12 1 0 16,-6 10 0-16,-7-3-5 16,-18-3 1-16,2-5-4 15,-2-8-47-15,6-4-5 16,-16-8-50-16,-5 0-164 0,-1 0-189 16</inkml:trace>
  <inkml:trace contextRef="#ctx0" brushRef="#br0" timeOffset="2880.81">7814 9247 548 0,'0'0'430'0,"0"0"-358"0,0 0 16 0,0 0-74 0,0 0 16 16,0 0 13 0,232-160-27-16,-185 124-9 0,-1 8-7 15,-12 4-4-15,-6 0-23 16,-9-4-9-16,-7 4-51 15,-12-4-41-15,0 7-76 16,0 10-14-16,0 7-147 16</inkml:trace>
  <inkml:trace contextRef="#ctx0" brushRef="#br0" timeOffset="3113.2">7901 8838 564 0,'0'0'355'16,"0"0"-292"-16,0 0 17 0,0 0-1 16,0 0-67-16,0 0 19 15,0 161 7-15,24-101-26 16,4-4-12-16,-3 4 0 16,-3-4-5-16,-4-4 0 15,-2-3-23-15,-4-9-13 16,1-12-13-16,2-15-63 15,-2 2-148-15,5-15 23 16,4 0-231-16</inkml:trace>
  <inkml:trace contextRef="#ctx0" brushRef="#br0" timeOffset="3630.2">8648 9100 202 0,'0'0'119'0,"0"0"16"0,0 0 12 0,0 0-62 15,0 0-11-15,0 0-21 0,28 216-17 16,-28-168 8 0,0 1 4-16,0-2-31 0,0-3-15 15,0-8-2-15,0-3-4 16,0-10-40-16,12-10-55 15,1-10 6-15,-7-3-54 16,3 0-125-16,-9-16 71 16</inkml:trace>
  <inkml:trace contextRef="#ctx0" brushRef="#br0" timeOffset="3913.81">8421 9408 477 0,'0'0'110'0,"0"0"21"15,0 0 29-15,0 0-60 16,0 0-35-16,0 0-42 15,-15 0 9-15,61 0 30 16,-5 0-36-16,15 0-10 16,2 0-16-16,11 0 0 15,-4 0-53-15,-3 0-67 16,-22 0-132-16,-3 0-208 16</inkml:trace>
  <inkml:trace contextRef="#ctx0" brushRef="#br0" timeOffset="4463.1">9469 9493 566 0,'0'0'111'0,"0"0"40"0,0 0-14 0,0 0-100 0,0 0 0 16,0 0 9-16,0-80 11 15,0 43-2-15,-12-15-22 16,12-12 6-16,0-13-23 15,0-3 10-15,0-8-19 16,0 4 0-16,0 12-3 16,0 8-3-16,0 15 0 15,0 18 3-15,0 15-8 16,0 7-2-16,0 9 6 16,0 0-23-16,0 0 3 15,0 20-67-15,0 16-65 16,-28 5-145-16,16 3-287 0</inkml:trace>
  <inkml:trace contextRef="#ctx0" brushRef="#br0" timeOffset="4879.89">9395 9316 451 0,'0'0'138'0,"0"0"-108"16,0 0 21-16,0 0-1 15,0 0-21-15,0 0-3 0,202 0-6 16,-181 0-15-16,-2 0-4 15,-7 0 1-15,4 0-2 16,-10 0-1-16,0 0 1 16,0 0 31-16,7 0 39 15,-4 8-41-15,-9 0-23 16,0 0 17-16,0 8 14 16,0 8 39-16,-34 4-22 15,-19 4-15-15,-3 4 0 16,10-4-14-16,12-3-7 15,9-14-18-15,-3 1 0 0,28-11-44 16,0-5-78 0,-6 0-255-16</inkml:trace>
  <inkml:trace contextRef="#ctx0" brushRef="#br0" timeOffset="89773.85">17271 7908 431 0,'0'0'56'0,"0"0"-5"0,0 0 47 0,0 0-37 16,0 0 30-16,0 0-8 0,-6-23-14 15,-1 23 7-15,-2 0-9 16,9 0 4-16,-12 0-47 16,12 0-9-16,0 0-13 15,-7 0 6-15,1 0-8 16,0 23 1-16,6 9 3 16,-9 4-3-16,9 1 20 15,0-10-21-15,0-2 0 16,0-14-5-16,34-2 2 15,6-9-10-15,1 0 13 16,21 0 2-16,-10-40 9 16,1-20 21-16,-13-21-25 15,-12-3 14-15,-22 0-20 16,-6 7-1-16,0 13-17 0,0 20 15 16,0 21-20-16,-28 10 21 15,-18 13-2-15,-13 0-22 16,-3 24 23-16,9 29 4 15,1 11 2-15,24 4 2 16,9 8 1-16,4-24-7 16,15-12-6-16,0-24 2 15,6-8-33-15,50-8-12 16,3 0 37-16,-7 0 8 16,-11 0 8-16,-14 0 4 15,1 12-6-15,-15 25 13 16,-1 2 8-16,-6 6-11 0,1-9-9 15,8-8 1-15,4-12-8 16,15-8-53-16,0 4-39 16,-16-4-35-16,4 0-91 15,-22 0-51-15</inkml:trace>
  <inkml:trace contextRef="#ctx0" brushRef="#br0" timeOffset="90256.75">17993 7916 607 0,'0'0'214'0,"0"0"-92"0,0 0-13 0,0 0-67 0,0 0-14 0,0 0 9 16,81 0-24-16,-50 0 1 16,-9 0-11-16,2-8-3 15,4 4 0-15,-6-4-4 16,-3 8-26-16,-7-4-7 15,10 4-30-15,-4-7-18 16,10-1-42-16,-15-5-84 16,-1 1-56-16</inkml:trace>
  <inkml:trace contextRef="#ctx0" brushRef="#br0" timeOffset="90505.07">17993 7916 602 0,'53'-148'38'16,"-34"148"21"-16,15 0 76 16,6 0-64-16,0 0-14 15,13 0-25-15,3-12-18 0,-10-8-14 16,-15 8-2-16,10-1-1 15,-20 10-29-15,-8 3-43 16,8 0-93-16,-8 0-75 16</inkml:trace>
  <inkml:trace contextRef="#ctx0" brushRef="#br0" timeOffset="90822.85">19122 7985 47 0,'0'0'912'16,"0"0"-776"-16,0 0-12 16,0 0-45-16,0 0-57 15,0 0-21-15,6 0-1 16,-6 0-5-16,0 0-33 16,0 0-2-16,0 0-40 15,0 0-215-15</inkml:trace>
  <inkml:trace contextRef="#ctx0" brushRef="#br0" timeOffset="92388.4">17351 9296 74 0,'0'0'454'0,"0"0"-385"0,0 0 22 15,0 0 27-15,0 0-63 0,0 0 63 16,-6 0-20-16,6 0 9 16,0-16-39-16,-9-20-20 15,-10-25-29-15,7-14-2 16,-10-18 15-16,4-7-26 16,-4 3 3-16,9 14-9 15,7 19-4-15,6 23 0 16,0 21 1-16,0 7-22 0,0 13-21 15,0 0 4-15,0 0-31 16,0 13-48-16,0 27 15 16,0 4-137-16,13 0-305 15</inkml:trace>
  <inkml:trace contextRef="#ctx0" brushRef="#br0" timeOffset="92788.48">17289 9167 383 0,'0'0'106'0,"0"0"-40"15,0 0 43-15,0 0-50 16,0 0-4-16,0 0 27 15,10 0 6-15,15 0-42 16,9-8 1-16,12 5-24 16,7-2-1-16,0 1-17 15,21 4-4-15,-12 0-2 16,-9 0-10-16,-13 0-4 16,-28 0-2-16,1 0 17 15,-13 0-4-15,0 20 4 0,0 8 73 16,-53 5 3-16,0 3-20 15,-6-4-37-15,-3-4 6 16,16-5-16-16,-1-2-2 16,26-9-7-16,2 8-10 15,7 1-46-15,6 2-37 16,6 1-199-16,0-16-240 16</inkml:trace>
  <inkml:trace contextRef="#ctx0" brushRef="#br0" timeOffset="93255.01">18179 9167 236 0,'0'0'544'0,"0"0"-424"0,0 0-6 0,0 0-79 15,0 0-29-15,0 0 41 0,75 0-8 0,-29 0-21 0,-5 0-17 0,-17-3-1 16,17-2-32-16,-13 2-33 15,-22-2-18-15,6-7-119 16,-12 4-35-16,0-4-273 16</inkml:trace>
  <inkml:trace contextRef="#ctx0" brushRef="#br0" timeOffset="93436.84">18179 9167 666 0,'-173'-148'32'0,"219"136"77"15,7 0 42-15,9 0-99 16,-3 0-33-16,3 8-19 16,-9-4-4-16,-13 3-104 15,-15-2-213-15</inkml:trace>
  <inkml:trace contextRef="#ctx0" brushRef="#br0" timeOffset="93887.1">19109 9252 836 0,'0'0'286'0,"0"0"-177"0,0 0-47 0,0 0-60 0,0 0-2 15,0 0-22-15,19-8-57 16,-7 0-80-16,-2 0-114 16,2-4-79-16</inkml:trace>
  <inkml:trace contextRef="#ctx0" brushRef="#br0" timeOffset="94153.03">19181 8810 726 0,'0'0'163'0,"0"0"-118"15,0 0-31-15,0 0 24 16,0 0-30-16,183-204 8 16,-158 159-16-1,-10 6 0-15,-15 6 1 0,0 14-1 16,-15 7 34-16,-44 7-8 15,-16 5-4-15,1 0-19 16,21 0 7-16,-6 21-10 16,25 7-22-16,22-5-81 15,12 2-86-15,0-9-198 16</inkml:trace>
  <inkml:trace contextRef="#ctx0" brushRef="#br0" timeOffset="143394.01">10065 12172 328 0,'0'0'0'0,"0"0"-5"0,0 0-41 0,0 0 3 0,0 0 20 16,0 0 16-16,0 0 4 15,0 0-53-15</inkml:trace>
  <inkml:trace contextRef="#ctx0" brushRef="#br0" timeOffset="202294.81">11835 6621 211 0,'0'0'9'0,"0"0"17"0,0 0 18 16,0 0 4-16,0 0 8 15,0 0-37-15,0 0 6 16,0 0 25-16,0 11-11 0,0-11-17 16,0 0 18-16,0 0-9 15,0 0 55-15,0 0 22 16,0 0 1-16,0 0-58 16,0 0-14-16,0 0-24 15,0 0 13-15,0 0-20 16,0 0 20-16,0 0-1 15,0 0-4-15,0 0-5 16,0 0-10-16,0 0 17 16,0 0-2-16,0 0 4 0,0 0-13 15,0-11 13 1,0-22-4-16,0-10-1 0,0-17-7 16,16 4-9-16,9-13 2 15,3 1-3-15,6 4-6 16,-3 8-13-16,3 4-1 15,-6 16 12-15,-22 11-13 16,6 17 18-16,-12 4 0 16,0 4-6-16,0-4-2 15,0-11-26-15,28-6-91 16,0-11-140-16,-9 0-123 16</inkml:trace>
  <inkml:trace contextRef="#ctx0" brushRef="#br0" timeOffset="203145.67">11696 6344 13 0,'0'0'55'0,"0"0"-43"0,0 0 60 15,0 0 25-15,0 0 18 16,0 0 30-16,6 0-32 0,-6 0-21 16,0 0-32-16,0 0-32 15,0 0-4-15,0 0-15 16,0 0 22-16,0 0 2 16,0 0 22-16,0 0-19 15,0 0 12-15,0 0-4 16,0 0 8-16,0 0-17 15,0 0-21-15,0 0 5 16,0 0-19-16,0 0 0 16,0 0-10-16,0 16 8 15,12 1 4-15,4 10-3 16,-10 1 2-16,6 5-1 0,-5 6 1 16,2-6 2-1,-3-2-6-15,-6 2 6 0,0-13-4 16,0-9 11-16,0-3-11 15,0-8 1-15,0 0 0 16,13 0 5-16,-13 0-4 16,0 0 9-16,0 0-7 15,0 0-3-15,6 0-3 16,0 0-4-16,-6-8 0 16,28-15 7-16,0-9 5 15,-3 0-3-15,3 3 10 16,-16 6-12-16,16 10 6 0,-16 5-6 15,1 1 0-15,-13 7-6 16,0 0-8-16,0 0-23 16,0 0-49-16,0 0-119 15,0 0-119-15</inkml:trace>
  <inkml:trace contextRef="#ctx0" brushRef="#br0" timeOffset="204025.86">12183 5635 175 0,'0'0'37'0,"0"0"104"0,0 0 1 0,0 0-38 0,0 0 18 15,0 0 42 1,0 0-36-16,0 0-38 0,0 0-27 16,0 0-24-16,15-8-14 15,10-13-14-15,15 1 17 16,-6-12-13-16,25 3 4 16,-9-2-18-16,-13 11 5 15,-9 4 0-15,-16 8-12 16,4 3 4-16,-16 2-9 15,0 3-4-15,0 0-16 16,6-8 2-16,0-4-52 16,22-4-41-16,-9-1-66 15,-7 6-21-15,-3 3 20 16,-9 8-7-16</inkml:trace>
  <inkml:trace contextRef="#ctx0" brushRef="#br0" timeOffset="204425.23">12198 5281 652 0,'0'0'132'0,"0"0"23"0,0 0-65 0,0 0-68 0,0 0-20 15,0 0 78-15,71 64-21 16,-30-28-21-16,5 17-11 15,-12-13-9-15,7-4-12 16,-20-4 1-16,-8-13-10 16,-7-6 3-16,-6-5-1 15,6-4-23-15,-6-4 14 16,6 0-48-16,-6 0-88 0,0 0-203 16</inkml:trace>
  <inkml:trace contextRef="#ctx0" brushRef="#br0" timeOffset="206074.81">12691 6645 165 0,'0'0'147'0,"0"0"-63"0,0 0 32 0,0 0-64 15,0 0-13-15,0 0-22 16,0 8 23-16,0-8-22 0,0 0 12 16,0 0 16-16,0 0 25 15,0 0-8-15,0 0 0 16,0 0-23-16,0 0-23 16,0 0 19-16,0 0-13 15,0 0 6-15,0 0-18 16,0 0 11-16,0 0 5 15,0 0-1-15,0 0 0 16,0 0-12-16,0 0 1 16,0 0-11-16,0 0 13 15,0 0-14-15,0 0 3 0,0 0-5 16,0 0-2 0,0-13 4-16,6-14-2 0,22-9 8 15,13-9-8-15,5-7 9 16,13-7-5-16,9-18 6 15,0 5-9-15,-3 0 3 16,4 3-4-16,-17 13-2 16,1 9-2-16,-19 6-19 15,0 8 2-15,-15 22-16 16,-13-1 3-16,-6 12-25 16,6 0 22-16,-6 0-29 15,0 0-133-15,0 0-169 16</inkml:trace>
  <inkml:trace contextRef="#ctx0" brushRef="#br0" timeOffset="206813.97">12657 6416 105 0,'0'0'320'0,"0"0"-235"0,0 0 51 0,0 0-97 16,0 0-36-16,0 0-2 15,0 77 0-15,0-54 0 16,-12 6 8-16,-13 7 52 15,-3-4 5-15,0 8-10 16,3-4-21-16,-3-12-5 16,22-8-24-16,0-8-2 0,6-8 3 15,0 5-6 1,0-5 2-16,0 0 20 0,0 0-4 16,0 0-17-1,0 0-2-15,12 0 4 0,41-8 14 16,3-17 18-16,9-3 49 15,-19 0-54-15,7 0 1 16,-6 12-19-16,-7 3-12 16,-18-2-1-16,-10 15-3 15,4 0-1-15,-16 0-35 16,0 0-44-16,0 0-35 16,0 0-41-16,-16 0-137 15,-9 0-235-15</inkml:trace>
  <inkml:trace contextRef="#ctx0" brushRef="#br0" timeOffset="207806.91">13528 5474 303 0,'0'0'253'0,"0"0"-78"0,0 0 1 0,0 0-55 15,0 0-53-15,0 0-6 0,-6 0-44 16,6 0 10-16,0 0-5 16,0 0 5-16,0 0-17 15,0 0 5-15,0 0-9 16,0 0-5-16,0 0-4 16,0 0 0-16,0 24 0 15,0 0 4-15,0 4-3 16,6 4 4-16,7 4-6 15,15-4-1-15,-16 0-3 16,0-4-6-16,4-8-11 16,-16-4 16-16,12-4-27 15,-12-4-31-15,0 0-21 16,0-3-8-16,0-5-101 0,0 0-5 16,0 0-80-16</inkml:trace>
  <inkml:trace contextRef="#ctx0" brushRef="#br0" timeOffset="208471.56">13441 5923 281 0,'0'0'58'0,"0"0"-7"0,0 0 16 0,0 0-1 16,0 0 14-16,0 0-26 16,0 0-20-16,0 0 29 15,0 0 15-15,0 0-39 16,0 0-13-16,0 0-26 16,0 0 0-16,0 0 0 15,0 0 2-15,0 0 42 16,0 0 1-16,0 0 11 0,0 0-29 15,0 0 5-15,0 0 10 16,7-12-2-16,33-24-24 16,13-8 7-16,15-16-20 15,3-4-1-15,4-8 2 16,-7 3-2-16,-9 13-3 16,-19 12 3-16,-6 12-4 15,-21 23-28-15,-13 9 11 16,0 0-63-16,0 0-45 15,0 5-168-15,0 10-162 16</inkml:trace>
  <inkml:trace contextRef="#ctx0" brushRef="#br0" timeOffset="-204051.19">5358 10447 148 0,'0'0'159'0,"0"0"-113"0,0 0 52 16,0 0-8-16,0 0-31 16,0 0-19-16,0 0-4 15,0 0 9-15,0 0 24 16,0 0 6-16,0 0-2 15,0 0-44-15,0 0-3 16,0 0-9-16,0 0 16 16,0 0-5-16,0 0 5 15,0 0 6-15,0 0-20 0,0 0-2 16,0 0-14 0,0 0 4-16,0 0-2 0,0 0-7 15,0 0 3-15,0 0-1 16,0 0 0-16,0 12 0 15,0 0 2-15,-12 4 4 16,-16 8-4-16,9-4 3 16,-9 0-2-16,10 0-2 15,5-8-2-15,-2 5 0 16,15-9-2-16,0-1 2 16,0 14-2-16,0-10 1 15,0 6 4-15,0-1-8 16,0-4 5-16,0-1 0 0,0 5-4 15,15 1-9-15,16-1 5 16,3-1-6-16,7 1 6 16,-7 5-14-16,6-6 12 15,-6-2-12-15,-15 2 23 16,-7-2-12-16,4-5 11 16,-4 0-8-16,-12 1-6 15,6-6 9-15,-6 5-9 16,0 8 15-16,0 4 0 15,0 16-1-15,0 8 2 16,-25 4 6-16,-15-7 13 16,-10-2 8-16,13-6 18 15,3-17-28-15,19-1-12 16,15-7-4-16,-13-8-4 0,7 0-23 16,-6 0-51-1,-4-23-140-15,-2-5 41 0,-23-9-329 16</inkml:trace>
  <inkml:trace contextRef="#ctx0" brushRef="#br0" timeOffset="-203356.64">5380 10511 464 0,'0'0'59'0,"0"0"35"15,0 0 9-15,0 0-17 0,0 0 20 16,0 0-10-16,0 0-39 16,0 0-10-16,0 0 11 15,0 0-24-15,24-8-26 16,17 4 8-16,-1-8-6 15,7 4-9-15,-7-9-1 16,0 2-17-16,7-9-29 16,-7 8-67-16,7-1-129 15,-20 6-67-15</inkml:trace>
  <inkml:trace contextRef="#ctx0" brushRef="#br0" timeOffset="-202206.57">6000 11029 404 0,'0'0'93'0,"0"0"1"0,0 0-38 16,0 0-37-16,0 0-9 16,0 0 25-16,0-8 3 15,0 8 43-15,0 0 30 16,0 0-24-16,0 0-43 16,0 0-22-16,0 0-15 15,15 0-6-15,10 0 3 16,9 0-1-16,-6-5-6 15,3 5-9-15,3 0 1 16,-12 0-24-16,3 0-5 16,3 0 14-16,0 5 24 15,3-5-25-15,-10 0-55 16,4 0 10-16,-9-13-108 0,-16-2-193 16</inkml:trace>
  <inkml:trace contextRef="#ctx0" brushRef="#br0" timeOffset="-201673.84">6040 10840 169 0,'0'0'416'0,"0"0"-360"0,0 0 8 0,0 0-20 0,0 0-43 15,0 0 30-15,34-12 63 16,-12 12 6-16,3 0-29 16,3 0-28-16,6 0 15 15,-3 0-54-15,3 0-4 16,-6 0-2-16,6 0-20 16,-16 0-16-16,1 0 2 15,-3-4-45-15,-4-1-127 16,-6-3-92-16</inkml:trace>
  <inkml:trace contextRef="#ctx0" brushRef="#br0" timeOffset="-193664.11">7163 10752 280 0,'0'0'169'0,"0"0"-64"0,0 0 5 16,0 0-41-16,0 0 8 0,0 0-33 16,-13 0 25-16,7 0 6 15,-6 0-16-15,-4 0-31 16,-3 3-25-16,-8 6-6 15,20-6 7-15,-5 13-1 16,6-3 0-16,-10 7-1 16,4 4-2-16,-1 4 0 15,13 12 0-15,0-4-4 16,0-8-2-16,0-7-7 16,0-2 11-16,25-10-15 0,16 2 1 15,5-3-16 1,28-4 24-16,-5-4-12 0,18 0-5 15,-16 0 6 1,-25 0 7-16,10-23-16 0,-16-10 2 16,1-6 22-16,-10-6 4 15,3 1 7-15,-12 12 1 16,-16 4 0-16,0 11 4 16,0 9 0-16,0-7 2 15,-6-6-14-15,0-7-2 16,0-8-10-16,0-3 7 15,0 3-2-15,0 3 7 16,0 9 6-16,0 12 17 16,-6 4-6-16,-6 8 9 15,-4 0-2-15,-2 0-7 16,5 0-17-16,-15 0-15 0,0 0 11 16,10 0-6-16,-10 8 10 15,9 8 0-15,-9 8 5 16,4 0 7-16,2 4-11 15,10 4 10-15,5-7-6 16,7 11-10-16,0-8 5 16,0 3-3-16,0-6-11 15,0-6 13-15,0 2-1 16,0-1 1-16,0 0-4 16,19-4-2-16,-7 0 6 15,10-7-22-15,-3-2 15 16,-4-3-24-16,16 8 32 15,-3-4-7-15,0 4 7 0,-3 0 0 16,-4 5 0-16,-2-14-4 16,-3 9 4-16,-4-4 0 15,0-3 0-15,4-5 0 16,-4 0 0-16,1 0-11 16,-1 0 1-16,4 0-15 15,8 0 3-15,4-5-73 16,6-26-103-16,-9 3-82 15</inkml:trace>
  <inkml:trace contextRef="#ctx0" brushRef="#br0" timeOffset="-192763.81">8328 10972 627 0,'0'0'76'0,"0"0"-58"0,0 0-18 0,0 0-35 16,0 0 35-16,0 0 13 15,31-32 30-15,-31 32 80 16,0 0 23-16,0 0-58 0,0 0-57 16,0 9-31-1,-12-1-8-15,6 3-14 0,0-3 6 16,6 1-48-16,0-9-13 15,0 0-1-15,-16 0-98 16</inkml:trace>
  <inkml:trace contextRef="#ctx0" brushRef="#br0" timeOffset="-187686.16">8896 11052 245 0,'0'0'152'0,"0"0"-86"0,0 0-1 0,0 0-15 16,0 0 12-16,0 0 6 15,0 0-7-15,12 5 16 16,-12-5 12-16,0 3-32 16,0-3-23-16,0 0-5 15,0 8-24-15,0-3 2 16,0 7-5-16,0-1 11 15,0-3-3-15,0-3 5 16,0-5 5-16,0 0-11 16,0 0 7-16,0 0-1 15,0 0 13-15,0 0-21 0,0 0 0 16,0 0-4 0,0 0-1-16,0 0 1 0,0 0 0 15,0 0 14-15,0 0-6 16,0 0 14-16,0 0-17 15,0 0-8-15,0-28 5 16,0-13-5-16,6-14 12 16,10-9-7-16,-10-10-5 15,-6 7 1-15,0 3-5 16,0-1-10-16,0 9 9 16,0 20 2-16,0 8-2 15,0 16 5-15,0 4 0 16,0 8 5-16,0 0 3 15,0 0 8-15,0 0-10 0,0 12-2 16,-22 12-4-16,-12 4-10 16,-3 12-14-16,-12 9 15 15,18-10-10-15,-4 10-8 16,8-9-27-16,14-4-59 16,-9-12-116-16,4-8-198 15</inkml:trace>
  <inkml:trace contextRef="#ctx0" brushRef="#br0" timeOffset="-185303.91">9811 11209 471 0,'0'0'71'0,"0"0"59"0,0 0-27 16,0 0-38-16,0 0 44 15,0 0-28-15,0 20-31 16,0-28 35-16,0-16-33 15,0-16-14-15,21-16-16 16,-2-13-20-16,9-6-2 16,-16 3 3-16,1 11-8 15,-13 12-3-15,0 18-5 16,0 23-21-16,0 8-5 0,0 0-26 16,0 0-127-16,0 0-207 15</inkml:trace>
  <inkml:trace contextRef="#ctx0" brushRef="#br0" timeOffset="-184921.18">9711 11021 396 0,'0'0'225'0,"0"0"-160"0,0 0 107 0,0 0-37 0,0 0-74 15,0 0-14-15,382-57-26 0,-330 50-19 16,-11 7-2-16,-1-5-13 16,-6-3-45-16,-9-4-173 15,-19 1-228-15</inkml:trace>
  <inkml:trace contextRef="#ctx0" brushRef="#br0" timeOffset="-184220.15">10598 11201 214 0,'0'0'254'0,"0"0"-104"0,0 0-2 0,0 0-40 15,0 0 5-15,0 0-30 16,9 3-12-16,4-22-18 16,-1-26-16-16,16-27 24 15,6-24-34-15,-15-21 13 16,21-2-27-16,-12-6-2 15,-16 17-11-15,1 20-25 16,-7 24 12-16,-6 23-24 16,0 21-1-16,0 17-40 15,0 3-41-15,0 0-118 0,0 20-282 16</inkml:trace>
  <inkml:trace contextRef="#ctx0" brushRef="#br0" timeOffset="-183538.92">10700 11008 364 0,'0'0'135'0,"0"0"5"0,0 0-21 0,0 0-84 15,0 0 26-15,0 0-22 16,112-51 1-16,-62 46-29 16,-13 2-7-16,3 3-2 0,-6-5-2 15,-12 5 1 1,-10 0 1-16,-5 0-2 0,-7 0 0 15,0 0 6-15,0 0 23 16,0 20 45-16,0 4-20 16,-7 9-15-16,-45 3-21 15,-17 3-13-15,-24 5-5 16,0-8-5-16,0-11 1 16,13-17 4-16,40-8-26 15,5 0-16-15,17 0-95 16,-4 0-310-16</inkml:trace>
  <inkml:trace contextRef="#ctx0" brushRef="#br0" timeOffset="-173673.64">11724 11189 484 0,'0'0'41'0,"0"0"-1"0,0 0 23 0,0 0-16 16,0 0 1-16,0 0 9 16,0 0-26-16,-22 0 71 15,22 0-10-15,0 0-25 16,0 0-26-16,0 0-14 16,0 0-1-16,0 0-11 15,0 0 7-15,0 0-12 0,0 0 19 16,0 0-17-16,0 0 15 15,0 0-25-15,12 0 4 16,44-13 1-16,31-2 8 16,0 2-5-16,0-3-6 15,-1 8-4-15,-5 8-10 16,-10 0-5-16,4 0-22 16,-1 0 10-16,-15 0-20 15,3 21-51-15,-31-5-77 16,-31 4-178-16</inkml:trace>
  <inkml:trace contextRef="#ctx0" brushRef="#br0" timeOffset="-172947.89">11904 10916 251 0,'0'0'76'0,"0"0"8"0,0 0 32 0,0 0-32 0,0 0-23 16,0 0 8-16,-41 0 20 16,35 0-1-16,6 0 11 15,0 0-30-15,-6 0 1 16,6 0-43-16,0 0-6 16,0 0 9-16,0 0-4 0,0-4-6 15,0-4-19-15,0 0-2 16,53-3 2-16,21 2 9 15,19 1-2-15,6 4-3 16,-12 0-5-16,-6 4-3 16,-1 0-17-16,-27 0-23 15,6-8 8-15,-10 0-62 16,-24-4-61-16,3-4-145 16,-28 4-319-16</inkml:trace>
  <inkml:trace contextRef="#ctx0" brushRef="#br0" timeOffset="-172381.86">12691 10615 383 0,'0'0'166'0,"0"0"-138"0,0 0-18 15,0 0-1-15,0 0-8 0,0 0 18 16,133 36-18 0,-117-23-2-16,-10 11 2 0,-6-1 0 15,0 10 37-15,0 19 59 16,-62 16 24-16,-3 17-51 16,-28 6-15-16,6-7-50 15,13-7 1-15,-1-17-3 16,41-12-3-16,16-20 0 15,11-7-6-15,7-14-53 16,0-7-196-16,13 0-167 16</inkml:trace>
  <inkml:trace contextRef="#ctx0" brushRef="#br0" timeOffset="-170981.83">13969 10571 461 0,'0'0'167'0,"0"0"-101"0,0 0 21 0,0 0-69 15,0 0-10 1,0 0 24-16,-28 4 8 0,3 4 22 16,-3-4-2-16,0 4-3 15,3-3 11-15,-3 10-10 16,10 1-42-16,-10 4-5 15,9 1-6-15,4-5 1 16,2-1-12-16,7 1 6 16,0 1-4-16,6-9 3 15,0 3-3-15,0 1 2 16,0-12 0-16,0 13 2 16,40-1-3-16,13-4-7 15,6 0-17-15,9 0-16 16,-3 4-13-16,-3 0 34 0,-9 8 3 15,-13 0 2-15,-12 4 10 16,-9-4 4-16,-13-4 1 16,0 1 2-16,3 11 0 15,-9-5 4-15,0 9 13 16,0 1 7-16,0 11 11 16,0 0 0-16,-34 4 6 15,-6 4-26-15,-7-12-11 16,-5-4-1-16,-4-15-1 15,16-1-4-15,-1-17-5 16,17-3-16-16,-4 0-15 16,15 0-23-16,7-16-83 0,6-20-87 15,0-8-180-15</inkml:trace>
  <inkml:trace contextRef="#ctx0" brushRef="#br0" timeOffset="-170416.86">13900 10675 264 0,'0'0'167'0,"0"0"-50"0,0 0 1 0,0 0-43 16,0 0-1-16,0 0 24 15,28-11 1-15,25 2-28 16,9-7 8-16,3 8-56 16,3-8-15-16,-9 9-8 15,-6-1-5-15,-13 8-47 0,-12 0-97 16,-22 0-197-16</inkml:trace>
  <inkml:trace contextRef="#ctx0" brushRef="#br0" timeOffset="-169733.02">14818 11269 266 0,'0'0'330'0,"0"0"-223"0,0 0-10 0,0 0-4 16,0 0-19-16,0 0-2 0,25-4 13 15,3 4-50-15,6 0-13 16,-9 0-19-16,3 0-6 15,0 0 1-15,-10 0-27 16,-5 0-41-16,-4 0 3 16,-3 0-75-16,-6 0-53 15,0 0-38-15</inkml:trace>
  <inkml:trace contextRef="#ctx0" brushRef="#br0" timeOffset="-169531.72">14818 11269 529 0</inkml:trace>
  <inkml:trace contextRef="#ctx0" brushRef="#br0" timeOffset="-169401.77">14818 11269 529 0,'-102'-257'167'0,"102"257"-7"0,0 0-20 0,40 0 27 15,16 0-127-15,-3 0-23 16,-1 0-9-16,1 0-5 16,3 0-6-16,-3 0-21 15,-7-8-47-15,1-3-90 16,-19 3-157-16,-10-1-268 15</inkml:trace>
  <inkml:trace contextRef="#ctx0" brushRef="#br0" timeOffset="-166019.83">15786 11044 373 0,'0'0'125'0,"0"0"33"0,0 0-4 16,0 0-34-16,0 0-44 0,0 0-8 16,0 0-12-1,0 0-39-15,0 0 7 0,0 0-5 16,0 0 11-16,0 0-13 15,0 0 13-15,0 0-14 16,0 4-8-16,0 0-8 16,0 4-2-16,0 13 1 15,0-6 2-15,0 10-7 16,0-1 12-16,0-4-7 16,0 0 3-16,0-4-4 15,0-5 0-15,0 2 0 16,0-9-9-16,6-4 5 15,15 8 2-15,-2-8-7 16,3 0 10-16,-10 0 2 16,10 0-7-16,-4 0 6 0,10 0-6 15,7-25 6 1,-4-6 4-16,3-13-4 0,6-12-1 16,0-4 0-16,-12 3-8 15,-9 1 7-15,-13 3-4 16,-6-2 0-16,0-1 0 15,0 0-4-15,-25 15 8 16,-24 9 2-16,2 25-4 16,-6-1 8-16,7 8 4 15,-1 0-6-15,1 8 13 16,12 23-9-16,6 2 3 16,3-2-8-16,13 10-1 0,2 7 0 15,4 4 0-15,0 8-3 16,0-7 6-16,6-2-2 15,0-2 4-15,0-10-10 16,0 2 4-16,0-2 1 16,0-6-3-16,18-5-2 15,4 0 5-15,-3-8-3 16,8-4-2-16,1 0 10 16,3-8-7-16,3-8 4 15,1 0-3-15,11 0 1 16,13-8-4-16,3-24 4 15,3-5 4-15,-18 1-1 16,-19 25-1-16,-16-1 1 16,-12 12 0-16,0 0-4 15,0 0 3-15,9 23 13 0,4 13 4 16,-1 9-6-16,0-5-13 16,4-8-8-16,9-3-4 15,-4-18-16-15,-2-2 0 16,9-9-27-16,0 0-41 15,3 0-47-15,-9 0-134 16</inkml:trace>
  <inkml:trace contextRef="#ctx0" brushRef="#br0" timeOffset="-160125.39">16768 10949 219 0,'0'0'64'0,"0"0"-24"0,0 0-40 0,0 0-86 15,0 0 11-15,0 0 59 16,0 0-6-16,87-57-102 0</inkml:trace>
  <inkml:trace contextRef="#ctx0" brushRef="#br0" timeOffset="-159793.81">16768 10949 209 0,'140'-81'119'0,"-140"81"-12"15,0 0-41-15,0 0-2 16,0 0-31-16,0 0 33 15,0 0-4-15,0 0 15 16,0 0-26-16,0 0-5 16,0 0-14-16,0 0-18 15,9 0 0-15,-9 0-8 16,0 0 27-16,0 0 4 16,0 0-9-16,0 0 4 15,0 0 28-15,0 0-26 0,0 0-14 16,0 8-18-16,0 12 8 15,0 16-10-15,0 17 3 16,0-1 3-16,0 4-3 16,0-1-3-16,0 9 3 15,0 2-2-15,0-11-1 16,0-10-4-16,0-18 4 16,0-10-27-16,13-17-49 15,-1 0-128-15,10 0-38 16,-16-8-38-16</inkml:trace>
  <inkml:trace contextRef="#ctx0" brushRef="#br0" timeOffset="-159226.96">16657 11189 323 0,'0'0'196'0,"0"0"-166"15,0 0 64-15,0 0-56 0,0 0 4 0,0 0 48 16,0 8 54-16,0-4-41 16,25 4-2-16,27-5-56 15,10-3-16-15,4 0-1 16,14 0-14-16,7 0-3 15,-13-3-7-15,7-2-8 16,-22 2-5-16,-3 3-11 16,-31 0-20-16,9 0-36 15,-34 0-85-15,0 0-236 16</inkml:trace>
  <inkml:trace contextRef="#ctx0" brushRef="#br0" timeOffset="-157876.1">17652 10507 234 0,'0'0'234'0,"0"0"-105"0,0 0-12 0,0 0-48 16,0 0-45-16,0 0 5 15,0 0 24-15,0 0-10 0,0 0 12 16,0 0-18-16,0 0-18 15,0 0 10-15,0 0-25 16,0 0 28-16,0 0-4 16,0 0-3-16,0 0-22 15,0 12 3-15,0 12-2 16,0 8 11-16,0 8 8 16,0 9-12-16,6 3 10 15,7-1-20-15,15-2 3 16,-10 3 1-16,-2 4-8 15,2 5 5-15,-5-2-2 16,2-2 0-16,4 3 1 16,3-9-4-16,2 6 8 0,-2-9-12 15,-9-7 14-15,-7 6-14 16,-6-10 4-16,0-5 2 16,0-4-2-16,0-13 3 15,0-2 1-15,0-5-1 16,0-8 0-16,0 0 1 15,0 0-6-15,0 0-18 16,0 0 11-16,0-21-5 16,0-2 17-16,0-5 1 15,0 4 7-15,0 4 9 16,0-8-16-16,28-1 2 16,-4 6 5-16,17-2-16 0,-7 9-1 15,-6 8 6-15,-3 4-4 16,-4 4 0-16,13 0 7 15,-3 0 2-15,19 0-2 16,-3 0-3-16,-16 4-1 16,3 12-17-16,-22 0 8 15,-3-4-16-15,-9 4 24 16,0 4 5-16,0 4 19 16,-21 9 15-16,-32-5-20 15,-15 0 12-15,-4-9-11 16,-2 1 11-16,-7-7-23 15,22-1-3-15,13-8-10 16,6 0-27-16,6 4-55 0,-1-5-277 16</inkml:trace>
  <inkml:trace contextRef="#ctx0" brushRef="#br0" timeOffset="-124039.24">14536 6966 35 0,'0'0'255'0,"0"0"-241"0,0 0 69 16,0 0-37-16,0 0-36 15,0 0 21-15,0 0-6 16,0 0 5-16,0 0 0 15,-12 0 17-15,12 0-7 16,0 0 4-16,0 0-33 16,0 0 19-16,0 0-3 15,0 0 22-15,-13 0 1 16,4 0 1-16,3 0-20 16,-7 0-15-16,7 0 22 0,0 0-20 15,-10 4-11-15,16-4-2 16,0 0-2-16,0 0-2 15,0 0 7-15,0 0-7 16,-6 0 14-16,6 0 5 16,0 0 4-16,0 0 14 15,0 0-26-15,0 0 2 16,0 0-12-16,0 0 10 16,-6 0 4-16,6 0-1 15,0 0-8-15,0 0 10 0,0-9-17 16,0-27 0-1,28-16 4-15,25-7 3 0,-1-10-14 16,29-8 3 0,0-3 3-16,5-4-7 0,-5 4 0 15,0 12 6-15,-16 12-6 16,-13 8-4-16,-11 7-31 16,-13 10-27-16,0-5-15 15,3 3-85-15,-4 1-74 16,-8 9-133-16</inkml:trace>
  <inkml:trace contextRef="#ctx0" brushRef="#br0" timeOffset="-123223.9">14443 6765 146 0,'0'0'231'0,"0"0"-152"0,0 0 21 0,0 0-50 16,0 0-36-16,0 0 7 15,0 0 8-15,0 0 12 16,0 0 25-16,0 0 0 16,0 0-8-16,0 5-10 15,0 10-6-15,-12 14-25 16,-10 2 24-16,-12 10-13 15,15-10 7-15,-9-3-17 0,16-7 6 16,6-17-18-16,-1 4 2 16,7-8-8-16,0 0 2 15,0 0-9-15,0 0 4 16,0 0 2-16,13 0 1 16,27-20 20-16,13 0-19 15,-7-1 14-15,10 6-12 16,-16 2 1-16,-15 2-4 15,3 3-2-15,-9-1-6 16,-4 6-25-16,-8 3-47 16,-7 0-63-16,0 0-108 15,0 0-296-15</inkml:trace>
  <inkml:trace contextRef="#ctx0" brushRef="#br0" timeOffset="-122207.64">15404 5807 303 0,'0'0'117'0,"0"0"-58"0,0 0 47 0,0 0-58 0,0 0 8 15,0 0 33-15,0 0-8 16,0 0 10-16,0 0-16 16,0 0-7-16,9-8-17 15,10-9-7-15,9-7-27 16,12-7 7-16,1-2-21 16,-4-3 2-16,19-8-5 15,-10 4-1-15,1 0-1 16,-13 8-12-16,-3 8 11 0,-10-1-14 15,-14 14 0 1,14-1-25-16,-14 4-22 0,-1 3-12 16,0 2-59-16,-6 3 0 15,0 0-42-15,0 0-38 16,0 0-124-16</inkml:trace>
  <inkml:trace contextRef="#ctx0" brushRef="#br0" timeOffset="-121842.96">15485 5489 225 0,'0'0'329'0,"0"0"-183"0,0 0 60 0,0 0-76 0,0 0-21 15,0 0-39-15,40 125-41 16,0-85-2-16,1 0-19 15,-7 1 0-15,0-5 0 0,-15-12-16 16,-13-4 6-16,15-4-20 16,-14-4-22-16,-1-1-8 15,-6-6-79-15,0 3-221 16</inkml:trace>
  <inkml:trace contextRef="#ctx0" brushRef="#br0" timeOffset="-120608.79">15333 6801 131 0,'0'0'171'0,"0"0"-124"0,0 0 47 15,0 0-14-15,0 0-62 16,0 0 21-16,0 0-8 16,0 0 27-16,0 0 4 15,0 0 16-15,0 0-4 16,0 0-22-16,6 0-3 15,-6 0 6-15,6 0 7 0,7 0-14 16,2-4-15-16,4-15-14 16,15-6 7-16,12-7-10 15,7-8 0-15,15-9 0 16,7-2-12-16,12-14 17 16,-1 9-21-16,7-12 10 15,0 0-6-15,0 4-5 16,-18 7 1-16,-16 13-17 15,-19 16-14-15,-18 12-21 16,-16 9 1-16,-6 7-51 16,0 0-8-16,0 7-119 15,-34 25-260-15</inkml:trace>
  <inkml:trace contextRef="#ctx0" brushRef="#br0" timeOffset="-119810.09">15358 6701 102 0,'0'0'195'0,"0"0"-137"16,0 0 32-16,0 0-34 0,0 0-36 0,0 0 6 15,0 0-5-15,-13 0 17 16,1 3-17-16,-4 18 24 15,-2 3 3-15,-16 5 27 16,9-1-9-16,-3 0 17 0,6-9-28 16,10 6-21-16,6-6-10 15,-1-7-13-15,7 1 13 16,0-10-22 0,0-3-2-16,0 0-3 0,0 0 3 15,7 0 3-15,21 0 34 16,30 0-23-16,1-8 1 15,3-12 3-15,-3-4-5 16,-12 9-9-16,-13 2 3 16,-22 5-14-16,4 5 2 15,-16 3-10-15,0 0-33 16,6 0-22-16,-6 0-9 16,0-5-81-16,0 5-160 0</inkml:trace>
  <inkml:trace contextRef="#ctx0" brushRef="#br0" timeOffset="-118843.84">16722 5502 484 0,'0'0'145'0,"0"0"-46"0,0 0 12 0,0 0-60 0,0 0-5 16,0 0 2-16,0 12 28 16,0 8-38-16,12 7 4 15,4-2-33-15,-10 3-7 16,-6 8-2-16,0-7 3 15,0-1-6-15,0-5 6 0,0-2-6 16,0-1-28-16,0-9-2 16,0 6-42-16,0-9-118 15,0 0-40-15,0-8-253 16</inkml:trace>
  <inkml:trace contextRef="#ctx0" brushRef="#br0" timeOffset="-118292.85">16648 5987 69 0,'0'0'83'0,"0"0"14"0,0 0-38 0,0 0 10 0,0 0-22 16,0 0 20-16,-19 8-29 15,13-8 35-15,6 8 70 16,0-8-3-16,0 0-61 16,0 0-53-16,0 0 9 15,0 0-24-15,0 0 19 16,0 0-12-16,0-8-6 15,12-24 21-15,28-8 3 16,7-8 2-16,6-12-21 16,15-4 12-16,-3-5-28 15,3 5 4-15,-15 4-4 16,-19 16-1-16,0 16-10 16,-21 8-12-16,-13 20-4 0,0 0-8 15,0 0-43-15,0 0-45 16,0 28-174-16</inkml:trace>
  <inkml:trace contextRef="#ctx0" brushRef="#br0" timeOffset="-110102.71">5166 12448 180 0,'0'0'102'0,"0"0"-40"0,0 0 71 0,0 0-40 0,0 0-43 15,0 0 12-15,0 0 1 16,0 9-24-16,0-6 1 15,0-3-7-15,0 4 14 16,0-4-22-16,0 12 20 16,0-8-32-16,0 12-6 15,0-8-5-15,0 9 5 16,0-9 6-16,0 0 4 16,-6-5 10-16,-1 9-11 15,-2-4 8-15,3 8-21 16,0 1 17-16,6-9-10 15,-13 0 17-15,13-8-6 16,0 0-10-16,0 0 11 0,0 0-10 16,0-16 12-16,0-37-22 15,0-15 27-15,0-16-20 16,0-4-3-16,0 4-6 16,0 12 0-16,0 19 0 15,0 21-10-15,0 24 7 16,0 8-9-16,0 0 9 15,0 0-15-15,0 32 11 16,-6 13 5-16,-28 10-3 16,0 9-17-16,6 0-10 15,3-11-69-15,3-17-212 16</inkml:trace>
  <inkml:trace contextRef="#ctx0" brushRef="#br0" timeOffset="-109335.15">5479 12653 14 0,'0'0'530'0,"0"0"-484"0,0 0 7 0,0 0 58 0,0 0-26 0,0 0-6 15,6-85 10-15,10 29-42 16,-4-16 18-16,7 8-31 16,2-4-8-16,-2 7-19 15,3 5-5-15,-10 12-4 16,0 8 12-16,-2 16-16 15,-10 12 12-15,0 8-9 16,0 0 3-16,0 8-1 16,-10 45-3-16,-36 6-6 15,-7 2-28-15,0-14-97 16,19-14-109-16,16-17-262 0</inkml:trace>
  <inkml:trace contextRef="#ctx0" brushRef="#br0" timeOffset="-108686.02">6040 12488 871 0,'0'0'75'0,"0"0"6"0,0 0-35 0,0 0-21 0,0 0 14 0,0 0-36 16,208-8-6-16,-174 8-6 15,-15 0-2-15,2 0-14 16,-8 0-4-16,-7 0-1 16,9 0-53-16,-15 0-99 15,0 0-112-15</inkml:trace>
  <inkml:trace contextRef="#ctx0" brushRef="#br0" timeOffset="-108494.75">6040 12488 541 0</inkml:trace>
  <inkml:trace contextRef="#ctx0" brushRef="#br0" timeOffset="-108369.7">6040 12488 541 0,'34'-192'127'0,"-34"192"37"0,0-5 15 16,0 2-65-16,0-2-66 15,0 2-21-15,41-5 22 16,5 8-30-16,1 0 7 15,5-5-26-15,10 2-16 0,-9-6-45 16,-13 1-50 0,-21-3-176-16</inkml:trace>
  <inkml:trace contextRef="#ctx0" brushRef="#br0" timeOffset="-105638.49">7097 12408 406 0,'0'0'91'0,"0"0"-58"0,0 0-33 0,0 0-8 0,0 0-2 16,0-8 10-16,0 8 46 15,0 0 39-15,0 0 40 16,-6 0-16-16,-15 0-81 16,8 12 1-16,7 0-16 0,-10-4 39 15,4 0-31-15,6 9 29 16,0-10-44-16,6 9 5 16,0-8-6-16,0 0-8 15,0 0 7-15,0 0-4 16,6-4 0-16,12 1 3 15,4-5-8-15,6 0 1 16,-3 0 4-16,-3-9 12 16,9-23 31-16,-10-8-21 15,7 0-14-15,3-5 1 0,-15 1-8 16,-16 5-2 0,0 3-4-16,0 8 4 0,-16 3-26 15,-9 17 19-15,-3 0-9 16,-12 8-10-16,0 0-7 15,-7 13 2-15,-5 31 13 16,11-1 16-16,1 1 1 16,21 5 4-16,10-9 38 15,3-4-26-15,6-8 5 16,0-4-16-16,0-8 7 16,0-16-10-16,28 0-9 15,6 0 5-15,6 0 0 16,7 0 3-16,-7-3 2 15,0-18 3-15,-2-2-3 16,11 6-1-16,-12 9-15 16,-3 8 12-16,-6 0-1 0,-28 0 8 15,7 8 3-15,-1 28 16 16,16 4 7-16,2-4-25 16,-2 5 0-16,3-10-5 15,3-2-6-15,0-14-3 16,-4-10-28-16,11-5-31 15,-1 0-84-15,0 0-79 16,-9-33-256-16</inkml:trace>
  <inkml:trace contextRef="#ctx0" brushRef="#br0" timeOffset="-104937.77">7798 12472 518 0,'0'0'221'0,"0"0"-124"0,0 0 27 0,0 0-39 0,0 0-67 16,0 0 39-16,-12-8-32 15,12-4-9-15,0 0-16 16,0 12 0-16,0 0-6 0,0 0-8 16,0 0-7-16,0 0-2 15,0 0 21-15,0 0 2 16,0 0-3-16,0 0-52 16,0 0-66-16,0 0-278 15</inkml:trace>
  <inkml:trace contextRef="#ctx0" brushRef="#br0" timeOffset="-100277.56">8487 12071 125 0,'0'0'189'0,"0"0"-26"0,0 0-30 0,0 0-37 16,0 0-22 0,0 0-49-16,0 0-2 0,0 0-6 15,0 4 39-15,0 0-2 16,0 0 35-16,0-4-33 15,0 0-18-15,0 0-12 16,0 0-9-16,0 0 3 16,0 0-16-16,0 0 15 15,0 0-16-15,0-8 22 16,0-8-18-16,15-8 14 16,38 4-18-16,-13 0-1 15,13 4-2-15,0 16-12 16,-13 0 0-16,0 0-14 15,-12 0 17-15,-22 36-7 0,-6 4 14 16,0 0 4-16,0 9 7 16,-28-10-6-16,-18 9 0 15,-1-7-2-15,13-13 3 16,9-9-8-16,19-14 2 16,6-5 1-16,0 0-35 15,0 0-16-15,31 0-11 16,10 0 62-16,-1 0-2 15,6 0-11-15,-18 0 14 16,6 0-6-16,-21 12-1 16,-7 7 14-16,-6 9 19 0,0 10 22 15,-34 5 2-15,-31 9-33 16,-10-3-6-16,10-10-1 16,-3-11-6-16,21 8-4 15,1-11-6-15,18-6-5 16,22-6-80-16,6-13-109 15,0 0-463-15</inkml:trace>
  <inkml:trace contextRef="#ctx0" brushRef="#br0" timeOffset="-99461.27">9690 12203 44 0,'0'0'238'0,"0"0"-51"0,0 0-79 0,0 0-6 15,0 0-65-15,0 0 5 16,0 0 5-16,-13 5 67 0,7 18-17 16,6 6-40-16,-6 7 25 15,6 15-56-15,0 2 13 16,0 11-19-16,0-7-10 15,0-10-10-15,0 2 0 16,0-18-1-16,0-6-10 16,0-9-12-16,0-4-13 15,0-4-39-15,0 0-104 16,0-4-197-16</inkml:trace>
  <inkml:trace contextRef="#ctx0" brushRef="#br0" timeOffset="-99109.15">9404 12544 535 0,'0'0'117'0,"0"0"107"0,0 0-80 0,0 0-35 0,0 0-40 16,0 0-23-16,360-23-23 15,-301 6-17-15,-3 1-6 16,-16 8-20-16,-15 4-21 16,-10 0-42-16,4 4-79 15,-19 0-174-15</inkml:trace>
  <inkml:trace contextRef="#ctx0" brushRef="#br0" timeOffset="-97196">10527 12829 326 0,'0'0'110'0,"0"0"-3"0,0 0 31 0,0 0-43 0,0 0-12 16,0 0 17-16,0 0-4 0,12 0 2 16,1-36-44-16,15-24 2 15,-1-20-25-15,4-13 14 16,4-7-28-16,-8 0 18 15,-14 4-32-15,-1 15 3 16,4 13-6-16,-16 20-7 16,12 16-10-16,-12 25-1 15,0 7 9-15,0 0-51 16,0 7 5-16,0 33-49 16,0 4-130-16,-40 1-393 15</inkml:trace>
  <inkml:trace contextRef="#ctx0" brushRef="#br0" timeOffset="-96694.99">10713 12693 357 0,'0'0'174'0,"0"0"-143"0,0 0 23 15,0 0 14-15,0 0-38 16,0 0 7-16,99-76-20 16,-83 76 6-16,2 0 82 15,4 0-52-15,3 0-13 16,3 7-14-16,0 9 9 16,-4-3-28-16,-2 2-7 15,-16 6 7-15,-6-1 2 16,0 0 55-16,0-1-10 15,-6 2-4-15,-50-1-25 0,3 5 17 16,-5-2-13-16,-4-2-5 16,21-1-24-16,10-4-2 15,3-5-27-15,10 6-30 16,-10-2-40-16,15 6-359 16</inkml:trace>
  <inkml:trace contextRef="#ctx0" brushRef="#br0" timeOffset="-96029.49">11621 12778 711 0,'0'0'214'0,"0"0"-126"0,0 0-9 0,0 0-38 0,0 0-20 0,0 0 5 16,134-45-2-16,-72 45 0 15,-3-4-17-15,9 4 3 16,-9 0-3-16,-13 0-14 16,1 0-8-16,-7 0-19 15,0 0-33-15,-6 4-37 16,-6-4-110-16,-9 0-31 15,3 0-71-15</inkml:trace>
  <inkml:trace contextRef="#ctx0" brushRef="#br0" timeOffset="-95597.18">11783 12529 390 0,'0'0'221'0,"0"0"-132"0,0 0 112 16,0 0-60-16,0 0-40 15,0 0-53-15,266 0-12 0,-179 0-36 16,-6 0 0 0,-1 0-26-16,-11 0-30 0,-17 0-107 15,-5 0-178-15</inkml:trace>
  <inkml:trace contextRef="#ctx0" brushRef="#br0" timeOffset="-94962.95">12331 12408 424 0,'0'0'222'0,"0"0"-63"0,0 0-6 0,0 0-62 16,0 0-88-16,0 0 34 0,248 40-27 16,-223-16-5-16,-9 8 19 15,-16 1-3-15,0 11 11 16,-62 7-29-16,-13 10 7 15,-18 3-7-15,28-16 2 16,9-12-4-16,25-12 7 16,10-16-8-16,21-3-14 15,0-5-47-15,0 0-180 16,6 0-215-16</inkml:trace>
  <inkml:trace contextRef="#ctx0" brushRef="#br0" timeOffset="-91450.5">13528 13166 627 0,'0'0'189'0,"0"0"-71"0,0 0-77 0,0 0 21 0,0 0-10 16,0 0 20-16,0-200-42 16,0 159 11-16,0 2-25 15,0-14 0-15,0-11 2 16,25-1-12-16,-9-7 8 16,-4 24-12-16,-6 8 5 15,-6 20-2-15,0 17-1 16,0 3-4-16,0 0-1 15,0 0 0-15,0 19 2 16,-28 9-2-16,-9 13-6 0,-13-5 5 16,26-8-8-16,-4 3 5 15,3 2-20-15,-3-1-32 16,6 0-36-16,4-4-92 16,12-4-423-16</inkml:trace>
  <inkml:trace contextRef="#ctx0" brushRef="#br0" timeOffset="-90749.94">13900 13230 201 0,'0'0'348'0,"0"0"-264"0,0 0 2 0,0 0-41 0,0 0 28 15,0 0 50-15,16-23-17 16,9-10-9-16,-10-15-54 15,16-12 7-15,-9-4-17 16,-4-8 7-16,10 0-28 16,-15-2 20-16,2 11-16 15,-9 7-9-15,-6 8-7 16,7 15-1-16,-7 17-3 16,6 16-9-16,-6 0 8 15,6 0-40-15,-6 0 34 16,0 0-19-16,0 25 4 15,-34 11-23-15,-19 8-48 16,1-8-79-16,-1 0-107 0,25-12-153 16</inkml:trace>
  <inkml:trace contextRef="#ctx0" brushRef="#br0" timeOffset="-90085.38">14455 12937 728 0,'0'0'263'0,"0"0"-128"0,0 0-86 0,0 0-12 16,0 0-30-16,0 0 25 15,109-12 2-15,-75 9-7 16,13 3-9-16,-16-5-13 15,9 2-3-15,-6 3-2 16,-6 0-23-16,-10 0-20 16,-2 0-12-16,-10 0-43 15,-6 0-103-15,0 0-152 16,0 0-211-16</inkml:trace>
  <inkml:trace contextRef="#ctx0" brushRef="#br0" timeOffset="-89904.51">14455 12937 628 0</inkml:trace>
  <inkml:trace contextRef="#ctx0" brushRef="#br0" timeOffset="-89802.57">14455 12937 628 0,'115'-280'211'0,"-115"280"-60"15,6 0-17-15,28 0 25 16,7 0-158-16,-7-4-2 16,6-4-17-16,-9 3-60 0,-9-3-239 15</inkml:trace>
  <inkml:trace contextRef="#ctx0" brushRef="#br0" timeOffset="-88269.59">15327 12391 340 0,'0'0'125'0,"0"0"-15"0,0 0-7 16,0 0 0-16,0 0-5 15,0 0 22-15,0 0-49 16,0 0 25-16,0 0-46 16,0 0 10-16,0 0-36 15,0 0-1-15,0 0-23 16,0 0 0-16,18-8 8 16,16-7-5-16,0 2-3 15,7 5-1-15,-4 5-5 16,-3 3-3-16,-12 0-14 15,-10 0-7-15,-12 20-8 16,0 24 14-16,0 12 1 0,-28 1-11 16,-18-2-23-16,-1-2 33 15,1-1-3-15,12-16 27 16,3-13-42-16,15-10-8 16,16-9 17-16,0-4-82 15,0 0-64-15,16 0 29 16,24 0-53-16,-3 0 104 15,-9 0 99-15,0 0 128 16,-9 27 12-16,-19 6 1 16,0 3 21-16,0 12 19 15,0 1-110-15,-59 15-26 16,-10 0-27-16,-11-1 11 0,-7 3-26 16,0-7 23-1,7-18-4-15,21-14-11 0,18-10-11 16,23-17-45-16,18 0-71 15,0 0-271-15</inkml:trace>
  <inkml:trace contextRef="#ctx0" brushRef="#br0" timeOffset="-87403.5">15491 13097 234 0,'0'0'261'16,"0"0"-205"-16,0 0-28 0,0 0-22 0,0 0-5 15,0 0 22-15,50 29 72 16,-32-25 16-16,1-4-8 16,3 0-49-16,5 0-11 15,-8 0-26-15,21-16 13 16,-27-20-25-16,21 4 19 15,-12-9-13-15,-10 5 4 16,0 0-2-16,1 0-1 0,-4 8 9 16,-9-4-20-16,0 4-2 15,0-3 0-15,0 6-30 16,0 9-40-16,0 8 35 16,0 8 16-16,0 0 5 15,-34 8 0-15,6 28 15 16,-12 8 7-16,-13-3-1 15,19-2-12-15,0 1 2 16,9-8-9-16,3 4 13 16,10-3 16-16,12-10 18 0,0-6 5 15,0 2 14 1,0-6-40-16,22-9-5 0,9-4-3 16,15 0-10-16,4 0-18 15,-19-12 8-15,25-12 6 16,-32 12 6-16,-2 7-2 15,-16 5 6-15,0 0-4 16,-6 0 6-16,7 8 19 16,-7 25 8-16,0 6-9 15,12 2-18-15,-3 3-2 16,4 1-2-16,-1-6-2 16,1-6-19-16,8-5-30 15,-8-17-3-15,2-11-154 16,4 0-76-16,-7 0-97 15</inkml:trace>
  <inkml:trace contextRef="#ctx0" brushRef="#br0" timeOffset="-86572.48">16728 12693 13 0,'0'0'293'0,"0"0"-244"0,0 0-25 0,0 0 19 0,0 0 46 16,0 0 34-16,0 0 34 15,0 0-15-15,0 0-13 16,0 0-33-16,0 0-50 16,0 0-17-16,0 0-26 15,0 0 16-15,0 11-18 16,0 10 18-16,0 11-9 15,0 8 3-15,0 8-7 0,0 8 2 16,0 1-8 0,0-1-8-16,0 4-7 0,0-4-26 15,0-4 4-15,-6-8-56 16,-13-16-43-16,10-11-213 16</inkml:trace>
  <inkml:trace contextRef="#ctx0" brushRef="#br0" timeOffset="-86203.65">16468 13014 470 0,'0'0'349'0,"0"0"-190"0,0 0 1 16,0 0-79-16,0 0-42 16,0 0-21-16,220-33-18 0,-186 26-3 15,0 7-41-15,0 0-17 16,-9 0-128-16,-3 0-218 16</inkml:trace>
  <inkml:trace contextRef="#ctx0" brushRef="#br0" timeOffset="-85373.04">17336 12476 686 0,'0'0'116'0,"0"0"5"0,0 0-29 0,0 0-39 16,0 0-22-16,0 0-8 15,0 76 16-15,0-24-20 0,-12 1-5 16,12 11-12-16,-19-1 21 16,3 6-17-16,-2 0-5 15,5-5-1-15,-2 0 5 16,9-12-5-16,-1-13 1 15,7-2-5-15,0-17 10 16,0-11-10-16,-6-2 7 16,0-7-6-16,6 0-15 15,0 0 10-15,0 0-7 16,0-12-19-16,0-16 31 16,25-8 3-16,21 0 0 15,10 0 4-15,-9 8-8 16,5 15-11-16,-5 2 7 0,-13 7-19 15,-9 4 9 1,3 0 2-16,0 0-6 16,-4 4 22-16,4 20 0 0,0 7 4 15,-15 2 3-15,-1 6-2 16,-12 2-1-16,0-9-3 16,0-3 8-16,-25-1 31 15,-31-5-19-15,-9-7-14 16,-3 8-5-16,3-15 5 15,-3 2-13-15,21-3 6 16,7 4-31-16,0 1-161 16,6-2-600-16</inkml:trace>
  <inkml:trace contextRef="#ctx0" brushRef="#br0" timeOffset="-30669.75">3650 11626 200 0,'0'0'43'0,"0"0"72"0,0 0-18 0,0 0-29 16,0 0-30-16,0 0 6 15,0 0 8-15,-97 40-19 16,73-32 7-16,2-8 11 15,-3 16-23-15,3-8-20 0,-2 12 24 16,2-3-18 0,-6 2 24-16,16-2-14 0,-7-1 12 15,-3-5 11-15,16-7 1 16,-6 9-35-16,-4-10 0 16,16 2-12-16,0-5 29 15,0 0-1-15,0 0-11 16,0 0-2-16,0 0-14 15,0 0-4-15,81 0 4 16,12 0-2-16,34-5 10 16,9-26-9-16,-2 15-1 15,-23 7-2-15,-8 9-2 0,-23 0-13 16,-27 0 16 0,-13 0-37-16,-34 0-25 0,-6 0-26 15,0 9-118-15,0-6-77 16</inkml:trace>
  <inkml:trace contextRef="#ctx0" brushRef="#br0" timeOffset="-30169.99">4217 11566 502 0,'0'0'9'0,"0"0"-5"0,0 0-2 0,0 0 0 0,0 0 8 0,0 0 26 16,93 56-12-16,-53-43 15 15,1 2-28-15,5-7 4 16,-12 0-5-16,-3 0 2 15,-15-8-10-15,-10 12-1 16,-6-4 5-16,0 5 17 16,0 2 97-16,-28 1-68 15,-19 8-3-15,-5 12-9 16,-7 9-29-16,-3 2-11 16,15 17-41-16,29 1-75 15,2-13-66-15,16-32-229 16</inkml:trace>
  <inkml:trace contextRef="#ctx0" brushRef="#br0" timeOffset="-27588.5">1448 12183 495 0,'0'0'111'0,"0"0"-68"0,0 0 45 0,0 0-45 16,0 0 0-16,0 0 15 16,0 0 4-16,-25 12-33 15,25-12 28-15,0 0-2 16,0 0-23-16,0 0-24 16,0 0-8-16,0 0-1 15,0 0-6-15,0 0 2 16,0 0-12-16,0 5 7 15,0-2 5-15,0-3 3 0,0 0 3 16,0 0-1 0,0 5 9-16,-15-5 0 0,-4 20 12 15,-9-1 3-15,-18 14-13 16,5-2-11-16,-5 10 18 16,6-2-6-16,-1 6 3 15,23-17-11-15,11 4-1 16,7-12-3-16,0-7-14 15,0 2 9-15,19 1-10 16,9-8 14-16,25 8-5 16,-7-7 5-16,-12-9 1 15,-21 11 0-15,8-6 1 0,-21-5-1 16,0 8 0-16,0-8 7 16,0 7-14-16,0 14 13 15,0 7-6-15,0 20 1 16,0 4 2-16,-28-4-3 15,-6-4-3-15,10-15-5 16,8-18-26-16,10-7-11 16,6-4-1-16,0 0-147 15,0-23-164-15,6-10-130 16</inkml:trace>
  <inkml:trace contextRef="#ctx0" brushRef="#br0" timeOffset="-27321.59">1702 12725 585 0,'0'0'60'0,"0"0"25"0,0 0 56 0,0 0-69 0,0 0-59 16,0 0-12-16,6 133-2 15,-6-118-2-15,0-7-14 16,0-8-65-16,0 0 4 0,0 0-53 16,0-20-49-16</inkml:trace>
  <inkml:trace contextRef="#ctx0" brushRef="#br0" timeOffset="-27172.72">1702 12725 579 0,'-111'-181'474'0,"111"181"-423"16,0 0 19-16,0 0-70 16,0-4-18-16,0-7-103 15,12-14-177-15,0 1-66 16</inkml:trace>
  <inkml:trace contextRef="#ctx0" brushRef="#br0" timeOffset="-26706.29">2071 12412 451 0,'0'0'145'15,"0"0"-55"-15,0 0 72 16,0 0-56-16,0 0-62 15,0 0 7-15,-254 112-17 16,226-92 2-16,9 4 23 16,13-4-41-16,6 1-13 15,0 2-4-15,0 2-2 16,13-9-24-16,21 0 12 16,-3-4-4-16,-3-4 5 15,-7 0 10-15,-14 0-4 16,-7 0 6-16,0-4 0 15,0 4 18-15,0 4-12 16,0 4 11-16,0 8-17 16,-34 0 1-16,-1 0-2 0,11-4-15 15,-4-12-17-15,28-8-52 16,0 0-88-16,0 0-148 16</inkml:trace>
  <inkml:trace contextRef="#ctx0" brushRef="#br0" timeOffset="-26389.49">2425 12657 508 0,'0'0'69'0,"0"0"-15"0,0 0 9 0,0 0-38 0,0 0-25 16,0 216 0-16,0-203 0 15,0 6-11-15,0-15-13 0,0-4-33 16,0 0-9-1,0-8-19-15,0-32-163 0</inkml:trace>
  <inkml:trace contextRef="#ctx0" brushRef="#br0" timeOffset="-26039.84">2425 12657 814 0,'-214'-73'196'0,"214"73"-161"16,0 0-27-16,40 0 9 15,41 0-1-15,18 0 7 16,9-3-8-16,-2-2-11 16,-13-3-7-16,-25 8 3 15,-9 0-21-15,-3 0-3 16,-3 0-24-16,-7 0-15 16,-18 0-36-16,-22 0 42 0,-6 0 17 15,0 0 8-15,0 0 20 16,0 16 12-16,0 17 2 15,0 7 0-15,0 4 4 16,-6 3-3-16,-3-2 27 16,9-5-13-16,0-4 7 15,0-11-22-15,34-2-4 16,18-7-6-16,-11-12-5 16,-1 0 2-16,-6-4-17 15,7 0-64-15,-29 0-41 16,-12 0-68-16</inkml:trace>
  <inkml:trace contextRef="#ctx0" brushRef="#br0" timeOffset="-25806.43">2679 12858 609 0,'0'0'124'0,"0"0"-102"0,0 0-22 0,0 0 50 0,0 0 5 0,0 0-55 16,360-57-4-16,-320 45-85 0,-18 4 7 16,-22 5-7-16,0-2-19 15,0-3-194-15</inkml:trace>
  <inkml:trace contextRef="#ctx0" brushRef="#br0" timeOffset="-25657.52">2679 12858 705 0,'260'-157'76'0,"-260"157"-15"16,0 0 63-16,19 0-53 15,21 0-49-15,1 0-22 0,-1 0-41 16,0-20-153-1,-12 7-129-15</inkml:trace>
  <inkml:trace contextRef="#ctx0" brushRef="#br0" timeOffset="-24957.59">3687 12950 209 0,'0'0'290'0,"0"0"-257"0,0 0 11 16,0 0 11-16,0 0-19 16,0 0-24-16,0-113-12 15,0 97-9-15,0 16 8 16,0 0-2-16,0 0 6 15,0 0 7-15,0 16-1 16,0 12 71-16,0-7-3 16,0-2-44-16,0-15-33 15,0-4-12-15,0 0-43 16,9 0 55-16,3-4 20 16,16-15 84-16,3-2-37 15,3 17-42-15,7 4-15 16,-7 0-8-16,6 0 1 15,-6 0-6-15,-3 0-3 16,-3 0-37-16,-9 0-50 0,2 4-24 16,-8 0 12-1,-13 5 72-15,0-6 22 0,6 2 5 16,-6 6 6-16,0-3 21 16,0 4 25-16,0-4-9 15,0-8 8-15,6 5-31 16,4-5-12-16,-4 0 33 15,-6 0 78-15,0 0-20 16,6-25-41-16,-6-11 14 16,12 0-51-16,10 4 7 0,-9 0-21 15,8 11-2 1,-15 6-25-16,-6 7-4 0,19 8-8 16,-7 0-11-16,4 8 46 15,9 24 3-15,-4 0 20 16,-8 0-16-16,15 0 2 15,-16-7-6-15,-6 11-3 16,-6-8-6-16,0-4-11 16,0-1 13-16,0-6-95 15,0-9-101-15,0-8 9 16,-24 0-176-16</inkml:trace>
  <inkml:trace contextRef="#ctx0" brushRef="#br0" timeOffset="-24789.87">4155 12881 857 0,'0'0'261'0,"0"0"-246"0,0 0 34 0,0 0-30 0,0 0-19 16,0 0 3-16,15 0-9 16,-2 0-4-16,-1 0-23 15,10 0-50-15,-10-8-57 16,10 0-233-16</inkml:trace>
  <inkml:trace contextRef="#ctx0" brushRef="#br0" timeOffset="47197.33">13646 10017 41 0,'0'0'228'0,"0"0"-200"0,0 0 8 0,0 0 31 0,0 0-26 0,0 0-10 15,0 0 11-15,0 0-9 16,0 0 5-16,0 0-2 16,0 0 26-16,0 0-17 15,0 0-9-15,0 0 17 16,0 0-24-16,0 0-16 16,0 0 2-16,0 0 14 15,0 0-3-15,0 0-7 16,0 0-11-16,0 0 5 15,0 0 12-15,0 0 6 0,0 0-2 16,0 0-11-16,0 0 11 16,0 0-15-16,0 0-2 15,0 0-8 1,0 0 2-16,0 0-5 0,0 0 3 16,-6 0 1-16,6 0-2 15,-6 0 6-15,-1 0-6 16,7 0 8-16,-6 0-8 15,6 0 3-15,0 0 2 16,-12 5-5-16,12-5 4 16,0 3-7-16,-16-3 2 15,4 8 4-15,0 1-12 16,-4-1 8-16,4 3-6 0,-1 2-1 16,7-1 5-16,-3-1-1 15,3-6 1-15,6-1 0 16,0 4 7-16,-13-8-16 15,7 16 13-15,-10-4-7 16,4 0 6-16,0 0-3 16,5-4 0-16,1 0 1 15,-9 0-2-15,15 12 5 16,-13-4-8-16,7 4 9 16,-9-4-11-16,15 4 7 15,-7-8-2-15,1 1 1 16,6-5-1-16,0 3 1 0,-6-2 0 15,6 7-1 1,-12-8 6-16,2 4-10 0,10-1 10 16,-6 2-9-16,0-1 8 15,0-1-5-15,0 2 2 16,6-1 3-16,-7 4-4 16,7-4 1-16,-6 4 11 15,6 0-7-15,0-8-1 16,0 4-2-16,0-4-2 15,0 4 1-15,0-4 2 16,0 8-3-16,0-8 0 16,0 9-1-16,0-9 1 15,0 7-1-15,0 6 6 16,0-6-5-16,0-2 0 16,0 3 1-16,0-4-1 15,6-1-3-15,-6 2 3 0,7-1 0 16,-7-1 0-16,0 5 1 15,0 4-2-15,0-3 2 16,0 2-2-16,0-2 4 16,6-1-3-16,-6-5 0 15,0 2-5-15,0-1 4 16,0 0 2-16,0 4-8 16,0 4 16-16,0 4-13 15,0-4 9-15,0 4-10 16,0-4 7-16,0-4-5 15,0 0 3-15,0-4-2 0,0 9 0 16,0-9 4 0,0-1-4-16,0 2 5 0,0-6-3 15,0 6 0 1,0-10 4-16,0 2-4 0,0-2 1 16,0 17-1-16,0 1 0 15,-6 2 0-15,-1 2 2 16,-21-1-4-16,22-7 4 15,6-2-4-15,-12 9-3 16,12-12 5-16,0 1 0 16,-9 3-2-16,2-1 2 15,-11-7-3-15,12 12-1 16,-10-4 4-16,4-3-3 16,-7 7-1-16,-3-4-3 15,10-1-1-15,-10 1 6 0,4 1-2 16,5-1 2-16,-2 0-2 15,-4-1 8-15,-3-7-8 16,10 1-10-16,-7 3 11 16,-2-8 2-16,8-1-1 15,-2 5 2-15,2-3 0 16,-11 3 1-16,8 0 6 16,-3-4-12-16,13 1 10 15,-3-5 8-15,-10 0-7 16,19 0 6-16,-6 0 1 15,6 0 1-15,0 0-9 0,0 0-4 16,0 0-2-16,0 0 9 16,0 0-13-16,0 0 11 15,0 0-9-15,0 0 3 16,0 0 0-16,0 0 0 16,0 0 0-16,0 0 1 15,0 0 0-15,0 0 3 16,0 0-3-16,0 0-2 15,0 0-6-15,0 0 5 16,0 0-7-16,0 0-2 16,0 0 2-16,0 0-2 15,6 0 8-15,22 11 6 16,-15-7-9-16,-1 4 8 16,4 0-4-16,2 0-5 0,-5-8 2 15,-7 8 1-15,9-4-4 16,-2 0 7-16,-1 0-14 15,4 0 11-15,-4 5-9 16,-12-9 8-16,0 7-9 16,12 1 11-16,-12 0 0 15,7 0-7-15,14 0 10 16,-21 0 0-16,6-4-3 16,-6 0 7-16,7 5 11 15,-7-6-9-15,0 5 8 16,0-3-8-16,0 10 6 15,6-7-9-15,3 5 1 0,-9 2-4 16,0-2 8 0,0-2-5-16,0 1-3 0,0-4 5 15,0 0 2-15,0 5 0 16,0-1-6-16,0-4 1 16,0 8-2-16,0-4 1 15,0 4-1-15,0-4 4 16,0 4-9-16,0 4 16 15,0-7-18-15,0-6 8 16,0 1-2-16,0 8 2 16,0-4 2-16,0 4-3 15,0 0 0-15,0-4-8 16,0-8 14-16,0 13-12 0,0-9 9 16,0 3-6-1,0 6 1-15,0-6 2 0,0 6 0 16,0-9-2-16,0 3 1 15,0 1 2-15,0-4-6 16,0 0 13-16,0 5-14 16,0-6 12-16,0-2-11 15,0 6 5-15,0 2 0 16,0-1 0-16,0 4 0 16,-15-4-3-16,8 7 2 15,-5 2-7-15,-10-1 14 16,10-4-10-16,0 4 7 0,-4-12-3 15,16 4 0-15,0-7 1 16,-12-2-3-16,12-3 2 16,0 0-5-16,0 4 10 15,0-4-8-15,0 12 6 16,0 0-6-16,-13 1 6 16,-2 2-3-16,2 6 0 15,7-6 2-15,0 1-9 16,-6 0 15-16,-4 1-16 15,10-1 11-15,-7-4-7 16,-2 7 1-16,-4-2-1 16,19-1 4-16,-12 4 0 15,-4 0-3-15,10-8 3 16,0 3-3-16,6 2-4 16,-12-4-5-16,12-2-8 15,-16 1 19-15,16 1 1 16,-6-6 0-16,0 5 0 0,0 0 1 15,-1 4-2-15,1-4 6 16,-16 1-9-16,22 2 11 16,0 1-11-16,0 0 4 15,0 1-3-15,0-1 0 16,0-1 3-16,0-7-5 16,0 13 9-16,0-9-8 15,0-4 7-15,0 0-6 16,0-8 6-16,0 8-7 15,0-4 2-15,0 0 0 16,0-4 2-16,0 7-9 0,0-2 7 16,0-2 1-16,0 2-6 15,0-1 13-15,0 8-7 16,0-5 2-16,0-2 0 16,13 7-1-16,-4 0-2 15,-3-5 1-15,1 1-8 16,-1 1 9-16,0-5-1 15,0 4-4-15,10-4 7 16,-16-4-4-16,18 0 2 16,-18 0 0-16,6 8-1 15,-6-4 3-15,7-4-4 16,2 4 4-16,3-4-2 0,1 0 4 16,-7 8-7-16,3-8 3 15,-3 0 0-15,-6 0 0 16,7 0 1-16,5 0 4 15,4 0-4-15,8 0 7 16,-2 0-6-16,-16 4-3 16,7-4 1-16,-1 0 0 15,4 0-2-15,-10 0-11 16,-6 0-3-16,6 0-49 16,6 0-82-16,-12 4-24 15,0 0-19-15</inkml:trace>
  <inkml:trace contextRef="#ctx0" brushRef="#br0" timeOffset="51826.95">19249 1949 99 0,'0'0'466'0,"0"0"-415"0,0 0-19 0,0 0 40 15,0 0-10-15,0 0 0 0,0 0 9 16,0 8-3 0,0-8-13-16,0 0-5 0,0 0-4 15,0 0-26-15,0 0-11 16,0 0-5-16,0 0 8 16,0 8 1-16,0-8 5 15,0 0-6-15,6 0 4 16,-6 0-10-1,0 0-6-15,0 0 0 0,0 7 0 16,0 6-4-16,0-5 5 16,0 0-1-16,0-4 2 15,0-4 1-15,0 0-1 16,13 0 15-16,-13 0 12 16,0-40-2-16,0-12 18 0,0-28-42 15,0-5 2-15,0-4-4 16,0 9-2-16,0 13 0 15,0 6 1-15,0 25-16 16,0 16 14-16,0 16 2 16,0 4-6-16,0 0 3 15,0 8-33-15,0 13 25 16,0-2 9-16,0-2-2 16,0-17-24-16,34 0 6 15,6 0-27-15,7-5 49 16,8-19 2-16,-8 0 0 0,-7 0 6 15,-21 21-8 1,-13 3 3-16,-6 0-3 0,22 23 0 16,-10 17 16-1,7 8-4-15,-4 24-5 0,-9-3-7 16,7 6-2-16,-7-14-50 16,10-17-67-16,2-19-185 15,10-22-254-15</inkml:trace>
  <inkml:trace contextRef="#ctx0" brushRef="#br0" timeOffset="52143.34">20058 1676 497 0,'0'0'97'0,"0"0"-80"0,0 0 62 0,0 0-12 16,0 0-29-16,0 0-34 15,-12 84 11-15,12-68 7 16,31-8 27-16,-3 0-7 16,6 0-20-16,-9 0-10 15,9 0 1-15,-12 0 7 16,2 1-15-16,-2-6-2 15,-10-3-3-15,-5 0-15 0,-7 0-28 16,0 0-26-16,0 0-30 16,0 0-14-16,0 0-9 15</inkml:trace>
  <inkml:trace contextRef="#ctx0" brushRef="#br0" timeOffset="52326.43">20058 1676 669 0,'65'-9'348'0,"-65"18"-343"15,0-5 4-15,10 0-2 16,21 0-7-16,9 0-10 0,-6-4-20 16,-6 0-28-16,-3 0-106 15,-3 0 0-15,-22 0-84 16</inkml:trace>
  <inkml:trace contextRef="#ctx0" brushRef="#br0" timeOffset="52493.92">20297 1495 1052 0,'0'0'50'0,"0"0"-26"15,0 0 36-15,0 0-46 16,0 0-14-16,0 0-21 0,143 17-80 15,-125-17-210-15,-12 0-273 16</inkml:trace>
  <inkml:trace contextRef="#ctx0" brushRef="#br0" timeOffset="52693.09">20297 1495 811 0,'109'-136'176'16,"-109"136"-130"-16,6 0 36 15,22-28-32-15,-4 4-40 0,11-9-10 16,-7 5-31 0,6-3-62-16,-3-5-141 0,-10 7-102 15</inkml:trace>
  <inkml:trace contextRef="#ctx0" brushRef="#br0" timeOffset="53010.07">21100 1443 550 0,'0'0'441'0,"0"0"-431"15,0 0 18-15,0 0 32 16,0 0-46-16,0 0-8 16,0 193-6-16,0-141-12 15,-12-1-4-15,6-18 11 16,-16-5-20-16,16-4-24 15,-7-7-31-15,7 2-50 16,-3-10-6-16,3-9-4 16,-1 0-188-16</inkml:trace>
  <inkml:trace contextRef="#ctx0" brushRef="#br0" timeOffset="53359.95">20874 1703 489 0,'0'0'142'0,"0"0"-80"0,0 0 77 16,0 0-15-16,0 0-75 16,0 0-38-16,-75 33-4 15,109-25-4-15,7 0-3 16,11-8 4-16,17 0 2 16,-17 0-6-16,1 0-5 15,-6 0-2-15,-1 0-9 16,10-32 15-16,-3-4-11 0,-7-12 10 15,1 4 4 1,-19 3-6-16,-22 18 12 0,12 15-8 16,-18 8 14-1,0 0 3-15,0 0-6 0,0 0-10 16,0 0 22-16,0 0-11 16,0 0-12-16,0 0-10 15,0 0-37-15,0 0-95 16,0 0 7-16,7 0 21 15,2 0-148-15,-9 0-105 16</inkml:trace>
  <inkml:trace contextRef="#ctx0" brushRef="#br0" timeOffset="53742.18">21615 1728 344 0,'0'0'24'0,"0"0"-19"0,0 0-5 0,0 0 47 16,0 0-19-16,0 0 3 15,46 56 28-15,-18-48 25 0,-3-8-17 16,9 0 6-16,0 0-16 16,-15 0 10-16,9-20-4 15,-7-13-42-15,-14 2 16 16,-7-18-31-16,0 10-6 16,0 6-20-16,-22 13 14 15,-18 20 6-15,9 0-4 16,-10 9 4-16,7 31-66 15,6 3-116-15,22-7-108 16</inkml:trace>
  <inkml:trace contextRef="#ctx0" brushRef="#br0" timeOffset="53843.9">21615 1728 391 0</inkml:trace>
  <inkml:trace contextRef="#ctx0" brushRef="#br0" timeOffset="53991.92">21615 1728 391 0,'428'96'181'0,"-428"-79"-105"0,0 2 1 15,0 6 0-15,28-10-84 16,-4-15-20-16,11 0 20 16,-14 0 7-16,4 0 4 15,-3 0-4-15,-10 0-23 16,-6 0-14-16,-6 0-51 15,0-4-26-15,0 1 8 16,0-2-83-16</inkml:trace>
  <inkml:trace contextRef="#ctx0" brushRef="#br0" timeOffset="54275.09">22170 1896 285 0,'0'0'270'16,"0"0"-168"-16,0 0 91 15,0 0-45-15,133-32-83 16,-80 1-4-16,3-10-16 16,-10 9-40-16,-21 0 12 15,-3 12-16-15,-22-8 8 16,0-8 10-16,0 12-19 16,-13-9-3-16,-36 10 0 0,-4 18-2 15,7 5-1 1,-1 0 6-16,19 0-1 0,9 0-4 15,7 0-9-15,12 0-19 16,0 25-65-16,0-1-86 16,25-4-58-16,28 4 71 15,2-4-66-15</inkml:trace>
  <inkml:trace contextRef="#ctx0" brushRef="#br0" timeOffset="54491.68">22712 1756 277 0,'0'0'265'16,"0"0"-174"0,0 0 22-16,0 0-22 0,0 0-29 15,0 0 6-15,180-4-5 16,-127-32-27-16,-6-8 13 16,-20 0-12-16,-20 3-18 15,-7 5-11-15,0 21-8 16,-13 7-24-16,-49 8-60 15,-9 0-33-15,9 11-161 16,22 17-1-16</inkml:trace>
  <inkml:trace contextRef="#ctx0" brushRef="#br0" timeOffset="55541.25">24951 986 278 0,'0'0'388'0,"0"0"-224"0,0 0 9 0,0 0-74 15,0 0-15-15,0 0-41 16,-46-16 6-16,-16 16-19 16,9 0-13-16,-6 0-11 15,-9 0 5-15,28 20 2 0,-1 9-7 16,23 2-5-16,-4 2 0 15,9 3-2-15,13 0 0 16,0 0-2-16,0-5-10 16,47 6-1-16,12-5-1 15,22 0-8-15,5 12 16 16,-11-8-13-16,-7 0 12 16,-22-4-24-16,-27-8 26 15,-19 1 6-15,0 3 2 16,-6 11 15-16,-69 10 9 15,-11-1-11-15,-1-12-14 16,6-8 0-16,10-7-1 0,31-14-9 16,5-7-48-1,35 0-34-15,0 0-93 0,0 0-293 16</inkml:trace>
  <inkml:trace contextRef="#ctx0" brushRef="#br0" timeOffset="55892.16">25252 1512 266 0,'0'0'331'0,"0"0"-127"0,0 0 7 0,0 0-107 0,0 0-36 15,0 0-66-15,34 47-2 16,-15-19-3-16,21 1 1 16,0-9-14-16,7 3 0 15,-7-23-5-15,-6 0-14 16,7 0 28-16,-23-15 5 16,-5-26 2-16,-13-6 9 15,0-6 1-15,0 21-10 16,0 4-10-16,0 0 10 15,0 4-56-15,0 9-74 16,0 10 5-16,0 5 34 0,0 0-46 16,0 0-73-16,0 5-15 15</inkml:trace>
  <inkml:trace contextRef="#ctx0" brushRef="#br0" timeOffset="56440.1">25847 1439 36 0,'0'0'369'0,"0"0"-276"0,0 0-4 15,0 0 2-15,0 0 4 16,0 0-40-16,0 104-26 15,0-80-3-15,0-12-19 16,0 4 13-16,0-8-7 16,0-8 10-16,0 0 19 15,0-3 19-15,0-38 7 16,0-3-41-16,0-8-27 16,0-8-27-16,0 8 13 15,0 8-9-15,0 24 3 16,0 12 10-16,0 8 10 15,6 0 0-15,13 0-5 16,-13 4 1-16,16 20 4 0,-16 0 0 16,7 8 0-16,-4-12-3 15,-9-4 0-15,0-3-9 16,6-13 0-16,-6 3-70 16,12-3-12-16,7 5 10 15,3 6 31-15,31 1 34 16,-7 1 15-16,16 10 4 15,-15 1-56-15,-23 9-28 16,-2-5 45-16,-22 11 39 16,0 2 51-16,-6 3 85 15,-56 1 7-15,-9-18-36 16,9-11-50-16,-4 0-57 16,-2-16-14-16,15 0-149 0,19 0-88 15</inkml:trace>
  <inkml:trace contextRef="#ctx0" brushRef="#br0" timeOffset="56906.18">26570 1339 491 0,'0'0'235'0,"0"0"-156"0,0 0 39 0,0 0-33 0,0 0-36 15,0 0-48-15,-149 73 3 16,143-50-1-16,6 5-1 16,0-4 3-16,0 1-3 15,18-6-4-15,23-7-3 16,14 4 4-16,-14-3-2 16,11 7-1-16,-17 8 2 15,-11-4-14-15,-11-1 14 0,-4-10 1 16,-9-1 1-16,0 4 10 15,-28 9 19-15,-52-6-25 16,21 1-4-16,-16-8-3 16,29-4-22-16,5-8-9 15,23 0-81-15,18 0-54 16,0 0-94-16</inkml:trace>
  <inkml:trace contextRef="#ctx0" brushRef="#br0" timeOffset="57105.99">26936 1503 406 0,'0'0'223'16,"0"0"-130"-16,0 0-18 16,0 0 2-16,0 0-45 15,0 225-32-15,0-205-25 16,0-8-102-16,0-8-78 15,0-4-42-15</inkml:trace>
  <inkml:trace contextRef="#ctx0" brushRef="#br0" timeOffset="57406.01">26936 1503 769 0,'-53'-164'371'0,"53"164"-328"15,0 0 1-15,0 0-3 16,0 0-37-16,12 0-8 16,35 0 0-16,-1 0-11 15,23 0-25-15,-11-8-18 16,4 0-27-16,-15 8-9 16,-13 0-7-16,-9 0 44 15,15 16 57-15,1 24 5 16,-7-4 28-16,6 12 16 15,6-8-2-15,-11 5-5 0,-11 7-30 16,10-8-12-16,-21 0-9 16,-13-12-13-16,0-19-143 15,0-13-97-15</inkml:trace>
  <inkml:trace contextRef="#ctx0" brushRef="#br0" timeOffset="57572.54">27438 1127 1116 0,'0'0'111'0,"0"0"-79"16,0 0-32-16,0 0-20 0,0 0-52 16,0 0-107-1,65 19-285-15</inkml:trace>
  <inkml:trace contextRef="#ctx0" brushRef="#br0" timeOffset="57772.6">27438 1127 649 0,'388'212'280'0,"-388"-164"-179"16,6 4-8-16,0-4-57 0,6 1-36 15,4-9-6 1,-10 0-50-16,6-4-3 0,-5-4-30 16,-1-4-106-16,-6-20-51 15</inkml:trace>
  <inkml:trace contextRef="#ctx0" brushRef="#br0" timeOffset="58171.89">27723 1238 1083 0,'0'0'106'0,"0"0"-66"16,0 0-30-16,0 0-9 16,0 0 5-16,0 0-6 0,196 0-10 15,-150 0-11-15,-18-3 1 16,-3 3-32-16,-4 0-18 15,-2 0-4-15,-3 0 30 16,2 0 18-16,-5 20 26 16,8 8 6-16,4 4 27 15,-3-1 10-15,12 2-9 16,-9-5-8-16,21-8-25 16,-5 1 10-16,-14-13-10 15,8-8 1-15,-17 0-2 16,10 0-4-16,-16 0 4 15,10 0 18-15,-16-17 51 0,-6-10-33 16,0-6-36-16,0 5-8 16,0 0-10-16,0 4-111 15,0 8-65-15,0 4 45 16,0 7 58-16,0 2-116 16</inkml:trace>
  <inkml:trace contextRef="#ctx0" brushRef="#br0" timeOffset="58372.52">28774 1331 519 0,'0'0'171'0,"0"0"62"16,0 0-90-16,0 0-53 15,0 0-67-15,53 228-23 16,-53-184-25-16,0-11-43 0,0-2-7 15,0-14-40-15,0-17-97 16,0 0-127-16</inkml:trace>
  <inkml:trace contextRef="#ctx0" brushRef="#br0" timeOffset="58538.25">28774 1331 82 0,'81'-232'1108'0,"-81"232"-1027"0,0 0-8 16,0 0-47-16,0 0-26 16,0 0-42-16,19 0-20 15,2 7-40-15,4 6-204 16,9-2-192-16</inkml:trace>
  <inkml:trace contextRef="#ctx0" brushRef="#br0" timeOffset="58904.66">29475 1363 485 0,'0'0'227'0,"0"0"-6"16,0 0-135-16,0 0-38 0,0 0-34 15,0 0-14-15,-180-4-5 16,140 4-7-16,6 12 11 15,9 8-3-15,3 4-2 16,10 0 4-16,12-7-3 16,0 6-1-16,0-15 5 15,28 8-6-15,3-4-3 16,9-4 8-16,-12-3 4 16,0 3-4-16,-9 4-13 15,-13 7-16-15,-6 17-36 16,0 13 57-16,0 2 10 15,-34-2 3-15,3-17-3 16,3-8 3-16,6-4 7 0,16-7-10 16,6 2-14-16,0-2-103 15,0-2-111-15,0-3-182 16</inkml:trace>
  <inkml:trace contextRef="#ctx0" brushRef="#br0" timeOffset="59208.93">29568 1733 284 0,'0'0'492'0,"0"0"-440"0,0 0 86 0,75-218-50 0,-48 166-51 15,-2 28-19-15,-9 12-18 16,-10 8-32-16,13 4-18 16,-13 0 1-16,9 33 20 15,-9 6 29-15,1 17 16 16,5 5-15-16,4-6-1 16,-10-2-8-16,6-13-34 15,-12-16-67-15,0-8-74 16,0-8-96-16</inkml:trace>
  <inkml:trace contextRef="#ctx0" brushRef="#br0" timeOffset="59537.13">29568 1733 556 0,'189'-146'342'16,"-189"146"-154"-16,0 0-78 15,25 0-84-15,9 0-23 16,13 0-6-16,8 0 1 15,-8 0-46-15,6 0-75 16,-13 0-37-16,0 0 46 16,-6 0 42-16,-3 0 60 15,4 0 12-15,-1 0 83 16,0-3-1-16,-3-14 0 16,15 1-46-16,-5 1-21 0,-20-6-12 15,7 1-2-15,-22 4 20 16,-6-7-11-16,0 10 21 15,0 5 2-15,0 8 30 16,-40 0-9-16,-16 0-54 16,-3 0-20-16,0 0-97 15,-3 8-167-15,10-8-424 16</inkml:trace>
  <inkml:trace contextRef="#ctx0" brushRef="#br0" timeOffset="59704.49">29869 1158 360 0,'0'0'667'0,"0"0"-523"16,0 0-67-16,0 0-58 16,0 0-17-16,0 0-2 15,155-20-23-15,-115 9-158 16,-27 6-778-16</inkml:trace>
  <inkml:trace contextRef="#ctx0" brushRef="#br0" timeOffset="60620.41">18012 1856 603 0,'0'0'345'0,"0"0"-266"0,0 0-10 0,0 0-2 16,0 0-5-16,0 0-4 0,242 0-32 15,-171 0-21-15,3 0-5 16,1 0-27-16,-22 0-57 15,-19 0-142-15,-28 4-555 16</inkml:trace>
  <inkml:trace contextRef="#ctx0" brushRef="#br0" timeOffset="61053.09">18272 2802 135 0,'0'0'410'0,"0"0"-345"0,0 0 51 0,0 0 16 0,0 0-25 16,0 0-13-16,69 5-1 16,-29-5-58-16,13 0 0 15,-7 0-29-15,7 0-6 16,3 0-43-16,-16 0-171 16,-22 0-512-16</inkml:trace>
  <inkml:trace contextRef="#ctx0" brushRef="#br0" timeOffset="61884.81">19444 3388 510 0,'0'0'135'0,"0"0"-25"0,0 0 7 0,0 0 0 0,0 0-26 15,0 0 15-15,0-32-80 16,0-36 5-16,0-12-3 16,0-8 4-16,0-1-23 15,0 1-9-15,0 12-7 16,13 19-27-16,-13 21 26 16,0 25 6-16,0 11-5 0,0 0-31 15,0 39 30-15,0 18 8 16,6 7 20-16,6-24-20 15,35 0-3-15,-1-23-13 16,10-17-29-16,3 0 34 16,9-17-2-16,-3-27 13 15,4 0 0-15,-4 8 0 16,-19 8-5-16,16 20-11 16,-28 8-8-16,-15 0-8 15,9 44 32-15,-22 12 6 16,0 8 7-16,1-4-11 15,-1-4-2-15,-6-4-18 16,0-3-11-16,0-17-68 0,0-13-121 16,0-6-53-16</inkml:trace>
  <inkml:trace contextRef="#ctx0" brushRef="#br0" timeOffset="62184.77">20406 3164 564 0,'0'0'106'0,"0"0"-1"0,0 0 69 0,0 0-108 0,0 0-59 16,0 0 10-16,46 44-12 15,-18-44 4-15,3 4-4 16,-3-4 2 0,-6 0-5-16,2 0-4 0,-2 0-4 15,-3 0-2-15,2-4-39 16,-14-24-95-16,-7-4-30 16,0-1-266-16</inkml:trace>
  <inkml:trace contextRef="#ctx0" brushRef="#br0" timeOffset="62337.36">20406 3164 599 0,'-115'-116'228'16,"143"119"-212"-16,24-3 142 16,1 0-86-16,3 0-58 15,9 0-14-15,-12 0-2 16,-19-12-103-16,-19-7-214 15</inkml:trace>
  <inkml:trace contextRef="#ctx0" brushRef="#br0" timeOffset="62519.12">20573 2915 611 0,'0'0'158'15,"0"0"-105"-15,0 0 106 16,0 0-136-16,0 0-23 16,0 0-138-16,186-96-178 15</inkml:trace>
  <inkml:trace contextRef="#ctx0" brushRef="#br0" timeOffset="62716.88">20626 2610 1118 0,'0'0'106'0,"0"0"-53"16,0 0-53-16,0 0-2 15,0 0-34-15,0 0-15 16,114-88-230-16,-95 76-351 15</inkml:trace>
  <inkml:trace contextRef="#ctx0" brushRef="#br0" timeOffset="63133.99">21342 2939 425 0,'0'0'244'16,"0"0"-199"-16,0 0 92 15,0 0-27-15,0 0-93 16,0 0-17-16,12 200 0 15,-12-164-45-15,0-8-60 16,0-3-7-16,0-14-61 16,-18-11-284-16</inkml:trace>
  <inkml:trace contextRef="#ctx0" brushRef="#br0" timeOffset="63517.2">21147 2959 1045 0,'0'0'41'0,"0"0"-38"15,0 0 10-15,0 0 14 16,0 0-18-16,0 0-6 16,155 0-3-16,-109 0-9 15,7 0 7-15,-7 16-3 0,-5-12 0 16,11 9-11-1,4 2 6-15,-3 1-13 16,6-3 21-16,15-1-4 0,1-9-1 16,12-3-1-16,-1 0 4 15,1-15 0 1,0-26-4-16,-22 5 6 0,-31 0-6 16,0 4-4-16,-34 8 1 15,0 0 11-15,0 8 23 16,-34 8-21-16,-25 4 5 15,-15 4-7-15,-1 4 0 16,10 28-3-16,13 4-6 16,18 0-114-16,18-16-139 15,16 0-285-15</inkml:trace>
  <inkml:trace contextRef="#ctx0" brushRef="#br0" timeOffset="63733.83">22412 2987 387 0,'0'0'414'0,"0"0"-316"0,0 0-30 15,0 0-41-15,0 0-27 16,0 0-45-16,31 136-94 15,-31-128-115-15,0 0-235 16</inkml:trace>
  <inkml:trace contextRef="#ctx0" brushRef="#br0" timeOffset="63982.95">22412 2987 156 0,'71'213'461'0,"-9"-233"-367"16,37-24 112-16,0-5-108 16,-2-10-58-16,-4 2-15 15,-34 1-12-15,-38 8-13 16,-21 12-15-16,0 12 3 16,-80 16-61-16,-29 8 67 0,4 0 6 15,2 3-1-15,26 30-47 16,15 3 7-16,28 8-2 15,21-3-66-15,13-18-129 16</inkml:trace>
  <inkml:trace contextRef="#ctx0" brushRef="#br0" timeOffset="64283.41">23147 3087 438 0,'0'0'106'16,"0"0"-100"-16,0 0 35 16,0 0 35-16,0 0-30 15,0 0-13-15,387-156 14 16,-362 116 10-16,-25 0-3 15,0 20 22-15,-40 4-30 16,-47 16-42-16,-12 0 17 16,-1 4-21-16,14 28-7 15,5 4 3-15,22 0-59 16,9 0-188-16</inkml:trace>
  <inkml:trace contextRef="#ctx0" brushRef="#br0" timeOffset="65417.03">25379 2627 374 0,'0'0'260'0,"0"0"-116"0,0 0-47 0,0 0-49 0,0 0-42 16,0 0 18-16,0-64 4 0,0 64-17 16,0 0-1-16,0 0-10 15,0 0 4-15,0 0 45 16,0 0-9-16,0 0 11 15,0 0 12-15,0 0-14 16,0 0-5-16,0 0-23 16,0 0 15-16,0 0-21 15,-34 0 8-15,0 0-17 16,-19-5-4-16,0 2-2 16,-15 3-1-16,3 0-3 15,-9 3-1-15,5 25 4 16,17 5-13-16,18 6 13 15,34 2-15-15,0-2 13 16,0-3-12-16,46-3 3 0,35-1 1 16,21-8-8-16,10 4 11 15,9-4-8-15,0 0 0 16,-16-4-8-16,-24 0 24 16,-7 4-13-16,-46-7 2 15,-3-9 11-15,-25 3 0 16,0 9 7-16,-25 5 19 15,-49 3-11-15,-41 4-14 16,-12-9-2-16,0-6-19 16,15 2 14-16,16-2-19 15,31-5-42-15,31-5-30 16,27-7-79-16,7 0-51 16,0 0-255-16</inkml:trace>
  <inkml:trace contextRef="#ctx0" brushRef="#br0" timeOffset="65750.09">25813 3175 402 0,'0'0'89'0,"0"0"55"0,0 0 6 0,0 0 13 16,0 0-57-16,382-67-25 0,-324 31-31 16,-11-5-23-16,-19 2-4 15,-16 6 0-15,-12 1-16 16,0 4 7-16,0 4-11 16,-18 12-3-16,-44 8-1 15,-19 4-11-15,-12 0-14 16,12 20-3-16,16 16 4 15,3-3-46-15,37-2-59 16,19-3-233-16</inkml:trace>
  <inkml:trace contextRef="#ctx0" brushRef="#br0" timeOffset="66397.1">26570 3112 840 0,'0'0'162'0,"0"0"-151"15,0 0-8-15,0 0-6 16,0 0 15-16,0 0-18 0,145-169 6 15,-132 165-21-15,2-4 1 16,-15 8 9 0,0 0 11-16,0 0 4 0,0 0 14 15,0 12-13-15,7-7 17 16,11-5-22-16,16 0-12 16,7 0-14-16,-7 0 6 15,-3 0 15-15,3 0-2 16,0 0 6-16,-22 0-9 15,16 0 8-15,-15 0-17 16,2 11 18-16,-2 5-15 16,5 1-6-16,-2 3-28 15,8 4 42-15,-17-4 8 16,8-9 1-16,-9 1 74 16,-6-12-22-16,7 0-23 15,-7 0-12-15,12 0 4 16,10 0-12-16,-10 0 3 0,10 0 14 15,-10-12-1-15,16 1-2 16,-16-9 21-16,13-9-21 16,9-3-21-16,7 0-6 15,5-8-24-15,1 4-29 16,-7 12-21-16,-12 16 18 16,-16 8-12-16,16 0 17 15,-15 16 54-15,-7 24 21 0,0 0 33 16,-6 4-25-1,9 1-20-15,-9-6-7 0,0-6-4 16,0-5-77 0,0-12-51-16,0-8-43 0,0-8-225 15</inkml:trace>
  <inkml:trace contextRef="#ctx0" brushRef="#br0" timeOffset="66581.11">27376 3007 296 0,'0'0'926'0,"0"0"-885"0,0 0 10 16,0 0-18-16,0 0-19 0,0 0-14 16,189-59-41-16,-142 38-78 15,-23 9-351-15</inkml:trace>
  <inkml:trace contextRef="#ctx0" brushRef="#br0" timeOffset="67097.03">28012 3341 757 0,'0'0'83'0,"0"0"79"0,74-274-28 0,0 146-60 15,26-4-35-15,5 4-1 16,16 7-32-16,-19 16-6 16,-15 18-13-16,-28 22-11 15,-19 26-54-15,-27 19-123 16,-13 20-109-16,0 3-162 15</inkml:trace>
  <inkml:trace contextRef="#ctx0" brushRef="#br0" timeOffset="67747.98">28681 2719 488 0,'0'0'115'0,"0"0"-11"0,0 0 5 0,0 0-19 0,0 0-17 16,0 0-35-16,-87 0 2 15,87 11-6-15,0 5 19 16,0-3-26-16,0 2-15 15,0 6-3-15,13 3-9 16,33 0 0-16,1 0 0 16,21 0-3-16,-9 0-7 15,-6 4-2-15,-13 0-15 16,7-7-21-16,-32 10 28 16,-9-3-1-16,-6-4 12 0,0 1 9 15,-52 3 8 1,-45 0-8-16,-14 0-13 0,-4 0-20 15,22-8 25 1,34-13 7-16,31-7-135 0,22 0-89 16</inkml:trace>
  <inkml:trace contextRef="#ctx0" brushRef="#br0" timeOffset="68080.28">29149 2987 602 0,'0'0'121'15,"0"0"2"-15,0 0-8 16,0 0-85-16,0 0-25 15,0 0 2-15,128 113-14 16,-97-98-10-16,3-10 15 16,-6-5-28-16,12 0 19 15,-15-12-11-15,3-24 22 16,-16-5 0-16,4 2-6 0,-16 6-40 16,0 13-16-16,0 8-26 15,0 12-51-15,-16-4-203 16</inkml:trace>
  <inkml:trace contextRef="#ctx0" brushRef="#br0" timeOffset="68679.13">29649 2855 3 0,'0'0'363'16,"0"0"-359"-16,0 0 6 15,0 0 86-15,0 0 20 16,0 0 14-16,0 120 15 0,15-88-42 16,-9-8-74-16,1 1-25 15,-1-6 3-15,-6-2-14 16,0-6-9-16,6-2-15 16,-6-6-5-16,0-3 28 15,0 0 8-15,0 0 56 16,0-23-14-16,0-10-29 15,0-3 0-15,0-8-5 16,0 8 16-16,0 0-18 16,0 0-6-16,0 4 7 15,6 8-7-15,16 4 0 16,3 7-8-16,3 10-3 16,-7 3-13-16,-8 0 6 0,-1 0 18 15,16 0-4 1,-9 12 10-16,2 4-9 0,-14 0 4 15,-7-8-1-15,0 7 0 16,0-2-3-16,0 7 3 16,0 4 9-16,-22 0-7 15,-9 5-1-15,-3-10-2 16,12 1-21-16,10 5-4 16,5-6-15-16,7-7 8 15,0 1 6-15,0-5 13 16,0-8 12-16,0 0 4 15,0 0 9-15,0 0-11 0,0 0 24 16,0 7-1-16,-21 6 32 16,-4 3-29-16,-9-4-25 15,6-4 4-15,9-8-5 16,-9 0-53-16,22 0-270 16</inkml:trace>
  <inkml:trace contextRef="#ctx0" brushRef="#br0" timeOffset="69512.58">30210 2699 23 0,'0'0'874'0,"0"0"-723"0,0 0-49 16,0 0-52-16,0 0-41 15,0 0-1-15,-6 132-6 16,6-92-4-16,0-4 9 16,0 0-14-16,0-4 5 15,0 0-3-15,-13 0 2 16,1-7-6-16,-4-10-8 15,16-10-66-15,0-5-25 16,0 0-109-16,0-9-14 16,0-30-100-16</inkml:trace>
  <inkml:trace contextRef="#ctx0" brushRef="#br0" timeOffset="69694.48">30210 2699 676 0,'-186'31'344'16,"186"-34"-294"-16,40-2 64 0,35-2-61 15,5 2-11-15,-2 2-19 16,18-5-17-16,-25 8-6 16,-9 0-39-16,-9 0-71 15,-19 0-200-15,-9 0-282 16</inkml:trace>
  <inkml:trace contextRef="#ctx0" brushRef="#br0" timeOffset="69994.68">30846 2975 649 0,'0'0'539'0,"0"0"-513"15,0 0 37-15,0 0-58 16,0 0-3-16,0 0-4 16,-53-44-1-16,53 44 1 15,-6 0 2-15,-1 0 8 0,7 0-6 16,0 0-2-1,0 0-20-15,0-4-67 0,0-28-347 16</inkml:trace>
  <inkml:trace contextRef="#ctx0" brushRef="#br0" timeOffset="196653.5">28325 3757 44 0,'0'0'433'0,"0"0"-366"0,0 0 31 0,0 0-11 16,0 0-42-16,0 0-31 16,0 0 5-16,0 0-16 15,0 0 14-15,0 0 30 16,0 0 34-16,0 0-12 16,-37 0-28-16,37 0 0 15,0 0-32-15,0 0 21 16,0 0-23-16,0 0 14 15,0 0-10-15,0 0 8 16,0 0-5-16,0 0-4 16,0 0 0-16,0 0-9 15,0 0 11-15,0 0-9 0,0 0 12 16,0 0-12-16,0 0 5 16,58 0-6-16,63-12 4 15,72-4 6-15,55 0-6 16,34 4 5-1,3-4-10-15,-24 4 4 0,-48 4 3 16,-45 0-16-16,-60 8-6 16,-49 0-11-16,-52 0-48 15,-7 8-92-15,-66 20-291 16</inkml:trace>
  <inkml:trace contextRef="#ctx0" brushRef="#br0" timeOffset="207761.98">18920 13483 418 0,'0'0'191'0,"0"0"-190"0,0 0 36 0,0 0 26 15,0 0-8-15,0 0-4 16,0 0 17-16,22 7 16 0,-22-7 13 16,0 0 0-16,0 0-51 15,0 0-12-15,0-11-25 16,0-37-9-16,-22-16 2 16,4-16 3-16,5-5 5 15,4 1-9-15,-3 4 19 16,12 11-16-16,0 5-8 15,0-4 2-15,0 15 2 16,0 9-55-16,28 21-7 16,12 15-83-16,0 8-78 15,0 0-4-15</inkml:trace>
  <inkml:trace contextRef="#ctx0" brushRef="#br0" timeOffset="208293.71">19268 13459 524 0,'0'0'83'0,"0"0"-5"0,0 0 51 0,0 0-21 0,0 0-75 16,0 0-1-16,362-52-15 15,-309 32-1-15,0 0-9 16,-13 4-4-16,-6 3-6 16,0 1-7-16,-9-4-40 15,3 13-96-15,-6-10-16 16,-16 9-194-16</inkml:trace>
  <inkml:trace contextRef="#ctx0" brushRef="#br0" timeOffset="208813.46">19537 13318 390 0,'0'0'498'0,"0"0"-409"0,0 0-10 0,0 0 24 16,0-204-89-16,13 151 14 0,5-3-27 15,-2 1 4-15,3 10-5 16,-13 1 0-16,-6 12-16 16,0 12-19-16,15 8-39 15,-15 12-42-15,6 0-43 16,-6 0-48-16,0 0 55 16,0 24-220-16</inkml:trace>
  <inkml:trace contextRef="#ctx0" brushRef="#br0" timeOffset="209176.44">19782 13287 331 0,'0'0'235'0,"0"0"-147"15,0 0 52-15,0 0-12 16,0 0-73-16,0 0-9 16,16-65-17-16,-16 25 23 0,6-4 14 15,0 3-39-15,0-2 0 16,-6-1-23-16,16 0-4 15,-10 3-6-15,-6 10-9 16,6 10-14-16,-6 13-21 16,0 8 7-16,0 0-19 15,0 0-3-15,0 0-77 16,0 21-63-16,0-6-255 16</inkml:trace>
  <inkml:trace contextRef="#ctx0" brushRef="#br0" timeOffset="209443.27">19475 12853 641 0,'0'0'177'15,"0"0"-66"-15,0 0-33 16,0 0-29-16,0 0 30 16,0 0-22-16,155-24-42 15,-102 16-13-15,0 1-2 16,9-2-7-16,-9 5-52 16,-1-4-65-16,-5 8-145 15,-19-4-291-15</inkml:trace>
  <inkml:trace contextRef="#ctx0" brushRef="#br0" timeOffset="209726.91">20278 12701 433 0,'0'0'133'0,"0"0"-57"16,0 0 74-16,0 0-14 15,81 257-59-15,-69-190-44 16,1 5-2-16,-13-3-15 0,0-5-15 16,0 0 2-16,0 1-3 15,0-14-16-15,-13-7-65 16,-11-15-35-16,-4-17-93 15,-13-12-278-15</inkml:trace>
  <inkml:trace contextRef="#ctx0" brushRef="#br0" timeOffset="210459.95">19255 11481 726 0,'0'0'157'0,"0"0"-56"0,0 0-60 15,-74-212 17-15,74 108-50 16,40-17-8-16,47-11-2 0,15 12-43 16,-9 8 28-16,7 32-88 15,-26 31-132-15,-40 41-215 16</inkml:trace>
  <inkml:trace contextRef="#ctx0" brushRef="#br0" timeOffset="210891.87">19683 11505 548 0,'0'0'398'0,"0"0"-358"0,0 0 38 0,0 0 43 16,0 0-100-16,0 0-13 15,313-11-8-15,-257 11-28 16,-16 0-13-16,1 0-39 16,-23 8-37-16,-11 7-138 15,-7 1-206-15</inkml:trace>
  <inkml:trace contextRef="#ctx0" brushRef="#br0" timeOffset="211141.61">19683 11505 870 0,'369'-63'37'0,"-384"15"71"16,2-4-19-16,13 3-69 15,0 9-8-15,0 12-8 16,0 7-4-16,0 2-62 16,0 7-13-16,0 4-160 15,0 0-229-15</inkml:trace>
  <inkml:trace contextRef="#ctx0" brushRef="#br0" timeOffset="211441.65">19956 11004 600 0,'0'0'168'15,"0"0"-1"-15,0 0-28 16,0 0-87-16,0 0-52 16,357 0-42-16,-323 0-176 15,-22 0-258-15</inkml:trace>
  <inkml:trace contextRef="#ctx0" brushRef="#br0" timeOffset="211673.91">20660 10868 659 0,'0'0'184'15,"0"0"-108"-15,99 205 7 16,-71-130-36-16,-16 6-34 16,-12 7-4-16,0 0-7 15,0 9-4-15,-18-13-26 16,-29-20-32-16,-21-16-165 16,15-32-359-16</inkml:trace>
  <inkml:trace contextRef="#ctx0" brushRef="#br0" timeOffset="212923.16">3681 15427 479 0,'0'0'23'0,"0"0"-15"0,0 0 18 0,0 0 0 16,0 0 44-16,0 0 47 16,0 0-55-16,0 0-3 15,0 0 16-15,0 0 18 16,0 0-27-16,0 0-6 16,0 0-31-16,0 0 4 15,0 0-2-15,0 0-18 16,0 0 8-16,27 5-21 0,26 3 0 15,28 4 9-15,27 4 17 16,10-8-25-16,3 9 3 16,0-10-4-16,-6-3-9 15,-16 0-15-15,-18-4-28 16,-23 0-40-16,-23 0-134 16,-35-4-234-16</inkml:trace>
  <inkml:trace contextRef="#ctx0" brushRef="#br0" timeOffset="213256.03">4304 15463 257 0,'0'0'500'0,"0"0"-465"0,0 0 50 0,0 0 57 0,0 0-46 16,-93-244-28-16,77 180-48 15,10 4-4-15,6 4-16 16,0 7-2-16,0 10-6 15,0 6-31-15,0 13-48 0,0 12-98 16,22 5-107 0,-16 3-159-16</inkml:trace>
  <inkml:trace contextRef="#ctx0" brushRef="#br0" timeOffset="213606.2">4663 15324 361 0,'0'0'140'0,"0"0"-119"15,0 0 84-15,0 0 50 16,0 0 14-16,0 0-23 16,16-85-64-16,-16 21-46 15,0 0-13-15,0 8 14 16,0-9-32-16,0 9-5 16,0-4 0-16,0 9-19 15,0 10-15-15,12 10-12 16,-5 18-57-16,-7 9-84 0,0 4-83 15,0 0-70-15</inkml:trace>
  <inkml:trace contextRef="#ctx0" brushRef="#br0" timeOffset="213955.2">4049 14766 914 0,'0'0'50'0,"0"0"-33"15,0 0 48-15,0 0 3 16,0 0-23-16,0 0-23 16,0-15-13-16,66 7 28 15,36-1 20-15,31-7-24 16,19-4-1-16,9 4-29 16,13 8-3-16,-13 4-39 15,-15 4-36-15,-31 0-105 0,-56 0-397 16</inkml:trace>
  <inkml:trace contextRef="#ctx0" brushRef="#br0" timeOffset="-214658.59">5414 15103 640 0,'0'0'98'0,"0"0"-39"0,0 0 51 0,0 0-4 0,0 0 1 0,0 0-37 15,266 8-37-15,-185-8-20 16,-16 8-12-16,-9 0-1 16,3 1-4-16,-13-1-22 15,-18 3-68-15,-9 6-102 16,-19-6-200-16</inkml:trace>
  <inkml:trace contextRef="#ctx0" brushRef="#br0" timeOffset="-214091.77">6750 15557 28 0,'0'0'490'0,"0"0"-362"0,0 0 44 0,0 0-54 15,0 0-15-15,0-274-15 0,0 166-20 16,0 3-39-16,6 22 0 15,-6 11-26-15,0 24 8 16,0 15-11-16,0 9-10 16,0 12-15-16,0 12-22 15,0 0-51-15,0 28-120 16,0 25-45-16</inkml:trace>
  <inkml:trace contextRef="#ctx0" brushRef="#br0" timeOffset="-213758.83">6422 15620 589 0,'0'0'49'0,"0"0"39"15,0 0 51-15,0 0-55 16,0 0 6-16,0 0-26 0,260 48-26 16,-207-48-13-16,2 0-22 15,-14 0-3-15,12 0-13 16,-19 0-39-16,-3 0-72 15,-16 0-89-15,-9-3-40 16</inkml:trace>
  <inkml:trace contextRef="#ctx0" brushRef="#br0" timeOffset="-213392.98">6282 14807 599 0,'0'0'73'15,"0"0"-27"-15,0 0 124 0,0 0-91 16,0 0 10 0,0 0-1-16,307-25-59 0,-226 17-29 15,12 4-1-15,0-4-39 16,15 4-99-16,-15 4-127 15,-18 0-227-15</inkml:trace>
  <inkml:trace contextRef="#ctx0" brushRef="#br0" timeOffset="-212925.54">7718 15408 517 0,'0'0'265'0,"0"0"-176"0,0 0-7 0,0 0-42 16,0 0-40-16,0 0-18 15,-41-92-45-15,41 76-19 16,0 16 82-16,-6 0 20 16,0 0 66-16,6 0 13 15,0 0-32-15,0 0-47 16,0 0-18-16,0 0-4 16,0 0-67-16,0 0-84 15,6 0-144-15</inkml:trace>
  <inkml:trace contextRef="#ctx0" brushRef="#br0" timeOffset="-212673.9">7671 14859 705 0,'0'0'117'0,"0"0"-117"16,0 0 0-16,0 0-7 16,0 0-15-16,0 0 7 15,0-29 3-15,0 29 12 0,0 0 50 16,0 0 4 0,0 0-30-16,-6 21-24 0,6-2-32 15,0-2-75-15,0-14-270 16</inkml:trace>
  <inkml:trace contextRef="#ctx0" brushRef="#br0" timeOffset="-201620.23">9144 14854 56 0,'0'0'212'0,"0"0"-39"0,0 0-46 0,0 0-34 15,0 0-26-15,0 0-7 16,0 0-47-16,0 0-3 16,0 0-4-16,0 0 3 15,0 0 0-15,0 0 4 16,0 0 4-16,0 0 38 0,0 0 20 16,0 0-14-16,0 0-3 15,0 0-41-15,0 0 15 16,0 0-24-16,0 0 10 15,0 0-18-15,0 0 0 16,0 0-1-16,0 0 1 16,0 0 1-16,0 0 4 15,0 0 6-15,0 0-8 16,0 0-1-16,0 0-2 16,0 0-3-16,0 0-13 0,0 0-3 15,0 0-2 1,0 0-14-16,0 0-21 0,0 0-20 15,0 0-10-15,0 0-57 16,0 0-35-16,0 0-225 16</inkml:trace>
  <inkml:trace contextRef="#ctx0" brushRef="#br0" timeOffset="-199188.82">9417 14694 225 0,'0'0'43'0,"0"0"-17"0,0 0-24 16,0 0 6-16,0 0 8 15,0 0 31-15,0 0-5 16,0 0 47-16,0 0 11 16,0 0-20-16,0 0-9 15,0 0-46-15,0 0 29 16,0 0-14-16,0 0-5 0,0 0-11 16,0 0-3-16,0 0 6 15,0 0 12 1,0 0 17-16,0 0-25 0,0 0-9 15,-13 0-7-15,-27 0-4 16,6 0-10-16,-13 8-2 16,-5 16 2-16,-4 1-1 15,3 6 16-15,19 2-15 16,9-10 16-16,-3 13-16 16,22 0 0-16,6 5-1 15,0 11-1-15,0-4-1 16,6-4 1-16,28-3 0 0,19-2-6 15,0-14 1-15,28-1-6 16,-7 4 12-16,0-20-23 16,-9-1-9-16,-12-7-4 15,-13 0-13-15,-12 0 9 16,-15-12-21-16,-7-24 56 16,-6-8 5-16,0-4 22 15,0 8-19-15,0 4 18 16,0 11 3-16,-25 14-13 15,-9 11 14-15,-6 0-12 16,-13 16 0-16,-9 32-11 16,3 17 7-16,0-1-6 15,19-12 26-15,12-12-25 16,28-16-4-16,0-24-33 0,28 0-105 16,43 0-89-16,-15 0-118 15</inkml:trace>
  <inkml:trace contextRef="#ctx0" brushRef="#br0" timeOffset="-198288.81">9863 15127 409 0,'0'0'233'0,"0"0"-59"0,0 0-55 16,0 0-53-16,0 0-5 15,0 0-20-15,149-16-27 16,-84 12-11-16,3 4-6 16,-9-4 2-16,-18 4-46 15,-7 0-69-15,-28 0-137 0,-6 0-183 16</inkml:trace>
  <inkml:trace contextRef="#ctx0" brushRef="#br0" timeOffset="-198037.65">9863 15127 951 0,'-25'-168'112'0,"25"168"-106"15,41 0 62 1,11 0-17-16,14 0 4 0,8-8-31 16,0-4-24-16,1 4-1 15,-10 0-32-15,-19 0-66 16,-24 8-237-16</inkml:trace>
  <inkml:trace contextRef="#ctx0" brushRef="#br0" timeOffset="-177423.59">10886 14746 224 0,'0'0'228'0,"0"0"-172"0,0 0 4 0,0 0-15 15,0 0-38-15,0 0-3 16,0 0-3-16,0 0 1 15,0 0 4-15,0 0-6 16,0 0 46-16,0 0 6 16,0 0-24-16,0 0-11 15,0 0 50-15,-6 0 5 16,6 0-28-16,0 0-13 16,0 0 2-16,0 0 8 15,0 0-34-15,0-3 14 16,0-18-19-16,28-7 26 0,19 0 10 15,-1 8-33-15,1 0-5 16,-1 8-4-16,-18 8 4 16,-15 4-2-16,-7 0-7 15,-6 16 9-15,0 35 2 16,-6 18-1-16,-47 0-1 16,-3 6-12-16,10-3 12 15,15-11-3-15,15-14 8 16,16-6-15-16,0-16 10 15,0-10-1-15,22-7-22 16,12 5 22-16,3-10-3 16,-9 5-3-16,18-8 6 0,1 8 1 15,6-8 0-15,9 0 0 16,-3 4-3-16,9-4-7 16,-9 0-66-16,-25 0-134 15,-22 0-177-15</inkml:trace>
  <inkml:trace contextRef="#ctx0" brushRef="#br0" timeOffset="-176555.76">11541 15159 201 0,'0'0'152'0,"0"0"-69"0,0 0-14 0,0 0-8 0,0 0-6 15,0 0 31-15,40 13-18 16,-6-13 9-16,6 0 12 16,-5 0-29-16,11-36-7 15,7 7-28-15,-7-23 26 16,1 4-26-16,-19 0 3 15,0-8-28-15,-22 7 1 0,6-7-1 16,-12 9-3-16,0 14 0 16,0 5-11-16,0 15 12 15,-40 13-26-15,-19 0 8 16,-3 5-14-16,-3 35 27 16,3 4-7-16,9 5 14 15,19 3 6-15,9-1 9 16,19-2-11-16,6 7-1 15,0-12-6-15,0-8 6 16,6-8-11-16,19-12 16 16,22-12-16-16,-7-4 5 0,6 0-16 15,10-15-5-15,-3-18 7 16,0 0 14-16,-13 10-31 16,0 2-16-16,-12 18-9 15,-15 3 55-15,-1 0 4 16,3 8 31-16,-2 31 34 15,15 2-9-15,-10-1-38 16,10-16-17-16,3 1 0 16,-3-1 2-16,6-1 9 15,0-10-11-15,7-6-1 16,5-7-10-16,13 0-118 0,-6 0-21 16,-7-28-133-1</inkml:trace>
  <inkml:trace contextRef="#ctx0" brushRef="#br0" timeOffset="-170479.43">16483 13483 51 0,'0'0'243'0,"0"0"-242"0,0 0 17 0,0 0 54 15,0 0-64-15,0 0 30 16,0 0 63-16,0 0-16 16,0 0 28-16,0 0-38 15,0 0-10-15,0 0-59 16,0 0-1-16,0 0-1 15,0 0-3-15,0 0 33 16,0 4 28-16,0-4 27 16,0 0-35-16,0 0 1 15,0 0-45-15,0 0 1 16,0 0-4-16,13 0 1 16,27-16 0-16,25-32-1 15,22-21 30-15,28-14-35 0,12-6 9 16,6-7-3-1,22-9-16-15,-15 10 0 0,-19 18-4 16,-35 16-47-16,-45 30-45 16,-41 23-103-16,0 8-160 15</inkml:trace>
  <inkml:trace contextRef="#ctx0" brushRef="#br0" timeOffset="-169562.78">17364 11569 441 0,'0'0'159'0,"0"0"-125"0,0 0 77 0,0 0-14 16,0 0-48-16,0 0-22 16,-6-3 45-16,6 3-37 15,0 0 2-15,0-8 12 16,0-8-19-16,0-21-17 15,65-26 1-15,43-29 13 16,47-29-22-16,10-12 5 0,8-6 5 16,-18 26-21-1,-28 29 12-15,-40 24-6 16,-40 24 0-16,-13 23-6 16,-34 13-17-16,0 0-95 0,-34 41-126 15</inkml:trace>
  <inkml:trace contextRef="#ctx0" brushRef="#br0" timeOffset="-150129.5">11401 14870 256 0,'0'0'69'0,"0"0"-30"0,0 0-18 0,0 0-15 0,0 0-6 16,0 0 1-16,0 0 30 15,0 0 45-15,0 4-37 16,0-4-34-16,0 0 0 15,0 0-3-15,0 0-1 16,0 0 39-16,0 0 36 16,-12 0 21-16,12 0-31 15,0 0-33-15,0 0-11 16,0 0-14-16,0 0-8 16,0 0 4-16,0 0 0 0,0 0-1 15,0 0 27-15,0 0 14 16,0 0 3-16,0 0-20 15,0 0-19-15,0 0-1 16,0 0-5-16,0 0 13 16,0 0-10-16,0 0 26 15,0 0-16-15,0 0 22 16,0 0-8-16,0 5 1 16,0-5-7-16,0 0-14 15,0 0 3-15,0 0-12 16,0 0 0-16,0 0-35 15,0 0-13-15,0 0-230 16,0-17-478-16</inkml:trace>
  <inkml:trace contextRef="#ctx0" brushRef="#br0" timeOffset="-148447.81">8868 15557 80 0,'0'0'143'0,"0"0"18"0,0 0-63 0,0 0-45 15,0 0 10-15,0 0 9 16,0 0-1-16,0 0-11 15,0 0 8-15,0 0-44 16,6 0 20-16,-6 0 1 16,0 0-4-16,6 0-6 0,10 0 18 15,2 0-9-15,10 0-28 16,6 0 11-16,-3 0-25 16,10-9 11-16,-7 1-11 15,6 0 10-15,1 8-7 16,-1 0 4-16,-6 0 4 15,6 0-8-15,7 0 2 16,5 0-4-16,1 0-6 16,0 0-1-16,-4 0-19 15,-18 0-36-15,-9 5-34 16,-16-2-80-16,-6-3-193 16</inkml:trace>
  <inkml:trace contextRef="#ctx0" brushRef="#br0" timeOffset="-147614.75">9237 15869 32 0,'0'0'261'16,"0"0"-193"-16,0 0 27 0,0 0-1 0,0 0-87 16,0 0 13-16,0-8 16 15,0 8 13-15,0 0 10 16,6 0 11-16,19 0-63 16,-3 0 0-16,-4 0-7 15,10 0-14-15,-15 0-16 16,-4 0-15-16,-9 28 21 15,0 0 13-15,0 8 11 16,0 5-11-16,0 3 4 16,0 0 4-16,0-4 3 15,0-8 7-15,0-4 17 16,0-16-22-16,0 0-1 0,0-12-2 16,31 0-14-16,3 0 14 15,0-29 1-15,6 2 0 16,1-1 0-16,-10 11 0 15,3 2 4-15,0 11 3 16,0 4-7-16,-9 0-56 16,-16 0-176-16</inkml:trace>
  <inkml:trace contextRef="#ctx0" brushRef="#br0" timeOffset="-146682.32">10846 15516 476 0,'0'0'75'0,"0"0"-55"0,0 0 8 15,0 0-15-15,0 0-1 16,0 0 31-16,0-23 58 16,0 23 14-16,0 0 4 15,0 0-26-15,0 0-24 16,0 0-59-16,0-5 23 15,16-7-28-15,36 8 36 16,14-8-23-16,2 0-5 16,-3 0-13-16,-3 0-3 0,-3 4-13 15,-3 0-18-15,-10 8 15 16,-6 0-27-16,-9 0-80 16,4 0-56-16,-14 0-110 15</inkml:trace>
  <inkml:trace contextRef="#ctx0" brushRef="#br0" timeOffset="-146031.62">11141 15704 411 0,'0'0'25'0,"0"0"77"0,0 0-14 0,0 0-36 0,0 0-29 16,0 0 10-16,127-23-1 0,-127 39 4 16,0 27-2-16,0 10-11 15,0 7-23-15,-28-4-42 16,22-7-26-16,-7-10 22 15,13-11 41-15,0-7 5 16,0-14 24-16,0-7 1 16,13 0 2-16,43 0 9 15,-10-12 32-15,7-19-46 16,0-2-8-16,-7 6-14 16,-12-1-29-16,0 7-28 15,-9 9-17-15,-3 9-6 16,-16-2-75-16</inkml:trace>
  <inkml:trace contextRef="#ctx0" brushRef="#br0" timeOffset="-144950.63">9324 16944 502 0,'0'0'192'0,"0"0"-176"0,0 0 106 0,0 0-7 15,0 0-69-15,0 0 14 16,-22 0-29-16,22 0-8 16,0 0-5-16,0-4-2 0,22-12 14 15,18 4-26-15,0-1-4 16,-15 13 1-16,15 0-2 16,-27 0-36-16,15 0 0 15,-28 20-8-15,0 17 35 16,0 6 3-16,0 2 10 15,-28-1-10-15,3-8 14 16,-3-20-4-16,16-8 1 16,12-8-1-16,0 0-3 15,0 0-49-15,40 0-25 16,19-19 51-16,3 2 20 16,-15 14-1-16,-13 3 0 15,-22 0-2-15,-12 0 6 0,0 3 0 16,0 30 55-16,0 11-20 15,-46 7-8-15,5 14 2 16,-21 3-15-16,-3 0-5 16,3-7-5-16,3-17-8 15,31-16-37-15,16-20-26 16,12-8-56-16,0 0-183 16</inkml:trace>
  <inkml:trace contextRef="#ctx0" brushRef="#br0" timeOffset="-144418.32">9885 17369 430 0,'0'0'238'0,"0"0"-146"0,0 0 1 16,0 0-50-16,0 0 18 16,0 0-12-16,161-13-39 0,-130 10-10 15,10-5-8-15,-14-4 2 16,1-1-64-16,-9-2-60 16,-7-9-50-16,-12 4-31 15,0-1-168-15</inkml:trace>
  <inkml:trace contextRef="#ctx0" brushRef="#br0" timeOffset="-144151.87">9885 17369 685 0,'6'-273'244'0,"-6"273"-134"15,0 0-29-15,13 0-54 16,33 0-15-16,-12 0 13 16,6-8-25-16,7 4-1 15,-13-4-18-15,6 0-71 16,7 0-20-16,-7-4-168 15,-12 4-408-15</inkml:trace>
  <inkml:trace contextRef="#ctx0" brushRef="#br0" timeOffset="-143302.1">10741 17233 185 0,'0'0'226'0,"0"0"-222"0,0 0-1 0,0 0 60 15,0 0 24-15,0 0 27 16,0 104 11-16,0-92-25 16,18-8-71-16,4-4 3 15,3 0-18-15,15 0-4 16,7 0-8-16,-1-12 6 15,10-20-2-15,-9-4-3 16,-7-8 43-16,-15-17-26 16,3-6 41-16,-16-10-56 15,-12 1-5-15,0 4 0 16,0 15-15-16,0 21-10 16,-12 16 11-16,-41 20 7 0,6 0-5 15,-15 12 2-15,3 29 17 16,7 6-16-16,2 2 3 15,4 7 0-15,33-8 5 16,1-8 2-16,12-8-3 16,0-8 8-16,0-7-5 15,0-9 10-15,46-5-19 16,1-3 8-16,-1 0-4 16,7 0-3-16,-6 5 7 15,-7-2-2-15,-12 2 9 16,6 2-13-16,-3 14 13 15,3 7 24-15,-6 0-17 16,18 0 15-16,-5-4-9 0,5-4-9 16,-6 4-9-1,-5-4 2-15,-4-12-8 0,-3 0-11 16,-1-8 9-16,-2 0-48 16,9 0-1-16,0 0-118 15,-15-8-80-15,15-12-133 16</inkml:trace>
  <inkml:trace contextRef="#ctx0" brushRef="#br0" timeOffset="-141303.85">8794 16695 67 0,'0'0'213'0,"0"0"-213"0,0 0 0 0,0 0 46 15,0 0 71-15,0 0 38 0,-7-8-23 16,7 8 3-16,-6 0-32 16,6 4-31-16,0 16-29 15,0 13-22-15,0 6-2 16,0 10-9-16,0 2 17 15,0 14-16-15,0-5 8 16,0-3-14-16,0 2 2 16,0-7-3-16,13 12-5 15,8 1 1-15,-8-1 0 16,8 4-2-16,-8-3-9 0,-1-6 11 16,-6-2 0-1,4-6-8-15,-4-7 5 0,0-15-12 16,-6 8-4-16,6-18 18 15,0 1-4-15,10-4 0 16,-4 9 0-16,1-2 5 16,-1 1-6-16,4-4 14 15,-4-7-16-15,-6-10 8 16,10-3-5-16,9 0-29 16,2 0 34-16,8 0 16 15,5 0 18-15,-3 0-4 16,19 0-21-16,9 0 16 15,-3 0-21-15,19 0 0 16,-4 0 1-16,4 0-2 16,6-3-3-16,-1-5 0 0,1 3-4 15,0 2 11-15,0 3-7 16,-6 0 4-16,12 0-2 16,-7 0 4-16,-5 0-12 15,0 0 4-15,12-8-2 16,3-4 4-16,-3-1 0 15,-6 2-9-15,6 6 19 16,-7 5-14-16,-11 0 14 16,5 0-19-16,-14-4 14 15,-4 0-10-15,-16-3 5 16,-6 2-5-16,-2-3 4 16,11 4 1-16,-8-4 11 0,5 0-8 15,1 0 3-15,-1-4-3 16,1-4-6-16,-1 0 3 15,7-16-1 1,-19 8 0-16,19-17 1 0,-19 10-15 16,-16-2 29-16,-2 10-26 15,-4-1 24-15,-12 4-13 16,0-9 4-16,0-7-6 16,0 4 1-16,0 0-1 15,0 7 3-15,0-2-7 16,0 3 2-16,0-8 9 15,0-8-7-15,0 0 6 16,-18 3-6-16,-4-2 8 0,10 10-5 16,-1-3 0-16,13 8 0 15,0 0-2-15,0 4 14 16,0 0-22-16,0-8 22 16,0 0-21-16,0-8 12 15,0-4-6-15,0 0-8 16,0 7-18-16,-9 9 4 15,3 4-6-15,-7 4 31 16,13-4-15-16,0-4-9 16,-6 1 11-16,-10 2 11 15,-8 6 4-15,-10-6 21 16,-13 5-3-16,-12 0-19 0,10 0 16 16,-4 4-14-16,6 4 21 15,1 8-22-15,-1 0 17 16,-12 0-18-16,-9 0 8 15,-6 0-7-15,-13 8-2 16,16-4 17-16,-16-4-16 16,6 0 11-16,7 0-10 15,6 0 1-15,2 0 2 16,14 0-3-16,-16 0-2 16,9 0-2-16,-10 0-3 15,10 8 10-15,-9 0-6 16,9-4 8-16,4 0-10 15,-11 4 6-15,26-4-2 16,-13 4 9-16,-2 4-8 16,8-4-2-16,-6 0 1 0,7-3 2 15,-1-5 1 1,-12 0-8-16,10 0 3 0,-4 0-5 16,0 0 12-16,-6 0-6 15,-3 0 0-15,-3 0-6 16,-3 0 4-16,-6 0 4 15,15 0-5-15,0 0 3 16,9 0-5-16,19 0-4 16,10 0 6-16,8 0-3 15,1 0 4-15,-10 0-12 16,16 0-3-16,-7 15-28 16,4-11-53-16,9-4-39 0,0 0-176 15</inkml:trace>
  <inkml:trace contextRef="#ctx0" brushRef="#br0" timeOffset="-134509.55">19128 7150 276 0,'0'0'302'0,"0"0"-238"0,0 0 46 0,0 0-23 0,0 0-20 15,0 0-1-15,0 8-25 16,0-3 28-16,0-5 12 15,0 0-13-15,0 0-37 0,0 0 2 16,0 0-13 0,0 0-10-16,0 0-10 0,12 0 0 15,-2 0-2-15,2 0-4 16,-6 0 1-16,1 0 1 16,-1 8 4-16,16-5 0 15,-4 5 3-15,10 12 1 16,-9-7-1-16,2-1-3 15,-14 7-1-15,-7 6-4 16,0 3-2-16,0 8 5 16,0 8 4-16,-19 4 3 15,-9-8-5-15,16-8 0 0,12-11-1 16,0-6-18-16,0 1 5 16,31-3-4-16,31-2 14 15,3 6-2-15,9 2 4 16,-21 6 2-16,-19-2 0 15,-12 1 0-15,-22 1 3 16,0 3 11-16,0 19 3 16,-41 2 5-16,-27 15-19 15,-6-11 7-15,21-9-6 16,7-21 4-16,5-7 0 16,1-3-4-16,6-6-4 15,15-2-2-15,7-2-3 16,12 5-28-16,0 0-39 0,0 4-109 15,0 1-107 1,25-5-451-16</inkml:trace>
  <inkml:trace contextRef="#ctx0" brushRef="#br0" timeOffset="-133676.9">19001 7207 547 0,'0'0'141'0,"0"0"-43"0,0 0 67 16,0 0-65-16,0 0-19 0,0 0-11 16,-6 0-30-16,6 0-4 15,0 0-17-15,0 0-9 16,0 0-10-16,0 0-15 16,0 0-45-16,0 0-103 15,0 0-251-15</inkml:trace>
  <inkml:trace contextRef="#ctx0" brushRef="#br0" timeOffset="-119804.96">15317 14887 492 0,'0'0'229'0,"0"0"-203"0,0 0 78 0,0 0-15 15,0 0-39-15,0 0-11 16,0 0 9-16,0 0-11 16,0 0 13-16,0 0-11 15,0 0-4-15,0 0-15 16,0 0-1-16,0 0 8 0,0 0-12 16,0 0 15-16,-18 11-17 15,-16 17-4-15,-19 5-7 16,6 6 1-16,1-6-3 15,6 6 0-15,18-14 2 16,3-1-1-16,19 1-2 16,0-10-10-16,0 9 2 15,0-7-17-15,28 7 9 16,25-4-9-16,12 8 20 16,9 0-1-16,-5 8 2 15,-10 0-1-15,-13-8-5 16,-18 4 3-16,-3-12-3 0,-19 4 8 15,-6 8 6-15,0 0 6 16,0 8 14-16,-37 12 0 16,-25-3-18-16,3-10-5 15,-3-11-4-15,15-11-21 16,7-9 12-16,15-8-25 16,10 0-50-16,15-17-115 15,0-30-166-15</inkml:trace>
  <inkml:trace contextRef="#ctx0" brushRef="#br0" timeOffset="-119471.78">15358 14987 72 0,'0'0'550'0,"0"0"-374"0,0 0 34 0,0 0-51 16,0 0-111-16,0 0-11 0,121 0-26 15,-75 0-6-15,1-8-5 16,-1-4-4-16,4-1-38 16,-4 10-72-16,-5 3-154 15,-17 0-311-15</inkml:trace>
  <inkml:trace contextRef="#ctx0" brushRef="#br0" timeOffset="-118955.88">16161 15552 42 0,'0'0'639'0,"0"0"-562"0,0 0 34 0,0 0-24 16,0 0-1-16,0 0 2 15,226 0-33-15,-158 0-33 16,7-12-21-16,-10 1 6 16,-19-6-7-16,-5 5-23 15,-20 5-86-15,-21-10-78 0,0 17-57 16,0 0-30 0</inkml:trace>
  <inkml:trace contextRef="#ctx0" brushRef="#br0" timeOffset="-118706.86">16173 15352 584 0,'0'0'294'15,"0"0"-262"-15,0 0 59 0,0 0-12 16,0 0-9-16,0 0-28 16,295-8-32-16,-221-4-10 15,1-4-7-15,-17 3-73 16,-17 6-105-16,-23 7-256 16</inkml:trace>
  <inkml:trace contextRef="#ctx0" brushRef="#br0" timeOffset="-117857.78">17097 15493 55 0,'0'0'552'0,"0"0"-502"0,0 0 58 0,0 0 18 15,0 0-103-15,0 0 7 0,-22 139-2 16,63-131-9-16,5-3-5 16,-5-5-9-1,5 0 10-15,16 0-7 16,3-16 10-16,3-20-2 0,-9-5 5 15,-3-7 15-15,-25 4 0 16,-9-8-13-16,-16-4-17 16,-6 0 16-16,0-1-20 15,0 13 10-15,0 8-10 16,-34 13 2-16,0 23-4 16,-6 0-11-16,2 0 8 15,-17 23 2-15,8 34-6 0,-6 15-13 16,13-5 10-1,6-6 5-15,21-14 5 0,7-10 6 16,6-13 7-16,0-11-13 16,0-2 0-16,6-11-4 15,35 4 0-15,5-4 3 16,1 0 2-16,6 5 4 16,9 3-1-16,-10 3-4 15,-5 9 2-15,-7 1 0 16,-6 2 2-16,0-3-4 15,-21 1-8-15,21-1-26 16,-16-4-34-16,4 0-69 16,-9-1-142-16,-13 2-84 15</inkml:trace>
  <inkml:trace contextRef="#ctx0" brushRef="#br0" timeOffset="-117289.63">18325 15079 711 0,'0'0'254'0,"0"0"-123"0,0 0-23 0,0 0-83 0,0 0-2 16,0 0-3-16,28 237-15 16,0-185-5-16,-10-4-9 15,4-1 7-15,-16 2-14 16,1-4 1-16,-7-9-18 16,0-9-29-16,0-2-7 15,0-25-13-15,0 0-193 0,0 0-113 16</inkml:trace>
  <inkml:trace contextRef="#ctx0" brushRef="#br0" timeOffset="-117040.69">18099 15472 528 0,'0'0'306'16,"0"0"-292"-16,0 0 127 15,0 0-30-15,0 0-23 16,0 0-34-16,393-32-31 0,-331 24-23 16,-15 3 0-16,-19 5-37 15,3 0-45-15,-16 0-215 16,-15 0-377-16</inkml:trace>
  <inkml:trace contextRef="#ctx0" brushRef="#br0" timeOffset="-116640.33">19082 15660 223 0,'0'0'567'15,"0"0"-406"-15,0 0-16 16,0 0-65-16,0 0-30 16,0-233 3-16,0 130-3 15,0-10-22-15,0 5 6 0,0 8-15 16,0 20-16 0,6 19 1-16,0 14-4 0,-6 22-22 15,0 9-23 1,0 16-2-16,0 0-26 0,0 0-23 15,0 36-77-15,0 5-132 16</inkml:trace>
  <inkml:trace contextRef="#ctx0" brushRef="#br0" timeOffset="-116290.9">19348 15316 250 0,'0'0'83'0,"0"0"-46"15,0 0 57-15,0 0-14 16,0 0 9-16,0 0-9 15,208 56 20-15,-208-40 38 16,0 12-30-16,0 0-17 16,0 4-9-16,-59 8-34 0,-22 9-29 15,-18-10-7 1,19-6 17-16,-7-10-21 0,19-15-8 16,27-8-1-16,1 0-35 15,34 0-48-15,6 0-154 16,0-12-689-16</inkml:trace>
  <inkml:trace contextRef="#ctx0" brushRef="#br0" timeOffset="-111145.93">15299 16370 503 0,'0'0'27'0,"0"0"-27"0,0 0 0 15,0 0 1-15,0 0 5 16,0 0 33-16,0 0 13 15,34 0 28-15,-34 0 55 16,0 0 13-16,0 0-57 16,0 0-20-16,0 0-37 15,0 0-20-15,0 0 15 0,0 0-16 16,0 0 3 0,-34 0-16-16,0 0 8 0,0 12 14 15,3 1-6-15,-10 2-6 16,7 9-10-16,6-4 2 15,3 5 2-15,10-6-7 16,3-2 7-16,-1-1-8 16,13-8 2-16,0 4 0 15,0 0-3-15,0 4-9 16,25 0 8-16,31-8-2 16,3 8 3-16,15-4-12 15,7 4 12-15,-10 9-20 0,-9-2 16 16,3 1 1-16,-12-4 0 15,-19 1 5-15,-19-6-2 16,-8 1 4-16,-7 1 2 16,0 2 14-16,0 14-4 15,-16 3 10-15,-30 8-21 16,-7-4 5-16,6-4-5 16,1-12-7-16,6-8 0 15,-1-7-23-15,-5-9-22 16,-1 0-68-16,7-25-61 15,6-19-42-15,21 0-275 16</inkml:trace>
  <inkml:trace contextRef="#ctx0" brushRef="#br0" timeOffset="-110813.04">15190 16526 564 0,'0'0'249'0,"0"0"-127"0,0 0-4 0,0 0-49 0,0 0 14 16,0 0-36-16,202 0-12 16,-156 0-34-16,1 0-1 15,-7 0-7-15,7 0-38 16,-13-7-95-16,-6-9-180 16,-16 3-359-16</inkml:trace>
  <inkml:trace contextRef="#ctx0" brushRef="#br0" timeOffset="-110296">16269 16847 636 0,'0'0'142'0,"0"0"-11"0,0 0-14 15,0 0-36-15,0 0 13 16,0 0-51-16,31 5-14 16,-9-5-10-16,18 0-8 0,1 0-2 15,-1 0-9 1,0 0-3-16,-3 0-31 16,-9 0-26-16,0 0-60 15,-15 0-78-15,-13-8-155 0</inkml:trace>
  <inkml:trace contextRef="#ctx0" brushRef="#br0" timeOffset="-110099.77">16269 16847 587 0</inkml:trace>
  <inkml:trace contextRef="#ctx0" brushRef="#br0" timeOffset="-110012.72">16269 16847 587 0,'47'-167'292'0,"-16"167"-209"0,9 0 61 15,16 0-35-15,-3 0-109 16,-13 0-5-16,6 0-77 15,1-5-27-15,-19 2-149 16,-16-6-253-16</inkml:trace>
  <inkml:trace contextRef="#ctx0" brushRef="#br0" timeOffset="-108698.47">17299 16479 165 0,'0'0'241'0,"0"0"-236"0,0 0 34 0,0 0 20 16,0 0-6-16,0 0 62 16,0 0 34-16,0 0-11 15,0 4-74-15,0-4-18 16,0 0 22-16,0 0-27 16,0 0-11-16,0 0-7 15,0 0 17-15,0 0-21 16,0 0 8-16,0 0-22 0,0 0-5 15,6 0 1-15,25-4 2 16,9-8-3-16,7-1 0 16,-7 10-2-16,0-2-5 15,1 5 5-15,-1 0-3 16,-6 0-9-16,0 0 4 16,-15 0-6-16,-4 21 9 15,-15 2 5-15,0 13 2 16,0 1 3-16,-15-5 3 15,-26-4-3-15,23-7 0 16,-4-2-1-16,10-7-4 16,12 0-10-16,0-4-20 0,0-4-22 15,0 0-52 1,21-4 70-16,10 5 26 0,-3-5 10 16,0 3 7-1,-3 5 11-15,-19 0 0 0,0 9 20 16,-6 2 9-16,0 6-13 15,0 14 9-15,-37 6-36 16,-25 7 13-16,-3-8-19 16,-3-4 14-16,9-4-14 15,13-15-1-15,18-6-27 16,6-3-46-16,10-12-140 16,12 0-448-16</inkml:trace>
  <inkml:trace contextRef="#ctx0" brushRef="#br0" timeOffset="-107748.83">18341 16526 278 0,'0'0'194'0,"0"0"-70"0,0 0 9 0,0 0-32 16,0 0-38-16,0 0 31 0,6 0-21 15,6 0 8-15,-6 21-9 16,22 7-24-16,-6 12-8 16,-10 0-24-16,1 4 4 15,-13 1-20-15,12-6 0 16,-3 5-1-16,-9-3-12 16,0-5-8-16,0-4 0 15,0-8-7-15,0-8-28 16,0-8-26-16,0-4 8 15,13-4-108-15,-7 0-161 16,0-12-119-16</inkml:trace>
  <inkml:trace contextRef="#ctx0" brushRef="#br0" timeOffset="-107332.92">18145 16860 504 0,'0'0'151'0,"0"0"-31"0,0 0 56 15,0 0-87-15,0 0 22 16,0 0-50-16,115-5-24 15,-62 5-23-15,-1-8 2 16,10 1-7-16,-9-9-9 16,0 3-1-16,-7 1-36 15,4 1-47-15,-19 3-118 16,-9 3-265-16</inkml:trace>
  <inkml:trace contextRef="#ctx0" brushRef="#br0" timeOffset="-106533.23">18976 16410 187 0,'0'0'571'0,"0"0"-472"0,0 0-36 0,0 0-63 0,0 0-14 15,0 0 14-15,19-40 10 16,-19 40 20-16,0 0 42 15,6 0 32-15,16 9-10 16,-10 15-38-16,7 7-13 16,2 2-36-16,-8 3-1 15,8 4-4-15,-14 4-4 16,-1 8 4-16,0 0-2 16,-6 1 3-16,0 2 0 15,0-10-1-15,0-6 1 16,0-3 0-16,0-7-1 15,0-9-4-15,0-8 0 0,0-8-9 16,0-4-7-16,12 0-3 16,-12 0 21-16,16 0-12 15,-4 0 9-15,1-12 6 16,36-12 3-16,-2-5-5 16,6 1 1-16,-1 9-2 15,1 7-5-15,-13 12 2 16,16 0-14-16,-19 0 13 15,-2 0 0-15,-8 8 0 16,-8 4-5-16,-19-1 2 16,0 2 3-16,0 10 4 15,-6 6 19-15,-53 8-16 16,-9 2 12-16,-4-3 8 0,-2-8 10 16,21-7-28-16,19-14-5 15,-12 1-14-15,18-8-30 16,0 0-93-16,9 5-337 15</inkml:trace>
  <inkml:trace contextRef="#ctx0" brushRef="#br0" timeOffset="-102086.61">20325 16772 750 0,'0'0'219'0,"0"0"-62"0,0 0-52 0,0 0-78 15,0 0-4-15,0 0 6 16,167 24-21-16,-108-24-8 15,3 0 4-15,3 0-9 16,-3 0-1-16,-3 0 5 16,-12 0-9-16,-7 0-5 15,-18 0-15-15,-4 0-18 0,10 0-117 16,-28 0-251-16</inkml:trace>
  <inkml:trace contextRef="#ctx0" brushRef="#br0" timeOffset="-101670.83">20285 16744 675 0,'0'0'131'0,"0"0"-11"0,0 0-14 16,0 0-26-16,0 0-27 15,0 0-21-15,248-21 2 16,-183 21-25-16,-3 0-9 16,-9-4-7-16,-19 4-11 0,6-3-115 15,-28-5-214-15,10 3-388 16</inkml:trace>
  <inkml:trace contextRef="#ctx0" brushRef="#br0" timeOffset="-101320.75">20740 16631 244 0,'0'0'424'16,"0"0"-294"-16,0 0 31 16,0 0-72-16,0 0-8 15,0 0-13-15,100 49-40 16,-54-38-9-16,-12 6-19 16,0-2 17-16,-15-2-9 15,-13 3 11-15,10-1 2 16,-16 9 0-16,0 4-12 15,0 8-9-15,0 5-4 16,-16-5-13-16,-9-12-3 16,-3 0-6-16,10-11 9 15,18-7-27-15,-9-1-72 0,9-5-116 16,-7 0-202-16</inkml:trace>
  <inkml:trace contextRef="#ctx0" brushRef="#br0" timeOffset="-100472.42">21661 16118 656 0,'0'0'373'0,"0"0"-264"0,0 0-36 0,0 0-36 16,0 0-28-16,0 0 11 16,69 140-16-16,-45-104-3 15,-2 0 1-15,-3 13-1 0,2 15 22 16,-14 16-10-16,-7 8 2 15,0-4-15-15,0-7 0 16,0-13-24-16,0-17 5 16,0-11 8-16,0-15 0 15,0-9 11-15,0-12 0 16,0 0 16-16,0 0-16 16,0-8-7-16,0-32-21 15,18-9 9-15,16-3 13 16,19 1-4-16,3-2 4 15,3 13 1-15,-7 8-14 16,4 16-18-16,-9 16-13 16,-7 0 24-16,-15 4 20 15,3 36 6-15,-16 4 16 16,1 1-13-16,-13-1-3 0,0-5-1 16,0 2-7-16,-19 3 4 15,-34-4 8-15,-21 4-3 16,15-3 7-16,-15-2 13 15,-7-3 26-15,13-8-31 16,9-3-16-16,18-14-38 16,17-11-28-16,8 0-219 15,10 0-366-15</inkml:trace>
  <inkml:trace contextRef="#ctx0" brushRef="#br0" timeOffset="-100088.39">22492 16924 18 0,'0'0'809'0,"0"0"-625"0,0 0-82 0,0 0-27 0,0 0-61 15,0 0-9-15,124 0-5 16,-90 0 0-16,-6 0-1 16,6 0-10-16,-15-5 1 15,15 2-80-15,-21 3-47 16,-7 0-214-16</inkml:trace>
  <inkml:trace contextRef="#ctx0" brushRef="#br0" timeOffset="-99823.13">22492 16924 263 0,'72'-100'788'0,"-72"100"-665"16,0 0-71-16,0 0-36 16,28 0-12-16,12 0-5 15,-22 0 1-15,23-8-18 16,-13-5-28-16,-4 6-71 0,11-1-185 16,-14 8-153-1</inkml:trace>
  <inkml:trace contextRef="#ctx0" brushRef="#br0" timeOffset="-99204.78">23339 16338 697 0,'0'0'351'0,"0"0"-204"0,0 0-83 16,0 0-36-16,0 0-20 16,0 0-5-16,80-56-3 0,-27 48 3 15,-19 8 3-15,-12 0-6 16,-3 0 0-16,-19 49-2 15,0 10-9-15,0 18-13 16,-19 3 5-16,-37-8 5 16,-9-8 14-16,12-8 4 15,-2-7 10-15,8-10 2 16,22-3-7-16,3-15-9 16,22-6-8-16,0-2-7 15,0-5-10-15,0-4-37 0,28-4-20 16,25 0 46-1,22 0 33-15,5 0 3 0,7 0 48 16,0 0 51-16,-7 0-57 16,-14 0-37-16,2 0 0 15,-16 16-5-15,-17 8-6 16,-11 13-42-16,-17-10-221 16</inkml:trace>
  <inkml:trace contextRef="#ctx0" brushRef="#br0" timeOffset="-46617.91">10893 6288 149 0,'0'0'82'0,"0"0"-75"0,0 0-1 0,0 0 91 0,0 0 3 16,0 0-30-16,0 0-19 16,0 0 32-16,15 0-10 15,-9 0-33-15,-6 0-38 16,0 4-2-16,0-4 1 15,0 0 22-15,0 0 19 16,0 0-8-16,0 0 14 16,0 0 2-16,0 0-13 15,0 0-18-15,0 0 12 16,0 4-22-16,0 0-1 16,7 7-6-16,-1 14-2 15,6 11 48-15,4 8 5 16,-10 8-40-16,22 4-9 15,-10 1 2-15,1 2-4 16,-3-10 10-16,-10-9-1 0,0-16 4 16,-6-7-4-16,0-14-10 15,0-3-1-15,28-3 0 16,-3-58 3-16,15-23-2 16,6-17 5-16,23-7-3 15,5 3-6-15,-3 14-10 16,10 10 5-16,-7 21-30 15,-8 16-52-15,-4 12-28 16,-22 16-132-16,-15 16 46 16,-25 0-144-16</inkml:trace>
  <inkml:trace contextRef="#ctx0" brushRef="#br0" timeOffset="-36110.75">13355 6537 230 0,'0'0'32'0,"0"0"90"0,0 0-11 0,0 0-42 0,0 0 7 15,0 0-6 1,0 0-11-16,46-33-13 0,-46 33 29 15,6 0-14 1,-6 0-29-16,0 0-32 0,0 0 5 16,0 0 27-16,0 0 19 15,0 0 0-15,0 0-6 16,0 0-16-16,13 0-25 16,-13 0-2-16,15 0-2 15,-2 0-5-15,-1 0 4 16,0 0-2-16,-12-3 1 15,16-5-3-15,-16 8 4 16,0 0-28-16,0 0 29 16,0 0 5-16,0 0 22 15,0 0-7-15,0 0 4 16,0 0-11-16,0 0 3 0,0 0 2 16,0 0-14-16,0 0 2 15,6 0 0-15,-6 0-3 16,0 0 0-16,0 0-3 15,0 0 1-15,0 0 1 16,0 0-1-16,0 0 1 16,0 0 14-16,0 0-7 15,0 0 8-15,0 0-14 16,6 0 2-16,7 11-1 16,2 22-4-16,10 7 8 15,3 4-2-15,0-8-6 0,-3 0 4 16,3-4-8-16,-22-4 6 15,6 4-4-15,-12-3 4 16,0-1 5-16,0-12 0 16,0-9-4-16,6-7-1 15,4 0-2-15,2 0-5 16,22-12-22-16,19-52 27 16,40-36 0-16,28-32 12 15,12-4-12-15,7 7-8 16,-7 12-4-16,-12 21-9 15,-19 24-2-15,-43 36-3 16,-18 19 11-16,-41 17-68 16,0 0-135-16,-22 41-282 15</inkml:trace>
  <inkml:trace contextRef="#ctx0" brushRef="#br0" timeOffset="52414.06">15271 17622 196 0,'0'0'91'0,"0"0"-39"0,0 0 48 0,0 0-42 0,0 0 4 0,0 0-2 16,0 0-2-1,0-9-6-15,0 6 13 0,0 3 2 16,0 0 21-16,0 0-26 16,-13 0-43-16,-14 0 4 15,-4 0-10-15,9 0 13 16,-12 0-22-16,15 0 9 16,-15 20-11-16,15-4 9 15,-2-4-10-15,8 4 4 16,1-13 5-16,12 18-10 15,0-9 0-15,0 8-3 16,0-1-4-16,0 2-20 16,19 3 8-16,15-3 5 15,0 2 11-15,-3 1 2 16,3 1-4-16,-12-2 3 0,-10-2 4 16,-6 2 4-16,-6 2-5 15,0-6 15-15,0 14-11 16,-6-5 9-16,-34 8-14 15,-1-4 1-15,1-8-2 16,6 0 7-16,9-8-14 16,10-12 4-16,8-4-22 15,7 0-41-15,0-4-122 16,0-36-105-16</inkml:trace>
  <inkml:trace contextRef="#ctx0" brushRef="#br0" timeOffset="52797.71">15246 17610 710 0,'0'0'141'0,"0"0"-45"0,0 0-20 0,0 0-35 15,0 0-28-15,0 0 8 16,112-5-3-16,-78-3-18 16,0 1-4-16,0-6-43 15,-3 2-39-15,-3 3-173 16,-6 8-22-16</inkml:trace>
  <inkml:trace contextRef="#ctx0" brushRef="#br0" timeOffset="53413.42">15727 17859 607 0,'0'0'134'0,"0"0"-75"0,0 0-10 0,0 0-32 0,0 0 5 16,0 0 13-16,52 0-4 15,-24 0-23-15,6 0 10 16,4 0-16-16,2 0-4 16,0 0-44-16,7 0-69 15,-13 0-73-15,-12 0-41 16</inkml:trace>
  <inkml:trace contextRef="#ctx0" brushRef="#br0" timeOffset="54279.15">16362 17666 199 0,'0'0'124'0,"0"0"20"0,0 0-21 0,0 0-51 0,0 0 4 16,0 0 2-16,0 0 7 16,0 0-3-16,0 0-32 15,0 0-19-15,0 0 0 16,0 0-1-16,0 0-17 15,0 0 5-15,0 0-18 16,0 0 10-16,0 0-10 16,0 3-5-16,0 14-16 0,13 7 21 15,-7 8 0-15,0-4 5 16,-6 4-10-16,0 0 2 16,0-4-6-16,0 0-15 15,0-8 19-15,0-4-5 16,0-8 8-16,0-8-6 15,0 0 7-15,0 0-4 16,0 0-28-16,0 0 4 16,0 0-16-16,0 5 30 15,0 10 13-15,16 1 2 16,-10 4 1-16,-6 5 38 16,0-1-8-16,0-4 8 0,0 4 8 15,0-4-19 1,0 8 0-16,0 4-26 0,0 4 3 15,-28 4-4-15,-6-4-1 16,9-3 0-16,3-17-37 16,16-13-13-16,6-3-72 15,0 0-147-15,22-19-70 16</inkml:trace>
  <inkml:trace contextRef="#ctx0" brushRef="#br0" timeOffset="55080.21">16260 17613 312 0,'0'0'158'0,"0"0"-98"0,0 0 64 16,0 0-48-16,0 0-32 15,0 0 9-15,0 0 13 16,0 5-16-16,0-5-27 16,0 0 2-16,0 0-4 0,0 0 8 15,0 0 2-15,0 0 24 16,0 0-22-16,0 0 2 15,0 0-14-15,0 8-2 16,0 4-8-16,0-1-9 16,0 6-2-16,0-6 0 15,0 2-2-15,0-1-5 16,0-8 6-16,0 0-10 16,0-4-26-16,0 0-152 15,0 0-337-15</inkml:trace>
  <inkml:trace contextRef="#ctx0" brushRef="#br0" timeOffset="55695.81">16964 18123 616 0,'0'0'153'0,"0"0"-69"0,0 0 10 0,0 0-35 16,0 0-2-16,0 0-12 16,111-48-45-16,-64 40 0 15,-13 0 0-15,0 4-21 16,-15 0-56-16,2 4-116 16,-14 0-25-16,-7 0-109 15</inkml:trace>
  <inkml:trace contextRef="#ctx0" brushRef="#br0" timeOffset="55897.59">16964 18123 844 0,'-34'-277'183'0,"34"277"-119"16,0 0 32-16,0 0-57 15,0 0-17-15,12-4 1 0,22 0-15 16,0 0-16-16,0 0-7 16,-3-3-25-16,10-6-95 15,-26 9-248-15</inkml:trace>
  <inkml:trace contextRef="#ctx0" brushRef="#br0" timeOffset="60241.23">17751 18247 309 0,'0'0'115'0,"0"0"-43"15,0 0 8-15,0 0-9 0,0 0 27 16,0 0 18-16,0 5-41 15,0-5-9-15,0 0 8 16,0-8 2-16,0-28-21 16,0-21-24-16,0-11 10 15,0-12-24-15,0 0 6 16,0-1-17-16,0 9-12 16,0 4 5-16,22 20-8 0,-22 12-10 15,6 15-5-15,-6 14-4 16,0 3-20-16,0 4-61 15,0 0-250-15,0 0-135 16</inkml:trace>
  <inkml:trace contextRef="#ctx0" brushRef="#br0" timeOffset="60725.34">17832 18147 479 0,'0'0'100'0,"0"0"-70"0,0 0 67 0,0 0-35 16,0 0-12-16,0 0-37 15,174-32-7-15,-162 32 1 0,-6 0-1 16,-6 0 23-16,0 0 16 15,0 0 41-15,0 0-24 16,0 4 17-16,-6 16-32 16,-34 4-11-16,-1 0-9 15,-11 5-10-15,-1-14-8 16,0 6-9-16,-3-10 4 16,19-2-1-16,16-1-6 15,8 0-35-15,7 0-39 16,-10 7-167-16,10-2-569 15</inkml:trace>
  <inkml:trace contextRef="#ctx0" brushRef="#br0" timeOffset="63589.24">19665 18211 993 0,'0'0'104'0,"0"0"-49"0,0 0-31 0,0 0-15 16,0 0-2-16,0 0-4 16,0 0 4-16,387-8-2 15,-294 8-5-15,-18 0 4 16,2 0-12-16,-3 0 8 0,-5 0-25 16,-10 0-59-16,15 0 42 15,-9 0-97-15,-18 8-131 16,-19-3-154-16</inkml:trace>
  <inkml:trace contextRef="#ctx0" brushRef="#br0" timeOffset="63922.39">19683 18003 679 0,'0'0'267'0,"0"0"-203"16,0 0 12-16,0 0-62 15,0 0 52-15,0 0-43 16,307-13-3-16,-214 10-20 16,-12 3-1-16,-1 0-28 15,-11 0-54-15,-17 0 11 16,-18 0-138-16,-15 0-62 16,-13 0-160-16</inkml:trace>
  <inkml:trace contextRef="#ctx0" brushRef="#br0" timeOffset="64254.44">20359 17903 199 0,'0'0'320'15,"0"0"-275"-15,0 0 11 16,0 0 43-16,0 0-42 15,0 0-15-15,12 0 40 16,29 0 17-16,-1 15-24 16,0 1-42-16,-5 12 3 0,-17-3-35 15,-2-1 10-15,-4-1-4 16,-6 2-5-16,-6 3 5 16,0 4 8-16,0 8-1 15,0 4-14-15,0-8 0 16,-18-3-12-16,8-17-42 15,10-13-43-15,0-3-104 16,0 0-63-16,0-3-97 16</inkml:trace>
  <inkml:trace contextRef="#ctx0" brushRef="#br0" timeOffset="65471.41">21463 17662 416 0,'0'0'260'0,"0"0"-255"0,0 0 52 0,0 0 68 15,0 0-88-15,0 0-2 16,0 76 26-16,0-32-7 16,0 12 11-16,0 4-29 15,0 1-4-15,0-1-26 16,0-9-1-16,0-6-5 16,0-1 2-16,0-8-1 15,12-4 0-15,-5-4 7 16,-1-11-6-16,-6-9-3 15,0-8 6-15,0 0-7 16,0 0 2-16,0 0-5 0,12-5 4 16,4-18 0-16,2-6-7 15,16 1 16-15,13 8-6 16,-1 4 1-16,23-1-6 16,-4 14 0-16,-3 3-1 15,3 0-1-15,-9 0 0 16,-19 0 3-16,-9 0-12 15,0 0 14-15,-22 20-21 16,-6 12 15-16,0 4 6 16,0 4 14-16,-34 4-13 15,-19 0-1-15,-9-3 9 16,-9-2-8-16,-10-11 7 0,7-11 0 16,15-13-16-16,12-4-16 15,7 0-8-15,18 0-36 16,4 0-93-16,11-4-314 15</inkml:trace>
  <inkml:trace contextRef="#ctx0" brushRef="#br0" timeOffset="66003.7">22331 18291 806 0,'0'0'84'0,"0"0"18"0,0 0-3 0,0 0-76 0,0 0-14 16,0 0-9-16,226 0-3 0,-204 0-25 15,-9 0-29-15,-7 0-120 16,-6 0-57-16,0 5-68 16</inkml:trace>
  <inkml:trace contextRef="#ctx0" brushRef="#br0" timeOffset="66220.07">22331 18291 563 0,'47'-204'180'16,"-47"204"-165"-16,24 0 72 0,4 0-34 15,13 0-53-15,-1 0-17 16,6 0-92-16,-5 0-106 15</inkml:trace>
  <inkml:trace contextRef="#ctx0" brushRef="#br0" timeOffset="66773.78">23026 17838 313 0,'0'0'437'0,"0"0"-404"16,0 0 51-16,0 0-31 15,0 0-53-15,0 0-8 16,207 149-24-16,-207-85-50 15,-6-4 27-15,-68-4 55 16,6 4 2-16,2-15 37 16,14-14 76-16,24-15-22 15,22-11-28-15,6-5-46 16,0 0-19-16,59 0-28 16,21 0 28-16,19-21 10 15,10 6 1-15,-10 2 3 16,-12 10 4-16,-19 3 33 0,-9 0-43 15,-12 0-5-15,-32 0-3 16,4 3-5-16,-7 18-21 16,-12 10-37-16,0 2-201 15,0 3-291-15</inkml:trace>
  <inkml:trace contextRef="#ctx0" brushRef="#br1" timeOffset="190863.04">23593 4543 81 0,'0'0'101'0,"0"0"-30"0,0 0 34 0,0 0-18 15,0 0-57-15,0 0 17 16,0 0 25-16,6 0-12 16,-6 0-3-16,0 0-10 15,0 0-30-15,0 0 11 16,0 0 69-16,0 0-15 0,0 0-21 16,0 0-10-16,0 0 0 15,0 0-8-15,0 0-8 16,0 0-15-16,0 0-6 15,0 0 1-15,0 0-9 16,0 0 14-16,0 0-17 16,0 0 5-16,0 0-7 15,0 0 4-15,0 0-4 16,-6 0 1-16,-28 0-1 16,3 0-1-16,3 0-5 15,-18 13 5-15,-1 6-2 16,1 1 7-16,-1 5-1 15,-9 7-3-15,3-4-1 16,1-5 0-16,-1-2 1 16,25-9-1-16,0 4 2 0,16-4-2 15,-1-1 1-15,7-2-9 16,-15 3 9-16,21 0-3 16,-7 8-2-16,-5 1 2 15,-4-2 2-15,10 5 0 16,0-3-4-16,6 2 5 15,0-2-11-15,0 2 14 16,0-2-8-16,0 2 4 16,0-2-4-16,0-6-2 15,0 10 6-15,0-9 0 16,0 4 3-16,0 0-7 16,0-4 9-16,0 12-11 0,0-7 11 15,0-6-10 1,0 13 10-16,6-12-9 0,0 4 4 15,4 1 0 1,-10 2-4-16,12 6 9 0,-6-6-8 16,1 5 8-16,14-7-8 15,-21 2 5-15,6-2-4 16,-6-1 2-16,0 4 0 16,7-4 0-16,-7 3 3 15,0 10-7-15,0-5 14 16,0 4-19-16,0-4 18 15,0 0-16-15,0-3 10 16,0-2-3-16,0-2 0 16,0 2 0-16,0 6-2 0,0-6 6 15,0 2-8-15,0 7 10 16,0-12-8-16,0 12 3 16,0-8-2-16,0-4 1 15,0 1 0-15,0-2 0 16,0 1 2-16,-7 5-4 15,-20-2 6-15,8 1-4 16,-21 4 0-16,-1 0 18 16,7-3-17-16,0-9 2 15,-6-5-2-15,15-2 0 16,-3-9 2-16,22 0 0 0,0 0 3 16,6 0-4-16,0 0-4 15,0 0 6-15,0 0-4 16,0 0 2-16,0 0 2 15,0 0-4-15,0 0 2 16,0 0-6-16,0 0-3 16,0 0 2-16,6 0-14 15,28 8 13-15,13 12 11 16,-1 0-10-16,1 8-3 16,-1 0-1-16,-12 8-6 15,0 0 9-15,-21 4 1 16,-7 4 10-16,-6 5 0 15,0-1 4-15,0 7-6 16,-13 6-1-16,-14 3-1 16,-8 4 1-16,4-4-1 15,10-3-2-15,2-1 8 0,13 4-10 16,-3 0 8-16,-4 0-2 16,13 5-2-16,0-17-1 15,0-12-1-15,13-12-4 16,49-12 2-16,18-16-36 15,7 0 2-15,25-16-98 16,-10-32-244-16</inkml:trace>
  <inkml:trace contextRef="#ctx0" brushRef="#br1" timeOffset="192129.27">24102 5168 29 0,'0'0'454'0,"0"0"-319"0,0 0-9 0,0 0-57 15,0 0-20-15,0 0 17 16,0 0 9-16,0 0-36 15,0 0 25-15,0 0-22 16,0 0-8-16,0 0 1 16,0 0-22-16,0 0 2 15,0 0-9-15,0 0 9 16,0 0-12-16,0 0 0 16,-19 0 0-16,-3 0-1 15,-18 0-2-15,6 5 4 16,-6 7-1-16,2 4-2 15,-11 0 4-15,8 1-3 16,4 2 1-16,9-7-1 0,7 4-1 16,14-4-2-1,7 1 5-15,0-2-9 0,0 1 2 16,0-4 3-16,28 5-21 16,25-5 14-16,0 4 7 15,3 7 0-15,15-6 1 16,-15 2 0-16,-16-7-2 15,-15 1 1-15,3-1-2 16,-16-5 0-16,-12 2-2 16,0 6 5-16,0 6-1 15,0 7 3-15,0 8 21 16,-46 0-10-16,11-4-11 0,-5-8-3 16,15-7 5-1,-3-10-10-15,28-3-8 0,0 0 3 16,-6 0-14-16,6 0-38 15,-6-24-41-15,-16-4-69 16,4 0-44-16,12 8-35 16,-16 0-141-16</inkml:trace>
  <inkml:trace contextRef="#ctx0" brushRef="#br1" timeOffset="192529.26">23916 5325 209 0,'0'0'302'0,"0"0"-277"0,0 0 45 0,0 0-49 16,0 0 19 0,0 0 78-16,40-27 85 0,-22 14-103 15,10 9 21 1,-3-4-71-16,22 0-2 0,2 4-37 15,4-4-11-15,0-3 0 16,-7 3-26-16,1 3-17 16,-1-3-65-16,-18-4-184 15,-15 9-222-15</inkml:trace>
  <inkml:trace contextRef="#ctx0" brushRef="#br1" timeOffset="193062.04">24802 5461 619 0,'0'0'215'0,"0"0"-68"0,0 0-56 0,0 0-16 16,0 0-38-16,0 0-21 16,81 0-8-16,-53 0-3 15,12 0-5-15,-15 0-10 16,15 0-33-16,-6 0-55 0,-6 0-50 16,-21 0-109-16,5 0 31 15</inkml:trace>
  <inkml:trace contextRef="#ctx0" brushRef="#br1" timeOffset="193318.36">24802 5461 97 0,'-65'-176'565'0,"78"176"-542"0,8 0 38 15,10 0 70-15,3 0-20 16,13 0-79-16,-1-12-32 16,16 4-10-16,-9 8-174 15,-12-12-135-15</inkml:trace>
  <inkml:trace contextRef="#ctx0" brushRef="#br1" timeOffset="194177.65">25946 5329 430 0,'0'0'46'0,"0"0"23"0,0 0 45 16,0 0-7-16,0 0-40 0,0 0-25 16,-93 69-22-16,87-53 9 15,6 4 4-15,0 4 6 16,0-8-8-16,0-1-28 15,31-6 8-15,10-1 6 16,-7-4 3-16,18-4-14 16,4 0 14-16,3 0 13 15,-6-24 10-15,-7-17-35 0,-5-2-2 16,-13-14-6 0,-16-3-5-16,-12 4-1 0,0 4-33 15,0 16 6-15,-34 16-13 16,-19 20 33-16,-27 0 2 15,-26 4-1-15,13 39-3 16,-9-2 7-16,15 11 6 16,40 1 2-16,13-6 21 15,28-2-1-15,6-9 24 16,0-8-40-16,40-17-3 16,29 2 0-16,11-9 6 15,13-4-6-15,-18 4-1 16,12 0 14-16,-16 4 4 15,-9 3 5-15,-16 6-22 16,-12 2 4-16,-9-2-5 0,9-4-12 16,-6-2-26-16,3-3-23 15,-15 4-33-15,-4-4-97 16,-12-3 50-16,0-2-82 16</inkml:trace>
  <inkml:trace contextRef="#ctx0" brushRef="#br1" timeOffset="194643.29">27115 5141 642 0,'0'0'119'0,"0"0"74"0,0 0-106 0,0 0-46 16,0 0-29-16,0 0 18 16,0 48 25-16,7-3-27 15,14 6-28-15,-2 1 5 16,-4 0-2-16,4-7-3 15,3-5-13-15,-16-8-48 16,13-8 4-16,-4-8-51 16,-15-12-138-16,12-4-74 15</inkml:trace>
  <inkml:trace contextRef="#ctx0" brushRef="#br1" timeOffset="194877.99">26957 5358 269 0,'0'0'172'16,"0"0"-8"-16,0 0-61 15,0 0-67-15,0 0-36 16,0 0-41-16,227 0-130 0</inkml:trace>
  <inkml:trace contextRef="#ctx0" brushRef="#br1" timeOffset="195544.59">27878 4748 443 0,'0'0'127'15,"0"0"7"-15,0 0-8 16,0 0-46-16,0 0-9 0,13 209-8 16,15-150-25-16,-1-2-27 15,14-5 8 1,-10 0-19-16,3 0 2 0,-6-8 0 16,-10 0 8-16,-18-11-11 15,0-13 2-15,0-12 1 16,0-8-2-16,7 0-2 15,-7 0-18-15,0-28 16 16,6-5-12-16,9 1 6 16,10 0 3-16,3 8 4 15,6 4-3-15,0 9 5 16,7 2 1-16,-4 9-1 16,3 0 1-16,0 0-5 0,7 0 5 15,-7 20 11-15,0-8-7 16,-24 9-4-16,3-10-4 15,-19 17 4-15,0 8 0 16,-75 8 25-16,-36 12 1 16,-10 1-10-16,6-9 2 15,34-20-18-15,22-8-14 16,19-20-89-16,12 0-260 16</inkml:trace>
  <inkml:trace contextRef="#ctx0" brushRef="#br1" timeOffset="196957.67">24235 6693 198 0,'0'0'89'0,"0"0"59"0,0 0-52 0,0 0-1 15,0 0-20-15,0 0 9 16,0 36-53-16,0-36 25 0,0 0 32 16,0 0-15-16,0 0-22 15,0 0-5-15,-6 0-9 16,0-12 11-16,-7-32-13 16,-9-16-34-16,4-4 24 15,2 0-20-15,4 0 25 16,-1 3-23-16,7 12 0 15,-9 18-7-15,9 11 0 16,6 12 0-16,-7 8 5 16,-5 0-13-16,-4 0 5 15,-24 20 2-15,-13 19-15 16,-5 18-18-16,2-1 0 16,31-8-11-16,9 4-53 0,16-11-17 15,0-18-130-15,10-2-103 16</inkml:trace>
  <inkml:trace contextRef="#ctx0" brushRef="#br1" timeOffset="197507.68">24604 6765 225 0,'0'0'399'0,"0"0"-316"0,0 0 109 0,0 0-47 0,0 0-89 16,0 0-36-16,0 0 14 16,0-228 37-16,0 159-43 15,0 1-15-15,6 0-12 16,19 16-2-16,-10 11-7 16,-8 13 7-16,-7 20-5 15,0 8 1-15,0 0-5 16,0 0-17-16,0 33 6 15,0 15 18-15,-7 12-27 16,-33 0-97-16,0-12-186 16,-19-7-288-16</inkml:trace>
  <inkml:trace contextRef="#ctx0" brushRef="#br1" timeOffset="197957.34">25131 6689 867 0,'0'0'147'0,"0"0"-106"0,0 0 54 0,0 0-11 0,0 0-65 16,0 0-19-16,335 4-1 16,-295 0-12-16,7 3-56 15,-22-2-52-15,-10-5-215 16,-15 0-315-16</inkml:trace>
  <inkml:trace contextRef="#ctx0" brushRef="#br1" timeOffset="198207.44">25131 6689 495 0,'99'-237'266'0,"-99"237"-216"16,34 5 75-16,7-5-72 15,5 0-53-15,1 0-51 16,-1 0-220-16</inkml:trace>
  <inkml:trace contextRef="#ctx0" brushRef="#br1" timeOffset="198989.34">25940 6284 422 0,'0'0'250'0,"0"0"-77"0,0 0-25 0,0 0-102 0,0 0-40 15,0 0-5-15,100-24 19 16,-54 16-10-16,10 8 15 16,-3 0-10-16,-7 0-2 15,-6 0-10-15,-6 20-6 16,-9 12 1-16,-9 5 2 16,-16-1 0-16,0 3-5 15,0-3 1-15,0-8 0 0,0-7-16 16,0-9-26-16,0-9 2 15,31 5-62-15,9-8 31 16,22 13 47-16,-9-5 22 16,12 4 6-16,-15 12-6 15,-26-4-1-15,-24 11 14 16,0 5 47-16,0 5 95 16,-65 7-54-16,-22-4-42 15,-9 0 14-15,-9-8-31 16,24-11-20-16,-6-14-16 15,29-6-20-15,2-5-76 0,15 0-297 16</inkml:trace>
  <inkml:trace contextRef="#ctx0" brushRef="#br1" timeOffset="199688.98">26474 6806 459 0,'0'0'190'0,"0"0"-123"0,0 0 15 15,0 0-30-15,0 0-52 16,0 0 0-16,-41 55 0 0,63-51 1 16,18-4 72-1,1 0 26-15,18 0-29 0,15 0 18 16,0-23-46-16,-2-18-26 16,-10-7-13-16,-3-4-3 15,-19-4 0-15,-6-1-14 16,-28 18 3-16,-6 14-2 15,0 5 11-15,0 20 2 16,-28 0 5-16,-18 0-5 16,-13 9-29-16,-3 15-30 15,15 16 21-15,7-4 38 16,15-4 0-16,19 4 6 16,6-8 0-16,0 0-11 15,0-4 6-15,31-4-1 0,25 5 4 16,-10-9-3-1,1 4 14-15,-7-1-8 0,7 1 24 16,-7 5-23-16,0-1-1 16,1-9-3-16,-10 1-4 15,-3 1-5-15,-1-6-41 16,-8-3-5-16,3-8-213 16,-22 0-321-16</inkml:trace>
  <inkml:trace contextRef="#ctx0" brushRef="#br1" timeOffset="200125.36">27763 6468 270 0,'0'0'414'0,"0"0"-299"0,0 0 13 0,0 0-23 0,0 0-64 0,0 0 3 16,47 185-29-16,-25-137-4 15,-10-4-11-15,4-4-9 16,-10 4-9-16,-6-12-19 15,0 1-1-15,0-21-120 16,0-9-85-16,0-3-172 0</inkml:trace>
  <inkml:trace contextRef="#ctx0" brushRef="#br1" timeOffset="200322.14">27636 6717 713 0,'0'0'109'16,"0"0"34"-16,0 0 5 15,0 0-52-15,0 0-70 16,341 0-21-16,-260 0-10 0,-13 0-6 16,4 0-105-1,-38 0-193-15,6-8-309 0</inkml:trace>
  <inkml:trace contextRef="#ctx0" brushRef="#br1" timeOffset="200954.93">28433 6244 478 0,'0'0'112'15,"0"0"-10"-15,0 0 28 16,0 205-15-16,28-150-80 16,-3 6 15-16,-10-13-22 0,-2 7-6 15,-1-6 9-15,-12-1-17 16,13-4 19-16,-13 0-31 15,9-16 2-15,3-7 1 16,-5-14-10-16,5-7-29 16,10 0 5-16,-10 0 16 15,28-12 13-15,1-15 13 16,18-6-10-16,9 10 14 16,0-2-14-16,10 14 3 15,-4 3-3-15,0 8-4 16,-8 0 1-16,-11 0-2 15,-8 8-2-15,-13 20-11 16,-9 3 14-16,-25-3 2 16,0 13 7-16,0-2 26 15,-75 2 18-15,-18-2-30 0,-6-3 17 16,18-11-35-16,7-12-4 16,28-13-23-16,-1 0-127 15,7-17-569-15</inkml:trace>
  <inkml:trace contextRef="#ctx0" brushRef="#br1" timeOffset="-141464.76">25841 4331 105 0,'0'0'77'0,"0"0"-61"0,0 0 52 0,0 0-9 0,0 0-17 0,0 0 42 0,0 0-27 16,0 0 33-16,0 0-47 15,0 0 6-15,0 0-3 16,0 0-9-16,0 0-29 15,0-24 20-15,0 24-5 16,0 0 11-16,0 0-12 16,0 0-10-16,0 0 11 15,0 0-8-15,0 0 6 16,0 0-20-16,0 0 4 16,0 0 0-16,0 0 4 15,0 0 4-15,0 0 9 0,0 0 2 16,0 0-2-16,0 0-3 15,0 0-7-15,0 0 11 16,0 0-18-16,0 0 11 16,0 0-6-16,0-5-7 15,0 2 2-15,0-5-2 16,0-1 0-16,6 1 1 16,13-3-4-16,-7 3 1 15,4-4 7-15,-4-1-7 16,22-7-1-16,0 4 0 15,-3-7 0-15,10-2 0 16,-1 1 2-16,0-4-3 16,-6 4 10-16,19-8-13 0,-6 8 11 15,-7-1-8 1,0 10 3-16,-6-1-1 0,-6 3-1 16,-9 2 0-16,-7 7-2 15,16-12 0 1,-15 11-1-16,21-6-23 0,-6-6 11 15,6 9-14-15,-9-3-3 16,-13 7-44-16,-3 4-136 16,-3 0-52-16,-6 0-244 15</inkml:trace>
  <inkml:trace contextRef="#ctx0" brushRef="#br1" timeOffset="-140282.79">25894 4118 73 0,'0'0'43'0,"0"0"-42"0,0 0 0 0,0 0 57 16,0 0 15-16,0 0 44 15,0-4-16-15,0 4-59 16,0 0-34-16,0 0-4 16,0 0 4-16,0 0 35 15,0 0-1-15,0 0-16 16,0 0 11-16,0 0 7 16,0 0-5-16,0 0 6 0,0 0 0 15,0 0-15 1,0 0-10-16,0 0 0 0,0 0-11 15,0 13 1-15,0-2-8 16,-16 6 0-16,10 2 6 16,-13 1 1-16,7 4 5 15,-10-4-9-15,10-7-4 16,-10-1-1-16,22-1 0 16,0-3 4-16,-12 5 1 15,12-1-1-15,0-1 9 16,-6 2-12-16,6-1 3 15,0-9-4-15,0 2-1 0,0-1-2 16,0-4-3 0,0 0 0-16,0 0-1 0,0 0 5 15,0 0-2-15,0 0-2 16,0 0 6-16,0 0-1 16,0 0 1-16,0 0-1 15,0 0 1-15,6 0 0 16,6 0-2-16,10 0 6 15,-10-4-4-15,-12-1 2 16,0 5 3-16,0 0-5 16,0 0 20-16,0 0-3 15,0 0-9-15,0 0-8 16,13 0 1-16,-4 0-2 16,-3 0 2-16,0 0-2 15,7 0-4-15,-13 0-44 16,0 0-134-16,0 0-69 0</inkml:trace>
  <inkml:trace contextRef="#ctx0" brushRef="#br1" timeOffset="-138850.22">26957 3898 242 0,'0'0'99'0,"0"0"-15"0,0 0 1 16,0 0-52-16,0 0-29 16,0 0-7-16,0 0 10 15,0 0-3-15,0 0 41 16,0 0 1-16,0 0-23 16,0 0-18-16,0 0 13 15,0 0 9-15,0 0 11 16,0 0-4-16,0 0-6 15,0 0-8-15,0 0 17 16,0 0-14-16,0 0 6 16,0 0 18-16,0 0-7 15,0 0-3-15,0 0-19 16,0 0 16-16,0 0-32 16,25 0 0-16,-19 0 3 0,35 0-6 15,-13 0 2-15,-4 0-2 16,4 0 1-16,-15 0-17 15,15 0-8-15,-16 0-63 16,16 0-40-16,0 0 4 16,-3 0-22-16,-10 0-67 15</inkml:trace>
  <inkml:trace contextRef="#ctx0" brushRef="#br1" timeOffset="-137918.9">27463 3653 333 0,'0'0'141'0,"0"0"-50"0,0 0-36 0,0 0-37 15,0 0-2 1,0 0 7-16,0-4-23 0,15 4 4 16,-2 0 29-16,-1 0 5 15,4 0-23-15,-4 0-9 16,0 4 1-16,4 16-6 15,-10 5 11-15,6 2-11 16,-12-3 21-16,7 0-17 16,-7 1 6-16,0-6-3 15,0-2-7-15,0-1-1 16,6-4 3-16,0-9-12 16,16 13 6-16,-4-3-1 15,4-5 2-15,-10 4-6 0,-5-1 8 16,-7-2-1-1,0 2 0-15,0 14 2 0,0-6 61 16,0 6 45-16,-19 7-31 16,-21 0-36-16,-1-8 13 15,1-8-38-15,6-4-3 16,3-7-12-16,22-5-8 16,9 0-32-16,0 0-145 15,0 0-275-15</inkml:trace>
  <inkml:trace contextRef="#ctx0" brushRef="#br1" timeOffset="-122713.56">29763 5518 266 0,'0'0'185'0,"0"0"-125"0,0 0-13 16,0 0 14-16,0 0-12 16,0 0 4-16,0 0-25 0,0 0-12 15,0 0 30 1,0 0-13-16,0 0 23 0,0 0 0 16,0 0-25-16,0 0-22 15,0 0 6-15,0 0-13 16,0 0-1-16,0 0-2 15,0 0 5-15,0 0-8 16,0 0 8-16,0 0 10 16,0 0 6-16,0 0-11 15,0 0-4-15,0 0-5 16,0 0 2-16,0 0-2 16,0 0 0-16,0 0 2 15,0 0-5-15,0 0 6 16,0 0 2-16,0 0 3 15,0 0-4-15,0 0-4 0,0 0 3 16,0 0 0-16,0 0 11 16,0 0 15-16,0 0 16 15,0 0-16-15,0 0-21 16,0 0 6-16,0 0-12 16,0 0 3-16,0 0-5 15,0 0 2-15,0 0-4 16,0 0-1-16,0 0 1 15,13-4 4-15,9-12-4 16,-4-1 4-16,4 2 1 0,-4-1-3 16,4-4 2-1,-3 4-4-15,2 0 6 0,-14-1-4 16,11 14 3-16,-12-14-5 16,10 14 2-16,-4-5-1 15,1-5-7-15,8 5-12 16,-2-7 2-16,3-6-33 15,3 1 9-15,3 0-33 16,-16 9-95-16,3 3 46 16,-15 3 54-16,0-3 9 15,0 8-80-15,0 0-258 16</inkml:trace>
  <inkml:trace contextRef="#ctx0" brushRef="#br1" timeOffset="-121847.82">29863 5157 33 0,'0'0'85'0,"0"0"37"0,0 0 18 0,0 0-30 0,0 0-52 0,0 0-7 15,0 0-3-15,0 0 2 16,0 0-10-16,0 0-3 15,0 0-13-15,0 0 38 16,0 0 8-16,0 0-41 0,0 0-6 16,0 8 9-16,0 4-7 15,0 9-22-15,0-10 5 16,6 9-3 0,16-7 4-16,-10 10 6 0,10-7 3 15,-10 1-12-15,0-9-2 16,-5 3-4-16,8 1 0 15,-9-4-4-15,-6 5 13 16,7-5-10-16,5 12 4 16,-3 0 2-16,-3-1-4 15,7-2-1-15,-1 7 0 16,4-8 3-16,2-1-6 16,-5-6 9-16,2-1-12 0,-8-4 3 15,-1 0-1 1,0 0 5-16,0-4-1 0,3 0 0 15,-9 0-3-15,7 0 0 16,-1 0-36-16,6 0-46 16,-6-4-66-16,16-21-10 15,-22 10-114-15</inkml:trace>
  <inkml:trace contextRef="#ctx0" brushRef="#br1" timeOffset="-118452.22">30706 5502 75 0,'0'0'88'0,"0"0"83"0,0 0-35 16,0 0-87-16,0 0 23 0,0 0-39 15,0 0-11 1,-12 8 39-16,12-8 30 0,0 0-21 16,0 0 21-16,0 0-32 15,0 0 0-15,0 0-41 16,0 0 9-16,0 0-20 15,0 4 5-15,-10-4-2 16,10 0 1-16,0 0 23 16,0 0-10-16,0 0 12 15,0 0-25-15,0 0 11 16,-12 0-21-16,-7-25 6 16,-9-3-5-16,10-3 6 15,-10-10-7-15,16 2 2 16,-4 3-6-16,16-13 6 0,0 5-10 15,0-4 4-15,0 0-7 16,6 8-5-16,35 7-1 16,-1 2 4-16,6 6-16 15,4-3-46-15,3 4-73 16,-13 4-129-16,-15 1-134 16</inkml:trace>
  <inkml:trace contextRef="#ctx0" brushRef="#br1" timeOffset="-117735.24">30805 5261 355 0,'0'0'113'0,"0"0"-58"0,0 0 53 0,0 0-35 15,0 0-1-15,0 0 28 16,0 0 23-16,68 0-21 16,-21 0-28-16,-7 0-34 15,7 0-17-15,-13 0-19 0,-3 0-4 16,-9 0-6-16,-4 0-5 15,4 0-53-15,-3 0-61 16,-4 0-222-16,-15 0-200 16</inkml:trace>
  <inkml:trace contextRef="#ctx0" brushRef="#br1" timeOffset="-116870.19">31394 5041 145 0,'0'0'191'0,"0"0"-56"0,0 0-52 16,0 0 24-16,0 0-49 15,0 0 22-15,28 0 1 16,-3 0-18-16,3 8-13 16,-3 0-39-16,3 3 10 15,-16 2-13-15,10-1-2 16,-10 4 0-16,-6-4 5 16,-6-1-8-16,0 6-6 15,0-9 3-15,7 8 0 0,2-4-5 16,10-8-18-16,8 5-7 15,4 2 2-15,4-3-3 16,-1-4 17-16,-16 4 14 16,-2-3 0-16,-16-5 2 15,0 19 7-15,0 1 54 16,-6 5-2-16,-41 14-34 16,-9-6-3-16,10-14-4 15,12 9-7-15,-13-15-13 16,22-1 0-16,-9-1-10 15,13-3-69-15,2 1-81 16,19-9-89-16,0 0-291 0</inkml:trace>
  <inkml:trace contextRef="#ctx0" brushRef="#br1" timeOffset="-116303.48">32095 4941 577 0,'0'0'54'0,"0"0"112"0,0 0-5 0,0 0-90 0,0 0-60 16,270 227-9-16,-245-166 4 16,-19 8-4-16,-6 3 48 15,0 11 2-15,-59 2-4 16,-3-9-48-16,3-4-3 16,6-7-72-16,13-21-87 15,12-24-295-15</inkml:trace>
  <inkml:trace contextRef="#ctx0" brushRef="#br1" timeOffset="-109975.63">23674 8124 474 0,'0'0'65'0,"0"0"-5"0,0 0 12 0,0 0 24 0,0 0 7 16,0 0 23-16,0 0-54 15,0 0-3-15,0 0-25 16,0 0-13-16,0 0-12 15,0 0-18-15,-19 0 5 16,-9 0 0-16,0 0-10 16,16 0 8-16,-7 0-4 15,-2 0 0-15,2 0 0 16,-9 5 0-16,0 6-2 16,16 6-2-16,-1-6 3 15,-2 6-1-15,-4 2 4 16,13-2-3-16,-16 4 4 0,16-2-6 15,-12 1 4-15,11-4-1 16,-8 4 0-16,15-4 0 16,0 4-5-16,0 0 10 15,0 1-12-15,0-1 12 16,0-1-9-16,0 6 4 16,0-2-2-16,0 6-3 15,0 3 4-15,0-4-3 16,0-8 7-16,0 0-10 15,0 0 14-15,0-4-13 16,0 9 10-16,0-6-8 16,0 6 3-16,0-2-5 0,0 2 0 15,0-1-3-15,0 4 5 16,0-5 6-16,0 2-7 16,0-6 9-16,0 2-6 15,0-9 2-15,0 4 0 16,0 0 1-16,0 8 1 15,0-3 10-15,-19 2-10 16,-2 1 3-16,-4 1-1 16,-3-10 0-16,9 1 0 15,-9-8-3-15,16-3-1 16,-4-5 3-16,-2 0 3 16,12 0-4-16,-1 0-1 15,-2 0 3-15,9 0-2 16,0 0 4-16,0 0-12 0,0 0 2 15,0 0-3-15,0 0-2 16,0 0-3-16,0 0 10 16,22 0-4-16,-4 0 1 15,10 3 2-15,-9 14 0 16,-4-1 6-16,10 7 0 16,-9 5-2-16,-4 5 1 15,-12 3-2-15,0 0 1 16,0 4-7-16,0 0 13 15,0 1-9-15,0 3 7 16,-18-1-1-16,-17 1-3 0,20 0 9 16,-4 0-4-1,-9-3-3-15,22-1 0 0,-6 4-2 16,6-3 7-16,6 6-7 16,-7-3 8-16,7 12-7 15,0 1-2-15,0-6 0 16,0-6 0-16,0-9 0 15,7-7-2-15,33-10 1 16,0-19-17-16,19 0 2 16,16 0-65-16,30-60-146 15,-3-12-220-15</inkml:trace>
  <inkml:trace contextRef="#ctx0" brushRef="#br1" timeOffset="-105261.61">24043 8470 204 0,'0'0'234'0,"0"0"-170"0,0 0-3 16,0 0-3-16,0 0-33 16,0 0-2-16,0 0 33 15,0 0-28-15,0 0 40 16,0 0 2-16,0 0-8 16,0 0-27-16,0 0-6 0,0 0-6 15,0 0 22 1,0 0 12-16,0 0-2 0,0 0-20 15,0 0-27-15,0 0 16 16,0 0-20-16,0 0 6 16,0 0-9-16,0 0 2 15,0 0-1-15,52-4 3 16,7-4 19-16,22-8-18 16,0 7 2-16,-1-2-6 15,1 3-4-15,-16 3-5 16,-25 2-19-16,7 3-33 15,-26 0-87-15,-21 0-243 16</inkml:trace>
  <inkml:trace contextRef="#ctx0" brushRef="#br1" timeOffset="-104580.42">24939 8550 310 0,'0'0'74'0,"0"0"7"0,0 0-4 0,0 0-3 0,0 0-27 16,0 0 64-16,0-61-16 16,0 38 12-16,0-5-31 15,0-9-43-15,12-6 1 16,13-9-30-16,9-1-4 16,-12 4-11-16,-4 13 11 15,-11 8-4-15,-7 17 4 16,0 11 16-16,0 0 22 0,0 0 2 15,-13 0-34-15,-33 0-6 16,-1 28-18-16,1 8-28 16,-16 4 0-16,31-3-40 15,-10-1-95-15,13-9-61 16,16-7-254-16</inkml:trace>
  <inkml:trace contextRef="#ctx0" brushRef="#br1" timeOffset="-103814.71">25444 8124 107 0,'0'0'383'0,"0"0"-311"0,0 0-22 0,0 0-3 0,0 0-21 0,0 0-3 16,-53 0 30-16,53 0 22 15,0 0 5-15,0 0-13 16,0 0-23-16,0 0-36 15,0 0-8-15,0 0-5 16,22 5 2-16,15 6 1 16,13 2-4-16,-3-1 3 15,5 4 3-15,-11 0-4 16,-17 0 7-16,10-4-5 16,-18-4 2-16,-4 1-3 15,-12 2 3-15,0-3 1 16,0 9 26-16,0 2-11 0,-12 9 18 15,-22 5-16-15,-34 6 6 16,21-6-11-16,-12-5 3 16,25-8-15-16,-6-9-1 15,6-6-14-15,21-5-31 16,-21 0 11-16,28 0-120 16,0-20-2-16,-7-4-124 15</inkml:trace>
  <inkml:trace contextRef="#ctx0" brushRef="#br1" timeOffset="-103281.42">25605 8008 485 0,'0'0'222'0,"0"0"-83"0,0 0 32 16,0 0-77-16,0 0-68 16,0 0-18-16,35-15-1 0,-17 10 6 15,4 5 23-15,-16 0-14 16,13 0-22-16,-10 0-1 16,16 0-21-16,3 0-66 15,-10 0-38 1,4 0-185-16,-10 0-176 0</inkml:trace>
  <inkml:trace contextRef="#ctx0" brushRef="#br1" timeOffset="-102663.77">26046 8422 377 0,'0'0'135'0,"0"0"12"0,0 0-6 0,0 0 9 0,0 0-83 16,0 0-33-16,149 0-25 16,-109 0-4-16,-15 0-1 15,-4 0-4-15,-8 0 0 16,-7 0-1-16,9 0-1 16,-2 0-47-16,-13 0-91 15,12 0-85-15,-12 0-134 16</inkml:trace>
  <inkml:trace contextRef="#ctx0" brushRef="#br1" timeOffset="-102148.96">26142 8193 231 0,'0'0'172'0,"0"0"-56"0,0 0 24 16,0 0-16-16,0 0-6 0,0 0-18 15,158-17-49-15,-136 17-3 16,-4 0-25-16,16 0-16 16,-6 0-4-16,-3-3-3 15,3-5-35-15,-9-4-49 16,15-1-131-16,-6 2-15 15,-28 3-242-15</inkml:trace>
  <inkml:trace contextRef="#ctx0" brushRef="#br1" timeOffset="-97485.57">27057 8297 63 0,'0'0'129'0,"0"0"122"0,0 0-81 0,0 0-58 16,0 0-9-16,0 0-75 15,0 0-22-15,-13 0 1 16,13 0 7-16,0 0 0 15,0 0 40-15,0 0-9 0,0 0-3 16,0 0 0 0,0 0-13-16,0 0-7 0,0 0-20 15,0 0 9-15,0 0 10 16,0 0 16-16,0 0 4 16,-15 0-3-16,15 0-4 15,0 0-23-15,0 0 4 16,0 0-6-16,0 0 1 15,0 0-9-15,0 0-2 16,0 0 1-16,0 0-1 16,0 0 0-16,15-4 2 15,22 0 7-15,4-4-7 16,27 0 6-16,-9 0-6 16,-3-4-1-16,-4 8-2 15,-11 0-11-15,-7 1 11 16,-16 3-15-16,4 0-3 0,-10 0-8 15,1-5-7-15,-7-3-38 16,0 4-109-16,-6-8-233 16</inkml:trace>
  <inkml:trace contextRef="#ctx0" brushRef="#br1" timeOffset="-96287.6">27826 7916 62 0,'0'0'98'0,"0"0"-15"0,0 0-50 0,0 0 25 16,0 0 47-16,0 0-23 15,-22 0 15-15,16 0-41 16,-7 0 42-16,13 0-33 16,0 0 4-16,0 0-1 15,0 0-19-15,0 0-8 16,0 0-7-16,0 0 20 16,0 0-16-16,0 0 4 15,0 0-34-15,0 0-6 16,0-8-2-16,0-4 0 15,41 1 0-15,-17 3 1 16,4 3-2-16,6-3 2 16,-9 8-8-16,9 0 12 15,0 0-10-15,-15 0 4 0,-4 0 1 16,-2 0-8-16,-13 0-4 16,0 13 9-16,0 6 3 15,0 9-1-15,0-3 7 16,-28 2-10-16,-3-2 6 15,15-2-4-15,4-2-3 16,6-6 4-16,6-7 1 16,0 0-27-16,0-8-27 15,0 0 22-15,0 0 21 16,12 0 2-16,10 0 7 0,3 0 0 16,3 0 2-1,-16 5-3-15,-6 2-1 16,-6 1-3-16,0 5 7 15,0-1 30-15,0 7-14 0,0 2 11 16,0 3 4-16,-25-5-13 16,4 2-18-16,-10 3-3 15,-19 0-10-15,-9 0-27 16,-15 1 15-16,9-2 1 16,3-7 11-16,31-4-11 15,15-7-21-15,16-5-62 16,0 0-221-16</inkml:trace>
  <inkml:trace contextRef="#ctx0" brushRef="#br1" timeOffset="-95220.63">28340 8265 225 0,'0'0'206'0,"0"0"-46"0,0 0-25 0,0 0-46 16,0 0 13-16,0 0-35 16,0 0-46-16,-34 0 5 15,34 0-7-15,0 0 19 16,0 0-24-16,0 8 1 0,0 0-2 16,0 4 27-1,0-4-26-15,0-3-11 0,0-2-3 16,0-3 5-16,19 0 4 15,9 0-7-15,6 0 21 16,6 0-23-16,0-3 15 16,7-30-14-16,-1 2 8 15,1-10-6-15,-13-7 0 16,-9 8-4-16,-10-5 1 16,-2 1-10-16,-7 21-7 15,-6-6 0-15,0 17 1 16,0 12 5-16,0 0-39 15,-34 0-13-15,-19 0 61 16,7 20 4-16,-1 4 2 16,13-4 8-16,15 1 29 0,-2-1-21 15,2-4-17 1,4 4-1-16,8 0-2 0,1-4 0 16,6 0 0-16,0-4-3 15,0-1 10-15,0 2-12 16,13-5 11-16,21-4-12 15,-6-1 5-15,-1-3 0 16,-2 5 0-16,-12-1-2 16,8 4-2-16,7 4-3 15,-15 0 6-15,11 0 4 16,-2 4 18-16,-9-4 13 16,8 0-13-16,-8-3-20 15,-1-6-6-15,4 5 5 0,-4 0-7 16,0-8-1-16,-5 4-30 15,2-4 27-15,-3 0-42 16,0 0-94-16,1 0-90 16,-1 0 104-16,15-4-50 15</inkml:trace>
  <inkml:trace contextRef="#ctx0" brushRef="#br1" timeOffset="-89659.54">29450 8306 237 0,'0'0'178'0,"0"0"-82"0,0 0-18 16,0 0-19-16,0 0-23 15,0 0-28-15,0 0 21 16,6 0 22-16,-6 0 8 0,0 0-5 16,0 0-19-1,0 0 33-15,0 0-28 0,0 0 5 16,0 0-12 0,0 0 20-16,0 0-10 0,0 0-9 15,0 0-4-15,0 0-11 16,0 0-4-16,0 0-14 15,0 0 6-15,19 0 1 16,21 0-4-16,13 0-3 16,15-9 18-16,7-3-12 15,-16 0-5-15,9 0-2 16,-22 4-2-16,-5 4-15 0,-10 4-15 16,-10 0 14-16,-2 0-23 15,-4 0-32-15,4-4-66 16,-13-4-249-16</inkml:trace>
  <inkml:trace contextRef="#ctx0" brushRef="#br1" timeOffset="-88744.58">30384 7908 390 0,'0'0'162'0,"0"0"-78"0,0 0 3 16,0 0-11-16,0 0-35 0,0 0-16 15,0 8 19-15,0-8-2 16,21-8 42-16,13 4-31 15,-3-4-13-15,10 4-26 16,5-3-10-16,10 7-4 16,-9 0-2-16,-13 0-6 15,-10 0-11-15,-8 23 14 16,-10 13-6-16,-6 0 4 0,0 0 13 16,0-7-11-1,0-6 10-15,0-10-3 0,0-1-1 16,0-9-2-16,0-3-12 15,0 5-50-15,0-2 4 16,0 6 35-16,31 2 16 16,-3 2 7-16,-16-5 0 15,4 4 1-15,-16-1 0 16,0-3 26-16,0 13 43 16,-6-1 0-16,-50 5-53 15,3 3-4-15,-6-1 3 16,-3 1 43-16,3-3-42 15,7-5-16-15,18-4-41 0,6-5-31 16,15-11-159 0,13 0-295-16</inkml:trace>
  <inkml:trace contextRef="#ctx0" brushRef="#br1" timeOffset="-87512.13">31261 7659 263 0,'0'0'169'0,"0"0"-87"0,0 0-3 0,0 0-4 0,0 0-13 16,0 0 22-16,0 72 9 15,0-56-18-15,0 5-32 16,0 7-2-16,0-4-11 15,0 8-3-15,0 1 8 16,0 6 3-16,0 5-15 16,0 4-5-16,0-4-3 0,0-3-15 15,0-2 6-15,0-11-5 16,0 5 1-16,0-9 3 16,0 4-4-16,0 0-1 15,0 0 0-15,0-4 3 16,-6-4-3-16,6-8 0 15,0 1 5-15,0-13-10 16,0 3 6-16,0-3-2 16,0 0-2-16,0 0 2 15,0 0-9-15,0 0 6 16,0 0 2-16,0 0 4 16,0 0 5-16,0 0-5 0,0 0 0 15,0 0 4-15,0-3-11 16,0-14 5-16,25-2-1 15,-4 6-5-15,-2-2 3 16,3 2 1-16,-4 5 4 16,-5-4-3-16,15 4 4 15,-7 0-3-15,4 0 0 16,3 4-1-16,-3 0-2 16,9 4 2-16,-6 0 0 15,6 0-8-15,-9 0 3 16,3 0 7-16,6 0-6 15,-22 0 7-15,1 4-7 16,-7 0 7-16,-6 0-3 0,0 0 1 16,0 1-4-1,0 3 4-15,0 7 8 0,-13 9 12 16,-27 4-12 0,0 0 13-16,6-7-18 0,3-9 4 15,-3-1-1-15,-7-3-6 16,7-3-6-16,-12-5-40 15,-1 0-93-15,-6 0-372 16</inkml:trace>
  <inkml:trace contextRef="#ctx0" brushRef="#br1" timeOffset="-83265.33">24830 9833 319 0,'0'0'38'0,"0"0"21"0,0 0-1 0,0 0-5 0,0 0-25 16,0 0 24-16,0 0-33 0,6 17 14 15,-6-17 61-15,0 3 50 16,0-3-26-16,0 0-78 16,0 0 5-16,0 0-23 15,0 0 30-15,0 0-12 16,0 0 5-16,0-28-15 15,0-16 1-15,0-12-21 16,0-8 4-16,0-1-6 16,0-2-5-16,-6 6-6 15,-6 14 3 1,-4 18-2-16,4 17 0 0,6 12 1 16,6 0-6-16,-22 0 6 0,-3 28-7 15,-21 16-5 1,-10 12 0-16,3 12-14 0,13-12-21 15,9-12-114 1,15-16-214-16</inkml:trace>
  <inkml:trace contextRef="#ctx0" brushRef="#br1" timeOffset="-82499.41">25472 9858 331 0,'0'0'291'0,"0"0"-97"0,0 0 5 15,0 0-118-15,0 0-81 16,0 0 21-16,12-165-5 15,-5 109 4-15,-7 0 31 16,0-9-16-16,0 9 9 16,0 4-37-16,0 8 6 15,0 20-11-15,0 12 9 16,0 12-10-16,0 0-2 16,-19 8-1-16,-34 44-8 15,-21 12-11-15,15 0-32 0,-9-12-52 16,34-8-32-16,15-16-165 15,19-3 22 1,0-9-106-16</inkml:trace>
  <inkml:trace contextRef="#ctx0" brushRef="#br1" timeOffset="-81965.47">26154 9781 43 0,'0'0'851'0,"0"0"-816"0,0 0 43 0,0 0 22 15,0 0-63-15,0 0-31 16,388-12-4-16,-323 12 4 15,-31 0-12-15,6 0-6 16,-27 0-32-16,-13-8-53 16,0 0-109-16,0-3 38 15,-31-6-365-15</inkml:trace>
  <inkml:trace contextRef="#ctx0" brushRef="#br1" timeOffset="-81794.74">26154 9781 479 0,'174'-196'575'16,"-162"196"-528"-16,10 0 106 15,3 0-93-15,9 0-21 16,6 0-23-16,7 0-9 0,5 0-7 16,-5 0-26-16,3 0-23 15,-13 0-55 1,-3 0-249-16</inkml:trace>
  <inkml:trace contextRef="#ctx0" brushRef="#br1" timeOffset="-81016.72">27484 9292 314 0,'0'0'357'0,"0"0"-182"0,0 0-39 16,0 0-83-16,0 0-19 15,0 0 33-15,25-32-32 16,-3 24 1-16,-10 8-28 16,16 0-14-16,-22 0 11 15,7 0-5-15,-13 20 2 16,0 12 17-16,0 4-19 0,0 4-6 16,0-7 4-16,0-2-13 15,0-3-14-15,0-7-20 16,22-6 15-16,24-7-6 15,7 8 38-15,9-8 2 16,-9 1 6-16,-13 2-6 16,-22 5-7-16,-11 1 7 15,-7 7 5-15,0 4 39 16,-47 8-36-16,-24 4 6 16,-4 0-10-16,-11-4 36 0,11-4-12 15,10 0-28-15,9-20-4 16,31-4-47-16,16-8-64 15,9 0-275-15</inkml:trace>
  <inkml:trace contextRef="#ctx0" brushRef="#br1" timeOffset="-80400.9">28074 9801 13 0,'0'0'454'0,"0"0"-393"0,0 0 63 0,0 0 6 0,0 0-93 15,0 0-23-15,52 5 92 16,-5-22 0-16,-1-11-34 16,-5-4 7-16,-1-8-34 0,-21 0-23 15,-4 8-10-15,-15 0 2 16,0 12 13-16,0 4-10 15,0 4 10-15,-9 7-15 16,-28 5-7-16,-4 0-5 16,-8 0-7-16,2 12-8 15,16 9-7-15,9-1 8 16,10-4 8-16,12-5 5 16,0 1-16-16,0-4 1 15,0-3-25-15,6-2 11 16,41-3-11-16,12 0 20 15,3 0 21-15,-16 0 0 0,-6 0-3 16,-5 0 6 0,-23 0-3-16,-6 21 7 0,0 7 43 15,-6 8-25 1,0 4-9-16,0-4-8 0,7-4-8 16,14 0-3-16,-2-3-17 15,3-9-1-15,18-12-106 16,-22-5-163-16,-2-3-69 15</inkml:trace>
  <inkml:trace contextRef="#ctx0" brushRef="#br1" timeOffset="-79634.61">29522 9296 354 0,'0'0'424'0,"0"0"-248"0,0 0-50 0,0 0-58 16,0 0-12-16,0 0-29 16,0 0-2-16,-19 8-22 0,19 12 21 15,0 3-9 1,0 22 7-16,0-1-13 0,6 5-6 16,-6 3-3-16,0-4-4 15,0-4-11-15,0-8-30 16,0-12 9-16,0-9-113 15,0-7-177-15,0-8-154 16</inkml:trace>
  <inkml:trace contextRef="#ctx0" brushRef="#br1" timeOffset="-79385.76">29196 9540 612 0,'0'0'198'0,"0"0"-124"0,0 0 74 16,0 0-42-16,0 0-14 16,0 0-61-16,267-3-22 15,-215 3 1-15,-11-5-10 16,-1 5-1-16,-12 0-47 15,-9 0-103-15,2 0-295 16</inkml:trace>
  <inkml:trace contextRef="#ctx0" brushRef="#br1" timeOffset="-78817.7">30433 9801 577 0,'0'0'119'0,"0"0"-56"0,0 0 41 0,0 0-58 16,0 0-6-16,0 0 67 0,6-48-44 16,-6-1-4-16,0-2 19 15,0-9-35-15,0-9-25 16,0-3-5-16,13 0-8 15,-1 0-10-15,4 3 5 16,2 10-5-16,-5 10-11 16,-4 21-15-16,-3 17-12 15,-6 11-20-15,0 0 3 16,0 16-45-16,0 23-107 16,0 6-61-16</inkml:trace>
  <inkml:trace contextRef="#ctx0" brushRef="#br1" timeOffset="-78451.33">30666 9585 476 0,'0'0'59'0,"0"0"12"0,0 0-28 16,0 0-17-1,0 0 17-15,0 0-23 0,207-17-1 16,-188 25 5-16,-13 4 34 16,4 4 20-16,-10-3-2 15,0-1-38-15,0 8 1 16,-22-1 5-16,-31 6 34 15,-15-6-39-15,-3 2 10 16,-10-9-15-16,19 4-10 16,15-12-24-16,23-4-6 15,14 0-6-15,10 0-46 16,0 0-141-16,0 0-541 16</inkml:trace>
  <inkml:trace contextRef="#ctx0" brushRef="#br1" timeOffset="-66462.22">32858 8353 454 0,'0'0'135'0,"0"0"-99"0,0 0 6 0,0 0-26 15,0 0-10-15,0 0 10 16,0 0 15-16,0 64 30 0,0-48 88 16,0-4-69-16,0 4-17 15,0 4-33-15,0 1 33 16,0 10-31-16,0 6-21 16,0 15 5-16,6 4-8 15,-6 9 8-15,0-1-1 16,0-12-1-16,0-4-10 15,6-8-4-15,4-12-2 16,-4-11-4-16,-6-14-6 16,6-3-47-16,-6 0-98 15,19 0-144-15,-13 0 18 16</inkml:trace>
  <inkml:trace contextRef="#ctx0" brushRef="#br1" timeOffset="-65946.66">32557 8874 354 0,'0'0'317'0,"0"0"-251"0,0 0 34 0,0 0 30 16,0 0-85-16,0 0-4 0,28 0 3 15,12-3 25-15,19-5 1 16,16-4-17-16,12-4-29 15,-1-4 5-15,1 0-26 16,-16 4-3-16,-15 3-1 16,-22 10-14-16,-15-2-17 15,-13 5-13-15,-6 0-32 16,6 0-46-16,-6 0-94 16,0 0-115-16</inkml:trace>
  <inkml:trace contextRef="#ctx0" brushRef="#br1" timeOffset="-64846.8">32504 8337 599 0,'0'0'106'0,"0"0"-90"0,0 0 89 0,0 0-31 0,0 0-44 0,0 0 23 15,-155 96-23-15,131-63 16 16,2-2-4-16,3 10 26 15,4 3-34-15,9 0-14 16,-1 4-19-16,1 8 2 16,6-4-2-16,0 4 1 15,0-7-4-15,0-10-2 16,6-2 0-16,28-5-2 16,13 1-2-16,0-5-2 0,5-1-8 15,-5-2-1 1,9-2-7-16,-19 2 23 0,-3-6 3 15,6-2-2-15,0-9-9 16,1-5-22-16,5-3 3 16,1 0 9-16,9 0 6 15,-4-23 14-15,-5-1 2 16,-7-1 0-16,0 5 23 16,-15 4-4-16,3 4 2 15,-9 0-20-15,-4 5 11 16,4-10-13-16,3-7 3 15,2-4-3-15,-2-8-6 16,-3-5-12-16,2 10-1 0,-2-5 19 16,3 3 0-16,-16 10 17 15,0 2 12-15,0-2 2 16,1-2-10-16,-7-7-17 16,15-4-7-16,-9-4 3 15,0-4-4-15,-6 8-26 16,0 4 28-16,0 4-12 15,0 3 14-15,0 2 2 16,0 2 17-16,0-2-16 16,-12 2 8-16,-22-7-5 15,0 0 0-15,0-8-12 16,0 5 4-16,9 2-4 0,3 5-6 16,3 8 12-1,-2 4 0-15,2 12 14 0,-3 0 20 16,-9 0 0-16,-9 0-18 15,-13 0-11-15,-21 12-10 16,6 16-19-16,-4-4-56 16,4 8-22-16,9 0-121 15,10 4-44-15,-4 9-265 16</inkml:trace>
  <inkml:trace contextRef="#ctx0" brushRef="#br1" timeOffset="-59934.59">23801 10972 472 0,'0'0'18'0,"0"0"34"0,0 0 67 0,0 0-4 0,0 0-13 16,375-4-15-16,-316 4-15 0,34 0-31 15,3 0 7-15,22 0 32 16,3 0-58-16,6 0 1 15,22 0-8-15,-10 4 0 16,1 0-8-16,15-4 9 16,-22 0-12-16,25 0 11 15,-9 0-5-15,-16 0 11 16,7 0-10-16,-7 0-1 16,10 0 6-16,-10 0-6 15,1 12 2-15,5-4-6 16,1 4 4-16,15 1-10 15,6-13 10-15,-15 0-9 16,3 0 1-16,-10 0-2 0,7 0 0 16,15 0-2-16,0 0 8 15,13-5-2 1,-7-7 4-16,-21 1 13 0,-13-2-16 16,-5 1 7-16,-20 1-11 15,-3-2 1-15,4 1-2 16,-4 12 2-16,4 0-6 15,-4 0 10-15,10 0-12 16,-3 0 12-16,9 0-9 16,0 0 4-16,6 0-1 15,0 0 0-15,6 0 2 16,-24 0-2-16,9 0 3 16,-16 0-6-16,-9 0 6 0,-6 0-3 15,-7 0 4-15,1 8-4 16,-16 1 0-16,-3-6 1 15,9 2-2-15,-15-5 2 16,-3 0-2-16,-7 0 7 16,-5 0-15-16,-7 0 9 15,-22 0-18-15,-12 0-45 16,0 0-26-16,0 0-133 16,-40 7-780-16</inkml:trace>
  <inkml:trace contextRef="#ctx0" brushRef="#br1" timeOffset="-50725.75">24582 12103 185 0,'0'0'11'0,"0"0"-5"0,0 0 42 0,0 0 95 16,0 0-33-16,0 0-21 15,0 0-57-15,0-16-20 16,0 16 0-16,0 0 8 16,0 0 18-16,0 0-7 0,0 0 23 15,0 0 34-15,0 0 37 16,0 0-58-16,0 0-7 15,0 0-39-15,0 0-8 16,0 0-13-16,0 0-3 16,0 0-1-16,0 0 8 15,0 0-1-15,0 0-2 16,0 0 44-16,0 0-17 16,0 0 5-16,0 0-17 15,0 0-5-15,0 0-7 16,0 0 1-16,0 0 6 15,0 0-5-15,0 0 8 0,0 0-6 16,0 0 12-16,0 0-15 16,16 0 1-16,15 0-4 15,25 0 1-15,9 0-3 16,9 0 2-16,0 0-4 16,-15 0 4-16,-6 0-6 15,-19 0-4-15,-6 0 5 16,-15 0-11-16,5 0-5 15,4 0-10-15,-10 0-11 16,1 0-2-16,2 8-83 16,-2 5-166-16,-7-13-329 0</inkml:trace>
  <inkml:trace contextRef="#ctx0" brushRef="#br1" timeOffset="-49357.34">25760 11546 111 0,'0'0'46'0,"0"0"-35"0,0 0 15 0,0 0 46 16,0 0 85-16,0 0-57 0,0-24-10 16,0 24 23-1,0 0 27-15,0 0-25 0,0 0-63 16,0 0-1-16,0 0-38 15,0 0-9-15,0 0-4 16,0 0-1-16,0 0 1 16,0 16 2-16,0 7 7 15,-27 18-7-15,-1 7 33 16,3 0 5-16,-3 5-19 16,3-2-15-16,3-2-4 15,16-2-2-15,6-14 0 16,0-13 0-16,0-9-2 15,0-11 0-15,0 0-27 16,6 0 24-16,29 0-10 0,17 0 6 16,1-8 9-16,3 1-1 15,-10-1 1-15,-15 8-9 16,10 0 0-16,-14 0-1 16,1 0 9-16,-3-8-10 15,-9 8-15-15,-4-8 3 16,1 0 3-16,-13 3 3 15,0 2 3-15,0-6 7 16,0 1 7-16,0-3 3 16,0-1 2-16,0 4-10 15,0-8-2-15,0 8-4 16,0-1-65-16,0 6 58 16,0 3 18-16,0 0 37 0,0 0 42 15,0 0-52-15,0 0 2 16,0 0-12-16,0 0 18 15,0 0-32-15,0 3 2 16,-25 14 0-16,9 2 9 16,-2 9 29-16,-10-3-10 15,21 7-18-15,-5 0-10 16,-3 17 15-16,2 2-13 16,13 9 16-16,-6 4-6 15,0 0 4-15,-10-3-15 16,16-6-4-16,0-6 3 15,0-17-4-15,0 0-2 0,0-16-29 16,0-7 0 0,0-9-60-16,0 0-232 0,0-5-469 15</inkml:trace>
  <inkml:trace contextRef="#ctx0" brushRef="#br1" timeOffset="-45779.82">26554 12311 333 0,'0'0'136'0,"0"0"-103"0,0 0-11 0,0 0-4 0,0 0-12 15,0 0 32-15,0 0 17 16,0 0 25-16,0 0 23 0,0 0 8 16,0 0-24-16,0 0-39 15,0 0-20-15,0 0 3 16,0 0 6-16,0 0 0 16,0 0-23-16,0 0 2 15,0 0 3-15,16 0-17 16,9 0 27-16,21 0-26 15,-6 0 12-15,-6 0-14 16,1 0-2-16,5 0 0 16,-9 0 1-16,9 0-3 15,-18 0 3-15,3 0-7 16,9 0-19-16,-19 0 0 16,10-3-59-16,-19-1-18 0,16 4-98 15,-16-4-21 1,-6 4-105-16</inkml:trace>
  <inkml:trace contextRef="#ctx0" brushRef="#br1" timeOffset="-45113.76">26629 12103 102 0,'0'0'145'0,"0"0"-82"0,0 0 82 0,0 0-73 16,0 0 36-16,0 0-28 0,0-20 7 16,0 20-36-16,0 0 31 15,0 0-14-15,0 0-15 16,0 0-12-16,0 0-22 16,40 0-1-16,6 0 4 15,1 0 9-15,12 0-22 16,-3 0 2-16,-4 0-11 15,1-12-3-15,-19 0-31 16,0-4-13-16,-9 8-33 16,-19 4-202-16,-6 1-205 15</inkml:trace>
  <inkml:trace contextRef="#ctx0" brushRef="#br1" timeOffset="-38903.14">27258 10190 227 0,'0'0'53'0,"0"0"-48"0,0 0-3 16,0 0 79-16,0 0 36 0,0 0-16 15,0 0-18-15,-15 20 6 16,-4-20-47-16,19 0 24 16,0 0-44-16,0 5 3 15,0-5-15-15,0 0 10 16,0 0 15-16,0 0 5 15,0 0 6-15,0 0-12 16,-6 3-10-16,6-3-22 16,0 0 0-16,0 4 1 15,0-4 9-15,0 0 3 16,0 0 17-16,0 0 2 16,0 0-18-16,0 0-4 0,0 0-7 15,25-23-5-15,49-22 4 16,19-19 18-16,34-9-14 15,28-14 5-15,13-18-2 16,24-8 9-16,16 2-1 16,-7 3-7-16,-27 15-2 15,-28 25-9-15,-53 19-2 16,-47 18-6-16,-6 23-6 16,-33 3-12-16,-7 5-10 15,0 0-8-15,0 0-79 16,0 0-216-16,0 0-106 15</inkml:trace>
  <inkml:trace contextRef="#ctx0" brushRef="#br1" timeOffset="-37920.7">27270 8730 228 0,'0'0'174'0,"0"0"-145"0,0 0 18 0,0 0 19 15,0 0 50-15,0 0 7 16,47-12 3-16,-19 4-23 15,3-8-22-15,3-4-25 0,19-16 20 16,21-12-46-16,19-12-4 16,28-12 0-16,19-8-15 15,21-5-8-15,6-4 11 16,13 6 0-16,-6-1-1 16,-7 4 2-16,-18-5-12 15,-25 13-3-15,-22 3 1 16,-21 21-4-16,-22 9 4 15,-19 18-1-15,-12 6 0 16,-9 2 0-16,2 10-3 16,4-10-3-16,-3 6 0 15,-10-1-13-15,1 0 13 16,-7 8-10-16,-6 0-5 16,0 0-18-16,0 0-35 0,0 0-82 15,15 0-135-15,-8 0 6 16</inkml:trace>
  <inkml:trace contextRef="#ctx0" brushRef="#br1" timeOffset="-29676.59">27571 12151 262 0,'0'0'85'0,"0"0"12"0,0 0-19 0,0 0-65 16,0 0 30-16,0 0 18 16,0 0-10-16,0 0 25 15,0 0 8-15,0 0-16 16,0 0-35-16,0 0-16 15,0 0-15-15,0 0-2 16,0 0 9-16,0 0 28 0,0 0 26 16,0 0-5-16,0 0 17 15,0 0-52 1,0 0 11-16,0 0-21 0,0 0 14 16,0 0-26-16,0 0 7 15,0 0-8-15,0 0 0 16,19 0 12-16,21 0-5 15,7 0 12-15,15 0-15 16,-16 0 8-16,13 0-12 16,3-4 7-16,-9-4-4 15,6 0-3-15,-13-4 0 16,-5 12-10-16,-20 0 4 0,4-8-31 16,-3 0-13-16,-10-4-122 15,-6 4-289-15</inkml:trace>
  <inkml:trace contextRef="#ctx0" brushRef="#br1" timeOffset="-28677.71">28635 11730 37 0,'0'0'68'0,"0"0"51"0,0 0 23 0,0 0-27 0,0 0-41 16,0 0-4-1,0 0-24-15,-10 0 19 0,4 0 40 16,0 0-14-16,6 0-11 16,0 0-38-16,0 0 3 15,0 0-12-15,0 0-1 16,0 0 7-16,0 0-25 15,0 0 15-15,0 0-16 16,0 0 4-16,0 0-14 16,0 0 4-16,28-16 1 15,12 0-2-15,1 4-4 0,-10 0 0 16,-10 9-4-16,7 3 11 16,-9 0-11-1,-7 0 4-15,4 0-4 0,-16 0 2 16,0 23-1-16,0 18-3 15,0 11-3-15,-10 7 1 16,-42 5-7-16,5 5 10 16,1-13 4-16,5 4-7 15,13-11 12-15,10-10-3 16,5-3-2-16,13-11 3 16,0-9-4-16,0-4-1 15,7-4-4-15,11-8 10 16,16 0-12-16,7 0 14 0,5 0 11 15,1-8-9-15,-13-4 8 16,-6-1-17-16,-10 13-4 16,4 0 0-16,-3 0-22 15,-7 0-1-15,4 0-22 16,-4 0-33-16,-6 0-37 16,7 13-146-16,-13-9 15 15,0-4-189-15</inkml:trace>
  <inkml:trace contextRef="#ctx0" brushRef="#br1" timeOffset="-28012.14">29348 12247 94 0,'0'0'91'0,"0"0"-49"0,0 0-10 0,0 0-29 16,0 0 0-16,0 0 54 15,0 8 79-15,0-8-73 16,0 0 7-16,0 0-25 16,0 0 1-16,0 0 2 15,0 0 10-15,0 0 69 16,0 5-24-16,0-5-45 0,0 0-17 16,0 0 1-16,0 0-14 15,0 0 5-15,0 0-13 16,0-32-1-16,6-13-1 15,10-19 0-15,-4 4-3 16,10-20-4-16,-10-1-7 16,1-2 1-16,8-10-10 15,-8 13 3-15,15 7 0 16,-10 18-17-16,-5 15 2 16,2 16-12-16,-9 16 2 15,-6 8 8-15,0 0-37 16,0 0 11-16,0 0-35 0,0 0-187 15,0 19-149 1</inkml:trace>
  <inkml:trace contextRef="#ctx0" brushRef="#br1" timeOffset="-27429.04">29562 11939 341 0,'0'0'153'0,"0"0"-102"0,0 0 29 0,0 0-28 15,0 0 17-15,0 0 1 16,-6 0-8-16,6 0-21 15,0 0 32-15,0 0 2 0,0 0-44 16,0 0-2-16,0 0-3 16,12 0 8-16,22 0-9 15,-6 4-22-15,6 7-2 16,-9-3 6-16,-9 5-14 16,-10-1 14-16,0 4-10 15,-6 9 7-15,0 6 4 16,0 13 11-16,-28 0-13 15,-12 0 2-15,-1-4-6 16,10-11 10-16,-3-6-3 16,6-10 4-16,4-5-1 15,-11-4 3-15,8-4-15 16,14 0-9-16,-9 0-15 0,16-20-25 16,-12-8-110-16,-16-1-339 15</inkml:trace>
  <inkml:trace contextRef="#ctx0" brushRef="#br1" timeOffset="-685.2">27946 12748 426 0,'0'0'113'0,"0"0"-69"0,0 0 23 15,0 0 9-15,0 0-53 16,0 0 18-16,0 0-25 16,0 0 12-16,0 0 17 15,0 0 60-15,0 0-39 16,0 0-23-16,0 0-11 15,0 0-9-15,0 0 21 16,0 0-31-16,0 0 4 16,0 0-16-16,0 0 2 0,0 0 1 15,0 0-8 1,25 0 8-16,22 0-1 0,33 0 12 16,29 0-8-16,18 0 11 15,13 0-12-15,33 0-1 16,1 0-3-16,-1 0 8 15,7 0-10-15,-18 0 5 16,-23 0-3-16,-12 0-1 16,-34 0-1-16,-12 0-2 15,-13 0-5-15,-21 9 5 16,-1 3-2-16,-12-12-7 16,0 0-18-16,-3 0-105 15,-15-24-289-15</inkml:trace>
  <inkml:trace contextRef="#ctx0" brushRef="#br1" timeOffset="163.9">28399 13271 451 0,'0'0'163'0,"0"0"-106"0,0 0 55 0,0 0 62 0,0 0-103 15,0 0 0-15,202 0-22 16,-137 0-11-16,9 0-13 0,-6 0-17 15,-2 0-8-15,-20 0 0 16,-6 0-18-16,-6 0-67 16,1 0-19-16,-11 0-239 15,-2 0-121-15</inkml:trace>
  <inkml:trace contextRef="#ctx0" brushRef="#br1" timeOffset="880.21">29336 13097 242 0,'0'0'377'0,"0"0"-326"0,0 0 15 0,0 0-24 0,0 0-42 0,0 0 0 15,0 0 21 1,93 0 34-16,-59 0 53 0,-6 0-74 16,-10 0-7-16,-5 21-1 15,-7 11-15-15,-6 0 8 16,0 16-18-16,-13 4 10 15,-27 4-11-15,0-4 0 16,9-8-7-16,-3-7 7 16,34-10-6-16,0-2 2 15,0-9 2-15,0 0-4 16,65-7 0-16,-9-9 3 16,9 0-1-16,3 0 8 15,-3 0 11-15,-12 0-14 16,15 0 3-16,-22-13-8 0,-5 5-19 15,-1 8-100-15,-6 0-169 16,-21 0-147-16</inkml:trace>
  <inkml:trace contextRef="#ctx0" brushRef="#br1" timeOffset="4643.37">25078 12925 340 0,'0'0'156'0,"0"0"-95"0,0 0-38 0,0 0-18 16,0 0 3-16,0 0-2 0,0-28 9 16,0 28 17-1,0 0 63-15,0 0 88 0,0 0-49 16,0 0-76-16,0 0-28 15,0 0-17-15,0 0 17 16,0 0-15-16,0 0 7 16,0 0-13-16,7 0 12 15,27 0-10-15,31 0 4 16,22-16 8-16,33-12-3 16,8-4 8-16,5 8-19 0,-12-4-5 15,-16 7-2 1,-2 6-4-16,-10 3-5 0,-25 12-26 15,-15 0-9 1,5 0-7-16,-23 16-72 0,-29 12-132 16,-6-4-176-16</inkml:trace>
  <inkml:trace contextRef="#ctx0" brushRef="#br1" timeOffset="5392.24">25150 13487 457 0,'0'0'326'0,"0"0"-226"0,0 0 43 0,0 0-66 15,0 0 12-15,0 0-61 0,269 0-13 16,-216 0-15-16,0 3-1 15,0-3-3-15,-19 5-30 16,6-2-36-16,-6-3-42 16,-6 0-195-16,-9 0-125 15</inkml:trace>
  <inkml:trace contextRef="#ctx0" brushRef="#br1" timeOffset="6025.42">25900 13246 487 0,'0'0'146'0,"0"0"5"0,0 0 48 0,0 0-116 0,0 0-50 16,0 0-14-16,46 0-19 16,-39 0 2-16,21 0 23 15,-4 0 26-15,-2 0-51 16,12 8 8-16,7 17-8 15,-23 6 1-15,-12 21-1 16,-6 9-1-16,0-1-17 16,0 4-18-16,-12-11 21 15,-16-9 12-15,28-13 2 16,0-6-6-16,0-14 6 0,0-6-31 16,34-5 17-16,25 0 11 15,9 0 3-15,7-16 2 16,-4-4 1-16,-9 7-2 15,-15 10 0-15,-13 3-1 16,-10 0-45-16,-14 0-53 16,2 23-121-16,-12-2-295 15</inkml:trace>
  <inkml:trace contextRef="#ctx0" brushRef="#br1" timeOffset="14334.43">26340 14658 402 0,'0'0'100'0,"0"0"-93"0,0 0-6 0,0 0 26 15,0 0 23-15,0 0-9 16,0 0-6-16,75 0 17 15,-57 0 18-15,10 0-19 16,6 0 14-16,-21 0-54 16,-1 12 13-16,-12 12-24 15,0 12 34-15,0 8-25 16,-12 8-9-16,-35 17 0 16,1-2 0-16,-7-3 0 0,13 1 7 15,12-20-2 1,22 2 10-16,6-19 12 0,0-3-22 15,12-14-5-15,28-6-9 16,22-5 9-16,-3 0 6 16,16 0 15-16,-16 0 29 15,-13 0 18-15,-6-5-49 16,-6 2-12-16,-6 3-4 16,-9 0-3-16,-7 0-21 15,-12 0-75-15,0 0-260 16</inkml:trace>
  <inkml:trace contextRef="#ctx0" brushRef="#br1" timeOffset="21662.35">27258 15111 495 0,'0'0'94'0,"0"0"-91"0,0 0 19 16,0 0 7-16,0 0-11 15,0 0 42-15,0 0 30 16,-50 8-5-16,38 0 46 16,0 1-54-16,5-9-54 15,-8 0-4-15,15 0-11 16,0 0 14-16,0 0-5 0,0 0-13 15,0 0 3 1,0 0 11-16,0 0 14 0,0 0-14 16,0 0 25-16,0 0-21 15,0 0 11-15,0 0-26 16,0 0-3-16,0 0-4 16,0 0 1-16,0 0-4 15,0 0 0-15,28 0-2 16,6 0 10-16,0 0-11 15,-9 0 1-15,-3 0-8 16,2 0-26-16,4 0 4 16,-9 0-9-16,3 0-59 15,-4 0-12-15,4 0-193 16,-3 0 26-16</inkml:trace>
  <inkml:trace contextRef="#ctx0" brushRef="#br1" timeOffset="22146.29">27283 14903 482 0,'0'0'137'0,"0"0"-63"0,0 0 78 0,0 0-43 0,0 0-89 0,0 0 10 16,22 0 42-1,18 0-13-15,-15 0-1 0,3 0-41 16,-10 0-15-1,4 0-4-15,-10-5 0 0,1 5-12 16,8 0-67-16,-2-8-43 16,-3-8-281-16</inkml:trace>
  <inkml:trace contextRef="#ctx0" brushRef="#br1" timeOffset="26942.54">28185 12524 20 0,'0'0'92'0,"0"0"20"0,0 0 18 0,0 0-28 16,0 0-29-16,0 0 17 15,0 0-25-15,0 0-22 16,0 5 6-16,0-5-34 0,0 0-5 15,0 0 33 1,0 0 31-16,0 0-8 16,0 0-17-16,0 0 15 15,0 0-29-15,0 0 11 0,0 0-34 16,0 0 14 0,0 0-23-16,0-5 1 0,0-31-3 15,40-4 4-15,23-17-2 16,14-6 3-16,10-18 13 15,9-7-18-15,22-12 4 16,-10-8-1-16,7 8-8 16,-22 20-4-16,-22 19-10 15,-15 22 1-15,-31 18-31 16,-10 17-7-16,-15 4-34 16,0 0-90-16,0 25-20 0,-55 22-166 15</inkml:trace>
  <inkml:trace contextRef="#ctx0" brushRef="#br1" timeOffset="28239.36">29081 13708 226 0,'0'0'153'0,"0"0"-151"0,0 0 1 0,0 0 19 0,0 0-17 15,0 0 72-15,-28 23-8 16,22-18 7-16,-12-2-25 16,11 13 14-16,-21-4-22 15,28-4-19-15,-6-3-12 16,6-5 21-16,0 0 31 16,0 0-17-16,0 0-8 15,0 0-4-15,0 0 14 0,0 0-40 16,0 0-2-16,6-8-5 15,69-28 34-15,18-17 32 16,28-15-52-16,6-8 13 16,19-9-16-16,3 2-7 15,-4-1-6-15,-11 4 0 16,-20 14-14-16,-21 22-5 16,-28 16-3-16,-30 13-32 15,-14 15 10-15,-21 0 12 16,0 0 22-16,0 15-23 0,0 13-5 15,-21 1-213 1,-20-1-235-16</inkml:trace>
  <inkml:trace contextRef="#ctx0" brushRef="#br1" timeOffset="30520.79">28046 14441 219 0,'0'0'106'0,"0"0"-50"0,0 0-15 0,0 0-9 16,0 0 15-16,0 0 39 0,-7-11 10 15,1 11 14-15,6 0 21 16,0 0-29-16,0 0-72 16,0 0 0-16,0 0-28 15,0 0 10-15,0 0-10 16,0 0 10-16,0 0-11 16,0 0-2-16,0 0-1 15,0 11 1-15,0 6-7 16,0 6 8-16,0 1-2 15,0 4 4-15,0 0-5 16,0 5 7-16,0 3 12 16,0 0-12-16,0-4-4 15,0 4-1-15,0 0 1 16,6-4-5-16,7 4 4 16,-7-7-1-16,10-6-12 15,-4 2 11-15,-6-9-2 0,0-4 1 16,-6-4-16-16,7 0 8 15,-7 0-1-15,6 12 4 16,-6-4 1-16,9 0 16 16,-3 4-16-16,-6-8 8 15,13 0-4-15,-7-5-37 16,0 2-23-16,-6-5 30 16,0 0 12-16,0-4 19 15,0 0 6-15,0 0 10 16,0 0-2-16,0 0 2 15,0 0-12-15,0 0 2 0,0 0-3 16,0 0-3-16,0 0 3 16,0 0 14-16,0 0 4 15,9 0-11-15,-2 0-11 16,11-17 8-16,10-2 4 16,6-6-7-16,-3-11 6 15,10 13-4-15,-14 7-3 16,-8-1 0-16,9 9-2 15,-9-3-3-15,2 6-8 16,-2-2 10-16,3 2-8 16,5 2 0-16,-2 3-19 15,9 0 14-15,0 0 0 16,-3 0 4-16,4 0 0 0,-1 0-1 16,-6 8-6-16,-4 12-23 15,4-4 24-15,-15-1-1 16,2 6 9-16,-9-6 1 15,-6 14 9-15,0-5 21 16,0 0-19-16,0 0 12 16,0-4-10-16,0 5 50 15,-21-14-18-15,-4 1 14 16,-31 4-19-16,-9 4 39 16,-28 1 11-16,6-1-29 15,-9-1 4-15,19-2-39 16,8-6 35-16,17-6-43 0,5-2-9 15,25-3-5-15,16 0-7 16,6 0-51-16,0 0-194 16,6-31-312-16</inkml:trace>
  <inkml:trace contextRef="#ctx0" brushRef="#br1" timeOffset="33468.78">25906 14409 239 0,'0'0'284'0,"0"0"-269"0,0 0 27 0,0 0-8 0,0 0-32 0,0 0 17 16,0 0 3-16,0 0 51 16,0 0 19-16,0 0 23 15,0 0-61-15,0 0-41 16,0 0-4-16,0 0-8 15,0 0 11-15,0 5-1 16,0 6 11-16,0-3-15 16,0 17 7-16,0-2-6 15,0 1 2-15,0 9-10 16,0-2 0-16,0 2 6 0,0-2 3 16,0 2 13-16,0 3-21 15,0-4 15-15,0 8-5 16,0-4 19-1,0 0-22-15,0-3-2 0,0-9-5 16,0-4 0-16,0 0-1 16,0-1 0-16,0 2-1 15,0 3 6-15,0 8-11 16,0-1 9-16,0 10-4 16,0-8 1-16,0-18 0 15,0 9-2-15,0-7-2 16,0 2-1-16,0 1 10 15,0 1-10-15,0-9 5 16,0-1-1-16,0-3-2 0,0 1-6 16,0-1 7-16,0 0-9 15,0 0 9-15,0 15-3 16,0-7-1-16,22 9 12 16,-10-1-9-16,1-9 6 15,-1 2-6-15,4-9-1 16,-10-8-7-16,6 11 6 15,4-6 4-15,-4-1 1 16,1 0 22-16,8 8-12 16,4-4-10-16,9 0 6 15,6-4-6-15,13 0-3 16,-6-4 2-16,8 4 2 16,-8-4 3-16,-7 0 4 0,7 8-8 15,-1-3 7-15,-5-2-2 16,-7 2-1-16,18-5-2 15,1 3-2-15,6-3 2 16,-3 0-2-16,15 0 3 16,-9 0-4-16,3 0 10 15,-9 8-15-15,-9 1 12 16,12-1-5-16,-13 3-1 16,1-7 0-16,-7 4-1 15,6-3 2-15,1 3-2 16,9-5 6-16,-4 5-10 15,1 0 10-15,0-8-6 0,3 9 1 16,9-1-1-16,9-8-7 16,1 0 9-16,2 0-3 15,-9 0 4-15,1 0 2 16,-4 0-1-16,-6 0-3 16,9 0 0-16,0 0-5 15,-9 0 5-15,0 0 2 16,-3 0-2-16,-4 0 0 15,1 0-9-15,-6 0 15 16,-7 0-12-16,-6 0 4 16,0 0 1-16,0 0-9 15,-9 0 8-15,-3 0-9 16,-4 0-6-16,-5 0 15 0,8 0 1 16,-2 0-2-16,3 0-6 15,-4-8 3-15,-2-1 4 16,-10 6 1-16,0-2-4 15,0-3 5-15,-6 8-1 16,19-8 1-16,-3-8-1 16,2 1 1-16,-12-10-4 15,16 1 12-15,-10-4-13 16,-5-8 10-16,2 11-8 16,-9 2 7-16,0-1 1 15,0 7 15-15,0-6-13 16,0-6 2-16,0 1-3 15,0-16-1-15,0-4-2 16,0-7-6-16,0-11 5 0,0 11-2 16,0 2 0-16,0 9 2 15,0 5 11-15,0 11 2 16,0 0 12-16,0-1-16 16,-9 5 6-16,-4 0-15 15,1-4 0-15,-4 0-2 16,-8 0-1-16,8-1-2 15,-3 1 6-15,1 5-6 16,2 2 8-16,4 6-8 16,6 2 10-16,0-3-12 15,-10-4 5-15,16 4-1 16,0 1 0-16,-12-10-3 16,5 1-10-16,1 1-18 0,6-2 15 15,-6 9 13 1,-3 13 1-16,9-6 6 0,-13 9 3 15,1 0 10-15,-10 0-6 16,-9 0-10-16,-3 0-5 16,-6 0-4-16,-7 0 7 15,7 0-1-15,0 0-23 16,-1-4 26-16,-5-4 5 16,-1 8 6-16,1 0 7 15,-10 0-13-15,10 0 6 16,-13 0-9-16,6 0-2 15,-3 0 1-15,3 0 5 0,13 0-4 16,0 0 1-16,-1 0 5 16,1 0-6-16,9 0-2 15,-3 0 6-15,0 0-12 16,0 0 12-16,-7 12-12 16,-5-12 4-16,-7 12 1 15,-6-4 2-15,-3 8-2 16,-3 8 1-16,-3-8 0 15,15 0 3-15,1-8 0 16,17-8-6-16,-5 0 6 16,6 0-7-16,15 0 1 15,-15 0 2-15,6 0 1 16,4-8 0-16,-4 8-1 0,15 0 1 16,-8 0 0-16,-4 0-1 15,-9 0-5-15,-7-3 4 16,-5 3 1-16,-1-13-5 15,1 13 5-15,6 0-3 16,5-3 8-16,1 3-4 16,16 0 10-16,-4 0-15 15,10 0 9-15,-10 0-8 16,-3 0-6-16,13 0 7 16,2-5 1-16,10 1-12 15,0 0-8-15,0-3-18 16,0-1-100-16,0-9-328 15</inkml:trace>
  <inkml:trace contextRef="#ctx0" brushRef="#br1" timeOffset="38064.81">21367 17449 252 0,'0'0'113'0,"0"0"11"0,0 0-57 0,0 0-3 16,0 0-2-16,0 0-7 16,0 0-2-16,0 0-8 15,0 0-10-15,-13 0 5 16,13 9 33-16,0 14-32 16,-6 1-19-16,6 1-6 15,0-2-5-15,0 1 7 16,-6 4-14-16,6 5 4 15,-6 3 1-15,6 0-9 16,-10 3 6-16,4-1-7 0,6 1 2 16,0 1 0-16,0 0 2 15,0 5-3-15,0-6 19 16,0-3-18-16,0 1 0 16,0-5 2-16,0 0-4 15,0-8 2-15,0 5 1 16,0-10-1-16,0-2-1 15,0 6 0-15,0-2 4 16,0-1-7-16,0-4 6 16,0 4 3-16,0-9-3 15,0-3-4-15,0-8 5 16,0 0-4-16,0 0 2 0,0 4-1 16,0 9-2-16,0-5 3 15,0 15-8-15,0-2 13 16,0-6-14-16,0 1 8 15,0-11-1-15,0-1 0 16,0-4-4-16,0 0 2 16,0 0-2-16,0 0 3 15,0 16-3-15,0-8 1 16,16 4-1-16,15 0-3 16,9 0 12-16,-12 4-5 15,12-4 0-15,1-4-14 16,-17 4 12-16,4-4 4 15,6 0-6-15,-9-3 8 16,3 2-8-16,6 1 9 0,0-4-5 16,-3 0 4-16,3 1-3 15,-6 3-2-15,-3-1 4 16,3-3-4-16,-9 0 5 16,2-4-4-16,-2 0 7 15,21 4-11-15,-6-4 5 16,1 0-2-16,5 4-1 15,-6-4 2-15,-3 0 0 16,-3 5 3-16,25-5-9 16,-13 0 9-16,0 0-6 15,13 0 4-15,3 0-4 16,3 0 2-16,-7 0 1 16,4 0 0-16,-19 0 0 0,13 0 0 15,-19 0 3 1,3 0-10-16,0 0 14 0,-15 0-8 15,21 0 2-15,-6 8 0 16,0-8-1-16,-15 0 0 16,15 0-4-16,-6 0 7 15,-9 0-5-15,2 0 4 16,-2 0-4-16,9 0 5 16,-3 0-4-16,-10 3 1 15,16 2 0-15,-9-2-1 16,-10-3 1-16,-6 0 0 15,16 0 7-15,-10 0-14 0,1 0 9 16,2 0-6-16,4 0 8 16,3 0-4-1,3 4 0-15,2-4 2 16,8 0-7-16,-11 0 6 0,4 0-4 16,0 0 6-16,-15 0-5 15,-1 0 3-15,-6 0-2 16,10 0 2-16,-10 0 1 15,6 0 4-15,1 0-5 16,2 0 7-16,-2-4-2 16,-1 1-10-16,3-5 14 15,-2-5-10-15,-1 5 3 16,4-4 4-16,2 1-6 0,4-6 0 16,-3-7-2-1,9-4 8-15,-10-5-13 0,-5-6 13 16,2 3-8-16,-9 3 2 15,7 2 2-15,2 10-1 16,-9 6 4-16,-6-1 3 16,19-4-7-16,-13-5 3 15,16-7-2-15,3-4-1 16,3 4 1-16,-7 8-5 16,-8 0 2-16,5 4 0 15,-2-5 3-15,-10-3-1 16,0-3-2-16,-6-1 5 0,6-5-7 15,-6 1 7 1,0 0-8-16,13 0 6 0,-13 8-6 16,0 1 1-1,0 6 2-15,0 5-3 0,0 0 6 16,0-4-9-16,0 4 14 16,0 0-15-16,0-4 17 15,0 7-14-15,-13 5 6 16,-14 1-2-16,2 3 1 15,-3 4 2-15,9-4-3 16,-15-4 3-16,0 3-5 16,0-6 7-16,-13 3-10 15,-5-1 9-15,11 6-7 16,-5-2 3-16,-1 5-6 0,1 0 5 16,6 0 2-16,-1 0-3 15,7 0 6-15,-6 0-1 16,21 0 2-16,-15 0-10 15,0 0 8-15,-6 0-4 16,-1 0 2-16,1 5-1 16,3 3 0-16,-13 0 0 15,13-1-5-15,3 1 10 16,0 0-6-16,6 1 1 16,-3-5-1-16,-9 0 1 15,6-1-1-15,6 2 2 16,-7-5 1-16,11 0 0 15,-4 0 5-15,3 0-11 0,3 0 8 16,-6 0-3-16,10 0-1 16,-1 0 0-16,-15 0-2 15,19 0 1-15,-10 0 1 16,-3 0-7-16,3-8 2 16,-15 0 10-16,18-1-11 15,-12 6 12-15,22 3-6 16,-16 0 1-16,3 0 2 15,3 0-3-15,3 0 1 16,-2 0-1-16,8 0 1 16,-5 0-2-16,-10 0 5 15,0 0-7-15,3 0 3 16,-3 0 0-16,3 0 0 16,-2 0 0-16,14 0 0 0,-9 0 5 15,10 0-10-15,-10 0 10 16,10 0-9-16,-16 0 8 15,22 0-5-15,-7 0 2 16,-8 0 1-16,8 0 0 16,-5 0-1-16,-4-5-1 15,10 2 4-15,-10-5-3 16,9 0 2-16,1-1 1 16,0 6-4-16,2 3 4 15,-2 0-4-15,6 0-4 16,0 0 3-16,-1 0 1 0,-2 0-5 15,-3 0 10 1,5 0-10-16,-5 0 11 0,12 0-7 16,0 0 1-16,0 0-5 15,0 0-31-15,0 0-64 16,0 0-104-16,0 0-102 16,-22 0-212-16</inkml:trace>
  <inkml:trace contextRef="#ctx0" brushRef="#br1" timeOffset="55516.97">26015 16334 107 0,'0'0'112'0,"0"0"-18"0,0 0 24 16,0 0-54-16,0 0 30 0,0 0 51 15,0 0-19 1,12-19-24-16,-12 19-68 0,0 0 0 16,0 0-26-16,0 0 13 15,0 0-8-15,0 0-5 16,0 0 7-16,0 0 5 15,0 0 12-15,0 0-20 16,0 0 19-16,0 0-23 16,0 0 22-16,0 0-14 15,0 0 12-15,0 0-14 16,0 0-5-16,0 0-8 16,0 0-1-16,-12 15-5 15,-22 1-5-15,6 8 6 16,-6-7-4-16,-7 6 8 15,16 6-9-15,4-9 4 0,2 4 5 16,19-4-13-16,0-4 11 16,0-9-26-16,0 1 18 15,0-8-24-15,0 5 2 16,28-1 21-16,3 4 11 16,3 4 0-16,6 4 1 15,-5 4-2-15,-1-4 3 16,-3 5-1-16,-3-6 0 15,0 1 1-15,-16 4 5 16,0 1-8-16,4 2 2 16,-16 6 1-16,0-1-2 0,0 0 3 15,0-4 7-15,0-4-7 16,0 0-3-16,-22-1 3 16,-12 1-6-16,3 1 1 15,-9-1-9-15,12-4-47 16,6-4-3-16,3-1 1 15,7-6-11-15,-16-5-20 16,22 0-65-16,0-5 0 16,-10-26-101-16</inkml:trace>
  <inkml:trace contextRef="#ctx0" brushRef="#br1" timeOffset="56100.1">26080 16519 30 0,'0'0'32'0,"0"0"50"0,0 0 55 0,0 0-31 0,0 0-23 16,0 0 37-16,0-16 8 15,0 16 34-15,0 0 1 16,6 0-100-16,-6 0-24 16,0 0-24-16,16 0 14 15,-4 0-28-15,7-13 9 16,2 6-9-16,4-1 4 16,3 3-5-16,0 2-4 15,3-2-12-15,3 2-51 16,-6-2-35-16,0-3-253 15,-22 1-307-15</inkml:trace>
  <inkml:trace contextRef="#ctx0" brushRef="#br1" timeOffset="56683.34">26629 16888 321 0,'0'0'123'0,"0"0"-71"0,0 0 41 0,0 0-22 0,0 0-15 0,0 0 70 16,46 0 18-16,-18 0-90 15,-3 0-34-15,9 0-11 16,-6 3-9-16,3-3-7 16,9 0-7-16,-6 0-104 15,0 0-61-15,-6 0-11 16,3 0-12-16,-3 0-35 16</inkml:trace>
  <inkml:trace contextRef="#ctx0" brushRef="#br1" timeOffset="56917.42">26629 16888 536 0</inkml:trace>
  <inkml:trace contextRef="#ctx0" brushRef="#br1" timeOffset="56984.62">26629 16888 536 0,'74'-193'39'0,"-43"193"-34"0,9 0 31 0,1 0-20 16,5 0-57-16,-12 0-58 15,-6 0-191-15</inkml:trace>
  <inkml:trace contextRef="#ctx0" brushRef="#br1" timeOffset="57815.64">27658 16788 127 0,'0'0'331'0,"0"0"-300"0,0 0 8 0,0 0 50 15,0 0-40-15,-12 56-8 16,12-48-17-16,0-8-17 16,0 3-6-16,0-3 17 15,0 0 10-15,12 0 11 0,7 0 23 16,9 0 3-1,-1 0-8-15,-8 0-43 0,15-8 8 16,7-31 22-16,5-14 2 16,-12 6-42-16,-9-2 21 15,-10 9-22-15,-15 4-5 16,0 12 4-16,0-1-1 16,0 6-1-16,0 10-14 15,-27 6 6-15,-20 3-20 16,-15 0 24-16,3 36-1 15,6 12-2-15,1 4 14 16,11-4-14-16,20-8 7 0,8-12-4 16,13-8-9-16,0-4-1 15,0-11 3-15,19-5-2 16,37 0 7-16,3 0 2 16,9-24-2-16,-3-1 12 15,-12 14 3-15,-7 2-1 16,-18 9-5-16,-6 0 9 15,-4 0 4-15,-5 12 8 16,2 21-5-16,-2-2 19 16,-1 2-38-16,4-6 0 15,2 6-1-15,-5 3-44 16,2 0-37-16,4 0-89 16,-7-16-59-16,4-15-220 15</inkml:trace>
  <inkml:trace contextRef="#ctx0" brushRef="#br1" timeOffset="58332.32">28874 16595 380 0,'0'0'107'0,"0"0"-42"0,0 0 9 15,0 0-33-15,0 0 46 16,0 0 53-16,0-20-23 16,0 20-83-16,0 0 48 15,0 0-23-15,0 0 7 0,0 0-48 16,-7 12-18-16,-5 7 1 15,6 11-2-15,6-3-7 16,0 1-4-16,0 4 3 16,-10 5-6-16,10-1 11 15,-6-5-30-15,0 2-13 16,6-5-28-16,-12-8-101 16,5-9-74-16,1 2 25 15,-9-13-118-15</inkml:trace>
  <inkml:trace contextRef="#ctx0" brushRef="#br1" timeOffset="58596.71">28573 16747 354 0,'0'0'208'16,"0"0"-86"-16,0 0 7 16,0 0-3-16,0 0-19 15,0 0-61-15,68-3-35 16,-34 3-7-16,-15 0-7 16,15 0 3-16,-16 0-18 15,10 0-32-15,0 0-145 16,3 0-5-16,-3 0-116 0</inkml:trace>
  <inkml:trace contextRef="#ctx0" brushRef="#br1" timeOffset="59097.2">29577 16863 455 0,'0'0'177'0,"0"0"-76"0,0 0 55 0,0 0-39 16,0 0-61-16,0 0-16 15,0-27-31-15,0 2 56 0,-9 2-2 16,3-13-17-16,0-8-28 15,-1-5-1 1,7-11-6-16,0-8-10 0,0-9-2 16,0-7-4-16,0 8-4 15,0 0-13-15,19 12 5 16,-10 28-20-16,-2 20 24 16,-7 16-15-16,0 0 2 15,0 0-19-15,0 8-95 16,0 23-192-16,-28 5-165 15</inkml:trace>
  <inkml:trace contextRef="#ctx0" brushRef="#br1" timeOffset="59531.09">29509 16727 280 0,'0'0'127'0,"0"0"-124"16,0 0 32-16,0 0 4 15,0 0 70-15,0 0-4 16,99-8 8-16,-64 8-21 0,5 0-33 15,-6 0-30-15,19 0-2 16,-7 0-8-16,-6 0-13 16,1 0-6-16,-13 0 9 15,-16 0-20-15,-6 0 21 16,-6 4-10-16,0 0 31 16,0 5-13-16,0 2-11 15,0 9 18-15,-6 9 25 16,-34 2-39-16,-7-6-2 15,7-9-7-15,0-4-4 0,-1-1-16 16,-11 2-17 0,5-5-76-16,7-4-193 0,12-4-150 15</inkml:trace>
  <inkml:trace contextRef="#ctx0" brushRef="#br1" timeOffset="68755.61">26086 17397 217 0,'0'0'138'0,"0"0"-68"0,0 0 3 16,0 0 32-16,0 0-12 0,0 0 17 15,0 0-48-15,0 4-5 16,0-4 8-16,0 0-6 16,0 0-25-16,0 0 7 15,0 0-15-15,0 0 0 16,0 0 12-16,0 0-23 16,0 0 5-16,0 0-20 15,0 0 9-15,0 0-9 16,0 4 6-16,0 8 7 15,0 4-2-15,-25 4-8 16,-9 8 2-16,-12-4-7 16,11 1 10-16,8-2-13 0,2-7 5 15,9 1-2-15,4-9 0 16,12 3 0-16,0 2-2 16,0-5-20-16,0 7 16 15,0-7-8-15,34 1 8 16,12-1-19-16,7 0 12 15,3-5-30-15,-9 14 18 16,11-1 21-16,-11-4-7 16,-13 8 10-16,-9-4-3 15,-3 5 0-15,-16 2 12 16,-6-2-2-16,0-2 1 16,0-2-5-16,0-2 8 15,0 1 12-15,0-3-20 0,0 2-3 16,-28-7-2-16,9-8-4 15,-9 0-22-15,16 0-109 16,-7 0-159-16,-9 0-167 16</inkml:trace>
  <inkml:trace contextRef="#ctx0" brushRef="#br1" timeOffset="69172.4">26126 17469 638 0,'0'0'153'0,"0"0"-44"16,0 0 44-16,0 0-113 0,0 0-11 15,0 0-27-15,53-16 6 16,-37 12 12-16,8 0-5 16,17 4-15-16,-7-8-9 15,0-4-47-15,19 0-89 16,-19-4-215-16</inkml:trace>
  <inkml:trace contextRef="#ctx0" brushRef="#br1" timeOffset="69756.6">26957 17787 764 0,'0'0'129'0,"0"0"-54"0,0 0-18 0,0 0-40 16,0 0-17-16,0 0 10 16,93 0-4-16,-80 0-1 15,5 0-3-15,4 0 1 16,-10 0-6-16,10 0-30 15,3-5-109-15,-3-3-32 16,-10 0-50-16,10 0-231 16</inkml:trace>
  <inkml:trace contextRef="#ctx0" brushRef="#br1" timeOffset="70007.27">26957 17787 625 0,'-21'-174'69'0,"21"174"-42"0,0 0 84 16,0 0-6-16,6 0-39 15,9 0-14-15,16 0-23 16,-3 0-21-16,13 0-8 15,-7-8-9-15,18-3-21 16,1-6-124-16,-6 6-117 16</inkml:trace>
  <inkml:trace contextRef="#ctx0" brushRef="#br1" timeOffset="70936.81">27739 17641 98 0,'0'0'412'0,"0"0"-408"0,0 0 55 0,0 0 24 16,0 0-63-16,0 0 19 15,-69 45-1-15,63-29-23 16,-6 0-3-16,6 0 50 16,-4-1 19-16,10-2-2 15,0-1-73-15,0 1 5 16,0-2-8-16,0 1-5 16,0 1 2-16,10-2-5 0,8-3 5 15,10-4-4 1,-9 1 0-16,9-5 2 0,-4 0-5 15,-2 0 14-15,19-21 3 16,-7-11 17-16,-3-8 4 16,9-8-17-16,-6-4-4 15,-6-9-6-15,-3 5 1 16,-19 1-10-16,3 14 15 16,-9 9-20-16,0 8 9 15,0 12-1-15,0 12-7 16,-21 0-11-16,-20 0 0 15,-11 28 12-15,11 16-14 0,-5 9-3 16,-1-2 20 0,25-10 4-16,4-5-4 0,12-8 1 15,6-9 4-15,0 10 4 16,0-17-4-16,6-8 0 16,34-4-13-16,19 0-4 15,3 0 13-15,-9 0 4 16,-19 0 20-16,19 0 4 15,-25 4 6-15,-4 12-11 16,4 12-5-16,-15 0-12 16,15 0 4-16,-16-3 0 15,7-10-12-15,-4 6-23 16,-3-2-141-16,-5-10-70 16,-7-9-180-16</inkml:trace>
  <inkml:trace contextRef="#ctx0" brushRef="#br1" timeOffset="71569.73">28774 17405 423 0,'0'0'131'0,"0"0"-25"0,0 0 1 0,0 0 1 0,0 0-51 15,0 0 14-15,0 72-32 16,0-36-31-16,0 4 8 16,0 9-1-16,0 7-13 0,0-8 0 15,0 0-3-15,-6-8 1 16,-9-8-30-16,8-12-33 16,7-4-173-16,0-12 4 15,0 0-108-15</inkml:trace>
  <inkml:trace contextRef="#ctx0" brushRef="#br1" timeOffset="71924.48">28548 17654 571 0,'0'0'252'0,"0"0"-210"15,0 0 69-15,0 0-69 16,0 0-18-16,0 0 8 0,112 0-15 16,-66 0-12-16,1 0-10 15,8 0-8-15,-8 0-86 16,-7-8-192-16,-15 8-133 16</inkml:trace>
  <inkml:trace contextRef="#ctx0" brushRef="#br1" timeOffset="72586.19">29317 17433 83 0,'0'0'519'0,"0"0"-465"0,0 0 10 15,0 0 2-15,0 0 64 16,0 0-55-16,-9-56-42 15,24 52-22-15,-2 4-1 16,-1 0 8-16,3 0-14 16,-8 0-4-16,11 16-21 15,-18 20-3-15,0 8 22 16,0 17 1-16,-34 6-14 16,-19-2-21-16,-12-1-14 15,31-11 47-15,-6-14-2 16,34-11 10-16,6-15 2 15,0-10-6-15,6-3-1 0,53 0 0 16,3 0 9-16,3 0 31 16,9-20-1-16,-5 4-24 15,-11 8-11-15,-5 8-4 16,-6 0 10-16,-13 0 0 16,0 0-10-16,-15 16-13 15,-13 9-104-15,-6-10-148 16</inkml:trace>
  <inkml:trace contextRef="#ctx0" brushRef="#br1" timeOffset="76898.75">30551 17738 501 0,'0'0'160'0,"0"0"-106"0,0 0 64 16,0 0-10-16,0 0-24 16,0 0-46-16,0 0 10 15,0 4 4-15,0-4 46 16,0 0-43-16,0 0-10 0,6 0-19 16,22 0-26-16,12 0-4 15,13 0 4-15,22 0 24 16,-1 0-24-16,7 0 0 15,-10 0-3-15,-9 0-14 16,-9 0-31-16,-19 0-15 16,-16 0-60-16,-18 0-130 15,0 0-143-15</inkml:trace>
  <inkml:trace contextRef="#ctx0" brushRef="#br1" timeOffset="77182.84">30464 17594 810 0,'0'0'151'0,"0"0"-110"16,0 0 2-16,0 0-21 15,0 0 17-15,0 0 38 16,121-48-25-16,-53 40-28 0,-3 0-12 16,4 3-12-16,-4 5-6 15,-9 0-50-15,-10 0-123 16,-21 0-213-16,-19 0-173 16</inkml:trace>
  <inkml:trace contextRef="#ctx0" brushRef="#br1" timeOffset="77481.06">30839 17425 753 0,'0'0'99'0,"0"0"-66"15,0 0 28-15,0 0-12 16,0 0-48-16,0 0 4 16,140 48-5-16,-134-32 0 15,-6 12 2-15,0 8 20 16,0 16 37-16,0 9-48 16,0-5-10-16,-25-8-1 15,13-8-18-15,3-12-25 16,9-12 10-16,0-8-43 15,0-8-93-15,0 0-120 16</inkml:trace>
  <inkml:trace contextRef="#ctx0" brushRef="#br1" timeOffset="78214.92">31534 17646 457 0,'0'0'45'0,"0"0"8"0,0 0 30 0,0 0-51 16,0 0-11-16,0 0 9 15,53 48-9-15,-25-48 15 16,-1 0 66-16,-2-25 7 16,3-18-41-16,-9-6-22 15,9 2 22-15,-16-6-17 16,4 1-13-16,-10 0-35 15,-6 8-3-15,0 7-4 16,0 18 0-16,0 11-13 16,0 8-14-16,0 0 20 15,-34 27-24-15,0 18 23 16,9 4-3-16,3-5 15 16,10-8 13-16,12-21-12 15,0-7-1-15,0-8-31 16,24 0 26-16,26 0-3 0,3 0 8 15,-7 0 7-15,1 0 31 16,-7 13-12-16,-6 7 0 16,-3 4-19-16,-3 4-7 15,0 3-7-15,-16 2-13 16,10 3-32-16,-9-12-9 16,-1-9-56-16,-6-10-90 15,10-5-20-15,-16 0-235 16</inkml:trace>
  <inkml:trace contextRef="#ctx0" brushRef="#br1" timeOffset="78530.38">32297 17437 536 0,'0'0'190'0,"0"0"-38"0,0 0-19 0,0 0-87 16,0 0 25-16,0 0-14 15,40 0-33-15,-28 0-22 16,4 0-4-16,-4 0-29 16,1 0-34-16,-13 0-98 15,0 0-155-15,0 0-141 16</inkml:trace>
  <inkml:trace contextRef="#ctx0" brushRef="#br1" timeOffset="78731.09">32297 17437 398 0,'-81'-208'751'0,"81"208"-706"16,6 0-1-16,0 0-44 16,22 0-11-16,0 0-18 15,3 0-17-15,10-17-44 16,-13-3-162-16,-1 4-229 15</inkml:trace>
  <inkml:trace contextRef="#ctx0" brushRef="#br1" timeOffset="79329.88">32725 17112 810 0,'0'0'188'16,"0"0"-79"-16,0 0-67 16,0 0-42-16,0 0-1 15,0 0-2-15,52 0-5 16,-46 5-1-16,22 15 9 15,-15 11 2-15,-7 18 13 16,-6 7-15-16,0 12 0 16,0 0 0-16,-12-16-20 15,-23-16 18-15,29-16-25 16,6-15 18-16,0-5-1 16,0 0-17-16,0-5-156 15,47-23 144-15,21-3 27 0,6 10 10 16,-21 14-3-1,-19 7-12-15,-28 0-1 0,1 0 16 16,-7 0-3-16,0 28 10 16,0 8 4-16,-22 11 3 15,-18 2 5-15,-7-1 16 16,7-9-20-16,15-14-25 16,25-17 12-16,-6-8-62 15,6-12-183-15</inkml:trace>
  <inkml:trace contextRef="#ctx0" brushRef="#br1" timeOffset="80478.81">32591 17140 269 0,'0'0'207'0,"0"0"-181"0,0 0 0 0,0 0-19 0,0 0 0 16,0 0 35-16,0 0-2 0,0 0 40 15,0 0 30-15,0 0 65 16,0 0-112-16,0 0-32 16,13 0-29-16,15-8 17 15,12-7 0-15,-9-1-14 16,-3 3-5-16,-7 5-15 16,-8 1-12-16,-1 7-6 15,10-5 16-15,3 2-9 16,-3-2 17-16,-10 1-224 15,-12 0-317-15</inkml:trace>
  <inkml:trace contextRef="#ctx0" brushRef="#br1" timeOffset="85990.76">17665 4439 320 0,'0'0'132'0,"0"0"-59"0,0 0-2 0,0 0-34 0,0 0-14 0,0 0-10 0,0 0 14 0,12 0 6 15,-12 0 59-15,0 0 1 16,0 0-67-16,0 0-1 16,0 0-23-16,0 0 36 15,0 0 8-15,0 0 26 16,0 0-47-16,0 0-3 15,0 0-5-15,0 0-13 0,0 0-1 16,9 0-1-16,-9 0-4 16,0 0 4-16,0 0 4 15,0 0-2-15,0 0 16 16,0 0-7-16,0 0-8 16,0 0 1-16,0 0-5 15,0 0-1-15,0 0 8 16,0 0-7-16,0 0 1 15,0 0-2-15,-15 20 1 16,-32 16 4-16,1 8-5 0,-7 9 0 16,7 7-3-16,5-4-11 15,-5 8 6-15,12-4 15 16,0 0-19-16,21-3 19 16,13-5-11-16,0-4 4 15,0-4 0-15,53-5-4 16,15-3-5-16,-3-3 0 15,-3-13-20-15,-15 1 26 16,-23-2-6-16,4-15 7 16,-21 12 2-16,-7-4 3 15,0 9 18-15,-7 2-10 16,-52-2-11-16,-3 10-8 16,-3-6 1-16,3-1-31 0,10 4-16 15,11-13-55-15,13-7 57 16,28-8-26-16,0-3-103 15,10-49-123 1</inkml:trace>
  <inkml:trace contextRef="#ctx0" brushRef="#br1" timeOffset="86357.63">17317 5093 484 0,'0'0'122'0,"0"0"-80"0,0 0 38 0,0 0-24 0,0 0-48 15,0 0 79-15,0 0 8 16,-6 0-37-16,6 0 4 16,0 0 11-16,0 0-17 15,0 0-42-15,0 0 1 16,0 0-11-16,0 0-4 16,0-16-21-16,34-4-3 0,19-8-20 15,12 3-30 1,-3 6-31-16,-3 6-153 0,-25 13-52 15</inkml:trace>
  <inkml:trace contextRef="#ctx0" brushRef="#br1" timeOffset="86758.22">17866 5173 476 0,'0'0'106'16,"0"0"-47"-16,0 0 123 16,0 0-28-16,0 0-44 15,0 0-49-15,0-32-45 16,-15 8 27-16,2 0-11 16,-5-4 6-16,2 0-37 15,10-5-1-15,6 6-10 0,0-1 2 16,0 8-28-16,0 7-14 15,0 5-44-15,34 8-107 16,6 0-43-16,7-3-42 16</inkml:trace>
  <inkml:trace contextRef="#ctx0" brushRef="#br1" timeOffset="86943.52">17866 5173 209 0</inkml:trace>
  <inkml:trace contextRef="#ctx0" brushRef="#br1" timeOffset="87043.45">17866 5173 209 0,'208'-92'340'0,"-168"56"-258"0,-3-1-3 16,4 6 216-16,-1-5-295 16,-24 24-33-16,-10-1-54 15,-6 5-29-15,6 0-3 16,-6 0-106-16</inkml:trace>
  <inkml:trace contextRef="#ctx0" brushRef="#br1" timeOffset="87290.17">18248 4752 571 0,'0'0'117'16,"0"0"6"-16,0 0-29 16,0 36-59-16,0-8-18 15,0 0 0-15,6 0-12 16,19 8-9-16,2-3 9 15,-8-6-9-15,3 1 4 16,-16-3-36-16,0-9-61 16,0-8-17-16,-6-4 13 0,0-4-122 15,0 0-159-15</inkml:trace>
  <inkml:trace contextRef="#ctx0" brushRef="#br1" timeOffset="87574.52">18440 4852 110 0,'0'0'205'16,"0"0"-175"-16,0 0 14 0,0 0 76 15,0 0-52-15,0 0-24 16,12-3-44-16,-12 3 0 15,9 0 31-15,4 11 70 16,-1 9 15-16,-6 8-48 16,-6 8-30-16,0 5-31 15,0 6 36-15,0 2-24 16,0-5-13-16,-31 4-6 16,4-12-46-16,-1-11-93 15,9-6-84-15,-3-19-211 16</inkml:trace>
  <inkml:trace contextRef="#ctx0" brushRef="#br1" timeOffset="88173.27">18961 5109 327 0,'0'0'132'0,"0"0"-77"0,0 0 33 0,0 0-26 16,0 0 39-16,0 0-5 16,15-5-42-16,-15 2-33 15,19 3-14-15,-13 0 7 16,22 0 7-16,-3 0-20 15,9 0-1-15,6 0-1 16,13-8-41-16,-4-4-46 16,-11-4-64-16,-17 0-16 15,-14-1-151-15</inkml:trace>
  <inkml:trace contextRef="#ctx0" brushRef="#br1" timeOffset="88336.35">18961 5109 606 0</inkml:trace>
  <inkml:trace contextRef="#ctx0" brushRef="#br1" timeOffset="88443.4">18961 5109 606 0,'0'-209'71'0,"15"209"-34"0,4 0 114 16,9 0-18-1,3 0-127-15,9 0-6 0,16 0-11 16,-10 0-84-16,-5-4-83 16,-10-7-94-16</inkml:trace>
  <inkml:trace contextRef="#ctx0" brushRef="#br1" timeOffset="91587.75">19804 4800 82 0,'0'0'245'0,"0"0"-71"0,0 0-47 16,0 0-11-16,0 0-16 16,0-16 4-16,0 12-22 15,0-1-36-15,0 2-31 16,0 3 16-16,0 0-16 16,0 0-7-16,0 0-8 15,0 0-2-15,0 0-5 16,0 0 7-16,0 0-5 15,6 0 10-15,0 3-10 16,-6 18 12-16,0-6-7 16,0 6 3-16,0-9 19 0,0-4-10 15,0-8-11-15,0 0-2 16,28 4-4-16,-3 0 2 16,3 13 0-16,0 2 0 15,-3 9 6-15,-10 5-3 16,-15 11 2-16,0 7 1 15,-9 10 22-15,-38-1-12 16,-5-4 11-16,11-12-20 16,7-11 3-16,16-14-1 15,-10-7-4-15,15 1-2 16,-5-5-16-16,-10 4-43 16,6-1 15-16,16-11-48 15,6 0-236-15,0 0-77 0</inkml:trace>
  <inkml:trace contextRef="#ctx0" brushRef="#br1" timeOffset="92352.68">19522 4615 188 0,'0'0'84'0,"0"0"30"0,0 0-5 0,0 0-59 0,0 0-3 15,0 0 1 1,-25 0 8-16,25 0-18 0,0 0 9 15,0 0 44-15,0 0 20 16,0 0-18-16,0 0-22 16,0 0 2-16,0 0-45 15,0 0 0-15,0 0-27 16,6 0-1-16,47 0-10 0,0-7 10 16,21-1 13-16,7-5-12 15,-13 1-1 1,-15 9-12-16,-13-5-16 0,-9 3-126 15,-31 5-383-15</inkml:trace>
  <inkml:trace contextRef="#ctx0" brushRef="#br1" timeOffset="93002.27">20139 5306 592 0,'0'0'114'0,"0"0"3"0,0 0 62 0,0 0-100 0,0 0-14 16,279-249-13-16,-217 196-37 0,-9 6-11 15,-13 6 5-15,-15 17-18 16,-10 4-27-16,4 8-51 15,-13 12-122-15,-6 0-57 16,0 0-22-16</inkml:trace>
  <inkml:trace contextRef="#ctx0" brushRef="#br1" timeOffset="93217.7">20331 4892 465 0,'0'0'223'0,"0"0"-175"15,0 0 115-15,0 0-43 16,0 0-103-16,127 245 25 16,-93-197-33-16,-6-12-9 15,-3 4-23-15,-9-8-121 16,2-8-97-16,-18-12-109 15</inkml:trace>
  <inkml:trace contextRef="#ctx0" brushRef="#br1" timeOffset="93800.82">21041 4724 605 0,'0'0'177'0,"0"0"-56"0,0 0-13 0,0 0-64 0,0 0-22 0,-15 217 3 16,15-165-23-16,0-4 0 15,15-8-2-15,-2-8-2 16,-7-4-1-16,-6-1-12 16,0-6 9-16,0-1-22 15,0-8 2-15,0-4-97 16,0-3-75-16,0-5 42 0,0 0-67 16</inkml:trace>
  <inkml:trace contextRef="#ctx0" brushRef="#br1" timeOffset="94034.58">20793 5093 209 0,'0'0'314'15,"0"0"-283"-15,0 0 24 16,0 0 71-16,0 0 7 15,0 0 34-15,106-8-107 16,-72 8-27-16,12 0-33 16,16 0 0-16,-15-4-1 0,-1-4-48 15,-12 3-157-15,-15-3-157 16</inkml:trace>
  <inkml:trace contextRef="#ctx0" brushRef="#br1" timeOffset="95366.93">21528 4844 141 0,'0'0'5'0,"0"0"31"0,0 0 13 0,0 0 18 16,0 0 44-16,0 0-33 16,12 0-33-16,-12 0 6 15,0 0 22-15,0 0 25 16,0 0 26-16,0 0 5 15,0 0-78-15,16 0-16 16,3 0-20-16,8-12 37 0,14-9-26 16,5 2 1-16,13-1-24 15,-6 4 3-15,15 12-5 16,-15 4-2-16,-7 0-2 16,-24 0-7-16,3 0-9 15,-25 48-46-15,0 8 65 16,-25 20-1-16,-56 8 1 15,22 1-12-15,-9-9 12 16,22-11 7-16,18-26-4 16,28-14-3-16,0-14 5 15,0 1 3-15,46-4-8 16,16-8 9-16,19 0 8 0,12 0 27 16,-12 0-20-16,-10 0-18 15,-9-8-6-15,-22 8-5 16,-21 0-2-16,-4 0-92 15,-15 0-125-15,0 21-45 16</inkml:trace>
  <inkml:trace contextRef="#ctx0" brushRef="#br1" timeOffset="118397.08">25953 18280 316 0,'0'0'113'0,"0"0"-53"0,0 0 29 15,0 0-24-15,0 0-10 0,0 0 9 16,0 0-15 0,0 8 2-16,0-8 15 0,0 3 20 15,0-3-26-15,0 0-17 16,0 0-26-16,0 0 5 16,0 0 2-16,0 0-21 15,0 0 4-15,0 0-3 16,0 5-8-16,0-5 11 15,0 12-2-15,0 4-1 16,0 4 7-16,-25 4-11 16,-25 7 8-16,19 2-16 15,-9 3 17-15,0-5-13 16,6-1 8-16,6-15-6 16,9 1 5-16,-3-11-2 15,22-5-1-15,0 0-5 0,0 0 2 16,0 0-24-16,0 0 17 15,0 0 9-15,28 3-6 16,-6 2 13-16,24-5-8 16,-21 11 2-16,22 1-5 15,-13 4-2-15,-6 0-5 16,-16 4 6-16,1 5 6 16,-13 3 12-16,0-1 16 15,0 6-13-15,0-10-9 16,-13-6 12-16,-15-1-18 15,16-13-5-15,-7 2-7 16,4-5-36-16,-4 0-3 0,-9 0-99 16,10 0-156-16,-10 0-100 15</inkml:trace>
  <inkml:trace contextRef="#ctx0" brushRef="#br1" timeOffset="118998.45">25894 18316 225 0,'0'0'156'0,"0"0"-6"0,0 0 20 0,0 0-30 16,0 0-59-16,0 0-15 15,87-8-34-15,-69 3-30 0,-2 5 5 16,15 0-7-16,-3-7-48 15,0 7-116-15,3 0-19 16,-10 0-32-16</inkml:trace>
  <inkml:trace contextRef="#ctx0" brushRef="#br1" timeOffset="119562.52">26393 18560 16 0,'0'0'639'0,"0"0"-509"0,0 0 3 0,0 0-8 16,0 0-80-16,0 0 13 15,96 0-6-15,-77 0-33 0,15-4-5 16,-6 4-11 0,-3 0-3-16,9 0 0 0,-6 0-1 15,-4 0-64-15,-2 0-47 16,-10 0-176-16,1 0-146 16</inkml:trace>
  <inkml:trace contextRef="#ctx0" brushRef="#br1" timeOffset="120212.43">27010 18280 283 0,'0'0'169'0,"0"0"-62"0,0 0 5 0,0 0 16 0,0 0-18 0,0 0-25 15,40-5-26-15,-27 5-15 16,-1 0-12-16,-6 5 10 16,4 26-24-16,-10 13-7 15,0 5-9-15,0 7-2 16,-28-8-34-16,-6-8 16 16,15-8 5-16,-3-11 11 15,16-2 4-15,6-7 2 16,0-7-4-16,0-5 0 0,0 0-11 15,22 0 9-15,24 0 2 16,-5 0-4-16,-10 0 9 16,-3 0-6-16,-16 0 1 15,10 0-11-15,-10 0 3 16,-12 16-20-16,22-4 6 16,-16-1-86-16,19 5-16 15,-4-7-7-15,4-9-81 16</inkml:trace>
  <inkml:trace contextRef="#ctx0" brushRef="#br1" timeOffset="120744.4">27826 18653 507 0,'0'0'221'0,"0"0"-143"15,0 0 51-15,0 0-22 0,0 0-47 0,0 0 10 0,105 0-56 16,-77 0-5-16,0 3-7 16,-10 1-2-16,-5 1 0 15,8-5-18-15,-8 0-37 16,9 0-13-16,-16 0-51 15,0 0-93-15,0 0 10 16,-6 0-150-16</inkml:trace>
  <inkml:trace contextRef="#ctx0" brushRef="#br1" timeOffset="120977.93">27826 18653 530 0,'-75'-229'126'15,"109"221"-85"-15,-9-4 165 16,9 4-119-16,0 0-73 16,-6 3-12-16,-15 2-2 15,14 3-18-15,-14 0-38 16,-1 0-17-16,4 0-45 15,-10 0-118-15</inkml:trace>
  <inkml:trace contextRef="#ctx0" brushRef="#br1" timeOffset="121662.29">28635 18656 67 0,'0'0'116'0,"0"0"-93"16,0 0 137-16,0 0-52 16,0 0-66-16,0 0 8 15,105 20-9-15,-77-20-12 16,-9 0 42-16,15-16-2 15,-6-12 30-15,-16-12-10 16,7 0-69-16,-10-4-8 0,-9-4 0 16,0 4-24-16,0 4 9 15,0 8-34-15,-34 7 11 16,-6 17 18-16,-7 8 6 16,1 0-12-16,5 5 14 15,-5 39 3-15,-1 4 25 16,7 12 7-16,12-4-35 15,16-12 3-15,12-11-6 16,0-14-14-16,6-7-26 16,40-12-29-16,19 0 29 15,16 0 19-15,0 0 4 16,12-12 1-16,-13 1-12 16,-11 6 13-16,-17 5 18 15,-11 0-2-15,-23 0 7 16,4 0 27-16,-22 5 46 0,19 10-26 15,2 6-2-15,-8 2 0 16,8 1-19-16,-2 1-26 16,3-5-5-16,-4-12-50 15,10-8-222-15,-9 0-69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14T22:56:17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24598 1576 423 0,'0'0'122'0,"0"0"-113"0,0 0 35 0,0 0-9 0,0 0-16 15,0 0 19-15,0 0 40 16,-22 0 13-16,16 3 14 16,0-3-37-16,-1 0-26 0,-2 8-22 15,-10-3-8 1,13-5 4-16,-6 3-15 0,-4 5 6 16,-2 1-2-16,-4-1 2 15,3 0-6-15,-2 0-1 16,2 0 0-16,7 7 0 15,-10 6-1-15,3 7-4 16,-2 0 3-16,2 12 4 16,4 0 14-16,2 4-15 15,7 1 11-15,6-9-6 16,0 8-6-16,0-5-2 16,0 2 2-16,0-1 0 15,0 4 3-15,0-4-2 16,0 0 3-16,0-4 4 0,0 0-6 15,0 5 2-15,0-17-2 16,0 4 4-16,0-5-1 16,0-2-3-16,-6 7 11 15,-22-5-13-15,-6 7 4 16,3-7 4-16,-3-7-13 16,0 0 5-16,-7-8-1 15,1-8-18-15,15 0-5 16,-3 0-25-16,22-19-95 15,6-22-103-15,0-7-18 16</inkml:trace>
  <inkml:trace contextRef="#ctx0" brushRef="#br0" timeOffset="483.09">24027 2366 221 0,'0'0'318'0,"0"0"-178"0,0 0 16 16,0 0-15-16,0 0-55 15,0 0-24-15,34-24 18 16,-28 24-45-16,22-8-5 16,6 8-12-16,-9-8-11 0,22-1-4 15,-13 1-3 1,12 0-4-16,-5 5-12 0,5-6-9 16,-5 1-42-1,5-8-88-15,-24 4-216 0,12-4-6 16</inkml:trace>
  <inkml:trace contextRef="#ctx0" brushRef="#br0" timeOffset="982.83">24604 2414 129 0,'0'0'406'0,"0"0"-295"0,0 0-5 0,0 0 49 0,0 0-72 15,0 0-13-15,0 0-5 16,0 0-14-16,0-5 7 15,0-15-37-15,0-3 5 16,0-1-18-16,0-1-8 16,0-3 1-16,0 1-2 15,0 2-17-15,0 1 11 16,0 4-28-16,0 4 1 16,0-8-61-16,31 8-11 15,9 0-79-15,-6 4-18 0,-12 8-172 16</inkml:trace>
  <inkml:trace contextRef="#ctx0" brushRef="#br0" timeOffset="1398.91">24778 2317 589 0,'0'0'132'0,"0"0"7"0,0 0 24 0,0 0-94 15,0 0-20-15,0 0-41 16,167-108-8-16,-142 92-1 16,-19 4-11-16,22 4 6 15,-22 0-17-15,0 5-4 16,4-2-46-16,-4 5 0 0,-6-4 6 15,12 4 7-15,-12-4-49 16,6 0 15-16,-6 0-42 16,0 4-124-16</inkml:trace>
  <inkml:trace contextRef="#ctx0" brushRef="#br0" timeOffset="1698.88">24778 2317 648 0,'65'-265'87'0,"-65"265"-80"16,21 0 73-16,20 21 58 15,5-1-73-15,-6 8-42 16,1 0-11-16,-16 4-9 15,3 0-2-15,-10 0-2 16,-2-4 5-16,-10-8-8 16,0-4-5-16,0-8-31 15,-6 1-79-15,13-1 24 16,-4-8-43-16,10 0-15 16,2 0-139-16</inkml:trace>
  <inkml:trace contextRef="#ctx0" brushRef="#br0" timeOffset="2082">25305 1972 514 0,'0'0'102'0,"0"0"-71"15,0 0 74-15,0 0-35 16,0 0-14-16,0 0-7 15,21 101 11-15,-2-65-3 16,0 8-15-16,-10-8-15 16,-3 4-13-16,-6 1-9 15,0-10-10-15,0 2-2 16,0-1-11-16,0-9-31 16,0-3-105-16,0-12-114 0,0-8-255 15</inkml:trace>
  <inkml:trace contextRef="#ctx0" brushRef="#br0" timeOffset="2532.11">25705 2317 233 0,'0'0'314'0,"0"0"-180"0,0 0 63 0,0 0-20 16,0 0-100-16,0 0-13 15,9 0-36-15,10 0-6 16,-7 0-16-16,10 0 10 16,-4 0 2-16,4 0-14 15,-16 0-4-15,0 0 0 0,-6 0-15 16,22 0-22-1,-16 0-6-15,0 0-92 0,-6 0-74 16,0 0-90 0,0 0-135-16</inkml:trace>
  <inkml:trace contextRef="#ctx0" brushRef="#br0" timeOffset="2730.22">25705 2317 283 0,'-72'-164'383'0,"119"164"-356"16,6-16 181-16,-1 0-87 16,10 0-102-16,-3 7-19 0,0 6-13 15,-19-1-150-15,-5 4-75 16,-29 0-196-16</inkml:trace>
  <inkml:trace contextRef="#ctx0" brushRef="#br0" timeOffset="3379.9">26433 2309 99 0,'0'0'408'16,"0"0"-335"-16,0 0-3 15,0 0-9-15,0 0-35 0,0 0-26 16,28 25 23 0,0-17 47-16,3-8 51 0,19 0-60 15,9 0-14-15,0 0-8 16,3-16 24-16,-10-9-35 15,-5-11-7-15,-13-3-15 16,-9 2-6-16,-10-3-4 16,-15 17-15-16,0 2 5 15,-15 9 2-15,-32 12 7 16,-24 0-16-16,9 3 15 16,-3 30 0-16,9 3 2 15,9-8-1-15,23 0 3 0,8-15 1 16,16-5-14-1,0-5-1-15,0-3-29 0,40 0 42 16,16 0 1-16,9 0 2 16,-3 0 7-16,-15 0 13 15,-1 0 0-15,-5 17-15 16,-10 2 9-16,-3 1-10 16,-16 5-8-16,-3-1 2 15,10-1 2-15,-7-10-27 16,4-1-14-16,-4-8-76 15,1-4-143-15,2 0-110 16</inkml:trace>
  <inkml:trace contextRef="#ctx0" brushRef="#br0" timeOffset="3730.92">27323 2301 363 0,'0'0'272'0,"0"0"-160"0,0 0 45 0,0 0-37 0,0 0-53 16,0 0 4-16,273-95-45 15,-223 70-26-15,-19 6-1 16,-3 6-23-16,-16 5-14 16,-12-1-43-16,6-2-121 15,-6-1-58-15,0 4-168 16</inkml:trace>
  <inkml:trace contextRef="#ctx0" brushRef="#br0" timeOffset="3946.88">27438 2013 656 0,'0'0'249'0,"0"0"-240"15,0 0 67-15,0 0 2 16,0 0-33-16,0 0 5 16,273 160-41-16,-221-127-9 15,-5 3-45-15,-7-13 4 16,-6-2-64-16,-6-9-157 16,-21-9-53-16</inkml:trace>
  <inkml:trace contextRef="#ctx0" brushRef="#br0" timeOffset="4396.51">28272 1941 531 0,'0'0'242'0,"0"0"-117"0,0 0-11 0,0 0-60 0,6 212-49 16,16-164 0-16,-16-7-5 15,13 3-4-15,-4-13 1 16,-9-6-15-16,1-1-20 0,5-9-94 15,-12-7-41-15,16-8 1 16,-10 0-189-16</inkml:trace>
  <inkml:trace contextRef="#ctx0" brushRef="#br0" timeOffset="4679.58">28319 2165 610 0,'0'0'7'0,"0"0"76"0,0 0 58 16,0 0-67-16,0 0-46 16,0 0-28-16,306 0-151 15,-256-8-10-15,-31 0-106 16</inkml:trace>
  <inkml:trace contextRef="#ctx0" brushRef="#br0" timeOffset="5529.1">29227 1684 156 0,'0'0'274'0,"0"0"-146"0,0 0 20 0,0 0 16 16,0 0-28-16,0 0-72 0,-12-8-37 15,12 8 3-15,0 0 8 16,0 0 14-16,0 0-29 16,0 0-12-16,0 36-10 15,0 8 14-15,6 8-4 16,9 4-4-16,10-4-3 16,3-3-1-16,-9 7-6 15,-4-4 5-15,-2 4-4 16,-7-4-4-16,-6-7-2 15,0-14 2-15,0 1 2 16,0-20 4-16,0-4-8 16,0-8 7-16,0 0-12 15,0 0 9-15,0 0-3 0,0-16 4 16,0-4 2-16,0 4 1 16,0-4-1-16,0 0 0 15,0-4-3-15,28 0 1 16,6 8-1-16,-3 4 2 15,3 8-4-15,0 4 3 16,0 0 1-16,19 0-3 16,-7 0 3-16,13 0-2 15,-12 12-3-15,15 12-12 16,-10 4-21-16,-17 5 12 16,-17-2-5-16,-18 5 4 15,0-3 9-15,-25-1 20 0,-55-9-5 16,-13-3 11-16,-28-3-2 15,6-5-4-15,-6 3-9 16,22-6-135-16,40-5-107 16,19-4-336-16</inkml:trace>
  <inkml:trace contextRef="#ctx0" brushRef="#br0" timeOffset="16119.26">20920 4463 194 0,'0'0'139'0,"0"0"-123"0,0 0 42 0,0 0-21 0,0 0-31 0,0 0 16 16,0 0-12-16,0 85 0 16,0-66 13-16,0 6 23 15,0-2-1-15,0 1-12 16,0 9-3-16,0-2-25 15,0-2 7-15,6 3-7 16,-6-4-4-16,22 4 0 0,-9 0-1 16,-7 4 17-1,6-4 1-15,-12 9-3 0,22-5 18 16,-16 4-9-16,7 4-22 16,2-4 1-16,-9 3 5 15,7-2-2-15,-7 3 17 16,-6 1 35-16,0-6 11 15,0 5-48-15,12 5 3 16,-12-5-16-16,0 4-7 16,0 4 8-16,0 9-8 15,0 3 9-15,0 8 23 16,0 0-24-16,0-4 1 0,0-4-6 16,0-11-1-1,0 11-2-15,0-4 8 16,0-4-8-16,0 0 0 0,0 0-2 15,0-4 2-15,0 5-1 16,0-6 3-16,0-7-1 16,0 13-2-16,0-6 0 15,0 6 5-15,0-1-2 16,0-4 8-16,-12-4-9 16,6-4-2-16,-1 1-3 15,1-1 3-15,0 3 1 16,6-6 1-16,-9 11 3 15,9-7-5-15,0-1 17 16,0 0-13-16,0 4 3 16,0-4-4-16,0-5 0 0,0 6-3 15,0-1 1-15,0 5-5 16,0-2 8-16,-6 6 2 16,-1-6-4-16,1 2 10 15,0 3-9-15,6 0 6 16,0 0-6-16,-6 4 6 15,6-4-9-15,0 5 4 16,0-1-3-16,0-4 3 16,0-4-4-16,0 1 4 15,0-6-7-15,0-3 5 16,-16 8-2-16,16 4 2 16,0 9-2-16,0 3 17 15,0 0-12-15,0-4 3 16,0-4-5-16,0-7 2 15,0-5-1-15,0-4-4 0,0 8 0 16,0 4 1-16,0 13-1 16,0 10 0-16,-6 10-1 15,-13-5 1-15,-9-4-3 16,10-12 6-16,18-7-6 16,-9-14 1-16,2 1 2 15,7-15-19-15,0-9-36 16,0-20-131-16,0 0-306 15</inkml:trace>
  <inkml:trace contextRef="#ctx0" brushRef="#br0" timeOffset="17735.7">19181 7595 432 0,'0'0'83'0,"0"0"-73"0,0 0 58 15,0 0-55-15,0 0-3 16,0 0 10-16,0 0 4 0,0 0-12 16,0 0 14-16,0 0 53 15,0 0-17-15,0 0-8 16,0 0-25-16,34 0 47 15,6 0-48-15,13 0-6 16,9 0-8-16,12 0-2 16,13 0 18-16,-9 0-7 15,9 0 0-15,-7 0-4 16,1 0-6-16,-1 13-10 16,1-6 3-16,0 6-2 15,-1-13 10-15,-15 8 5 16,22 0-11-16,-12-8-5 15,-1 3 0-15,-3-3-2 16,4 0 0-16,-1 0 0 16,-3 0 2-16,10 0-1 0,-13 0 4 15,13 0-5-15,-10 0 4 16,4 0-1-16,-1 0-2 16,7 0 1-16,5 0-1 15,8 0 2-15,-1-3 0 16,0 3 0-16,9 0-3 15,-15 0-1-15,12 0-1 16,-12 0-1-16,0 0 4 16,-7 0-5-16,7 0 9 15,-6 0-5-15,5 0 3 16,-5 0-4-16,6 0 2 16,6 3-4-16,0-3 4 0,0 0-1 15,-12 4-1 1,5 1 6-16,-17-5-9 0,-4 3 3 15,-3 10 0-15,-3-10 0 16,3 5 4-16,9 1-3 16,-3-1 3-16,-3 0-5 15,3 0 4-15,-15 0 0 16,15-1-2-16,4-2 5 16,2 3-3-16,1 0-3 15,-17-4 2-15,4 4 1 16,-15-4-3-16,0 3 0 15,5-7-1-15,-11 0 4 16,-1 0-5-16,-6 0 7 0,0 8-10 16,-15-8 11-16,-1 0-5 15,-2 0-1-15,-16 0 0 16,18 0 0-16,4 0-13 16,-10 0-8-16,7 0-2 15,-3 0-4-15,2 0-34 16,4 0-76-16,-3 0-252 15</inkml:trace>
  <inkml:trace contextRef="#ctx0" brushRef="#br0" timeOffset="19368.99">28942 5093 459 0,'0'0'63'0,"0"0"-29"0,0 0 28 0,0 0-34 0,0 0 16 16,0 0 46-16,0 200 23 16,6-164-18-16,-6 5-35 0,0 11-21 15,0-4-17-15,0 7-20 16,0 11 3-16,0-3-3 16,0 10-2-16,0-1 14 15,6-4-11-15,-6 4 30 16,6-4-3-16,1 4-2 15,-7 1-20-15,9-1 0 16,-3 0-2-16,6 4-6 16,-12 1 1-16,28-2 5 15,-21 14-11-15,5-1 12 16,-6-4-10-16,0-4 4 16,-6-7-2-16,0-1 2 0,0-4 3 15,0-4 10-15,0-4-7 16,0-11-4-16,0 10 0 15,22-2 2-15,-22-6-2 16,6 10-6-16,-6 3 4 16,0-4-1-16,0-4 3 15,0 9-1-15,0 7-2 16,0-8 3-16,0 4-6 16,0 0 8-16,0 1-7 15,0-5 3-15,0-8-1 16,0-8 0-16,0-3 0 15,0-6-2-15,0 2 4 16,13 2-8-16,-4-6 12 0,-3-1-11 16,0 0 10-1,-6 4-5-15,7 0 1 0,-7 0 1 16,12 4 5-16,-12-3 1 16,15-2-4-16,-2-3 2 15,-13 0-9-15,19 1 7 16,-19-1-3-16,9 4 4 15,-9-4-5-15,0-4 0 16,0 4 10-16,0 4-3 16,0 0-7-16,0 9 14 15,0-2-8-15,0-2 1 16,0-13-7-16,0-12 0 0,0-12-1 16,0-8-11-1,0 0-5-15,0 0-25 0,0 8-28 16,18 4-85-16,-5 0-222 15</inkml:trace>
  <inkml:trace contextRef="#ctx0" brushRef="#br0" timeOffset="20515.53">27543 7692 355 0,'0'0'74'0,"0"0"-8"0,0 0 11 16,0 0-23-16,0 0-2 16,0 0 38-16,103 44-17 15,-72-28 20-15,15-4-44 16,10-1-12-16,9 2 12 16,10-5-26-16,24-4-9 0,3-4 10 15,10 8 2-15,9-8-1 16,0 0 10-16,-7 12-14 15,-8-12-9-15,-13 8 10 16,0-4-12-16,-13 4-1 16,1-8-8-16,-7 0-1 15,13 0 2-15,0 0-2 16,6 0 0-16,0 0 6 16,16 0-4-16,2 0-2 15,4 0 14-15,12 0-10 16,6-8-1-16,1 8 0 15,-7-12 2-15,0 8-5 16,0-4 3-16,-12 0-3 16,-10 4 0-16,-12-4 0 15,-6 8 4-15,9 0-8 0,3 0 4 16,1 0-1-16,2 8-1 16,-9 4 2-16,-6 0-1 15,0 0 3-15,6-4-2 16,0 4 3-16,-13-4-6 15,-5 4 7-15,-10-7-4 16,-9 3 0-16,-10-8 0 16,-15 7-3-16,3-3 5 15,7 4-4-15,5-4 4 0,16 4 3 16,3 4-5 0,16 0 20-16,-1 0-13 0,-5-7 1 15,-10 3-8-15,-19-1 1 16,-5-7-5-16,-19 0-5 15,-16 0-9-15,-6 0-30 16,0 0-69-16,0 0-334 16</inkml:trace>
  <inkml:trace contextRef="#ctx0" brushRef="#br0" timeOffset="25427.96">25246 3557 342 0,'0'0'67'0,"0"0"-66"0,0 0 53 0,0 0 34 0,0 0-24 0,0 0-14 15,0 0-16-15,-6-16 40 16,-4 12-22-16,-2 4-8 16,12 0-15-16,0 0 25 15,0 0-5-15,0 0-20 16,0 0-3-16,0 0-16 16,0 0 15-16,0 0-18 0,0 0 6 15,0 0-10-15,0 0-6 16,0 0 6-16,-6 28-3 15,-1 8 9-15,1 12-6 16,6 1-6-16,0-2 9 16,0-3-10-16,0-11 7 15,0-10-4-15,0-10 1 16,0-13-2-16,0 0 2 16,0 0 5-16,0 0 5 15,-9-33-3-15,-3-19-7 16,-7-4-5-16,3-4 2 15,10-1-1-15,0 10 4 16,0 2-7-16,0 10-16 0,-10 6 17 16,16 9-3-16,0 9 6 15,0 7 6-15,0 0-8 16,0 8-2-16,0-5 0 16,0 5-27-16,0 0-1 15,28 0 16-15,-16 0-20 16,-5 0-39-16,-7 0 21 15,0 28 49-15,0 1 4 16,0-1-10-16,0-5-8 16,0-2-7-16,0-9 17 15,0-4 12-15,0 0 12 16,0-5 1-16,15 10 34 0,4-1-5 16,2 7-10-1,4 9-21-15,3-3 31 0,6 7-32 16,-15 0 4-16,15-8-3 15,-15 1-1-15,8-2-3 16,1-7-5-16,-9 0 15 16,3-7-17-16,-10-9-22 15,22 0-89-15,-9 0-70 16,3 0-74-16</inkml:trace>
  <inkml:trace contextRef="#ctx0" brushRef="#br0" timeOffset="25812.38">25664 3617 333 0,'0'0'14'0,"0"0"62"0,0 0 93 0,0 0-63 15,0 0-65-15,0 0-34 0,-37 45 9 16,37-34-1 0,13 1 1-16,11-4-11 0,26 0 33 15,-19 0 10 1,9-8-15-16,-6 0-24 0,13 0 1 15,-13 0-9-15,0 0-1 16,-15 0-12-16,9 0-35 16,-10 0-32-16,-12-16-36 15,-6 0-20-15,0-4-206 16</inkml:trace>
  <inkml:trace contextRef="#ctx0" brushRef="#br0" timeOffset="26011.01">25664 3617 747 0,'28'-68'0'0,"-28"68"-32"16,0 0-27-16,0 0 31 15,13 0 11-15,21 0 17 16,-6-4 0-16,-10-4-14 15,-2 3-7-15,-16 2-53 16,0-5-150-16</inkml:trace>
  <inkml:trace contextRef="#ctx0" brushRef="#br0" timeOffset="26177.88">25773 3493 308 0,'0'0'427'0,"0"0"-335"16,0 0 4-16,0 0-39 15,0 0-50-15,0 0 4 16,173-33-11-16,-114 22-5 16,-3-6-136-16,-3 6-69 15,-13-2-71-15</inkml:trace>
  <inkml:trace contextRef="#ctx0" brushRef="#br0" timeOffset="26377.81">26356 3336 409 0,'0'0'85'0,"0"0"14"16,0 0-8-16,0 0-22 0,0 0 54 15,0 0-1-15,77 121-90 16,-61-82-10-16,-4-3-7 16,1-16-15-16,2 9-7 15,-9-14-30-15,-6-6-29 16,0 7-20-16,0-8-17 15,-21-8-60-15,-20 0-223 16</inkml:trace>
  <inkml:trace contextRef="#ctx0" brushRef="#br0" timeOffset="26627.9">26356 3336 373 0,'-137'0'212'0,"137"0"-191"16,22 0 16-16,25 0 51 15,-7 0-59-15,25 0-24 16,-9-12-1-16,-16 8-4 16,-9 4-2-16,-15 0 1 15,8 0-12-15,-14 0-27 16,15 0-53-16,-13 0-81 15,10 0-134-15</inkml:trace>
  <inkml:trace contextRef="#ctx0" brushRef="#br0" timeOffset="27026.7">26821 3496 73 0,'0'0'382'0,"0"0"-356"16,0 0 89-16,0 0 12 16,0 0 54-16,0 0-37 15,22-31-84-15,-4-2-49 16,4-3-7-16,3 0-4 0,3 0 0 16,-16 17-5-1,10 2 3-15,-16 13-5 0,0 4 1 16,-6 0 6-16,0 0 3 15,0 0-2-15,0 0-1 16,6 4-1-16,16 13-5 16,-16-2 10-16,7 6-8 15,8-6 3-15,4 9-16 16,-9 9-3-16,8-5 10 16,4-1 8-16,-21-2-4 15,5-9 5-15,10-1-27 16,-22-2-7-16,0-1-44 15,0-4-11-15,0 3-35 0,0-6 28 16,0-5-43 0,0 0-179-16</inkml:trace>
  <inkml:trace contextRef="#ctx0" brushRef="#br0" timeOffset="27167.62">26821 3496 622 0</inkml:trace>
  <inkml:trace contextRef="#ctx0" brushRef="#br0" timeOffset="27243.78">26821 3496 622 0,'108'-60'72'0,"-80"56"-56"0,-3 1 107 16,9 3 69-16,0 0-175 0,-9 0-17 15,-9-5-16-15,8 5-80 16,-17-8-65-16,14 0-36 15,-21-4-202-15</inkml:trace>
  <inkml:trace contextRef="#ctx0" brushRef="#br0" timeOffset="28127.81">25491 3332 5 0,'0'0'90'0,"0"0"33"0,0 0-8 0,0 0-62 0,0 0 10 16,34 0-31-16,-34 0-17 16,0 0 19-16,0 0-19 15,0 0 5-15,0 0-20 16,0 0-3-16,0 0-5 16,0 0 6-16,0 0-1 15,0 0 3-15,-6 0 0 16,-22 0-7-16,9 9-6 15,-3-9-25-15,4 3-169 16</inkml:trace>
  <inkml:trace contextRef="#ctx0" brushRef="#br0" timeOffset="28192.37">25491 3332 30 0,'-227'76'0'0</inkml:trace>
  <inkml:trace contextRef="#ctx0" brushRef="#br0" timeOffset="28760.17">25131 3413 31 0,'0'0'0'15,"0"0"0"-15,0 0 32 16,0 0-10-16,0 0 0 0,0 0 56 16,0-5-51-16,0 5 71 15,0 0 104-15,0 0-86 16,0-3-32-16,0-2-59 15,0-3-25-15,0-4 7 16,0 4 1-16,6 0-8 16,7 4 3-16,-4 0-4 15,-3-3 2-15,7-1 80 16,-1-1 6-16,10-3-4 16,-4 12-50-16,4-4-29 15,-3 4 5-15,2-8-6 16,13 8 8-16,-9-3-11 15,15 3 7-15,1 0-1 16,-13 0-4-16,-4 0-2 16,-8 0 7-16,-10 0-1 0,-6 0-5 15,0 0 1-15,13 0 3 16,-7 0-10-16,0 0 0 16,-6 0 4-16,16 0-2 15,-10 0 3-15,-6 11 0 16,0 5 10-16,0 4 5 15,0 0 5-15,0 0-3 16,-22-4 15-16,22 0-8 16,-6-4-24-16,0 1 2 15,-7-2 3-15,-9-3-2 16,10 4 1-16,-10-7 1 0,-2 6 0 16,-4-2-4-16,3-5 1 15,-3 3 1-15,22-2-4 16,6-5 1-16,0 0-11 15,0 0-62-15,0 0-132 16,0 0-259-16</inkml:trace>
  <inkml:trace contextRef="#ctx0" brushRef="#br0" timeOffset="37434.08">19665 9011 208 0,'0'0'30'0,"0"0"57"0,0 0 21 0,0 0-63 0,0 0 13 16,0 0 10-16,0 0-32 15,18 0-28-15,-18 0 54 16,0 0-8-16,0 0 5 15,0 0-22-15,0 0 10 16,0 0 36-16,0 0-18 16,0 0-28-16,0 0-10 0,0 0-14 15,0 0-7-15,0 0 18 16,0 0-20-16,0 0 1 16,0 0-4-16,0 0 6 15,0 0 2-15,0 0 12 16,0 0-4-16,0 0-8 15,0 0 6-15,13-8-9 16,-13-8-6-16,9-8 4 16,3 0-7-16,-6-4 5 15,7 4-2-15,2-9 9 0,-2 2-2 16,5-2 4 0,4-3-11-16,-10 4 3 0,23-4 1 15,-17 0-8 1,16-4 3-16,-12 0 0 0,3 12 1 15,-4 4 0-15,-14 8-1 16,11-5 2-16,-18-2 6 16,28-2-6-16,-15 1 3 15,8-4-2-15,4 5-4 16,3-10-2-16,6-3 3 16,0 4 1-16,-3-4-3 15,-3 0 2-15,6 4 1 16,-9-4 1-16,3 0-1 15,0 0 2-15,3-5-2 16,3-3 0-16,-6 8 0 16,6-3 0-16,-15 3 0 15,2 7 0-15,4-8-3 0,-9 6 5 16,15-5-2-16,3-5 0 16,0 2 0-16,-9-10 0 15,24 1 0-15,-18 1-2 16,-3 6-3-16,0 8 2 15,-9 5 6-15,-7-3-6 16,22 3 9-16,-12-4-10 16,18-9 5-16,-9 10-2 15,3-14 1-15,7 5 0 16,-1-3 0-16,0-2 0 0,-12 5-5 16,3 4 6-1,-9 11-6-15,-4-3 9 0,10 5-8 16,-9-6 4-16,3-2 0 15,2-5 1-15,4 3 0 16,6-3-2-16,-15 8 3 16,9-4-8-16,12-5 11 15,-15 6-7-15,9-10 4 16,0 10-4-16,0-2 2 16,1-6 0-16,-4 6 0 15,-4 1 3-15,1 0-8 16,-3 5 11-16,3-6-12 15,-9 0 11-15,9-3-10 16,-10 5 4-16,-2-5 1 16,2 8 0-16,-5-8 0 0,-4 3-2 15,3 1 5-15,7-4-5 16,3 13 7-16,-10-7-9 16,4 15 8-16,-10-1-7 15,0 0 3-15,-6-4 0 16,19 0 0-16,-4-12 3 15,-2 7-10-15,5-3 14 16,-2-3-14-16,-4-2 15 16,0 6-13-16,10-6 8 15,-3 2-6-15,-4 3 3 16,4-5 0-16,3 5-2 16,-4 0 5-16,-5 7-13 15,-7-2 20-15,9-1-13 0,-2 4 6 16,-1-4-5-16,10-4 2 15,-10 3-3-15,22-3 1 16,-15-4 2-16,15 0 0 16,0 0 6-16,0 0-13 15,-9 11 7-15,-3 2 0 16,-4 2 0-16,-11 2-1 16,8-1 1-16,4-4 0 15,9-1 0-15,-4-2-12 16,-2-6 12-16,-10 1-7 15,16 5 5-15,-3 2 2 16,-9 1-8-16,-4 12 9 0,10-4-1 16,-10-7 0-16,7-2 0 15,15-7-3-15,0 0 6 16,-6 3-9-16,-22 14 12 16,7-1-6-16,-13 8 4 15,6-5-8-15,0 6 1 16,-6-1 3-16,22-12 1 15,-10-5 0-15,10-2-1 16,-4-10 0-16,4 14-5 16,-3-6 12-16,-1 9-10 15,-18 1 6-15,22-1-3 16,-10-1 0-16,4-3-3 0,-10 8 3 16,13 0 0-1,-19 9 6-15,6-2-4 0,-6 5 12 16,0 0-11-16,0 0 0 15,0-4-3-15,6 0 1 16,-6 0-5-16,16-4 4 16,-10-3-1-16,-6 6-25 15,12-3-47-15,-12 8-203 16,0 0-493-16</inkml:trace>
  <inkml:trace contextRef="#ctx0" brushRef="#br0" timeOffset="40731.8">27751 5306 207 0,'0'0'59'0,"0"0"55"0,0 0 17 0,0 0-65 16,0 0-5-16,0 0-14 15,22 31 15-15,-22-31-28 16,6 0-13-16,-6 8-10 16,6-3 38-16,-6-5-25 0,13 0 4 15,-13 0 25-15,0 0-21 16,6 8 22-16,0-8-19 16,10 0-23-16,-10 12-10 15,6-1 4-15,10 6-5 16,-10-6 3-16,7 2 1 15,3 3-4-15,-4-1 10 16,4-2-1-16,-4 7 14 16,-2-8-10-16,24 4-5 15,-15 0-8-15,3-8 14 16,-3 8-12-16,3 4 13 0,0 5-14 16,12-2 22-16,-15 1-22 15,21-4 3-15,-5 5-9 16,-1-6 8-16,13 6-3 15,-4 3 4-15,4 4-10 16,0-4 10-16,-7 3-8 16,1-6 5-16,-7 7-3 15,0-4 1-15,-6-4 0 16,7-3-5-16,-1-10 11 16,-6 9-8-16,-3 8 4 15,9-4-1-15,-12 1 2 16,13 3-3-16,-17-4 5 15,26 4-5-15,-4 0 6 16,1 0-1-16,-7-4-10 16,7-1 11-16,-7 2-6 0,0-1 0 15,-15 4 2-15,3-3 3 16,-3 2 0-16,3-2-3 16,6-2 3-16,-9-3-3 15,9 9-1-15,-6-14 0 16,6 18 3-16,-9-14-4 15,9 14 1-15,0-9 0 16,-9 8 6-16,24-4-7 16,-11 0 0-16,-4 1 4 15,6-10-7-15,-6 9 11 16,6-3-9-16,1-2 4 16,-1 1 2-16,-6 1-1 0,-3-2-3 15,9 6 7-15,-5-6-7 16,5 10 7-16,6-13-6 15,-12 0-4 1,1 4 6-16,-4-4-4 0,9 1 0 16,-6-2 0-16,0 1 0 15,0-8 1-15,-9 12-5 16,3-8 9-16,0 1-9 16,-10 3 9-16,10-9-8 15,-9 9 5-15,9 1-3 16,-10-1 1-16,10 4 0 15,-3-1-4-15,3 2 9 16,0-1-10-16,-3-1 11 0,3 2-12 16,6-1 12-16,0 1-7 15,-3-6 2-15,3 5-1 16,0-3 0-16,0-2 0 16,-3 1 1-16,-3 8 3 15,0-4 3-15,12 1-6 16,-15-5-1-16,9 4 5 15,0 4-8-15,0-4 7 16,-3-4-4-16,4 8 3 16,-14-4 0-16,4 0-5 15,-3 4 8-15,-10-16-7 16,16 8 1-16,-9-4 0 0,-7 1 0 16,22-2 0-1,-6 1-3-15,6-3 6 0,-9 2-6 16,9 1 7-16,-6-3-5 15,-3 2 2-15,3-2-2 16,-3 2 7-16,2-2-5 16,1 3 2-16,-3-4-1 15,3 4-2-15,0 0 5 16,-3 4-7-16,9 3 7 16,0-2-7-16,0-1 9 15,-3 0-4-15,9-4-2 16,-5 0 0-16,-8 1 0 15,-2-2 3-15,3-2-3 16,-9 3 2-16,2-4-2 16,-2-1 3-16,3-3-3 15,3 4-1-15,-4 1 9 16,-2-5-5-16,9 3 1 0,-10-2 3 16,4 2-8-16,-3 2 8 15,9-1-6-15,-10-1 7 16,10 2-8-16,-9-5 9 15,-10 0-9-15,-3-4-2 16,0-4 1-16,-6 3-3 16,7-3 3-16,5 8-11 15,4 1 10-15,2-1-20 16,4 8 20-16,-4 0 0 0,-5-8 0 16,-13-1 1-16,9-2-10 15,-9-5-62-15,0 0-138 16</inkml:trace>
  <inkml:trace contextRef="#ctx0" brushRef="#br0" timeOffset="48658.87">27004 1864 240 0,'0'0'302'0,"0"0"-275"0,0 0 21 0,0 0 13 16,0 0 2-16,0 0-11 15,0 0 41-15,0 5-23 16,0-5-8-16,0 0-22 16,0 0 1-16,0 0-4 15,0 0-19-15,0 0-5 16,0 0-4-16,0 0 27 15,0 0-17-15,0 0-1 16,0 0-13-16,0 0 3 16,0 0-8-16,0-5 2 15,0 1-3-15,0 0 4 0,0 0 3 16,0-4-5-16,0-3 18 16,0-6-14-16,0 1 1 15,0-12-6-15,0-11 0 16,0-2 4-16,6-15-3 15,13 7-1-15,2-2 3 16,4 2 1-16,-9 5-1 16,15 0 11-16,-3-9-13 15,18-2 1-15,7-14-1 16,3-3-2-16,3 13-1 0,-7 10 0 16,-30 26 1-16,-3 14-10 15,-19 5 7-15,0 4-12 16,0 0-5-16,0 0-31 15,0 0-97-15,0-8-187 16,0 8-96-16</inkml:trace>
  <inkml:trace contextRef="#ctx0" brushRef="#br0" timeOffset="49924.25">26970 1512 102 0,'0'0'269'0,"0"0"-179"0,0 0-39 0,0 0 21 16,0 0-40-16,0 0 12 16,0 0 25-16,0 0-13 15,0 0-10-15,0 0 17 16,0 0-42-16,0 0-12 15,0 0 16-15,0 0-5 16,0 0 13-16,0 3-17 16,0 18 24-16,0-1-10 15,0-4-18-15,0 15-8 16,0-6-1-16,0 6-1 0,0 10 0 16,0-8 7-1,0 3 9-15,0-5-1 0,0 2-3 16,0-14 12-1,0-2-25-15,6-9 4 0,0 0-4 16,-6-5 1-16,0 2-2 16,6-2 0-16,-6 1-2 15,0 1 10-15,16-5-17 16,-16 0 13-16,0 0-5 16,0 0 2-16,0 0 0 15,0 0-1-15,0 0-2 16,0 0 2-16,6 0 0 0,-6 0-7 15,0 0 7 1,0 0-7-16,0 0 7 0,6 0 3 16,-6 0 9-16,13 0-10 15,8-5 2-15,-8-10 2 16,15-1-4-16,-10-4 1 16,10-5-6-16,-3 1 13 15,-3 8-22-15,-10 8 8 16,-12 4 2-16,0 1-1 15,0 3 3-15,12 0 0 16,-12 0 2-16,0 0 1 16,0 0-2-16,0-5-2 15,0 1 0-15,0-4-1 16,0-5-1-16,10 10 3 16,-10 3-2-16,0 0 5 0,0-3 0 15,0-2-1-15,0-3-4 16,0 0 7-16,0-1-5 15,0 9 0-15,0 0 0 16,0 0 20-16,0 0-3 16,0 0-5-16,0 0-11 15,-22-3 5-15,16-2-2 16,-7-2-4-16,-14 3 4 16,-1-4-8-16,15 4 1 15,-15-9 3-15,10 13 0 16,5-7 2-16,7-1-5 15,-9-8 9-15,15 4-12 16,0-1-8-16,0 5-35 16,0 0-52-16,-13 5 12 15,7-2-89-15,-16 5-101 0</inkml:trace>
  <inkml:trace contextRef="#ctx0" brushRef="#br0" timeOffset="61147.84">20331 10868 450 0,'0'0'21'0,"0"0"6"0,0 0 71 0,0 0-39 15,0 0 35-15,0 0 26 16,0 0-12-16,0 0-66 16,0 0-7-16,0 0 7 15,0 0-2-15,0 0-8 16,0 8-11-16,0 1 4 0,0-2-16 15,0 5-8 1,0 5-1-16,0 2 4 0,0 5-1 16,6-3 1-16,16-2-4 15,-10-2 5-15,16-1-5 16,-3-5 8-16,9-2-16 16,0-9 12-16,7 0-4 15,5-5 6-15,7-43 9 16,0-24 4-16,2 0-14 15,-8-8 3-15,-22 0-3 16,-4 19-9-16,-14 9 9 16,-7 12-4-16,0 21 0 0,0 2 6 15,-28 17-7 1,-19 0-2-16,-12 0-9 0,0 17-7 16,-3 26 14-16,10 1-9 15,-1 13 2-15,31-10 2 16,4-6 4-16,18-5-14 15,0-13 10-15,0-2 3 16,0-9-29-16,24 0-1 16,11-8 36-16,11 4-7 15,1 1 14-15,-13-2-1 16,6 9-6-16,-21 4 0 16,15 9 0-16,-13 10 0 0,4-3 55 15,3 8-31 1,6-8-13-16,-9-8-8 0,22 0-6 15,8-15-35-15,4-13-73 16,0 0-121-16,3-33-86 16</inkml:trace>
  <inkml:trace contextRef="#ctx0" brushRef="#br0" timeOffset="61714.18">21354 10487 532 0,'0'0'106'0,"0"0"-92"0,0 0 168 0,0 0-49 15,0 0-62-15,0 0-53 16,208 124-2-16,-174-96-12 16,-15-3 8-16,15-9-12 0,-15-4 0 15,-4-1-9 1,-3 2-13-16,1-1 0 0,2-4-22 16,-2-5-63-16,-7-3-110 15,0 0-34-15</inkml:trace>
  <inkml:trace contextRef="#ctx0" brushRef="#br0" timeOffset="62247.98">21423 11096 78 0,'0'0'333'0,"0"0"-225"0,0 0 12 0,0 0-21 15,0 0-32-15,0 0-27 16,0-3-1-16,0-17-16 16,6-5 14-16,19-7 0 15,3-4 21-15,6-4-12 16,12-8-18-16,1 3-16 16,-7-2-12-16,0 11-5 15,-15 8-29-15,-3 8-25 0,-10 7-69 16,-6 13-11-1,-6 0-63-15,0 0-72 0</inkml:trace>
  <inkml:trace contextRef="#ctx0" brushRef="#br0" timeOffset="62980.24">22244 10940 201 0,'0'0'39'0,"0"0"-29"0,0 0 2 0,0 0 35 15,0 0 43-15,0 0 5 16,261 64-58-16,-209-64 16 16,-11-19 20-16,27-17 35 0,-15-13 78 15,-1-15-106-15,-5-5-33 16,-25 2-23-16,-4 3 8 15,-18 11-13-15,0 13-9 16,-18 8 7-16,-38 16-15 16,-3 16 24-16,-22 0-11 15,-18 24-3-15,12 28-3 16,7 5-18-16,5-5 6 16,41-4-18-16,22 4-72 15,-1-8-69-15,13-13-253 16</inkml:trace>
  <inkml:trace contextRef="#ctx0" brushRef="#br0" timeOffset="69124.28">29013 10792 125 0,'0'0'371'0,"0"0"-338"0,0 0 38 0,0 0-9 0,0 0-14 15,0 0-16 1,0 0 48-16,0 0-43 0,0 0-15 16,0 0 67-16,0 0 11 15,0 0-32-15,0 0-37 16,0 0-9-16,0 0-11 16,0 0-5-16,0 0 1 15,0 4-10-15,0 8 5 16,0 12-2-16,0 8 8 15,0 0 2-15,34 0-10 16,-6-8 2-16,19-8-6 16,-7-4 8-16,6-12-9 15,13 0 9-15,-9 0-7 0,3-8 6 16,6-24 0-16,-13-12 2 16,7-12 4-16,3-17-8 15,-10 9-1-15,-21-8-1 16,-10 5-13-16,-15 6 9 15,0 17-13-15,0 20 3 16,-40 12 8-16,-28 12 7 16,-19 0 4-16,6 0-4 15,-5 24-10-15,5 0 10 16,16 12-1-16,25 4 5 16,5 0 8-16,23 4-8 15,12 5 3-15,0-10-6 0,0 6 3 16,34-13-4-16,19-9-7 15,12-14 7-15,16-5-19 16,-1-4 10-16,7 0 9 16,6 4-3-16,-12 4 7 15,-13 3 4-15,-9 2-8 16,-19 7-3-16,0 0 0 16,-5 4-1-16,-17-7 3 15,10-2-28-15,0-3 20 16,-9 5-48-16,2-6-111 15,-8-3-87-15,-13-4-166 16</inkml:trace>
  <inkml:trace contextRef="#ctx0" brushRef="#br0" timeOffset="69759.93">30325 10639 583 0,'0'0'167'0,"0"0"-29"0,0 0 11 0,0 0-66 15,0 0 1-15,0 0-33 16,207-108-34-16,-141 72 6 16,-11 3-5-16,4-6-10 15,0-2-8-15,-3 13 6 16,-10 5-13-16,-11 10 2 16,-17 10-2-16,-5-2-35 15,8 5 1-15,-8 0-49 0,-7 0 42 16,-6 0-135-16,0 0-100 15,0 0-121-15</inkml:trace>
  <inkml:trace contextRef="#ctx0" brushRef="#br0" timeOffset="70224.13">30377 10587 351 0,'0'0'127'0,"0"0"-9"0,0 0 68 0,0 0 23 0,0 0-91 0,0 0-26 15,230 21-53 1,-165-1-13-16,3 3-25 0,-3 1 9 16,-3-4-9-16,-3 4-2 15,0-4 0-15,-3-7-8 16,-10 2-21-16,1 1-54 16,-13-3-3-16,-3-1-128 15,-9-1-29-15,-10 2-123 16</inkml:trace>
  <inkml:trace contextRef="#ctx0" brushRef="#br0" timeOffset="71106.52">31689 10800 419 0,'0'0'100'0,"0"0"-54"0,0 0-17 0,0 0-18 0,0 0-11 16,0 0-12-16,260 108-1 15,-207-104 13-15,-13 5 13 16,-5-9 30-16,-1 0 56 16,-10 0-1-16,11 0 36 15,-1-36-63-15,6-17-29 16,6-12-10-16,-5-2 0 16,-7 3-26-16,-9 3 2 15,-19 5-2-15,-6-1-4 16,0 6-4-16,0-1-6 15,-25 19-1-15,-37 9-7 16,-3 12 16-16,-16 12 11 16,-5 0 0-16,-7 28 11 15,-10 33 18-15,16-1-26 0,7 0-9 16,27 0-8 0,34-11 3-16,19-6-38 0,0-14-69 15,7-6-144-15,39-10-341 16</inkml:trace>
  <inkml:trace contextRef="#ctx0" brushRef="#br0" timeOffset="100214.14">31373 7756 247 0,'0'0'17'0,"0"0"-5"0,0 0 80 0,0 0 10 0,0 0-65 16,0 0 13-16,-7 12 2 15,7-12 15-15,0 7 8 16,-6 6-44-16,6-1-19 16,-6-12-9-16,6 8-6 15,0-8-1-15,0 0-26 16,0 0-8-16,0 0 38 16,0 0 1-16,0 0 57 15,0 0-13-15,6 0 3 16,7 0-31-16,8-20-11 15,7-16-12-15,-3 4-74 16,-3 4 4-16,-10 19 37 16,-12 9 4-16,0 0 22 15,0 0 13-15,0 0 24 16,0 0-6-16,0 0 3 0,0 9-1 16,0 15 17-16,0-9-20 15,0-2-5-15,0-5-12 16,0-8-25-16,0 0-18 15,19 0 11-15,15 0 12 16,0 0 15-16,-15-21-3 16,2 1 8-16,-21 1-14 15,0 2-26-15,0 9-5 16,0 8 10-16,0 0 22 16,-21 0 13-16,-4 0 15 0,3 21-15 15,16-6-204-15</inkml:trace>
  <inkml:trace contextRef="#ctx0" brushRef="#br0" timeOffset="104061.76">20632 7651 213 0,'0'0'75'0,"0"0"22"0,0 0 1 15,0 0-63-15,0 0-22 0,0 0 14 16,0 0-9-16,0 0 5 15,0 0 13-15,0 0 17 16,0 0 34-16,0 0-20 16,0 0-31-16,0 0 0 15,0 0-4-15,0 0 12 16,0 0-35-16,0 0 12 16,0 0-2-16,0 0-6 15,0 0 4-15,0 0-12 16,0 0 6-16,0 0-9 15,0 0-4-15,0 0-17 16,0 0-9-16,0 0-11 16,0 0-25-16,0 0 42 0,0 0 5 15,0 0 17-15,0 0 3 16,0-4 6-16,15-15-9 16,-8 6-8-16,-7 1-23 15,0 4-43-15,0 0 59 16,0 4 15-16,0 4 36 15,0 0-2-15,0 0 7 16,0 0-7-16,0 0-19 16,0 0-11-16,0 4-4 15,0 4 0-15,0-8-34 0,0 8 7 16,0-8-4 0,0 0 11-16,6 0-34 0,0 0 23 15,6 0 13-15,-5-8 12 16,-7 0-18-16,0 0-9 15,0 8-6-15,0 0 39 16,0 0 1-16,0 0 9 16,0 16-9-16,-7 4-1 15,7-12 0-15,0-8-8 16,0 0-204-16</inkml:trace>
  <inkml:trace contextRef="#ctx0" brushRef="#br0" timeOffset="105494.87">24334 7651 245 0,'0'0'299'0,"0"0"-270"0,0 0 14 0,0 0-24 16,0 0-5-16,0 0 47 16,0 0 37-16,81 8-5 15,-53 0 8-15,-10-3-40 16,10 3-25-16,6-8 15 15,-9 8-36-15,3-8 0 16,0 0-12-16,-3 4-1 16,-4-4-2-16,-8 0 0 15,-13 0-5-15,0 8 5 16,0 0 14-16,0 8-13 0,0 24 9 16,-34-4-8-16,-13 13-4 15,22-13-38-15,-3 3-23 16,16-14-126-16,6-9-63 15,6-16-135-15</inkml:trace>
  <inkml:trace contextRef="#ctx0" brushRef="#br0" timeOffset="106295.46">25184 7828 415 0,'0'0'456'0,"0"0"-323"0,0 0-40 0,0 0-3 0,189-220-41 16,-149 184-19-16,-15 11-18 16,-3 9-6-16,-16 8-2 0,0 5-8 15,6-6 4-15,-12-3 0 16,16 5-19-16,-16-2-9 15,6 1-14-15,-6 4-55 16,0 4-18-16,0 0-60 16,0 0-43-16,0-4-198 15</inkml:trace>
  <inkml:trace contextRef="#ctx0" brushRef="#br0" timeOffset="106526.2">25240 7423 593 0,'0'0'130'0,"0"0"5"0,0 0 37 16,0 0-102-16,0 0-53 16,0 0-9-16,251 205-6 15,-223-177-2-15,-16-9 2 16,10-6-2-16,-10-1-5 15,-6-1 5-15,1 2-27 16,-7-1-25-16,15-4-94 16,-15-8-132-16</inkml:trace>
  <inkml:trace contextRef="#ctx0" brushRef="#br0" timeOffset="107858.08">32892 7608 323 0,'0'0'165'0,"0"0"-56"0,0 0-7 0,0 0 20 16,0 0-8-16,0 0-44 15,0 0-38-15,0 0-18 0,0 0 36 16,25 0-21 0,9 3 21-16,0 6-24 0,-6-6-2 15,-9 2-24-15,2 3-1 16,-15 0-5-16,1 4-14 15,-7 4 15-15,0 4 2 16,0 12 3-16,-7 12 6 16,-20-4 10-16,-8-8-16 15,4 0 0-15,-3 0-21 16,13-8 0-16,2-12 6 16,13-3-20-16,-10-1 13 15,4 3-39-15,6 1-91 16,-16 9-86-16,3-9-41 15</inkml:trace>
  <inkml:trace contextRef="#ctx0" brushRef="#br0" timeOffset="108424.88">33233 7980 221 0,'0'0'344'0,"0"0"-287"0,0 0 20 0,0 0 95 0,0 0-37 15,0 0-56-15,121-116-49 16,-90 84-16-16,-3 0 15 16,12 7 15-16,1-6-32 15,-7 7-11-15,-3 4-2 16,-10 3 6-16,-2 6-11 15,-4 6-28-15,-15-3-18 16,0 8-37-16,0 0-73 16,0 0-25-16,0 0 26 15,0 0-162-15</inkml:trace>
  <inkml:trace contextRef="#ctx0" brushRef="#br0" timeOffset="108658.85">33298 7703 478 0,'0'0'277'16,"0"0"-186"-16,0 0 140 16,0 0-107-16,0 0-68 15,0 0-36-15,134 125-6 16,-107-113-12-16,-14 0-4 15,15 0 7-15,-16 1-12 16,10 6 6-16,-4-11-12 0,-2-4-36 16,-4 4-132-1,-12 0-278-15</inkml:trace>
  <inkml:trace contextRef="#ctx0" brushRef="#br0" timeOffset="127126.8">20781 12673 49 0,'0'0'524'0,"0"0"-463"0,0 0 2 0,0 0 114 16,0 0-24-16,0 0-53 15,0 0-8-15,0 0-45 16,0-5-18-16,0 5-11 16,0 0 18-16,0 0-23 15,0 0 7-15,-16 0-20 16,-9 0 0-16,4 25-2 16,2 7 1-16,4 12-7 15,-4 8 8-15,19 5-1 16,0-2 2-16,0 1-2 0,0 5 3 15,0 3-4-15,0 0 2 16,0 4 0-16,0-4-3 16,0 13 3-16,0-13 0 15,0 0-4-15,-28-8 1 16,-18-8 1-16,5-16 0 16,1-3-2-16,9-18 4 15,3-11-19-15,0 0-7 16,-3 0-44-16,-3-24-102 15,6-20-216-15,-6-8-248 16</inkml:trace>
  <inkml:trace contextRef="#ctx0" brushRef="#br0" timeOffset="127359.86">20347 13226 731 0,'0'0'184'0,"0"0"-163"0,0 0-3 15,0 0 93-15,0 0-49 16,0 0-47-16,245 0-4 0,-190 0-11 16,-2-12-10-1,-13 5-29-15,-9-2-79 0,-3 5-222 16,-15 4-215-16</inkml:trace>
  <inkml:trace contextRef="#ctx0" brushRef="#br0" timeOffset="127741.77">21320 13334 1062 0,'0'0'94'16,"0"0"-57"-16,0 0 22 15,0 0-36-15,0 0-21 16,0 0 4-16,0-220-6 16,0 180-5-16,22 12-8 15,-10 12-22-15,-12 8-33 16,22 8-51-16,-16 0-183 0,7 0-75 15</inkml:trace>
  <inkml:trace contextRef="#ctx0" brushRef="#br0" timeOffset="128124.15">21708 13294 649 0,'0'0'182'0,"0"0"-83"15,0 0 71-15,0 0-67 16,0 0-79-16,0 0-5 0,270-208-19 16,-239 188-18-1,-10 8-25-15,-8 8-51 0,-13 0-106 16,0 4-115-16,0 0-79 15</inkml:trace>
  <inkml:trace contextRef="#ctx0" brushRef="#br0" timeOffset="128324.75">21708 13294 752 0,'127'-280'147'16,"-127"280"-53"-16,0 0 6 15,0 0-48-15,0 19 10 16,40 2-37-16,-6 11-18 16,7-8-5-16,-1-1-4 0,-6-6 1 15,-15-5-29-15,9 0-48 16,-10-4-24-16,-18 0-129 16,0-8-68-16</inkml:trace>
  <inkml:trace contextRef="#ctx0" brushRef="#br0" timeOffset="128658.83">22424 12897 505 0,'0'0'284'0,"0"0"-138"16,0 0-25-16,0 0-17 15,0 0-58-15,0 0-23 16,0 0-23-16,87 205 6 15,-81-174-12-15,-6 2 5 16,0-1-24-16,0 0-50 16,0 17-12-16,0-10-170 15,-25-11-29-15</inkml:trace>
  <inkml:trace contextRef="#ctx0" brushRef="#br0" timeOffset="129073.2">22992 13138 726 0,'0'0'35'0,"0"0"117"0,0 0-9 0,0 0-81 16,0 0-58-16,0 0 4 16,393 28-8-16,-346-28-12 0,-19 8-28 15,-16-8-42-15,-12 0-91 16,0 0-29-16,0 0-46 16</inkml:trace>
  <inkml:trace contextRef="#ctx0" brushRef="#br0" timeOffset="129273.75">22992 13138 676 0,'-35'-36'436'16,"35"48"-428"-16,35-8 66 15,17-4-7-15,29 0-28 0,12 0-26 16,15 0-13-16,-21-16-15 15,0-8-25-15,-28 15-118 16,-19 1-329-16</inkml:trace>
  <inkml:trace contextRef="#ctx0" brushRef="#br0" timeOffset="130138.88">23131 12886 385 0,'0'0'152'0,"0"0"-113"0,0 0 113 0,0 0 86 15,0 0-128-15,0 0 21 16,68-17-75-16,-9 17-12 16,9 0 0-16,1 0 10 15,8-8-34-15,-9 0-20 16,-21 0-1-16,-7 4-39 15,-12 0-25-15,-9 4-75 16,-7 0-328-16</inkml:trace>
  <inkml:trace contextRef="#ctx0" brushRef="#br0" timeOffset="130805.82">24356 12552 572 0,'0'0'259'0,"0"0"-64"0,0 0-43 0,0 0-65 15,0 0-55-15,0 0-27 16,6 0-4-16,22 0-2 16,6 0 2-16,3 0-7 15,-3 0 8-15,0 0-8 16,-15 16 6-16,3 9-4 15,-16 11-12-15,0 0 0 16,-6 3 2-16,0-3-9 16,0-3 6-16,0-5-2 15,0-12-15-15,0-4 3 16,22-4-12-16,9-4 2 16,-3 5 25-16,-6-1 16 0,-16 7 0 15,-6 9 1 1,0 9 24-16,0 11 39 0,-41 15-39 15,-27 2-11-15,3 3-14 16,-9-15 3-16,5-10-9 16,11-3 4-16,5-16-26 15,13-12-51-15,12 0-266 16,3-8-177-16</inkml:trace>
  <inkml:trace contextRef="#ctx0" brushRef="#br0" timeOffset="131255.87">24864 13207 482 0,'0'0'437'0,"0"0"-300"0,0 0-35 0,0 0 3 0,0 0-75 16,366-193-2-16,-270 137-26 15,-3 3-2-15,-28 17-5 16,-18 12-30-16,-19 8-55 15,-28 8-62-15,0 8-135 0,0 0 5 16</inkml:trace>
  <inkml:trace contextRef="#ctx0" brushRef="#br0" timeOffset="131471.76">25178 12805 924 0,'0'0'112'16,"0"0"-41"-16,0 0 64 16,0 0-84-16,0 0-37 15,0 0 1-15,347 209-11 16,-294-177-8-16,2-4-5 16,-30-5-29-16,-3-2-55 0,-16 2-244 15,-6-10-439 1</inkml:trace>
  <inkml:trace contextRef="#ctx0" brushRef="#br0" timeOffset="131904.29">26195 12778 592 0,'0'0'264'0,"0"0"-134"0,0 0-25 0,0 0-21 0,0 0-55 16,40 208-28-16,-34-161-1 15,0-2-1-15,-6-5-5 16,0-4 1-16,0 0 3 15,0-4-26-15,0-8-4 16,0-4-47-16,0-15-136 16,0-5-91-16</inkml:trace>
  <inkml:trace contextRef="#ctx0" brushRef="#br0" timeOffset="132121.73">26061 12989 943 0,'0'0'86'16,"0"0"-46"-16,0 0 52 0,0 0-8 16,0 0-46-16,0 0-23 15,267-15-15-15,-227 15-28 16,-6 0-69-16,-3 0-218 15,-3-5-300-15</inkml:trace>
  <inkml:trace contextRef="#ctx0" brushRef="#br0" timeOffset="132589.88">26883 12681 481 0,'0'0'181'0,"0"0"-74"15,0 0 40-15,0 0-21 16,0 0-44-16,0 0-15 0,161-8-15 16,-142 8-25-16,9 0-10 15,-10 16-12-15,-18 32-2 16,0 16-3-16,0 16-5 16,-46 5-7-16,-29-5-27 15,23-8 12-15,11-24 1 16,23-7 21-16,11-26 4 15,7-11-5-15,0-4-10 16,25 0-5-16,37 0 19 16,10-28 4-16,8 4-3 15,-5 12 2-15,-16 12-2 16,-19 0-41-16,-6 20 17 0,-34 28-1 16,0-7-94-1,0-2-316-15</inkml:trace>
  <inkml:trace contextRef="#ctx0" brushRef="#br0" timeOffset="147790.94">24675 12147 182 0,'0'0'79'0,"0"0"-78"0,0 0 43 0,0 0 9 0,0 0 30 16,0 0-34-16,0 0 9 15,0 0-32-15,0-11 21 16,0 11 17-16,0 0 35 16,0 0 10-16,0 0-41 15,0 0-17-15,0 0-21 16,0 0 15-16,0 0-41 0,0 0 15 16,0 0-17-1,0 0-2-15,0 0 3 0,0 0 7 16,0 0 16-16,0 0-13 15,0 0 24-15,0 0-30 16,0 0 11-16,0 0-10 16,0-5 25-16,0-18-14 15,0-10-12-15,16-11 4 16,9-16-11-16,2 4 22 16,8-8-12-16,-1 15-6 15,-3 1 3-15,-3 16-4 16,6 0 2-16,-10 4-10 15,11 1-2-15,5-6-8 16,6 0-16-16,-11 2-22 16,11 15-34-16,-34 11-134 0,-12 5-244 15</inkml:trace>
  <inkml:trace contextRef="#ctx0" brushRef="#br0" timeOffset="148807.94">24582 11890 212 0,'0'0'27'0,"0"0"-3"0,0 0 83 0,0 0-2 0,0 0-57 16,0 0 12-16,0 0 25 16,0 0 2-16,0 0 26 15,0 0 9-15,0 0-57 16,0 0-33-16,0 0-8 15,0 0-24-15,0 0-8 16,0 0 7-16,0 0 2 16,0 8 9-16,0 9 0 0,16-1 26 15,-10 0-22-15,0-1 4 16,13 2-16-16,-13-1-1 16,-6 0 0-16,15 1 4 15,-15-2-5-15,7 1 3 16,-7-4 4-16,6 0-2 15,-6-12-9-15,0 0 4 16,12 0 0-16,-12 0 5 16,0 0 2-16,0 0 11 15,0 0-9-15,0 0 10 16,10 0-19-16,8 0 0 16,10 0 3-16,12-12-6 15,1-8 3-15,-10-3-1 0,9 2-1 16,-12 1-6-16,-16 4 4 15,4 7-12 1,-16 1 6-16,0 8-26 0,0 0-11 16,0 0-10-16,0 13-37 15,-10 10-156-15,-14-2-405 16</inkml:trace>
  <inkml:trace contextRef="#ctx0" brushRef="#br0" timeOffset="153552.56">25745 10764 344 0,'0'0'42'0,"0"0"21"0,0 0 56 0,0 0-51 0,0 0-32 15,0 0 31-15,-31 83-5 16,31-66-11-16,0 7-10 15,0 0 26-15,0-4-34 16,25 12-25-16,9-8-8 16,6 0 0-16,0-7 10 15,7-6-5-15,-13 1-1 16,-3-7 0-16,-15-5-8 16,2 0-21-16,-2 0 21 0,-4 0-5 15,7-25-17 1,-4-11 26-16,-2-8 5 15,-1 4 1-15,-12-4 2 0,0 4-8 16,0-5-8-16,0 6-31 16,0 14-33-16,0 9-4 15,0 13 22-15,-40 3 39 16,-7 0 15-16,-6 28 10 16,1 19 16-16,-1 6-8 15,-3-13-18-15,31 13 0 16,4-10 0-16,21-3 2 15,0-4 13-15,0-3 12 16,0-2 0-16,28-3-5 0,6-3-18 16,6-14 4-16,-3-3-6 15,4-8-4-15,14 0 0 16,-14 0-6-16,18 0 16 16,-7 0-8-16,-5 0 25 15,-7 9 14-15,-12 15 5 16,-9 4-6-16,2-12-21 15,-2 9-15-15,3-18-2 16,-4-3-2-16,16-4 0 16,-6 0-50-16,-3 0-37 15,-3-28-87-15,-16-4-202 16</inkml:trace>
  <inkml:trace contextRef="#ctx0" brushRef="#br0" timeOffset="157465.81">26663 10819 436 0,'0'0'118'0,"0"0"42"0,0 0 22 0,0 0-97 15,0 0-64-15,0 0-10 16,0 0 1-16,0 0 30 16,0 0 15-16,0 0-6 15,0 0 22-15,0 0-44 16,0 0-15-16,0 0-5 0,0 0 3 16,0 0-8-16,0 0-1 15,0 0-2-15,0 0 8 16,0 0-4-16,0 9-5 15,0 10 0-15,0 14 0 16,25-5 4-16,2 4 0 16,8-8-8-16,-11-8-2 15,10-8 2-15,-6-3-8 16,-15-2-6-16,-1-3-4 16,-12 8-25-16,0-8-98 15,0 0-297-15</inkml:trace>
  <inkml:trace contextRef="#ctx0" brushRef="#br0" timeOffset="157966.29">26570 11405 380 0,'0'0'89'0,"0"0"-63"0,0 0 49 16,0 0-38-16,0 0-19 16,0 0 68-16,0 9 27 15,0-9 49-15,0-9-46 16,12-2 13-16,13-18-73 15,25 1-10-15,-13-8-18 16,3-4-6-16,0 8-7 0,-12 7-13 16,-15 10-2-1,-7 2-12-15,-6 10-5 0,0-2-20 16,0 5-17-16,0-7-103 16,15-6-143-16,-15 13-121 15</inkml:trace>
  <inkml:trace contextRef="#ctx0" brushRef="#br0" timeOffset="158548.84">27224 11204 297 0,'0'0'122'0,"0"0"-95"0,0 0 30 0,0 0-49 16,0 0 18-16,0 0-15 16,180 21 27-16,-134-21 5 15,-12-4 14-15,7-20 63 16,-23-12 46-16,4-8-60 16,-10-5-61-16,-12-7-9 0,0 1-16 15,0 19-18-15,0 7-2 16,-12 17 4-16,-34 12-4 15,-23 0-30-15,1 24 0 16,3 29-22-16,18 2 19 16,1 1-67-16,30-23-199 15,16-10-216-15</inkml:trace>
  <inkml:trace contextRef="#ctx0" brushRef="#br0" timeOffset="185458.97">9550 15789 445 0,'0'0'44'0,"0"0"-29"0,0 0 24 0,0 0 32 15,0 0-10-15,0 0 46 16,0 0 26-16,-6-20-41 16,6 20-37-16,-6 0-31 0,6 0 14 15,0 0-14-15,0 0 3 16,0-4-4-16,-7-5 22 16,-8 1-22-16,-4-7-4 15,-2-1-3-15,-4-17-13 16,-9-6 29-16,12-13-31 15,-9-9 6-15,16-3-2 16,2-16-2-16,7-8-3 16,6-1 1-16,0-3-2 15,0 16 1-15,19 0-5 16,27 19-24-16,4 6 4 16,-13 2-48-16,25 13-124 15,-28 13-289-15</inkml:trace>
  <inkml:trace contextRef="#ctx0" brushRef="#br0" timeOffset="186658.07">9950 15500 174 0,'0'0'69'0,"0"0"3"0,0 0 49 0,0 0-67 0,0 0-14 16,0 0 10-16,0 0-11 15,0 0-20-15,0 0 24 16,0 0 12-16,0 0 36 16,0 0-9-16,0 0-34 15,0 4-10-15,0-4-23 16,0 0 29-16,0 0-18 15,0 0 12-15,0 0-7 16,0 0-13-16,0 0 3 16,0 0 2-16,0 0-6 15,0 4-2-15,0-4 6 0,0 0-19 16,0 0 18-16,0 0-18 16,0 0 7-16,0 0 1 15,0 0 2-15,0 0 8 16,0 0-19-16,0 0 4 15,0 0 0-15,9-20-5 16,-9-5 4-16,25-11-2 16,9-11 3-16,0-9-5 15,7-13-1-15,5-11 1 16,7-4-4-16,0 0-1 16,-1 11 3-16,-11 13-25 0,-13 24 17 15,-1 13-19 1,-14 10 12-16,-13 9-1 0,0 4-32 15,0 0 3 1,0 0-26-16,0 0-30 0,0 0-92 16,0 0-53-16,0 0-258 15</inkml:trace>
  <inkml:trace contextRef="#ctx0" brushRef="#br0" timeOffset="187340.31">10065 14851 137 0,'0'0'189'0,"0"0"-142"0,0 0 39 16,0 0-49-16,0 0-24 16,0 0 7-16,0 0 50 15,12 0-35-15,10 3 62 0,-3 22 4 16,8-1-3-16,14 7-23 16,-1 2-25-16,0-2-22 15,1 10 2-15,-10-10 7 16,15 10-3-16,4 7-6 15,-4 1-1-15,-5-5-11 16,-10 0-9-16,15-4 3 16,-24-8-7-16,-4 0-3 15,-8 0-3-15,2 4-1 16,-12 4 3-16,0 0-16 16,0-8-16-16,0-8-141 0,0-11-318 15</inkml:trace>
  <inkml:trace contextRef="#ctx0" brushRef="#br0" timeOffset="188672.84">11113 15159 251 0,'0'0'56'0,"0"0"-27"0,0 0 29 0,0 0-22 16,0 0-31-16,0 0 35 16,0-4-10-16,0 4 40 15,0 0 5-15,0 0 27 16,0 0-44-16,0 0-23 0,0 0-15 15,0 0-14-15,0 0 0 16,0 0 1-16,0 0 17 16,0 0 7-16,0 0-12 15,0 0 11-15,0 0-7 16,9 0-10-16,-9 20-8 16,13 13 36-16,-7 6 1 15,0 10-16-15,9-1-3 16,-2-4 18-16,-13 16-27 15,0-8-1-15,0 5-9 16,0-2 7-16,0-7-11 0,0-7-11 16,-28-13-29-1,22-12-60-15,-13-5-210 0</inkml:trace>
  <inkml:trace contextRef="#ctx0" brushRef="#br0" timeOffset="192054.34">11730 14951 207 0,'0'0'297'0,"0"0"-296"0,0 0 24 16,0 0 20-16,0 0-20 16,0 0 9-16,-28 0-11 15,16 0 17-15,-1 0 63 16,13 0 37-16,-15 0-48 15,2 11-41-15,7 14-30 16,0-5-10-16,6 16-4 0,0-9-7 16,0 6 0-16,0 0 2 15,0-2-10-15,0-3 18 16,0 1-21-16,0 2 21 16,18-3-13-16,4-3 3 15,-3-9-4-15,9 4 3 16,3-9-2-16,3 2 3 15,-6-5-11-15,6-1 10 16,-9-2-5-16,3 3 4 16,-16-4-23-16,16-4 9 15,-16 0 16-15,10 0-13 16,-3 0 11-16,-7-17 4 16,16-6 6-16,-16 3-2 0,10-1 4 15,-16 5-7-15,7 4-6 16,-7-4 1-16,-6-7-12 15,9-10-11-15,-9-3-7 16,0-3 11-16,0-10 7 16,0 21 14-16,0-8 11 15,0 20 27-15,0-1 1 16,-15-2-10-16,-26 2-18 16,1-2-9-16,0 2-1 15,-1-6 4-15,-5 15-10 16,5-8 10-16,10 11-9 15,-9 1 13-15,12 4-15 16,0 0 6-16,-9 0-5 16,9 9-43-16,-12 30-130 0,-7 2-55 15,13-2 21-15,10-6-51 16</inkml:trace>
  <inkml:trace contextRef="#ctx0" brushRef="#br0" timeOffset="192769.84">12366 14477 271 0,'0'0'125'0,"0"0"-29"0,0 0 18 0,0 0 0 16,0 0-11-16,0 0 15 16,238 45-48-16,-185-14-32 15,9 2-3-15,-9 14 10 16,-25 2 16-16,12 7-39 16,-28 13 11-16,-12 11-7 15,0 16-4-15,0 8-11 16,-12 4-10-16,-16-7-2 15,0-9 0-15,28-17-11 16,0-22-42-16,0-21-94 16,0-32-377-16</inkml:trace>
  <inkml:trace contextRef="#ctx0" brushRef="#br0" timeOffset="-203639.05">10694 12131 312 0,'0'0'195'0,"0"0"-68"0,0 0-2 0,0 0-24 0,0 0-8 16,0 0-32-16,6 0-4 16,-6 0-10-16,0 0 13 15,0 0-29-15,0 0-9 16,0 0-5-16,0 0-6 15,0 0 2-15,0 0-10 16,0 0-1-16,0 0 2 16,0 8-8-16,0 0 10 15,13 12-11-15,-1 8 6 16,-12 5-1-16,16 6 0 0,-16 2-1 16,0-2-2-1,0 2 4-15,12-1-2 0,-12-4-10 16,6 4 11-1,1 8-10-15,-7 4 1 0,0 1-10 16,15 2-7-16,-15-10-11 16,0 7 17-16,0 0 17 15,0 1-4-15,0-6 3 16,-15-6 8-16,8-5-8 16,1-5 6-16,-6 2-4 15,12 3 2-15,0 0-7 16,0 4-13-16,0 0-14 15,0 8-17-15,0-4-53 16,0 5 77-16,0-10 27 16,0-2 2-16,0-10 9 0,0-6 19 15,0-9-25-15,0 0 1 16,0 0-12-16,18-3 2 16,-11 14-17-16,14 5 9 15,-8 4 3-15,-7-4 17 16,9 0-9-16,-8-7 2 15,-1-9-2-15,-6-1 0 16,6-3 1-16,-6 1 10 16,0-1-8-16,6 0 22 15,-6-8-19-15,16 0-5 16,-10 0-15-16,12 0 9 16,4 0 6-16,9 0 3 0,10 0 3 15,5 0 1-15,4 11 11 16,2-6-17-16,-5-5 5 15,6 0-5-15,-13 0-2 16,6 0 1-16,1 0 0 16,-7 0 17-16,7 0-11 15,9 0 10-15,-4 0-15 16,13 0 28-16,4 0-15 16,-4 0-13-16,3 8 2 15,19-8-3-15,-13 0 0 16,7 0 7-16,-16 0-10 15,-3 0 9-15,3 7-8 16,3-2 4-16,-3-2-4 16,10-3 1-16,-1 0 1 0,-9 0 0 15,16 0 0-15,-13 0 2 16,-9 0-1-16,0 8-2 16,-9 9 1-16,2-1-1 15,-11-8 1-15,-10 4-1 16,18-12 1-16,-24 3 0 15,3-3-8-15,6 0 8 16,-3 8 5-16,3-3-3 16,6-5-4-16,7 4 4 15,-7 0-4-15,7 0 7 16,-13-4-5-16,6 0 0 16,-12 8-5-16,-9-8-1 15,9 0-16-15,-10 0 20 0,4 0 2 16,-4 0-10-16,-5 0 19 15,9 5-21-15,2-5 8 16,4 0-30-16,-6 0 7 16,-3 0-16-16,-7 0 23 15,16 0-38-15,-9 0-7 16,2-25 31-16,-2-3 24 16,-13 4 5-16,3 7-2 15,-9-6 1-15,0 7 12 16,0-5-1-16,0 6-5 15,0-6 18-15,0-7-17 0,0-8-2 16,0-4-13 0,0 0-24-16,0-4 23 0,-9 12 15 15,-16-4 5-15,19 8 5 16,-16-1 16-16,10-7-18 16,0-3-8-16,-4-10-1 15,4-2-8-15,-1-10-19 16,-2 12-10-16,-4 2-33 15,7-1 6-15,-16 15 38 16,22 2 27-16,-10-6 10 16,4 5 14-16,12-8-18 15,-7-4-6-15,7 4-6 16,0-4-3-16,0-4 5 16,0-9 2-16,0 6 2 0,0-6 4 15,13-3 7 1,-7 12 2-16,10 8 9 0,-16 0 9 15,0 15-8-15,0 2-5 16,0 7-14-16,0 4-4 16,0-4 19-16,0-4 1 15,0-9-20-15,0-7-7 16,0-4-1-16,0 8-9 16,6 4 17-16,6 4 5 15,-6 8 0-15,-6 8 2 16,0 4 0-16,0 0 7 15,0-4-11-15,0 8 24 16,0 0-19-16,0-5-2 16,0-6 33-16,0 11 29 15,0-4-21-15,-18 4-19 0,-4 0 59 16,-3 0-38-16,-9 0-7 16,-12 4-32-16,12 7 25 15,-13 6-11-15,-6-5 4 16,1-3-16-16,-10-2-3 15,-3 1 6-15,-4 0-3 16,17-8 4-16,-17 0-10 16,4 0 9-16,-3 0-10 15,-6 0-5-15,2 0 2 16,-15 0-2-16,7 0 0 16,-1 0-3-16,-12 0-7 15,13 0-11-15,-7 0 11 0,0 4 10 16,13 0-7-16,-13 12 15 15,0-12-14-15,22 4 6 16,-16-4-3-16,25 0-3 16,-3 1 2-16,13-2 2 15,-1 2-18-15,1-2 14 16,6-3 0-16,-7 0-5 16,7 0-8-16,12 0 13 15,-12 0-5-15,15 0 11 16,-3 0-3-16,0 0 6 15,3 0-8-15,-3 0 10 0,3 0-4 16,-15 0 3 0,0 0 14-16,12 0-17 0,0-3 5 15,3-5-6-15,-15-1-10 16,12 5 4-16,-6 4-9 16,3 0 11-16,9 0 8 15,10 0-8-15,12 0-54 16,-6 0-305-16</inkml:trace>
  <inkml:trace contextRef="#ctx0" brushRef="#br0" timeOffset="-172732.25">11770 15873 347 0,'0'0'127'0,"0"0"-102"0,0 0 55 0,0 0-18 0,0 0-37 15,0 0 5-15,0 0-1 16,0 0-17-16,0 0 24 16,0 0 52-16,0 0-13 15,0 0-36-15,0 0-37 16,0 0-2-16,0 0 2 15,0 4 1-15,0 13 8 16,0 2 22-16,0 9 17 16,0 4-25-16,0 5 4 15,0 11-4-15,0 7 10 16,0 9-35-16,0 2 3 16,0 14-1-16,13 0-3 0,-7-8 1 15,-6-4-1-15,6-16-2 16,-6-16-38-16,0-16 10 15,0-16-54-15,0-4-206 16,0 0-333-16</inkml:trace>
  <inkml:trace contextRef="#ctx0" brushRef="#br0" timeOffset="-171914.12">11597 16130 449 0,'0'0'83'0,"0"0"-78"0,0 0 62 0,0 0-47 16,0 0-18-16,0 0 1 15,52-40 3-15,-33 24-6 16,3-8 13-16,-10-4 35 16,10 0-14-16,-16-5 4 15,0 5-21-15,0 4-2 16,-6 1-10-16,0 10-1 16,0 9 2-16,0 4-4 0,6 0 7 15,-6 0-1-15,0 0-8 16,0 0 1-16,7 0 3 15,2 0 11-15,-3 25 27 16,7 11-26-16,-1 3 17 16,-12 9-33-16,22-7-10 15,-16-2-57-15,-6-6-1 16,18-13-69-16,-8-8-116 16,-4-12-157-16</inkml:trace>
  <inkml:trace contextRef="#ctx0" brushRef="#br0" timeOffset="-171065.89">11535 17109 430 0,'0'0'198'0,"0"0"-166"0,0 0 36 0,0 0 19 16,0 0 4-16,0 0-17 16,74 28-10-16,-46-5-20 15,-10 1 10-15,4 1-8 16,-3 3-17-16,-1 0-29 15,-2 4 7-15,-10 0-7 0,0 0-12 16,0-4-5-16,1 0-59 16,2-4-6-16,-3 1-120 15,-6-2-63-15,0-2-236 16</inkml:trace>
  <inkml:trace contextRef="#ctx0" brushRef="#br0" timeOffset="-170384.13">11637 17702 285 0,'0'0'207'0,"0"0"-175"0,0 0 24 0,0 0 10 15,0 0-38-15,0 0 10 16,0-25 12-16,0 6 20 15,12-9-9-15,16-8 5 16,-9-5-37-16,9-2-6 16,-4-6-17-16,11-11 9 15,-8 12-9-15,-14 0-3 16,21 16-3-16,-9 7-14 16,-3 6-2-16,-10 2-48 15,-12 9-24-15,0 5-42 16,12-2-5-16,-12 1-43 15,0 1-157-15</inkml:trace>
  <inkml:trace contextRef="#ctx0" brushRef="#br0" timeOffset="-158710.89">20266 12364 451 0,'0'0'104'0,"0"0"-81"0,0 0 32 0,0 0-10 0,0 0-17 15,0 0-28 1,0 0 0-16,0 0 2 0,0 8 4 16,0-8 58-1,0 0 30-15,0 0 0 0,0 0-68 16,0 0 7-16,6 0-26 15,-6 0-3-15,0 0-4 16,6 0 12-16,-6 0-3 16,0 0 12-16,0 0 0 15,0 0-11-15,0 0 10 16,0 0-19-16,0 0-1 16,0 0-1-16,0 0 1 15,0 0 2-15,0-4 0 0,0-9 1 16,7-6 3-1,-1-6-8-15,0 5 12 16,16-4-20-16,-10 4 18 0,-6 17-11 16,4 3 3-16,-10 0-7 15,0 0 7-15,0 0 0 16,0 0-2-16,6 0 6 16,0-5-9-16,6-3 10 15,10 5-10-15,-3-1 1 16,9 4 2-16,-16 0-7 15,7 0 9-15,-10 0-2 16,10 0 6-16,-7 0-1 16,10-5-2-16,-16 2-1 15,16-5 0-15,2 3 4 0,4-3 1 16,-3-4-4-16,-3 12-1 16,-4 0-3-16,10 0 2 15,-15 0 1-15,8 0-5 16,4 0 11-16,-3 0-11 15,-10 8 10-15,1-8-2 16,2 4-3-16,-9 1 0 16,7-2-2-16,9 2 4 15,-16-5-4-15,19 8 4 16,2-5-3-16,1 2 1 16,-3-1 0-16,9-4-1 15,-6 3 1-15,-9-3 0 16,9 0 3-16,-16 5-3 0,1-2 4 15,8 2-9-15,-2-2 10 16,-4-3-9-16,10 0 9 16,-3 0-9-16,3 0 4 15,-4 0-2-15,4 0 2 16,-9 0 0-16,18 0-1 16,-16 0 4-16,-5 0-8 15,2-3 10-15,-15-2-9 16,6-3 4-16,1-4-2 15,-7 1 0-15,6-6-6 16,0 9 8-16,-6 0 0 16,0-3 1-16,0 2 1 0,0-2-1 15,0 3-1 1,0 3-2-16,0 5 2 16,0 0 4-16,0 0-3 0,0 0 0 15,0 0 9-15,0 0-5 16,0 0-10-16,0 0 6 15,0 0-5-15,16 5 8 16,-10-2-9-16,19 9 0 16,-4-4 5-16,-8 5-3 15,15-2 7-15,-4-3-8 16,17 1 4-16,-7-1 0 16,12-8 0-16,-12 11 0 15,13-6 0-15,-13 2-6 16,6 1 4-16,1 0 4 15,-10 5-4-15,3-9 9 0,0-1-15 16,0 2 16-16,-9-5-16 16,3 0 9-16,12 8-1 15,-6-8 0-15,0 0-8 16,-9 0-2-16,9 0 8 16,-6 3-1-16,-9 5 5 15,2 5-3-15,-2 2 2 16,0 2 24-16,9-1-25 15,-1-4-1-15,-2 0 0 16,9 3-7-16,-21-6-30 16,-4 7-283-16,-9-4-327 15</inkml:trace>
  <inkml:trace contextRef="#ctx0" brushRef="#br0" timeOffset="-157827.52">21463 11502 255 0,'0'0'224'0,"0"0"-209"0,0 0 49 0,0 0 24 15,0 0-12-15,0 0-37 16,53 40-8-16,-53-36-8 16,6 4 2-16,0-1 52 15,-6 10 9-15,6 2-31 16,0 2-41-16,-6-4-14 15,0-2 1-15,22-3-5 16,-22-8-33-16,6 1-31 16,-6-5-86-16,0 0-52 15,0 0-30-15</inkml:trace>
  <inkml:trace contextRef="#ctx0" brushRef="#br0" timeOffset="-157310.53">21429 11835 87 0,'0'0'165'0,"0"0"-154"0,0 0 100 0,0 0-13 16,0 0-78-16,0 0 30 15,25-77 2-15,-16 57 9 16,10 4-8-16,-1 4 27 16,10-16-45-16,6-4-10 15,6-8-25-15,-5-1 4 16,-4 5-4-16,3 8 0 15,-6 4 0-15,-10 9 2 0,-2 7-4 16,-10 3 0-16,6 5-30 16,1-3-72-16,-7 3 39 15,9 0-2-15,-15 0-119 16</inkml:trace>
  <inkml:trace contextRef="#ctx0" brushRef="#br0" timeOffset="-152816.5">20933 14261 257 0,'0'0'202'0,"0"0"-152"0,0 0-3 0,0 0 3 16,0 0-17-16,0 0-18 0,0 0 16 15,15 0 13 1,-15 0 38-16,0 0 43 16,0 0-37-16,0 0-24 0,0 0-33 15,0 4 5-15,0-4-10 16,0 0-1-16,0 0-9 16,0 0 3-16,0 8 10 15,0-4-20-15,0 0-5 16,0 4-1-16,0 4 3 15,-22 12-4-15,-5 4-4 16,2 5 8-16,3 6-5 16,10 2 4-16,12-10 0 0,0 13-2 15,0-16-2 1,0 8-2-16,0-3 5 0,6-1-8 16,22 0-5-16,18-4 8 15,1-7-3-15,6 2-1 16,-1-7-3-16,4-8 6 15,-16-4 0-15,1-4 0 16,-10 0 0-16,-3 0 2 16,-1-36-1-16,-2-8 1 15,3-8 3-15,0-4-3 16,-16 0 0-16,-5-5 0 16,-7 5 3-16,0 9-6 15,0 14-1-15,0 1 2 16,-41 8 4-16,-11 3-5 15,-29 2 3-15,0 19-13 0,-5 0-1 16,-1 0-15-16,12 36 6 16,10 24-21-16,19 4 13 15,5 8-23-15,20-8-91 16,15 5-215-16</inkml:trace>
  <inkml:trace contextRef="#ctx0" brushRef="#br0" timeOffset="-150499.04">22170 14662 146 0,'0'0'411'0,"0"0"-344"0,0 0 17 0,0 0 45 15,0 0 27 1,0 0-64-16,0 0-41 0,146 0 1 16,-91 0-17-16,17 0 17 15,8 0-25-15,7 0-4 16,6 0-22-16,-12 0 8 16,-7-12-7-16,-21 0-2 15,-25 4-4-15,-16-8-17 16,-12 4-8-16,0-4-73 15,-18 12-171-15,-44 4-459 16</inkml:trace>
  <inkml:trace contextRef="#ctx0" brushRef="#br0" timeOffset="-149966.55">22263 14441 354 0,'0'0'342'0,"0"0"-161"16,0 0-6-16,0 0-110 0,0 0 8 16,0 0-40-16,40 0-3 15,1 0-1-15,11 0 8 16,16-8-2-16,13 0-17 15,12-12-18-15,-6 4-13 16,-28-4-6-16,9 16-50 16,-40 4-99-16,-28 0-436 15</inkml:trace>
  <inkml:trace contextRef="#ctx0" brushRef="#br0" timeOffset="-148932.22">23714 13996 195 0,'0'0'178'0,"0"0"-49"0,0 0-2 15,0 0 1-15,0 0 29 16,0 0-23-16,-6 5-76 15,6-5-13-15,0 0-15 16,0 0 9-16,0 0-16 16,0 0-13-16,0 0-8 15,46-8 30-15,7-9-25 16,21 9 11-16,-15 4-18 16,3 4 0-16,-15 0-3 15,-22 0 10-15,-4 16-12 16,-14 12 10-16,-7 16-8 0,0-3 6 15,0-2-6-15,-19-11 3 16,-15-4 0-16,28-11-2 16,-10-9 6-16,16 4-8 15,0-5-14-15,0 5-17 16,34 12 21-16,13 1 9 16,-1 7 7-16,10 0-2 15,-19 5 8-15,-9-2-6 16,-22 5 20-16,-6 5-4 15,0 6 5-15,-18 9-21 16,-44-3-4-16,-3-5-2 16,-10-3-2-16,10-9-9 15,16-13-20-15,11-15 0 0,10-8-56 16,7 0-156 0,21 0-379-16</inkml:trace>
  <inkml:trace contextRef="#ctx0" brushRef="#br0" timeOffset="-148317.93">24362 14730 361 0,'0'0'147'0,"0"0"-15"0,0 0 116 0,0 0-59 16,0 0-93-16,0 0-26 16,267-233-44-16,-180 153-16 15,15 8 2-15,-9 4 4 16,-28 16-12-16,3 16 1 0,-34 15-5 15,-15 13-2-15,-13 5-7 16,-6 3-25-16,16 0-17 16,-16-4-81-16,0 4-139 15,0 0-102-15</inkml:trace>
  <inkml:trace contextRef="#ctx0" brushRef="#br0" timeOffset="-148052.95">24663 14073 617 0,'0'0'248'16,"0"0"-121"-16,0 0-34 0,0 0-50 15,0 0 4 1,0 0 7-16,149 224-21 0,-84-156-15 15,3 8 9-15,-15 0-3 16,6-11-18-16,-13-9-6 16,1-12-15-16,-7-16-5 15,-12-4-33-15,6-15-74 16,-22-9-243-16,-5 0-340 16</inkml:trace>
  <inkml:trace contextRef="#ctx0" brushRef="#br0" timeOffset="-147470.21">25853 14104 133 0,'0'0'346'0,"0"0"-214"0,0 0-2 0,0 0 80 15,0 0-104-15,0 0-50 16,47 185-43-16,-47-121 4 16,0 0 19-16,0 0-10 15,0-4-6-15,0-7-15 16,0-9-5-16,0-5-15 15,0-9-50-15,0-15-48 16,6-3-198-16,-6-8-32 16</inkml:trace>
  <inkml:trace contextRef="#ctx0" brushRef="#br0" timeOffset="-147183.96">25739 14481 563 0,'0'0'283'0,"0"0"-89"15,0 0-58-15,0 0-64 16,0 0-56-16,347 0-7 16,-273 0-9-16,-15 0-3 15,3 0-13-15,-28 0-80 16,-9 0-114-16,-3 0-264 16</inkml:trace>
  <inkml:trace contextRef="#ctx0" brushRef="#br0" timeOffset="-146570.59">26616 14217 81 0,'0'0'313'0,"0"0"-212"0,0 0 0 0,0 0 26 16,0 0-2-16,0 0 40 16,99-33-85-16,-64 22-3 15,17 6-5-15,-5 2-33 16,-1 3-7-16,-5 0-20 15,-1 0 5-15,-28 16-12 16,10 36-5-16,-22 16-6 16,0 20-9-16,0 0-15 15,-53-4 1-15,4-15 16 0,24-17 12 16,12-24-1-16,13-4 4 16,0-12-4-16,0-7 1 15,13 2-3-15,46-7-4 16,15 0-26-16,25 0-4 15,4 0 24-15,-16 0 14 16,-1 0 0-16,-14 0 33 16,-16 16-25-16,-32 12-8 15,10-4-22-15,-27-4-73 16,-7 4-333-16</inkml:trace>
  <inkml:trace contextRef="#ctx0" brushRef="#br0" timeOffset="-133780.86">27537 13988 95 0,'0'0'101'0,"0"0"-9"0,0 0-10 16,0 0-58-16,0 0-12 0,0 0-5 15,0 0 0-15,0 0 23 16,0 0 12-16,0 0 13 16,0 0 24-16,0 0-21 15,0 0-7-15,0 0-8 16,0 0-32-16,0 0-8 16,0 0 3-16,0 0-9 15,0 0 11-15,0 0 15 16,0 0 34-16,0 0 34 15,0 0-37-15,0 0-15 16,0 0-10-16,0 0-28 16,0 0 21-16,0 0-3 15,0 0 15-15,0 0 1 0,0 0-3 16,0 0-11 0,0 0 1-16,0 0-2 0,0 0-6 15,0 0-4-15,22 0-9 16,15 0 14-16,19-31-9 15,15-2 12-15,10-11-14 16,-7 16 3-16,1-5-7 16,-16 10-5-16,-19 7-4 15,-6-9-24-15,-15 9 16 16,-4 13-44-16,-15-6-57 16,0 6-116-16,0 3-115 15</inkml:trace>
  <inkml:trace contextRef="#ctx0" brushRef="#br0" timeOffset="-132999">28421 13334 219 0,'0'0'320'0,"0"0"-268"0,0 0 35 0,0 0 7 15,0 0-20-15,0 0 30 16,139-3-42-16,-105 3-44 0,-9 23-2 16,-3 10 5-16,-22 6-20 15,0 10-1-15,0-1-24 16,0-7 7-16,-28 6 4 15,9-7 13-15,4-8 23 16,15-7 6-16,0-9-16 16,0-4-3-16,0-9-10 15,0-3 2-15,46 0-2 16,10 0 11-16,25 0 12 16,-4 0 13-16,4 0-6 15,-7-12-30-15,-15 9-24 0,-9 3-19 16,-31 0-53-1,-7 0-188-15,-12 0-66 0</inkml:trace>
  <inkml:trace contextRef="#ctx0" brushRef="#br0" timeOffset="-131450.18">21429 14044 319 0,'0'0'178'0,"0"0"-133"0,0 0 9 0,0 0 5 0,0 0-38 16,0 0 15-16,0 0-1 16,0 0 16-16,0 0 13 15,0 0 23-15,0 0-14 16,0-4-36-16,25 1 4 16,9-5-15-16,18-5 62 15,23-10-52-15,-1-2-11 0,7-11-6 16,-1 8-17-16,-8 4-2 15,-10-4-5-15,-22 8-15 16,-21 4-37-16,2 4-73 16,-21 12-228-16,0 0-208 15</inkml:trace>
  <inkml:trace contextRef="#ctx0" brushRef="#br0" timeOffset="-130816.65">22316 13555 472 0,'0'0'67'0,"0"0"-47"0,0 0 43 16,0 0-21-16,0 0-37 15,0 0 10-15,0 0-11 16,176 24-8-16,-176 0 8 16,0 12 81-16,0 16-14 15,-15 9-27-15,-32-2-43 0,29-2 26 16,-4-17 28 0,22 9-30-16,0-13 2 0,0-13-23 15,22-7 10-15,37-8-2 16,-7-8-5-16,4 0-5 15,-3 0 20-15,-13 0-3 16,7-8 2-16,-13-8-21 16,-3 1-30-16,9 2-56 15,-12 5-123-15,-22 8-188 16</inkml:trace>
  <inkml:trace contextRef="#ctx0" brushRef="#br0" timeOffset="-129734.83">20719 16033 626 0,'0'0'175'0,"0"0"-98"0,0 0 83 0,0 0-94 15,0 0-30-15,0 0 12 16,0 0-3-16,15 0-10 16,16 0-6-16,3 0 3 0,13 5-5 15,6-5-9-15,9 3-12 16,3-3 1-16,9 0-7 16,7 0 0-16,-13 0-4 15,-3 0-17-15,-12 0-4 16,-13 0-20-16,-18 0-20 15,3 0-136-15,-25 0-297 16</inkml:trace>
  <inkml:trace contextRef="#ctx0" brushRef="#br0" timeOffset="-128886.42">21928 15645 471 0,'0'0'116'0,"0"0"-107"0,0 0 85 15,0 0 13-15,0 0-38 16,0 0 25-16,0 0-80 16,189-33-12-16,-189 33 30 0,0 33 5 15,0 23 32-15,0 8-30 16,-6 8-10-16,-34 0-29 16,-1 0 6-16,13-3-10 15,10-14 4-15,12-6-2 16,6-17 2-16,0-8 6 15,0-16-6-15,31-8-1 16,15 0-8-16,-6 0-9 16,1 0 14-16,-7 0 3 15,6 0 1-15,-6 0 10 16,0 0 7-16,-9 0-12 16,9 0-10-16,0 0 5 15,-3 0-36-15,10 0-51 16,-7 0-161-16,-6 0-81 15</inkml:trace>
  <inkml:trace contextRef="#ctx0" brushRef="#br0" timeOffset="-128018.59">23218 16082 510 0,'0'0'225'0,"0"0"-180"0,0 0 81 15,0 0 18-15,0 0-75 16,0 0-14-16,248-5-3 0,-180 2-40 15,-21-5 14-15,-1 8-10 16,-18 0 6-16,-9-5-21 16,9 2 1-16,-10 3 0 15,-5-8-2-15,21-1 0 16,-13-7-14-16,10 4 3 16,-9-4-20-16,-3 0-19 15,-19 8-100-15,0-4-146 16,0 12 24-16</inkml:trace>
  <inkml:trace contextRef="#ctx0" brushRef="#br0" timeOffset="-127633.58">23326 15869 685 0,'0'0'129'0,"0"0"-25"0,0 0 28 0,0 0-86 0,0 0 54 16,0 0-30-16,134 0-32 15,-88 0-14-15,-5 0-6 16,-7-8-6-16,-16 3-7 16,16-1-10-16,-12-7-6 15,-3 5-17-15,2-8-42 16,-2 0-107-16,0-8-386 15</inkml:trace>
  <inkml:trace contextRef="#ctx0" brushRef="#br0" timeOffset="-123840.52">24756 15568 309 0,'0'0'162'0,"0"0"-95"0,0 0 16 16,0 0-4-16,0 0-43 16,0 0-7-16,0 0-8 15,6-16 17-15,-6 12 18 16,0 4 71-16,0 0-55 0,0 0-18 16,0 0 16-16,0 0-37 15,0-8 3-15,22 0-35 16,6-12-1-16,3 4-3 15,24-4 3-15,-14 16 0 16,-10 0 5-16,9 4-3 16,-18 0-1-16,9 0-1 15,-16 0-6-15,-8 0 1 16,-7 0-2-16,0 32 7 16,0 5-3-16,-28 6-1 15,-13-6-21-15,1-9-41 16,9-5 47-16,15-7-1 0,16-7-8 15,0-5-59-15,0 0-70 16,41-4 115-16,21 0 42 16,3 0 9-16,-3 0 13 15,-16 8 48-15,-11 0-22 16,-17 4 12-16,-18 4-40 16,0 8 13-16,-6 4 8 15,-62 20-41-15,-13 4 1 16,-6-4-1-16,0 4 4 15,1-3-4-15,27-5-3 16,12-4-40-16,19-4-18 16,28-25-181-16,0-11-178 15</inkml:trace>
  <inkml:trace contextRef="#ctx0" brushRef="#br0" timeOffset="-123338.86">25565 16022 528 0,'0'0'205'0,"0"0"-90"0,0 0 108 0,0 0-128 15,354-217-24-15,-274 168-59 16,-18 10-12-16,-3 6-3 15,-19 9-20-15,-21 9-58 16,-10 7-1-16,-9 3-125 16,0 5-27-16,0 0-57 15</inkml:trace>
  <inkml:trace contextRef="#ctx0" brushRef="#br0" timeOffset="-123087.88">25872 15684 841 0,'0'0'238'0,"0"0"-183"16,0 0 65-16,0 0-95 15,0 0 3-15,282 233-26 16,-201-197-2-16,-16 0-2 15,3 0-19-15,-21 5 2 16,-13 3-48-16,-22-8-132 16,1-8-345-16</inkml:trace>
  <inkml:trace contextRef="#ctx0" brushRef="#br0" timeOffset="-119691.88">25571 15681 323 0,'0'0'125'0,"0"0"-37"0,0 0 19 0,0 0 57 16,0 0-31-16,0 0-44 16,0 0-17-16,0 0 12 15,0 0-35-15,0 0-3 16,0 0-11-16,0 0 4 15,0 0-10-15,0 0-9 16,0 0-9-16,0 0-11 16,0 0-5-16,0 0-43 15,0 0-32-15,0 0-208 0</inkml:trace>
  <inkml:trace contextRef="#ctx0" brushRef="#br0" timeOffset="-118726.97">24898 16302 92 0,'0'0'275'0,"0"0"-151"0,0 0-24 16,0 0 16-16,0 0-12 15,0 0 7-15,31-4-35 16,-15 4-14-16,9-4-13 15,-4 4 2-15,4 0 5 16,9 0-12-16,19 0-10 16,22 0-14-16,18 0 15 15,27 0-15-15,8 0 0 16,11 0-18-16,10 0 1 16,-3 0-2-16,-13 0-1 15,-12 0 0-15,-28 0-14 16,-19 0 4-16,-21 0-12 15,-25 0-2-15,-9-12-43 0,-4 0-67 16,-15-4-225-16,0 5-311 16</inkml:trace>
  <inkml:trace contextRef="#ctx0" brushRef="#br0" timeOffset="-117794.9">25640 16534 394 0,'0'0'160'16,"0"0"-44"-16,0 0 12 0,0 0-37 0,0 0-12 15,0 0-16-15,-13 0-27 16,13 0 13-16,0 0 14 16,0 0-13-16,0 0-16 15,0 0-20-15,0 0-9 16,0 0-5-16,0 0-9 16,31 0 6-16,9 0 2 15,1 0-2-15,-7 17 1 16,0 7 2-16,-22 4 0 0,-12 8-1 15,0 5 7-15,0-2-6 16,0-6 6-16,-18-10-6 16,2-10 2-16,16-10-6 15,0 2 4-15,0-5-9 16,0 0-25-16,28 0-14 16,6 0 10-16,13 0 37 15,-35 0-4-15,10 0 10 16,-22 7 16-16,0 14 29 15,0 2-16-15,0 18-12 16,-22 3-17-16,-18 0 4 0,-7-8-4 16,1-8-10-16,18-8-4 15,-3-12-40 1,3-8-62-16,6 0-278 0,-2 0-162 16</inkml:trace>
  <inkml:trace contextRef="#ctx0" brushRef="#br0" timeOffset="-116778.75">21187 16595 597 0,'0'0'124'0,"0"0"-10"0,0 0 67 16,0 0-112-16,0 0-6 0,0 0 22 15,161 0-19-15,-55 0-15 16,15 0-5-16,6 0-16 16,-6 0-19-16,-16 0-11 15,-3 0-4-15,-15 0-12 16,-12 0-31-16,-17 4-11 16,-11 8-48-16,-13 4-196 15,-34 1-357-15</inkml:trace>
  <inkml:trace contextRef="#ctx0" brushRef="#br0" timeOffset="-116013.52">21882 16948 478 0,'0'0'118'0,"0"0"-45"0,0 0-34 0,0 0 41 16,0 0 33-16,0 0-3 15,96-8-68-15,-72 8-32 16,4 0 36-16,-15 0-37 16,-13 23 1-16,0 7-4 15,0 1 1-15,0 1 0 16,0-8 6-16,0-8-13 16,0 0-6-16,0-11-3 0,28 2-24 15,-4-2 4 1,11-2 29-16,5 5-4 0,-6 8 10 15,-9 4-6 1,-10 5 18-16,-15 7 5 0,0-4-12 16,0 8 1-16,0-4 41 15,0 4-25-15,-34 4-11 16,-6 4-17-16,12-7 10 16,-3-13-10-16,9-12-1 15,16-12-22-15,0 0-68 16,6 0-200-16,0-12-403 15</inkml:trace>
  <inkml:trace contextRef="#ctx0" brushRef="#br0" timeOffset="-115113.77">27224 16243 611 0,'0'0'263'0,"0"0"-77"0,0 0-104 0,0 0 10 0,0 0-84 16,0 0 23-16,59 0-9 15,-13 0-3-15,1 0-10 0,-7 0-5 16,-6 0-4-16,0 0-8 16,-9 0-4-16,3 0-28 15,-6 0-13-15,-10 0-76 16,1 0-66-16,-13 0-47 15,0 0 40-15,0 0-68 16</inkml:trace>
  <inkml:trace contextRef="#ctx0" brushRef="#br0" timeOffset="-114954.68">27224 16243 833 0</inkml:trace>
  <inkml:trace contextRef="#ctx0" brushRef="#br0" timeOffset="-114846.7">27224 16243 833 0,'-133'-182'250'0,"192"182"-218"0,21 0 93 15,19 0-61-15,4 0-45 16,-32 0-13-16,-3-8-6 15,-9-4-16-15,-12 4-7 16,-7-3-34-16,-6 2-108 16,-22-2-300-16</inkml:trace>
  <inkml:trace contextRef="#ctx0" brushRef="#br0" timeOffset="-114448.63">27438 15909 494 0,'0'0'486'15,"0"0"-426"-15,0 0 44 16,0 0-14-16,0 0-65 16,307 68-15-16,-248-64-2 15,-19 9-8-15,-12-5-5 16,-16 7 3-16,-12 9 2 15,0 17-4-15,0 7 3 16,-52 8 1-16,-1 1-19 16,-3-10 6-16,10-3-86 15,5-16-47-15,10-8-218 0</inkml:trace>
  <inkml:trace contextRef="#ctx0" brushRef="#br0" timeOffset="-113714.27">28412 16154 667 0,'0'0'155'0,"0"0"-57"0,0 0 36 0,0 0-68 0,0 0 36 16,0 0-66-16,350-229 1 16,-257 173-29-16,-28 0 16 15,3 12-12-15,-27 8-12 16,-17 20-5-16,4 0-8 15,-22 8 9-15,10-1-24 16,-16 9-8-16,0 0-77 16,0 0-100-16,0 0-184 15</inkml:trace>
  <inkml:trace contextRef="#ctx0" brushRef="#br0" timeOffset="-113381.14">28635 15720 336 0,'0'0'569'0,"0"0"-423"15,0 0-70-15,0 0 24 16,0 0-59 0,0 0 9-16,186 181-19 0,-133-132-8 15,-7-2-3-15,-6-6-9 16,-6-5-8-16,13-8-3 16,-19 0-11-16,-3-4-23 15,-10-1-16-15,-9 2-17 16,-6-9-96-16,0 9-290 15</inkml:trace>
  <inkml:trace contextRef="#ctx0" brushRef="#br0" timeOffset="-112782.74">29515 16105 585 0,'0'0'247'0,"0"0"-120"0,0 0-6 15,0 0-73-15,0 0-26 16,0 0-5-16,376-15-16 16,-330 11 7-16,-18 4-5 15,-16-4-3-15,-5 4-13 16,-7-5-31-16,0 2-30 0,0-5-66 16,0-5-108-1,-7 6-299-15</inkml:trace>
  <inkml:trace contextRef="#ctx0" brushRef="#br0" timeOffset="-112596.83">29515 16105 652 0</inkml:trace>
  <inkml:trace contextRef="#ctx0" brushRef="#br0" timeOffset="-112483.21">29515 16105 652 0,'69'-208'431'0,"-45"208"-345"0,17 0 22 16,21 0 19-16,9 0-83 15,-3-8-29-15,0-8-15 16,-9 4-3-16,-6 1-28 15,-13-2-32-15,-18 9-45 16,-22 4-262-16</inkml:trace>
  <inkml:trace contextRef="#ctx0" brushRef="#br0" timeOffset="-110551.4">24511 15989 348 0,'0'0'237'0,"0"0"-198"0,0 0 68 0,0 0-23 0,0 24-63 16,0-24-18-16,0 0-2 15,0 0 4-15,0 0-2 16,0 0 69-16,0 4 35 15,0 4-55-15,0-8-15 0,0 13-21 16,0-5-14 0,0-1-4-16,0 1 2 0,0 5 0 15,0-1 0-15,0-1 1 16,0-3 12-16,0 0-1 16,0-3 25-16,0-1-25 15,0-4 6-15,0 0 0 16,0 0 1-16,0 0-3 15,0 0-16-15,12-25 2 16,47-22 2-16,22-17-4 16,40-21 3-16,6-7-6 15,-6 3-30-15,6 14-51 16,-28 18-40-16,-31 17-178 16,-21 21-69-16</inkml:trace>
  <inkml:trace contextRef="#ctx0" brushRef="#br0" timeOffset="-109701.43">25565 17101 28 0,'0'0'455'0,"0"0"-351"0,0 0 45 0,0 0 101 0,0 0-137 15,0 0-64-15,335-238 11 0,-230 171-23 16,-8 2-32-16,-11 17-1 15,-33 9-4-15,-28 10-15 16,-3 20-21-16,-16 6-54 16,-6 3 3-16,0 0-91 15,-6 16-108-15</inkml:trace>
  <inkml:trace contextRef="#ctx0" brushRef="#br0" timeOffset="-106870.77">30393 16058 239 0,'0'0'263'0,"0"0"-141"0,0 0 72 15,0 0 21-15,0 0-118 0,0 0 2 16,0 0-65 0,12-5-17-16,29-7 4 0,-7 4-11 15,12 0 11-15,1 5-17 16,5 3 14-16,-5 0-9 16,-1 0 7-16,1 0-13 15,-7 0-6-15,-6 0-2 16,-6 0-20-16,-15-12-27 15,-7-9-83-15,-6-7-368 16</inkml:trace>
  <inkml:trace contextRef="#ctx0" brushRef="#br0" timeOffset="-106154.88">31460 15231 376 0,'0'0'210'0,"0"0"-154"0,0 0 57 0,0 0 30 0,0 0-31 15,0 0-54 1,0 0-9-16,0 0-3 0,9 0 7 15,3 0-11-15,7 0-19 16,9 0-10-16,0 0 1 16,-10 0-14-16,4 0 3 15,-16 0 1-15,-6 21-5 16,0 7 1-16,0 8-2 16,0 3 0-16,0 10-1 15,-22-9 3-15,16 0-20 16,-6 0 11-16,6-12-13 15,6-4 1-15,0-7-21 0,0-14-7 16,0-3 9 0,6 0-20-16,28 0-2 0,6 0 44 15,-3-3 16-15,-2-2 1 16,-1-3-6-16,0 8-70 16,-9 0-99-16,-4 0-110 15</inkml:trace>
  <inkml:trace contextRef="#ctx0" brushRef="#br0" timeOffset="-105571.93">31301 16082 605 0,'0'0'300'0,"0"0"-156"0,0 0-25 0,0 0-23 16,0 0-69-16,441-96-5 0,-342 71-18 15,-12 5-4-15,-19 9-1 16,-22 3-20-16,-18 3-19 16,-21 5-103-16,-7 0-200 15,0 0-310-15</inkml:trace>
  <inkml:trace contextRef="#ctx0" brushRef="#br0" timeOffset="-104840.43">31782 16294 340 0,'0'0'348'0,"0"0"-255"0,0 0-35 0,0 0-16 0,0 0 3 16,0 0-20-1,0 0-7-15,208-44-11 0,-190 44 7 16,-2 0 14-16,-10 24 8 16,-6 8 16-16,0 16 10 15,0-7-25-15,-28-2 2 16,16-11-25-16,6-11-8 15,6-6-12-15,0-11-4 16,0 8-10-16,6-8-15 16,34 0-11-16,0 0 45 15,1 5 2-15,-23 3-6 16,-12 0 13-16,1 7 13 16,-7 10-5-16,0 3 24 15,0 8-28-15,0 0-9 16,0-4-1-16,-19 0-2 0,-9-8-1 15,3-8-19-15,-15 1-68 16,-16-6-43-16,4-3-152 16,-14-8-242-16</inkml:trace>
  <inkml:trace contextRef="#ctx0" brushRef="#br0" timeOffset="-101093">18399 13495 13 0,'0'0'546'0,"0"0"-488"0,0 0 6 0,0 0 92 0,0 0-58 0,0 0-40 15,-34 3-11-15,34-3-37 16,0 0 33-16,0 0 27 15,0 0 9-15,0 0-54 16,0 0 5-16,0 0-8 16,0 0-5-16,0 0 4 15,16 0-20-15,37 0 0 16,33-3 9-16,48-33 18 16,27-5-20-16,13 2 5 0,5 11-12 15,-17 11-2 1,-23 14-8-16,-24 3-24 0,-44 0-7 15,-21 0-30-15,-38 0-62 16,-12 0-276-16,-6 12-302 16</inkml:trace>
  <inkml:trace contextRef="#ctx0" brushRef="#br0" timeOffset="-100642.79">19503 13202 625 0,'0'0'155'0,"0"0"-150"0,0 0 76 0,0 0 57 16,0 0-113-16,0 0-19 15,348 44-3-15,-290-36-6 0,-2 4 6 16,-25 4-9-16,-9 9 13 16,-22 14 9-16,0 5 23 15,0 13 37-15,-62 7-2 16,-3-4-64-16,6 5-5 16,-3-14-5-16,28-7-4 15,21-23-36-15,13-18-137 16,0-3-572-16</inkml:trace>
  <inkml:trace contextRef="#ctx0" brushRef="#br0" timeOffset="-99106.64">13308 15300 444 0,'0'0'213'0,"0"0"-174"0,0 0 107 0,0 0-28 0,0 0-73 16,0 0-5-1,-56 0 8-15,56 0-4 0,0 0-6 16,0 0 25-1,0 0-31-15,0 0 6 0,0 0-30 16,0 0-8-16,0 0-3 16,0 0-1-16,16-4 8 15,24-4-2-15,7 8 3 16,18-5-3-16,3 5-2 16,-3 0 6-16,9 0-6 15,-15 0 0-15,10 0-1 16,-23 0-33-16,-12 0-5 15,19 0-41-15,-19 0-48 16,-15-16-227-16,-19-7-241 0</inkml:trace>
  <inkml:trace contextRef="#ctx0" brushRef="#br0" timeOffset="-98693.46">13321 15043 206 0,'0'0'608'0,"0"0"-564"0,0 0-27 0,0 0 33 0,0 0-17 16,0 0 37-16,207-4 16 15,-95-12-35-15,9 8-22 16,-13 0-27-16,-2 8-2 16,-26 0-16-16,-21 0-52 0,-12 0-90 15,-25 0-122-15,-22 0-113 16</inkml:trace>
  <inkml:trace contextRef="#ctx0" brushRef="#br0" timeOffset="-98277.81">14083 14854 415 0,'0'0'311'15,"0"0"-277"-15,0 0-25 16,0 0 21-16,0 0 47 16,0 0-25-16,134 16-26 15,-94-7-25-15,0 10 6 16,-9 6 9-16,3-5 19 15,-21 16-9-15,-13 0-5 16,0 4 5-16,0 16 14 0,-53 16-17 16,-18 0-14-16,-10-3 1 15,13-17-2-15,21-16-1 16,19-21-7-16,16-2-4 16,12-1-11-16,0 8-42 15,0-4-62-15,0-8-265 16</inkml:trace>
  <inkml:trace contextRef="#ctx0" brushRef="#br0" timeOffset="-97728.6">15200 15576 37 0,'0'0'1023'0,"0"0"-1003"0,-183-309 0 0,183 178 12 0,0-2-9 0,40 20-23 16,34 13 0-16,-5 20-33 15,2 32-22-15,-9 16-92 16,-28 28-142-16,-15 4-342 16</inkml:trace>
  <inkml:trace contextRef="#ctx0" brushRef="#br0" timeOffset="-96978.93">15553 15067 719 0,'0'0'122'0,"0"0"-25"0,0 0 32 15,0 0-96-15,0 0-32 16,0 0 15-16,-6 0-3 16,6 0 43-16,0 0 8 15,0 0-26-15,0 3-33 16,25 6 14-16,21-5-15 0,10-4 14 16,-3 0-17-1,-13 0-2-15,13 0-12 0,-25 0-22 16,-10 0-15-1,-12 0-90-15,-6 0-219 0,0 0-218 16</inkml:trace>
  <inkml:trace contextRef="#ctx0" brushRef="#br0" timeOffset="-96214.13">16142 14561 411 0,'0'0'160'0,"0"0"-79"0,0 0-37 0,0 0 9 0,0 0 20 16,0 0 15-16,174-31-26 16,-156 31-18-16,-5 0 16 15,-13 0-29-15,0 0 4 16,0 11-6-16,0 9-6 15,0 13-21-15,0 6-1 16,0-2-1-16,0 0-7 16,0-1 2-16,0-5 7 15,0-3-4-15,0-7 4 16,0-10-7-16,0-7 5 16,0-4-28-16,40 0 1 15,0 0 19-15,7 0-2 16,-1 0 20-16,-5-4-12 0,-1 4 2 15,-6 0 0-15,-12 0-9 16,-4 0-22-16,-11 0-75 16,-1 0-174-16,-6 0-134 15</inkml:trace>
  <inkml:trace contextRef="#ctx0" brushRef="#br0" timeOffset="-95697.05">16548 15432 565 0,'0'0'178'0,"0"0"-50"0,0 0 27 15,0 0-62-15,0 0-52 16,155-208 10-16,-90 131-19 15,10 0-10-15,-1 10-22 0,-2 3 0 16,-4 12-1 0,-22 3-51-16,-18 21-56 0,-9 12-133 15,-19 12-77-15,0 4-123 16</inkml:trace>
  <inkml:trace contextRef="#ctx0" brushRef="#br0" timeOffset="-94915.08">16902 15416 281 0,'0'0'278'0,"0"0"-185"0,0 0 54 0,0 0-47 0,0 0-71 16,0 0-11-16,-13 0 11 16,26 0 6-16,27 0 11 15,-6-8-4-15,0 4-24 0,-9 4-9 16,-3 0-8-16,-16 0 11 15,6 0-4 1,-12 0 10-16,0 0-18 0,0 8-6 16,0 4 1-16,0 0-13 15,22-4-3-15,-3-4-33 16,-4-4 23-16,10 4-21 16,-3-4 47-16,-16 0-9 15,0 0 12-15,-6 8-1 16,0 0 3-16,6 8 40 15,-6 0-6-15,0 0-12 0,0 8-18 16,0 1-4 0,0 11 6-16,-34 8-8 0,-37 20 2 15,-10-4 0-15,7-9 1 16,15-10-1-16,25-8-41 16,12-26-135-16,22-7-215 15</inkml:trace>
  <inkml:trace contextRef="#ctx0" brushRef="#br0" timeOffset="-94163.1">17686 15267 145 0,'0'0'339'0,"0"0"-237"0,0 0-42 15,0 0 0-15,0 0 3 16,0 0 75-16,37 16-18 15,-27 1-58-15,-4-1 21 16,-6 4-41-16,0 7-2 16,0 10-26-16,0 3 6 15,0 8-10-15,0 1-3 16,0-10-7-16,-22-3-14 0,16-8-31 16,-6-8-104-16,-1-12-266 15</inkml:trace>
  <inkml:trace contextRef="#ctx0" brushRef="#br0" timeOffset="-93298.96">18173 15296 45 0,'0'0'289'0,"0"0"-274"0,0 0 52 0,0 0 18 0,0 0-38 15,0 0 55-15,0 0 66 16,-12 36 28-16,2-28-133 16,-2-1-42-16,0 9-11 15,12 1 13-15,0-1-18 16,0 0 0-16,0-1-4 16,0 2 11-16,12-9-11 15,16 12-2-15,6-8 1 16,-3-3-6-16,-3-2 4 15,0-7 4-15,9 0 9 16,-9 0-8-16,6 0 22 16,0-24 2-16,-3-12 4 0,3-16-19 15,0-4 7 1,-6-9-4-16,-9-7-14 0,-13 13 1 16,-6 6-1-16,0 13 12 15,-6 4-13-15,-47 12 23 16,0 3-12-16,-9 10-7 15,10 3-3-15,-7 8-2 16,19 0-4-16,-29 32-11 16,17 32 9-16,-1 8-13 15,13 8 5-15,18-11-30 16,9-10-73-16,13-10-212 16,0-13-150-16</inkml:trace>
  <inkml:trace contextRef="#ctx0" brushRef="#br0" timeOffset="-92633.8">18868 14533 504 0,'0'0'115'0,"0"0"-99"0,0 0 75 0,0 0 35 0,0 0-16 15,0 0-45-15,288 13-29 16,-207 10-34-16,-10 10 26 16,-9 11 7-16,-9 12 42 0,-19 16-26 15,-22 28-27-15,-12 9-21 16,0 3 8-16,0 4-11 16,-25-16-11-16,-3-15-6 15,-18-18-34-15,6-14-67 16,-13-12-351-16</inkml:trace>
  <inkml:trace contextRef="#ctx0" brushRef="#br0" timeOffset="-83304.59">2465 16323 35 0,'0'0'611'0,"0"0"-585"0,0 0 105 0,0 0 46 0,0 0-120 16,0 0 7-16,0 0-2 16,-28 0 0-16,28 0-46 15,0 0 18-15,0 0-13 16,0 0 6-16,0 0-19 15,0 0-2-15,0 0-4 16,0 0-1-16,0 0 11 16,0 0-11-16,0 0 14 15,62 0-13-15,19 0 11 0,52 0 7 16,35-5-16-16,36-7 9 16,44 0-9-16,28 0 4 15,31 0-6-15,19 8 9 16,9 4-10-16,-7 0-2 15,-21 0 3-15,-6 0-4 16,-47 13-4-16,-46-10-10 16,-28 13 14-16,-41-8-27 15,-18 9 14-15,-28-6-17 16,-6-7-12-16,-19-4-67 16,-43 0-269-16</inkml:trace>
  <inkml:trace contextRef="#ctx0" brushRef="#br0" timeOffset="-82291.59">4530 17906 622 0,'0'0'111'0,"0"0"5"0,0 0-27 0,0 0 17 16,0 0-22-16,0-284 1 0,6 167-32 16,16-27-11-16,3-21-4 15,-3-15-1-15,12-12 13 16,-10-21-21-16,-8-11-6 16,-16-9-22-16,0-8 1 15,0 4-2-15,0 1-4 16,0 20-7-16,12 23 10 15,7 29 0-15,9 27 2 16,-10 37-8-16,-8 16-2 16,-10 19-25-16,0 9-15 15,0 0-15-15,0 16-23 16,0 8 52-16,0 32-256 16,0 0-206-16</inkml:trace>
  <inkml:trace contextRef="#ctx0" brushRef="#br0" timeOffset="-80341.61">3060 17168 161 0,'0'0'140'0,"0"0"-133"0,0 0 12 15,0 0-1-15,0 0-2 16,0 0 12-16,-21 0 57 16,14 0-27-16,1 0 17 15,0 0 19-15,6 0-23 16,0 0 8-16,0 0-56 15,-12 0 1-15,12 0-14 0,0 0 21 16,0 0-13-16,0 0 38 16,0 0 3-16,0 0-43 15,0 0 24-15,0 0-16 16,0 0 9-16,0 0-15 16,0 0 24-16,0-3-27 15,0 3-4-15,0-5-1 16,0 5-4-16,0 0 5 15,0-7-6-15,0-6 1 16,0-3-3-16,0-7-3 16,0-2 2-16,24-3-2 15,4-4 3-15,6-4-2 0,7-4 6 16,5-4-6-16,-5 0 5 16,5 3-4-16,1 13 12 15,-7 5-11-15,-15 2-5 16,9-2 4-16,0-6 0 15,6-3-1-15,7-8-1 16,5-5 2-16,1 1 3 16,3 5-5-16,-9-5 6 15,-1 11-6-15,1-7 2 16,-7 16-2-16,-6-4 0 16,6-8 0-16,-3 12-1 15,13-16 4-15,3 12-6 16,12-8 9-16,-3 0-12 0,-3 4 12 15,3-1-8 1,-16 2 4-16,1 3 2 0,-13-5 7 16,-3 5-5-16,-3 0 9 15,6 0-8-15,-3 1 10 16,9-10-13-16,10-3 3 16,-4-8-3-16,13 4-6 15,-6 3 3-15,-6 5-1 16,-13 20 0-16,0-7 1 15,-6-2-6-15,3-3 13 16,9-8-9-16,0 4 4 16,7-12-6-16,6-4 6 0,-4-4-3 15,10 7 0 1,-25 9 0-16,13 8-6 0,-23 9 9 16,4-6-6-1,0-3 6-15,-3-4 3 0,9-4-5 16,0 0-1-16,7 0 0 15,5 0 0-15,7-4 0 16,-7 11-4-16,1 6 1 16,-1-5 5-16,4 12-6 15,-13-17 4-15,-3 10-5 16,13 2 7-16,-1-11-3 16,-5 4 1-16,-7-4 0 15,-6 4-2-15,-4 4 4 16,-2 7-4-16,-9 6 7 15,-1-1-10-15,-3 7 2 0,-3-3 3 16,1 5 0-16,5-10-1 16,4 1-1-16,2 1 4 15,-5-6-6-15,2 6 11 16,-9-2-11-16,0 13 10 16,1 0-6-16,-7 0 0 15,0 0-2-15,0 0 2 16,0 0 0-16,0 0 1 15,0-3 3-15,6-6-8 16,9 1 13-16,-8-8-15 16,11 8 11-16,-12 0-6 15,16-4 1-15,-9 9 0 0,-1-6 0 16,-12 9-1-16,0 0-2 16,0-8-3-16,0 8 0 15,0 0-1-15,9-4 3 16,-9 4 5-16,6 0-2 15,-6 0 0-15,0 0-10 16,7 0-20-16,11 0-42 16,-8-12-40-16,-4 4-432 15</inkml:trace>
  <inkml:trace contextRef="#ctx0" brushRef="#br0" timeOffset="-73113.64">4009 16130 259 0,'0'0'146'0,"0"0"-73"0,0 0-40 16,0 0-21-16,0 0-10 15,0 0-2-15,0 0-10 16,0-4-2-16,0 4 12 0,0 0 20 15,0 0 26-15,0 0-11 16,0 0-10 0,0 0-7-16,0 0 20 0,0 0-30 15,0 0 15-15,0 0-13 16,0 0 19-16,0 0 7 16,0 0 4-16,0 0 18 15,0 0 6-15,0 0-4 16,0 0-46-16,0 0 21 15,0 0-27-15,0 0-8 16,0 0-12-16,0 0 8 16,0 0-10-16,0 0 0 15,0 0 8-15,0 0 2 16,0 4 3-16,0 4 2 16,0-5-2-16,0 2 0 0,0-5-5 15,0 0 5-15,0 4 1 16,0 0 0-16,0 8 1 15,0-4-5-15,0-5 8 16,0 6-2-16,0-5-1 16,0 0-1-16,0-4 2 15,0 8-2-15,0-4-2 16,0 3 2-16,0-2 3 16,0 7-1-16,0-4-2 15,0-3-8-15,13 6 7 0,-13-7-12 16,6 12 9-16,3-8-3 15,-9 0 7 1,0 4 1-16,0 4-1 0,0-4-1 16,0 4 1-16,0-3 1 15,0-2 8-15,0 6-16 16,0-6 7-16,0-6 0 16,0 2 0-16,6 6 0 15,0-10-2-15,1 17 11 16,-1-7-18-16,-6-5 18 15,0 4-9-15,6-8 1 16,-6 0-1-16,0-1 0 16,0-3-1-16,0 0-1 0,0 8 4 15,0 0-1-15,0 5 8 16,0-1-8-16,0-4-1 16,0-4 0-16,0-4 0 15,0 0 0-15,0 0 3 16,0 0 3-16,0 0-1 15,0 0-1-15,0 0 22 16,0 0-21-16,0 0 2 16,0 0-7-16,0 0 0 15,0 0 0-15,0 0 2 16,0 0 12-16,0 0 5 16,6 0-2-16,-6 0-16 15,0 0-2-15,10 0 5 16,-10 0-8-16,0 0-4 0,0 0 1 15,0 0-92-15,0-12-279 16</inkml:trace>
  <inkml:trace contextRef="#ctx0" brushRef="#br0" timeOffset="-71582.24">3436 15684 4 0,'0'0'78'0,"0"0"-36"0,0 0 27 0,0 0 69 0,0 0 36 15,0 0-74-15,0 9-42 16,0-9-11-16,0 0-20 15,0 0-19-15,0 0 32 16,0 0 7-16,0 0 43 16,0 0 18-16,0 0-15 15,6 0-18-15,-6 0-27 16,0 0-12-16,6 0-23 16,-6 0-7-16,6 0-3 15,13 0-6-15,2 0 9 16,7 0-4-16,3 0 0 15,3 0-4-15,1 0-3 0,5 0-30 16,-6 0-25 0,-9 0-91-16,3-9-160 0,-22-7-102 15</inkml:trace>
  <inkml:trace contextRef="#ctx0" brushRef="#br0" timeOffset="-70917.77">3854 15363 494 0,'0'0'44'0,"0"0"-39"0,0 0 49 0,0 0-18 16,0 0 21-16,0 0 30 15,-6 0 22-15,6 0 1 16,0 0-55-16,0 0-43 15,0 0-12-15,0 0 0 16,0 17-10-16,6 11 10 16,3 12 4-16,-9 5-2 0,0-1 4 15,0-1-3-15,0-3 5 16,0-7 5-16,0-10-3 16,0-6 3-16,0-9-10 15,7-5-6-15,11-3 2 16,29 0-24-16,5 0 22 15,-2-36 3-15,3 0 16 16,-19 5-9-16,-3 6-2 16,3 6-5-16,-22 14-5 15,-2 5-18-15,-4 0-21 16,-6 0-91-16,0 0 21 16,0 21-54-16,0 10-121 0</inkml:trace>
  <inkml:trace contextRef="#ctx0" brushRef="#br0" timeOffset="-70352.11">4115 16010 224 0,'0'0'243'0,"0"0"-206"0,0 0 9 16,0 0 22-16,0 0-53 0,0 0 67 15,0-16 96-15,0-17-36 16,9-3-64-16,22-16-24 16,9-12-28-16,7-5-26 15,9 5 0-15,-10 5-20 16,-15 10 1-16,-3 18-19 15,-6 10-14-15,-16 9-58 16,-6 4-103-16,0 0-19 16,0 8-277-16</inkml:trace>
  <inkml:trace contextRef="#ctx0" brushRef="#br0" timeOffset="-69701.36">4431 15681 300 0,'0'0'185'0,"0"0"-166"0,0 0 43 0,0 0 7 0,0 0-33 16,0 0-23-16,0 0-9 16,0 0 9-16,0 0 1 15,12 0-2-15,1 0-5 0,-4 0-3 16,-9 20 7-16,0 4-6 16,0-9-2-1,0 1-3-15,0 9 8 0,0-9 18 16,0-4 14-16,0-8-26 15,0 3-14-15,0-7-15 16,0 13 10-16,19-1-4 16,-1-4-14-16,-2 0 7 15,-4-8 0-15,-12 8-4 16,0-4 18-16,0 0 2 0,0 0 78 16,0 1-4-1,0-2-25-15,0 13-19 0,0 4-22 16,0 0-3-1,0 4-2-15,0-4-3 0,-12 1 3 16,5-6-3-16,-8-2-1 16,9 2-144-16,-7-7-84 15,-8-3-316-15</inkml:trace>
  <inkml:trace contextRef="#ctx0" brushRef="#br0" timeOffset="-65006.7">13755 11851 471 0,'0'0'100'0,"0"0"-46"0,0 0 36 0,0 0-28 0,0 0-57 0,0 0-2 16,0 0-3-16,0 0 73 15,0 0 83-15,0 0-37 16,0 0-37-16,0 0-49 16,0-5-11-16,0-3-15 15,34-15 11-15,37-13-11 16,44-13 32-16,46-15-28 15,31-8 15-15,44-8-6 16,24-4 1-16,7 4-4 16,-7 15-1-16,-33 17-12 0,-38 40 0 15,-50 8-8 1,-30 19-4-16,-44 42 6 0,-18-5-15 16,-19 9-5-16,-28-9-15 15,0 0-50-15,0-16-170 16,-13-8-769-16</inkml:trace>
  <inkml:trace contextRef="#ctx0" brushRef="#br0" timeOffset="-64240.05">13956 11635 461 0,'0'0'175'0,"0"0"-64"0,0 0 83 0,0 0-61 15,0 0-72-15,0 0-47 16,-80 83-9-16,39-30 3 16,1-9-6-16,6-13 38 15,21-10 7-15,7-21-10 16,6 12-24-16,0-4-13 15,0 3-7-15,0 1 5 16,19 1 1-16,21-5 1 16,7 4-2-16,-7-12 1 15,28 0 1-15,-9 0 3 16,-12-12 19-16,-7 7-9 0,-12 2-11 16,-10 3 3-16,-5 0-4 15,9 0-1-15,-4 0-25 16,4 0-24-16,-10 0-55 15,-6 0-259-15</inkml:trace>
  <inkml:trace contextRef="#ctx0" brushRef="#br0" timeOffset="-62756.86">15813 12011 613 0,'0'0'173'0,"0"0"-33"0,0 0-9 0,0 0-86 0,0 0-30 16,0 0 17-16,0 68-12 15,0-36-9-15,7 8 25 16,14 9-10-16,-8-2 2 16,-7 17-25-16,6-11 7 15,-5-5-10-15,8-8 0 16,-9-16-3-16,0-4 6 16,-6-15-11-16,0-5 16 15,0 0-5-15,0 0-3 0,0 0 31 16,0-13-19-16,0-18-12 15,-27-14-1-15,-4-12 1 16,3-15-6-16,15-3 14 16,-2-2-16-16,9 5 8 15,6 8 0-15,0 20 3 16,0 8-3-16,0 8-2 16,0 15-14-16,0 6 7 15,0 7-33-15,0 0 10 16,0 0-31-16,6 23 36 15,9 18 27-15,-2 3 15 16,-13-4-15-16,0 0-7 16,0-8-22-16,0-8-11 15,0 1 15-15,0-10 25 0,0 1 1 16,-7-3 32-16,7 2 15 16,0-2 1-16,0 10 7 15,19-7-35-15,28 1-7 16,2-1-6-16,4 0-4 15,-7-4 13-15,1-1-14 16,-19 2 5-16,-3-9-4 16,-4 4 1-16,-14-8-5 15,5 0-12-15,-6 0-14 16,-6 0-3-16,9 0-9 16,-9 0-30-16,0 0 44 15,0 0 9-15,0 0 14 0,7 0-18 16,-7 0 3-16,6 0 9 15,0 0 6-15,-6-12 1 16,19-9 0-16,-10 10 31 16,3-9-9-16,1 0 26 15,-7-1-1-15,3-10-22 16,-9 6-18-16,0-14 2 16,13-5 0-16,-7-5 3 15,6-7-7-15,4 8 1 16,2-1-12-16,4 10 11 15,3 15-11-15,-3 12-8 16,2 12-19-16,-8 0-21 16,24 0 36-16,-3 12 14 0,4 20 6 15,-1-1-2 1,0 2 2-16,-12 7-1 16,-3-8 2-16,-16 0-3 15,4 0-12-15,-13 1-38 0,0-2-30 16,0-11-176-16,0-7-121 15</inkml:trace>
  <inkml:trace contextRef="#ctx0" brushRef="#br0" timeOffset="-62541.18">16347 12075 1024 0,'0'0'1'0,"0"0"4"0,0 0 13 0,0 0-18 0,0 0-4 16,0 0-87-16,316-85-207 16,-291 57-140-16</inkml:trace>
  <inkml:trace contextRef="#ctx0" brushRef="#br0" timeOffset="-62291.6">16998 11874 619 0,'0'0'339'0,"0"0"-265"16,0 0 41-16,0 0-52 16,0 0-63-16,0 0-12 15,37 209-26-15,-37-201-69 16,0-8-110-16,0 0 59 16,0 0 31-16,-6-12-15 15</inkml:trace>
  <inkml:trace contextRef="#ctx0" brushRef="#br0" timeOffset="-62126.11">16998 11874 613 0,'-74'-260'723'16,"74"260"-681"-16,0 0-4 16,0 0-19-16,6 0-17 15,6-4-4-15,4 4-33 16,-4-5-8-16,7 2-73 15,-4-2-302-15</inkml:trace>
  <inkml:trace contextRef="#ctx0" brushRef="#br0" timeOffset="-61675.06">17472 11433 682 0,'0'0'127'16,"0"0"-101"-16,0 0 120 0,0 0-115 16,0 0-26-16,0 0-5 15,301 45-35-15,-301-1-17 16,0 16 42-16,-22 12 3 16,-30 4 14-16,18-4 27 15,-1-15 38-15,29-18 10 16,6-22-42-16,0-6-33 15,47-11-7-15,33 0-8 16,29-16-4-16,-16-15 1 16,-6 3-17-16,-28 3-22 15,-31 9-66-15,-10 8-104 0,-18 8 14 16,0 0-11-16,-18 0 69 16</inkml:trace>
  <inkml:trace contextRef="#ctx0" brushRef="#br0" timeOffset="-61443.09">17665 11746 946 0,'0'0'138'0,"0"0"9"0,0 0-52 16,0 0-71-16,0 0-22 16,0 0-2-16,220-36-36 15,-186 24-110-15,-22 4-317 16</inkml:trace>
  <inkml:trace contextRef="#ctx0" brushRef="#br0" timeOffset="-60941.45">16648 12793 723 0,'0'0'158'0,"0"0"24"0,0 0-22 0,0 0-94 15,0 0-41-15,0 0-4 16,195 44-21-16,-183-31 0 16,-12-5-3-16,0-1-9 15,0 1-35-15,0 5-125 0,0-13-289 16</inkml:trace>
  <inkml:trace contextRef="#ctx0" brushRef="#br0" timeOffset="-60623.71">16648 12793 443 0,'-221'-24'406'0,"221"0"-385"16,16 4 71-16,37-1 4 15,-1-2-57-15,7 15 9 16,3 3-37-16,-9 5 0 15,9 0-11-15,-25 0-21 0,13 0 20 16,-32 0-10-16,17 0 8 16,-23 0-6-16,-12 0 9 15,0 0 1-15,0 5-1 16,0 26 2-16,0 10 0 16,-47 11-2-16,1 1-13 15,-1-6 7-15,1-3-22 16,-1-11-15-16,26-10-61 15,2-15-211-15,13-8-172 16</inkml:trace>
  <inkml:trace contextRef="#ctx0" brushRef="#br0" timeOffset="-60226.56">17116 12657 528 0,'0'0'63'0,"0"0"-63"0,0 0 0 0,0 0 0 0,0 0 0 16,0 0-5-16,80-105 5 16,-58 105 12-16,-3 13 28 15,-7 6 102-15,16 1-77 16,-6-7-59-16,-4-1-6 16,1 4-7-16,-4-4-37 15,-8 4-21-15,-1 4-8 16,-6-1 14-16,0 2-7 15,0 3 24-15,0-8-51 16,0-8-303-16</inkml:trace>
  <inkml:trace contextRef="#ctx0" brushRef="#br0" timeOffset="-60027.53">17116 12657 471 0,'28'83'564'0,"-22"-83"-562"15,22 0 21-15,3 0 39 16,9 0-43-16,16-15-19 16,-3-9-12-16,-7-4-52 15,-6 0-235-15,-5 0-201 0</inkml:trace>
  <inkml:trace contextRef="#ctx0" brushRef="#br0" timeOffset="-59061.94">15500 13819 594 0,'0'0'155'0,"0"0"-120"0,0 0-9 0,0 0 13 16,0 0-7-16,0 0 22 15,134 157 18-15,-134-157-6 0,0 0 5 16,0 0 2-16,0 0-38 16,0-28-15-16,0-12-13 15,0-8-7-15,-28-8 0 16,0-1 1-16,9 1-1 16,7 4-1-16,12 13 1 15,0-2 12-15,0-3-4 16,0 0 5-16,25-9-2 15,21 9-11-15,4 8-1 16,-19 8-2-16,3 25-24 16,-12 3-13-16,-10 0-68 0,7 0-35 15,-13 0-223 1,-6 11-132-16</inkml:trace>
  <inkml:trace contextRef="#ctx0" brushRef="#br0" timeOffset="-58860.95">15565 13860 996 0,'0'0'19'0,"0"0"23"16,0 0 14-16,0 0-56 0,0 0-78 15,0 0-239-15,196-85-196 16</inkml:trace>
  <inkml:trace contextRef="#ctx0" brushRef="#br0" timeOffset="-58594.37">15565 13860 509 0,'276'-144'265'0,"-257"152"-222"15,9 7 134-15,3 13-91 16,9-7-63-16,7-5-11 16,2-1-11-16,-11 2-1 15,-4-13 0-15,0-4-14 0,-6 0 7 16,-16-8 7-16,16-28 19 16,-16-5-16-16,-5 2 16 15,-1 3 12-15,0 3-12 16,-6 9-15-16,0 1-4 15,0 10-4-15,0 9-37 16,0 4-39-16,0 0-174 16,0 0-65-16</inkml:trace>
  <inkml:trace contextRef="#ctx0" brushRef="#br0" timeOffset="-58180.13">16468 13772 209 0,'0'0'368'16,"0"0"-290"-16,0 0 66 15,0 0 8-15,0 0-84 16,0 0-19-16,28-157-48 15,-28 153-1-15,6 4-13 16,-6 0-10-16,12 0-17 16,10 4 27-16,12 17 13 0,-3-6 21 15,9 6 1 1,7-10-22-16,-1-7 10 0,4-4-6 16,-13 0 3-16,-3-12 4 15,-6-24 35-15,-9-3-9 16,-13-6-4-16,-6 9-2 15,0 0-13-15,0 0-18 16,-6 4-6-16,-19-1-19 16,3 13-97-16,10 4-57 15,6 16-34-15,-10 0 97 16,16 8-26-16,0 25-126 16</inkml:trace>
  <inkml:trace contextRef="#ctx0" brushRef="#br0" timeOffset="-57660.68">17351 13334 527 0,'0'0'264'0,"0"0"-177"0,0 0 60 0,0 0-102 0,0 0-35 15,0 0 12-15,0 0 23 16,0 0 38-16,0 0-12 15,-34 9-24-15,-6 10-26 16,0 1 15-16,6 1-30 16,9-6 13-16,19 10-15 15,-4 3-4-15,10-1-11 16,0 9 9-16,0-6 1 16,10-7-15-16,21-3 8 15,3-4-12-15,6 0 7 0,-12-4-8 16,3 1 9-16,-9-2 7 15,-10 1 5-15,-6-8 0 16,-6 5 3-16,0 2-4 16,0 9 7-16,0 4-12 15,-40 17 0-15,-13-5-8 16,7 0-27-16,5 0-43 16,23-16-48-16,2-4-179 15,16-16-267-15</inkml:trace>
  <inkml:trace contextRef="#ctx0" brushRef="#br0" timeOffset="-57246.95">17630 13564 334 0,'0'0'662'0,"0"0"-628"0,0 0-7 0,0 0 2 15,0 0-9-15,0 0-11 16,-46-146-6-16,46 123-3 15,22 2 0-15,-4 1-4 16,4 0 3-16,-10 4-1 16,1 16-3-16,-13 0 10 15,6 0 14-15,3 0 47 16,4 13-48-16,21 7-16 16,12 3-4-16,1-2-25 15,-1-1-51-15,1-4-26 16,-19 4-149-16,-16-12 31 15,-12 12-308-15</inkml:trace>
  <inkml:trace contextRef="#ctx0" brushRef="#br0" timeOffset="-57111.24">17630 13564 497 0</inkml:trace>
  <inkml:trace contextRef="#ctx0" brushRef="#br0" timeOffset="-57047.03">17630 13564 497 0,'-65'-105'100'0,"112"100"-28"0,6-18 143 15,5-5-128-15,-8-1-59 16,-3 14-28-16,-1-1-77 16,-12 4-219-16,-21 7-210 15</inkml:trace>
  <inkml:trace contextRef="#ctx0" brushRef="#br0" timeOffset="-56763">18006 13338 477 0,'0'0'315'0,"0"0"-309"16,0 0-1-16,0 0 8 15,0 0 24-15,0 0 26 16,220-4 13-16,-186-28-25 15,12-16 41-15,-27 12-25 16,-10-16-21-16,-9 12-28 16,0 4-12-16,0 12 9 0,-34 12-3 15,-18 12-3-15,-17 0-9 16,-5 0-7-16,9 40-21 16,3 4-4-16,9 0-38 15,19 4-30-15,15-7-109 16,7-10-166-16</inkml:trace>
  <inkml:trace contextRef="#ctx0" brushRef="#br0" timeOffset="-56297.62">17398 13238 523 0,'0'0'205'0,"0"0"-63"0,0 0 15 0,0 0-58 0,0 0 30 15,0 0-62-15,112 0-21 16,-57-8 4-16,26-8-26 16,18-16 2-16,0-9-19 15,-6 10-7-15,-18-1-31 16,-29 8-52-16,-30 8-87 0,-16 16-863 16</inkml:trace>
  <inkml:trace contextRef="#ctx0" brushRef="#br0" timeOffset="-173775.88">15947 9604 508 0,'0'0'163'0,"0"0"-158"0,0 0 96 0,0 0 44 15,0 0-75-15,0 0-51 16,0 0 5-16,0 0-9 16,-68 100 3-16,68-75 8 15,27-1 7-15,-5-8-9 16,9 0-23-16,-3-8 10 16,6 0 2-16,0-8 11 15,-9 0-20-15,15 0 9 16,-5-16 1-16,-8-27 11 15,-8-10-16-15,-19-12 3 16,0 1-12-16,0 5-12 0,0 10 7 16,-6 18-19-16,-34 14 18 15,-7 17-9-15,1 0 7 16,-10 17-1-16,3 22 9 16,19 5 0-16,15-11-3 15,19-18 0-15,0-2-57 16,0-13-8-16,19 0-67 15,37 0-48-15,3 0 96 16,-13-25 49-16,16-7 7 16,-22 9 3-16,-9 10 11 15,4 1 13-15,-14 12 4 16,-8 0 1-16,5 0 82 16,4 12 25-16,18 20 38 0,1 4-49 15,-1-8-59 1,19-8-26-16,9-4-1 0,-3-8-11 15,3-8 1-15,-3 0-7 16,-12 0 12-16,-3 0-7 16,-13-27 2-16,-9-14 6 15,-22-2-6-15,-6 7 3 16,0 7 0-16,0 14-4 16,0 2 0-16,0 1-28 15,-18 4-165-15,-4 0-250 16</inkml:trace>
  <inkml:trace contextRef="#ctx0" brushRef="#br0" timeOffset="-172843.52">12691 8671 516 0,'0'0'443'0,"0"0"-443"0,0 0-3 15,0 0-6-15,0 0 6 16,0 0 3-16,195-77 11 16,-160 69-9-16,2 0-2 15,-22 8 42-15,-2 0-29 16,-13 0 17-16,0 0-22 15,0 19 1-15,0 26 15 0,0 7 5 16,0 8-26 0,0-7 2-16,0-6-10 0,21-11 12 15,10-3-17-15,10-5 12 16,-1-8-7-16,-12-4 2 16,12 0 3-16,-15-12-4 15,15-4 1-15,1 0-1 16,5 0-39-16,-6 0 20 15,-12-15 5-15,-15-2-46 16,2-4-81-16,-15 2-102 16,0 2-172-16</inkml:trace>
  <inkml:trace contextRef="#ctx0" brushRef="#br0" timeOffset="-172410.86">12784 8838 735 0,'0'0'27'0,"0"0"34"0,0 0 118 0,0 0-126 0,0 0-53 16,0 0-3-16,40-3-13 15,-12-14-17-15,13-2 0 16,5-6 19-16,1 5 14 0,-7 4-8 16,0-4 8-16,-12 9-31 15,9 3-10 1,-21 3 17-16,-4 5-68 0,-6 0-8 16,10 0 49-16,-4 0 42 15,1 0-1-15,-7 0 10 16,10 8 32-16,2 12 8 15,4-4-3-15,18-3-36 16,7-1-2-16,5-9-5 16,7-3-4-16,3 0-11 15,19 0 14-15,-28 0-5 16,-7 0-28-16,-12 0-19 16,-21 0-20-16,-7 0-121 15,-6 0 7-15</inkml:trace>
  <inkml:trace contextRef="#ctx0" brushRef="#br0" timeOffset="-172193.41">13293 8626 993 0,'0'0'77'0,"0"0"-71"15,0 0 12-15,0 0 1 0,0 0-12 16,0 0-7 0,80-4-18-16,-52-21-32 0,-22-2-146 15,-6-10-89-15</inkml:trace>
  <inkml:trace contextRef="#ctx0" brushRef="#br0" timeOffset="-171556.69">13293 8626 632 0,'127'-196'391'16,"-127"196"-386"-16,0 0 26 16,15 0 26-16,-2 0-55 15,11 0-2-15,17 0-4 16,15-8-12-16,-4-13-15 16,-5 9 16-16,-1 4-11 15,-12 5 6-15,-15 3-4 0,-3 0 24 16,-10 0 20-1,6 0 21-15,-6 19-8 0,1 6-15 16,-7 3 2 0,0 0-19-16,0-4 4 0,0-4 1 15,0-4-7-15,0-8 1 16,0-8 0-16,0 0 1 16,0 0 13-16,0 0 10 15,0 0 3-15,0-32-27 16,0 4-8-16,0-5 8 15,9 5-9-15,3 4-12 16,7 9 14-16,-4 10 7 0,-8 5-9 16,-7 0 7-16,6 0-1 15,0 0 6-15,6 0-4 16,-12 0 9-16,22 8-9 16,-10 0 2-16,-5 1-1 15,8-6 0-15,4 2 0 16,2-2-5-16,10-3 12 15,4 0-8-15,5 0 4 16,6 0-6-16,23 5-7 16,-17-2 2-16,17 2 14 15,-17-2-7-15,-11-3 1 16,-17 0-37-16,10 0 1 16,-12 0 6-16,-9 0 23 0,-1 0 7 15,3-8-1 1,-15-16 1-16,0 4 0 0,7-3 3 15,-7 2-1-15,0 1-4 16,0 4-41-16,0 8-14 16,0 0 15-16,-34 4-24 15,-1 1-85-15,-11 3 57 16,-7 0 3-16,32 0-216 16</inkml:trace>
  <inkml:trace contextRef="#ctx0" brushRef="#br0" timeOffset="-170943.5">15386 8229 666 0,'0'0'26'16,"0"0"29"-16,0 0 25 0,0 0-48 0,0 0-29 16,0 0-3-16,139 104-8 15,-117-79-136-15,-16-5-134 16</inkml:trace>
  <inkml:trace contextRef="#ctx0" brushRef="#br0" timeOffset="-170678.77">15386 8229 357 0,'179'177'190'16,"-151"-205"-113"-16,6-13 74 16,-3 1-8-16,-3-8-78 15,0 3 0-15,-22-2-55 16,-6 3 3-16,0 4-7 15,0 7-6-15,-40 9-36 16,-13 9-24-16,-21 15-26 16,6 0 25-16,3 0 61 15,3 36-16-15,9 3-37 0,25-2-85 16,16-10-2-16,12-10-136 16</inkml:trace>
  <inkml:trace contextRef="#ctx0" brushRef="#br0" timeOffset="-170195.82">16127 8273 656 0,'0'0'160'0,"0"0"-125"0,0 0 68 0,0 0 7 16,0 0-47-16,-81-236-46 16,81 187-17-16,0 13-6 0,0 8 5 15,0 12-22-15,0 16-3 16,0 0-79-16,9 8 16 16,16 20 89-16,9 4 0 15,7 5 1-15,-7-1-1 16,6-9 0-16,-9 6-1 15,-3-10 0-15,-10 2-21 16,-2 3-9-16,-16-9-60 16,0 6-37-16,0-12-28 15,0-13-191-15</inkml:trace>
  <inkml:trace contextRef="#ctx0" brushRef="#br0" timeOffset="-170098.47">16127 8273 1020 0</inkml:trace>
  <inkml:trace contextRef="#ctx0" brushRef="#br0" timeOffset="-170013.38">16127 8273 1020 0,'-174'-88'66'0,"174"88"-30"0,6-12 16 16,56-12-32-16,10-12-27 15,-10 11-28-15,-16 2-122 16,-18 10-276-16</inkml:trace>
  <inkml:trace contextRef="#ctx0" brushRef="#br0" timeOffset="-169429.67">14784 9452 349 0,'0'0'89'0,"0"0"8"0,0 0 52 0,0 0 55 16,6 0-75-16,-6-24-28 15,0-16-56-15,0-8 19 16,0-9-39-16,-12 5 15 16,-16-15-36-16,9-2-3 15,-2 2 1-15,21-2-4 16,0 21 0-16,0 11 2 15,0 14 0-15,0 10-9 16,0 6-4-16,6-1-29 16,34 3-39-16,22-3 16 15,9 0-19-15,-9 1-166 16,-9 7-206-16</inkml:trace>
  <inkml:trace contextRef="#ctx0" brushRef="#br0" timeOffset="-168996.43">14837 9123 920 0,'0'0'21'0,"0"0"-11"15,0 0 7-15,0 0-11 16,0 0-12-16,0 0-48 16,173-108-123-16,-151 96 24 0,-9 8 46 15,-1 0 32 1,-12 4 65-16,9 0-3 0,-3 0 13 16,1 0 8-16,5 0 83 15,0 0-59-15,16 0-13 16,6 4 22-16,13-4 31 15,6 0 11-15,-1 0-27 16,10 0-26-16,-9 0-8 16,-6-4-7-16,-7-8 14 15,-6-8 22-15,-9 4-24 16,9-13 19-16,-28 1-25 0,3-8-1 16,-9-3-16-1,0 3-8-15,0 3-13 16,0 13-9-16,0 4-22 0,-9 0-69 15,-9 0-213-15</inkml:trace>
  <inkml:trace contextRef="#ctx0" brushRef="#br0" timeOffset="-168644.72">15820 8923 705 0,'0'0'0'0,"0"0"0"0,0 0 44 15,0 0-44-15,0 0-34 16,0 0-52-16,21-136-44 16,-21 136-44-16,0 0 72 15,7 0 102-15,-1 23 45 16,6 2 44-16,16-6 3 15,-3-2-12-15,9-14-50 16,0-3 46-16,-6 0-26 16,3 0 55-16,-3 0-53 15,-9-31-8-15,2-10 7 16,-15-3-23-16,-6 4-28 16,0 8-16-16,0 9-35 15,0 6-31-15,-6 13-129 16,-15 4-219-16</inkml:trace>
  <inkml:trace contextRef="#ctx0" brushRef="#br0" timeOffset="-168208.19">16368 8578 278 0,'0'0'199'0,"0"0"-199"0,0 0 38 0,0 0 54 0,0 0-37 15,0 0-3-15,-186 157 11 16,177-126-21-16,9 5 22 16,0-3 11-16,9-9-56 15,44-4-19-15,6-4 0 16,3-4-3-16,-9-1-5 0,-19 2 6 16,-9-5 2-1,-4 4-4-15,-14 4 8 0,-7 0 8 16,0 8 2-16,0 0-9 15,0 4-5-15,-41-8-24 16,1 1-70-16,6-10-7 16,9-11-9-16,10 0-48 15</inkml:trace>
  <inkml:trace contextRef="#ctx0" brushRef="#br0" timeOffset="-167880.61">16629 8838 458 0,'0'0'498'0,"0"0"-381"16,0 0-32-16,0 0-18 15,0 0-63-15,0 0 3 16,0-192-7-16,6 148-1 15,16 12-15-15,-4 12-20 16,1 12 31-16,3 8-40 16,-10 0 19-16,16 0-19 15,-9 0 41-15,9 0-4 16,-10 12 8-16,4 4 3 16,-3 0-1-16,-4 4-4 0,-15 4-6 15,6 0 6 1,-6 4-36-16,0-11-131 0,0-6-145 15</inkml:trace>
  <inkml:trace contextRef="#ctx0" brushRef="#br0" timeOffset="-167547.39">16629 8838 656 0,'34'-172'195'0,"-34"172"-158"15,0 0 102-15,0 0-95 16,0 0-27-16,0 0-8 15,0 0 12-15,31-12-21 16,9 0 14-16,1-4-6 16,5 4-8-16,10 4-3 0,-9-1-4 15,5 2 6-15,-5 3-6 16,-7-4 1-16,7-4 6 16,-1-4-1-16,-12-1-5 15,-6-2 6-15,-16-1 3 16,-5 12-2-16,-7-4 15 15,0-1 18-15,0 5-21 16,0 0-9-16,-28 8 0 16,9-3-4-16,1 3 0 15,-4 0-2-15,3-4-32 16,4-1-107-16,2 2-244 16,-15-5-119-16</inkml:trace>
  <inkml:trace contextRef="#ctx0" brushRef="#br0" timeOffset="-167314.41">16502 8325 593 0,'0'0'259'16,"0"0"-193"-16,0 0 82 15,0 0-62-15,0 0-2 16,0 0-53-16,232-19-31 0,-170-9 0 16,-9 3-31-16,-19 9-146 15,-28 16-540-15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2:02:55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26669 3020 457 0,'0'0'70'0,"0"0"-56"0,0 0 11 0,0 0 35 0,0 0-32 16,0 0 26-16,0 0-21 16,-28 0-15-16,28 0-13 15,0 0-1-15,0 0 8 16,0 0-7-16,0 0 28 16,0 0-12-16,0 0 19 15,0 0-10-15,0 0 8 16,0 0-2-16,0 0-29 15,0-8-2-15,0 3 7 16,0 5-21-16,0-4 18 16,-6 4-17-16,0-8 11 0,6 5-6 15,-7-2-2-15,1-3-11 16,-3 4 2-16,9 4 14 16,-12 0 1-16,12-4 1 15,0-4 15-15,-13 4-15 16,13 1 6-16,-12-10-7 15,12 9 5-15,0-4 5 16,0 4-8-16,0 4 2 16,0 0 2-16,0 0-6 15,0-4 6-15,0-4-4 16,0 5 4-16,0-6 0 16,0 1 11-16,0-5 1 15,0 6-5-15,0-5-9 0,0 0 12 16,25 0-16-16,15 0 21 15,13-5-1-15,9-2 8 16,3 2-11-16,3 2-2 16,6 2-8-16,-2 5 0 15,-10 5-11-15,-3 3 14 16,-13 0-18-16,7 0 18 16,-7 0-19-16,-12 0 14 15,-6 0-9-15,-15 0 3 16,-1 0 0-16,-3 0-4 15,-9 0 11-15,0 0-20 0,0 0 20 16,0 0-17 0,0 0 5-16,0 0-8 0,0 0-64 15,0 0-46-15,-27-8-456 16</inkml:trace>
  <inkml:trace contextRef="#ctx0" brushRef="#br0" timeOffset="12906.82">20297 7158 360 0,'0'0'189'0,"0"0"-159"0,0 0 11 0,0 0-20 0,0 0-21 0,0 0-15 15,0 0 5-15,0 0-3 16,0-40 13-16,0 40 31 16,0-8 47-16,0 8-17 15,0 0-26-15,0 0-19 16,0 0-13-16,0-4 4 16,0 4-1-16,0-7 19 15,0 7-6-15,0 0 21 16,0 0-3-16,0-5 12 15,-6 5-20-15,6 0-12 16,0 0 9-16,0 0-26 16,0 0 17-16,0 0-14 0,0 0-6 15,0 0 8 1,0 0-13-16,0 0 8 0,0 0-8 16,0 0 5-16,0 5 3 15,0 14 1-15,0 5 2 16,28 5 1-16,0-6 6 15,-4 5-17-15,-2-4 13 16,-3-12-7-16,9 12 1 16,-10-4 0-16,-5-4-5 15,8 1 10-15,-14-14-11 16,5 2-12-16,-3-5-35 16,-2 0-119-16,-7 0-8 15,0 0-119-15</inkml:trace>
  <inkml:trace contextRef="#ctx0" brushRef="#br0" timeOffset="13672.71">20440 7351 264 0,'0'0'109'0,"0"0"-102"0,0 0-7 0,0 0 43 0,0 0-17 16,0 0 34-16,0 0 50 15,0 0-45-15,0 3-6 16,0 2-8-16,6-1-5 15,6 4-29-15,1-4-3 16,8 3 4-16,-14-2-9 16,14-5 15-16,-14 3-17 15,5-3 14-15,0 0-6 16,-2 0 0-16,8 0 1 0,1 0 1 16,-4 0-3-16,-2 0-9 15,-7 0 17-15,0 0-21 16,-6 0 27-16,9 0-27 15,-9-11 9-15,7-14-10 16,-1-6 0-16,0-2-12 16,-6 14 0-16,0 6 9 15,12 6 6-15,-12 2-9 16,0 5 12-16,0 0-12 16,0 0-17-16,7 0-51 15,-7-8-21-15,0 8 5 0,0 0-61 16,0 0-222-16</inkml:trace>
  <inkml:trace contextRef="#ctx0" brushRef="#br0" timeOffset="14487.75">19978 6778 158 0,'0'0'31'0,"0"0"48"0,0 0 64 0,0 0-12 0,0 0-63 16,0 0 20-16,0 0-10 15,0 7 5-15,0-7-34 16,0 0 12-16,0 0-12 16,0 0-21-16,0 0 11 15,0 0 0-15,0-4 6 16,18-24-28-16,23-12 3 16,5-5-14-16,10-2 12 15,-10 3-16-15,1 4-2 0,-7 4-3 16,7 0-43-16,-13 3-5 15,-16 9-12-15,-5 20 1 16,-13 4-73-16,0 0-3 16,0 4-34-16,-25 17-329 15</inkml:trace>
  <inkml:trace contextRef="#ctx0" brushRef="#br0" timeOffset="14871.01">19937 6513 589 0,'0'0'127'0,"0"0"-71"0,0 0 43 0,0 0 12 0,0 0-39 16,0 0-14-16,75 100-26 15,-57-81 6-15,10 2-11 16,-15-6-19-16,-1 2 0 0,10-1-1 15,-16 0-13-15,16 1 6 16,-10-6-6-16,7-3-52 16,-4-8-26-16,-9 0-203 15,-6-11-465-15</inkml:trace>
  <inkml:trace contextRef="#ctx0" brushRef="#br0" timeOffset="16719.89">31574 7238 346 0,'0'0'143'0,"0"0"-36"0,0 0-19 0,0 0-15 0,0 0-25 15,0 0 18-15,6 0-5 16,1 0 10-16,2 0-26 16,-3 0-14-16,0-23-12 15,13-10-13-15,3 1 37 16,12-12-24-16,6-4 28 16,-3 0-33-16,4-9 2 15,14 6-16-15,-8 2-3 0,-13 10 0 16,-9 3-32-1,9 11-14-15,-15 1-28 0,8 4-52 16,-5 4-144 0,-9 8-199-16</inkml:trace>
  <inkml:trace contextRef="#ctx0" brushRef="#br0" timeOffset="17486.91">31494 7054 212 0,'0'0'132'0,"0"0"-24"0,0 0-19 0,0 0 6 16,0 0-19-16,0 0 2 16,0 0-35-16,0 0 14 15,0 0-22-15,0 0 16 16,0 0-25-16,0 0 8 15,0 0-1-15,0 0-7 16,0 0-3-16,0 0-11 16,0 0 24-16,0 0-36 0,6 0 9 15,-6 4-2-15,9 4-8 16,-3 8 1-16,-6 1 0 16,0 2-3-16,0 5 6 15,0-3-11-15,0-2 16 16,0 1-7-16,0-7 3 15,0-13 5-15,0 7-4 16,0-7-10-16,0 0 5 16,0 0 0-16,0 0-2 15,0 0 7-15,0 0-13 16,0 0 15-16,13 0-14 16,27-7 14-16,7-14-13 15,-13 1 6-15,18 9-10 16,-11-2-2-16,-13 5-10 15,-4 8 16-15,-8-4-6 0,2-4 11 16,-5 5-43-16,-4-6-28 16,-9-3-109-16,0 5-122 15</inkml:trace>
  <inkml:trace contextRef="#ctx0" brushRef="#br0" timeOffset="18285.55">32331 6408 230 0,'0'0'70'0,"0"0"-62"0,0 0 76 0,0 0 9 0,0 0-41 0,0 0-7 16,0 0 11-16,0 0 5 16,0 0-13-16,0 0 14 15,0 0 6-15,0 0 9 16,0 0-24-16,0 0 10 16,0 0-36-16,0 0 7 15,0 0-12-15,6 0 6 0,6-8-1 16,10-15-26-16,3 2 5 15,15-11 2-15,7 0-11 16,9-8 13-16,-4 4-13 16,1 0 3-16,-13 8-4 15,1 7-19-15,-14 10-30 16,-14 2-3-16,-13 9-82 16,0 0-77-16,0 0-198 15</inkml:trace>
  <inkml:trace contextRef="#ctx0" brushRef="#br0" timeOffset="18634.07">32390 6128 409 0,'0'0'207'0,"0"0"-142"0,0 0 28 0,0 0 23 0,0 0-18 15,0 0-7-15,87 52-9 0,-25-29-4 16,-4 5-15-16,11 1-36 15,-17 3 0-15,-5-13-20 16,-7 11-14-16,-15-7 0 16,-3-2-7-16,-10-6-35 15,-12 6-59-15,0-13-132 16,0-8-478-16</inkml:trace>
  <inkml:trace contextRef="#ctx0" brushRef="#br0" timeOffset="22913.82">10852 11787 333 0,'0'0'284'0,"0"0"-251"0,0 0 30 0,0 0 13 16,0 0-22-16,0 0-12 15,-18 15-20-15,18-15-5 16,0 0-15-16,0 0 7 16,0 0-6-16,-6 0 13 15,6 8-9-15,-7-3 31 16,7 3-9-16,-9-5-3 0,3 9-9 16,0 1-16-16,-1 10-1 15,7 1 9-15,-6 1-16 16,6 6 17-16,0 5-3 15,0 9 5-15,0 3 2 16,0-3 0-16,0 2 4 16,6-3 1-16,1 1-17 15,-1 2 24-15,-6-3-15 16,0 1-1-16,6 12-1 16,3-2-13-16,4 1 6 15,-1 5-3-15,4-9 1 16,-4 7 0-16,0-6 0 0,-12 4 4 15,0 7 11-15,0 3-12 16,0 6 5-16,0-9-8 16,0 12-1-1,-6-8-2-15,-6-12 3 0,6 5-3 16,-4-9 9-16,4-4-15 16,0-4 18-16,-6-3-17 15,5-2 16-15,-8-15-16 16,2 8 6-16,7-4 1 15,-15-4-10-15,14 1 11 16,1-6-5-16,-6 6 12 16,-4 11-19-16,4-8 24 0,-13 8-19 15,3-8 9 1,4 4-4-16,8-8-3 0,4-8 5 16,6 0-1-16,0-4-1 15,0-4-3-15,0 5 10 16,0-2-3-16,0-3 5 15,0 9-11-15,0-9 4 16,0 3 0-16,16-2 0 16,-16-9 2-16,18 3-10 15,4-3 18-15,-10 0-20 16,13 0 21-16,16 0-10 16,5 0 2-16,-6 0 3 15,7 0-6-15,-7 0 0 0,10 0 0 16,-4-3 4-1,1-10-11-15,18 6 15 0,-12-6-14 16,15 1 13-16,-15 1-12 16,9 3 5-16,-3 3 0 15,9 2-1-15,-3 3 3 16,15 0-7-16,-11-5 13 16,2-3-11-16,-3 8 12 15,7-4-15-15,-4-4 15 16,16 0-7-16,-7 0-2 15,7 4 3-15,0 4-7 16,15 0 10-16,4 0-13 0,-7 0 14 16,22 0-10-1,-28 4 9-15,-6 4-7 16,-7-3 1-16,1-2-1 0,-13 2-1 16,-9-5 2-16,-12 3 2 15,15 1 7-15,-10-4-18 16,7 0 21-16,3 0-16 15,19 0 7-15,-10 0-3 16,-3 0 0-16,-2 0 0 16,8 0-4-16,-6 0 10 15,3 0-13-15,4 0 14 16,-1 0-10-16,7-12 9 16,-10 0-11-16,-9 4 6 0,3-4-1 15,-9 8 0 1,-16 1 1-16,-2-10-8 0,-4 13 14 15,-6-12-14-15,-10 4 19 16,4 0-21-16,-3 0 13 16,2 4-4-16,-8 0 0 15,-7-5 4-15,6 1-9 16,-2 5 16-16,-4-1-14 16,0-4 10-16,0-8-5 15,7-4 4-15,-4-16-7 16,-9 7 2-16,0-11 0 15,0 4-1-15,0-4 1 16,0 0-3-16,0-7 11 16,-28 6-15-16,16 1 23 0,-10 4-30 15,10-1 19-15,-10-2-9 16,3-1 3-16,7-12 0 16,-16-5-2-16,9-7 10 15,-2-4-16-15,2 3 16 16,-3 6-14-16,16 2 13 15,-6 13-11-15,-4 0 7 16,-2 7-6-16,5-7 3 16,-2-3-6-16,-4-14 1 15,-3 13 7-15,4 4-10 16,-4 0 8-16,-3 12-6 16,10 0 12-16,2 0-7 15,7 8 1-15,-12 3 0 16,8-6 0-16,-2-5-1 0,-1 0-6 15,-2 4 8-15,9 0-2 16,-7 3-2-16,7 9 2 16,0 0-1-16,6-4 2 15,-6-8 0-15,-4 0-7 16,10-4 6-16,0 4-3 16,-6 8-7-16,6 12 22 15,-12-4-13-15,-1 4 2 16,4-8-4-16,3-4 3 15,0 4-3-15,0 4 2 16,-1-1 4-16,1 13-1 16,6-3 0-16,-9-2 2 15,9-3 4-15,-13 1-11 16,13 2 4-16,0-6-2 16,-6 11 1-16,-6-5-7 0,-4 5 5 15,4 0 2-15,-1 0-10 16,7 0 22-16,-15 0-16 15,8 0 13-15,-9 0-7 16,-9 0-1-16,-9 0 0 16,0 0-4-16,0 0 10 15,-1 0-11-15,7 0 10 16,0 0-6-16,3 0 4 16,3-3-1-16,-12-2 0 15,12-7 0-15,-19 12 1 16,13 0-1-16,-12 0 18 0,-1 0-19 15,1 0 1-15,-1 0 4 16,1 0-12-16,-1 0 12 16,-5 0-11-16,-17 0 6 15,4 0-1-15,-3-3 0 16,0-5 2-16,3-5-11 16,-4-2 14-16,11-1-14 15,-1 3 10-15,3-7-3 16,9 12 3-16,7 0-1 15,0-4 0-15,-1 0 2 0,-5 4-9 16,-7 0 15 0,-15 0-5-16,3 8 2 0,-10 0-1 15,10 0-1-15,3 0-3 16,16 0 0-16,21 0 0 16,-9 0-1-16,6 0 6 15,-6 0-12-15,3 0 15 16,3 0-16-16,-6 0 17 15,9 0-12-15,-9 0 3 16,-6 0 0-16,-1 0-1 16,1 0 1-16,0 0-11 15,-13 0 22-15,6 0-24 16,-8 0 25-16,17 0-19 16,-2 0 13-16,12-3-6 15,10 3 3-15,-4 0 1 16,22 0-3-16,-6 0 7 0,-16 0-15 15,16 0 12-15,-28 0-10 16,21 0 10-16,-12 0-8 16,10 0 6-16,9 0-2 15,6 0 1-15,0 0 1 16,0 0-6-16,0 0 11 16,0 0-17-16,0 0 15 15,0 0-12-15,0 0 11 16,-6 0-6-16,-1 0 1 15,-8 0 0-15,2 0-1 16,-5 0 6-16,2 0-12 0,-8 0 4 16,-11 0 1-1,-11 0-14-15,12 0 5 0,-13 0-7 16,1 0-1 0,12 0 11-16,21 0 4 0,13 0-134 15,0 0-180-15</inkml:trace>
  <inkml:trace contextRef="#ctx0" brushRef="#br0" timeOffset="34553.65">18868 3203 367 0,'0'0'192'0,"0"0"-106"0,0 0 8 0,0 0 25 0,0 0-50 0,0 0 3 15,0-39 1-15,0 39-9 16,0 0 23-16,0 0-51 16,0 0 1-16,0 0-36 15,40 20 14-15,6 8-7 16,1-1-10-16,-1 3 2 16,-5-11-15-16,-7-2-13 15,-6-2-43-15,-10 6-42 16,-18-18-152-16,0-3-148 0</inkml:trace>
  <inkml:trace contextRef="#ctx0" brushRef="#br0" timeOffset="34716.98">18868 3203 547 0</inkml:trace>
  <inkml:trace contextRef="#ctx0" brushRef="#br0" timeOffset="34837.78">18868 3203 547 0,'369'-15'71'0,"-431"79"-23"0,3 8 27 0,-10 12 46 15,11 1-117-15,11-33-4 16,25-12-10-16,4-8 3 0,5-4-8 15,4-8-55-15,9-8-6 16,0-4-118-16,0-8-300 16</inkml:trace>
  <inkml:trace contextRef="#ctx0" brushRef="#br0" timeOffset="35220.19">19444 3468 605 0,'0'0'179'0,"0"0"-138"15,0 0 64-15,0 0 4 16,106 0-24-16,-66 0-23 0,-21 0-31 16,15 0-20-16,-12 0-22 15,-4 0 9-15,16 0-17 16,-15 0-19-16,-4 0-18 15,-8 0-1-15,-1 0-94 16,-6 0-73-16,0 0-219 16</inkml:trace>
  <inkml:trace contextRef="#ctx0" brushRef="#br0" timeOffset="35420.56">19444 3468 1042 0,'31'-160'13'15,"-9"160"-2"-15,3 0-22 16,9 0 13-16,6 0-7 16,7 0-5-16,-7-8-89 15,-6-8-137-15,-15 4-308 16</inkml:trace>
  <inkml:trace contextRef="#ctx0" brushRef="#br0" timeOffset="35870.64">20099 3388 435 0,'0'0'181'0,"0"0"-170"16,0 0 39-16,0 0 17 15,0 0-20-15,0 0 30 16,232 17 4-16,-192-17 20 16,13-25-67-16,3-3 12 15,-9-16-25-15,-13 8-8 16,3 0-13-16,-22 0-10 16,-2 3-10-16,-13 10-33 15,0 7 11-15,0 11 13 0,-13 5 26 16,-39 0-2-1,-10 5 5-15,3 15-3 0,3-1 3 16,25-6-3-16,15-5 5 16,16-4-5-16,0-4-11 15,0 3 3-15,0 2-46 16,0-2 57-16,0 6 0 16,22-1 6-16,3 0 20 15,-3 3-4-15,-4 6 1 16,16 2-1-16,7 11 5 15,-1 1-23-15,6-3 5 16,7 0-5-16,9-4-8 16,-3-11-5-16,3-6-74 15,-31-7-60-15,-9 0-142 16</inkml:trace>
  <inkml:trace contextRef="#ctx0" brushRef="#br0" timeOffset="36286.4">21268 3087 548 0,'0'0'213'0,"0"0"-177"0,0 0 25 0,0 0 17 0,0 0-37 15,0 0-1-15,-53 101-30 16,0-57 17-16,-3-4-24 16,10 8 0-16,6-16 2 15,15-7-3-15,3-14-4 0,16-3-7 16,0-8 8-16,6 0-48 16,0 0-31-16,0 0-119 15,-7-27-307 1</inkml:trace>
  <inkml:trace contextRef="#ctx0" brushRef="#br0" timeOffset="36488.73">21268 3087 570 0,'-320'69'211'16,"320"-69"-94"-16,0 0-35 16,31 3-12-16,31 26 8 15,3 3 3-15,10 4-59 0,-16-4-14 16,3 0-3-16,-10-8-10 15,1 1-12-15,-25-2-36 16,0-7-13-16,-9 0-46 16,-13-8-53-16,-6-4-69 15</inkml:trace>
  <inkml:trace contextRef="#ctx0" brushRef="#br0" timeOffset="36886.86">21609 3175 390 0,'0'0'250'16,"0"0"-192"-16,0 0 18 16,0 0-8-16,0 0 17 0,0 0 0 15,6-3-19 1,-6 19-50-16,22 24 25 15,-10 4-5-15,0 4-16 16,-5 1-20-16,8-5-4 0,-3-5 2 16,-5-6-37-16,-7-5 28 15,6-4-46-15,-6-12-16 16,0-12-111-16,0 0-72 16</inkml:trace>
  <inkml:trace contextRef="#ctx0" brushRef="#br0" timeOffset="37101.08">21627 3332 824 0,'0'0'18'15,"0"0"-14"-15,0 0 67 16,0 0-41-16,0 0-17 15,0 0-13-15,242 4-32 16,-208-4-88-16,-9 0 25 16,3 0-57-16,-6 0-144 15</inkml:trace>
  <inkml:trace contextRef="#ctx0" brushRef="#br0" timeOffset="37718.19">22269 2831 516 0,'0'0'110'0,"0"0"-33"16,0 0-11-16,0 0 23 16,0 0-31-16,0 0-16 15,0 181 2-15,0-129-28 16,0-8 4-16,16-4 1 15,-16 0 15-15,0-4-32 16,0-8 16-16,0-5-13 16,0-6-1-16,0-4-3 15,0-13-3-15,0 0 0 16,0 0-7-16,0 0 6 16,6 0-12-16,6-5 11 15,10-11 3-15,3-8-13 16,9 8 23-16,-6 11-19 15,24 2 8-15,-5 3-1 0,6 0-2 16,-1 0 6-16,10 0-7 16,-9 20 12-16,-6 8-7 15,-26-7 7-15,-14-6-8 16,-7 1 7-16,0 4-4 16,0 9 20-16,-47 2-2 15,-21-3 16-15,-7-4-28 16,23-7-3-16,-7-6-6 15,12-11-16-15,-9 0-50 16,10 0-97-16,15-24-516 0</inkml:trace>
  <inkml:trace contextRef="#ctx0" brushRef="#br0" timeOffset="39069.9">18561 4603 469 0,'0'0'103'0,"0"0"-28"0,0 0 21 0,0 0-5 0,0 0-30 0,0 0-20 0,0 12-2 0,0-7-6 16,0-5 0-16,0 0-6 15,0 0 20-15,0 0-10 16,6-25 13-16,28-27-38 16,12-16 18-16,13-4-19 15,-12 4 2-15,3 12-6 16,-19 7-4-16,3 5-2 16,-6 4 5-16,-4-4-12 15,17-3-35-15,-7 6-29 16,0 13-28-16,-22 16 4 0,-12 12-65 15,0 0-17-15,0 0-168 16</inkml:trace>
  <inkml:trace contextRef="#ctx0" brushRef="#br0" timeOffset="39600.44">18803 4078 472 0,'0'0'184'0,"0"0"-115"0,0 0 25 0,0 0 6 0,0 0-74 0,0 0 6 0,192-72-21 0,-146 52 0 15,-12-4 3 1,0 7-12-16,-15 6 19 0,-7 7-14 16,-2 4-11-16,-10 0 14 15,0 0-20 1,0 0-5-16,0 0-2 0,0 0 8 16,0 12 9-16,0 8 24 15,0 4-19-15,0 0-3 16,0-4 7-16,0 0-18 15,0-4-58-15,0 0-96 16,6 1 27-16,6-14-45 16,1-3-139-16</inkml:trace>
  <inkml:trace contextRef="#ctx0" brushRef="#br0" timeOffset="40564.8">18514 5350 360 0,'0'0'34'0,"0"0"-18"0,0 0 51 0,0 0 17 0,0 0-13 15,0 0-18-15,0 11 35 16,0-2-13-16,0-1-14 15,13-5-41-15,-1 5-1 16,10 5-10-16,6-13 4 16,3 0 9-16,9 0-8 15,-6 0 24-15,6 0-15 16,1-13 18-16,-1-18-20 16,13-2 10-16,-1-11-19 0,-11-3-6 15,-7-10-6-15,6 5 5 16,-21 8-10-16,-10 0 14 15,-9 15-18-15,0 17 11 16,0 4-11-16,-16 8 11 16,-30 0-4-16,-1 0-5 15,-5 0-20-15,-16 8 26 16,2 37-7-16,-2 2 6 16,9 2-9-16,19-9-1 15,12-8-41-15,22-7-41 0,6-6-82 16,0-7-59-16,12-12-80 15</inkml:trace>
  <inkml:trace contextRef="#ctx0" brushRef="#br0" timeOffset="41414.75">19410 5201 409 0,'0'0'262'0,"0"0"-171"0,0 0 46 0,0 0-32 0,0 0-52 15,0 0-25-15,34-16-2 0,-9 4 19 16,3 7-29-16,12 2 15 16,1-5-29-16,-10 4-4 15,3 0-10-15,-12 0-18 16,-4 0-29-16,10 0-33 16,-16-8-74-16,-5 12-23 15,-7-8-202-15</inkml:trace>
  <inkml:trace contextRef="#ctx0" brushRef="#br0" timeOffset="41637.28">19410 5201 712 0,'93'-260'296'0,"-93"260"-267"0,13 0 46 15,8 0-42-15,-2-5-19 16,21 1-7-16,-6-4-10 16,1-3 3-16,5 3-11 15,-9-9-23-15,15 6-25 16,-12 2-67-16,1 1-78 16,-17 8-160-16</inkml:trace>
  <inkml:trace contextRef="#ctx0" brushRef="#br0" timeOffset="42215.41">19996 5077 214 0,'0'0'238'0,"0"0"-173"16,0 0 16-16,0 0-30 0,0 0-6 15,0 0 7-15,41 44-8 16,-7-44 8-16,6 0-10 15,0 0 10-15,7-12-18 16,-1-32 7-16,7-5-27 16,3-7-7-16,-25-4-7 15,-3-4-4-15,-16 8-8 16,-12 0-36-16,0 16 39 16,0 12-24-16,-6 8-8 15,-28 20 17-15,-3 0 14 16,3 0 8-16,-1 44-7 0,-5 8 9 15,22 0 6 1,-4-8 7-16,22-12-10 0,0-7 29 16,0-5-12-16,0-9 13 15,0 2-22-15,12-1 12 16,10-4 2-16,-16 3-12 16,22-3 11-16,-9 1-24 15,-7-1 27-15,-12 0-18 16,22-5-2-16,6 2-7 15,-4-5-10-15,23 0-79 16,6 0-97-16,-13-16-124 16</inkml:trace>
  <inkml:trace contextRef="#ctx0" brushRef="#br0" timeOffset="42680.64">21013 4608 387 0,'0'0'215'0,"0"0"-167"0,0 0 13 0,0 0 34 15,0 0-10-15,0 0-6 16,7-16-19-16,-7 24-14 15,0 15-33-15,0 21 1 16,-41 9-11-16,-5 7 5 16,5-8-15-16,1-4 17 15,0-7-16-15,9-10 14 16,9-11-10-16,3-7 2 16,19-10-2-16,0-3-13 15,0 0-25-15,0 0 11 0,-6-8-83 16,-15-23-342-16</inkml:trace>
  <inkml:trace contextRef="#ctx0" brushRef="#br0" timeOffset="42881.02">21013 4608 706 0,'-313'128'239'0,"332"-128"-149"15,21 16 6-15,0 12-8 16,13 3-45-16,3 2-23 0,9-5-8 15,-3-4-11-15,-9-4-2 16,-7 0-34-16,-12-12 18 16,-15 5-56-16,-7 2-2 15,-2-2-42-15,-10-2-41 16,0-3-13-16,0-8-338 16</inkml:trace>
  <inkml:trace contextRef="#ctx0" brushRef="#br0" timeOffset="43299.9">21463 4463 258 0,'0'0'485'16,"0"0"-412"-16,0 0 31 15,0 0 0-15,0 0-32 0,0 0-46 16,0 232 8-16,19-188-26 16,-13 9 4-16,6-13-12 15,-12-12 0-15,0-3 0 16,0-2-13-16,0-2 5 16,0 7-44-16,0-5-37 15,-12 1-192-15,-13-12-132 16</inkml:trace>
  <inkml:trace contextRef="#ctx0" brushRef="#br0" timeOffset="43512.14">21221 4796 205 0,'0'0'644'15,"0"0"-615"-15,0 0 9 16,0 0 94-16,0 0-87 16,0 0-34-16,301-12-11 15,-248 0-19-15,-13-4-77 16,0 12-148-16,-34-9-163 16</inkml:trace>
  <inkml:trace contextRef="#ctx0" brushRef="#br0" timeOffset="43913.85">21990 4944 612 0,'0'0'170'0,"0"0"-63"0,0 0 35 16,0 0-111-16,0 0-25 15,53-277 2-15,-25 158 4 16,-10 2-1-16,-12 17-6 15,-6 28 5-15,0 23 18 16,0 13-18-16,0 12-10 16,0 9-9-16,0 10-25 15,0 5 21-15,0 0-61 16,0 0-41-16,0 33-15 16,-12 14 51-16,-7 14-76 15,-2-5-76-15</inkml:trace>
  <inkml:trace contextRef="#ctx0" brushRef="#br0" timeOffset="44217.96">22089 4620 443 0,'0'0'114'16,"0"0"-51"-16,0 0 13 15,0 0-20-15,0 0-25 16,0 0-25-16,115 0 8 15,-90-5-14-15,3 5 2 16,-7 0-7-16,-8 0 12 16,-1 8 9-16,16 21-9 15,-15 3 63-15,-1 0-12 16,-12 0 34-16,0-8-57 0,0 4-18 16,0-4 32-16,0 1-37 15,-31-2 27-15,-25-7-39 16,-3-4 0-16,0-12-13 15,-3 0-26-15,10 0-83 16,-1-8-225-16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14T23:03:56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9395 9485 317 0,'0'0'40'0,"0"0"12"0,0 0-4 0,0 0-42 15,0 0 7-15,0 0 8 16,0 0 3-16,0 0 41 16,0 0 17-16,0 0 7 15,0 0-25-15,0 0-24 16,0 0-16-16,0 0 21 16,0 0-15-16,0 0-18 15,0 0-5-15,0 0-7 16,0 0 11-16,0 0 0 15,0 0 13-15,0 0 11 16,0 0 14-16,0 0 18 16,9-9-20-16,16-15-34 0,3-15 8 15,12 2-16-15,1-7 0 16,-1 8-5-16,7-8-4 16,-7 8 2-16,0 0-26 15,-15 12-10-15,-10 7-9 16,-15 17-10-16,0 0-43 15,0 0-64-15,0 0-43 16,0 17-91-16</inkml:trace>
  <inkml:trace contextRef="#ctx0" brushRef="#br0" timeOffset="349.29">9538 9236 185 0,'0'0'299'0,"0"0"-256"0,0 0 28 0,0 0-6 16,0 0-44-16,0 0 18 16,-7 11-13-16,7-6 40 0,0 11 59 15,0-1-26-15,13 10-53 16,12-1-13-16,-4 4-9 16,7 4-24-16,-9-3 1 15,15-6-1-15,-9 1-8 16,-3-16-57-16,5 1-115 15,-14 2-152-15</inkml:trace>
  <inkml:trace contextRef="#ctx0" brushRef="#br0" timeOffset="1465.17">14102 9573 335 0,'0'0'182'0,"0"0"-121"0,0 0 92 0,0 0 6 15,0 0-82-15,0 0-27 0,155-169-1 16,-149 161-38 0,0 0 23-16,-6 0-9 0,13 0-15 15,-7-4-10-15,3-1-8 16,-3 10-33-16,1-5-30 16,-1 0-78-16,-6-4-65 15,0 7 68-15,0 2-106 16</inkml:trace>
  <inkml:trace contextRef="#ctx0" brushRef="#br0" timeOffset="1763.61">14027 9236 370 0,'0'0'166'15,"0"0"-105"-15,0 0 69 16,0 0 46-16,0 0-48 16,0 0-55-16,115 136-45 15,-81-95 57-15,7-10-62 16,-7 1-13-16,-3 8-10 15,9-7-2-15,-12-6-3 16,6 6-35-16,-15-10-39 16,2 2-88-16,-14-17-143 15</inkml:trace>
  <inkml:trace contextRef="#ctx0" brushRef="#br0" timeOffset="16584.8">5929 6966 298 0,'0'0'177'0,"0"0"-149"15,0 0 67-15,0 0-26 0,0 0-48 0,0 0 22 16,0 0 14 0,0 0-12-16,0 0 21 0,0 0 28 15,0 0-50-15,0 0-14 16,0 0-3-16,0 0-12 16,0 0 30-16,0 0-16 15,0 0-5-15,0 0-19 16,0 0 7-16,0 4-11 15,0-4 0-15,0 11 3 16,0-3-3-16,0 5-2 16,0 7-2-16,12 0 3 15,-12 4 1-15,12 9 4 0,4-2 1 16,-16 2 10 0,6 6 4-16,6-6-18 0,-12-2 1 15,13 5 4-15,2-7-11 16,-8 7 8-16,5-4-8 15,0 0 10-15,-2 8-11 16,2 4 9-16,-6 5-4 16,0 2 0-16,1-7 1 15,-7 0 1-15,9-11-1 16,-9-1 0-16,6 8-1 16,-6-8 5-16,0 0-5 15,0 12 4-15,0-8-4 16,0 5 1-16,0-2-1 15,0-6 0-15,6 3 4 16,1 0 0-16,-1-5-1 0,-6 5-2 16,0 9 4-16,0-1-4 15,0 5-1-15,0-2 0 16,0-3 4-16,0 1-4 16,0-1 1-16,0 0-2 15,0-4 2-15,0 4-4 16,0-4 3-16,-6 5 0 15,-1-1 2-15,1-5 1 16,-9 2-3-16,8-1 0 16,1-4-1-16,6-4 3 15,0-4-4-15,0 5 4 16,0-5-5-16,-6 3 3 16,6 5 0-16,-6 0-3 0,0 0 8 15,6 0-5 1,-10 5 1-16,10-5-1 0,-6 3 2 15,0 2-5-15,6-1 3 16,-12 4 0-16,12-8 1 16,0 8 0-16,0 5-1 15,0-1 5-15,0 0-8 16,0 0 8-16,0-4-5 16,0 0 0-16,0 9-2 15,0-1 1-15,0-4 1 16,0 4-1-16,0-8 4 15,0 0-7-15,0 1 9 0,0-6-5 16,0 2 1 0,0 2-1-16,0 1 1 0,0 0-1 15,0-3 0-15,-7 7 0 16,7-8-5-16,-15 16 10 16,2 0-2-16,1 9 2 15,6-1 4-15,-22-8-6 16,28 4 0-16,-12-7-3 15,12 2 3-15,0 6-6 16,-10-2 6-16,-2 2-4 16,12-6 4-16,-13 6-5 15,13-17 6-15,0 4-8 16,-12-12 4-16,12-7-8 16,0-9-17-16,0 4-26 0,0 4-89 15,0-8-232-15,0-4-189 16</inkml:trace>
  <inkml:trace contextRef="#ctx0" brushRef="#br0" timeOffset="17650.75">5860 7403 212 0,'0'0'320'0,"0"0"-273"0,0 0 0 0,0 0-19 16,0 0 33-16,0 0 24 16,0 0 29-16,0 0-51 15,0 0-11-15,0 0-4 16,0 0-6-16,0 0-20 16,13-16-3-16,8-12-3 15,4-13-12-15,-3 2 8 16,6-2-6-16,3 5-2 15,9-16 2-15,-12 12-6 16,6-4-1-16,-15 3-15 0,2 18 0 16,-8 7 1-16,-13 8 6 15,0 8 9-15,0 0 5 16,0 0-5-16,0 0 0 16,0 3-14-16,0 34 14 15,0 11 22-15,0 16 39 16,0-4-49-16,0-12-8 15,0-7-2-15,0-18-1 16,18-7-1-16,10-7-78 16,0-9-51-16,-9 0-230 15,-7 0-127-15</inkml:trace>
  <inkml:trace contextRef="#ctx0" brushRef="#br0" timeOffset="20448.56">7773 8963 28 0,'0'0'76'0,"0"0"-64"0,0 0 80 16,0 0 7-16,0 0-14 16,0 0-8-16,0 0 11 15,13 0 60-15,-13 0-21 16,0 0-1-16,0 0-41 15,0 0-27-15,0 0-42 16,0 0-16-16,0 0-1 16,0 0-6-16,0 0 7 0,0 0-7 15,0 0 7-15,0 0-4 16,0 0 3-16,0 0-18 16,12 0 15-16,4-9 0 15,-10-2 2-15,19-6-7 16,-10 2-10-16,-9-1-47 15,1 3-62-15,-7 13 77 16,0 0 51-16,0 0 44 16,0 0 6-16,0 13 2 15,0 3-29-15,0-4-8 16,0-4-13-16,6-4-2 16,16-4-9-16,-16 0-19 0,40 0 28 15,-12 0-10-15,-9 0 10 16,3-12 11-16,-28 0-8 15,0 4 4-15,0 4 0 16,0 4 7-16,0 0-12 16,-6 0 2-16,-22 0 8 15,9 0 0-15,19 0-6 16,0 0-6-16,0 0-1 16,0-4-104-16,7-17-78 15,17 1-33-15</inkml:trace>
  <inkml:trace contextRef="#ctx0" brushRef="#br0" timeOffset="21698.62">6015 8867 102 0,'0'0'105'0,"0"0"-14"0,0 0 43 0,0 0-88 0,0 0-23 16,0 0 6-16,-28 0 23 16,28 0 16-16,-12 0 24 0,6 0-13 15,6 0 3 1,0 0-57-16,0 0-25 0,0 0-2 16,0 0 2-1,0 0 2-15,0 0 16 0,0 0 26 16,0 0 19-16,0 0-8 15,0 0 3-15,0 0 1 16,0 0-38-16,0 0-21 16,0 0 9-16,0 0-5 15,0-4-1-15,0 4 3 16,0 0-2-16,0 0-1 16,0 0-3-16,0 0-9 15,0 0 2-15,6 0 7 16,34-4-4-16,-9 4 8 15,10 0-2-15,-1 0 2 0,-6 0-6 16,0 0 2 0,-9 0-4-16,-3 0-2 0,-4 0-8 15,-2 0-22 1,-4 0-35-16,1 0 38 0,8 0-112 16,-15 0-106-16,-6 0-61 15</inkml:trace>
  <inkml:trace contextRef="#ctx0" brushRef="#br0" timeOffset="25977.72">8307 8242 73 0,'0'0'1'0,"0"0"27"0,0 0 31 0,0 0-39 0,0 0 19 15,0 0 53-15,0 0 27 16,12 0-55-16,-12 0-11 15,0 0-18-15,0 0-13 16,0 0-20-16,0 0 5 16,0 0 10-16,0 0 1 15,0 0 34-15,0 0-16 16,0 0 0-16,0 3-26 16,0-3-10-16,0 4 0 15,9-4-2-15,-2 0 1 16,-7 0 1-16,0 0 4 15,0 0 0-15,0 0 9 16,6 0 19-16,-6 0 62 0,0 0-3 16,0 0-25-16,0 0-35 15,0 0-16-15,0 0-4 16,6 0-8-16,22 0-6 16,-16 0 2-16,1 0-6 15,-7 0 14-15,16 0 4 16,-10 8 18-16,16-4-13 15,6 5-12-15,-3-6 0 16,9-3-3-16,-18 0-1 16,-3 5-2-16,-4-5-1 15,-15 0-2-15,13 0-3 16,-13 0 2-16,0 0-14 0,0 0 18 16,0 0-8-16,0 3-42 15,0-3-5-15,0 4-176 16,0 0-12-16,0 0 6 15,0 0 48-15</inkml:trace>
  <inkml:trace contextRef="#ctx0" brushRef="#br0" timeOffset="27526.15">5987 8189 4 0,'0'0'12'0,"0"0"45"0,0 0 16 0,0 0 13 0,0 0 28 16,0 0-11-16,0 0-38 16,0 0-10-16,0 0-10 15,0 0-39-15,0-4 3 16,0 4-9-16,0-4-3 15,0 4-1-15,13 0 4 16,-13 0 3-16,0 0 20 0,0 0 41 16,0 0-21-16,0 0 5 15,0 0 1-15,0 0-10 16,0 0-14-16,0 0 31 16,0 0-18-16,0 0-7 15,0 0-8-15,0 0-17 16,0 0-4-16,0 0 9 15,0 0-11-15,0 0 4 16,0 0-4-16,0 0 4 16,0 0 5-16,0 0-1 15,22 0-5-15,-4 0 10 16,16 0-10-16,-6 0 6 0,3 0-1 16,19 0 8-16,-13 0-10 15,13 0-6-15,-10 0 5 16,-3 0 0-1,-9 0-3-15,-16 0-2 0,-2 0-9 16,8 0-31-16,-11-5-8 16,-7-6-163-16,0-1-163 15</inkml:trace>
  <inkml:trace contextRef="#ctx0" brushRef="#br0" timeOffset="35635.98">6022 9676 68 0,'0'0'134'0,"0"0"-43"0,0 0 61 0,0 0-80 16,0 0-9-16,0 0-24 15,0 0-30-15,0 5-8 16,0-5 3-16,0 0 3 15,0 0-4-15,0 0 14 16,0 0 26-16,0 0 45 16,0 0 22-16,0 0-13 15,0 0-21-15,0 0-49 16,0 0-10-16,0 0-13 16,0 0 4-16,0 0-8 0,0 0 24 15,0 0-20-15,0 0 13 16,0 0-10-16,0 0-7 15,0 0 0-15,0 0-1 16,0 0-4-16,0 0 0 16,0 0 4-16,0 0 1 15,0 0-1-15,0 0 1 16,0 0 0-16,0 0 1 16,0 0 0-16,0 0 2 15,0 0-3-15,0 0 0 16,0 0 0-16,0 0-3 15,0 0 3-15,0 0-2 16,0 0-3-16,0 0 5 0,0 0-4 16,0 0 6-16,0 0-4 15,0 0-10-15,18 0 1 16,4 0 8-16,-4 0 1 16,4 0 4-16,3 0 0 15,-3 0-2-15,-4 0-3 16,-2 0-3-16,-10 0-4 15,6 0-23-15,1 0-44 16,2 0-98-16,-15-5-82 16,0 2-258-16</inkml:trace>
  <inkml:trace contextRef="#ctx0" brushRef="#br0" timeOffset="36386.14">5987 10033 242 0,'0'0'81'0,"0"0"-45"0,0 0-36 0,0 0 0 0,0 0 13 16,0 0 84-16,0 0-19 15,0 0 1-15,0 0 22 16,0 0-36-16,0 0-13 15,0 0-52-15,0 0 13 16,0 0 37-16,13-8-2 0,2 5 4 16,4-9-37-16,3-1-7 15,-10 2 2-15,7 3-10 16,9 8 0-16,-10-4 6 16,10-1-6-16,-6-3-3 15,-4 0 0-15,1 5 6 16,-4-2-5-16,-2 5 2 15,-7-7-29-15,0 7-69 16,4 0-64-16,-10-5-38 16,0 5-305-16</inkml:trace>
  <inkml:trace contextRef="#ctx0" brushRef="#br0" timeOffset="37018">5969 10335 297 0,'0'0'208'0,"0"0"-122"0,0 0-23 0,0 0-46 15,0 0 15-15,0 0 23 16,71-41-5-16,-49 37-50 16,-10 1 1-16,1-2-3 15,8 2 4-15,-2-5-2 16,3 3 12-16,-4 1-19 15,-2 4 7-15,-10-8-15 16,6 8-38-16,1-3-52 0,-7-10-35 16,-6 1-232-16</inkml:trace>
  <inkml:trace contextRef="#ctx0" brushRef="#br0" timeOffset="37650.07">5848 10824 317 0,'0'0'162'0,"0"0"-142"0,0 0 0 16,0 0-20-16,0 0 0 15,0 0 23-15,0 0 27 0,0 0 6 16,12 0 46 0,1 0-9-16,8 0-40 0,4-5-42 15,-3 2-4-15,6-5-7 16,-10 4 0-16,-5 4-6 15,9-4 3-15,-4 0-1 16,-2-9-18-16,-10 10-16 16,0-10-31-16,-6-10-100 15,0 7-295-15</inkml:trace>
  <inkml:trace contextRef="#ctx0" brushRef="#br0" timeOffset="46978.34">21447 6324 518 0,'0'0'236'0,"0"0"-226"0,0 0 57 16,0 0 103-16,0 0-71 0,0 0-40 15,0 0 1-15,0 0-39 16,-80 0 14-16,80 0-15 16,-13 0 4-16,13 0-12 15,0 0 1-15,-6 0-6 16,-6 0 4-16,-10 0 5 15,10 0-15-15,-10 0 16 16,10 0-2-16,5 0 7 16,7 0-4-16,0 0 13 15,0 0-5-15,0 0-8 16,0 0-14-16,0 0-4 16,0 0-11-16,81-4-9 15,65-5 20-15,102-2 12 16,71-9 13-16,69-4-13 0,55-4 11 15,32 0-7-15,18 0 2 16,-4 3-8-16,-8-2-7 16,-13-6-6-16,0 10 6 15,-21 2-6-15,-32 6-10 16,-33 15 9-16,-29 0 4 16,-33 0-8-16,-32 19 8 15,-21-2-6-15,-32-6-1 16,-27-2-56-16,-28-6-27 0,-41-3-45 15,-58 0-379 1</inkml:trace>
  <inkml:trace contextRef="#ctx0" brushRef="#br0" timeOffset="48192.18">22371 8903 465 0,'0'0'82'0,"0"0"23"0,0 0 53 0,0 0-3 0,0 0-54 16,0 0-21-1,0 0-17-15,-46 32-34 0,46-32 2 16,0 0-7-16,0 0 6 15,0 0-13-15,0-9-11 16,25-35-4-16,55-31 20 16,35-33-3-16,37-21 4 15,37-24-5-15,44-15 16 16,27-29-23-16,16-23 9 16,16-1-20-16,-10-8 1 15,0 5-6-15,-3 0-2 16,3-1-4-16,-3-4-9 15,10 5 4-15,-23 7-14 16,1 9 3-16,-19 7 2 16,-28 29 21-16,-18 20 4 0,-41 31 0 15,-28 29 1-15,-46 15 0 16,-16 13-2-16,-21 4-40 16,9 9-62-16,-25 10-231 15,-34 16-504-15</inkml:trace>
  <inkml:trace contextRef="#ctx0" brushRef="#br0" timeOffset="49423.7">27559 4784 168 0,'0'0'0'0,"0"0"-118"0,0 0 96 0,0 0 22 0,0 0 34 16,0 0 104-16,118-81 95 15,-118 81-64-15,15-8 6 16,-9 1-3-16,7-14-86 15,-1-7-86-15,4 12-2 16,-4 1 0-16,10 7-36 16,-10-5 32-16,13-2 6 0,-3-6 5 15,12-7 22-15,6-3 22 16,13-10-5-16,6-11-8 16,9-1-17-16,13-11-10 15,-16 4 4-15,37-7 5 16,-9-2-10-16,12-7 0 15,16-4-9-15,0 0 1 16,13 0-14-16,-13 8 6 16,-22 6-24-16,-25 19-17 15,-21 11 19-15,-25 11 10 16,-22 14-112-16,-6 11-149 16,0 0-192-16</inkml:trace>
  <inkml:trace contextRef="#ctx0" brushRef="#br0" timeOffset="50374.68">28833 6131 182 0,'0'0'20'0,"0"0"-18"0,0 0 19 0,0 0-6 16,0 0 74-16,0 0 19 16,47 5-28-16,-47-5 32 15,9 0 37-15,-3 0-7 16,-6 0-67-16,13 0-18 16,-13 0-27-16,0 0 38 0,0 0-13 15,6 0-5 1,0 0-38-16,16 0 12 0,3 0-6 15,21 0 0-15,28 0 10 16,1 0-11-16,30 0-2 16,10 3-8-16,6 5 15 15,12-8-15-15,13 0 7 16,9 0-6-16,13 0-2 16,5 0 3-16,-12 0-9 15,-21-11 1-15,-41 3-1 16,-31 3-14-16,-27 5-30 15,-23 0 2-15,-12 0-20 16,-6 5-22-16,0 14-188 16,-6 1-446-16</inkml:trace>
  <inkml:trace contextRef="#ctx0" brushRef="#br0" timeOffset="51704.64">25767 6035 331 0,'0'0'186'0,"0"0"-4"0,0 0-20 0,0 0-16 0,0 0-110 0,0 0-25 16,-7 0-11-1,7 0-12-15,0 0 1 0,0 0 3 16,0 0 8-16,0 4 18 15,0 4 5-15,7 9-22 16,11-6 23-16,16-2-7 16,-6-1-3-16,3-5-6 15,-9-3-13-15,-3 0 11 16,-10 0-6-16,-9 0 0 16,6 0-1-16,-6-3-8 15,0-17-7-15,0 4-27 16,0 3-62-16,0 9 3 15,-28 4-62-15,-6 0 87 16,-19 0 62-16,19 25 15 0,22 6 63 16,12 2 57-1,0-5-30-15,0-4-60 0,0-9-30 16,46-7 5-16,13-8-13 16,-9 0 2-16,-4 0 6 15,-15-15 0-15,-9-14 0 16,-22-7-29-16,0 5-36 15,0 6-73-15,-53 9 50 16,-15 12-21-16,3 4 109 16,-3 0 23-16,0 32 4 15,15 4 2-15,13 1 86 16,33 3 51-16,7-8 26 16,0-9-143-16,28-10-42 0,44-9-7 15,-4-4-103-15,-9 0-254 16</inkml:trace>
  <inkml:trace contextRef="#ctx0" brushRef="#br0" timeOffset="52755.94">25919 6123 100 0,'0'0'233'0,"0"0"-129"0,0 0-46 15,0 0-18-15,0 0 64 16,0 0-40-16,-41-3-24 16,41 3 65-16,0 0 46 0,0 0-86 15,0 0-51 1,0 0-12-16,0 0-2 0,0 0-4 15,0 0-13-15,0 0 15 16,0 0-10-16,0 0 11 16,0 0-13-16,0-5 14 15,0-2 0-15,0-6-8 16,0-3 4-16,0 4-43 16,0 1-14-16,0 6 25 15,0 5 34-15,0 0 4 16,-25 0 47-16,13 8-31 15,-10 17 37-15,10-1-9 16,12-9-14-16,0-7-22 16,0-3-10-16,0-5-8 0,0 0-5 15,25 0 10 1,-4 0 0-16,20-8-2 0,-7-17 1 16,-16 6-107-16,-11 2-41 15,-7 14 73-15,0 3 76 16,-13 0-94-16,-27 0 96 15,12 3 2-15,3 9-2 16,25 1-160-16,0-10-197 16</inkml:trace>
  <inkml:trace contextRef="#ctx0" brushRef="#br0" timeOffset="53553.8">25491 5381 182 0,'0'0'127'0,"0"0"-84"0,0 0-11 16,0 0-32-16,0 0-83 15,0 0 67-15,15 0 16 0,-15 0 87 16,0 0 63 0,0 0 11-16,0 8 5 0,0-8-95 15,0 0-22-15,0 0-16 16,0 0-10-16,0 0-8 16,0 0 9-16,0 0 15 15,0 0 11-15,0 0-6 16,41-19-27-16,-10-26 27 15,31-15-24-15,24-4 6 16,-5-5-17-16,-10 2 1 16,-3 6-10-16,-15 9-3 15,-25 8-27-15,0 24-41 16,-28 9-39-16,0 11-95 0,0 0-121 16,-40 23-103-16</inkml:trace>
  <inkml:trace contextRef="#ctx0" brushRef="#br0" timeOffset="53952.77">25391 5052 81 0,'0'0'547'0,"0"0"-441"0,0 0 126 0,0 0-68 0,0 0-36 16,0 0-46-16,214 57-35 16,-139-21-1-16,-10-4-20 15,22 8-12-15,-13-4-13 16,1-8-1-16,-16-3-8 16,-19-2-35-16,-6-2-3 15,-15-10-30-15,2 9-87 0,-15-12-285 16</inkml:trace>
  <inkml:trace contextRef="#ctx0" brushRef="#br0" timeOffset="55673.65">26061 4382 14 0,'0'0'509'0,"0"0"-406"0,0 0 45 15,0 0-15-15,0 0-30 16,0 0-34-16,25 0-19 16,3 0 40-16,0-15-28 15,3-14-10-15,15-2-26 16,-5-10 3-16,-1-3-23 15,0 1-6-15,7-6 0 16,-7 10-30-16,-12 10-16 16,-9 13-19-16,-4 4 1 0,-15 12-23 15,0 0-22 1,0 0-118-16,-15 0-32 0</inkml:trace>
  <inkml:trace contextRef="#ctx0" brushRef="#br0" timeOffset="56068.97">25946 4179 409 0,'0'0'200'0,"0"0"-56"0,0 0 91 0,0 0-149 16,0 0-58-16,0 0-1 15,69-57 7-15,-38 37 0 16,3-8 17-16,6 0-37 0,0-8-13 16,13 4 3-16,-13-1-8 15,1 2 4-15,-7 11-15 16,0-9-53-16,-3 14-20 16,3 2-134-16,-28 5-23 15,10 4-182-15</inkml:trace>
  <inkml:trace contextRef="#ctx0" brushRef="#br0" timeOffset="56705.57">26768 3356 441 0,'0'0'120'0,"0"0"-2"0,0 0 115 0,0 0-79 16,0 0-71-16,0 0-7 15,220-172-49-15,-179 136-18 16,11 3 0-16,-18 5-9 16,-6 5-6-16,-21 2 6 15,20 1-98-15,-14 0-86 16,-7 4-216-16</inkml:trace>
  <inkml:trace contextRef="#ctx0" brushRef="#br0" timeOffset="57367.64">27258 2350 737 0,'0'0'169'0,"0"0"-23"15,0 0-51-15,0 0-58 16,0 0-19-16,0 0 36 16,0-16-27-16,0 16-2 15,12 0 1-15,23 0-8 16,5 16-8-16,19 7-7 16,15 13 4-16,-9-3-3 15,4-1-8-15,-17 0-6 16,-5-8 3-16,-26 1-12 15,-14-10 14-15,-1-7 5 16,-6-4 0-16,0-4-3 16,0 0 8-16,0 0-11 0,0 0 11 15,0 0-7 1,0-16 3-16,0-4-1 0,0 0 4 16,0 4 10-1,-13 4-11-15,4 0-1 0,9-4 2 16,0 8-1-16,0-4-6 15,0 4-1-15,0 0 2 16,9 4-9-16,4 4 3 16,-13 0 2-16,6 0-5 15,6 0 2-15,-2 0 2 16,2 8 3-16,-12 12-9 16,0 0 2-16,0 4 0 0,0 12 8 15,-6 4 0-15,-50-4-25 16,-9 0-32-16,-9 5-87 15,-13-5-228-15,6-4-66 16</inkml:trace>
  <inkml:trace contextRef="#ctx0" brushRef="#br0" timeOffset="57966.8">28064 2334 319 0,'0'0'336'0,"0"0"-202"0,0 0 102 0,0 0-144 16,0 0-69-16,0 0 93 16,-12 176-99-16,-16-108-2 0,-3 0-13 15,9-12 0-15,4 1-2 16,-4-9-1-16,3-9 1 16,13-3-4-16,6-6-11 15,0-15-70-15,0-11-86 16,31-4-289-16</inkml:trace>
  <inkml:trace contextRef="#ctx0" brushRef="#br0" timeOffset="58465.61">28185 3003 67 0,'0'0'255'16,"0"0"-122"-16,0 0-46 15,0 0-43-15,0 0 17 16,0 0-2-16,168-8 1 15,-128-12 23-15,0-12 9 16,-12 4-26-16,-22 0-22 0,-6-4 3 16,0 0-46-1,0 16-1-15,-21 4 0 0,-26 8-4 16,7 4-2-16,15 0 6 16,-9 0 8-16,12 16-3 15,4 4 18-15,5-4-21 16,13 0-2-16,0-8-3 15,0 0-5-15,0-1-6 16,41 2 4-16,-4 3 6 16,3 8 8-16,7 0 10 15,-13 12 3-15,-6 0 40 16,6 0-1-16,-16 4-7 16,4-11-44-16,-3-10-5 15,21-7-3-15,6-8-68 0,7 0-120 16,-19-20-442-1</inkml:trace>
  <inkml:trace contextRef="#ctx0" brushRef="#br0" timeOffset="59320.35">27484 1996 449 0,'0'0'101'0,"0"0"-48"0,0 0-15 0,0 0-37 0,0 0 3 16,0 0-4-16,-21-31 0 15,21 31 84-15,0 0 132 16,0 0-77-16,0 0-63 16,0 0-14-16,0 0-37 15,0 0-23-15,0 0 3 16,0 23-3-16,0 10 31 16,28 11-18-16,-10 0-4 0,4 4-8 15,-10 1 1 1,16 2-8-16,-9 1 7 15,3-11-6-15,-4 7 4 0,-2-16-4 16,-10 0 6-16,0-5-5 16,0-6 2-16,-6-9 0 15,6-8-2-15,-6 4-11 16,0-8-11-16,7 4-24 16,-7 0-42-16,0 0-182 15,0 0-145-15</inkml:trace>
  <inkml:trace contextRef="#ctx0" brushRef="#br0" timeOffset="73103.78">28064 5201 494 0,'0'0'69'0,"0"0"-18"0,0 0 54 0,0 0-46 16,0 0-9-16,0 0-13 15,0 0-37-15,0 0 1 16,0-16 2-16,0 16 22 16,0 0 16-16,0 0 28 15,0 0-31-15,0 0 11 16,0 0-18-16,0 0-15 16,0 0-10-16,0 0-5 15,0 0 8-15,0 0-2 16,0 0 11-16,0 0-17 15,0 0 22-15,0 0-15 0,0 0-4 16,0 0 3-16,0 13-5 16,0 10 8-16,0 9-7 15,0 8 1-15,0 4-3 16,0-3-2-16,-6 3-13 16,-6-8-6-16,12-16-45 15,-7-4-57-15,7-12-147 16,0 0 37-16,-6-4-183 15</inkml:trace>
  <inkml:trace contextRef="#ctx0" brushRef="#br0" timeOffset="73470.6">27919 5298 136 0,'0'0'461'0,"0"0"-408"0,0 0 62 0,0 0 32 0,0 0-63 0,0 0-40 16,58-5-24-16,-30 5 12 15,13 0-11-15,5 0-4 16,1 0-14-16,5 0-6 16,17-12-8-16,-4-4-25 15,3 0-45-15,-9 1-193 16,-19 2 5-16</inkml:trace>
  <inkml:trace contextRef="#ctx0" brushRef="#br0" timeOffset="74086.72">29261 4492 54 0,'0'0'437'0,"0"0"-360"0,0 0 45 0,0 0 37 0,0 0-19 16,0 0-85-16,0 3-19 15,0 17-15-15,0 13 7 16,0 11 36-16,0 3-50 16,0 14-10-16,0-9 8 15,0-4-22-15,0-7 10 16,0-5-5-16,0-5-18 16,0-3-36-16,0-12-14 15,0-3-110-15,0-13-101 16,0 0-288-16</inkml:trace>
  <inkml:trace contextRef="#ctx0" brushRef="#br0" timeOffset="74418.53">28976 4720 605 0,'0'0'85'0,"0"0"9"16,0 0 78-16,0 0-44 15,0 0-48-15,0 0-33 16,285-25-47-16,-229 18 4 16,-10 3-2-16,-5-8-4 15,-10 7-43-15,9-6-27 16,-12-6-131-16,-9 1-126 16</inkml:trace>
  <inkml:trace contextRef="#ctx0" brushRef="#br0" timeOffset="75117.69">30297 3801 118 0,'0'0'338'0,"0"0"-240"0,0 0 22 15,0 0 24-15,0 0-27 16,0 0-9-16,0 5-48 16,0-5-15-16,0 3-4 0,0 10 7 15,0 2-30 1,0 13 7-16,0 21 0 16,0-1-25-16,0 8 8 0,0-8-8 15,0-8 0-15,0-4-29 16,0-12-15-16,0 1-69 15,0-6-59-15,0-2-145 16,0-6-205-16</inkml:trace>
  <inkml:trace contextRef="#ctx0" brushRef="#br0" timeOffset="75553.85">30204 3970 490 0,'0'0'130'0,"0"0"22"0,0 0 45 0,0 0-93 0,0 0-23 15,0 0-13-15,381-40-55 16,-328 35-13-16,-13-3-9 16,-12 5-56-16,0 3-23 15,-9 0-46-15,-1 0-91 16,-9 0 5-16,-9 0-268 16</inkml:trace>
  <inkml:trace contextRef="#ctx0" brushRef="#br0" timeOffset="76184.86">31280 3103 451 0,'0'0'68'0,"0"0"23"0,0 0 59 0,0 0-4 0,0 0-54 15,0 0 7-15,6-3-46 16,-6 3-19-16,0 0 7 16,0 0-6-16,0 0-2 15,0 0-18-15,0 3-15 16,0 22-5-16,9 3 4 15,-9 0 2-15,6 4-1 16,-6-9 2-16,0 7-4 16,0-11-5-16,0-2-14 15,0-2-2-15,0 6-35 16,0-10-52-16,0 1-103 16,0 1-36-16,0-13-46 0</inkml:trace>
  <inkml:trace contextRef="#ctx0" brushRef="#br0" timeOffset="76454.03">31280 3103 281 0</inkml:trace>
  <inkml:trace contextRef="#ctx0" brushRef="#br0" timeOffset="76566.92">31280 3103 281 0,'-186'136'215'0,"220"-136"-70"0,25 0 64 0,15 0 144 16,0 0-298-16,-15 0-36 16,-6 0-4-16,0 0-15 0,-13-11-5 15,16-1-11 1,-16-4-29-16,-9 0-72 0,-15 7-155 16,-16-2-201-1</inkml:trace>
  <inkml:trace contextRef="#ctx0" brushRef="#br0" timeOffset="77916.73">31453 2971 138 0,'0'0'33'0,"0"0"8"0,0 0-29 0,0 0 51 16,0 57-16-16,0-49 49 0,0-1-2 15,0 1-12 1,0 0-71-16,0 8 1 0,-6 4-3 16,0 0-7-16,6 1-4 15,0-5 2-15,0-12-44 16,0-4-214-16</inkml:trace>
  <inkml:trace contextRef="#ctx0" brushRef="#br0" timeOffset="83077.85">23472 7050 93 0,'0'0'205'0,"0"0"-98"0,0 0-2 15,0 0-8-15,0 0-18 16,0 0 1-16,0 0-27 15,-6 0-27-15,6 0-4 16,0 0 4-16,0 0 0 16,0 0 4-16,0 0 14 15,0 0 4-15,0 0 17 0,0 0-13 16,0 0-7-16,0 0-4 16,0 0-26-16,0 0-6 15,0 0-2-15,0 0 19 16,0 0-14-16,0 0 12 15,0 0-24-15,6 0 0 16,50-8 2-16,3-4 5 16,9 0-4-16,-9 4-3 15,-6 0 0-15,-7 3-14 16,1 5 1-16,-13 0-16 16,-6 0-1-16,-3-8-37 15,-10 5-50-15,-15-5-146 16,0 0-154-16</inkml:trace>
  <inkml:trace contextRef="#ctx0" brushRef="#br0" timeOffset="83662.06">22564 7375 25 0,'0'0'57'0,"0"0"-57"0,0 0-12 0,0 0-7 0,0 0-32 0</inkml:trace>
  <inkml:trace contextRef="#ctx0" brushRef="#br0" timeOffset="83928.02">22564 7375 80 0,'0'28'101'0,"0"-28"-7"16,0 0-44-16,0 0-18 15,0 0 2-15,0 0-34 16,0 0 3-16,0 0 22 16,0 0 39-16,0 0 0 15,0 0 43-15,0 0 31 16,0 0-8-16,0 0-33 16,0 0-34-16,0 0-30 15,0 0-2-15,0 0-14 16,0 0-2-16,0 0 3 15,21 0 1-15,10 4 11 0,25-4-25 16,-3 0 2-16,0 0-7 16,9 0-2-16,-10 0-26 15,-5 0-50-15,-7 0-4 16,-12-12-137-16,-28 4-145 16</inkml:trace>
  <inkml:trace contextRef="#ctx0" brushRef="#br0" timeOffset="84693.82">21897 8004 281 0,'0'0'176'0,"0"0"-92"0,0 0 49 0,0 0 19 0,0 0-43 15,0 0-19-15,0-8-41 16,0 5-17-16,12-5 5 0,29 8 12 15,-1 0-12-15,0 0-32 16,1 0 3-16,-17 0-8 16,23 0-6-16,-19 0-3 15,6 0-8-15,0 0-37 16,-15 0-6-16,9 0-83 16,-16 0-186-16,-12-13-295 15</inkml:trace>
  <inkml:trace contextRef="#ctx0" brushRef="#br0" timeOffset="85510.61">21209 8586 323 0,'0'0'53'0,"0"0"42"0,0 0-47 0,0 0 19 0,0 0 17 16,0 0 48-16,-10 0-40 0,10 0-12 15,0 0-5-15,0 0-27 16,0 0-3-16,0 0-43 16,0 0 1-16,22 0 41 15,25 0-30-15,5 0 11 16,4 0-18-16,-3 0-7 16,0 0 4-16,-1 0-8 15,-5 0 2-15,-1 0-5 16,-5 0-20-16,-1 4-37 15,0-4 10-15,-6 0-71 16,-21 0-172-16,-13 0-133 16</inkml:trace>
  <inkml:trace contextRef="#ctx0" brushRef="#br0" timeOffset="86309.4">20719 9151 422 0,'0'0'95'0,"0"0"2"0,0 0 10 15,0 0 9-15,0 0 16 16,0 0-60-16,0 0-18 16,0 0-34-16,15-7-2 15,22-6 18-15,4 1 12 16,-1 1-3-16,0 6-29 15,-12 5-14-15,6 0-1 16,-9 0-1-16,-3 0 0 16,3 0-2-16,-4 0-24 15,-8 0-18-15,9 0-64 0,-10 0-36 16,-12 0-189-16,0 0-288 16</inkml:trace>
  <inkml:trace contextRef="#ctx0" brushRef="#br0" timeOffset="90655.03">21026 13547 332 0,'0'0'217'0,"0"0"-200"0,0 0-17 0,0 0-16 0,0 0 8 15,0 0 3-15,0 0 10 16,15-13-5-16,-15 13 16 15,0 0 57-15,0 0 32 0,0 0 8 16,0 0-1-16,0 0-81 16,0 0-3-16,0 0 32 15,0 0-4-15,0 0-26 16,0 0-12-16,0 0 24 16,0 0-33-16,0 0-6 15,0 0 1-15,0 0 10 16,0 0-6-16,0 0 10 15,0 0-13-15,0 0 9 16,0 0-10-16,0 0 5 16,0 0-9-16,0 0-2 0,13 0 1 15,33 0-2-15,22-11-1 16,13 3 8-16,18-9 7 16,16 9-10-16,18-7 14 15,7-1-3-15,6 4-6 16,-13-1 8-16,3 10-10 15,-18 3 5-15,-3 0-1 16,-7 0 3-16,10 0-11 16,15 0 13-16,16 0-11 15,3 3 2-15,22-3-4 16,-13 0 6-16,-12 0 1 16,-3 0-6-16,-7 9 18 0,-5-5-17 15,2 3 17 1,4-2-16-16,5 7 10 0,16-8-8 15,13-4-5-15,0 0 0 16,-1 0 7-16,-11 0-9 16,5 12 4-16,-15-1-4 15,3 2 5-15,0-1-3 16,-15-1 1-16,-1-2 4 16,7-1-3-16,3-8 1 15,-4 0-6-15,4 0 7 16,-9 0-11-16,-7 4 9 15,7 5-4-15,-13 2-1 16,0 1 3-16,-12 4-1 16,6-4 1-16,-10-4 0 15,10-4 1-15,-6-4-6 0,12 0 9 16,6 0-8-16,13 0 7 16,15 0-6-16,7 12 1 15,-7 0-2-15,-22-4 0 16,1 0 8-16,-19 0-11 15,-6 0 15-15,12-4-14 16,0 0 14-16,6 8-11 16,7 1 5-16,5-2-2 15,4 1 0-15,-3 1 0 16,-3 2 3-16,2-2-2 16,-5-2 5-16,-7-6-1 15,-12-5 2-15,-34 8-4 0,-13-1-6 16,-15-2 3-16,-12-2-5 15,9-3-6-15,-16 0-1 16,-15 0 8 0,9 0-28-16,-28 0-29 0,-6 0-91 15,-19-31-590-15</inkml:trace>
  <inkml:trace contextRef="#ctx0" brushRef="#br0" timeOffset="93070.4">22523 10543 194 0,'0'0'123'0,"0"0"42"0,0 0-71 0,0 0-44 0,0 0-19 16,0 0 20-16,62 8 10 16,-31 5-9-16,3 6 18 15,-12-2 15-15,25 6-18 16,-13 5-17-16,-3 1-16 16,25 2 34-16,-4 2-28 15,1-2-19-15,9-2-17 16,-3 7 21-16,6-8-21 15,3 20 4-15,7-7-6 16,5-2 3-16,-15 2-2 16,16-5-2-16,-13 0-2 15,-3-5 2-15,-3 2-5 16,-9-2 12-16,0 2-8 0,-13 3 2 16,7-8 5-16,-13 4-6 15,18-7 5-15,1 11-3 16,3-8-2-16,-3 16 1 15,12-5 4-15,-3 6 0 16,9 2-3-16,4 2 5 16,5-1-7-16,7 4 0 15,-6-4-1-15,-7-4 1 16,-3-3-2-16,4-5 2 0,-7 3-1 16,-3 2 4-1,-3-1-2-15,-3 0 1 0,0 4 7 16,3 4-8-1,3 1 0-15,-3-1-2 0,3-4 0 16,-3 0-2-16,3 0 8 16,4-4-10-16,-17 0 8 15,1 0-8-15,15-4 10 16,-9 13-6-16,3-5 0 16,3 4 0-16,10-4 0 15,-7 3 0-15,3 2-4 16,-3-4 11-16,7 2-15 15,-4 2 13-15,-3 7-11 16,-9-8 10-16,-6 7-4 16,3-6 0-16,-4-1 0 0,7 1-5 15,3-10 12-15,-3 10-15 16,3-6 16-16,-3-2-16 16,16-2 4-16,-23 2 3 15,1-8 0-15,0 10 1 16,-7-6 0-16,4 2 5 15,9 2-10-15,-13-10 12 16,1 10-15-16,-1-5 16 16,7 0-9-16,3-4 1 15,-3 0-2-15,-7 4 2 16,7 4 2-16,3 4-2 16,-10-3 3-16,13-2-9 15,-6-3 10-15,3-3-4 0,-4 6 0 16,1-6 1-16,-7-1 3 15,1 4-3-15,6-8 1 16,3 12-2-16,-4-4 2 16,16 0 3-16,-9 0-8 15,-6-7 11-15,9 7-11 16,-9-4 6-16,6 4-3 16,-7-4 0-16,4 4 0 15,-9 4 0-15,-1-4 0 16,-5 4 1-16,11-7 5 15,-5 3-11-15,-1-8 10 16,-5 0-6-16,-7 0 1 16,-6 0 0-16,12 4 3 15,-3 4-3-15,13 0 14 16,9 4-9-16,-7 12-1 0,10-11 4 16,-3 3-12-16,-6-4 9 15,-6-8-5-15,-1 4 1 16,1-4 1-16,2 0 2 15,-2 4-3-15,5-3-1 16,-5 3 6-16,6-5-9 16,-7 5 8-16,10 0-8 15,-3-3 6-15,-1 3-3 16,-5 0 4-16,6-4-3 16,2 8 6-16,-2 1-4 15,0-5 6-15,0 3-5 0,-7-6-4 16,4-2 4-16,-4-3-4 15,-15-3 0-15,9-1 0 16,1-4 0-16,-1 4 3 16,-6-1 0-16,19 6-2 15,3-1 9-15,-4-4-8 16,1 8 3-16,0-4-5 16,-7-3 2-16,-5 2-4 15,-1 1 5-15,-12-3-5 16,6 6 9-16,-9 5 0 0,15 0-3 15,-6 1 20 1,0-5-15-16,-9-8-8 0,3-4-1 16,-9-8 0-16,-4-8-4 15,-9-4-20 1,-6 0 2-16,0 0-32 0,0 0-25 16,0 0-40-16,-34 0-357 15</inkml:trace>
  <inkml:trace contextRef="#ctx0" brushRef="#br0" timeOffset="94601.85">27081 13571 182 0,'0'0'190'0,"0"0"-48"0,0 0-17 0,0 0-53 15,0 0-31-15,0 0 21 16,0 0 1-16,-24 0-33 15,24 0 11-15,0 4-30 16,0 4 1-16,0-4-6 16,0 12 23-16,0 0 7 0,0 1-15 15,0-6 11-15,0 1-24 16,0-4-8-16,6-3 8 16,22-5-16-16,3 0 9 15,-3 0-2-15,-1 0 2 16,-8 0 1-16,-7-21 4 15,-12 6-5-15,10-14 12 16,-10 1-9-16,0-4-8 16,0 8-4-16,0-1 3 15,0 22 6-15,-22-2-3 16,10 5-11-16,-10 0 5 16,10 0 2-16,-1 0 10 15,-2 8-9-15,15 17 10 0,0-1 2 16,0-7-7-16,0-6 1 15,0-3-1-15,15-4-3 16,-2-4 1-16,-1 0-11 16,3 0 12-16,-2 0 2 15,-7-8 22-15,-6-12-8 16,0-5-2-16,0-2-13 16,0 7-4-16,0 4-3 15,0 4-4-15,-34 12 7 16,9 0 4-16,-9 0 3 15,6 0 3-15,10 16 1 16,5-1-5-16,13-7 0 0,0 5-2 16,0-5-4-16,0-8 1 15,6 0-10-15,19 0 7 16,9 0 3-16,-21 0-1 16,8 0-14-16,-14-21-28 15,-7 18-96-15,0-2 46 16,0 5-34-16,0 0-20 15,0 0-359-15</inkml:trace>
  <inkml:trace contextRef="#ctx0" brushRef="#br0" timeOffset="95717.66">27150 12476 202 0,'0'0'294'0,"0"0"-193"0,0 0-19 16,0 0-12-16,0 0-11 15,0 0 37-15,80-85-41 0,-40 38-4 16,19-1-19 0,-6-9-10-16,-3 9-16 0,-10 8-4 15,-15 8-4-15,-13 13-9 16,4-2-4 0,-4 1-52-16,-6 4-31 0,10 8-47 15,-10 8-11-15,-6 0-65 16,0 0-136-16</inkml:trace>
  <inkml:trace contextRef="#ctx0" brushRef="#br0" timeOffset="96133.74">27224 12043 393 0,'0'0'114'0,"0"0"20"0,0 0 77 15,0 0-32-15,0 0-75 0,0 0 11 16,295 201-80-16,-224-145 7 16,-3-1-28-16,-3 2 1 15,-9-5-14-15,-25-12 2 16,3-4-3-16,-18-11-6 15,-10-6-2-15,-6-10-12 16,0-1-1-16,0-8-60 16,0 0-233-16,0-33-436 15</inkml:trace>
  <inkml:trace contextRef="#ctx0" brushRef="#br0" timeOffset="96867.19">27971 11979 390 0,'0'0'171'0,"0"0"-96"0,0 0 64 0,0 0-42 0,0 0 53 15,0 0-81-15,134-8-2 0,-60-16-2 16,7-8-42-16,5-1 6 16,-11 2-21-16,-22 3-16 15,-13 7-13-15,-15 1-57 16,-4 12-33-16,-2-4-76 15,-10 12 3-15,-9 0 8 16,0 0-138-16</inkml:trace>
  <inkml:trace contextRef="#ctx0" brushRef="#br0" timeOffset="97265.62">28120 11754 454 0,'0'0'200'0,"0"0"83"0,0 0-83 0,0 0-98 16,0 0-83-16,0 0-16 15,372-68-6-15,-316 48 2 16,-25 4-31-16,-3 8-74 16,-22-4-147-16,0 4-161 15</inkml:trace>
  <inkml:trace contextRef="#ctx0" brushRef="#br0" timeOffset="97815.54">28895 11373 463 0,'0'0'164'0,"0"0"19"0,0 0 23 0,0 0-107 0,0 0-1 16,0 0-40-16,127-48-25 16,-46 16-2-16,-10 0-18 15,4 8-13-15,-23-1-3 16,-5 10-48-16,-7-1-50 16,-12 8-193-16,-9 3-258 15</inkml:trace>
  <inkml:trace contextRef="#ctx0" brushRef="#br0" timeOffset="98549.7">29816 10371 626 0,'0'0'134'0,"0"0"-36"0,0 0 48 0,0 0-78 0,0 0-18 15,0 0 14-15,75 11-15 16,-48 10-41-16,-2-1 13 0,-3 4-19 16,9 0 2-16,3 16-4 15,0 0 0-15,0 9 0 16,-9-2-3-16,-3-6 1 16,-4-10 0-16,-18 2-3 15,16-21 10-15,-10-1-9 16,0-11 6-16,1 0-4 15,-7 0-11-15,6 0-18 16,-6 0 2-16,15-8 13 16,-2-15 12-16,5-2 8 15,16 6-7-15,-6-6 5 16,13 9-2-16,-1 4 0 16,-9 1-22-16,-3 11 12 0,-10 0-4 15,4 0 7 1,-3 0-15-16,2 0 20 0,-14 0 1 15,-7 3-4 1,0 22 10-16,0 11 16 0,-7 8-15 16,-33-5 10-16,-6 6-1 15,-1-5-15-15,1-8-3 16,-10-4-48-16,-3 1-156 16,0-6-220-16</inkml:trace>
  <inkml:trace contextRef="#ctx0" brushRef="#br0" timeOffset="99215.62">30567 11176 200 0,'0'0'312'0,"0"0"-225"0,0 0 67 0,186-227 27 16,-112 142-41-16,13-12-87 15,-16 18 2-15,10-9-33 16,-19 23-10-16,-22 17-11 16,-15 15-1-16,-10 22-14 15,-15 11-34-15,0 0-30 16,0 0-202-16,0 0-143 0</inkml:trace>
  <inkml:trace contextRef="#ctx0" brushRef="#br0" timeOffset="100147.78">31295 11096 114 0,'0'0'390'0,"0"0"-373"0,0 0-17 16,0 0-4-16,0 0-9 16,0 0-65-16,-22 0 78 15,16 0 22-15,-6 0 37 0,6 0 89 16,-4 0 38-16,4 0-33 16,0 0-51-16,6 0-33 15,0 0-30-15,0 0-19 16,0 0-20-16,0 0-4 15,0 0-16-15,0 5-16 16,0-2 17-16,12-3 19 16,22 0 0-16,7 0-3 15,5-19 3-15,1-26 2 16,-7-2 7-16,-6-14-9 16,-15 9-4-16,-4 8-30 0,-15 12-9 15,0 11 8 1,-6 18-11-16,-50 3-26 0,-3 0 36 15,-9 44 15-15,9 17-40 16,13-2 61-16,18-7 1 16,22-11 12-16,6-18-6 15,0-7-5-15,6-7 15 16,50-9-6-16,-4 0 59 16,7 0-27-16,-12 0-4 15,-1 0-8-15,-18 11-8 16,6-3-10-16,-15 5-6 15,-13 2 17-15,22-2-10 16,-9 3-1-16,15-12-13 16,12-4-35-16,1 0-83 0,-1 0-184 15,-12-17-239-15</inkml:trace>
  <inkml:trace contextRef="#ctx0" brushRef="#br0" timeOffset="105575.69">22598 11148 116 0,'0'0'375'0,"0"0"-310"0,0 0-16 0,0 0 2 16,0 0 13-16,0 0-31 0,0 0 5 15,0 0-23-15,0 0 28 16,0 0-13-16,0 0 9 16,0 0-7-16,0 0 9 15,0 9-14-15,0 19 4 16,0-4 11-16,0 4-19 15,0 4-1-15,0 0 4 16,0 9 22-16,0 6-32 16,0-6-7-16,0 7-7 15,0-4-2-15,0-8 0 16,0-4-5-16,0-8-40 16,0-8-33-16,0-11 12 15,0-5-231-15,0 0-13 16</inkml:trace>
  <inkml:trace contextRef="#ctx0" brushRef="#br0" timeOffset="106009.79">22402 11514 245 0,'0'0'291'0,"0"0"-256"0,0 0 0 0,0 0-23 15,0 0 34-15,0 0 122 0,22-9 57 16,25-2-142 0,12-2 19-16,3 1-65 15,18-4 1-15,1 0-28 16,6-4-3-16,6 0-5 0,-34 4-4 15,-7 13-39-15,-11 3-91 16,-26 0-74-16,-3 0-190 16</inkml:trace>
  <inkml:trace contextRef="#ctx0" brushRef="#br0" timeOffset="106642.58">23633 11671 411 0,'0'0'189'0,"0"0"-173"0,0 0 25 0,0 0 45 0,0 0-32 16,0 0 47-1,0 0-9-15,-6 87-47 0,6-47 0 16,0 5 8-16,0 2-4 16,0 2-23-16,0 2-14 15,0-6-9-15,0-1-2 16,0-12-1-16,0-7-44 15,0-6-12-15,0-7-2 16,0 1-78-16,0-13-161 16,0 0-140-16</inkml:trace>
  <inkml:trace contextRef="#ctx0" brushRef="#br0" timeOffset="107059.13">23441 11931 333 0,'0'0'307'0,"0"0"-155"0,0 0 68 0,0 0-123 16,0 0-66-16,0 0 30 15,53 0 7-15,0 0-30 16,15 0 9-16,-9 0-38 16,0 0-8-16,-4 8-1 15,-2-8-6-15,0 0-20 16,-7 0-31-16,1 0-57 16,-7 0-142-16,-6 0-177 15</inkml:trace>
  <inkml:trace contextRef="#ctx0" brushRef="#br0" timeOffset="107657.77">24604 12083 122 0,'0'0'390'0,"0"0"-351"0,0 0 56 0,0 0 102 0,0 0-28 16,0 0-90-16,53 125-26 15,-47-78-13-15,6-2-28 16,-2 2-4-16,-4 2 0 15,0-5-4-15,0 4-8 16,0-12 4-16,1-8-17 16,-7-12-4-16,15-8-25 0,-9-8-33 15,0 0-170-15,1-8-52 16</inkml:trace>
  <inkml:trace contextRef="#ctx0" brushRef="#br0" timeOffset="108023.6">24461 12360 501 0,'0'0'205'16,"0"0"-21"-16,0 0-30 15,0 0-96-15,0 0-40 16,0 0 7-16,87 0 32 15,-31 0-5-15,25 0-40 16,5 0 10-16,7 0-18 0,7 0-4 16,-14 0-27-1,-11 0-104-15,-22 0-239 0</inkml:trace>
  <inkml:trace contextRef="#ctx0" brushRef="#br0" timeOffset="110038.84">31267 13664 155 0,'0'0'294'0,"0"0"-244"0,0 0 3 0,0 0-35 0,0 0 36 15,0 0 44-15,-74-20 16 16,68 20 28-16,6 0-57 16,0 0-5-16,-7 0-14 15,7 0-19-15,0 0-25 16,0 0 5-16,0 0-16 16,0 0 1-16,0 0-6 15,0 0-5-15,0 0-1 16,0 3 2-16,28 1-4 15,13-4 5-15,-4 0-6 0,3 8-11 16,0 0 7 0,-12-3-11-16,-15-2 2 0,8 9 2 15,-8-8-15-15,-13 16 6 16,0 0 5-16,0 1 17 16,0 2-2-16,0-2-3 15,-34 2 0-15,0 2 6 16,-4 7-1-16,4-4 1 15,6 0-3-15,16-12 8 16,6 4-11-16,0-12-38 16,6-8-13-16,0 0-183 15,-10 0-4-15,-2 0-83 16</inkml:trace>
  <inkml:trace contextRef="#ctx0" brushRef="#br0" timeOffset="110472.14">31661 14029 605 0,'0'0'354'0,"0"0"-260"0,0 0 3 0,0 0-58 0,0 0 7 15,0 0-32-15,248-174-13 16,-201 135-1-16,-7 11-12 16,-12-5 6-16,-3 17-23 15,-10 4-16-15,-9 1-43 16,1 3-62-16,-7-9-95 0,0 13-140 15</inkml:trace>
  <inkml:trace contextRef="#ctx0" brushRef="#br0" timeOffset="110705.63">31649 13683 753 0,'0'0'104'0,"0"0"107"16,0 0-114-16,0 0-37 0,0 0-43 15,387 128-13-15,-353-99-4 16,-9-9-29-16,-3 0-43 16,-22 0-63-16,0-4-234 15,0-8-155-15</inkml:trace>
  <inkml:trace contextRef="#ctx0" brushRef="#br0" timeOffset="112036.23">30638 6035 181 0,'0'0'234'0,"0"0"-79"0,0 0 22 0,0 0 32 15,0 0-109-15,0 0-58 16,-25-15-27-16,25 10 30 16,0-3-43-16,0 8 14 15,0-4 11-15,0-4 20 16,0 8-17-16,0 0-5 15,0 0 17-15,0 0-27 16,0 0-7-16,0 0-3 0,0 0 11 16,0 0-15-16,0 0 4 15,0 0 2-15,0 0-4 16,0 0-3-16,0 0-10 16,0 0 9-16,0 8 1 15,12 4-9-15,16 12 12 16,3 1-3-16,3 3 0 15,7-5 0-15,-1-2 0 16,-6-1-7-16,-21-9 3 16,-7-3-10-16,-6-3 14 15,0 3 0-15,0-8 0 16,0 4 2-16,0-4-2 16,0 8 0-16,0 8 1 15,-41 12-5-15,-17 12-4 16,-17 4 7-16,4 5 1 0,3-5 0 15,9-13 2-15,25-11-2 16,12 1-1-16,16-21-1 16,6 0-1-16,0 0-68 15,0 0-73-15,28-8-190 16,30-25-79-16</inkml:trace>
  <inkml:trace contextRef="#ctx0" brushRef="#br0" timeOffset="112552.47">31146 6549 629 0,'0'0'156'0,"0"0"79"0,0 0-122 0,0 0-57 0,0 0-8 0,0 0-30 15,155-108 3-15,-96 67-5 16,-12 5-8-16,6-4-5 0,-13 8-5 16,-6 4 2-16,-6 3-17 15,-10 10-27-15,-11-1-65 16,2 3-45-16,-9 2-156 16,0 2-2-16</inkml:trace>
  <inkml:trace contextRef="#ctx0" brushRef="#br0" timeOffset="112769.07">31373 6111 490 0,'0'0'305'16,"0"0"-216"-16,0 0 66 15,0 0-42-15,0 0-17 16,0 0-42-16,183 209-33 0,-118-157-9 15,9 0-12-15,1-8-4 16,-10-8-33-16,-3 9-45 16,-22-13-214-16,-28 0-330 15</inkml:trace>
  <inkml:trace contextRef="#ctx0" brushRef="#br0" timeOffset="117248.85">29584 14734 276 0,'0'0'57'0,"0"0"-57"0,0 0-11 0,0 0-64 0,0 0 75 15,0 0 0-15,0 0 169 16,-41-12-15-16,35 12-64 16,-9 0-25-1,8 0-65-15,-5 0-5 0,6 0-11 16,6 0 16-16,0 0 14 15,0 0 52-15,0 0-4 16,0 0 6-16,0 0-59 0,0 0-9 16,0-4-4-16,0-4 4 15,-6 8 5-15,6 0 1 16,-16 0 0-16,16 0 27 16,0 0 44-16,0 0-26 15,0 0-8-15,0 0-34 16,0 0-6-16,0 0-1 15,0 0-1-15,0 0 2 16,0 0 2-16,0 0 36 16,0 0-26-16,0 0-3 15,0 0-7-15,34 0 3 16,19-3 3-16,15-10 6 16,7 1-7-16,11-8 0 0,-8 8-6 15,-4 0 0 1,-12 0-6-16,-9 8 2 15,-6-4-1-15,-7-1-23 0,-6 1-3 16,-15 5-89-16,-19 3-224 16</inkml:trace>
  <inkml:trace contextRef="#ctx0" brushRef="#br0" timeOffset="117883.63">30210 15147 270 0,'0'0'245'0,"0"0"-160"0,0 0 99 0,0 0-30 0,0 0-68 16,0 0-53-16,381-52-4 16,-312 52 2-16,-11 0-14 15,17 0 30-15,-16 0-4 16,3 0-31-16,-16 0-5 15,1 0-7-15,-13 0 0 16,-9 0-60-16,-10 0-79 16,-15 0-358-16</inkml:trace>
  <inkml:trace contextRef="#ctx0" brushRef="#br0" timeOffset="118580.79">31320 15668 409 0,'0'0'171'0,"0"0"-60"0,0 0 40 0,0 0 30 16,0 0-115-16,0 0-24 15,6 13 59-15,10-10-64 16,8 10 16-16,17-9-40 16,21-1 10-16,3 2-22 0,16-5 1 15,-1 0-2-15,1 0-1 16,-7 0-8-16,-2 0-19 16,-10 0 3-16,-10 0-36 15,-5 0-85-15,-19 0-233 16,-16 0-251-16</inkml:trace>
  <inkml:trace contextRef="#ctx0" brushRef="#br0" timeOffset="119231.45">32111 16306 215 0,'0'0'404'0,"0"0"-270"0,0 0-21 0,0 0-32 16,0 0-30-16,0 0-22 16,279 0-7-16,-205 0-11 15,-9 12 26-15,3 0 12 16,1-8-15-16,-4 5-18 16,-13-9-16-16,23 0 0 15,-22 0-22-15,2 0-16 16,-17 0-21-16,-4 0-115 15,-13 0-140-15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2:03:49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7532 9974 514 0,'0'0'111'0,"0"0"-66"0,0 0 35 0,0 0 50 0,0 0-120 0,0 0-20 15,0 0 23-15,80 0-8 16,-61 0-2-16,-4 0 9 16,-9 0 10-16,1 0 10 15,-1 0 19-15,-6 0-31 16,6 0-4-16,0 0-11 15,4 0 1-15,2 0 0 16,0 0 8-16,-5 0-13 16,2 0 2-16,9 0 6 15,10 0-5-15,13 0 24 16,11 0-6-16,14 12 23 0,8-1-32 16,0-6 3-1,-15 7-14-15,3-9 4 0,-15-3-6 16,-7 0 0-16,-9 0-4 15,-9 0-10 1,-4-3 3-16,-18-14-62 0,0 14-29 16,-24 3-306-16</inkml:trace>
  <inkml:trace contextRef="#ctx0" brushRef="#br0" timeOffset="1186.67">12223 9978 97 0,'0'0'346'0,"0"0"-300"0,0 0 26 0,0 0 12 0,0 0-47 0,0 0 2 16,-40 0 0-16,40 0 20 16,-7 0-11-16,1 0 1 15,0 0 39-15,0 0-49 16,0 0 13-16,6 0-35 16,0 0 6-16,0 0-21 0,0 0 4 15,0 0-3-15,0 0 5 16,0 0 1-16,0 0-6 15,46 0 29-15,13 0-4 16,9 0-6-16,-3-9-22 16,28-2 15-16,-6-9-15 15,0 15 2-15,9-3-5 16,-31 5 3-16,3-5-6 16,-21 0-50-16,-7-1 3 15,-27 6-101-15,-13-2-212 0</inkml:trace>
  <inkml:trace contextRef="#ctx0" brushRef="#br0" timeOffset="25778.49">10452 7106 331 0,'0'0'170'0,"0"0"-109"0,0 0-19 16,0 0 17-16,0 0-25 15,0 0-33-15,0 0 9 0,0 0-3 16,0 0 11-16,35-28 7 16,-35 28 11-16,0 0-7 15,0 0 14-15,0 0-4 16,0 0-18-16,0 0 10 16,0 0-17-16,0 0 22 15,0 0-31-15,0 0 9 16,0 8-9-16,0 0-7 15,0 4 2-15,0-8 0 16,0 13-3-16,0-2 7 16,0 6-12-16,0 10 17 0,0 2-9 15,0 6 7-15,-7-3-14 16,1 5 8-16,-9-9-1 16,15 8 5-16,0-1-1 15,0-1 9-15,0 1-11 16,0-3 6-16,0-8-1 15,0 5-14-15,0-2 10 16,0 2-3-16,0 11 0 16,0-5 2-16,0 6-7 15,0-1 13-15,0 8-17 16,-7-3 19-16,1-6-19 16,6 1 16-16,-12 5-9 15,2-5 4-15,4 4-4 0,6 1 0 16,-6-6 2-1,6-3-4-15,0 5 11 0,-6-6-22 16,0 2 13-16,-1 3-3 16,-2 4-11-16,-9 4 13 15,11 0 2-15,-14-4 1 16,14 1-2-16,-5-5 8 16,12-8-11-16,0 4 14 15,0-4-13-15,0 4 10 16,0 8-5-16,0 0-1 15,0 0-3-15,0 5 2 16,0 3 2-16,0-4-2 16,0 0 9-16,-6-4-15 15,6-12 15-15,0 12-14 16,0-11 12-16,0 2-4 0,0 1 5 16,0 4-7-16,0-3 0 15,0 3 5-15,0-5-9 16,0-6 15-16,0 11-17 15,0-8 15-15,0-3-17 16,0 3 8-16,0 0 0 16,0 3-1-16,0 2 6 15,0-1-10-15,0 0 10 16,0 0-5-16,0 1 13 16,0-5-21-16,0 0 15 0,0-5-7 15,0-3 0 1,0-4 0-16,0-4-5 0,0 5 14 15,0 3-5 1,0-4-2-16,0 12 30 0,0-12-32 16,0 0 5-1,0 4 1-15,0 4-6 0,0 1 1 16,0 3 1-16,0 3 3 16,0 2 3-16,0 7-13 15,0-1 20-15,0 6-20 16,0-1 11-16,0-4-10 15,0-8 6-15,0-15-2 0,0-10 0 16,0-2 7 0,0-10-17-16,0 13 5 0,0-7-11 15,0-9-48 1,0 0-65-16,0-4-246 0</inkml:trace>
  <inkml:trace contextRef="#ctx0" brushRef="#br0" timeOffset="26793.76">10338 7215 73 0,'0'0'384'0,"0"0"-310"0,0 0-9 0,0 0 2 16,0 0-29-16,0 0 26 16,28 0-14-16,-28 0 19 15,18 0 11-15,4 0 2 16,-4 0-64-16,4 0-4 0,6 0-13 15,-15 0 12-15,5 0-26 16,-2 0-7-16,-10 0-7 16,-6 0-15-16,12 0 7 15,-12 0-6-15,6 0-37 16,-6 0-33-16,0 12-48 16,0-1-203-16</inkml:trace>
  <inkml:trace contextRef="#ctx0" brushRef="#br0" timeOffset="26977.4">10338 7215 611 0</inkml:trace>
  <inkml:trace contextRef="#ctx0" brushRef="#br0" timeOffset="27193.91">10338 7215 611 0,'28'-44'39'0,"-10"15"-8"0,4-3-29 16,-4 8-24-16,10-4-30 16,-21 12 49-16,14 8 6 15,-14 8 29-15,-7 0 46 0,0 0-12 16,12 0-23-16,0 0-38 15,-2 0-4-15,-4 0 8 16,6 0-7-16,1 12 11 16,2 8 44-16,-9 13 22 15,1-2-35-15,5-11-44 16,-6-7-7-16,3-5-18 16,4-8-67-16,-1 0-55 15,-12 0-75-15</inkml:trace>
  <inkml:trace contextRef="#ctx0" brushRef="#br0" timeOffset="28674.98">12170 8963 261 0,'0'0'182'0,"0"0"-182"0,0 0 2 0,0 0 54 0,0 0-42 15,-18 4 2-15,18-4 26 16,0 0 12-16,0 0 20 15,0 0-7-15,-10 0 22 16,10 0-41-16,0 0-21 16,0 0-1-16,0 0-1 15,0 0 11-15,0 0-25 16,0-8 13-16,0-16-19 16,0-4 9-16,0-8-11 0,0-4 9 15,34-4 14 1,0-8-18-16,7-5-7 15,5-3 7-15,1 0-14 0,-7 8 14 16,-6 16-15-16,-9 8 14 16,-9 11-14-16,-4 1-8 15,-6 1-13-15,0 7-53 16,10 8-30-16,-16 0-23 16,0 0-32-16,0 0-61 15</inkml:trace>
  <inkml:trace contextRef="#ctx0" brushRef="#br0" timeOffset="29359.13">12111 8802 47 0,'0'0'270'0,"0"0"-222"0,0 0 19 0,0 0-15 0,0 0 18 16,0 0-42-16,0 0 17 15,0 0 5-15,0 0-20 16,0 0-7-16,0 0 7 16,0 0 27-16,0 0-31 15,0 0 29-15,0 0-30 16,0 0 18-16,0 0-2 15,0 0-6-15,0 0-15 16,0 13-18-16,0 7 0 0,0-4 9 16,13 4-14-1,-13-4 12-15,6 0-16 0,-6-4 13 16,0-4-10-16,0-5 4 16,0-3 0-16,0 0-1 15,0 0 7-15,0 0-13 16,0 0 17-16,0 0-14 15,0 0 17-15,6 0-23 16,10 0 10-16,-4-11 0 16,0-9 0-16,10 4 0 15,-3 4 0-15,-7 8 10 16,-3 0-12-16,4 4 12 16,-13 0-20-16,6 0 10 15,0 0-10-15,0 0-3 16,-6 0-2-16,0 0-9 0,10 0-32 15,-10 0-22-15,0 0-149 16,0 0-168-16</inkml:trace>
  <inkml:trace contextRef="#ctx0" brushRef="#br0" timeOffset="32622.81">10418 8935 116 0,'0'0'160'0,"0"0"-148"0,0 0-3 0,0 0 3 0,0 0 6 15,0 0 79-15,0 0 2 16,0-20-28-16,0 16-43 16,0 4-1-16,0-4-14 15,0 4 25-15,0-4-9 16,0 0-21-16,-6 0-8 16,0-1 7-16,0 5-7 15,-10 0 10-15,10 0 42 16,-6 0 9-16,12 0-12 15,0 0-31-15,0 0-9 16,0 0-5-16,0 0-2 16,0 0 23-16,0 0-16 0,0 0 13 15,0 0-16 1,0 0 20-16,0-3-21 0,0-5 12 16,12 0-2-16,28-4-1 15,-6 4-14-15,1 0 10 16,-17 3-20-16,4 5 9 15,-10-3-4-15,1 3-39 16,-13 0-68-16,0 0-71 16,0 0-95-16</inkml:trace>
  <inkml:trace contextRef="#ctx0" brushRef="#br0" timeOffset="33071.76">10366 8618 32 0,'0'0'471'0,"0"0"-390"0,0 0 5 0,0 0-28 0,0 0 8 15,0 0-18-15,68-32-14 16,-56 20-31-16,1 4 8 16,2 3 18-16,-9 5-8 15,1 0 26-15,5 0-31 16,0 0-13-16,4 0-3 16,9 0-25-16,-10 0-55 0,-2 0-29 15,-13 0-74 1,0-3-203-16</inkml:trace>
  <inkml:trace contextRef="#ctx0" brushRef="#br0" timeOffset="33572.58">10446 8221 387 0,'0'0'284'0,"0"0"-240"0,0 0 31 0,0 0-2 16,0 0-51-16,0 0-4 15,13 0 14-15,8 0-14 0,-14 0 36 16,17 0-23 0,-8 0-11-16,9 0-14 0,-10 0-8 15,-2 0 2-15,5 0-4 16,-9 0-19-16,-9 0-24 16,13 0-3-16,-13 0-108 15,0 0-12-15,0-4-208 16</inkml:trace>
  <inkml:trace contextRef="#ctx0" brushRef="#br0" timeOffset="34071.75">10325 7877 631 0,'0'0'32'0,"0"0"-13"0,0 0 64 0,0 0-58 0,0 0 17 15,0 0 11-15,75-13-23 16,-57 13-18-16,-2 0-6 16,2 0-3-16,4 0 9 15,-16 0-24-15,1 0 2 16,11 0-17-16,-12 0-30 0,4 0-7 16,-10 0 14-16,0 0-16 15,0 0-86-15,0 0-220 16</inkml:trace>
  <inkml:trace contextRef="#ctx0" brushRef="#br0" timeOffset="34621.65">10521 7439 173 0,'0'0'419'0,"0"0"-411"0,0 0 47 16,0 0 67-16,0 0-39 0,0 0-24 15,59 0-14-15,-41 0 6 16,4 0-38-16,-4 0-13 15,4 0-6-15,6-8-98 16,-16-5-64-16,1 6-113 16</inkml:trace>
  <inkml:trace contextRef="#ctx0" brushRef="#br0" timeOffset="37669.99">10192 9661 43 0,'0'0'50'0,"0"0"21"0,0 0 30 0,0 0-15 0,0 0-1 16,0 0-20-16,0 0-7 0,0 0-56 15,0 0-2-15,0 0-3 16,0 0 1-16,0 0 3 16,0 0-1-16,0 0 21 15,0 0 17-15,0 0 21 16,0 0-21-16,0 0-17 15,0 0-20-15,0 0 24 16,0 0-25-16,0 0-1 16,0 0 1-16,0 0 22 15,0 0 18-15,0 0 5 16,0 0 11-16,0 0-38 16,0 0 32-16,6 0-35 15,16 0 21-15,3 0-10 16,21 0-8-16,-6 0-10 0,-5 0-5 15,17 0-6 1,-11 0 17-16,5-4-25 0,1 4 23 16,-19-4-16-16,-1 4 4 15,-14-4-15-15,-13 4-55 16,0 0-117-16,0 0-65 16,0 0-192-16</inkml:trace>
  <inkml:trace contextRef="#ctx0" brushRef="#br0" timeOffset="38251.94">10319 9925 363 0,'0'0'199'15,"0"0"-169"-15,0 0-25 0,0 0 14 0,0 0-18 16,0 0-1-16,12-16 25 0,-12 16 1 16,7 0 57-1,-7 0 8-15,21 0-21 0,-14 0-47 16,11 0 11-16,4 0-16 16,-4-3-7-16,10 3-11 15,0-9 5-15,-3 6-16 16,-3-2 12-16,3-11-4 15,3 12-36-15,-1-4-14 16,-14 0-92-16,-1-3-63 16,-12 2-156-16</inkml:trace>
  <inkml:trace contextRef="#ctx0" brushRef="#br0" timeOffset="38766.8">10211 10302 268 0,'0'0'190'0,"0"0"-169"0,0 0 96 0,0 0-23 0,0 0 24 16,0 0-30-16,86-3 11 16,-64-2-70-16,-3 5 5 15,9 0-30-15,-1-4 4 16,-8 1-8-16,-7-2-2 0,-2 2-10 15,2 3-19-15,-6-5 7 16,1-7-39 0,14 1-19-16,-14-5-75 0,5 3-175 15</inkml:trace>
  <inkml:trace contextRef="#ctx0" brushRef="#br0" timeOffset="39317.19">10173 10744 620 0,'0'0'78'0,"0"0"-45"0,0 0 81 0,0 0-40 0,0 0 18 15,0 0-47-15,118 0-21 16,-84-5-24-16,-21 2 9 16,15-5-15-16,-1 8 17 0,-14-9-22 15,-1 9-2 1,4 0-8-16,-16 0-41 0,12 0-21 16,-12 0-77-1,0-8-57-15,0-3-193 0</inkml:trace>
  <inkml:trace contextRef="#ctx0" brushRef="#br0" timeOffset="39783.69">10245 11048 342 0,'0'0'107'0,"0"0"21"0,0 0-34 0,0 0-67 0,0 0-27 0,0 0-12 16,207-136-163-16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14T23:06:43.3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2050 10600 407 0,'0'0'100'0,"0"0"-96"0,0 0 29 0,0 0 22 15,0 0 0-15,0 0 48 16,0 0-11-16,-19 0-28 15,7-17-47-15,2 5 31 16,4 5-33-16,-13-6 16 16,19 9-11-16,-15-8 10 15,9 12-2-15,6-4 0 0,0 1-7 16,0-6-16-16,0 9 17 16,0 0-20-16,-6-8 22 15,-1 8-9-15,7 0 3 16,0 0-17-16,0 0 0 15,0 0-1-15,0 0-11 16,0 0 6-16,0 0-3 16,0 12 1-16,13 0 11 15,27 4-7-15,0-16 4 16,13 0-2-16,3 0 2 16,-3 0 5-16,-1 0 11 15,-5-28-12-15,-1-16 8 16,1 0-8-16,-19-9 9 0,-22 6-12 15,-6 2-4-15,0 9-1 16,0 17-3-16,0 14 3 16,-34 5 3-16,-19 5 0 15,-6 47-6-15,-3 12 2 16,-9 8 8-16,24-8-2 16,26-16-2-16,8-16 0 15,13-16-9-15,0-4 3 16,0-7 1-16,0 3-1 15,19-1 6-15,15-7 1 16,12 13 4-16,-5-13 3 16,5 3-15-16,-5-3 7 15,-7 0-10-15,0 0-69 0,12 0-4 16,1 0-119-16,6 0-41 16,-13 0-24-1</inkml:trace>
  <inkml:trace contextRef="#ctx0" brushRef="#br0" timeOffset="515.66">2778 9978 226 0,'0'0'232'0,"0"0"-198"0,0 0 10 0,0 0 75 16,0 0-10-16,0 0 42 15,254 88-79-15,-185-28-11 16,-23 4-17-16,-21 12 12 16,-25 12 29-16,0 17-73 15,-12 3 7-15,-54 5-13 16,4-13-6-16,10-20-17 0,30-32-60 16,22-35-72-1,0-13-324-15</inkml:trace>
  <inkml:trace contextRef="#ctx0" brushRef="#br0" timeOffset="11523.98">4437 10447 296 0,'0'0'182'0,"0"0"-165"0,0 0 78 0,0 0-22 16,0 0-20-16,0 0 37 15,-87 0-25-15,75 0 24 0,-10 0-33 16,4 0-12-16,-4 15-27 15,3-6 15-15,-9 7-8 16,16-4-5-16,-4 0-6 16,10 12-6-16,6 0-7 15,0 0 4-15,0 1 2 16,0-5-1-16,22-1-10 16,18-2 14-16,1-1-13 15,-1-8 4-15,13-8-1 16,5 0 0-16,4 0 1 15,-3 0 5-15,-12-16-4 16,-1-17 21-16,1-6-16 16,-19-10 10-16,12 5-16 15,-15-1 1-15,-3 6-2 16,-16 11 8-16,-6 0-4 0,0 7 2 16,0 6-2-16,0-1 0 15,-6 3-6-15,-22 5 0 16,3 4 1-16,-3 4-18 15,9 0 0-15,4 0 17 16,-16 0-10-16,3 12-14 16,6 12-12-16,10 1 31 15,0-2-1-15,12 2 6 16,0-1 6-16,0 12 0 16,0-8-3-16,0-4 5 0,0 0-8 15,12-8 11 1,34 0-10-16,-11-8 5 0,5 4-6 15,13 1 6-15,-19 2-6 16,0 1 3-16,-16 4 0 16,-5 1 3-16,8-5-1 15,-8-4-1-15,9-12 3 16,2 0-8-16,10 0-25 16,13 0-41-16,15-12-40 15,3-12-96-15,-3-1-62 16</inkml:trace>
  <inkml:trace contextRef="#ctx0" brushRef="#br0" timeOffset="12071.61">5674 10695 584 0,'0'0'127'0,"0"0"-35"0,0 0 12 0,0 0 6 16,0 0-69-16,0 0-39 15,152 0 2-15,-130 0 3 16,12-3-14-16,3-1-3 15,-15-4-69-15,-10 8-71 16,-12-8-30-16,0 0-27 16,0-1-150-16</inkml:trace>
  <inkml:trace contextRef="#ctx0" brushRef="#br0" timeOffset="12340.37">5674 10695 95 0,'-161'-264'237'15,"161"264"-173"-15,6 0 71 16,0 0-23-16,1 0-22 15,8 0-4-15,4 0-6 16,2 0-71-16,10 0-9 16,10 0-42-16,-7 0-69 15,6 0-47-15,-12-8-220 0</inkml:trace>
  <inkml:trace contextRef="#ctx0" brushRef="#br0" timeOffset="13287.65">6468 10571 442 0,'0'0'167'0,"0"0"-83"0,0 0-15 16,0 0-5-16,0 0 11 16,0 0 19-16,-12 0-59 15,12 0-17-15,0 0-16 16,28 0 33-16,3 0-5 16,24 0-12-16,-2 0-10 15,6 0-8-15,3 0-23 0,-9 0-63 16,-7 0-255-16,-27 0-221 15</inkml:trace>
  <inkml:trace contextRef="#ctx0" brushRef="#br0" timeOffset="14021.54">7271 10302 497 0,'0'0'92'0,"0"0"-36"0,0 0 20 0,0 0-14 15,0 0-52-15,0 0-10 16,106-12 2-16,-97 48-2 16,-9 9 10-16,0 2 7 15,-9 14-15-15,-44-5 15 0,-12 9 70 16,18-10-10-16,-9-7-20 16,32-7-10-16,17-18-23 15,7-7-21-15,0 1-6 16,0-17-6-16,38 4 8 15,42-4-2-15,-5 0 3 16,-23 0 11-16,10 0-9 16,-43 0 57-16,-13 4-44 15,10 4 0-15,-4 0-13 16,0 0-4-16,16-4-22 16,6 4-46-16,-15-8-82 15,15 0-174-15,-28 0-141 0</inkml:trace>
  <inkml:trace contextRef="#ctx0" brushRef="#br0" timeOffset="15403.09">13835 5145 521 0,'0'0'7'0,"0"0"-3"0,0 0-7 0,0 0 3 0,0 0-48 16,0 0 3-16,-108-77-5 0,89 77 50 16,-3 0 53-16,4 0 30 15,12 0-25-15,-22 0-39 16,3 0-19-16,-3 0-19 15,-12 0 14-15,27 0 5 16,-8 0-4-16,8 0 4 16,-9 0 69-16,22 0 58 15,0 0-14-15,0 0-19 16,0 0-55-16,0 0-24 16,0 0-7-16,0 0-4 0,0 0-4 15,0 0 10 1,0 0-3-16,0 0 4 0,-6 0 24 15,6 0-20-15,0 0 25 16,-6 0-33-16,6 0-2 16,-6 0-5-1,6 0 0-15,0 0 1 0,0 0 3 16,0 0 45-16,0 0-34 16,0 0 12-16,0 0-8 15,0 0 5-15,0 0-5 16,0 0-8-16,0 0 3 15,0-3-12-15,12-17 8 16,44-17-7-16,15-14 18 16,16-14-19-16,-6-7-2 15,6 4 0-15,-7-12 0 0,-5 16-20 16,-10 7-30-16,-19 13-8 16,-18 24-57-16,-22 17-47 15,-6 3-202-15,0 11 46 16,0 22 20-16</inkml:trace>
  <inkml:trace contextRef="#ctx0" brushRef="#br0" timeOffset="16135.81">13448 5013 456 0,'0'0'124'0,"0"0"-71"0,0 0 34 0,0 0 36 16,0 0 29-16,0 0-79 0,6-12-13 15,-6 12-29-15,0 0-17 16,0 0-14-16,0 20-2 16,0 11 2-16,0 5 3 15,0 1-3-15,0-9 4 16,0-4-8-16,0-3 9 16,0-10-5-16,0-11 1 15,0 8-1-15,0-8 2 16,0 0 5-16,6 0 8 15,6 0-15-15,23-8 0 16,-1-12 8-16,18-4 4 16,-5 4-12-16,-7 0-5 15,-6 16 0-15,-6 0 2 0,-3 4-48 16,3 0-76-16,-22 0-229 16,-6 0-103-16</inkml:trace>
  <inkml:trace contextRef="#ctx0" brushRef="#br0" timeOffset="16901.5">14496 4520 144 0,'0'0'48'0,"0"0"60"0,0 0 68 0,0 0-84 0,0 0-17 0,0 0 36 16,0 0-12-16,0 0-26 16,0 0-21-16,0 0-23 15,0 0-9-15,0 0 4 16,0-5-22-16,0-3 18 16,0 0 23-16,15-12 29 0,25 0-20 15,-2-8-28 1,-4-12-1-16,-6 4-22 0,-3 4 4 15,-16 4-3-15,-3 15-4 16,-6 10 5-16,0 3-1 16,-15 0-2-16,-32 0-3 15,-6 0-13-15,13 0-11 16,0 23 16 0,15-2 1-16,9-9 7 0,16-4 2 15,0-8 0-15,0 0-18 16,0 0 4-16,0 3-10 15,28 2 25-15,13 3 0 16,-1 4 6-16,0 4 7 16,7 8-4-16,-7 4-2 15,-6 0-7-15,-3-3 1 0,-3-6-4 16,0-7-4-16,3-12-28 16,3 0-19-16,6 0 16 15,-6-24-228-15,-15-12-360 16</inkml:trace>
  <inkml:trace contextRef="#ctx0" brushRef="#br0" timeOffset="17699.68">15358 5198 14 0,'0'0'432'0,"0"0"-383"0,0 0 24 0,0 0 19 15,0 0-46-15,0 0 25 16,-13 0 6-16,13 0-1 16,0 0 14-16,0 0-12 15,0 0-32-15,0 0-21 0,0 0-1 16,0 0 16-16,0-13-18 16,28-27-17-16,43-17 2 15,16-10-4-15,16-5 0 16,2 0 0-16,-12 0-6 15,3-1-2-15,-18-3-10 16,-4 12-64-16,-27 11-97 16,-19 21-208-16</inkml:trace>
  <inkml:trace contextRef="#ctx0" brushRef="#br0" timeOffset="18351.36">15299 5125 135 0,'0'0'241'0,"0"0"-162"0,0 0-29 16,0 0-32-16,0 0 16 16,0 0 31-16,0-4-18 0,0 4-31 15,0 0-7 1,0 0 64-16,0 0 32 0,0 0-15 15,0 4-17-15,0 20-49 16,-13 12-15-16,-15 0-9 16,16-4 0-16,-10 0-1 15,16-11-2-15,0-10 6 16,6-11-4-16,0 0 6 16,0 0-10-16,0 0-17 15,0 0 11-15,34 0 11 16,19-11 8-16,6-14 0 15,9-3-5-15,-3 9-6 16,-3-6 0-16,-15 22-83 16,-13 3-110-16,-22 0 42 15,0 0-71-15,-12 0-160 0</inkml:trace>
  <inkml:trace contextRef="#ctx0" brushRef="#br0" timeOffset="19217.66">16443 4166 429 0,'0'0'149'0,"0"0"-73"0,0 0 67 0,0 0-56 0,0 0-52 0,0 0-9 15,0 13 10 1,0 15 27-16,0 8-16 0,0 3 0 15,0-3-12-15,0 9-5 16,0-9-28-16,0 0-2 16,-9-4 4-16,2 0-4 15,1-8 0-15,6-8 0 16,0-7-7-16,0-9 10 16,0 0-11-16,0 0-10 15,0 0-2-15,0 0 5 16,6-9 8-16,22-10 4 15,13-2 6-15,-1 1-3 16,6 4 9-16,-5 9-18 16,5-6 16-16,1 9-17 15,-7 4 6-15,-12 0-26 0,-9 0-1 16,-13 0-10-16,-6 0 26 16,0 0 4-16,0 20 11 15,0 8 31-15,0 0 16 16,0 0-11-16,-25 1-25 15,-3-9 3-15,0-4-14 16,-12 12-11-16,-7-8-13 16,1-4-40-16,-13 0-178 15,6-9-212-15</inkml:trace>
  <inkml:trace contextRef="#ctx0" brushRef="#br0" timeOffset="25632.12">8561 10575 331 0,'0'0'223'0,"0"0"-160"0,0 0-18 0,0 0 38 0,0 0 5 16,0 0 55-16,0 0-69 15,19 0-26-15,-4 0-16 16,4-8 40-16,15-12-30 15,12-4-6-15,13-12-14 16,9-4-4-16,13 0 11 16,-16 4-19-16,-3 8-3 15,-9 3-7-15,-13 17-1 16,-12-3-20-16,-9 6-13 16,-13 5-48-16,0 0-116 0,-6 0-222 15</inkml:trace>
  <inkml:trace contextRef="#ctx0" brushRef="#br0" timeOffset="26126.31">8620 10636 212 0,'0'0'110'0,"0"0"-110"0,0 0 63 0,0 0-6 0,0 0 8 0,0 0 32 16,28 0-22-16,-22 0 35 15,0 0 40-15,0 3-48 0,10 5-46 16,-4 4-5-16,16 1 6 15,-3-5-11-15,9 15-28 16,13 10 0-16,-7-2-14 16,6 10-4-16,1-17-1 15,-13-9-21 1,6-2-21-16,-12-9-73 0,-15-4-184 16,-7 0-335-16</inkml:trace>
  <inkml:trace contextRef="#ctx0" brushRef="#br0" timeOffset="26692.6">9885 10755 249 0,'0'0'136'0,"0"0"-129"0,0 0 79 0,0 0-40 15,0 0-6-15,0 0 31 16,99 0 21-16,-46-36 107 16,-13-8-63-16,-12 0-67 15,0-4-22-15,-22 0-16 0,-6 0-23 16,0 8-3-16,0 8-2 16,-40-1 2-16,-22 25-5 15,-16 8-8-15,4 0 2 16,0 8-3-16,8 25 5 15,4 6-36-15,22 2-44 16,22-1-96-16,18-11-273 16</inkml:trace>
  <inkml:trace contextRef="#ctx0" brushRef="#br0" timeOffset="27525.81">11296 10672 537 0,'0'0'349'0,"0"0"-199"0,0 0-52 0,0 0-28 16,0 0 2-16,0 0-32 16,347-25-26-16,-235 17-12 15,-4 8 0-15,-15-3 6 16,-12-2-16-16,-7 5-13 16,-27 0-35-16,-13 0-54 15,-22 0-130-15,-12 0-131 0</inkml:trace>
  <inkml:trace contextRef="#ctx0" brushRef="#br0" timeOffset="27909.4">11810 10471 312 0,'0'0'371'0,"0"0"-206"15,0 0 5-15,0 0-66 0,0 0-46 16,0 0-1-16,174 60-41 15,-109-56-14-15,16 4 1 16,-19-4-3-16,-9 0-1 16,-19 12-24-16,-28-8 22 15,-6 9-33-15,0 2 34 16,0 6-2-16,-22-2-8 16,-31 6 6-16,1-14 3 0,18 1-2 15,6-7-1 1,15-9-27-16,7 0-120 0,6 0-252 15</inkml:trace>
  <inkml:trace contextRef="#ctx0" brushRef="#br0" timeOffset="28443.05">13094 10343 744 0,'0'0'156'0,"0"0"-31"0,0 0-31 0,0 0-65 0,0 0-5 16,0 0-24-16,53 228 0 15,-41-191-32-15,-12-6-37 16,6 2-68-16,-6-2-172 16,0-15-98-16</inkml:trace>
  <inkml:trace contextRef="#ctx0" brushRef="#br0" timeOffset="28774.25">13060 10804 461 0,'0'0'196'16,"0"0"-124"-16,0 0 88 15,0 0-44-15,0 0-44 16,388-104 1-16,-308 59-6 16,-21-2-6-16,-19 6-30 15,-21-3-13-15,-3 4-12 16,-16-4 5-16,0 4-10 0,0 0-2 15,0 12-11-15,-22 7 11 16,-9 13-9-16,-9 8 10 16,-7 0 13-16,-9 0-11 15,-3 0-2-15,19 0-23 16,0 8 15-16,6 13-5 16,9 7-15-16,9-5-38 15,-8 10-66-15,24-1-282 16,0-12-238-16</inkml:trace>
  <inkml:trace contextRef="#ctx0" brushRef="#br0" timeOffset="29175.44">13761 10523 146 0,'0'0'488'0,"0"0"-433"0,0 0 69 0,0 0-39 0,0 0-84 15,0 0 22-15,-25 205 6 16,50-181-18-16,15-1-4 16,7-6 10-16,-7 2-17 15,13-6 5-15,-13-13-16 16,0 0-34-16,1 0-24 16,-1 0-21-16,-6-8 13 15,-9-16 40-15,3-1-11 16,-16 2-61-16,4-2-154 15,-16 9 83-15</inkml:trace>
  <inkml:trace contextRef="#ctx0" brushRef="#br0" timeOffset="29303.88">13761 10523 981 0</inkml:trace>
  <inkml:trace contextRef="#ctx0" brushRef="#br0" timeOffset="29408.66">13761 10523 981 0,'-65'36'83'0,"77"-36"-68"15,47-8 46-15,9 0 76 16,-3 0-107-16,-24 4-20 16,-1 1-8-16,-6 3-2 0,-12-5-12 15,-4-7-56 1,-11 8-131-16,-7-16-380 0</inkml:trace>
  <inkml:trace contextRef="#ctx0" brushRef="#br0" timeOffset="29573.43">14015 10343 1082 0,'0'0'31'0,"0"0"21"16,0 0 33-16,0 0-81 15,0 0-4-15,242 16-35 16,-177-21-82-16,-12-18-240 16,-4 7-213-16</inkml:trace>
  <inkml:trace contextRef="#ctx0" brushRef="#br0" timeOffset="29857.78">14710 10282 831 0,'0'0'269'0,"0"0"-177"16,0 0-1-16,0 0-87 15,0 0 7-15,0 0-8 16,-186 92-6-16,139-51-2 16,1 6 4-16,5 2 0 15,20 11 1-15,8-16 5 0,13 5-4 16,0-18-2-16,0-7-8 15,53-7-6-15,9-17-19 16,3 0-17-16,3 0 2 16,-9 0-12-16,-12-17-96 15,-13 1-93-15,-6 1 45 16,-4-9-135-16</inkml:trace>
  <inkml:trace contextRef="#ctx0" brushRef="#br0" timeOffset="30389.73">14917 10418 28 0,'0'0'294'0,"0"0"-213"0,0 0 26 16,0 0-60-16,0 0-41 15,0 0-6-15,0 197-2 16,0-181 2-16,0-8 9 16,0-8 66-16,0 8 42 15,-6-8 31-15,0 0-39 16,0 0-73-16,-4 0 1 16,4-19-30-16,6-14 7 0,0-11-10 15,0 4 2 1,6-9 42-16,44-2-30 0,3 7 31 15,0-5-49 1,-7 30-3-16,-12 19-40 0,-15 0 13 16,-4 0 10-16,-15 44 16 15,0 8 4-15,0 0-1 16,-15 8-17-16,-4-20-29 16,-9-4 45-16,10-11 2 15,18-10 0-15,0 1 19 16,0-8 20-16,0 4-21 15,0-7 0-15,12 3-4 16,16 0 6-16,-9-8 2 16,2 15-4-16,-8-7-7 15,-1 8-8-15,4 9 4 0,2-2-7 16,-5 6-1 0,2-14-16-16,-3-2-53 0,1-1-16 15,-7-1-176-15,-6-3-12 16</inkml:trace>
  <inkml:trace contextRef="#ctx0" brushRef="#br0" timeOffset="30674.6">15565 10672 669 0,'0'0'199'0,"0"0"-107"0,0 0-63 0,0 0-23 16,0 0-10 0,0 0 4-16,62 111 0 0,-43-98-21 15,21-5-23-15,-6-8 34 16,1 0-11-16,-4 0 14 16,3 0 14-16,12 0-6 15,-12-12 58-15,7-13-8 16,-1-3-51-16,-6-11-2 15,-9-6-174-15,-19-10-97 16</inkml:trace>
  <inkml:trace contextRef="#ctx0" brushRef="#br0" timeOffset="30889.62">15693 10487 913 0,'0'0'198'16,"0"0"-122"-16,0 0 2 16,0 0-75-16,0 0 11 15,0 0-11-15,27 0 4 16,-8 0-7-16,-3 0-6 16,-10-8-37-16,0-9-100 15,-6-2-305-15</inkml:trace>
  <inkml:trace contextRef="#ctx0" brushRef="#br0" timeOffset="31039.43">15693 10487 310 0,'114'-144'729'0,"-114"144"-626"16,13 0-17-16,8 0-86 16,10 0-1-16,16-8-37 15,9-9-22-15,3-2-159 16,0-1-125-16,-10-5-142 15</inkml:trace>
  <inkml:trace contextRef="#ctx0" brushRef="#br0" timeOffset="31355.48">16415 10186 509 0,'0'0'162'16,"0"0"46"-16,0 0-10 15,0 0-141 1,0 0-24-16,0 0-25 0,0 0 4 15,-6 16-12-15,-22-3 0 16,9 2 7-16,4 6 19 16,9-1-11-16,-1 3-8 15,7-2-7-15,0-5 3 16,0 4-7-16,0-12-28 16,41 12-7-16,-7-4 17 15,12 0 6-15,-5-4-8 0,5 8-1 16,-18-4 24-16,-16 8-5 15,-12 4 4-15,0 8 4 16,0 0 44-16,-12-4-41 16,-38-11-5-16,-15-10-20 15,25-11-116-15,-7 0-287 16</inkml:trace>
  <inkml:trace contextRef="#ctx0" brushRef="#br0" timeOffset="32122.09">17103 10254 642 0,'0'0'366'0,"0"0"-265"0,0 0-43 0,0 0-58 0,0 0-6 15,0 0 3-15,-161 81 3 16,108-37 0-16,19 0 53 0,0 0 3 16,22 0-37-1,6-12-12-15,6-4-7 0,0-4-2 16,0-11-8-16,34-6-16 15,6 6 10-15,-9-13-13 16,3 0 27-16,13 0-6 16,-13 0 1-16,6 0-12 15,7-13-43-15,-1-2-86 16,1 7-133-16,-1-1 100 16,-12 1-188-16</inkml:trace>
  <inkml:trace contextRef="#ctx0" brushRef="#br0" timeOffset="32337.97">17423 10535 341 0,'0'0'278'0,"0"0"-201"15,0 0 9-15,0 0-73 16,0 0-13-16,0 0-19 0,136 145-13 16,-111-130-27-16,3-7 41 15,-10 0 12-15,10 0 12 16,0-8-4-16,3 0-2 15,3 0-3-15,19 0 1 16,-6-16 2-16,-7-7-29 16,-12-2-131-16,-16 1-287 15</inkml:trace>
  <inkml:trace contextRef="#ctx0" brushRef="#br0" timeOffset="32537.75">17479 10535 1104 0,'0'0'82'0,"0"0"7"15,0 0-56-15,0 0-30 16,0 0 5-16,0 0-5 16,86-24 2-16,-52 0-5 15,-21 4-9-15,5-4-43 16,-18-1-81-16,0-3-231 15,0 5-179-15</inkml:trace>
  <inkml:trace contextRef="#ctx0" brushRef="#br0" timeOffset="32670.53">17479 10535 51 0,'173'-204'661'0,"-173"204"-354"0,6 0-177 16,7 0-67-16,2 0-63 16,10 0 0-16,3-5-5 15,6-3 5-15,13 8-46 16,-7 0-72-16,0 0-342 15</inkml:trace>
  <inkml:trace contextRef="#ctx0" brushRef="#br0" timeOffset="33005.71">18207 10564 359 0,'0'0'289'0,"0"0"-283"15,0 0 6-15,0 0-4 16,0 0-15-16,0 0 11 16,192-105-6-16,-164 93 2 15,-3 8-2-15,-3 4 2 16,-4 0 0-16,4 0-6 16,3 19 21-16,3-2-20 15,0-9 5-15,-3 4-3 16,-16-4 3-16,9-8 116 15,-18 0 56-15,7 0-61 16,5 0-35-16,4-4-40 0,8-28 34 16,4-8-56-1,-9-9-14-15,21 18-26 0,-18-2-41 16,12 9-47-16,-15 9-219 16,9 2-4-16</inkml:trace>
  <inkml:trace contextRef="#ctx0" brushRef="#br0" timeOffset="33271.6">19140 10315 176 0,'0'0'356'0,"0"0"-200"16,0 0 88-16,0 0-62 0,0 0-69 15,0 0-72-15,10 59-17 16,-10-26-22-16,0 3-4 16,0 0-1-16,0-4-3 15,0 0-29-15,0-4-9 16,0-4-5-16,0-11 12 16,0-10-23-16,0-3-93 15,0 0-103-15,0-19 71 16</inkml:trace>
  <inkml:trace contextRef="#ctx0" brushRef="#br0" timeOffset="33471.05">19140 10315 368 0,'-117'36'751'0,"117"-36"-668"0,0-5 11 16,0 2-49-16,0-5-27 15,0 4-15-15,0-9-3 16,18 5 2-16,16-3-7 15,13-1 10-15,-7-1-10 16,7 1 0-16,-7 4-23 16,7 5-32-16,-7 3-59 15,-6 0-72-15,-9 0-281 16</inkml:trace>
  <inkml:trace contextRef="#ctx0" brushRef="#br0" timeOffset="33736.61">19444 10274 284 0,'0'0'217'0,"0"0"-94"16,0 0-40-16,0 0-5 15,0 0 112-15,0 0-64 16,0 72-38-16,0-51-32 16,0 2-37-16,0 5-8 15,-9 1 0-15,9-5-16 16,0 4 5-16,0-8-8 15,0-4-5-15,0 0-9 16,9-8 14-16,16 0-2 16,9-4-9-16,7 0-20 0,-7-4 30 15,-3 0-32 1,9 0-46-16,-12 0-176 0,-22 0-2 16</inkml:trace>
  <inkml:trace contextRef="#ctx0" brushRef="#br0" timeOffset="33884.65">19444 10274 735 0</inkml:trace>
  <inkml:trace contextRef="#ctx0" brushRef="#br0" timeOffset="33986.61">19444 10274 735 0,'-74'85'362'0,"74"-85"-266"0,25 0-32 16,24 0-56-16,4 0-10 16,-19 0-31-16,-9 0-29 15,-3 0 1-15,-10 0-107 16,-6 0-123-16,-6-28-43 16</inkml:trace>
  <inkml:trace contextRef="#ctx0" brushRef="#br0" timeOffset="34124.06">19596 10210 675 0,'0'0'466'16,"0"0"-332"-16,0 0-75 0,0 0-48 15,28 16-11-15,-3-16-19 16,3 0-39-16,0-4-103 16,-16-19-363-16</inkml:trace>
  <inkml:trace contextRef="#ctx0" brushRef="#br0" timeOffset="45875.81">1795 12408 335 0,'0'0'46'0,"0"0"-35"0,0 0-10 0,0 0 2 0,0 0 10 16,0 0 48-16,0 0-6 15,0 0 49-15,0 4 32 0,0 0-82 16,0 1-37-16,0-5-16 16,0 0-1-16,0 0 4 15,0 0-3 1,0 0 3-16,0 0 6 0,0 0 70 16,0 0 8-16,0 0-4 15,0 0-26-15,0-45-4 16,0-20-18-16,0-22 1 15,0-26-23-15,0-3-7 16,0 0-5-16,0-1 1 16,0 26-3-16,0 10-21 15,22 33 15-15,-16 11-35 0,7 34-23 16,2 3-68 0,-15 0-294-16,0 3-99 15</inkml:trace>
  <inkml:trace contextRef="#ctx0" brushRef="#br0" timeOffset="46342.37">1730 12247 514 0,'0'0'56'0,"0"0"-47"0,0 0 91 0,0 0-53 16,0 0 41-16,0 0 2 15,0-39-48-15,25 39-42 16,9-5 0-16,-6 5 24 16,6 0-23-16,6 0 22 15,-9 0-23-15,10 25 7 16,-7 2-1-16,-12 1-6 0,15-3 3 16,-9 3-3-16,-28-4 9 15,0 4 26-15,-59 5 0 16,-22-2-7-16,19-3 19 15,9 4-27-15,1-15-8 16,30-6-7-16,16-7-10 16,6-4-21-16,0 0-81 15,0 0-281-15</inkml:trace>
  <inkml:trace contextRef="#ctx0" brushRef="#br0" timeOffset="46792.33">2912 11798 227 0,'0'0'394'0,"0"0"-327"0,0 0 54 0,0 0 40 0,0 0-67 15,201 257-51-15,-167-193-19 16,-21 8 7-16,-13 4-3 16,0 1-23-16,0-9-5 15,0-16-5-15,-35-12-60 16,11-23-193-16,-4-17-400 0</inkml:trace>
  <inkml:trace contextRef="#ctx0" brushRef="#br0" timeOffset="81230.48">12465 7543 74 0,'0'0'365'0,"0"0"-325"0,0 0 5 0,0 0 76 16,0 0-37-16,0 0-27 16,0 0-6-16,0 0 26 15,0 0 11-15,0 0-36 16,6 0-10-16,-6 0-10 15,0 0 6-15,0 0 7 16,0 0 1-16,0 0-20 16,0 0 4-16,0-8-20 0,0-20 11 15,-19 0-19-15,4 0 7 16,-4-5-8-16,7-3-2 16,-4 5 1-16,10-2 0 15,0-3-2-15,0 0 6 16,0-3-13-16,6-5 14 15,0-1-11-15,0 1 3 16,0 12-2-16,18 4 2 16,10 3-5-16,3 6-2 15,9-6-25-15,7 2-12 16,2-2-102-16,4 1-310 16</inkml:trace>
  <inkml:trace contextRef="#ctx0" brushRef="#br0" timeOffset="81995.58">12800 7290 165 0,'0'0'190'0,"0"0"-103"0,0 0-8 0,0 0-36 16,0 0 17-16,0 0-44 15,0 0 15-15,0 0 18 16,0 0 14-16,0 0 52 16,0 0-17-16,0 0-24 15,0 0-38-15,0 0 2 16,0 0-21-16,0 0 10 15,0 0-11-15,0 0 10 0,0 0-2 16,0 0-12 0,0 0 2-16,0-8-13 0,24-16 13 15,4 1-12 1,19-10 9-16,-1 2-7 0,7-2-3 16,-13 5-1-16,29-4 1 15,-17 4-4-15,1 0-6 16,-6 0 1-16,-13 4-2 15,0 20 9-15,-22-4-25 16,-6 3 0-16,-6 5-22 16,10-3 6-16,-10 3-3 15,0 0-10-15,0 0-93 0,0 0-112 16,0 0-71-16</inkml:trace>
  <inkml:trace contextRef="#ctx0" brushRef="#br0" timeOffset="82346.43">12933 6966 149 0,'0'0'505'0,"0"0"-439"0,0 0 79 0,0 0 2 0,0 0-75 0,0 0-41 15,-28 36-16-15,62-8 30 16,13 0 21-16,-7 0-40 16,0 4-8-16,1 0-7 15,-1 0-7-15,-6 8-1 16,-3-4-1-16,-9-4 7 15,3-7-9-15,-4-9 0 16,-15-4-6-16,16-4-9 16,-9-8-27-16,5 0-67 15,-2 0-73-15,2 0-198 16</inkml:trace>
  <inkml:trace contextRef="#ctx0" brushRef="#br0" timeOffset="83078.58">13627 7130 263 0,'0'0'20'0,"0"0"-2"0,0 0 73 16,0 0-24-16,0 0 9 16,0 0 11-16,13 8 38 0,-13 4 41 15,6 9-13-15,-6 2-86 16,16 10 15-16,-16-2-44 16,0 13-20-16,0 0-7 15,0 0-2-15,0 13 5 16,0-5-12-16,-16 0-1 15,4-11-1-15,-1-13-11 16,13-20-33-16,0-8-92 16,0 0-314-16</inkml:trace>
  <inkml:trace contextRef="#ctx0" brushRef="#br0" timeOffset="84277.45">14083 7222 211 0,'0'0'185'0,"0"0"-137"0,0 0-30 0,0 0 14 0,0 0 6 16,0 0 29-16,-9 24-4 15,9-19 83-15,0 15-28 16,0-1-31-16,0-2-43 16,0 3-20-16,0-1-5 15,22-2-13-15,-4-1 4 16,4-5-18-16,-10-2 17 16,10-1-9-16,-9-4 3 15,5-4 2-15,4 0-4 0,6 0 10 16,-10 0-4-16,29 0 3 15,-7-21 10-15,-6-10-16 16,19-10 3-16,-7-6-6 16,-11-2-2-16,-1 1-20 15,-22 12 6-15,-12 8 7 16,0 8 8-16,0 8 14 16,-59 0-9-16,-3 12 18 15,-12 0-19-15,9 0-8 16,-10 0 3-16,10 0-1 15,3 12-5-15,3 16 4 16,19 4 3-16,6-7 0 0,0 6-4 16,21-3-7-16,1-12 10 15,12 12-11-15,0-15 8 16,0 7-6-16,0-4 10 16,0-4 0-16,0-1-6 15,31-3 4-15,18-3 2 16,10-5-6-16,10 0 5 15,2 0 0-15,-9-8-4 16,-9-8 2-16,-7-1-5 16,-12-3-11-16,-9 9 4 15,-3 3 1-15,-10-5 5 16,-12 13 9-16,0 0-1 16,0 0-2-16,0 0-29 0,0 0-105 15,0 0-145-15</inkml:trace>
  <inkml:trace contextRef="#ctx0" brushRef="#br0" timeOffset="85010.55">14945 6865 87 0,'0'0'471'0,"0"0"-419"0,0 0 1 0,0 0 14 16,0 0 68-16,0 0-1 15,121 41-56-15,-84-9-12 16,4 11 30-16,-7 6-59 16,-22 7-14-16,-12 0 5 15,0 9-20-15,0 7 4 16,-46-5-12-16,-7-6 0 16,7-17-38-16,5-8-40 0,-12-12-268 15</inkml:trace>
  <inkml:trace contextRef="#ctx0" brushRef="#br0" timeOffset="96666.58">14824 6770 432 0,'0'0'49'0,"0"0"-7"0,0 0-40 0,0 0 43 0,0 0 14 15,0 0 73-15,0 0-16 16,0 0 0 0,0 0-47-16,0 0-11 15,0 0-9-15,0 0-5 0,0 0-16 16,0 0-16-16,13-13 2 15,15-7 2-15,12-13 8 16,13-3-4-16,15-7-2 16,-3 6-18-16,9-2 8 15,-15 14-1-15,-6 5-6 16,-3 1-2-16,-10 14-5 16,-9-3 0-16,-3 8-17 0,0 0 1 15,-10 0-51-15,-5 0-90 16,-13 0-271-16,0 0-162 15</inkml:trace>
  <inkml:trace contextRef="#ctx0" brushRef="#br0" timeOffset="97283.71">14790 6693 207 0,'0'0'82'0,"0"0"-1"0,0 0 41 0,0 0-53 0,0 0-23 16,0 0-22-16,0 0-7 16,-65 180 32-16,31-147 21 15,6-9 59-15,10-16-41 16,11 4-33-16,7-12-28 15,0 0-10-15,0 0-14 16,0 0-3-16,0 0-5 16,0 0 5-16,25 0 6 15,9 0 0-15,0 0 26 0,7 0-30 16,-1 0 9-16,-9 0-7 16,-9 0-1-16,-10 0-6 15,-6 0 1-15,0 0-68 16,10 0-122-16,-10-5-102 15</inkml:trace>
  <inkml:trace contextRef="#ctx0" brushRef="#br0" timeOffset="98215.3">15755 6396 133 0,'0'0'91'0,"0"0"23"0,0 0 29 16,0 0-96-16,0 0 10 16,0 0 25-16,0 0 36 15,0 0 23-15,0 0-17 16,0 0-71-16,0 0 2 15,0 0-42-15,0 0 22 16,0 0-28-16,0 0-7 16,0 4 4-16,0 17-4 15,0 10 6-15,0 2-1 16,0 6-4-16,0 5 2 0,0-11 3 16,12-2-4-16,-12-10-2 15,12-17-1-15,-5-4-9 16,-1 0 9-16,15 0-29 15,-14 0-10-15,27-4 40 16,-22-4 0-16,-6 3-12 16,-6-3-9-16,0 8-142 15,0 0-271-15</inkml:trace>
  <inkml:trace contextRef="#ctx0" brushRef="#br0" timeOffset="98665.79">15572 6958 282 0,'0'0'128'0,"0"0"-11"0,0 0-17 0,0 0 25 0,0 0 73 16,0 0-68-16,167-116-58 16,-114 63 5-16,9-7-25 15,-10 4-16-15,11 4-5 16,-17 8-22-16,-15 12 0 16,3 0-9-16,-6 4-27 15,6 3-12-15,-3 6-70 16,-3 7-138-16,-28 12-246 15</inkml:trace>
  <inkml:trace contextRef="#ctx0" brushRef="#br0" timeOffset="108807.86">4651 12128 351 0,'0'0'126'0,"0"0"-56"0,0 0 24 0,0 0-63 15,0 0 12-15,0 0 23 16,0 0 25-16,0 0-7 15,0 0 16-15,0 0-50 16,0 0-19-16,0 0-20 16,0 0-4-16,0 0 11 0,0 0-15 15,0 0 7-15,0 0-3 16,0 0 27-16,0 0-13 16,0 8-10-16,0 11-11 15,-12 6 0-15,-10 3-10 16,-6 8 2-16,9 0 8 15,1 3 0-15,2 2-4 16,4-5 8-16,6-4-8 16,6-8 4-16,0-4 0 15,0-4 0-15,12-3-14 16,35-10-1-16,15 5 2 16,-3-8 10-16,9 0 3 0,-16 0-6 15,1 0 14-15,-6 0-16 16,-13-8 17-16,0-24 0 15,-9-16 6-15,-4-4-11 16,-8-1-8-16,-13-2-9 16,0 7 9-16,0 7 2 15,0 10-1-15,-19 6 3 16,-21 6 0-16,-16 6 0 16,-9 9-11-16,-3 4 1 15,-19 0 5-15,16 48-1 16,-10 4-17-16,34 4-25 0,26-12-1 15,21-3-163 1,0-13-111-16</inkml:trace>
  <inkml:trace contextRef="#ctx0" brushRef="#br0" timeOffset="111854.28">5600 12440 207 0,'0'0'229'0,"0"0"-175"0,0 0 52 0,0 0-36 0,0 0 37 16,0 0 36-16,0 0-14 15,-6 0-52-15,6 0-20 16,0 0 3-16,0 0-39 16,0 0-3-16,0 0-16 15,0 0 11-15,0 0-8 16,0 0-6-16,0 0 1 16,0 0 0-16,0 0-5 15,0 0 5-15,24 0 0 16,26 0 6-16,3 0-5 15,6 12 4-15,-7-7-10 0,10-5-6 16,-3 0-5 0,-12 0-19-16,-25 3-82 0,2-3-13 15,-24 0-203-15,0 0-44 16</inkml:trace>
  <inkml:trace contextRef="#ctx0" brushRef="#br0" timeOffset="112372.53">5640 12311 211 0,'0'0'39'0,"0"0"5"0,0 0 141 0,0 0-66 16,0 0 28-16,0 0 88 15,0-11-106-15,0 11-71 16,0 0 5-16,0 0-29 15,40 0-22-15,7 0 8 16,6 0-19-16,-1 0-1 16,10-4-4-16,-15-1-29 15,12-3-92-15,-19-3-42 16,-18-1-173-16,-10-4-163 0</inkml:trace>
  <inkml:trace contextRef="#ctx0" brushRef="#br0" timeOffset="115534.33">6843 12488 135 0,'0'0'190'0,"0"0"-143"0,0 0 71 0,0 0-100 15,0 0 51-15,0 0 77 16,-40-31 7-16,40 31-92 15,0-9-9-15,0 1-16 16,0 8-33-16,0 0-2 16,0 0 5-16,0 0 19 15,0 0 21-15,0 0 7 16,0 0-5-16,0 0-19 0,0 0-1 16,0 0-13-16,0 0 5 15,0 0-19-15,0-4 11 16,0 4-12-16,0 0 9 15,0 0-8-15,12-8 3 16,50-4 7-16,25-4 1 16,12-8-3-16,16 8-4 15,6-8-10-15,-3 12 5 16,-16-1-10-16,-31 13-30 16,-24 0-6-16,-32 0-43 15,-8 0-53-15,-7 8-234 16,0 5-240-16</inkml:trace>
  <inkml:trace contextRef="#ctx0" brushRef="#br0" timeOffset="116204.25">8046 11931 67 0,'0'0'547'0,"0"0"-492"0,0 0 69 0,0 0 67 0,0 0-106 16,0 0-42-16,0 0 0 16,-12 0-11-16,12 0-7 15,0 0 0-15,0 0-20 16,0 0 5-16,0 12-1 16,0-1-9-16,0 22 0 15,0 11 10-15,-6 12-10 16,-22 12 0-16,6 5-3 15,-9-1-4-15,3 0 6 16,10-4 2-16,-4-7 1 16,22-18 6-16,0-6-6 15,0-17-2-15,0-12 0 16,46-8 0-16,23 0-4 0,-4 0 3 16,3 0 2-16,-9 0 5 15,-3 0 2-15,-25 0-10 16,3 0 2-16,-6 0-1 15,-4 8-7-15,-2 4-8 16,-9 7-40-16,-1-2-36 16,3-1-182-16,-8-4-347 15</inkml:trace>
  <inkml:trace contextRef="#ctx0" brushRef="#br0" timeOffset="116783.35">8549 12516 213 0,'0'0'411'0,"0"0"-364"0,0 0 56 0,0 0 91 0,0 0-88 16,0 0-30-16,152-192-9 15,-84 128-31-15,-9 7-33 16,-7 13-3-16,-18 16 0 16,-6 0-1-16,-3 16-65 15,-9 4-31-15,-16 4-88 16,0 4-74-16,0 0-149 15</inkml:trace>
  <inkml:trace contextRef="#ctx0" brushRef="#br0" timeOffset="117033.8">8573 12159 515 0,'0'0'347'16,"0"0"-344"-16,0 0 75 16,0 0 53-16,0 0-83 15,143 224-6-15,-90-175-20 16,-7-1-14-16,-5-4-8 16,-17 0-2-16,4-3-11 15,-15-10-35-15,2-3-45 16,-2-15-262-16,-13-13-155 15</inkml:trace>
  <inkml:trace contextRef="#ctx0" brushRef="#br0" timeOffset="117784.16">7786 11898 186 0,'0'0'424'0,"0"0"-342"0,0 0 52 0,0 0 17 16,0 0-79-16,0 0 5 15,34-16 7-15,-9 1-60 16,9 7-10-16,-6-5-14 16,-10 5-5-16,10 5-66 15,-15-6-45-15,-7 9-214 16,-6 0-170-16</inkml:trace>
  <inkml:trace contextRef="#ctx0" brushRef="#br0" timeOffset="119847.45">9659 12183 329 0,'0'0'160'0,"0"0"-62"0,0 0 56 0,0 0 14 15,0 0-100-15,0 0-17 16,-10 8 8-16,10 1-37 16,0-1 15-16,0 12-23 15,0 7 5-15,0 6 18 16,-6 7-21-16,6 4-14 15,-6 5-2-15,-6 6-3 16,5-2 2-16,-2 11-13 16,3-12-38-16,-7-16-33 15,1 0-261-15,-4-20-157 16</inkml:trace>
  <inkml:trace contextRef="#ctx0" brushRef="#br0" timeOffset="120216.79">9330 12565 657 0,'0'0'100'0,"0"0"-66"0,0 0 110 0,0 0-17 15,0 0-62-15,0 0-43 16,220 23-11-16,-173-18-11 15,-1-5 0-15,1 0-10 16,-19 0-38-16,-1 0-107 16,4 0-104-16,-15 0-31 15</inkml:trace>
  <inkml:trace contextRef="#ctx0" brushRef="#br0" timeOffset="120913.9">10145 12617 225 0,'0'0'258'16,"0"0"-194"-16,0 0 61 15,0 0 59-15,0 0-36 16,0 0-84-16,66-93-18 16,-32 49-26-16,28 0 4 15,-3-16 2-15,-7-5-14 16,4 1 4-16,-19 8-9 0,-9 1-1 16,-22 6-5-16,-6 13 13 15,0 4-1-15,0 16 11 16,0 0-20-16,0 4 18 15,-24 4-14-15,-10 8 3 16,21 0-7-16,-9 0 9 16,4 0-13-16,8 0-13 15,4 0 7-15,0 0-13 16,0 8 10-16,0 20-45 16,6 12-18-16,0 0 26 15,0 5 24-15,0-6 11 16,0 2-3-16,12-2 1 15,10-6-41-15,3-2-34 16,3 2-21-16,-16-5 29 0,-12 0 5 16,0 0 47-16,0 4 6 15,-19 4 22-15,-27-3 36 16,-10 3 46-16,9-8-21 16,7-4 12-16,9-1-57 15,3-6-16-15,22-1-72 16,6-8-53-16,0 4-87 15,6-12-122-15</inkml:trace>
  <inkml:trace contextRef="#ctx0" brushRef="#br0" timeOffset="127125.56">11268 11931 107 0,'0'0'404'0,"0"0"-343"0,0 0 66 0,0 0 119 0,0 0-120 15,0 0-47-15,0 0-21 16,214-80-25-16,-192 80-22 15,-10 0 12-15,13 0-18 16,3-5 1-16,0 5-2 16,3 0-1-16,3 0-6 15,-6-3-4-15,-4-2-19 16,-14 2-100-16,-10-6-222 16,0 9-410-16</inkml:trace>
  <inkml:trace contextRef="#ctx0" brushRef="#br0" timeOffset="127856.78">12003 11826 236 0,'0'0'187'0,"0"0"-95"0,0 0 4 16,0 0-80-16,0 0 2 0,0 0-16 16,155-180 30-16,-143 152 0 15,1 7 50-15,-13 2 61 16,0 2-36-16,0 2-54 16,0-6-36-16,0 10-4 15,-19 11-11-15,-9 0 42 16,3 0-34-16,-3 0 8 15,-6 11-18-15,9 22-2 16,-2 3-2-16,8 5-16 16,10-5 13-16,9 0-23 15,0-5-1-15,0 2 8 0,0-2 13 16,0 2 5 0,0-9 0-16,0-1-20 0,28-2-9 15,6-9 9-15,6 4-1 16,-15-4-11-16,-4-8 20 15,-8 0 15-15,-13-1 2 16,0 14 0-16,0-9 26 16,-65 8-16-16,-3 0-9 15,-1-8-1-15,4 4-10 16,19-8-193-16,-1-4-255 16</inkml:trace>
  <inkml:trace contextRef="#ctx0" brushRef="#br0" timeOffset="129172.3">5398 11707 307 0,'0'0'240'0,"0"0"-219"0,0 0 4 0,0 0 16 16,0 0 17-16,0 0 120 0,16-9-40 16,-4 9-63-16,1 0 5 15,2 0-15-15,4-4-48 16,2-4-14-16,10-4-3 16,10 0 5-16,-1-4-9 15,0 0 4-15,7 0 0 16,-13 4-32-16,-6 4-56 15,-10 4-51-15,-5 0-253 16</inkml:trace>
  <inkml:trace contextRef="#ctx0" brushRef="#br0" timeOffset="129754.08">6229 11373 124 0,'0'0'106'0,"0"0"-36"0,0 0 72 0,0 0-110 16,0 0 4-16,0 0 44 15,19-80-6-15,-19 72-13 16,-28 1 84-16,3 2-69 15,-9 1 4-15,15 4 19 16,-2 0-50-16,2 0-33 16,13 0-11-16,-3 0 0 0,9 0-5 15,0 0-2 1,0 0-16-16,0 4 2 0,0 16-5 16,9 4 10-1,37 17 8-15,13-10-14 0,-6 2-3 16,-6 3-31-16,-13-8 26 15,-22-9-26-15,-3-2 45 16,-9-6 6-16,0 2 76 16,0-5 6-16,0 4-56 15,-15 0-14-15,-16 0-9 16,-3 3-6-16,6-2-44 16,15 4-38-16,7-10-196 15,6-3-181-15</inkml:trace>
  <inkml:trace contextRef="#ctx0" brushRef="#br0" timeOffset="130249.47">6335 11469 136 0,'0'0'0'0,"0"0"-107"0</inkml:trace>
  <inkml:trace contextRef="#ctx0" brushRef="#br0" timeOffset="130750.28">6335 11469 195 0</inkml:trace>
  <inkml:trace contextRef="#ctx0" brushRef="#br0" timeOffset="130820.48">6335 11469 195 0,'-34'64'101'0,"34"-64"-30"0,0 0 3 0,0 0-60 16,0 0-18-16,0 0-30 15,0 0-17-15,0 0 37 16,0 0-9-16,0 0-81 16</inkml:trace>
  <inkml:trace contextRef="#ctx0" brushRef="#br0" timeOffset="131736.63">4189 14093 368 0,'0'0'260'15,"0"0"-240"-15,0 0 101 0,0 0 19 0,0 0-78 16,0-5-32-16,0 5 19 16,0 0-5-16,0 0 5 15,0 0 5-15,0 0-13 16,40 0-15-16,29 0-18 15,-4 0-1-15,15 0-4 16,-5 0-3-16,-16 0 3 0,-7 0-6 16,-2 0-14-16,-31 0-15 15,8-4-81-15,-14 0-156 16,-13 4-176-16</inkml:trace>
  <inkml:trace contextRef="#ctx0" brushRef="#br0" timeOffset="132436.84">5153 14093 208 0,'0'0'96'0,"0"0"-19"0,0 0 29 0,0 0-69 0,0 0-9 16,134-238 34-16,-116 187 5 16,10 11 25-16,-15-8 73 15,-7 12-52-15,0-8-36 16,-6 3-41-16,0 1-27 15,0 0-8-15,0 8 1 16,-12 3-2-16,-16 9 0 16,9 20-5-16,-21 0 10 15,21 0-1-15,-9 9-2 16,7 27-3-16,8 0 1 16,13 8-7-16,0-3 3 0,0 6-5 15,62-3 7-15,16-4-23 16,8 4 5-16,11-8-25 15,-17 5 27-15,-8-2-52 16,-26 2 21-16,-12-5 36 16,-21 0 13-16,-13-3 3 15,0-2 31-15,0 5 38 16,-31-8-32-16,-31-3-29 16,-4-6 3-16,-27 2-14 15,-3 7 2-15,3-5-1 0,28-6-1 16,25-5 0-1,18-12-5-15,22 0-38 0,0-40-164 16,28-13-133-16</inkml:trace>
  <inkml:trace contextRef="#ctx0" brushRef="#br0" timeOffset="132986.1">6183 14073 511 0,'0'0'466'0,"0"0"-404"0,0 0-36 0,0 0 46 16,0 0-50-16,0 0 4 15,239-21-25-15,-193 21 2 16,-6-4-3-16,-6 4-30 16,-6-8 11-16,-9 5-72 15,-7-5-135-15,-12-5-20 16,0 1-167-16</inkml:trace>
  <inkml:trace contextRef="#ctx0" brushRef="#br0" timeOffset="133253.16">6220 13775 561 0,'0'0'290'0,"0"0"-184"16,0 0 61-16,0 0-86 0,0 0-40 16,0 0-15-16,108 0-12 15,-73 0-14-15,-11 0-3 16,23 0-9-16,-13-8-53 16,-12-4-88-16,-4 4-300 15</inkml:trace>
  <inkml:trace contextRef="#ctx0" brushRef="#br0" timeOffset="133885.51">7237 13980 530 0,'0'0'428'0,"0"0"-346"0,0 0 10 0,0 0-64 0,0 0-26 0,0 0 44 16,121 0 4-16,-53 0-36 16,25 0-8-16,0 0 1 15,-12 0-6-15,-1 0-1 16,-33 0-29-16,12 0-85 16,0 0-130-16,-25-16-261 15</inkml:trace>
  <inkml:trace contextRef="#ctx0" brushRef="#br0" timeOffset="134418.57">8232 13603 409 0,'0'0'330'16,"0"0"-261"-16,0 0 55 15,0 0-6-15,0 0-59 16,0 0-10-16,47 0 4 16,-13 0-41-16,0 0-8 15,-6 24-4-15,-9 8-13 16,-7 17 10-16,-12 10-16 16,0 14 15-16,0 8 2 15,0-6 0-15,-12-3 2 16,-1-20 0-16,13-12 2 0,0-11-2 15,0-17-7-15,25 7-12 16,31-14 17-16,-4-5 2 16,-5 0-3-16,-7 0 3 15,1 0 4-15,-17 0 0 16,4 0-3-16,-6 0 4 16,-3 0 0-16,-1 0-10 15,4 0-22-15,6 0-37 16,-10 0-170-16,-5 0-105 15</inkml:trace>
  <inkml:trace contextRef="#ctx0" brushRef="#br0" timeOffset="134833.9">8983 14289 503 0,'0'0'207'0,"0"0"-122"0,0 0 113 0,0 0-87 16,0 0-15-16,80-205-31 15,-21 142-25-15,16-1-31 16,-10-2 3-16,9 2-8 15,-15 9-8-15,-9 7-17 16,-19 11-38-16,-25 14-74 16,-6 10-134-16,0 9-83 15</inkml:trace>
  <inkml:trace contextRef="#ctx0" brushRef="#br0" timeOffset="135050.59">9116 13667 573 0,'0'0'356'0,"0"0"-240"16,0 0 4-16,0 0-23 16,248 241-61-16,-189-192-33 15,0-10-3-15,-10 2-26 16,-18-10-62-16,-3-3 0 15,-21-15-195-15,-7-13-337 0</inkml:trace>
  <inkml:trace contextRef="#ctx0" brushRef="#br0" timeOffset="135833.17">9556 12681 618 0,'0'0'29'0,"0"0"-12"0,0 0 38 0,0 0-32 0,0 0 20 16,0 0-26-16,-46 67-8 15,46-67 2-15,0 5 11 16,0-5 72-16,0 0 4 16,0 0-34-16,0 0 1 15,28 0 20-15,24-13-59 16,23-34 12-16,30-22-20 16,29-15 5-16,27-16-9 15,12-8 1-15,13-5-14 16,-3 5 3-16,-24 12-4 15,-17 7-19-15,-36 25-13 16,-38 25-33-16,-28 18-78 0,-27 21-173 16,-13 0-19-16</inkml:trace>
  <inkml:trace contextRef="#ctx0" brushRef="#br0" timeOffset="136465.67">11662 12043 545 0,'0'0'123'0,"0"0"59"0,0 0 36 16,316-241-169-16,-204 161-3 0,2 8 3 15,-8 4-49-15,-26 8-7 16,1 7-42-16,-41 14-37 16,1 10-202-16,-41 17-133 15</inkml:trace>
  <inkml:trace contextRef="#ctx0" brushRef="#br0" timeOffset="140545.51">7600 14497 379 0,'0'0'54'0,"0"0"-28"0,0 0 6 0,0 0 14 0,0 0 15 16,0 0-5-16,0 0-6 15,65-28-15-15,-65 28-1 16,0 0 25-16,6 0 58 0,-6 0-35 16,0 0-36-16,0 0-9 15,0 0 13-15,0 0-6 16,6 0-19-16,10 0 2 16,-16 0-21-16,6 0-5 15,6 0 7-15,29 0-3 16,27 0 9-16,19 0 13 15,34 0-15-15,12 0-1 16,0 8 7-16,1 4-16 16,-7-4 0-16,-6 0 2 15,-3 9-5-15,-4-9 5 0,-5-5-8 16,-10-3 1 0,-25 0-5-16,-21 0 4 0,0 0-16 15,-25 0 18-15,6 0-39 16,-16 0-54-16,-18-11-315 15</inkml:trace>
  <inkml:trace contextRef="#ctx0" brushRef="#br0" timeOffset="141762.57">8034 15172 158 0,'0'0'251'0,"0"0"-183"0,0 0-8 0,0 0-7 0,0 0-25 16,0 0-8-16,-16 0 60 15,16 0 28-15,0 0 61 16,0 0-61-16,0 0-7 16,0 0-46-16,0 0-41 15,0 0-9-15,0 0-3 0,0 0 2 16,28 0-1-16,6 0 8 15,13 0-8-15,-1 0 13 16,7 0-16-16,9 0 0 16,-9 0-5-16,-7 0-16 15,1 0 1-15,-13 0-51 16,0 0-34-16,-9 0-177 16,-19 0 5-16,10 0-222 15</inkml:trace>
  <inkml:trace contextRef="#ctx0" brushRef="#br0" timeOffset="142410.72">8747 14915 463 0,'0'0'65'0,"0"0"-2"0,0 0 12 15,0 0-29-15,0 0 18 16,0 0-1-16,22 0-60 15,-10 0 65-15,16 0 59 0,12-12-69 16,13-1-34-16,6-3 0 16,9 1-21-16,-15 2 7 15,-19 5-10-15,-15 8 0 16,-19 0-4-16,0 16 4 16,0 28 28-16,0 9-18 15,-31 3-8-15,-4 7 8 16,1-6-11-16,16-1 1 15,2-3-7-15,16-9 5 16,0-13 2-16,0-6-3 16,0-14-11-16,28-11-8 15,19 0-24-15,-1 0 38 16,7 0 6-16,3-15 2 16,-10-1 0-16,-15 3 5 15,10 6-12-15,-14-9-32 0,-14-4-76 16,-7 4-151-16,-6-4-298 15</inkml:trace>
  <inkml:trace contextRef="#ctx0" brushRef="#br0" timeOffset="143526.43">4449 14497 130 0,'0'0'146'0,"0"0"-95"0,0 0 11 0,0 0 1 16,0 0-38-16,0 0 15 0,0 0 2 16,0 0 37-16,0 0 32 15,0 0 6-15,0 0-45 16,0 0 16-16,0 0-29 16,0 0-10-16,0 0-5 15,0 0-3-15,0 0-3 16,0 0-17-16,0 0 0 15,0 0-21-15,7 0 0 16,48 0-3-16,23-8 3 16,43 0 22-16,22 1-1 15,8 2-4-15,5 5-17 16,-11 0 0-16,10 0-12 16,-21 0-3-16,-13 0-23 0,-28 0 2 15,-28 0-68-15,-31 0-96 16,-34 0-240-16</inkml:trace>
  <inkml:trace contextRef="#ctx0" brushRef="#br0" timeOffset="144176.66">4725 14959 313 0,'0'0'165'0,"0"0"-136"0,0 0 57 0,0 0-12 0,0 0-3 0,0 0 67 15,-46 3 15-15,46-3-82 16,0 0 21-16,0 0-18 16,0 0-35-16,0 5-30 15,0-5-7-15,46 12 11 16,20-8-2 0,-4 3-2-16,-4-7-4 0,1 13-5 15,3-9-15-15,-15-4 12 16,-7 0-41-16,-6 0-43 15,-21 0-69-15,-1-9-243 16</inkml:trace>
  <inkml:trace contextRef="#ctx0" brushRef="#br0" timeOffset="144659.46">5380 14770 354 0,'0'0'103'0,"0"0"16"0,0 0-2 0,0 0-16 15,0 0 0-15,0 0-29 16,294-52-65-16,-275 56-1 16,3 25-6-16,-22 27 19 15,0 11-8-15,0 10-11 16,-35 3-63-16,1 0 40 15,6-16-2-15,22-3 25 16,6-22 14-16,0-11-4 16,0-20-1-16,56-8-3 15,3 0-1-15,0 0 19 16,-13 0 17-16,16-20 21 0,-27-4-40 16,5 12-10-1,-9-4-12-15,9 8 0 0,0 1-31 16,-5 2-184-16,-8 5-234 15</inkml:trace>
  <inkml:trace contextRef="#ctx0" brushRef="#br0" timeOffset="148887.84">5907 15917 307 0,'0'0'157'0,"0"0"-133"0,0 0-13 0,0 0 13 16,0 0-9-16,0 0 3 0,0-20 43 16,0 20 7-16,0-3 70 15,0 3 25-15,0 0-77 16,0 0-29-16,0 0 4 15,0 0-55-15,0 0 9 16,0 0-4-16,0 0 7 16,0 0 15-16,0 0-16 15,0 3-13-15,0 25-1 16,0 8-6-16,-13 13 6 16,-15 7-8-16,-18 4 8 15,6 0-7-15,6-8 0 16,9-8 1-16,9-11 3 0,4-10-14 15,12-15 8 1,0-8-19-16,0 8-28 0,6-8 12 16,50 0 26-16,-3 0-17 15,-1-16 28-15,-5-7-6 16,-13 2-10-16,0 6-12 16,-22 2-60-16,1 5 57 15,-13 4 35-15,15 4-4 16,-15 0-1-16,0 0 0 15,0 0 10-15,0 0-10 16,0 0-1-16,0 0-14 16,0-11-80-16,0-2 16 15,7-4 73-15,-7 6 22 16,0 3-22-16,0 0 26 16,0-1-21-16,0 6 9 0,0-1-3 15,0 0 4-15,0 4 15 16,0 0 7-16,0 0 48 15,0 0 90-15,0 24-63 16,0 20-48-16,0 4-44 16,-7 8 47-16,-8-7 6 15,15-10-54-15,-13-6-8 16,13-9-2-16,0-4-19 16,0 0-79-16,0-9-85 15,0-6-217-15</inkml:trace>
  <inkml:trace contextRef="#ctx0" brushRef="#br0" timeOffset="149472.19">6595 16395 747 0,'0'0'239'0,"0"0"-102"0,0 0-54 0,0 0-56 0,0 0-18 16,0 0-7-16,6-8-3 15,16 8 4-15,-10 0 11 16,16 0-8-16,-3 0 4 15,3 0-9-15,-9 0-2 16,15 0-34-16,-19-5-59 16,-2-7-24-16,-7 4-169 15,-6 5 15-15,0-2-96 16</inkml:trace>
  <inkml:trace contextRef="#ctx0" brushRef="#br0" timeOffset="149721.38">6595 16395 539 0,'-25'-201'570'0,"25"201"-567"15,0-4-1-15,0 4-4 16,0 0-18-16,0 0 17 15,0 0 3-15,0 0 26 0,0-4 15 16,0 4-9-16,31-9-32 16,-3-2-13-16,6-5-26 15,7-4-80-15,-10 8-262 16</inkml:trace>
  <inkml:trace contextRef="#ctx0" brushRef="#br0" timeOffset="152003.04">7150 14365 442 0,'0'0'6'16,"0"0"5"-16,0 0 53 0,0 0 13 0,0 0-15 16,0 0 18-16,-53 4-50 15,47-4 35-15,0 0 11 16,-9 0-9-16,15 0-61 0,-7 0 13 16,7 8-6-16,0-8 20 15,0 4-17-15,0 1 1 16,0 3 17-16,-6-1-23 15,6 1 9-15,0-3-7 16,0-5-8-16,0 0 1 16,0 0-9-16,0 0 5 15,0 0-4-15,0 0 2 16,0 0-3-16,0 0-2 16,47 0 5-16,12-5 22 15,37-27-20-15,31-16 34 16,31-16-28-16,16-20-2 15,-1-13 1-15,10-7 1 0,-31 4-2 16,-19 11 0-16,-24 14-6 16,-28 18-7-16,-23 17-18 15,-11 8-80-15,-19 20-45 16,-9 1-82-16,-13 11 57 16,-6 0-93-16</inkml:trace>
  <inkml:trace contextRef="#ctx0" brushRef="#br0" timeOffset="152868.65">8254 15668 238 0,'0'0'340'0,"0"0"-296"0,0 0-4 0,0 0 97 15,0 0-23-15,273-241-22 16,-152 154-31-16,0-1-25 15,0-5 22-15,-22 17-24 16,-6 8-18-16,-19 15-14 16,-15 14-4-16,-31 14-10 15,-3 22-20-15,-25 3-45 16,0 0-83-16,0 23-99 0,0 13-398 16</inkml:trace>
  <inkml:trace contextRef="#ctx0" brushRef="#br0" timeOffset="153854.37">7277 16470 405 0,'0'0'134'0,"0"0"-71"0,0 0-4 0,0 0 11 0,0 0 71 16,0 0 15-16,0 0-110 16,41-52 29-16,-1 21 10 15,13-18-35-15,9 1-37 16,9 1 12-16,10-2-24 0,-7 17 1 15,-21 0-2 1,-19 15-17-16,-6 6 1 0,-22-1-14 16,13 4-50-16,-19 0-28 15,0 0-100-15,0 8-69 16,0 0-69-16</inkml:trace>
  <inkml:trace contextRef="#ctx0" brushRef="#br0" timeOffset="154201.5">7364 15994 433 0,'0'0'264'16,"0"0"-102"-16,0 0 53 16,236 224-110-16,-131-160-38 15,-12-12-63-15,-18 1 6 16,-23-6-2-16,-5-6-13 15,-19-13 5-15,-10-8-22 0,-2-12-83 16,-16-8-95-16,0 0-239 16</inkml:trace>
  <inkml:trace contextRef="#ctx0" brushRef="#br0" timeOffset="160429.37">11476 15565 215 0,'0'0'647'0,"0"0"-581"0,0 0 55 0,0 0 34 0,0 0-120 16,0 0-3-16,0 0-11 15,-115-197 13-15,115 129-7 16,0-16 2-16,0-21-1 0,40 1-16 16,13 12-2-16,9 0-10 15,-9 12 0-15,-7 11-15 16,-6 9-39-16,-5 15-47 15,-11 34-135-15,-8 11-348 16</inkml:trace>
  <inkml:trace contextRef="#ctx0" brushRef="#br0" timeOffset="161261.49">12229 14505 721 0,'0'0'155'0,"0"0"-70"0,0 0 12 16,0 0-41-16,0 0-16 16,0 0-30-16,0 0 13 15,-133 257-9-15,74-193 13 16,19-11-3-16,-1-6 1 15,13-6-3-15,16-18 16 0,6 10-20 16,6-17-12-16,0 0-6 16,6-8-11-16,62-1 9 15,19-7-1-15,-6 0-1 16,5 0 8-16,-14 0-8 16,-16 0 11-16,-4 0-17 15,-27 0 9-15,-3 0-21 16,-4 0 16-16,-2-7-24 15,-10 7 10-15,0-8 10 16,-6 8 2-16,0-4-11 16,0-8-19-16,0-4 8 15,0-4 29-15,0 0-2 0,0 4 3 16,0 0-4 0,0 8 8-16,0-1-8 0,0 9 8 15,0 0-4-15,0 0 6 16,0 0 38-16,0 28-6 15,0 25-24-15,0 11 9 16,0 4 6-16,0-4 6 16,0 0-27-16,0-15 9 15,0-1-14-15,0-12-6 16,0-12 3-16,0-4-22 16,0 4-30-16,0-7-92 15,-6-2-319-15</inkml:trace>
  <inkml:trace contextRef="#ctx0" brushRef="#br0" timeOffset="161745.64">12921 15267 885 0,'0'0'189'0,"0"0"-74"0,0 0-29 0,0 0-36 15,0 0-33-15,0 0 12 0,31 209-17 16,-25-156-3-16,9-6-8 16,-15-11-1-16,0-3-12 15,0-10-38-15,0-7-23 16,0 4-261-16,0-15-452 16</inkml:trace>
  <inkml:trace contextRef="#ctx0" brushRef="#br0" timeOffset="162526.62">13581 15083 288 0,'0'0'128'0,"0"0"-34"0,0 0-25 0,0 0-28 0,0 0 27 16,0 0 47-16,0 0 25 15,-6 100-41-15,24-72-44 16,16-15-19-16,1 7-27 16,-1-9 19-16,6-6-2 15,-9-5 11-15,16 0-16 16,-1 0 0-16,-6-8-2 16,16-33 2-16,-9-11-10 15,-1-4-2-15,-6-16 2 0,-15 0-5 16,3-8-3-16,-28 16-1 15,0 11-4-15,0 9-6 16,-46 16 8-16,-29 15 1 16,-5 10 3-16,-7 3-8 15,-6 16-3-15,-6 32 5 16,18 12-29-16,13 1 4 16,21-2-2-16,29-10-71 15,18-1-84-15,0-8-148 16,0-12 43-16</inkml:trace>
  <inkml:trace contextRef="#ctx0" brushRef="#br0" timeOffset="163044.07">14576 14257 313 0,'0'0'764'0,"0"0"-672"0,0 0 61 0,0 0-105 15,0 0-27-15,363 220 7 16,-298-128-9-16,-31 25 6 0,-34 12-7 16,0 23-13-16,-34 8-10 15,-65 1-21-15,-10-13-25 16,-18-27-26-16,9-33-170 15,10-32-773-15</inkml:trace>
  <inkml:trace contextRef="#ctx0" brushRef="#br0" timeOffset="172801.87">16607 13932 372 0,'0'0'192'0,"0"0"-169"0,0 0 42 16,0 0 48-16,0 0-16 15,0 0-33-15,0 0 20 16,0 0-59-16,-6 0 5 16,6 0 12-16,0 0 14 15,0 0-11-15,0 0-14 16,0 0 6-16,0 0-19 16,0 0 14-16,0 0-24 15,0 0 8-15,0 0-16 0,0 0 9 16,0 0-3-16,0 0 1 15,0 0 2-15,0 0-2 16,0 0 1-16,16 0-4 16,24 0 9-16,-3 0-10 15,19 8 16-15,9-4-8 16,9 0 1-16,13 8 2 16,0 0-3-16,22 0 2 15,2 0-12-15,-2 0 4 16,2-4 3-16,4 5-12 15,-10-5 8-15,10-1-4 16,-6 6 0-16,2-5 0 16,-2 0 2-16,3-1-2 15,2-3 7-15,7-4-3 0,-6 0-1 16,24 0 2-16,-5 0 2 16,-13 0-6-1,6 0 7-15,0 0 2 0,-9 0-3 16,3 0 5-16,-7 0-11 15,-8 0 5-15,15 0-3 16,-7 0-3-16,-8 0 4 16,-4 0-5-16,-15 0 1 15,-6 0 0-15,12 0 0 16,0 0 3-16,12 0 1 16,-3 0-1-16,10 0-1 0,-3 0 5 15,-10 0-11 1,9 0 8-16,-8-4-4 0,-14 4 0 15,-5 0 2-15,18 0-4 16,4 0 4-16,-17 0 2 16,-8 0 0-16,3 0-7 15,-13 0 6-15,6 0-6 16,-9-7 3-16,-3 7 0 16,-15 0-3-16,-7-8-14 15,-15 0-3-15,-19 3-38 16,3-10-23-16,-9-1-48 15,0-9-279-15</inkml:trace>
  <inkml:trace contextRef="#ctx0" brushRef="#br0" timeOffset="174400.84">17972 12183 346 0,'0'0'185'0,"0"0"-125"0,0 0 17 0,0 0 35 16,0 0-66-16,0 0 24 16,0 0-21-16,0 0-26 15,0 0 48-15,0 0-16 16,0 0 0-16,0 0-37 16,0 0-7-16,0 0-11 15,0 17 49-15,0 2-38 0,0 1 3 16,0 8-9-16,0 5-4 15,0 3 2-15,0 4 1 16,0 8 4-16,0 0-5 16,0 4 18-16,0-8-9 15,0 5 8-15,0-9-19 16,0 4 1-16,15 0-2 16,-3 0 3-16,7 12-8 15,-3 0 12-15,-4 4-15 16,-6 1 19-16,-6-5-14 15,6 4 4-15,-6-4-2 16,0-7 1-16,0-2-1 16,0-3-3-16,0 1 5 15,0-1-2-15,0-8 2 16,0 12-2-16,0-8 1 0,0 0-2 16,0 0-3-1,0 0 1-15,-6 1 3 0,0-2-11 16,-6 5 9-16,2 5 6 15,10-6-4-15,0 6 2 16,0-1 1-16,0-4-2 16,0 0-1-16,0-8 0 15,0-3 1-15,0 6-3 16,16 2 3-16,-16-5-4 16,6 8 12-16,0 0-9 15,-6 1 2-15,0 2-1 16,0 1 1-16,0-7-1 15,0-2 0-15,0-14 1 0,0 7-4 16,6 0 8-16,-6 4-8 16,0 4 6-16,0 0-4 15,0-8 2-15,0 4-2 16,0-8 0-16,0 0 1 16,0 0 0-16,0-3 3 15,0 19 4-15,0 0-1 16,0 12 8-16,-18 1-7 15,2-10 11-15,-2-2-4 16,11-14-3-16,-5-2-9 16,12-9 0-16,-9 0-4 15,3-4 4-15,6 0-2 0,0 4 4 16,0-8-8 0,0-4-9-16,0 0-13 0,0-4-21 15,0-4-117-15,0 0-200 16,6 0-301-16</inkml:trace>
  <inkml:trace contextRef="#ctx0" brushRef="#br0" timeOffset="178381.05">16976 12512 157 0,'0'0'132'0,"0"0"-69"0,0 0 48 0,0 0-11 0,0 0-23 15,0 0 16-15,-6-8-33 16,0 5-9-16,0-10 1 16,6 5-1-16,-16 8-28 15,16-4-1-15,0 4 24 16,0 0-8-16,0 0 21 16,0 0-43-16,0 0-7 15,0 0 2-15,0 0 12 0,0 0 21 16,0 0-31-16,0 0 0 15,0 0-11-15,0 0-2 16,0 0 5-16,0 0-10 16,0 0 4-16,0 0 0 15,0 4-7-15,0 12 8 16,0 4 6-16,28-7-5 16,0 10 13-16,-3-7-12 15,-4 4 5-15,-2 1-5 16,21-1 8-16,-12 4-10 15,-3-4 6-15,3-4-2 16,-9-1-3-16,15-2-1 16,0 3 6-16,6 4-11 15,13 0 12-15,-13 0-10 0,13-4 5 16,-7 4-2 0,-5-4 0-16,5 4 0 0,-6 1-1 15,7-2 5-15,-7 1 7 16,-6 0-10-16,7 4 6 15,-7-4-3-15,6 5-1 16,-6-1-3-16,-3-8 0 16,3 8-1-16,13-5 2 15,-7 2-4-15,7 2 6 16,-7-6-1-16,0 7-1 16,7-4 10-16,-19 0-9 15,18 1 7-15,-5-2-9 0,-1 1 0 16,0 0-1-16,-9-4 4 15,3 9-4-15,7-6 6 16,-7 6-8-16,6-2 7 16,0 1-6-16,1-4 2 15,-1 1 0-15,-9 2 0 16,9-6 1-16,-6 2-4 16,7 2 7-16,-7-5-8 15,0 0 8-15,6 12-5 16,7-4 5-16,5 1-3 15,1-2 2-15,0 1 0 16,3 1-3-16,-16-6 3 16,0 6-3-16,7-1 2 0,-7-9 12 15,0 10-10 1,-9-1 9-16,16 4-13 0,-13-8 2 16,13-4-2-16,-1-4 0 15,-12 12-4-15,19-4 8 16,-13 0-7-16,0-4 15 15,1 4-12-15,-7 1 3 16,0-2 7-16,-9-2-4 16,3-1-5-16,-10-1-1 15,16-2 4-15,-6 7-10 16,13-4 12-16,-7 0-9 16,-3-1 6-16,3 6-3 15,0-1 4-15,0-8-4 16,-3 7 0-16,3-2 2 0,0-4-5 15,-6 2 9-15,3 1-9 16,3 0 6-16,-12 4-6 16,18 4 5-16,-9 1-2 15,3-2 1-15,-6-2 4 16,19-6-5-16,-22 1-1 16,9 1-2-16,6 2 6 15,-12 1-5-15,6-4 7 16,-9 1-9-16,3-6 4 15,6 2 0-15,-16 2 0 16,17 2 2-16,-1-5-7 16,-9 3 10-16,2-2-8 15,8-1 9-15,-11-4-10 0,-2 12 6 16,-3-12-2-16,2 0 2 16,-8 4-1-16,5-4-2 15,4 0 2-15,-3 8-5 16,9-4 10-16,-1 1-2 15,4 6-2-15,-3-7 5 16,0 1-7-16,-3-2 0 16,-3-2 0-16,-4-1-1 15,-2-5 1-15,9 5 0 16,-13-3 2-16,10 7 0 16,-4-1 0-16,-2 2-1 15,-4-9-1-15,1 7 0 0,2-3 0 16,-2-3-2-16,-7-5 6 15,16 12-2 1,-10-4-1-16,-6-5 2 16,0 5-2-16,-6-3-1 0,0-1-5 15,0-4-8-15,0 0-16 16,0 0-19-16,0 0-12 16,0 0-38-16,-46 0-315 15</inkml:trace>
  <inkml:trace contextRef="#ctx0" brushRef="#br0" timeOffset="179962.13">20024 13972 137 0,'0'0'223'0,"0"0"-79"0,0 0-22 0,0 0-50 0,0 0 4 16,0 0-42-16,0 0-29 0,-99 0-2 15,83 0 2-15,4 0 68 16,6 0 43-16,0 0-52 15,-10 0-21-15,10 0-10 16,6 0-25-16,-6 0-7 16,6 4-1-16,-6-4 0 15,-1 4-1-15,1 0 5 16,0 5-6-16,-10 2 4 16,10 6 26-16,0-6 8 15,0 5-18-15,6-4-16 16,0 1 1-16,0 2-3 15,0-7-5-15,0 5 1 16,0-2 4-16,0-2-4 16,18-1-2-16,4 0 3 15,3-5-1-15,3-3-2 0,0 0-7 16,-10 0 9-16,-5-11 4 16,8-6 3-16,-14-7 3 15,11-4 7-15,-18 4-26 16,0-4 10-16,0 8-29 15,0 4 2-15,0 4 28 16,0 4 1-16,-18 5 1 16,-4-6 0-16,3 9-17 15,-9 0 15-15,16 0 2 16,-16 0 14-16,16 12-14 16,-1 8 0-16,1 4-5 15,-4 1 2-15,10-6 1 0,6 1 1 16,0-8 0-16,0 1 2 15,0-5-2-15,0-8-4 16,0 3 2-16,0-3-9 16,6 0 11-16,22 0-2 15,-9 0-3-15,-13 0 0 16,16 0 6-16,-22-11-6 16,0 2 6-16,0-2-1 15,0 11 3-15,0 0 1 16,0 0 36-16,0 0-5 15,-22 0 11-15,10 11-42 16,6 1-3-16,6-7-13 16,0-5-54-16,0 0-241 0,0 0-293 15</inkml:trace>
  <inkml:trace contextRef="#ctx0" brushRef="#br0" timeOffset="181410.78">20220 12865 468 0,'0'0'293'0,"0"0"-179"0,0 0 2 0,0 0-58 16,0 0-57-16,0 0 17 16,0-7 25-16,0 7-9 0,0 0 3 15,0 15-5 1,0 17 5-16,0 4-34 0,0 4 6 15,0 1-8 1,0 3-2-16,-22-8 8 0,9 3-2 16,-8 2 11-16,15-1-5 15,-7-19-5-15,13-10-4 16,0-3-4-16,0-4-15 16,0 1 9-16,0 3-9 15,0 0 9-15,0-5-2 16,0 9 8-16,0-7-8 15,13-2-13-15,14-3 13 16,-2 0-4-16,3 0 4 16,0 0-16-16,-9 0 18 15,-7 0-25-15,10 0-3 0,-16 0 12 16,0 0-18 0,-6 0-22-16,6 0 34 0,-6-8 29 15,0 0-34-15,0-4-1 16,0 1 25-16,0 2 11 15,0-7-27-15,0 13-5 16,0-2-5-16,0-3 28 16,0 8 9-16,0 0 16 15,0 0 39-15,0 0 22 16,0 0-27-16,0 0-28 16,0 0 11-16,0 0 5 15,0 0-21-15,0 8-11 0,0 8 3 16,0 9-1-16,-6 3 11 15,0-1 20-15,0 6 11 16,0 3-15-16,6-5-8 16,0 10-21-16,0-1-2 15,0-4-3-15,0-4-1 16,0-8 3-16,0-8-1 16,0-3 3-16,0-5-10 15,0-1 2-15,0 1-19 16,0 0-28-16,0-8-116 15,0 0-346-15</inkml:trace>
  <inkml:trace contextRef="#ctx0" brushRef="#br0" timeOffset="182443.84">22223 13921 335 0,'0'0'162'0,"0"0"-56"0,0 0 9 15,0 0 13-15,0 0-29 16,0 0 9-16,-19 0-35 16,19 0 6-16,0 0-26 0,0 0-16 15,0 0-28 1,0 0 0-16,0 0-9 0,0 3 1 16,25 5-5-16,9-8 6 15,0 0-3-15,-6 8 2 16,-3-8-2-16,-19 4-9 15,16 0 4-15,-16 8-6 16,0 0 4-16,0 9 3 16,-6 7 5-16,0-1 2 15,0 9 5-15,-12-3-9 16,-22-2 6-16,9-3-8 16,3-7 4-16,4-1 0 15,2-4 6-15,10-9-6 16,6-7 0-16,0 0-7 0,0 0-2 15,0 0-82-15,0 0-135 16,0 0-163-16,0 0 16 16</inkml:trace>
  <inkml:trace contextRef="#ctx0" brushRef="#br0" timeOffset="183076.37">22830 14237 336 0,'0'0'179'0,"0"0"-122"0,0 0 10 15,0 0-34-15,0 0 9 16,0 0 98-16,0 0 22 0,0 0-75 16,0 0-40-16,10-20 11 15,36-24-11 1,19-12-19-16,10-4-16 0,-7 7-7 16,-22 21 3-16,-15 4-4 15,-9 16-8-15,-22 4-11 16,6 8-13-16,0 0-49 15,-6 0-11-15,0 0-95 16,0 0-118-16,0 0-25 16</inkml:trace>
  <inkml:trace contextRef="#ctx0" brushRef="#br0" timeOffset="183309.43">22911 13880 490 0,'0'0'119'0,"0"0"-20"15,0 0 33-15,0 0 46 16,0 0-65-16,0 0-41 16,260 141-29-16,-198-97-16 15,-15-5-19-15,-1-6-8 16,-11 6-1-16,-1-3-17 15,-16-8-50-15,-18-7-67 16,0-17-267-16</inkml:trace>
  <inkml:trace contextRef="#ctx0" brushRef="#br0" timeOffset="184541.34">17879 12111 205 0,'0'0'168'0,"0"0"-24"0,0 0-18 16,0 0-47-16,0 0-32 15,0 0-11-15,0 0-32 16,0 0 14-16,0 0 20 16,0 0 35-16,0 0-1 15,0 0-30-15,0 0-5 0,0 0-4 16,0 0 13-16,0 0-30 15,0 0 15-15,0 0-29 16,0 0 1-16,0 0-3 16,0 0 0-16,0 0 0 15,0 0 0-15,0 0 11 16,0-3-10-16,6-14-2 16,22 1 2-16,-10-8 0 15,16 1 4-15,-6-10-8 16,-3 13 3-16,-3-1-23 15,-16 18 7-15,0 3 14 16,-6 0-5-16,0 0 14 16,0 0-11-16,0 16 4 15,6 12 0-15,10 12-1 16,2-4 1-16,-5 1 2 0,9-9 1 16,-4 0-3-16,-2-9-9 15,2-7-3-15,4-12-76 16,3 0-164-16,3 0-114 15</inkml:trace>
  <inkml:trace contextRef="#ctx0" brushRef="#br0" timeOffset="-202041.14">22610 2350 211 0,'0'0'313'0,"0"0"-218"0,0 0 55 16,0 0 26-16,0 0-82 16,0 0-37-16,0 0-9 15,0 0-6-15,0 0 9 0,0 0-10 16,0 0-21-16,0 8 12 16,0-8-21-16,0 0 6 15,0 0-4-15,0 0 7 16,0 0 10-16,0 0-2 15,0 0 8-15,0 0-15 16,0 0 4-16,-18 0-22 16,-29 0-6-16,7 0 1 15,-13 0 1-15,-9 8-2 16,9 35 1-16,13 1-2 0,12 9 8 16,22-9-8-16,6 0 1 15,0-11 2 1,15-14-12-16,44-2 1 0,6-6-11 15,16-11-6-15,-7 0-10 16,1 0-15-16,-10 0-39 16,-19-28-296-16</inkml:trace>
  <inkml:trace contextRef="#ctx0" brushRef="#br0" timeOffset="-201524.75">23044 2069 498 0,'0'0'67'0,"0"0"30"0,0 0 85 0,0 0-13 0,0 0-88 15,369 63 32-15,-248-14-51 16,-28 4-22-16,-25 14-4 15,-43 5-24-15,-25 25 7 16,-18 7-19-16,-97 4-11 16,-25-3-23-16,1-25-68 0,2-35-419 15</inkml:trace>
  <inkml:trace contextRef="#ctx0" brushRef="#br0" timeOffset="-194547.07">17531 11422 537 0,'0'0'106'0,"0"0"-92"0,0 0 11 0,0 0 11 0,0 0-21 16,0 0-4-16,0 0-11 0,-40-41 10 16,28 25-10-16,-4 9 65 15,-3-1 9-15,13 0 16 16,0 8-19-16,6 0 2 16,0 0-30-16,0 0 4 15,0 0-32-15,0 0-2 16,0 0-9-16,0 0 11 15,0 0-3-15,0 0-6 16,0 0 3-16,0 0-8 16,0 0 18-16,0 0-11 15,0 0 15-15,0 0-8 16,0 0 5-16,0 0-12 0,0 0-6 16,0 0-4-16,0 8-3 15,0 0 0-15,12 12 1 16,16 3 2-16,-9-2-23 15,0-1 2-15,8-4-17 16,-5-5-18-16,-3-2-132 16,-7-9-296-16</inkml:trace>
  <inkml:trace contextRef="#ctx0" brushRef="#br0" timeOffset="-194011.34">17472 11635 430 0,'0'0'81'0,"0"0"-68"0,0 0-13 0,0 0 37 0,0 0 4 16,0 0 46-16,0 0 54 16,0 0 32-16,0 0-124 15,0 0-18-15,0 0 6 16,0-5 17-16,13-23 6 16,27-5-35-16,0-3-17 15,19-8-4-15,3-8 16 16,16-7-17-16,2-18 7 15,-5 13-9-15,-16 12-2 16,-25 7-22-16,-22 22 8 0,4 10-15 16,-16 13-3-16,0 0-44 15,0 0-120-15,0 5-119 16</inkml:trace>
  <inkml:trace contextRef="#ctx0" brushRef="#br0" timeOffset="-187602.75">18279 13033 151 0,'0'0'317'0,"0"0"-264"0,0 0-13 0,0 0 1 0,0 0-16 15,0 0-20-15,0 0-5 16,-140 5-1-16,140-5-9 15,0 0-12-15,0 0 12 16,0 0 8-16,0 0 2 16,-12 0 15-16,12 0 47 15,0 0 21-15,0 0-9 16,0 0-26-16,0 0-36 16,0 0-12-16,0 0-5 15,0 0 0-15,0 0-5 16,0 0 10-16,0 0 20 15,0 0-16-15,0 0 23 0,0 0 1 16,0 0-8 0,0 0-6-16,0 0 15 0,0 0 1 15,0 0-26-15,0 0 1 16,-7 0-3-16,1 0 6 16,-9 0-7-16,8 0 20 15,1 0-14-15,6 0 1 16,0 0-5-16,0 0 1 15,0 0-4-15,0 0-12 16,0 0 11-16,0 0-10 16,0 0 10-16,0 0-2 15,0 0-3-15,0 0 12 0,0 0-5 16,0 0 29 0,0 0 17-16,-12 0-26 0,-16 0-18 15,0 0-4-15,3 12 8 16,-3 4-14-16,0 8 5 15,16-4 1-15,6-4-7 16,6-9 0-16,0-2-1 16,0-2-1-16,0-3-12 15,12 0 0-15,16 0 20 16,-9 0 3-16,-10 0-5 16,-9 0 2-16,0 0 0 15,0 0 4-15,0 0-2 16,0 0 34-16,0 0-22 15,0 0 6-15,0 9-18 0,0-5 0 16,0-4-32-16,6 0-15 16,7 0 26-16,-1 0-52 15,-6 0 11-15,-6 0 9 16,0 0 50-16,0 0-2 16,10 0-8-16,-10-16-266 15</inkml:trace>
  <inkml:trace contextRef="#ctx0" brushRef="#br0" timeOffset="-162241.24">18052 13086 366 0,'0'0'54'0,"0"0"-9"0,0 0-6 0,0 0-27 16,0 0 7-16,0 0 2 16,0 0 29-16,0 0 0 15,0 0 38-15,0 0-39 16,0 0 6-16,0 0-40 16,0 0-10-16,0 0 3 15,0 0 4-15,0 0 5 16,0 0-7-16,0 0 26 15,0 0-18-15,0 0-18 0,0 0 6 16,0 0-12 0,0 0 9-16,0 0-3 0,0 0 0 15,0 0 2-15,13 0-5 16,-4 0 6-16,9 0 17 16,-5-12-7-16,2-8 5 15,-8 4-16-15,5-8 7 16,-12 15-9-16,6-7-13 15,-6 16 13-15,0 0-3 16,0 0 3-16,0 0 0 16,0 0 0-16,0 0-8 15,-6 0 7-15,-6 0 2 0,5 0 9 16,1 8-3 0,6-3 2-16,0-2-9 0,0-3 2 15,0 0-5-15,0 0 6 16,0 0-6-16,0 0 6 15,0 0 6-15,0 0-5 16,0 0 14-16,-9 0 8 16,-10 0-15-16,-2 0-11 15,-4 0-9-15,-9 0 4 16,15 9-73-16,-3 7-191 16,22-13-32-16</inkml:trace>
  <inkml:trace contextRef="#ctx0" brushRef="#br0" timeOffset="-159857.22">18595 12593 36 0,'0'0'87'0,"0"0"-9"0,0 0-16 16,0 0-17-16,0 0-31 15,0 0 36-15,0 0-4 16,0 11 20-16,0-11-13 15,0 0 8-15,0 0-18 16,0 5-12-16,0-5 26 16,0 0-14-16,0 0-5 15,0 0-13-15,0 0-10 16,0 0-7-16,0 0 3 16,0 0 35-16,0 0 25 15,0 0-24-15,0 0 3 0,0 0 3 16,0 0-24-16,0 0 3 15,0 0-16-15,0-5 17 16,0-11-28-16,-6-7 2 16,-10-13 0-16,10 3-2 15,6-15-5-15,0 0-2 16,0-8-3-16,0-5-36 16,34 6-22-16,12 7-67 15,-11 15-203-15,-17 22-247 16</inkml:trace>
  <inkml:trace contextRef="#ctx0" brushRef="#br0" timeOffset="-158712.45">20266 12071 285 0,'0'0'186'0,"0"0"-140"0,0 0-26 16,0 0-6-16,0 0-14 16,0 0 0-16,6 0 34 0,0 0 28 15,-6 0 64 1,0 0 9-16,0 0-30 0,7 8-78 15,5-4-9-15,-12 8 18 16,28 1 6-16,-16 7 9 16,4 3-22-16,2 9-1 15,-5 9-15-15,-13-1-3 16,0 7-9-16,0 2 7 16,0 3-8-16,0 0-3 15,-31 0-51-15,-25-16-49 16,25-7-194-16,-3-22-167 15</inkml:trace>
  <inkml:trace contextRef="#ctx0" brushRef="#br0" timeOffset="-157828.09">19404 12472 69 0,'0'0'126'0,"0"0"-104"0,0 0 71 0,0 0-1 16,0 0-10-16,0 0-37 16,0 8 1-16,0 0-7 15,0 5 41-15,0 7 67 0,0 3 15 16,-9 9-73-16,-16 1-34 16,19 6-30-16,-10-6-22 15,4 7-6-15,-7-8-26 16,10-4-34-16,-16-8-183 15,-3-12-392-15</inkml:trace>
  <inkml:trace contextRef="#ctx0" brushRef="#br0" timeOffset="-111185.34">19215 11798 5 0,'0'0'151'0,"0"0"-117"0,0 0 15 16,0 0 16-16,0 0-10 16,0 0-5-16,0 0-15 15,0 0-16-15,0 0-3 0,0 12-4 16,0-12 8-1,0 0 12-15,0 0 4 0,0 0-5 16,0 0-27 0,0 0 6-16,0 0 0 0,0 0 2 15,0 0 24-15,0 0 10 16,0 0-17-16,0 0-3 16,0 0 8-16,0 0-30 15,0 0 6-15,0 0-6 16,0 0-4-16,0 0 0 15,0 0 1-15,0 0 6 16,0 0-4-16,0 0 17 0,6-8 0 16,10-15 68-16,2-10-45 15,16-15 3-15,-6 8-40 16,25-16-1-16,0-8 0 16,-1-5-10-16,4 1-5 15,-9 4-10-15,-16 16-17 16,3 7-107-16,-22 22-22 15,-12 19 25-15,0 0-16 16,0 19-41-16</inkml:trace>
  <inkml:trace contextRef="#ctx0" brushRef="#br0" timeOffset="-110468.02">19175 11746 94 0,'0'0'87'0,"0"0"-41"0,0 0 34 0,0 0 45 15,0 0-63-15,0 0-39 0,0-16-1 16,0 8 5-16,6 8 26 15,-6 0-30-15,0 0 18 16,0 0 20-16,0 0 11 16,0 0 1-16,0 0-3 15,0 0-49-15,0 0 4 16,0 16-5-16,0 0-15 16,0-8 16-16,15 12-19 15,-8-15 0-15,-1 6 3 16,0-11-10-16,0 0 1 15,10 0-21-15,2 0 14 16,16-4 11-16,-6-11 5 0,19-2 0 16,-16-7-4-16,-3 8 0 15,12 4 4-15,-28 0-1 16,10 4-4-16,-3-8-9 16,-13 16-8-16,-6 0-110 15,0 0-92-15,0 0-170 16</inkml:trace>
  <inkml:trace contextRef="#ctx0" brushRef="#br0" timeOffset="-109619.03">19909 11076 239 0,'0'0'271'0,"0"0"-224"0,0 0-10 15,0 0 5-15,0 0-17 16,0 0 49-16,0 0-16 16,69-83 19-16,-51 58-20 15,10-3-19-15,-6-4-8 16,-10 9-24-16,7-2-6 15,-4 5 5-15,-2 4-10 16,-7 0 10-16,16 4-10 16,-10-1-45-16,-6 5-18 15,1 0-30-15,-7 8-9 16,0 0 14-16,0 0 0 16,0 0-40-16,0 0-87 15</inkml:trace>
  <inkml:trace contextRef="#ctx0" brushRef="#br0" timeOffset="-109253.29">20018 10804 28 0,'0'0'293'16,"0"0"-249"-16,0 0 15 15,0 0 12-15,0 0-38 0,0 0 11 16,0 40 53-16,0-29 6 16,6 2 29-16,22 11-21 15,-3-8-68-15,9 4-32 16,-6 1 14-16,-3-2-20 15,9 6-1-15,-22-2-1 16,10-2-3-16,-16-6 0 16,-6-7 0-16,0 5-13 15,0-5-1-15,0-4-38 16,0-4-206-16,0 0-76 0</inkml:trace>
  <inkml:trace contextRef="#ctx0" brushRef="#br0" timeOffset="-89752.76">19103 12272 228 0,'0'0'168'0,"0"0"-119"0,0 0-2 0,0 0-37 0,0 0 0 0,0 0 9 15,-9 8-1-15,9-8 71 16,-6 3-21-16,0 2 17 0,-1 7 2 15,-5-4-42 1,-4 3-31-16,4-2 17 0,6-1-20 16,0 0 3-16,-1 3-2 15,-8 6 3-15,15-6-8 16,-6-3-7-16,6 1 2 16,0-9 2-16,0 8 0 15,0-4-8-15,0 5 3 16,0-2 0-16,0-3 1 15,0 4 0-15,0-8-2 16,0 0-5-16,0 0-3 16,0 0-11-16,21 0 17 15,-2 0 4-15,-7 0-1 16,4 0-1-16,-4 0 2 16,7 0 0-16,-4 0 0 15,-8 0-16-15,-1 0-7 0,0 0 19 16,6 0-11-16,4 0 14 15,-4-4-8-15,1 0-2 16,-13 0 0-16,0 4 10 16,0-4-6-16,0 4 14 15,0-8-16-15,0 4 13 16,22-8-9-16,-10-5 6 16,3 6-1-16,-8-6 0 15,11 9 0-15,-18-3-1 16,13 3 9-16,-4-9-16 15,-3 14 4-15,0-9 3 16,1 4-3-16,-7 0 0 16,0-5 0-16,0 6-4 0,0 2 7 15,0-3 1-15,0 8 4 16,0-8 2 0,0 0 3-16,0 5-6 0,0-1-3 15,0-1 11-15,-7 5 17 16,-5-3-27-16,-10-5 4 15,16 8-4-15,-6 0 1 16,5 0 4-16,-8 0-2 16,3 0 18-16,-10 0-16 15,16 0-6-15,-7 8-40 16,1 7-120-16,-10 1-83 16,-3 9-184-16</inkml:trace>
  <inkml:trace contextRef="#ctx0" brushRef="#br0" timeOffset="-62739.14">23860 3521 544 0,'0'0'89'0,"0"0"-29"0,0 0 95 16,0 0-69-16,0 0-37 15,0 0-7-15,0 0 12 16,0-12 1-16,0 12-3 16,0 0-14-16,0 0-18 0,0 0-19 15,0 0 9-15,0 0 2 16,0 0 6-16,0 0-9 15,0 0-6-15,0 0 12 16,0 0-2-16,0 0 12 16,0 0-20-16,0 0 3 15,0 0-1-15,0 0-2 16,0 0-5-16,0 0 2 16,0 0-4-16,0 0 7 15,0 0-7-15,15 0 5 16,-15 0 4-16,0 0-7 15,13 0-1-15,8 23 1 16,4 2 0-16,15 3 4 0,1 4 0 16,-7-12-8-16,-9 5-11 15,-4-6-3-15,-14 1-32 16,14-12-55-16,-21-4-244 16,0-4-432-16</inkml:trace>
  <inkml:trace contextRef="#ctx0" brushRef="#br0" timeOffset="-62309.14">24356 3432 182 0,'0'0'214'0,"0"0"-99"0,0 0-23 0,0 0-25 0,0 0 32 15,0 0 21-15,-13 0-37 0,13 9-57 16,-9 10-2 0,-3 6 7-16,-7 6-3 0,-15 18 46 15,0 7-22-15,-13 21-2 16,1-2-11-16,-1-3-5 16,-5-3-27-16,11 3 2 15,-14-12-9-15,17-4-8 16,4-12-4-16,-6-8-33 15,12-8-56-15,9-20-167 16,-2-8-446-16</inkml:trace>
  <inkml:trace contextRef="#ctx0" brushRef="#br0" timeOffset="-61560.97">25072 4018 529 0,'0'0'236'0,"0"0"-120"0,0 0 44 0,0 0-65 16,0 0-16 0,0 0-40-16,313-36-35 0,-272 32-4 15,-7 4-8-15,-22 0-33 16,7 0-33-16,-10 0-4 15,-9 0-73-15,0 0-99 16,0 0 76-16,0 0-282 16</inkml:trace>
  <inkml:trace contextRef="#ctx0" brushRef="#br0" timeOffset="-61294.21">25072 4018 795 0,'-115'-196'258'15,"115"188"-255"-15,0-5 44 16,34-2 29-16,7 7-18 16,5 0-6-16,1 8-22 15,6 0 6-15,-1-5-20 16,4 5-5-16,-3 0-11 15,-7 0-13-15,1 0-37 16,-7 0-27-16,-12-12-121 0,-22-4-337 16</inkml:trace>
  <inkml:trace contextRef="#ctx0" brushRef="#br0" timeOffset="-58628.06">26040 3962 503 0,'0'0'124'0,"0"0"-33"0,0 0 23 0,0 0 1 0,0 0-38 16,0 0-43-16,0 0 12 15,15 0 42-15,10 0-18 16,9 0-33-16,6 0-3 15,1 0-6-15,11 0-5 16,1 0-10-16,3 0-9 16,-10 0-4-16,1 0-1 0,-7 0-16 15,-21 0-24-15,9 0-15 16,-28 0-133-16,0 0-347 16</inkml:trace>
  <inkml:trace contextRef="#ctx0" brushRef="#br0" timeOffset="-57947.21">26821 3552 94 0,'0'0'408'16,"0"0"-356"-16,0 0 39 0,0 0-73 0,0 0 27 16,0 0 65-16,28 0-3 15,-7 0-7-15,4 0-59 16,-12 0-9-16,8 0-31 0,-14 29-1 16,-7 7-6-16,0 9 2 15,0 10 8-15,0 9-9 16,-41-8 6-16,7 5-1 15,-6-9 5-15,27 0 13 16,7-8 3-16,6-12-13 16,0-11 1-16,6-2-8 15,63-15-1-15,11 1 0 16,7-5 13-16,-9 0 5 16,-4 0-15-16,-21 0-6 15,-7 0-4-15,-18 0-14 16,-6 0-53-16,-22 0-251 15,0 0-356-15</inkml:trace>
  <inkml:trace contextRef="#ctx0" brushRef="#br0" timeOffset="-57497.34">27472 3998 625 0,'0'0'363'0,"0"0"-270"0,0 0-25 0,0 0-59 16,0 0 7-16,0 0-11 15,25 0 22-15,-19 0-18 16,-6 0 0-16,0 0 13 16,0 0-11-16,0 0 15 0,0 0-26 15,0 0-27-15,0 0-98 16,0 0-156-16,6-9-376 16</inkml:trace>
  <inkml:trace contextRef="#ctx0" brushRef="#br0" timeOffset="-47288.3">28064 3729 403 0,'0'0'145'0,"0"0"-64"0,0 0 45 0,0 0-28 15,0 0-18-15,0 0 2 16,0 0-37-16,0-4-17 15,0 4 9-15,0 0 3 16,0 0 1-16,0 0 2 16,0 0-22-16,0 0 12 15,0 0-20-15,0 0-2 16,0 0-9-16,0 0 0 0,0 0 3 16,0-4-5-1,0 4 10-15,0 0-2 0,-12 0 14 16,-22 0-15-1,-7 0 4-15,-5 0-8 0,6 8-1 16,-1 20-2-16,1 4-2 16,15 1 1-16,13 7-5 15,-10-4-1-15,22 0-6 16,0 0 10-16,0-8-8 16,0-4 9-16,0-4-6 15,22 0 6-15,31-8-4 16,5-4-3-16,11-4 5 0,-4-4 2 15,3 0 2 1,-3 0 2-16,-9-12 8 0,-10-20-8 16,-5-8 9-16,-16 0-6 15,2 8 5 1,-14 0-1-16,-13-1-8 0,0 10 1 16,0-13-2-16,-6 0-3 15,-28 0-37-15,-7 3 9 16,10 13-24-16,-3 7-1 15,-6 13 13-15,-7 0 22 16,13 0-1-16,-12 21-25 16,-7 7-12-16,19 4-296 15,6-8-288-15</inkml:trace>
  <inkml:trace contextRef="#ctx0" brushRef="#br0" timeOffset="-44942.05">28808 3585 58 0,'0'0'284'0,"0"0"-175"0,0 0-23 0,0 0 2 15,0 0-6-15,0 0 33 16,-6 3 21-16,6 5-21 16,0-3-41-16,0-5-2 15,0 0-45-15,0 0-9 16,0 0-13-16,0 0 11 15,0 12 9-15,0-8-12 16,0 0-5-16,0 20-5 16,0-1 19-16,0 7-7 15,0 9 6-15,0-6-16 16,0 6-10-16,0-3 7 16,0-3-5-16,0 3-4 0,0 0-22 15,0 3-18 1,0-3-48-16,-15-3-54 0,9-17-133 15,6-4-9-15,-7-12-191 16</inkml:trace>
  <inkml:trace contextRef="#ctx0" brushRef="#br0" timeOffset="-44558.6">28532 3898 542 0,'0'0'172'0,"0"0"-83"0,0 0 121 0,0 0-100 0,0 0 5 0,0 0-64 16,363 0-17-1,-270 0-9-15,-6-4-17 0,-13-9-8 16,-15 5-10-16,-18 0-15 15,-7 8-63-15,-16 0-158 16,-11 0-315 0</inkml:trace>
  <inkml:trace contextRef="#ctx0" brushRef="#br0" timeOffset="-43892.82">29528 3898 496 0,'0'0'102'0,"0"0"-69"15,0 0 14-15,0 0 56 0,0 0 7 16,0 0 21-16,0 0-90 15,15-12-10-15,19-9-9 16,-3-2 10-16,25-18-12 16,-3-3-19-16,21-7 1 15,-15-2 1-15,-12 5 7 16,-19 11-10-16,-16 6 35 16,-12 7-10-16,0-1 3 15,-19 14-18-15,-36 2 2 16,2 6-10-16,0 3 3 0,13 0 4 15,0 0-9-15,6 0-1 16,15 15-4-16,3 10-1 16,10 7-4-16,6 4 6 15,0 4-12-15,0-4-9 16,6 4-7-16,41-8-34 16,9 4 27-16,3 0-8 15,9 0 2-15,-15-7-41 16,-19-6 23-16,-22-2-5 15,-12 2 68-15,0-6 31 16,-19-9 35-16,-55 4-53 16,0 8-10-16,-19-4-6 15,0 4-71-15,0 0-182 16,12-8-268-16</inkml:trace>
  <inkml:trace contextRef="#ctx0" brushRef="#br0" timeOffset="-42858.96">23587 4965 617 0,'0'0'295'0,"0"0"-291"0,0 0 95 0,0 0-32 16,0 0-56-16,0 0 15 0,12 0 50 15,16 3-19-15,0 14-28 16,12 11 8-16,-15 4-20 16,3 4-17-16,-9 4-7 15,-4-4 5-15,-9 8-25 16,-6-11-4-16,0-6-20 16,0-7-66-16,0-16-190 15,0-4-279-15</inkml:trace>
  <inkml:trace contextRef="#ctx0" brushRef="#br0" timeOffset="-42340.6">23587 5758 152 0,'0'0'417'0,"0"0"-325"0,0 0 61 0,0 0 4 16,0 0-104-16,0 0 24 16,121-148-16-16,-41 63-1 15,7 2-38-15,0 11 15 16,-6 8-26-16,-22 19-4 0,-7 5-7 16,4 8-22-16,-19 11-21 15,-3 6-97-15,-27 11-186 16,-7 4-203-16</inkml:trace>
  <inkml:trace contextRef="#ctx0" brushRef="#br0" timeOffset="-41743.72">24650 5618 800 0,'0'0'98'0,"0"0"15"0,0 0-7 0,0 0-16 0,0 0-32 0,0 0-34 16,400-19-22 0,-325 19 0-16,-22 0-2 0,-13 0-4 15,-12 0-21 1,-16 0-32-16,-12 0-64 0,0 0-119 16,0 0 35-16,-6 0-158 15</inkml:trace>
  <inkml:trace contextRef="#ctx0" brushRef="#br0" timeOffset="-41544.47">24830 5422 745 0,'0'0'436'15,"0"0"-427"-15,0 0 35 0,0 0-14 16,0 0 21-16,0 0-2 15,335-41-45-15,-254 30-4 16,-22-1-31-16,-19 4-47 16,-34-5-179-16,-6 13-571 15</inkml:trace>
  <inkml:trace contextRef="#ctx0" brushRef="#br0" timeOffset="-38513.08">26188 5542 536 0,'0'0'73'0,"0"0"-6"0,0 0 123 0,0 0-103 16,0 0-50-16,0 0 13 0,0 0-1 15,0-12 3-15,0 12 18 16,0 0-17-16,0 0-21 16,0 0-12-16,0 0 2 15,-9 0-15-15,3 0 8 16,6 0-13-16,-13 0-4 16,7 0 0-16,-15 20 0 15,2 4 2-15,7 4-15 16,-4-3 14-16,16-2-9 15,0 1 8-15,0 1-10 16,0-6-8-16,16-2 10 16,30-9-5-16,1-5 11 15,18-3-2-15,3 0 1 16,6 0 8-16,-2-19-13 0,-10-34 17 16,9-7-8-16,-15-16 1 15,-10 4-9-15,-21-5-9 16,-16 17-18-16,-9 12 2 15,0 9-16-15,-28 18 8 16,-24 21-1-16,-29 0 34 16,-6 13-24-16,-15 38-72 15,9 14 68-15,12-1 29 16,16 3-22-16,25-10-226 16</inkml:trace>
  <inkml:trace contextRef="#ctx0" brushRef="#br0" timeOffset="-37630.12">27711 5253 188 0,'0'0'444'0,"0"0"-376"0,0 0 51 0,0 0-30 15,0 0-63-15,0 0 28 16,0 97 0-16,0-41-44 15,0-4 4-15,0 0 9 16,0-4-21-16,0-4 5 0,0-8-7 16,0 0-2-16,-6-3-11 15,-7-5-2-15,-9-12-135 16,10 4-112-16,-10-12-73 16</inkml:trace>
  <inkml:trace contextRef="#ctx0" brushRef="#br0" timeOffset="-37348.22">27509 5506 583 0,'0'0'69'16,"0"0"168"-16,0 0-76 15,0 0-84-15,0 0-34 16,0 0-16-16,301 0-27 16,-239 0-4-16,-3 0-58 15,-3 0-211-15,-19 0-320 0</inkml:trace>
  <inkml:trace contextRef="#ctx0" brushRef="#br0" timeOffset="-36714.72">28567 5618 283 0,'0'0'212'0,"0"0"-118"0,0 0 29 0,0 0-21 0,0 0-32 16,0 0-10-16,167-180-27 15,-139 131 3-15,-9-3 2 16,-13 13-7-16,-6 6-5 0,0 10-8 16,0 10-1-16,-25 5-4 15,-37 8-3-15,-13 0-10 16,-2 0-4-16,21 21-4 16,-3 10 8-16,25-6-3 15,22 6 6-15,12 1-6 16,0 9-4-16,0-1 7 15,34-1-16-15,12-2-18 16,19-1-8-16,4 1-21 16,-10-6 12-16,9-3-3 15,-22-4 0-15,-5 4 1 0,-35 0 51 16,-6-7 4 0,0 10 37-16,-53-6 7 0,-21-17-46 15,-13 0-89-15,6-8-190 16</inkml:trace>
  <inkml:trace contextRef="#ctx0" brushRef="#br0" timeOffset="-35849.42">24154 6640 650 0,'0'0'213'0,"0"0"-85"0,0 0 1 0,0 0-36 16,0 0-45-16,0 0-40 15,127 174 4-15,-99-146-11 16,-15-9-1-16,8 1 0 16,-8-4-6-16,-1 4-25 15,4 1-95-15,-10-1-198 0,-6-8-278 16</inkml:trace>
  <inkml:trace contextRef="#ctx0" brushRef="#br0" timeOffset="-35566.08">24102 7279 671 0,'0'0'131'16,"0"0"-20"-16,0 0 85 16,0 0-137-16,260-277-46 0,-186 209-13 15,-15 7-15-15,-12 13-42 16,-7 16 6-16,-18 12 22 15,9 12-78-15,-3 0-58 16,-6 0-118-16</inkml:trace>
  <inkml:trace contextRef="#ctx0" brushRef="#br0" timeOffset="-35065.44">25264 7034 435 0,'0'0'638'0,"0"0"-615"0,0 0 3 0,0 0 56 0,0 0-54 0,0 0-15 15,301 0-10-15,-239 0-6 0,-9-4-30 16,-28 4-43-16,-16 0-80 15,-9-5-191-15,0 2-247 16</inkml:trace>
  <inkml:trace contextRef="#ctx0" brushRef="#br0" timeOffset="-34867.26">25264 7034 1037 0,'62'-189'28'0,"-9"189"26"16,12 0 78-16,-3 5-106 15,10-2-23-15,2-3-6 16,-21 5-23-16,-13-5-80 0,-12 0-121 16,-28 0-207-1</inkml:trace>
  <inkml:trace contextRef="#ctx0" brushRef="#br0" timeOffset="-34200.46">26281 7106 288 0,'0'0'301'0,"0"0"-205"15,0 0 38-15,0 0-26 0,0 0-12 16,0 0-34 0,81-104 5-16,-28 63-26 0,-7 2 25 15,13-5-48-15,-19 0-8 16,-5-1-7-16,5 1-2 15,-18 3-1-15,-16-6 1 16,-6 11 2-16,0-4 0 16,0 16-6-16,-6 4 5 15,-29 20-2-15,-17 0 1 16,18 0 2-16,-13 20-3 16,7 11-4-16,12 2-2 15,9-1-7-15,19 0-8 0,0 0-23 16,0 0 11-1,19 0 3-15,34 1-7 0,9-2-10 16,-3 2-38-16,15-2-60 16,-15 5-46-16,-19-3 21 15,-18-1 8-15,-22 4 162 16,0 8 111-16,-81 8 61 16,-21 0-50-16,-10 0-7 15,10-16 59-15,37-11-115 16,18-14-59-16,32-11-10 15,15 0-34-15,0-8-341 16</inkml:trace>
  <inkml:trace contextRef="#ctx0" brushRef="#br0" timeOffset="-24809.13">19903 12428 446 0,'0'0'95'0,"0"0"-79"0,0 0 14 0,0 0-30 15,0 0-9-15,0 0 4 16,-34 36 5-16,34-24 79 16,-6-8 69-16,-6 4 11 0,-1 8-74 15,7-8-66-15,-10-4-8 16,16-4-1-16,0 0 31 15,0 0-23-15,0 0 22 16,0 0 14-16,0 0-15 16,0 0-25-16,0 0-10 15,0 0-2-15,0 0 3 16,0 0-6-16,-6 0 2 16,6-12-2-16,0-12 0 15,0 1-2-15,0-10 3 0,0 0-1 16,0 6-2-16,0-1-5 15,0 3 7-15,0 14-13 16,0-9 13-16,0 0 2 16,0-1-3-16,6 1 4 15,16 1-4-15,-9-6 0 16,-7 9 2-16,6-4-3 16,-12 9-11-16,16 2 12 15,-10-2-15-15,-6 3 13 16,0-1 4-16,0 1-1 15,0 4 1-15,0-4 2 16,0 4-1-16,0-4 1 16,0 8-4-16,0 0-5 15,0 0 7-15,0 0 9 16,0 0 4-16,-6 0-6 0,6 0-6 16,0 0-1-1,0 12-9-15,0 4 7 0,-16 5-10 16,16 7 10-16,0-5 0 15,0 1-6-15,0 9 16 16,0-10-9 0,0 5 1-16,0 1-3 0,0-1-5 15,28 3 8-15,12-3-1 16,-6-3-11-16,-9-1-11 16,9-4-14-16,-12-8 16 15,-16 0 7-15,13-8 10 16,-4 12 4-16,-8-8 0 0,-1 4 1 15,0-4 2-15,-6 5-6 16,12-6 7-16,-12 9 0 16,0 0-3-16,0-8 6 15,0 1 19-15,0 2-1 16,0-6 11-16,-12 10-9 16,-16-7-14-16,-3 5-8 15,-25-10-10-15,25-3 4 16,3 0-15-16,10 0-9 15,2-19-43-15,4-17-265 16,-22 11-376-16</inkml:trace>
  <inkml:trace contextRef="#ctx0" brushRef="#br0" timeOffset="-23859.29">20105 12224 190 0,'0'0'27'0,"0"0"56"0,0 0 13 0,0 0-16 16,0 0-17-16,0 0 3 16,40-80-9-16,-40 80 27 15,0-5-20-15,0-3-2 16,0-8-20-16,0-4-40 16,0 0-2-16,0-4-2 15,0 8 2-15,0 12 4 16,0 4 52-16,0 0 33 15,0 0-24-15,0 0-33 16,0-16-31-16,0 4-2 16,0-1-11-16,0 2 12 15,0 11 1-15,0 0 26 16,0 0-2-16,0 0 11 16,0-4-36-16,0-4-28 0,-22-8 16 15,4 4-12-15,5 4 20 16,-2 8 4-16,-4 0 3 15,13 0-1-15,-16 0 9 16,10 8-11-16,-10 15-4 16,4 5-7-16,5 1-21 15,-2 3-9-15,15-4-5 16,0 1 30-16,0-9-110 16,0-1-60-16,21 1 22 15,-14-4-233-15</inkml:trace>
  <inkml:trace contextRef="#ctx0" brushRef="#br0" timeOffset="90876.33">23153 10106 303 0,'0'0'101'0,"0"0"16"0,0 0 4 0,0 0-70 0,0 0 5 16,0 0 12-16,0 0-25 15,0 0-22-15,0 0 3 16,-59 8 38-16,59-8-37 16,0 0 1-16,0 0 6 15,0 0 19-15,0 0-8 16,0 0-11-16,-9 0 0 15,2 0 3-15,-11 0-8 0,-4 0-18 16,-9 12 11 0,-3-8-16-16,-6 8 12 0,-7 8-13 15,1 0 2-15,12 8-5 16,12 0 0-16,16 0 0 16,6-4-10-16,0-4 10 15,0-12-6-15,0 5-1 16,40-9 10-16,0-4-3 15,13 0 1-15,21-4 8 16,1-37 4-16,-16-11 5 16,-7-12-15-16,-5-4 0 15,-19 4-3-15,-16 8 2 16,-12 15-4-16,0 10-3 16,0 23 5-16,-12 8 10 0,-63 0-10 15,4 8-6-15,-16 36 6 16,7 0-4-16,5-4 2 15,41-4 2-15,9-8-29 16,10 4-13-16,15-8-71 16,0-4-7-16,0-12-105 15,22 9-6-15,24-9 68 16,1-8 11-16,-1 0 54 16,-6 0-62-16</inkml:trace>
  <inkml:trace contextRef="#ctx0" brushRef="#br0" timeOffset="91376.32">23153 9208 188 0,'0'0'260'0,"0"0"-238"0,0 0-20 0,0 0 31 16,0 0-22-16,0 0 35 16,-6-36 23-16,6 36 64 15,0 0 16-15,0 0-52 16,-7 11-34-16,-2 22-25 16,3 15 23-16,0 12-28 15,-13 12 5-15,13 17-18 16,-3 2 2-16,2 6-5 15,7-1-8-15,0-7 5 16,0-14-14-16,34-6 0 16,7-5 1-16,-1-8-6 0,0-12-21 15,1-11 4-15,-16-14-31 16,2-2-114-16,-14-14-230 16,-13-3-250-16</inkml:trace>
  <inkml:trace contextRef="#ctx0" brushRef="#br0" timeOffset="91975.89">23655 9103 335 0,'0'0'181'0,"0"0"-90"0,0 0 43 0,0 0 53 16,0 0-65-16,285 237-37 0,-238-156-7 15,-19 6-49-15,-16 14-17 16,10 2 0-16,-22 2 6 15,0-13-17-15,0 1-2 16,0-5-2-16,0-12-27 16,0-7-65-16,0-22-104 15,0-22-196-15</inkml:trace>
  <inkml:trace contextRef="#ctx0" brushRef="#br0" timeOffset="95622.7">24830 12071 294 0,'0'0'40'0,"0"0"-14"0,0 0 30 0,0 0-5 0,0 0-10 16,0 0 10-16,0 0 3 16,0-12-17-16,0 12 19 15,0 0 26-15,0 0 16 16,0 0-66-16,0 0-14 15,0 0-10-15,0 0 13 16,0 0-2-16,0 0 4 16,0 0 10-16,0 0-15 15,0 0 3-15,0 0-18 16,0 0 4-16,0 0-3 16,0 0-4-16,0-4 0 15,13 4 8-15,21-4 9 0,0-4 0 16,-6 8 9-16,3 0 11 15,3-8 16-15,-6 8-46 16,18 0 8-16,1 0-12 16,-7-7 4-16,13-2-6 15,15 9-1-15,-9 0 18 16,9 0-16-16,-9 0 11 16,0 0-11-16,3 0 10 15,3 0-9-15,-9 0-2 16,3 0 1-16,9 0-2 15,-9 0 1-15,15 0 1 16,-8 0 8-16,8 0-8 0,0 0 2 16,-9 0-3-16,4 0 10 15,-10 0-11-15,9 0 8 16,-9 9-6 0,15-6-2-16,-15 1 0 0,15-4 6 15,-15 8-8-15,16 0 4 16,5 0 2-16,-5 0-2 15,2-4-4-15,4 4 5 16,0-4-3-16,-1-4 0 16,-5 0 0-16,-10 0-3 15,9 0 8-15,-6 0-10 16,4 4 13-16,2-4-10 16,1 4 3-16,5-4-1 0,7 4 0 15,12 4 1-15,16 0 4 16,3-4-5-16,3 0 4 15,-7-4 1-15,-14 0-6 16,-7 0 7-16,-7 0-9 16,-5 9 3-16,-7-1 0 15,7-5-1-15,-7 5 2 16,-8-4-6-16,2 4 10 16,-3-3-11-16,-3-2 13 15,3 2-13-15,3-5 9 16,-3 0-5-16,10 0 2 15,-1 0 0-15,-9 0-2 16,-3 0 4-16,3 0-3 16,-9 0 5-16,-3 0-5 0,0 0 1 15,-7 0 0-15,1 0-1 16,5 0 0-16,-11 0 0 16,15 0 2-16,-4 0-5 15,-5 0 9-15,5 0-3 16,-5 0 4-16,9 0-10 15,-3 0 4-15,-7 0 0 16,13 0-2-16,3 0 7 16,-9-5-7-16,-7 5 6 15,13-3-7-15,3 3 11 16,-3 0-4-16,-6 0-1 16,3 0-6-16,-4 0 5 15,-18 0-5-15,7 0 3 0,-17 0 0 16,-2 0 1-16,-3 0 1 15,-4 0-1-15,-2 0 6 16,-7 0-14-16,6 0 7 16,-5 0-9-16,2 0-20 15,-9-5-22-15,0-3-20 16,0 1-173-16,-47 2-482 16</inkml:trace>
  <inkml:trace contextRef="#ctx0" brushRef="#br0" timeOffset="97404.37">26455 8987 118 0,'0'0'133'0,"0"0"-86"0,0 0 55 16,0 0 14-16,0 0-59 16,0 0-16-16,0 0 8 15,-6 0-8-15,6 0 21 16,0 0 31-16,0 0-16 16,-16 0-19-16,16 0-44 0,-6 0-11 15,0 5 4-15,6 2 13 16,-6 5-8-16,6 0 4 15,-13 8-11 1,13 1 1-16,0 7 5 0,0-1 3 16,0 5-4-16,0-3-7 15,0-1-6-15,0 3 6 16,0 5-7-16,0 5 8 16,0 3 3-16,0 0-2 15,0-4 3-15,0 9-8 16,0-5 1-16,0-5 3 15,0 2-2-15,0 3-2 16,0-1 3-16,0 10-5 16,13-1 9-16,-13 4-6 0,6 1-1 15,6-10 0-15,-12 1-2 16,16 1 3-16,-10 7-2 16,-6-4 2-16,0 0 8 15,6-4-5-15,-6 4 1 16,0 4 1-16,0 1 1 15,0-1-7-15,13-4 0 16,-13 1 2-16,0-2 1 16,0 9-5-16,0-4 4 15,0 13 3-15,0-9-5 16,0 1 0-16,0 3 1 0,0-4-4 16,0-4 3-1,0 8 0-15,0-4-7 16,0-4 17-16,-13 8-14 0,7 5 8 15,-16-5-5-15,16-9 6 16,-6 11 3-16,-1-15-4 16,13 1-3-16,0-3-1 15,0 2 3-15,0 1-7 16,0 1 5-16,0-1-5 16,0 4 8-16,0 1-5 15,0 2 1-15,0-2 0 16,0-1 3-16,0 0-1 15,0-16-4-15,0 12 5 16,0-8-6-16,13-4 7 0,-1 0-8 16,10 9 9-16,-10-5-12 15,1-8 14-15,2 12-8 16,-9-8 2-16,1 5-1 16,-1 2 8-16,-6 6-5 15,0 2 20-15,0-2-16 16,0-6 3-16,0 2-9 15,0-1 0-15,0-7 1 16,0 6 5-16,0-7 5 16,0-3-4-16,0 3-2 15,0-8-3-15,0-1-3 16,0-11 0-16,21-15-5 16,-14 3-13-16,17-8-25 0,-2 0-105 15,3-36-157-15,-3-36-408 16</inkml:trace>
  <inkml:trace contextRef="#ctx0" brushRef="#br0" timeOffset="99319.93">25472 9938 158 0,'0'0'81'0,"0"0"-80"0,0 0 105 16,0 0 63-16,0 0-112 0,0 0-12 15,-28 0-33 1,28 0-2-16,0 0-10 0,0 0 1 15,0 0 14-15,0 0 52 16,0 0-17-16,0 0 11 16,0 0-25-16,0 0-29 15,0 0 1-15,0 0 2 16,0 0 0-16,0 7 35 16,0 1 17-16,0 8-30 15,28 1-3-15,19-1 6 16,-7 7-7-16,0-6-20 15,13 7-6-15,0 0 3 0,9 0 6 16,-10 4 18 0,7-4-27-16,9 0 38 0,-9 4-34 15,-3 0-3-15,9-8 1 16,-3 4-1-16,-9 1-1 16,6-2 3-16,-3 6 1 15,3-1-6-15,0 0 7 16,9 3-7-16,12 2 9 15,1 8-9-15,-16-2 0 16,10-6 5-16,-10 6-1 16,3-6 1-16,0-2-2 15,-9-6 3-15,-12 7-6 16,11-9 2-16,4 13 8 16,-3-3-8-16,3 7-1 15,-3 0-1-15,10 8 0 16,-4 1 3-16,3-2-5 0,-9 9 6 15,9-3-3-15,-9-9 3 16,0 5-8-16,3-18 6 16,-9 2-2-16,9 3 0 15,-10-9 3-15,1 10-8 16,15 2 11-16,-9 2-7 16,0-2 4-16,9-3 2 15,-9-3-3-15,-3-1-2 16,-3-4 0-16,-7 4-5 15,1-3 5-15,-7 2 0 16,7 2 0-16,-1-2 6 16,1 5-10-16,-1-3 11 15,16-1 0-15,-15 0-7 0,18 8 0 16,-3-8 2-16,-10 4-2 16,-5-8 0-16,6 1 3 15,2-1-1-15,-8 0 3 16,-1 0-10-16,7 4 6 15,0-1-1-15,-7 2 0 16,23-5 3-16,-17-4 1 16,1 0-3-16,-6-3 1 15,2-2-1-15,-2 1-1 16,-7 0 3-16,6 1 6 16,1 2-6-16,0-3 4 0,5 4 2 15,10-4-9 1,-3 1 0-16,0 2 0 15,3 2 4-15,-3-1 2 0,-6 4-10 16,3-4 10-16,-10 0-6 16,7 3 1-16,-1-2 2 15,1-1-3-15,3 1 0 16,-3-5-3-16,-7 3 10 16,1 1-12-16,5 1 11 15,-5-1-4-15,9-1-1 16,-4 2-1-16,1-9 0 15,9 7 2-15,-15-6-6 0,5 2 8 16,1 2-8 0,-6 2 8-16,-1-6-2 0,10 7 2 15,-3-8-1 1,-1 4-1-16,1 0-2 0,9 4 0 16,-3 1 4-16,9-2 1 15,-3 5-5-15,4-4 6 16,-4 1-3-16,-10-2-4 15,-2-2 4-15,-6-5-2 16,-13-4-1-16,6-4 1 16,-9 4-6-16,3-1 10 15,13 6-10-15,-7-1 11 16,7 4-11-16,-7-4 10 16,-6 0-10-16,0-8 5 0,-9-4-2 15,-3 4-12 1,-16-8-16-16,0 0-4 0,-6 0-40 15,0 0-11-15,0 0-87 16,-34-20-440-16</inkml:trace>
  <inkml:trace contextRef="#ctx0" brushRef="#br0" timeOffset="100267.96">31267 12216 135 0,'0'0'25'0,"0"0"78"0,0 0 19 0,0 0-4 16,0 0-46-16,0 0-2 16,193 0 20-16,-159 0-2 15,-6 0 13-15,6 0-6 16,-3 0-55-16,9 0-2 16,6 0-13-16,4 0-4 15,9 0-11-15,0 3 11 16,9 2-2-16,7-1-6 15,-10-4-11-15,9 0-1 16,-9 0-1-16,3 0 4 0,-9 0-4 16,-3 0 1-16,-3 0 2 15,-13 0-3-15,-6 0-5 16,-3 0 1-16,-3-4-62 16,0-12-14-16,-9-1-105 15,2-2-37-15,-14 6-243 16</inkml:trace>
  <inkml:trace contextRef="#ctx0" brushRef="#br0" timeOffset="100819.43">32563 11954 3 0,'0'0'441'0,"0"0"-366"0,0 0-43 0,0 0 65 15,0 0-47-15,0 0 6 16,-18 0 3-16,18 0-3 15,0 8 59-15,12-3-67 16,16-1-29-16,-3 4-18 16,-3 0 11-16,-4 0-9 15,4 4-6-15,-16 0 10 16,0 12-2-16,-6 4-4 16,0 9 22-16,0 6-9 15,0-3 7-15,0 0 10 0,-12-4-24 16,-10-12 2-16,16-7-9 15,0-14-3-15,6-3-92 16,0 0-216-16,0-7-248 16</inkml:trace>
  <inkml:trace contextRef="#ctx0" brushRef="#br0" timeOffset="102017.9">26188 9183 307 0,'0'0'73'0,"0"0"28"0,0 0-31 0,0 0-41 16,0 0 3-16,0 0 1 0,0 9-15 16,0-9 5-16,0 0 9 15,0 0 15-15,0 0 1 16,0 3 30-16,0 2-47 16,0-2 22-16,0 2-15 15,0-5-7-15,0 0-30 16,0 0 2-16,0 0 1 15,0 0 7-15,0 0-10 16,0 0-1-16,7-5-4 16,11-18 4-16,-12-1 14 15,22-9-6-15,-15 10-6 16,-7-6 2-16,16-3-7 16,-10 8 3-16,-12 1-2 0,22 6-2 15,-22 13 2-15,6 4-1 16,-6 0 6-16,0 0 12 15,0 0-13-15,0 24 13 16,12 12-9-16,4 4 19 16,-4-3-17-16,7-6-7 15,-4 2 6-15,4-2-4 16,-7-3-6-16,10-7 0 16,-3 2-14-16,9-15-55 15,6-8-237-15,-10 0-21 16</inkml:trace>
  <inkml:trace contextRef="#ctx0" brushRef="#br0" timeOffset="104098.93">29416 11815 263 0,'0'0'107'0,"0"0"-32"0,0 0-41 0,0 0-17 15,0 0-11-15,0 0 16 16,0 0 8-16,0 0 23 16,0 0 53-16,0 0-5 15,0 0-31-15,0 8-24 16,0-5 13-16,0 9-40 16,0 1 22-16,0 3-22 0,0-1 7 15,0 6 2 1,0 2-22-16,0-2 11 0,0 7-15 15,0-8 10-15,0 13-11 16,0-6 11-16,0-3-3 16,0-3 6-16,0-2 8 15,0-2-12-15,0 2 11 16,0-2-18-16,0-6-4 16,0-3 2-16,0 4-2 15,0 4 0-15,0 1 0 16,0-6 2-16,0 14 0 15,0-6 8-15,0-2-6 16,0 3 1-16,0-1-2 0,0-2 1 16,0-5 1-16,0 0-8 15,0 0 3-15,0-12 0 16,0 12 1-16,0-8 2 16,0 1-6-16,0-2 6 15,0 1-9-15,0 0 11 16,0 4-7-16,0-8 4 15,0 0-2-15,0 8 0 16,0-8-3-16,0 0-6 16,0 0-23-16,0 0-53 15,0-32-175-15,0-8-471 16</inkml:trace>
  <inkml:trace contextRef="#ctx0" brushRef="#br0" timeOffset="106179.9">29354 10564 122 0,'0'0'175'0,"0"0"-140"0,0 0 6 0,0 0-3 16,0 0 18-16,0 0-33 16,0 0 2-16,0-29-3 15,0 29 59-15,0 0 42 16,0 0 35-16,0 0-18 15,0 0-77-15,0 0-49 16,0 0-7-16,0 0 17 16,0 0-9-16,0 8 25 15,0 13-26-15,0 2 13 16,0 5-22-16,0-4-4 16,0 17 4-16,0-2-5 15,0 6 0-15,-6 2 1 0,-6-3-5 16,-7-3 8-16,3-9-3 15,10-3-1-15,0-10 1 16,6-7-2-16,0-4 4 16,0-8-8-16,0 8 2 15,0-4-2-15,0 4-10 16,0-3 4-16,0 3-15 16,6-8 20-16,16 0-14 15,9 0 15-15,3 0 3 16,-6 0-13-16,-3 0 15 15,3 0-5-15,0 0 1 0,-10 3-10 16,1 2 2 0,9-5-20-16,-16 0 3 0,4 0-5 15,-10 0 19-15,-6 0 13 16,0 0 4-16,0 0 7 16,0 0-7-16,0 0 13 15,0-8-13-15,0 0-1 16,0-1 0-16,6-7 0 15,-6 16 3-15,0-8 0 16,0 8 1-16,0 0 19 16,0 0 4-16,0 0-28 15,6 0 1-15,-6 0 3 16,0-3-7-16,0 3 3 16,0 0 0-16,0 0 9 0,0 0 3 15,0 0 9-15,0 0-21 16,0 0 8-16,0 0-6 15,0 0 17-15,0 3-16 16,0 13-3-16,0 9 0 16,0 6-5-16,0 10 3 15,-12 3 4 1,-1 0 10-16,-2 12-2 0,2-12 6 16,7 0-12-16,0-12-4 15,6 4 0-15,0-15-2 16,0-1-18-16,0-9-14 15,0-6-48-15,0-5-193 16,0 0-40-16</inkml:trace>
  <inkml:trace contextRef="#ctx0" brushRef="#br0" timeOffset="107079.81">29884 11145 328 0,'0'0'137'0,"0"0"-104"0,0 0-3 0,0 0 35 16,0 0-3-1,0 0 19-15,0 0-3 0,0 0-4 16,0 0 19-16,34 0-57 16,4 0-14-16,2-8-20 15,0-5-1-15,7 6-1 16,-13-1-18-16,0-5-31 15,-6 2-43-15,-16 11-16 16,-5 0-29-16,-1 0-26 16,-6 0-219-16</inkml:trace>
  <inkml:trace contextRef="#ctx0" brushRef="#br0" timeOffset="107292.75">29884 11145 284 0</inkml:trace>
  <inkml:trace contextRef="#ctx0" brushRef="#br0" timeOffset="107431.54">29884 11145 284 0,'13'-188'221'0,"-7"188"-107"0,9 0 25 15,-8 0 127-15,33 0-258 16,-9 0 12 0,3-5-17-16,6-7 0 0,1 0 1 15,-7 5-4-15,6-2-18 16,-6 1-85-16,-15 0-72 15,9 0-29-15,-10 5-189 16</inkml:trace>
  <inkml:trace contextRef="#ctx0" brushRef="#br0" timeOffset="107978.92">30526 11157 342 0,'0'0'186'0,"0"0"-114"0,0 0 24 0,0 0-42 0,0 0-32 15,0-9 50-15,0-2 111 16,19-9-137-16,3-1-1 0,2-2-20 16,-2 2-21-1,3-10-4-15,9-2 2 0,0 2-4 16,0-2-19-16,-3 9 3 15,-3 9-38-15,0-2-12 16,-16 9-50-16,-5 3-2 16,-7-3-2-16,6 1-11 15,-6-5-39-15,0 0-147 16</inkml:trace>
  <inkml:trace contextRef="#ctx0" brushRef="#br0" timeOffset="108294.73">30638 10719 246 0,'0'0'182'16,"0"0"-59"-16,0 0-50 15,0 0 17-15,0 0 70 16,0 0 32-16,62 97-120 16,-16-45 23-16,7 12-74 15,-6-3 2-15,-1-10-19 16,-12-10 4-16,13-2-8 16,-19-6 0-16,-4-9-2 0,-2-1-10 15,3-15-2-15,-3-8-105 16,-22 0-137-16,0 0-269 15</inkml:trace>
  <inkml:trace contextRef="#ctx0" brushRef="#br0" timeOffset="116437.86">24836 14823 328 0,'0'0'77'0,"0"0"-24"0,0 0-14 0,0 0-38 15,0 0 3-15,0 0-3 16,0 0 41-16,0 3 59 0,0-3 31 16,-6 0-16-16,6 4-49 15,0-4-23-15,0 0-43 16,0 4 23-16,0-4-9 16,0 0 17-16,0 4-17 15,0-4 18-15,-6 0-5 16,6 0 23-16,0 0-27 15,-6 0-15-15,6 13-5 16,0-10 0-16,-6 2-8 16,6 3 12-16,0-8-9 15,-10 0 2-15,10 0 0 16,0 0 1-16,0 3 10 0,-12 1-4 16,12 1 5-16,0 3 0 15,0-8-11-15,0 0 1 16,0 0 2-16,0 0-6 15,0 0 4-15,0 0-1 16,0 0 3-16,0 0-4 16,0 0-1-16,0 0 4 15,0 0-8-15,0 0 4 16,0 0-3-16,0 0 1 16,0 0-2-16,0 0 7 15,0 0-3-15,0 0 4 16,0 0 0-16,22-17 8 15,9-2-4-15,15-9 10 16,16-8-14-16,-3-8-1 16,9-1 1-16,-3-7-3 0,-3 8-1 15,-15 3-2-15,-7 18 0 16,-6 2-5-16,-9-2 7 16,15 3-13-16,-5-9 12 15,-1 9-4-15,-22 4 4 16,0 1-19-16,4 15-11 15,-16-13-17-15,6 1-92 16,-6-4-177-16,0 4-141 16</inkml:trace>
  <inkml:trace contextRef="#ctx0" brushRef="#br0" timeOffset="117287.42">25032 14329 74 0,'0'0'319'0,"0"0"-233"0,0 0-48 0,0 0-32 0,0 0 57 0,0 0 40 15,0 40 18-15,18-20-14 16,10-4-40-16,-9 9-10 16,15-2-47-16,0 5 26 15,6 5-12-15,7-1-9 16,-7 8-13-16,7 4 25 15,-1-4 25-15,1 0-29 16,-7 1-5-16,-6-5-9 16,-9 0 7-16,9-8-7 15,-21-5-3-15,2-2-2 0,-9-13-4 16,0 4 0-16,-6-9-3 16,0 2 1-16,0 3-9 15,0-5 1-15,0-3-82 16,7 0-66-16,-7 0-296 15</inkml:trace>
  <inkml:trace contextRef="#ctx0" brushRef="#br0" timeOffset="119285.58">26080 14638 131 0,'0'0'95'0,"0"0"-4"0,0 0 51 0,0 0-65 16,0 0-20-16,0 0-3 15,0 0 12-15,0 0-3 16,0 0-12-16,0 0 32 16,0 0 9-16,0 0-45 15,0 0-10-15,0 0 3 16,0-5-33-16,0 2 8 0,0 3 4 16,0-4-3-1,0 4 8-15,6-4-4 0,10-4 2 16,24-4-11-16,-3-13 16 15,19 1-13-15,3-12-5 16,9-4-4-16,3-4-3 16,-9 5-1-16,-3 6-1 15,-18 13-2-15,-1 8-7 16,-12 3-9-16,-10 3-10 16,4-3-35-16,-10 9-44 15,1-8-94-15,2 0-80 16,-8 3 10-16</inkml:trace>
  <inkml:trace contextRef="#ctx0" brushRef="#br0" timeOffset="119985.87">26195 14650 223 0,'0'0'64'0,"0"0"15"0,0 0 36 0,0 0-46 16,0 0-35-16,0 0-9 0,0-9 0 15,0 9-2-15,0 0 85 16,0 0 54-16,0 0-51 15,0 0-49-15,0 0-21 16,0 0-17-16,0 0 4 16,0 0-23-16,0 0 5 15,0 0-5-15,0 0 8 16,24 13 10-16,23 3 0 0,15 8-5 16,3-8-11-16,3 17-4 15,-9-10 2-15,3 5-10 16,-9-7 6-16,-7 10-4 15,-18-7-13-15,-3 1 5 16,-9-2-3-16,2-7 0 16,-12 1 0-16,10-9-60 15,-16-8-30-15,0 0-261 16,0 0-163-16</inkml:trace>
  <inkml:trace contextRef="#ctx0" brushRef="#br0" timeOffset="121039.57">27317 14129 174 0,'0'0'323'0,"0"0"-231"0,0 0 48 0,0 0-23 0,0 0-41 16,0 0 1-16,0-9-32 16,0 9-22-16,0 0 37 15,0 0-7-15,0 0 21 16,0 0-53-16,0 0-2 0,0 9 0 16,0 15-16-16,0 7 0 15,0 5-1-15,-22 9-4 16,-3 4 1-16,13-10-4 15,-3 2 9-15,-4-2-4 16,19-14 0-16,0-2-7 16,0 1 2-16,0-12-21 15,0-7 12-15,6 3-22 16,34-5 27-16,7-3-8 16,-7 0 17-16,-6 0 1 15,-9 0-1-15,-3 0 0 16,12 0-16-16,-9 0 11 15,3 0-23-15,-10 0 13 16,10 0-41-16,-9-11 13 16,3 3-36-16,-4-9-15 0,-2 1 8 15,-10 9 49-15,0-1 26 16,-6 0-4-16,0 8 15 16,0-5-5-16,0 2-1 15,0 3 9-15,0 0-3 16,0 0 35-16,0 0 12 15,0 3 43-15,0 18-13 16,-12 10-9-16,-4 10-34 16,-9-1-7-16,4 4-4 15,8-4-3-15,1-3-17 16,-4-1 12-16,10-5-2 0,-6 2-4 16,-4-10-9-16,16 1-5 15,-6-8-45-15,6 1-137 16,0-9-64-16,0-8-86 15</inkml:trace>
  <inkml:trace contextRef="#ctx0" brushRef="#br0" timeOffset="121533.95">28018 14854 549 0,'0'0'241'0,"0"0"-112"0,0 0-47 0,0 0-55 0,0 0-19 0,0 0 16 15,0 0 14-15,0 0 22 16,0 0-25-16,0 0 26 15,0 0-22-15,0 0-15 16,0 0-24-16,0 0 0 16,0 0-2-16,0 0-12 15,0 5 13-15,0-5-14 16,0 0 13-16,0 0 0 16,0 0 1-16,0 0-22 15,0 0-29-15,0 0-44 16,0-21-139-16,0-7-89 15</inkml:trace>
  <inkml:trace contextRef="#ctx0" brushRef="#br0" timeOffset="121883.5">28080 14453 417 0,'0'0'200'16,"0"0"-86"-16,0 0-6 15,0 0 0-15,0 0-39 16,0 0-37-16,0-20-23 16,0 20 0-16,0 0 29 15,0 0-4-15,0 0-17 0,0 0-11 16,0 0 1-16,0 0-1 15,0 0-6-15,0 0-2 16,0 0 2-16,0 0 3 16,-6 0 5-16,6 0 21 15,0 0-29-15,0 0-5 16,0 0-61-16,0 0-23 16,0 0-105-16,-10 0-153 15</inkml:trace>
  <inkml:trace contextRef="#ctx0" brushRef="#br0" timeOffset="130709.78">27798 12035 226 0,'0'0'13'0,"0"0"9"0,0 0 1 0,0 0-23 16,0 0-82-16,0 0-115 15</inkml:trace>
  <inkml:trace contextRef="#ctx0" brushRef="#br0" timeOffset="130794.75">27798 12035 78 0,'-100'8'4'0,"100"-8"-4"15,0 0-9-15</inkml:trace>
  <inkml:trace contextRef="#ctx0" brushRef="#br0" timeOffset="130943.07">27698 12059 113 0,'0'0'126'0,"0"0"-126"15,0 0-34-15,0 0-36 16,0 0-14-16,0 0 33 16</inkml:trace>
  <inkml:trace contextRef="#ctx0" brushRef="#br0" timeOffset="131141.79">27698 12059 29 0,'0'0'204'0,"0"0"-9"16,0 0-108-16,-6 0-11 16,6 0-42-16,0 0-14 15,0 0 25-15,0 0-44 16,0 0 33-16,0 0 14 15,-15-4 9-15,8-16-29 16,-5 4 15-16,0-8 22 16,-10 0-32-16,10 4-9 15,-10-5-24-15,3 2-1 16,13 2-11-16,0 1-99 16,6 4-55-16,0-4 42 15,0 20-70-15</inkml:trace>
  <inkml:trace contextRef="#ctx0" brushRef="#br0" timeOffset="132241.94">27491 11145 102 0,'0'0'113'0,"0"0"-6"0,0 0-24 0,0 0-39 15,0 0-12-15,0 0-24 0,6-21 27 16,-6 21-10-16,0 0-2 16,0 0 33-16,0-3 32 15,0 3-10-15,0-4-5 16,0 4 7-16,6 0-52 16,-6 0-13-16,0 0-10 15,0 0-1-15,6-8-4 16,4 0-12-16,2-8 9 15,-6 7 3-15,0-7 11 16,10-4-4-16,-10 1-14 16,6 2 2-16,-5 9-20 0,-1 5-17 15,-6 3 42-15,0 0 2 16,0 0 55-16,0 0 41 16,0 0-29-16,0 0-45 15,0 0-16-15,0 0-8 16,0 0-2-16,0 0-5 15,0-5-12-15,0 5 12 16,0 0 6-16,0-8-17 16,0-4-14-16,6-4-71 15,10-4-131-15,2 12 14 0,-12 0-269 16</inkml:trace>
  <inkml:trace contextRef="#ctx0" brushRef="#br0" timeOffset="133440.03">26908 12115 32 0,'0'0'147'0,"0"0"-107"0,0 0 28 0,0 0-13 0,0 0 39 16,0 0-11-16,0-7-61 15,0-6-19-15,0 1-6 16,0 0 7-16,0 0 16 15,0 8 8-15,0-16-2 16,0 4 21-16,0 4 6 16,0-16-26-16,0 11-27 15,0-2 3-15,0-1-2 16,0 0-2-16,0-1-18 16,0 1 1-16,0 1-13 0,0 2 26 15,0-7-4-15,0 4 18 16,0 0-8-16,0-4 1 15,0 8 24-15,0-8-26 16,0 0 0-16,0 4-1 16,15 1 0-16,-9 2 1 15,1 4-2-15,-1-2 0 16,0-6 2-16,3 6 6 16,4-6-5-16,-13-7 8 15,6 4-8-15,0-7-2 16,0-2-8-16,10-3-40 0,-10 8-24 15,-6 4-14 1,6 9 74-16,-6-6 13 0,0 6 6 16,0 2 18-1,0-7-22-15,13 0-2 0,-13-4-19 16,21 4-29-16,-21 4-35 16,7-1 24-16,-7 9 59 15,0-8 16-15,6-7 32 16,-6-2 4-16,12 1-37 15,-6-7 6-15,4 14-21 16,-10-7 2-16,0 1-2 16,0 10 7-16,0-7-7 15,0 0-4-15,0-8 2 16,0-1-4-16,0-2-12 0,0-2-13 16,0 5 10-16,0 1 16 15,0 2-15-15,-10 17 20 16,-8 5 7-16,12-1-3 15,6-4-4-15,0 8-34 16,0-5-121-16</inkml:trace>
  <inkml:trace contextRef="#ctx0" brushRef="#br0" timeOffset="134589.41">26433 12035 317 0,'0'0'111'0,"0"0"-47"0,0 0-52 0,0 0-12 0,0 0-1 15,0 0 1-15,0 0 2 16,0 0 58-16,0 0 66 16,-6 0 19-16,6 0-75 15,0 0-70-15,0 0 12 16,0-16-12-16,0 0-8 0,0-8-9 16,0-12 14-16,0 3 6 15,0-3-2-15,0 0 3 16,0 8-2-16,0 0 8 15,0 4 0-15,0-12 4 16,0 12-11-16,0-12-3 16,0 4-3-16,0-8 3 15,0-4 0-15,6 0-2 16,16 0-3-16,-16 0-5 16,7 8 9-16,-13 0 2 15,15-5-1-15,-15 18 0 16,0-7 0-16,0 11 10 15,0-1 27-15,0 0-6 0,0-1-10 16,0-2-21 0,0-5 6-16,6-13-12 0,1 5 9 15,-7-8-9-15,6 12 8 16,-6 8-5-16,0-4 3 16,12 4 0-16,-12-4-1 15,9-4 1-15,-2 0-1 16,-7 0 1-16,0 4-5 15,6-5 5-15,6 10-3 16,-12-6-13-16,6 6 1 16,4-5-6-16,-10 15 21 15,0 1-1-15,0 4-1 0,0-8 1 16,0 0-50 0,0 4 21-16,0-4 16 0,0-8-43 15,0 0-27-15,0 4 74 16,0-1 7-16,0 14 5 15,0 3-12-15,0 4 10 16,0 0-10-16,0 0-94 16,0 0-125-16</inkml:trace>
  <inkml:trace contextRef="#ctx0" brushRef="#br0" timeOffset="135654.9">25801 11995 58 0,'0'0'100'0,"0"0"-68"0,0 0 62 0,0 0-7 16,0 0-12-16,0 0-19 16,0-24-7-16,0 24 62 15,0-4-14-15,0 4 4 16,0 0-62-16,0 0-3 15,0-5-36-15,0-6-6 16,0-9-5-16,0-13-12 16,0-3-2-16,0-11 22 15,0 3-2-15,0-5 10 0,0 13-10 16,6 0 10 0,0 0-7-16,0 8 2 0,7-8 0 15,-4 0-2-15,-3 0 6 16,-6 0-8-16,0-1 8 15,6-3 3-15,13 0-6 16,-13-7 5-16,22-2-2 16,0 1-6-16,-9-1 8 15,9 2-6-15,-28 10 0 16,18 1 6-16,-12 4 18 16,-6 1-14-16,10-6 25 15,-10 1-19-15,12-8 5 16,1-5-21-16,-7-6-12 0,3 7 0 15,-9 7 1 1,0 10 9-16,0 10 4 0,0 1 13 16,0 4-9-1,0 8-1-15,0-4 2 0,0 0-11 16,0-4 4 0,0-4-9-16,0-1-3 0,0 6-3 15,0 3 15-15,0 0 0 16,0 4 11-16,0-4-2 15,0-1-16-15,0 2 7 16,0 3-5-16,0-4 5 16,0 7 0-16,0-6-1 15,0 6 3-15,0 5-10 16,0 0 20-16,0 0-14 0,0 0 2 16,0 0-26-1,0 0-76-15,-9 0-108 0,-10 0-208 16</inkml:trace>
  <inkml:trace contextRef="#ctx0" brushRef="#br0" timeOffset="136537.73">25240 11890 190 0,'0'0'0'0,"0"0"-4"0,0 0 1 0,0 0 6 16,0 0 6-16,0 0 47 0,-22 41 84 15,22-41-36 1,0 0-58-16,0 0-15 0,0 0-27 15,0 0 5-15,0 0-5 16,0 0 7-16,0 0-6 16,0 0 22-16,0 0 35 15,0-16 16-15,0-17-65 16,0 2-9-16,0-2 40 16,0 2-8-16,0 6-10 15,0 1-22-15,0-4-4 16,0 4-3-16,0-4 3 0,0-4 1 15,0-8 6 1,22 0-14-16,-10-4 14 16,0 3-13-16,-5 2 12 0,14 6-10 15,-8 2 10-15,8-10-6 16,-2 9 4-16,-13-5 19 16,28-2 26-16,-6-2-38 15,-9-3 4-15,-1 5-13 16,-2 2-2-16,-10-3 3 15,6 4-11-15,4-4 9 16,-10 8-2-16,-6 0 1 16,19 11 0-16,-13-10-1 15,16-5 3-15,-10-16-4 16,1 4 5-16,2 4-4 0,-9-5 5 16,0 9-8-16,-6 0 5 15,0 4-2-15,0 8 2 16,0 3-1-16,0-3 3 15,0-3-2-15,0 7-1 16,0-4 0-16,0 8-4 16,0 7 8-16,0 5-4 15,0 4 3-15,0-4-3 16,0-3-38-16,0-10-94 16,0 1-12-16,7 0 70 15,-7 4 30-15,0 0-10 16,0 8-13-16,0-4-290 0</inkml:trace>
  <inkml:trace contextRef="#ctx0" brushRef="#br0" timeOffset="137354.78">26402 11486 418 0,'0'0'111'0,"0"0"-98"0,0 0 6 0,0 0-3 0,0 0-16 15,0 0-2-15,93-8 2 16,-80 4 0-16,8-4 4 16,-14 0-4-16,11 3-6 0,-12 2-42 15,4 3-139-15,-10-8-88 16</inkml:trace>
  <inkml:trace contextRef="#ctx0" brushRef="#br0" timeOffset="137669.57">26266 11093 502 0,'0'0'89'16,"0"0"5"-16,0 0 51 15,0 0-87-15,0 0-49 16,0 0-8-16,155-36-1 16,-143 31-22-16,16-3 12 15,-15 1-82-15,8-9-27 0,-8 11-33 16,-1-3-134-16</inkml:trace>
  <inkml:trace contextRef="#ctx0" brushRef="#br0" timeOffset="138040.76">26474 10503 284 0,'0'0'224'15,"0"0"-185"-15,0 0 31 16,0 0-70-16,0 0-1 16,0 0-11-16,148-56-19 15,-135 52 8-15,-7 0 0 16,10 4 20-16,-16-4-89 15,0 0-147-15</inkml:trace>
  <inkml:trace contextRef="#ctx0" brushRef="#br0" timeOffset="138402.54">26381 9842 394 0,'0'0'256'0,"0"0"-156"16,0 0 101-16,0 0-162 15,0 0-36-15,0 0-6 16,189-105-3-16,-152 89 4 16,-9-1-12-16,0 14-34 15,-3-5-77-15,-4-4-30 0,-15 12-114 16</inkml:trace>
  <inkml:trace contextRef="#ctx0" brushRef="#br0" timeOffset="139201.78">27150 9945 475 0,'0'0'167'0,"0"0"-49"0,0 0 27 0,0 0-56 16,0 0-54-16,0 0-27 16,40 33 19-16,-34-9 12 15,22 12-15-15,-9 0 14 16,-4-4-6-16,-3 8-24 16,1-4-5-16,-13-3-3 15,0 3-6-15,0-8 5 16,0-13-39-16,0-2-8 15,0-13-64-15,0 0-113 16,0 0 5-16,0 0-176 0</inkml:trace>
  <inkml:trace contextRef="#ctx0" brushRef="#br0" timeOffset="139518.56">27010 10199 218 0,'0'0'232'0,"0"0"-197"16,0 0 11-16,0 0 43 15,0 0-1-15,0 0 66 16,0 0-10-16,53-37-61 16,-1 37-35-16,-5-8 24 15,15 8-58-15,-3-4-4 16,3 0-10-16,3-4-1 16,-25 8-59-16,7-8-26 15,-13 4-106-15,-22-8-161 16</inkml:trace>
  <inkml:trace contextRef="#ctx0" brushRef="#br0" timeOffset="140150.9">26790 9994 264 0,'0'0'45'0,"0"0"104"0,0 0-55 0,0 0-28 16,0 0-17-16,0 224 9 15,46-188-6-15,1 0-26 16,-1-8 2-16,7-3-10 15,-6-1-2-15,15-9-7 0,-10 6-5 16,-5-9-3-16,-7-9 9 16,0-3-8-16,13 0 12 15,-12-3-5-15,5-38 27 16,-6-7-19-16,7-7-5 16,-7-1-5-16,-6-5-1 15,0 21 3-15,-15-8-3 16,-7 15-2-16,-12 2-2 15,0 3-4-15,0-1-29 16,0 6 29-16,-46 7-10 16,-13 4-3-16,0 12-11 15,-15 0 26-15,-1 0-11 16,1 12 16-16,9 27-10 0,3 2 4 16,31-2-47-16,3 2-183 15,9-10-146-15</inkml:trace>
  <inkml:trace contextRef="#ctx0" brushRef="#br0" timeOffset="144514.27">29022 14189 387 0,'0'0'144'0,"0"0"-81"0,0 0 17 0,0 0-41 15,0 0-23-15,0 0-3 16,0 0 28-16,0 0 7 16,0 0 88-16,0 4-29 15,0 15 8-15,0 6-61 0,19 3-34 16,-7 4-4-1,16 0-13-15,-6 8-6 16,3 5 7-16,3-1-4 0,-10-5 0 16,4 10-4-16,-10-9-6 15,-5 0-17-15,-1-12-44 16,0-5-20-16,-6-2-67 16,0-9-108-16,0-12-65 15</inkml:trace>
  <inkml:trace contextRef="#ctx0" brushRef="#br0" timeOffset="145015.23">29007 15083 204 0,'0'0'68'0,"0"0"40"0,0 0-10 16,0 0-33-16,0 0 8 16,0 0 58-16,0 0 19 0,0-16-72 15,0-4-37-15,0-4-3 16,0-1 32-16,0-6-23 16,0-2 17-16,22-11-38 15,24-12-1-15,7-12-8 16,0-12 10-16,2-1-17 15,4-2-8-15,-6 11 2 16,-7 8-4-16,-11 3-4 16,-1 20-21-16,-6 10 7 15,-10 11-15-15,-5 7 21 0,2 2-39 16,-9-1-20-16,-6-1-3 16,0 2-154-1,0-2-145-15</inkml:trace>
  <inkml:trace contextRef="#ctx0" brushRef="#br0" timeOffset="146346.94">30052 14301 402 0,'0'0'145'16,"0"0"-110"-16,0 0 39 0,0 0-3 0,0 0 13 0,0 0 28 15,12 0-7-15,-12 0-69 16,6 0 16-16,1 0-1 16,21 0 4-16,6 4-28 15,12 16 8-15,7 0-7 16,0 0-26-16,9 1 19 16,-10 2-21-16,1-2 9 15,-13-1-9-15,-6-4 0 16,-15 7 0-16,3-7-10 15,-10 1 3-15,-6-9-23 0,10-5-9 16,-16 5-87-16,0 4 12 16,0-4-223-16,0 8-151 15</inkml:trace>
  <inkml:trace contextRef="#ctx0" brushRef="#br0" timeOffset="146962.66">30098 14915 164 0,'0'0'5'0,"0"0"-3"0,0 0 19 0,0 0 13 15,0 0 76-15,0 0 63 16,0 0-93-16,0 0-17 15,7 0 37-15,5 0 29 16,3 0-7-16,4-12-81 16,9-1 34-16,3-10-43 15,15-6 37-15,10-7-35 16,3 0 4-16,3 0-18 0,3 4 3 16,-12 4-16-1,-6 8-7-15,-7 3-2 0,-12 6-7 16,-10 3-2-16,4-1-13 15,-10 6-7-15,23-13-56 16,-17-9-53-16,4 5-173 16,-22-4-123-16</inkml:trace>
  <inkml:trace contextRef="#ctx0" brushRef="#br0" timeOffset="147982.68">31360 14654 304 0,'0'0'225'0,"0"0"-156"0,0 0 12 0,0 0-40 16,0 0-27-16,0 0 10 0,0 36-6 16,6-19-1-16,1-6 34 15,2 5 44-15,3-7-38 16,1-1-25-16,2-1-4 15,4-3-10-15,0 4-6 16,2-4 10-16,-2-4-13 16,9 8 0-16,-16-3-6 15,10-5-2-15,-10 0 9 16,-6 0-8-16,10 0 22 16,3 0-7-16,2-17 20 15,-8-10-14-15,21-9-10 16,-9-9-12-16,-10-3 2 0,16-5-3 15,-15 14-25-15,-10 6 19 16,0 10 4-16,-6-2-10 16,0 1 20-16,0 1-9 15,0 6 1-15,-22 1-28 16,-3 5 7-16,-2 2 21 16,2-3-8-16,-9 12-3 15,12 0-3-15,3 0 10 16,-2 0 1-16,2 0 2 15,-9 8-27-15,10 8-18 16,-10 0-7-16,9 9-22 16,-3-5-19-16,4-1 75 15,5 6-59-15,-2-2-45 0,2 1-168 16</inkml:trace>
  <inkml:trace contextRef="#ctx0" brushRef="#br0" timeOffset="152824.11">25032 16398 690 0,'0'0'176'0,"0"0"-40"0,0 0-52 0,0 0-45 15,0 0-6-15,0 0 45 0,0 0-52 16,146-92 12-16,-112 65-10 16,6-9-1-1,0 3-10-15,7-7 9 0,-1 0-23 16,1 0 2-16,-7 8-5 16,13-9-4-16,-7 1 2 15,-12 4-18-15,1 8 8 16,-11 1-28-16,-24 2-8 15,16 17-45-15,-16 0-74 16,0 8-198-16,0 0-262 16</inkml:trace>
  <inkml:trace contextRef="#ctx0" brushRef="#br0" timeOffset="153189.75">25159 15897 492 0,'0'0'126'0,"0"0"-38"15,0 0 67-15,0 0-92 16,0 0-41-16,0 0 35 0,-9 4 2 15,9 12-15-15,0 0 22 16,0 9 5-16,15 6-30 16,32 5-33-16,5 5 22 15,1 11-29-15,9-4-1 16,3-1 0-16,-3 6 2 16,-3-1-2-16,3 0-15 15,-25-4 7-15,13-7-36 16,-4-17 3-16,-21-17-76 15,9-7-80-15,-21 0-60 16,-13-3-75-16</inkml:trace>
  <inkml:trace contextRef="#ctx0" brushRef="#br0" timeOffset="153723.29">25900 15784 185 0,'0'0'481'0,"0"0"-405"0,0 0 27 16,0 0 20-16,0 0-61 16,0 0-28-16,260 125-2 0,-201-101-11 15,-12-4-2-15,15 4-13 16,-16-4-12-16,1 0 0 15,-13-12-12-15,0 5-28 16,-15-5-51-16,2-8-103 16,-21 0-14-16,0 0-214 15</inkml:trace>
  <inkml:trace contextRef="#ctx0" brushRef="#br0" timeOffset="154210.69">26015 16519 284 0,'0'0'201'0,"0"0"-183"15,0 0 98-15,0 0 17 0,0 0 8 16,0 0 11-16,133-80-73 16,-93 51-30-16,-9 6-2 15,16-10-10-15,9-3-37 0,-4-8 4 16,-5 4-4-1,-7-4-20-15,1 4-30 0,-7 3-35 16,-10 10-81-16,-2 7-187 16,-22 4-130-16</inkml:trace>
  <inkml:trace contextRef="#ctx0" brushRef="#br0" timeOffset="155071.53">27283 15612 570 0,'0'0'5'0,"0"0"14"0,0 0 35 0,0 0-6 0,0 0 17 16,-133 221 4-16,98-173-51 15,11-4 69-15,-4-11-65 16,9-10 5-16,4-7 9 16,15-3-32-16,0-6-1 15,0 1-2-15,0-8-1 16,0 13-27-16,0-10 5 16,34 2 5-16,-16-5 17 0,10 0 6 15,-15 0 29-15,15 0-16 16,-1 0-16-16,-8 0 10 15,9 0-13-15,6 0-1 16,-9 0-23-16,-3 0-36 16,-10-13 4-16,-6 5 16 15,-6 5-2-15,6-2 26 16,-6 1 11-16,0 1 1 16,0-5-4-16,0 0-20 15,16-5-15-15,-16 1-40 0,0 4 23 16,0 8 56-16,0 0 4 15,0 0 69-15,0 0 71 16,0 12 14-16,0 17-117 16,0 7 3-16,0 8 16 15,-16 0-9-15,10 4-4 16,0 4 3-16,-6 1-20 16,-10-2-22-16,9-2-4 15,13-10 4-15,-12-6-11 16,12-9-7-16,0-9-22 15,0 6-31-15,0-9-133 16,0-4-142-16,0-5-54 16</inkml:trace>
  <inkml:trace contextRef="#ctx0" brushRef="#br0" timeOffset="155638.91">27897 16370 525 0,'0'0'360'0,"0"0"-218"15,0 0-38-15,0 0-72 0,0 0-28 0,0 0-8 16,0-8 8-16,0 8-4 15,0 0 36-15,0 0 26 16,0 0-40-16,0 0-13 16,0 0-9-16,9 0-15 15,-9 0-13-15,6 0-61 16,-6 8 25-16,0 4-78 16,0 1-125-16,0-5-38 15</inkml:trace>
  <inkml:trace contextRef="#ctx0" brushRef="#br0" timeOffset="155920.81">27838 16010 557 0,'0'0'305'15,"0"0"-197"-15,0 0-32 16,0 0-76-16,0 0-15 16,0 0-3-16,-6 7-17 15,6-7 15-15,0 0-2 16,0-4 5-16,0 4 16 0,0 0 0 16,0 0 1-16,0 0-20 15,0 0 7-15,0 0-15 16,0 0-56-16,0 0-53 15,0 0-65-15</inkml:trace>
  <inkml:trace contextRef="#ctx0" brushRef="#br0" timeOffset="158487.26">30557 12071 238 0,'0'0'114'0,"0"0"-29"0,0 0-11 0,0 0-36 16,0 0 41-16,0 0-3 15,10 104 21-15,-10-71 10 16,6 3-24-16,-6-8-68 16,6-4-10-16,0-9-10 15,0-2-5-15,-6-9-47 16,7-4-110-16,-7 0-104 16</inkml:trace>
  <inkml:trace contextRef="#ctx0" brushRef="#br0" timeOffset="159951.78">30591 12845 156 0,'0'0'182'0,"0"0"-42"0,0 0-71 0,0 0-23 0,0 0-35 15,0 0-9-15,0 0-1 16,0 0 13-16,0 0 20 15,0 0 62-15,0 0 11 16,0 0 19-16,0 8-54 16,0-8-31-16,0 0-41 15,0 0 0-15,0 0-30 16,0 0-19-16,0 0 12 16,0 0 28-16,0-3 9 15,0-6 2-15,7-3 6 16,2 0-8-16,-3-4-14 15,6 4-38-15,-5 4-66 16,-7 5 54-16,0 3 64 0,0 0 40 16,0 0 45-16,0 0 1 15,0 0-29-15,0 0-30 16,0 0-27-16,0 0-43 16,0 0-19-16,6-5-43 15,-6-3-2-15,0 8 69 16,0 0 38-16,0 0 5 15,0 0 0-15,0 0-5 16,0 0-34-16,0 0-237 16</inkml:trace>
  <inkml:trace contextRef="#ctx0" brushRef="#br0" timeOffset="161766.34">26315 13046 196 0,'0'0'144'0,"0"0"-78"0,0 0 7 0,0 0-73 0,0 0 11 16,0 0-9-16,-49-8-2 15,49 3 2-15,-6 2-1 16,-1-2 5-16,1 5-6 16,0-3 0-16,0 3 0 15,-10 0-5-15,16 0 5 16,0 0 0-16,0 0 2 16,0 0 12-16,0 0 19 15,0 0 9-15,0 0-20 16,0 0-22-16,0 0 0 0,0 0 7 15,0 0-6 1,0 0-1-16,0-8 23 0,0 8 30 16,16 0-39-16,-4 0 6 15,7 0-11-15,9 0 8 16,0-4 11-16,-10 4-26 16,23-5 4-16,-7 2-6 15,-16-2 5-15,10 5-2 16,0 0 10-16,-9 0-8 15,2 0-4-15,4 0 4 16,-9 0-3-16,21-8-2 16,-9 8-2-16,0-8-3 15,3 1 5-15,-10 2-1 0,14 2 7 16,-11-2-12-16,-8 5 5 16,2 0-2-16,-5 0 3 15,2 0 0 1,-2 0-1-16,8 0 13 0,-8 0-4 15,-1 0 4-15,1 0 7 16,8 0-13-16,-2 0 17 16,3 0-23-16,-4 0 1 15,10 0-1-15,-15 0 6 16,21 0-10-16,-16 0 5 16,4-3-1-16,-3 3 0 15,-4 0-14-15,-2 0 1 16,-1 0-24-16,10 0-40 15,-16 0-28-15,0 0 0 0,-6 0 31 16,0 0 33-16,12 0 28 16,-12 0 13-16,0 0 44 15,0 0 21-15,10 0-47 16,-4 0-18-16,19 0-21 16,-4-8-102-16,-8 8-203 15</inkml:trace>
  <inkml:trace contextRef="#ctx0" brushRef="#br0" timeOffset="162616.84">27345 12950 181 0,'0'0'123'0,"0"0"8"0,0 0-87 0,0 0-40 0,0 0-4 0,0 0-20 15,152 8 13-15,-112 0 7 16,-6 0 6-16,0 4-5 0,-3-9 20 16,3-3-1-16,1 0-3 15,-1 0 4-15,-10 0-12 16,17 0 16-16,-7-8-19 15,0 1 21-15,0 7 7 16,-9 0 64-16,3 0-56 16,-10 0-16-16,17 0-26 15,-8 0 4-15,14 0-7 16,-1 0 6-16,0 0-6 16,-2 0-7-16,-4 0 7 15,6 0-1-15,-6 0-1 16,13 0 2-16,-1 0 2 15,16 0-7-15,-9 0-50 16,0 0 11-16,-13 0 16 16,0 0 25-16,-6 0 6 15,-9 0-1-15,9 0 1 0,-6 0-2 16,6 0 0-16,3 0 2 16,4 0-2-16,15-8-54 15,-10-13 17-15,1 6-49 16,5 2-39-16,-5 10 97 15,-13 3 30-15,0 0 10 16,-9 0 29-16,-10 0 48 16,16 0-74-16,-3 0 15 15,0 0-18-15,-3 0 10 0,-3 0-7 16,18 0 8 0,-21 0-19-16,2 0 7 0,4 0-4 15,-3 0 13-15,3 0-8 16,2 0-9-16,-14 0-2 15,9 0 6-15,-4 0-9 16,-12 0 15-16,22 0-9 16,-15 0 12-16,8 0 14 15,4 0-13-15,-3 0-13 16,3 0 1-16,24 0 4 16,-18 0-14-16,3 0 7 15,-6 0-8-15,-3 0-10 0,-9 0 18 16,2 0-5-1,-12 0 5-15,1 0-3 0,2 0 6 16,-3 0-10-16,7 0 4 16,-1 0 3-16,-3 3 0 15,4 5 3-15,5 0 7 16,-12 0 10-16,16 1 2 16,-9 2-7-16,2-6 15 15,4-2 12-15,-7-3 12 16,4 0-30-16,-10 0-15 15,0 0-9-15,6 0-2 16,-12 0-22-16,22 0-3 16,-16 0 22-16,1 0 1 15,-1 0-2-15,0 0-11 16,-6 0-93-16,0 0-147 0</inkml:trace>
  <inkml:trace contextRef="#ctx0" brushRef="#br0" timeOffset="163915.2">30024 13243 315 0,'0'0'209'0,"0"0"-111"0,0 0-31 0,0 0 4 15,0 0-32-15,0 0 29 0,0 0-8 16,0 0 11 0,0 0-38-16,0 0-1 0,0 0 1 15,0 0-7-15,6 0-4 16,22 0 24-16,6 0-4 15,6 0-21-15,13 0 9 16,0 0-15-16,6 0 14 16,9 0-17-16,-9 0-2 15,-13-5-5-15,-5-3-3 16,-20 4-4-16,-8 4-12 16,-7-4 2-16,-6 4-33 15,0-4-22-15,0 4-33 0,0 0-82 16,0 0-161-1</inkml:trace>
  <inkml:trace contextRef="#ctx0" brushRef="#br0" timeOffset="165812.49">31621 12031 49 0,'0'0'379'0,"0"0"-295"0,0 0-11 0,0 0-27 0,0 0-32 16,0 0-5-16,0 0 37 15,-6 0 13-15,6 0 8 16,0 0 32-16,0 0-17 15,0 0-67-15,0 0 4 16,0 0-16-16,0 0 5 16,0 0 9-16,0 0 5 15,0 0-5-15,0 4-8 16,0-4-9-16,0 0 0 16,0 0-1-16,0 0-3 0,0 8 3 15,0 4 1-15,0 0 2 16,0 4 1-16,0 9-3 15,0 3 14-15,6 3-10 16,0 2 6-16,3-2-10 16,-9 2 7-16,0-6 0 15,0 1-6-15,0 0-1 16,0 1 0-16,0 7 5 16,0 0-3-16,0-4-4 15,0-8 0-15,0 1-4 16,6-17-7-16,1-8-19 15,11 0-67-15,-2 0-200 0,-16-16-239 16</inkml:trace>
  <inkml:trace contextRef="#ctx0" brushRef="#br0" timeOffset="167445.68">31621 13230 117 0,'0'0'285'0,"0"0"-156"0,0 0-63 0,0 0-66 0,0 0 0 16,0 0 0-16,0 0-15 15,0 0-3-15,0 0 13 16,0 0 10-16,0 0 29 16,0 0-30-16,0 0 4 15,0 0 1-15,0 0-8 16,0 0 19-16,0 0-17 0,0 0 1 15,0 0-3-15,0 0 10 16,0 0 7 0,0 0 78-16,0 0-34 0,0 0-19 15,0 0-33-15,0 0-9 16,0 0-1-16,0 0-30 16,0 0-1-16,0 0 13 15,0 0 18-15,0 0-53 16,0 0-30-16,0 0 26 15,0 0-48-15,0 0-145 16,0 0-12-16</inkml:trace>
  <inkml:trace contextRef="#ctx0" brushRef="#br0" timeOffset="168860.65">26616 13607 144 0,'0'0'95'0,"0"0"-36"0,0 0 2 0,0 0-48 0,0 0-13 16,0 0-25-16,-80 4 25 15,80-4 24-15,-7 0 48 16,-14 0 32-16,21 0-1 16,-6 0-48-16,6 0-27 15,0 0-11-15,-7 0 9 16,7 0-17-16,-6 0-6 15,-9 0-3-15,15 0-11 16,-13 0 8-16,7 0 3 16,-16 0 24-16,22 0 36 15,-12 0-4-15,6 0-50 16,-7 0 2-16,4 0-4 16,3 0 18-16,0 0 11 0,-7 0-13 15,7 0 12 1,0 0 11-16,-10 0-11 0,16 0-23 15,-12 0-4-15,-1 0-5 16,-8 0-8-16,8 0-11 16,-2 0 19-16,9 0 6 15,6 0-6-15,0 0 18 16,0 0-17-16,0 0-2 16,0 0-1-16,34 0 2 15,12 0 0-15,7 0 2 16,9 0 13-16,12 0-6 0,-8 0 22 15,-4 0-17-15,-10 0 0 16,-11 0-9-16,-17 0-10 16,-8 0 3-16,-4 0-54 15,-6 0-14-15,-6 0-165 16,0 0-112-16</inkml:trace>
  <inkml:trace contextRef="#ctx0" brushRef="#br0" timeOffset="169875.42">31193 13483 215 0,'0'0'139'0,"0"0"-62"0,0 0-16 0,0 0-28 15,0 0-9-15,0 0 40 16,133-32-13-16,-99 24 45 16,0-1 22-16,-21 1-64 15,21 5-27-15,-15-2-27 16,2 2 0-16,-21 3-162 16,0 0-94-16</inkml:trace>
  <inkml:trace contextRef="#ctx0" brushRef="#br0" timeOffset="174605.2">28936 15748 461 0,'0'0'75'0,"0"0"-63"0,0 0 34 0,0 0-8 16,0 0 34-16,0 0 54 16,0 0 5-16,0 0-39 15,0 0-7-15,0 0-16 16,0 0-38-16,0 0-9 15,0 0-10-15,0 0 5 0,0 0-12 16,0 0 18-16,0 0-22 16,0 0 7-1,0 0-7-15,0 0-1 0,0 0 0 16,0 17 2-16,0 2-4 16,0 10 4-16,6 8-6 15,19-1 9-15,2 0-5 16,1-5 0-16,-3-3 0 15,9 1-12-15,-12-14 4 16,-3 10-3-16,-1-14-32 16,-2 2-48-16,-10-5-58 15,-6-8-208-15,0 0-146 0</inkml:trace>
  <inkml:trace contextRef="#ctx0" brushRef="#br0" timeOffset="175105.49">28994 16418 454 0,'0'0'111'0,"0"0"14"0,0 0 30 0,0 0-110 15,155-248-16-15,-108 191-23 0,-7 2-2 16,13 14 0-16,-19 5-4 15,-3 8 4-15,9-3-4 16,1-5-2-16,-1-13-4 16,22 1-39-16,-15-1-84 15,-23 18-51-15,4 15-200 16</inkml:trace>
  <inkml:trace contextRef="#ctx0" brushRef="#br0" timeOffset="176025.19">30064 16154 122 0,'0'0'106'0,"0"0"112"0,0 0-112 0,0 0-4 0,0 0 17 15,0 0 4-15,0 8-82 16,0-8 46-16,0 0-61 16,0 0 9-16,0 0-22 15,0 0 15-15,0 0 9 16,0 0 16-16,0 0-28 15,0 0-20-15,13-12-2 0,42-20-2 16,11-12 21 0,14-8-19-16,1-1 9 0,6 1-12 15,-13 8 0-15,-9 4 1 16,-12 12-1-16,-13 4 0 16,-6 8-18-1,-6-1 1-15,-3 14-71 0,-10 3-67 16,-15 0-271-16</inkml:trace>
  <inkml:trace contextRef="#ctx0" brushRef="#br0" timeOffset="176686.44">30163 16150 64 0,'0'0'81'0,"0"0"76"0,0 0 59 0,0 0-92 0,0 0 34 16,0 0 35-16,22-12-95 15,-22 12-59-15,6 0 2 16,7 0 5-16,2 0-8 16,16 0-10-16,16 0-1 15,33 8 14-15,7 8-13 16,16 4-9-16,-4 0-13 16,-6 4-3-16,-6-7-3 15,-19 6 0-15,-22-7-10 0,1 8 1 16,-13-12-8-1,-15 0-31-15,-7-8-19 0,-3-4-129 16,-9 0-457 0</inkml:trace>
  <inkml:trace contextRef="#ctx0" brushRef="#br0" timeOffset="177570.03">31475 16126 207 0,'0'0'343'0,"0"0"-273"0,0 0-21 0,0 0 31 0,0 0-49 16,0 0 19-16,19 84-18 15,-4-76-11-15,4 4 56 16,-7 1-22-16,16-2-15 16,0-7-17-16,12 4-5 15,7-4 2-15,-7-4-18 16,19 0 4-16,-6 0 4 16,-7 0-10-16,1-12 17 15,-13-20 39-15,6-8-22 16,-6-8-19-16,-15-8-13 15,-4-1 3-15,-15-7-5 0,0 16-3 16,0-4 1 0,0 11 0-16,-28 5 2 0,-12 8 0 15,0 12 2-15,-13 9 8 16,0 7-10-16,-15 0 1 16,3 7-1-16,3 37-1 15,-3 9-17-15,-3 15 16 16,9-12-11-16,12-4-46 15,13-15-64-15,19-21-191 16,15 4-176-16</inkml:trace>
  <inkml:trace contextRef="#ctx0" brushRef="#br0" timeOffset="180467.56">25032 18180 674 0,'0'0'132'0,"0"0"-54"0,0 0 51 0,0 0-112 0,0 0 35 16,0 0 42-16,71-41-22 16,-55 29-37-16,-4-4 3 15,7-8-2-15,9 4-17 16,-1-21-4-16,8-2-14 16,-4-9 7-16,24 0-7 15,-17 7-2-15,-4 9 1 16,-6 12-7-16,-16 8-13 0,0 0-6 15,4 4-9-15,-10-5-31 16,-6-2-4-16,0 2-101 16,0 2-173-16,0 7-232 15</inkml:trace>
  <inkml:trace contextRef="#ctx0" brushRef="#br0" timeOffset="180817.25">25032 17710 93 0,'0'0'442'0,"0"0"-387"15,0 0 27-15,0 0 102 16,0 0-13-16,0 0-85 16,167 132-25-16,-114-84 0 15,6 1-33-15,-19 2-6 16,7-2-12-16,5-1-1 16,-18-12-6-16,-12-8-3 15,3 1 0-15,-3-10-3 16,-4-2-9-16,-11-10-17 0,14 1-11 15,-8-8-46 1,8 0-27-16,-14 0-233 16,-7-8-25-16</inkml:trace>
  <inkml:trace contextRef="#ctx0" brushRef="#br0" timeOffset="181249.81">25934 17942 612 0,'0'0'80'0,"0"0"0"0,0 0 125 0,0 0-122 0,0 0-25 0,0 0-36 16,261-8-16-16,-209 8 3 16,-5 0-18-16,-13 0 8 15,0 0-40-15,-9 0-105 16,-19 0-210-16,-6 0-246 16</inkml:trace>
  <inkml:trace contextRef="#ctx0" brushRef="#br0" timeOffset="181533.8">25934 17942 528 0</inkml:trace>
  <inkml:trace contextRef="#ctx0" brushRef="#br0" timeOffset="181648.84">25934 17942 528 0,'47'-252'367'0,"-1"260"-330"0,7-8 98 0,15 0 62 15,-9 0-189-15,-19 0-5 16,7 0-3-16,-13 0-14 16,0 0-25-16,-9 0-91 15,3-4-177-15,-16 0-97 16</inkml:trace>
  <inkml:trace contextRef="#ctx0" brushRef="#br0" timeOffset="182398.74">27103 17301 146 0,'0'0'357'0,"0"0"-352"16,0 0 18-16,0 0 67 15,0 0 4-15,0 8 21 16,0 16-20-16,0 16-6 16,-40 0-20-16,6 5 14 15,15 2-33-15,-9-6-11 16,3-5-30-16,4 0 3 15,-7-5-10-15,22-3 16 16,-1 5-16-16,7-17-1 16,0 0-2-16,0-16-12 15,13 0 12-15,36 0-4 16,10 0 4-16,-12 0-2 0,12 0 1 16,-4 0-2-16,-14 0-11 15,-10 0-15-15,-10 0-30 16,4 0 23-16,-15 0-9 15,2 0 27-15,-12 0-11 16,0 0 9-16,0 0-7 16,0-8 6-16,0-4 6 15,0 3-49-15,0 2 44 16,0-5 21-16,0 8 10 16,0 4-1-16,0-4-1 15,0 4-1-15,0 0-7 16,0 0 6-16,0 0 41 0,0 20 46 15,0 4-92 1,-22 16 30-16,10 0 11 0,-13 4 25 16,16 5-15-1,3-6-32-15,-7 1-20 0,7-8-3 16,6-11 0-16,0-6-12 16,0-2-58-16,0-9-27 15,0 0-124-15,0-8-63 16</inkml:trace>
  <inkml:trace contextRef="#ctx0" brushRef="#br0" timeOffset="182916.08">28064 18070 685 0,'0'0'0'0,"0"0"-13"0,0 0 2 0,0 0 6 0,0 0 4 15,0 0 2-15,-6-15 0 16,6 15 92-16,0 0 114 16,0 0-77-16,0 0-109 15,0 0-16-15,0 0-5 16,0 0-1-16,0 0-48 0,0 0 24 16,0 0 20-16,0 0-2 15,0 0-102-15,-12 0-72 16,-1 0-8-16</inkml:trace>
  <inkml:trace contextRef="#ctx0" brushRef="#br0" timeOffset="183298.68">27971 17613 613 0,'0'0'26'0,"0"0"-10"16,0 0 30-16,0 0-12 15,0 0 8-15,0 0 8 16,0 0 23-16,0 0 90 16,0 0-71-16,0 0-31 0,0 0-60 15,0 0-2-15,0 0-37 16,0 0 0-16,0 0-22 16,0-3 35-16,0 3 13 15,0 0 2-15,0 0-32 16,0 0-12-16,0 0-74 15,-12 0-197-15</inkml:trace>
  <inkml:trace contextRef="#ctx0" brushRef="#br0" timeOffset="185412.67">28895 17373 465 0,'0'0'149'0,"0"0"-27"0,0 0-5 0,0 0-53 15,0 0 1-15,0 0-4 16,0-28-12-16,0 28 26 16,0 0 10-16,0 0-32 15,0 0-30-15,0 0 2 16,0 0-14-16,0 0-2 0,0 0-4 15,0 0-4-15,6 4 8 16,13 16-5-16,21 12 12 16,-6 4-11-16,13 8 0 15,-7 13-5-15,1-9 0 16,-7-1-4-16,0-3-23 16,-9-8-13-16,-13-7-26 15,-3-13-13-15,4-4-189 16,-13-3-207-16</inkml:trace>
  <inkml:trace contextRef="#ctx0" brushRef="#br0" timeOffset="185945.68">28967 18175 481 0,'0'0'51'0,"0"0"58"0,0 0 61 0,0 0-46 0,0 0-4 16,155-216-68-1,-103 139-9-15,1-11-11 0,3 7 8 16,-16 6-27 0,0 11-3-16,-9 3-9 0,-3 9 1 15,6 4-4-15,-15-4-1 16,21 8-15-16,-12 8-79 15,6 16-73-15,-15 15-174 16,-13 5-131-16</inkml:trace>
  <inkml:trace contextRef="#ctx0" brushRef="#br0" timeOffset="186528.79">29856 17942 890 0,'0'0'182'0,"0"0"-127"0,0 0-22 15,0 0 12-15,0 0-9 0,0 0-26 16,307-60 4-16,-245 48-12 16,-9 4 6-16,-13 8-8 15,-5 0 0-15,-17 0-5 16,4 0-8-16,-10 0-24 16,1 0-70-16,-13 0-65 15,0 0-122-15,0 0-44 16</inkml:trace>
  <inkml:trace contextRef="#ctx0" brushRef="#br0" timeOffset="186844.89">29949 17698 457 0,'0'0'169'16,"0"0"-49"-16,0 0 100 15,0 0-112-15,0 0-32 16,0 0-21-16,156-49-23 0,-122 46-13 15,6-5-19-15,0 0 0 16,-3 0-8-16,4-9-78 16,-7 9-115-16,-6 5-237 15</inkml:trace>
  <inkml:trace contextRef="#ctx0" brushRef="#br0" timeOffset="187677.81">31001 17834 348 0,'0'0'322'15,"0"0"-317"-15,0 0 70 0,0 0-49 0,0 0-3 16,0 0-13-16,0 53 33 16,12-30 53-16,10 1-14 15,-10-4-19-15,1-4-27 0,-1 1-27 16,10-6-5-16,-4-3-4 16,10 5 3-1,0-1-3-15,-3-4-3 0,3 0 3 16,6-8-5-16,6 0 13 15,-9 0-11-15,3 0 6 16,0 0 4-16,7-8-5 16,-7-20 0-16,6-4 6 15,-9-13-2-15,16-10-8 16,-7-6 5-16,-18-3-6 16,2 0 7-16,-24 0-4 15,0 4 2-15,0 4 9 16,-24 4-7-16,-17 11 3 0,-11 10 1 15,-4 18-8-15,3 9 0 16,7 4 0-16,-7 0-3 16,6 4 4-16,-5 28-2 15,-4 12 2-15,9 12 19 16,-5 8-12-16,24 8 7 16,9 5 0-16,7-5-11 15,2-8-8-15,10-15-8 16,0-18-50-16,0-14-96 15,0-17-378-15</inkml:trace>
  <inkml:trace contextRef="#ctx0" brushRef="#br0" timeOffset="-177374.05">17544 5954 377 0,'0'0'234'16,"0"0"-197"-16,0 0 28 0,0 0 78 0,0 0-24 16,0 0-61-16,0 0-28 0,6-11 6 15,-6 11 33-15,9 0-4 16,-3 0-20-16,19 11-11 16,-3 19 5-16,-4-7-13 15,4 9-2-15,3 4-6 16,-3 0-16-16,12 5 3 15,-16-5 0-15,10 4 0 16,-3-4-3-16,-3 4-4 16,-10-12-8-16,1 0-1 15,2-3-13-15,-9-14-18 16,1 1-20-16,5-12-102 16,-3 0-187-16,-9 0-108 15</inkml:trace>
  <inkml:trace contextRef="#ctx0" brushRef="#br0" timeOffset="-176937.7">17751 6681 367 0,'0'0'275'0,"0"0"-268"0,0 0-6 0,0 0-1 0,0 0 4 16,0 0-2-16,0 23 6 15,0-18 72-15,0-1 32 16,0-4 55-16,0 0-67 16,0 0-22-16,0 0-37 15,0 0-5-15,0-36-15 16,47-20-12-16,21-28 25 16,19-1-15-16,6-15 9 0,12 4-12 15,-24 4-16-15,-7 20-1 16,-46 19-14-16,-28 17-33 15,0 20-50-15,0 16-191 16,-55 0-336-16</inkml:trace>
  <inkml:trace contextRef="#ctx0" brushRef="#br0" timeOffset="-176391.72">18660 6601 376 0,'0'0'286'0,"0"0"-219"0,0 0 126 0,0 0-22 16,0 0-64-16,0 0-39 15,282-85-40-15,-229 62-11 16,-13 10-16-16,0 1-2 0,-21 4-4 15,-4 5-7-15,-8 3-28 16,-7 0-55-16,0 0 12 16,0-5-55-16,0 2-125 15,-34-5-414-15</inkml:trace>
  <inkml:trace contextRef="#ctx0" brushRef="#br0" timeOffset="-176207.13">18660 6601 910 0,'6'-277'179'0,"-6"277"-152"15,16 0 103-15,36 0-86 16,7 0-15-16,3-4-29 16,19-16 0-16,-16-5-35 15,9 2-67-15,-21 2-171 16,-6 6-370-16</inkml:trace>
  <inkml:trace contextRef="#ctx0" brushRef="#br0" timeOffset="-175725.72">19497 6408 43 0,'0'0'760'0,"0"0"-760"16,0 0 2-16,0 0 38 15,0 0-23-15,0 0 66 16,186 16-3-16,-133-48-20 15,3-8-2-15,-32-4 58 16,11-8-89-16,-23-1-9 16,-12 6-18-16,0 6-1 15,0 13-1-15,-25 16-15 0,-37 12 16 16,-9 0 1-16,-4 4 0 16,1 28 1-16,21 4 2 15,25-3-3-15,28-5-4 16,0 0 0-16,16-4-8 15,49-4 11-15,28 0-2 16,9-9-2-16,4 14 7 16,-13-9-2-16,-6 9 0 15,-19-6 0-15,-15 6-5 16,-26-5 3-16,8-1-8 16,-17-7-43-16,1-12-48 15,-4 0-202-15,-2-4-120 16</inkml:trace>
  <inkml:trace contextRef="#ctx0" brushRef="#br0" timeOffset="-175341.81">20492 6311 406 0,'0'0'647'0,"0"0"-572"0,0 0 54 0,0 0-74 0,0 0-18 16,273-211-27-16,-198 162-10 16,-7 1-20-16,-9-1-26 15,-25 18-42-15,-22 7-148 16,-12 4-274-16</inkml:trace>
  <inkml:trace contextRef="#ctx0" brushRef="#br0" timeOffset="-175142.96">20585 5918 1060 0,'0'0'37'0,"0"0"13"15,0 0 65-15,0 0-78 16,0 0-27-16,382 210-10 16,-323-179-5-16,-13-2-48 15,-12-6-95-15,-12-6-202 0,-22-14-165 16</inkml:trace>
  <inkml:trace contextRef="#ctx0" brushRef="#br0" timeOffset="-174657.18">21581 5702 112 0,'0'0'406'0,"0"0"-267"0,0 0 45 0,0 0 13 0,0 0-73 16,0 0-13-16,-6 121-54 15,6-69-40-15,0-4 7 16,0 0-19-16,0-4-1 0,6 5-4 15,-6-2-23-15,0-2-9 16,0-9-31-16,0-12-63 16,0-16-138-16,0-8-141 15</inkml:trace>
  <inkml:trace contextRef="#ctx0" brushRef="#br0" timeOffset="-174423.97">21376 6007 13 0,'0'0'854'0,"0"0"-840"16,0 0 91-16,0 0-13 16,0 0 22-16,0 0-31 15,164 13-39-15,-89-13-17 16,-1 0-22-16,-15 0-10 15,-19 0-23-15,1 0-24 16,-13 0-137-16,-3 0-212 16,-4 0-171-16</inkml:trace>
  <inkml:trace contextRef="#ctx0" brushRef="#br0" timeOffset="-174025.26">22204 6092 619 0,'0'0'62'0,"0"0"92"16,0 0 43-16,0-238-98 16,0 158-24-16,0-3-19 15,0 2-21-15,-12 17-25 16,-10 16-2-16,16 20-6 15,-7 16 4-15,4 12-6 16,-16 0-10-16,19 0-47 16,-10 16-86-16,10 12-193 15,0 8 55-15,6 4-11 0</inkml:trace>
  <inkml:trace contextRef="#ctx0" brushRef="#br0" timeOffset="-173743.98">22291 5782 201 0,'0'0'61'0,"0"0"73"15,0 0-33-15,0 0-66 16,0 0-3-16,347 28 1 16,-313-15-27-16,6-1-5 15,-27 7-1-15,-7 6 53 16,-6-5 87-16,0 12-11 15,0 0-11-15,-40 8-26 0,-13-15-17 16,0 3-36-16,-2-17-14 16,17-3-3-16,-2-4-22 15,12-4 0-15,6 0-40 16,16 0-101-16,-12 0-490 16</inkml:trace>
  <inkml:trace contextRef="#ctx0" brushRef="#br0" timeOffset="-166347.15">17423 7235 226 0,'0'0'153'0,"0"0"-117"0,0 0 19 0,0 0-27 16,0 0-2-16,0 0 16 0,0 0 37 16,0 0 7-16,-6 0 13 15,6 3-22-15,0 17-22 16,0-7-29-16,0 6-16 16,0-2 2-16,0-1-3 15,0 7 25-15,0 2-8 16,0-1-6-16,0 4-8 15,0 0 8-15,0-4-4 16,15 4 1-16,10-11-5 16,3-6-12-16,12-7 0 15,0-4 3-15,1 0 6 16,-1 0 1-16,0-36 12 0,-3-9-12 16,-9-14-3-16,13 2 4 15,-20-2-9-15,-21 18 3 16,0-3-1-16,0 13-1 15,0 10-3-15,0 6 4 16,-62 6-4-16,10 9-2 16,-23 0-3-16,16 9-18 15,4 22-3-15,30 5 10 16,19 8-15-16,6 17-48 16,0-1-33-16,0-1-193 15,0-10-195-15</inkml:trace>
  <inkml:trace contextRef="#ctx0" brushRef="#br0" timeOffset="-165865.89">18539 7499 648 0,'0'0'23'0,"0"0"-2"0,0 0 84 0,0 0-75 0,0 0-30 0,0 0-3 15,276-32-43-15,-251 24-18 16,-10 0-7-16,-15 0-13 16,0 4-68-16,0-8-155 15</inkml:trace>
  <inkml:trace contextRef="#ctx0" brushRef="#br0" timeOffset="-165635.31">18539 7499 515 0,'-133'-220'371'0,"142"220"-317"16,16 0 39-16,27-8 41 15,4-12-53-15,-9 7-39 16,-1 2-20-16,-5 6-14 16,-7-2-8-16,3-1-27 15,-3-5-15-15,-6 13-98 16,-28 0-280-16</inkml:trace>
  <inkml:trace contextRef="#ctx0" brushRef="#br0" timeOffset="-161653.78">19370 7150 603 0,'0'0'124'0,"0"0"-45"0,0 0 65 0,0 0-99 15,0 0-39-15,0 0 33 16,0 0-17-16,0 57 8 15,12-49-9-15,16-1 6 16,-3-2 9-16,3-5 7 16,6 0-8-16,13 0-19 15,-1 0 10-15,7-25-11 16,-13-6 2-16,-6-10-15 16,-15-7 2-16,-4 8-4 15,-15-5-12-15,0 14-5 16,0 10 13-16,0 14-6 15,-34 7-6-15,-18 0 14 16,-17 23 2-16,10 26 0 16,-3 7 0-16,31-4 2 0,3-7 3 15,28-14 8-15,0 2-13 16,0-22 0-16,28-3-7 16,3-3 5-16,-9 2 2 15,18-7 5-15,-21 8 1 16,15 5 6-16,0-2-6 15,-9 1-3-15,9 4-3 16,0 1-1-16,-15-6-33 16,21-3-20-16,-18-3-107 15,-10 3-260-15,-6-4-183 0</inkml:trace>
  <inkml:trace contextRef="#ctx0" brushRef="#br0" timeOffset="-161237">20384 7279 649 0,'0'0'291'0,"0"0"-263"0,0 0 101 0,0 0-52 16,0 0-18-16,276-245-31 16,-217 197-25-16,-13 15-3 15,-18 5-5-15,-22 20-15 16,7 5-63-16,-13 3-31 0,0 0-152 16,-13 0-56-16</inkml:trace>
  <inkml:trace contextRef="#ctx0" brushRef="#br0" timeOffset="-161035.9">20406 6970 972 0,'0'0'95'0,"0"0"-35"15,0 0 45-15,0 0-64 0,0 0-38 16,341 188 4-1,-267-152-3-15,-21-3-8 0,-7 6-9 16,-12-6-15 0,-9-9-69-16,-3-9-131 0,3-15-368 15</inkml:trace>
  <inkml:trace contextRef="#ctx0" brushRef="#br0" timeOffset="-160588.01">21233 6814 516 0,'0'0'210'0,"0"0"-9"0,0 0-69 16,0 0-39-16,0 0-25 0,0 0-31 16,62 100-11-16,-43-53-15 15,3 2-11-15,-4-9-3 16,4 0 1-16,-10 0-11 16,-5 1-2-16,-7-5-11 15,0 3-64-15,0-14-105 16,0-25-213-16</inkml:trace>
  <inkml:trace contextRef="#ctx0" brushRef="#br0" timeOffset="-160339.06">21209 7118 535 0,'0'0'196'16,"0"0"-146"-16,0 0-30 16,0 0 15-16,0 0 63 15,0 0 12-15,77-12-48 16,-37 12 1-16,10 0-8 16,-3 0-55-16,-7 0-18 15,6 0-46-15,-15 0-91 16,-9 0-219-16,3-7-239 15</inkml:trace>
  <inkml:trace contextRef="#ctx0" brushRef="#br0" timeOffset="-159739.18">21909 6613 599 0,'0'0'215'16,"0"0"-71"-16,0 0-18 15,0 0-62-15,0 0 5 16,0 0-51-16,121 172-10 16,-96-123-2-16,-3-5-4 15,-10-8 1-15,-6 3 1 16,-6-6-4-16,0-5-5 0,0-8 5 15,0 4-11-15,0-21 9 16,0-3-45-16,0 0-3 16,0 0-28-16,16-15 14 15,15-9 37-15,-3 4 23 16,18 4 4-16,-5 8 4 16,5 8 11-16,-5 0 9 15,5 0 7-15,-12 0-12 16,0 0 5-16,-9 0-16 15,-16 8 4-15,-9 3 0 16,0 10 6-16,0 3 67 16,0 8-50-16,-62 4 2 0,3-8-19 15,-9-3-12-15,3-6-6 16,-3-7-18-16,28 9-40 16,-1-9-73-16,16-1-337 15</inkml:trace>
  <inkml:trace contextRef="#ctx0" brushRef="#br0" timeOffset="-154760.12">16728 8566 257 0,'0'0'292'0,"0"0"-249"0,0 0-6 0,0 0-16 0,0 0 40 16,0 0-6-16,0 0 11 15,-12 108-13-15,30-104 27 16,4 0-14-16,-3-4-17 16,9 0 9-16,-10-4 28 15,23-24-42-15,-14-8-14 0,14-8-11 16,-29-8-14-16,16-5 7 16,-28 2-1-16,0 2-10 15,0 9 0-15,0 8 4 16,-6 12-10-16,-28 12-4 15,-13 12 6-15,1 0-17 16,-7 8 5-16,-9 40 6 16,9 12-13-16,13 4 1 15,6-7-101-15,15-13-202 16,19-20-147-16</inkml:trace>
  <inkml:trace contextRef="#ctx0" brushRef="#br0" timeOffset="-154309.85">17510 8445 70 0,'0'0'557'0,"0"0"-432"0,0 0 100 0,0 0-115 16,0 0-55-16,0 0 29 15,176-20-50-15,-111 12-29 16,4-3-1-16,-17-6-8 15,-5 1-9-15,-19 1-68 0,-16 2-173 16,-12 1-297-16</inkml:trace>
  <inkml:trace contextRef="#ctx0" brushRef="#br0" timeOffset="-153827.63">18272 8506 655 0,'0'0'228'16,"0"0"-97"-16,0 0-49 16,0 0-81-16,0 0 49 15,0 0 4-15,0-192-11 16,0 143 5-16,0 5-17 15,-12 8 4-15,6 4-22 16,-16 3 0-16,16 1-6 0,-7 0-14 16,-8 0 3-16,8 1-20 15,1 2 4-15,-4 9-28 16,16 9-37-16,-6 2-3 16,6 5 19-16,0 0-83 15,0 12-52-15,0 20 153 16,0 1-116-16,0 3-199 15</inkml:trace>
  <inkml:trace contextRef="#ctx0" brushRef="#br0" timeOffset="-153460.18">18279 8317 275 0,'0'0'183'0,"0"0"-162"16,0 0-9-16,0 0 46 15,0 0 0-15,0 0-10 16,182-11 4-16,-157 6-24 16,16 5-5-16,-7 0-19 15,0 0 10-15,0 0 10 0,-3 0-21 16,-9 0-6-1,-4 8 4-15,-18-3-1 0,0 6 22 16,0 1 63-16,0 9 49 16,0 2-40-16,-18 2-52 15,-17-6-4-15,-5-6-18 16,0-1-17-16,0-4-3 16,5 0-10-16,17 0-13 15,-4-1-12-15,22-2-67 16,0-5-345-16</inkml:trace>
  <inkml:trace contextRef="#ctx0" brushRef="#br0" timeOffset="-153042.48">19094 8406 957 0,'0'0'120'0,"0"0"-68"0,0 0-8 0,0 0-11 0,0 0-15 16,0 0-18-16,341-48-32 15,-313 43-40-15,-16 2-17 16,-12-2-107-16,0 5-18 16,0-3-67-16</inkml:trace>
  <inkml:trace contextRef="#ctx0" brushRef="#br0" timeOffset="-152845.68">19094 8406 251 0,'22'-169'679'0,"-22"169"-641"15,24-4 37-15,32-12-4 16,3 0-44-16,3-4-26 16,-9-4-2-16,12-1-98 15,-25 10-281-15,-12 7-178 16</inkml:trace>
  <inkml:trace contextRef="#ctx0" brushRef="#br0" timeOffset="-152243.43">20030 8314 331 0,'0'0'136'0,"0"0"-85"16,0 0-20-16,0 0-2 15,0 0 17-15,0 0 0 16,168 15 45-16,-134-15 24 16,0-4-3-16,-3-28-52 15,-9-8 3-15,-10-9-22 16,-6-2-19-16,-6 7-10 15,0 3-12-15,-12 10 9 0,-41 18-12 16,-9 13 6-16,3 0-2 16,0 25 6-16,4 27-6 15,14 0-1-15,23-4 0 16,18-16-15-16,0-4-11 16,0-11 8-16,18-10 13 15,23-3 3-15,5 0 4 16,4-4-2-16,-4 0 12 15,-5 8 5-15,5-3 10 16,1 3-13-16,-13 0-8 16,-10 7-5-16,17 1 4 0,-13 1-5 15,3-6-12 1,-3-6-53-16,12-2-36 0,-6-3-188 16,-15 0-21-16</inkml:trace>
  <inkml:trace contextRef="#ctx0" brushRef="#br0" timeOffset="-151829.38">20799 8329 525 0,'0'0'191'0,"0"0"-14"0,0 0 0 15,0 0-96-15,0 0-26 0,0 0-13 16,248-225-38-16,-182 173-4 16,2 4-11-16,-28 16-65 15,-21 9-36-15,-19 2-210 16,0 17-57-16</inkml:trace>
  <inkml:trace contextRef="#ctx0" brushRef="#br0" timeOffset="-151641">20874 7908 547 0,'0'0'361'0,"0"0"-198"0,0 0-8 15,0 0-91-15,232 249-22 16,-151-202-18-16,0-2-18 16,-13-9-6-16,-16-12-28 15,-11-8-42-15,-35-12-181 16,-6-4-635-16</inkml:trace>
  <inkml:trace contextRef="#ctx0" brushRef="#br0" timeOffset="-149596.88">17544 9368 482 0,'0'0'153'0,"0"0"-50"0,0 0 147 0,0 0-129 0,0 0-40 16,0 0-19-16,347 0-44 15,-285 0 1-15,-9 0-14 16,-7 0-5-16,1 0-5 0,-7 0-7 16,-6-12-22-16,0-8-75 15,-15 0-95-15,3 4-167 16</inkml:trace>
  <inkml:trace contextRef="#ctx0" brushRef="#br0" timeOffset="-148965.05">18306 8951 86 0,'0'0'514'0,"0"0"-471"0,0 0 51 15,0 0-5 1,0 0-52-16,0 0 36 0,87 128-11 16,-65-96-22-16,3 4-26 15,-4 5 0-15,-8-1 19 16,-7 4-9-16,6-5-22 15,4-3 2-15,-4-7-8 16,7-9 5-16,-10-8-3 16,-3-7-6-16,-6-5-9 15,0 0 2-15,0 0 14 16,7 0-8-16,11 0 9 16,10-17-3-16,12-3-2 15,-5 4 5-15,5 3-3 0,-9 10-1 16,-16 3-3-16,-2 0-1 15,-13 0 5-15,0 0 6 16,0 0 23-16,0 0 7 16,0 0 7-16,0 20-20 15,-28 8-14-15,-3 1-6 16,-9 2-14-16,-1-7 4 16,7-4-44-16,0-8-104 15,15-12-128-15,19 0-131 16</inkml:trace>
  <inkml:trace contextRef="#ctx0" brushRef="#br0" timeOffset="-148464.86">19317 9340 523 0,'0'0'252'0,"0"0"-97"0,0 0 4 0,0 0-95 0,0 0-45 16,0 0-19-16,267-24-32 16,-227 16-44-16,-21 4-137 15,-13 0-61-15,-6 4-90 16</inkml:trace>
  <inkml:trace contextRef="#ctx0" brushRef="#br0" timeOffset="-148247">19317 9340 888 0,'25'-137'162'0,"-25"137"-153"16,28 0 41-16,25-3-21 16,15-17-11-16,-15 4-18 15,-7-1-39-15,-12 9-91 16,-9 5-211-16,-9 3-210 16</inkml:trace>
  <inkml:trace contextRef="#ctx0" brushRef="#br0" timeOffset="-147682.75">20111 9324 316 0,'0'0'153'16,"0"0"-84"-16,0 0-8 0,0 0-8 15,0 0 26 1,0 0 16-16,260-56-25 0,-219 4 14 16,-13-5-31-1,-16-7-37-15,-12 0-11 0,0 16-5 16,0 19-13-16,-34 22 5 16,-25 7 8-16,-9 4 0 15,9 44 5-15,-9 4-3 16,27 5 14-16,17-6 5 15,8-7 32-15,16-8-30 16,0-11-23-16,0-17-4 16,28-5 4-16,12-3-5 0,7 0 14 15,-7 0 23 1,0 0 16-16,1 5-28 0,-7 7 5 16,6 4-17-16,-9 0 13 15,16 0-21-15,-7-9-3 16,-6 10-4-16,0-9-15 15,-15-4-70-15,-4 0-18 16,-15 8-197 0,0-4-235-16</inkml:trace>
  <inkml:trace contextRef="#ctx0" brushRef="#br0" timeOffset="-147199.78">20926 9203 676 0,'0'0'101'0,"0"0"2"0,0 0 34 16,0 0-130-16,0 0 1 16,0 0-7-16,267-200-1 15,-239 168-28-15,-16 12-45 16,-12 4-59-16,0 12-71 15,0 4-30-15</inkml:trace>
  <inkml:trace contextRef="#ctx0" brushRef="#br0" timeOffset="-146966.03">20926 9203 685 0,'-58'-256'139'0,"76"272"73"16,22 13-57-16,13-2-59 15,22 5-53-15,-16 4 2 0,-4-4-38 16,10 0-7-16,-24-8-22 16,-13-7-25-16,-4-6-53 15,-24-3-219-15,0-8-380 16</inkml:trace>
  <inkml:trace contextRef="#ctx0" brushRef="#br0" timeOffset="-144168.22">20399 9540 320 0,'0'0'144'0,"0"0"-40"0,0 0 6 0,0 0 23 0,0 0-43 15,0 0-14-15,0 0-23 16,0 0-13-16,0 0-18 15,0 0-2-15,0 0-13 16,0 0 14-16,0 0 11 16,0 0 16-16,0 0-11 15,0 0-27-15,13 0 6 16,21 0-15-16,19 0 17 16,27-3-7-16,7-10 13 15,28-3-16-15,-10 1-3 16,4-6-5-16,-4-7-1 15,-18 12-18-15,-6-8-19 16,-23 0-13-16,-30 20-92 0,-6 4-145 16,-22 0-178-16</inkml:trace>
  <inkml:trace contextRef="#ctx0" brushRef="#br0" timeOffset="-143369.56">20799 9894 477 0,'0'0'81'0,"0"0"35"0,0 0 13 0,0 0-33 0,0 0 45 16,0 0-66-16,0 15-46 15,0-10-4-15,0 11-1 16,0-8 14-16,0 12-21 16,28-9-8-16,-3-2-7 15,15-9 4-15,-6 8-5 0,7-8 1 16,-1 0 2-16,7-8 0 16,-7-25 3-16,0-6-5 15,-12-9-4-15,-22-4 2 16,-6 11-18-16,0 5-25 15,0 11-13-15,-15 18 22 16,-25 7 22-16,9 0-11 16,3 7 21-16,0 26-8 15,15 8-35-15,13-10 28 16,0 10 17-16,0-5 21 16,0-16-5-16,7-4 19 15,20-5-30-15,8-6 2 16,-11 2 10-16,4 1 11 0,0-3 28 15,-9-2-45 1,9 5 16-16,3-3-19 0,3-5-8 16,-6 0-32-16,18 0-30 15,-18 0-26-15,-9-13-61 16,-13 13-84-16,-6 0-67 16</inkml:trace>
  <inkml:trace contextRef="#ctx0" brushRef="#br0" timeOffset="-142536.78">18074 9765 4 0,'0'0'461'0,"0"0"-432"0,0 0 91 0,0 0 60 16,0 0 37-16,0 0-101 16,273 0-11-16,-186 0-65 15,6 0-8-15,-13-8-11 16,-5-20-11-16,-10 0-10 15,-3 3-16-15,-16 2-27 16,-5 7-47-16,-17 8-76 16,-24 8-289-16</inkml:trace>
  <inkml:trace contextRef="#ctx0" brushRef="#br0" timeOffset="-141921.38">18666 9961 390 0,'0'0'115'0,"0"0"-88"0,0 0-9 0,0 0 18 0,0 0 11 16,0 0 2-16,115 49-3 15,-69-49 16-15,-5-8 4 0,11-20 52 16,-11-8-49-16,-13 4-49 16,-16-5-13-16,3 1-7 15,-15 12-5-15,0 8-3 16,0 8 4-16,-21 8-26 15,-7 0-50-15,-3 0 77 16,3 36 3-16,9 1-46 16,-2-1 23-16,21-5-2 15,0-3 25-15,0-7 107 16,0-9-42-16,40 4-27 16,-6-1-22-16,13-7 36 0,-7 9-18 15,6-9-14 1,1-8-20-16,-7 0-7 0,1 0-21 15,-7 0-58-15,6 0-78 16,-9 0-75-16,-22 0-105 16</inkml:trace>
  <inkml:trace contextRef="#ctx0" brushRef="#br0" timeOffset="-140721.94">21575 11502 130 0,'0'0'261'0,"0"0"-161"0,0 0-30 0,0 0 18 0,0 0-8 15,0 0 35-15,0 0 45 16,0 0-56-16,0 0-53 16,0 0 13-16,0 0-42 15,0 0 0-15,0 0-21 0,0 0 4 16,6-21 15-1,22-7-11-15,12-3 4 0,-6-2-6 16,13-3 2-16,-7 0-7 16,-9 4 2-16,9 0-2 15,-6-9 1-15,0 14-3 16,1-10-17-16,-11 13-7 16,-14 17-21-16,-10 2-41 15,0 5-62-15,0 0-169 16,0 0-2-16</inkml:trace>
  <inkml:trace contextRef="#ctx0" brushRef="#br0" timeOffset="-140321.93">21540 11112 570 0,'0'0'86'0,"0"0"146"0,0 0-40 0,0 0-105 16,0 0-34-16,0 0-2 15,295 205-44-15,-233-169 5 16,-15-8-5-16,-7 5 3 16,-9-10-10-16,-3-2 0 15,6-1-6-15,-16-9-22 16,-2-3-56-16,-10-3-160 15,7-5-174-15</inkml:trace>
  <inkml:trace contextRef="#ctx0" brushRef="#br0" timeOffset="-139802.66">22424 11365 589 0,'0'0'168'0,"0"0"-164"0,0 0 93 0,0 0-97 0,0 0-1 16,0 0-49-16,208-7-91 15,-196 7 19-15,-6-5-3 16,-6 2 55-16,0 3 41 15,0-8 18-15,0 8 10 16,0 0-93-16</inkml:trace>
  <inkml:trace contextRef="#ctx0" brushRef="#br0" timeOffset="-139603">22424 11365 917 0,'-80'-161'145'0,"80"161"-99"16,0 0-11-16,12 0 6 15,28-19 9-15,16-5-19 16,-16 0-17-16,7 4-14 16,-22 7-12-16,-4 2-50 15,-21 3-81-15,0-1-305 16</inkml:trace>
  <inkml:trace contextRef="#ctx0" brushRef="#br0" timeOffset="-137557.72">23072 11269 609 0,'0'0'105'0,"0"0"33"0,0 0 58 0,0 0-122 0,0 0 24 15,0 0-66-15,254-4-9 16,-201-8-15 0,-13 4 9-16,-5 0-7 0,-17 0-8 15,16 8-4-15,-12 0-1 16,-10 0-9-16,-5 0-29 15,14 0-80-15,-21 0-316 16</inkml:trace>
  <inkml:trace contextRef="#ctx0" brushRef="#br0" timeOffset="-136907.8">23720 10636 443 0,'0'0'211'0,"0"0"-179"0,0 0 34 0,0 0-18 15,0 0-16-15,0 0 52 16,0 156 7-16,0-116-60 16,0 8 4-16,0-4 7 15,-12-11-10-15,12 3-17 16,-6-17-14-16,6-10 4 16,0 2 6-16,0-11-8 15,0 0-3-15,0 0-8 16,0 0-8-16,6 0 13 15,34-11 6-15,13-14-11 0,0 17 10 16,-13 0-5-16,6 4-11 16,-12 4 10-16,-12 0-20 15,-3 0 9-15,-13 0 2 16,0 0 13-16,-6 17 29 16,0 2-18-16,0 1-6 15,0 8 3-15,0 5 8 16,-18-2-13-16,-23-7 2 15,-11-4-5-15,24-7-33 16,0-5 8-16,9 0-66 16,13-1-113-16,6-7-41 15</inkml:trace>
  <inkml:trace contextRef="#ctx0" brushRef="#br0" timeOffset="-136408.01">23726 11466 439 0,'0'0'238'0,"0"0"-73"0,0 0 48 0,0 0-142 16,0 0-62-16,0 0 5 15,301-44-14-15,-254 36-23 16,-26-1-44-16,-8 1-117 16,-13 5-123-16,0 3-245 15</inkml:trace>
  <inkml:trace contextRef="#ctx0" brushRef="#br0" timeOffset="-135824.91">23733 11979 385 0,'0'0'275'15,"0"0"-133"-15,0 0 68 16,0 0-163-16,0 0-44 15,0 0-3-15,127 40-5 16,-99-56-9-16,0-20 14 16,-22-8 2-16,-6-5-2 15,0 1-1-15,0 9-3 16,0 14-77-16,0 9 32 16,-6 16 46-16,-22 0 3 15,-19 8 8-15,19 40 87 16,-3 1-76-16,16-2 1 0,9-6-10 15,6-18-9-15,0-6-1 16,0-17-15-16,27 0 7 16,4 0-21-16,4 0 29 15,-8 0-1-15,1 0 6 16,-15 0 18-16,21 0-10 16,-16 24 23-16,17 1-27 15,-17-2-9-15,4-15-17 16,12-8-8-16,-34 0-262 15,12 0-263-15</inkml:trace>
  <inkml:trace contextRef="#ctx0" brushRef="#br0" timeOffset="-134626.24">19990 9544 58 0,'0'0'596'0,"0"0"-508"0,0 0-13 0,0 0 49 16,0 0-83-16,0 0-3 15,56-4-12-15,-25-28 36 16,15-16 25-16,10-8-13 15,3-12-30-15,0-8-31 16,9-1-13-16,-9 5-6 16,-19 17-25-16,-24 14-38 15,3 25-48-15,-19 16-156 0,0 0-42 16,0 0-200-16</inkml:trace>
  <inkml:trace contextRef="#ctx0" brushRef="#br0" timeOffset="-133761.18">20973 10178 268 0,'0'0'424'0,"0"0"-218"0,0 0 31 0,0 0-107 15,0 0-81-15,0 0-17 16,301-233 0-16,-239 182-20 15,-3-1-9-15,0 3-3 16,-4 17-3-16,-8 8-40 16,-16 8-18-16,-16 16-77 15,-15 0-225-15,0 0-296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7-14T23:20:33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11221 4752 76 0,'0'0'335'0,"0"0"-321"16,0 0 35-16,0 0-22 0,0 0-4 0,0 0-8 0,0 0 50 15,0 0-5-15,0 0 67 16,0 0 10-16,0 0-53 16,0-49-34-16,0 49-28 15,0-3 12-15,0-2-32 16,0-2 11-16,0 7-9 16,0 0 5-16,0 0-3 15,0 0 15-15,0 0 17 16,0 0-27-16,0 0 7 15,0 0-14-15,0 0 4 16,0 0 0-16,0 0 0 0,0 0-7 16,0 0 9-16,0 0-10 15,0 0-2-15,0 0 1 16,0 0 2-16,13 0 1 16,8 0-2-16,4 0 7 15,3 0-4-15,12 0 8 16,1 0-11-16,-1 0 5 15,0 0 0-15,1 0 1 16,-1 0 3-16,7 0-7 16,-16 0 2-16,9 15-1 15,-6-10-4-15,6 3 7 16,1-4-10-16,-14-4 7 0,4 0-5 16,4 0 3-16,-7 0-1 15,6 0 0 1,-16 0 4-16,23 0-3 0,-14 0 1 15,14 4-4-15,-10 4 5 16,3-4-7-16,6-4 5 16,-6 0-2-16,0 0 1 15,-3 0 0-15,-3 0 1 16,0 0 1-16,-9 0-4 16,9 0 4-16,-10 3-4 15,10-3 2-15,-3 9 0 16,-3-5-1-16,-4-4 4 0,4 0-8 15,-16 0 10 1,22 0-8-16,-9 0 9 0,2 0-12 16,-2 4 10-16,3-4-4 15,3 12 0-15,2-12 0 16,-14 0-1-16,9 0 4 16,-10 0-4-16,0 0 9 15,16 0-13-15,-3 0 11 16,-9 4-6-16,15-4 0 15,3 0-1-15,-6 0 1 16,0 0 1-16,18 3-1 0,-15 2 0 16,9-5-4-16,1 4 11 15,-13-4-9-15,6 0 5 16,-16 0-4 0,16 0 1-16,1 4 0 0,-11-4 0 15,4 0-2-15,0 0 1 16,-9 0 2-16,9 0-4 15,-10 0 7-15,4 0-4 16,-10 4 0-16,1-4 0 16,15 0-1-16,-4 0 2 15,4 0-4-15,0 0 10 16,-15 0-11-16,5 0 9 16,4 4-8-16,-10-4 3 15,-12 0 0-15,0 0 2 0,0 0-1 16,0 0 6-1,0 0-7-15,0 0 15 0,0 0-5 16,0 0 0 0,16 0-5-16,-16 0-2 0,0 0-2 15,0 0-1-15,0 0 0 16,0 0-1-16,0 0-2 16,0 0 6-16,0 0-6 15,0 0 9-15,0 0-9 16,0 0 3-16,0 0 0 15,0 0 1-15,0 0-1 16,0 0 0-16,0 0 1 16,0 0-1-16,0 0 7 15,0 0-8-15,0 0 2 16,0 0-2-16,0 0 1 16,0 0 0-16,0 0 1 0,0 0 0 15,0 0-2 1,0 0 7-16,0 0-16 0,0 0 10 15,12 0-17-15,1-4-37 16,-1-24-28-16,-12 0-235 16</inkml:trace>
  <inkml:trace contextRef="#ctx0" brushRef="#br0" timeOffset="2129.39">5352 5453 14 0,'0'0'176'0,"0"0"-129"0,0 0 36 0,0 0 12 0,0 0-43 0,0 0-8 0,-6-28-13 15,6 28-1-15,-13 0 15 16,13 0-19-16,0 0-2 0,0 0-7 15,0 0 7-15,0-3-2 16,0 3 8-16,0 0-1 16,0 0 14-16,0 0-6 15,-15-5-23-15,15 5 26 16,-13 0-29-16,13 0 13 16,0 0-22-16,0 0-2 15,-6 0 9-15,6 0-9 16,0 0 11-16,0 0 0 0,-12 0 12 15,12 0 7 1,-16 0-16-16,16 0-7 0,0 0-4 16,0 0 0-1,0 0-3-15,0 0 6 0,0 0-6 16,0 0 12-16,0 0-2 16,0 0-2-16,0 0-2 15,0 0-5-15,0 0 1 16,0 0-4-16,0 0-12 15,0 0 14-15,16 13 8 0,2-1-7 16,10-1 1 0,6 2 1-16,-3-5 1 15,10 7-3-15,-1-2 7 16,6-1-3-16,1 4 6 16,9-4-11-16,-10 0 1 0,1-5 9 15,-7-7-5-15,-15 5 7 16,21-5-7-16,-18 0 35 15,-6 4-32-15,3-4 10 16,9 0-16-16,-6 4-1 16,3 0 6-16,-9 0-4 15,12 0-6-15,-3-4 6 16,-10 0 2-16,-2 0-3 0,3 0 5 16,-10 0-6-1,-6 0 8-15,10 5 1 16,-10-5-3-16,6 0 0 15,7 0-3-15,-10 0-4 0,4 3 4 16,-7-3 4-16,-6 0-6 16,6 0 5-16,-6 0-1 15,0 0 5-15,0 0 4 16,0 0 4-16,0 0-1 16,0 0-15-16,0 0 2 15,0 0 1-15,0 0-10 16,0 0 4-16,0 0-2 15,0 0-15-15,0 0-24 16,0 0-71-16,0 0-607 0</inkml:trace>
  <inkml:trace contextRef="#ctx0" brushRef="#br0" timeOffset="3829.9">13522 3917 439 0,'0'0'23'0,"0"0"-20"0,0 0-3 0,0 0 53 0,0 0 12 0,0 0 7 15,-62 13-14-15,56-13-4 16,6 0 27-16,-6 0 36 16,-1 0-25-16,7 0-56 15,0 0 9-15,0 0-17 16,0 0 19-16,0 0-26 0,-6 0-4 16,6 0-14-16,0 0-2 15,0 0-1 1,0 0 0-16,0 0-1 0,0 0 2 15,0 0-3 1,0 0 6-16,0 0 5 0,0 0-5 16,0 0 12-16,0 0-15 15,0 0 3-15,0 0 2 16,0 0-6-16,0 0 0 16,0 0 0-16,0 0 2 15,0 0-2-15,0 0 5 16,0 0 5-16,31-16-2 15,25-17-2-15,9 5 10 16,16-16-4-16,18-3-5 0,10-14 13 16,11-3-12-1,-2 8 10-15,19-12-17 0,2 4 6 16,-5-5-6-16,11 5 2 16,-11 4-3-1,-7 7 1-15,-6 2 1 0,0 2-1 16,-7 2 1-16,-2-2 4 15,-10 5-7-15,-24 8 3 16,2 16-4-16,-18 0 1 16,-21 4-4-16,-10 4-10 15,-10 8-5-15,-2-5-9 16,-10 6-12-16,-9 3 7 16,0 0-31-16,0 0-78 0,0 0-200 15,-55 20-210 1</inkml:trace>
  <inkml:trace contextRef="#ctx0" brushRef="#br0" timeOffset="4663.72">13522 3653 508 0,'0'0'79'0,"0"0"-45"0,0 0 31 0,0 0-13 0,0 0-51 15,0 0 50-15,-102 140-20 0,77-104 13 16,-15 0-5-16,6-3 29 16,-7-1-36-16,7 0-17 15,0 0-9 1,28-16 2-16,0-8 12 0,6-4-14 15,0-4-12-15,0 0 2 16,0 0 1-16,46 0 3 16,16 0 12-16,9 0 10 15,10 0-7-15,0-16 33 16,5-1-7-16,-11 6-17 16,-22-5-16-16,-13 4 1 15,-21 7-7-15,-4 2-3 0,-15 3 1 16,0 0-14-16,0 0 7 15,0 0 2 1,0 0 0-16,0 3 4 0,0 14 1 16,0-9-43-16,0-8-34 15,0 0-200-15,31 0-45 16</inkml:trace>
  <inkml:trace contextRef="#ctx0" brushRef="#br0" timeOffset="6226.55">16809 2096 91 0,'0'0'42'0,"0"0"48"15,0 0 14-15,0 0-6 0,0 0-32 0,0 0 12 0,-19-27-30 0,13 15 11 16,6 4 4-1,-9 0-7-15,2-4 1 0,7 4 4 16,-6 3 34-16,0 2-51 16,6 3 45-16,0 0-28 15,-6 0 0-15,6 0-29 16,0 0 2-16,0 0-3 16,0 0-24-16,0 0-4 15,0 0 3-15,0 16-12 16,0 24 3-16,0 12 3 15,0 12 2-15,0 4-2 16,0-4 0-16,0 17 0 0,0-5 3 16,0-16-3-1,0-8-3-15,0-24 3 0,0-7-2 16,0-6 7-16,0-7-10 16,0-8 3-16,0 0-5 15,0 0 5 1,0 0 0-16,0 0 0 0,0 0 2 15,0 0-1 1,0 0 1-16,6 0-1 0,6-8-8 16,16-12 6-16,-3-8 3 15,16 4-1-15,-1 1 0 16,-6-2-1-16,0 14-2 16,0 2 4-16,-15 5-4 15,9 0-2-15,-4 4 3 16,4 0-7-16,13 0 8 0,-13 0-6 15,-4 0-1-15,-2 12 3 16,-10 0-1-16,-12 0 0 16,0 0 14-16,0 8 5 15,0 4 8-15,-27 1-7 16,-26 2 3-16,-6 6-16 16,-22-10 6-16,29-6-6 15,-4-1 0-15,25-8-20 16,9 4-23-16,16-4-169 15,0 0-694-15</inkml:trace>
  <inkml:trace contextRef="#ctx0" brushRef="#br0" timeOffset="8789.69">5969 4600 202 0,'0'0'70'0,"0"0"-21"0,0 0 71 15,0 0-59-15,0 0-14 0,0 0 30 16,0 0-40-16,-40 8 12 16,40-8-25-16,0 0 7 15,0 0-29-15,0 0 6 16,0 0 9-16,0 0 8 16,-10 0 22-16,10 12-24 15,-12-9-16-15,12-3-3 16,0 0 13-16,0 0 4 15,0 0-5-15,0 0 10 16,0 0 9-16,0 0-12 16,0 0-4-16,0 0 20 15,0 0-5-15,0 0-3 16,0 0-30-16,0 0 4 0,0 0-4 16,0-20 9-16,22 1-4 15,24-17 14-15,25-13-16 16,4-7 5-16,24-12-9 15,9-12 6-15,7-8 1 16,3-1 0-16,-3 9 4 16,-16 4-5-16,-12 12-5 15,-7 8-1-15,-11 7 4 16,-17 1-9-16,1 9 12 16,-6 1-15-16,2 2 12 0,-12 9-6 15,-3 3 4-15,19-5-2 16,9-10 0-1,3-2-3-15,31-2-2 0,-9 2-12 16,-15 9 8-16,-10 8-36 16,-38 0-16-16,11 16-26 15,-29 8-65-15,9-8-62 16,-15 8-11-16</inkml:trace>
  <inkml:trace contextRef="#ctx0" brushRef="#br0" timeOffset="9607.86">5907 4338 114 0,'0'0'273'0,"0"0"-264"0,0 0 47 0,0 0 6 0,0 0-27 0,0 0 22 15,0-3-6-15,0 3-25 16,0 0 1-16,0 20 52 15,0 16-7-15,0 8 22 16,0 5-48-16,0-5-16 16,0 0-25-16,0-13 2 15,0-11-2-15,0-4-4 16,0-16 1-16,0 0 1 16,0 0 6-16,0 0-6 0,0 0-3 15,34 0 1-15,12-3 11 16,13-25 15-1,3 7-21-15,-3-7 7 0,-18 8-7 16,-7 9-6-16,-16 6-9 16,-8 5 7-16,-10 0-5 15,0 0 0-15,0 0 2 16,0 5 5-16,0 18 13 16,0 5-5-16,0-4-8 15,-10-7-25-15,10-6-40 16,0-11-231-16,0 0-9 0</inkml:trace>
  <inkml:trace contextRef="#ctx0" brushRef="#br0" timeOffset="10810.54">8614 3072 405 0,'0'0'111'0,"0"0"-86"0,0 0 38 0,0 0-10 0,0 0-16 0,0 0 41 16,-59 23-8-16,59-23 20 15,0 0-11-15,0 5-35 16,0 3-10-16,0-1-26 0,0 1-4 16,0-3-2-16,0 6-4 15,0-6 8-15,6 3-13 16,6-4 13-16,10-4-6 16,-3 0 11-16,9 0-10 15,-4 0 24-15,4 0 11 16,0-20-12-16,3-4-17 15,-3-13 2-15,0 1-4 16,-9 0-10-16,-4-4 5 16,-15 20-7-16,0 0 1 15,0 4 4-15,0 4 0 16,0 8-13-16,-22 4 12 16,-24 0 0-16,-7 0-6 0,7 24 5 15,5 17 3-15,20-5 1 16,2 0 0-1,13-5-2-15,6-3 2 0,0-3-1 16,0-1 2-16,0-4-2 16,18-9-1-16,23 2-6 15,-1-5 8-15,7-8-1 16,-7 0 1-16,6 0 0 16,7 0 6-16,-6 0-4 15,-1 0 0-15,-6 0-2 16,-12 0-3-16,0 4-9 15,-3 28 12-15,3 4 0 16,12 9 5-16,-6-9-4 16,13-5-1-16,6-11-1 0,6-12-17 15,9-8 6-15,12 0-40 16,-8-20-40-16,-16-19-127 16,-4-10-205-16</inkml:trace>
  <inkml:trace contextRef="#ctx0" brushRef="#br0" timeOffset="40415.91">2499 11057 326 0,'0'0'286'0,"0"0"-278"0,0 0-1 0,0 0 113 0,0 0-52 0,0 0 13 0,0 0-10 0,40 3-24 0,-33-3 1 0,-7-12 12 15,0-15-23-15,0-1-14 0,0-1-17 16,0-3-2-16,-28 8 5 16,3 4-8-1,-3 0 16-15,0 12-13 0,3 8 16 16,-9 0-10 0,6 8-6-16,4 48-4 15,-11 8-4-15,-11 0 1 0,-7-20-1 16,25-8 3-16,28-20-7 15,0-7-1-15,47-9-18 16,27 0-23-16,-21-25 41 16,6-22 7-16,3-17-2 15,-16 7 8-15,-5 9 5 16,-7 20 3-16,-16 16-24 16,-11 12 10-16,-7 4-16 15,0 48 18-15,0 12 8 16,0 21 30-16,0-9-15 15,0-8 2-15,0-20-21 0,34-20-8 16,25-15-2-16,9-13-44 16,6 0 10-16,-2-13-18 15,-10-23-126-15,-10-8-179 16</inkml:trace>
  <inkml:trace contextRef="#ctx0" brushRef="#br0" timeOffset="40780.4">3206 10575 738 0,'0'0'40'0,"0"0"58"0,0 0 31 0,254 289-60 0,-185-196-15 0,-23 2-28 15,-21 1 14 1,-25 9-38-16,0-16-4 0,-6-1-39 16,-75-16-142-16,-12-28-572 15</inkml:trace>
  <inkml:trace contextRef="#ctx0" brushRef="#br0" timeOffset="42228.51">5212 10847 612 0,'0'0'56'0,"0"0"48"0,0 0 119 15,0 0-155-15,0 0-29 0,0 0 4 16,-341-19-16-16,313 19-16 16,-3 12 36-16,3 16-38 15,10 4 7-15,-4 8-9 16,22 0-7 0,0 1 0-16,0-2-3 0,34-6 0 15,31-5-7-15,16-4 9 16,-1-4-16-16,7-4 13 15,-18 0-17-15,-23-12 9 16,-27 4-10-16,-19-5 22 16,0-3 4-16,0 9 49 15,0 7-7-15,-72 12-22 16,-30 8-17-16,-19 13-5 16,9-10-2-16,19-11 0 15,19-12-9-15,40-12 1 16,34-4-38-16,0 0-80 0,34-7-316 15,40-22 96-15</inkml:trace>
  <inkml:trace contextRef="#ctx0" brushRef="#br0" timeOffset="43045.78">5727 11530 168 0,'0'0'407'0,"0"0"-337"0,0 0 86 0,0 0 13 0,0 0-109 0,0 0-20 15,-155-133 16-15,136 78-30 16,19-14-25-16,0 0 11 16,0 2-9-16,41-2-6 0,18-3-8 15,3 16-84-15,-4 16-200 16,-17 25-251-16</inkml:trace>
  <inkml:trace contextRef="#ctx0" brushRef="#br0" timeOffset="43745.56">6015 11422 464 0,'0'0'114'0,"0"0"35"0,0 0 37 0,0 0-62 0,0 0-32 0,0 0-30 16,146-237-18-16,-93 176-27 15,-7 13-12-15,-5 12-3 0,-7 8-4 16,-6 12-46-16,-10 8-8 16,-12 5-54-16,4 3-42 15,-10 0-63-15,0 0 24 16,0 0 0-16,0 0 49 15,-16 0-10 1</inkml:trace>
  <inkml:trace contextRef="#ctx0" brushRef="#br0" timeOffset="43978.41">5987 10996 881 0,'0'0'86'0,"0"0"-34"16,0 0-1 0,0 0-4-16,0 213-35 15,13-161-4-15,9-4-5 0,2-4-1 16,-2-8 1-16,-10-3-3 16,-5-13-17-1,2 7-41-15,-3-7 4 0,0-12-123 16,7-8-29-16,-1 0-137 15</inkml:trace>
  <inkml:trace contextRef="#ctx0" brushRef="#br0" timeOffset="44361.06">6530 10852 205 0,'0'0'462'16,"0"0"-380"-16,0 0 146 15,0 0-98 1,0 0-81-16,146 233 29 16,-134-178-56-16,-12 9 2 0,0 1-7 15,0 3-16-15,0-4-1 16,-12-4-15-16,-35-4-26 15,13-15-153-15,0-13-317 16</inkml:trace>
  <inkml:trace contextRef="#ctx0" brushRef="#br0" timeOffset="45376.11">7184 11433 555 0,'0'0'294'0,"0"0"-193"0,0 0-31 0,0 0-70 0,0 0 19 15,0 0-10-15,127-28 16 16,-68 24-14-16,-12 4 18 16,-1 0-16-16,-5 0-11 15,-7 0-2-15,-13 0-24 16,-8 0-29-16,-13 0-63 15,0-7-36-15,0-6 28 0,0-10 28 16,0-2-259 0</inkml:trace>
  <inkml:trace contextRef="#ctx0" brushRef="#br0" timeOffset="45575.58">7184 11433 190 0,'-59'-260'862'0,"59"260"-811"16,0 0-16-16,0 0 11 15,53 0-35-15,6 0 14 16,15 0-25-16,-8 0-26 0,-4-12-86 16,-22-1-165-16,-28 13-209 15</inkml:trace>
  <inkml:trace contextRef="#ctx0" brushRef="#br0" timeOffset="52637.97">9690 8774 193 0,'0'0'142'0,"0"0"5"0,0 0-26 0,0 0-32 0,0 0-8 0,0 0-28 0,0 0-19 0,0 0-34 0,6-3 34 0,-6 3 49 15,0 0-7 1,0 0-13-16,0 0-5 0,0 0-4 15,0 0-26 1,0 0 3-16,0 0-20 0,-19 0-1 16,-15 0-8-16,0 19 10 15,9 1-9-15,10 5-3 16,2-6 0-16,13 1-4 16,0 1-5-16,0-5-16 15,41 4 14-15,11-4-6 16,4 0 16-16,-16 4 0 15,19 0 0-15,-25-4-4 16,7 0 4-16,-29-8-4 0,-6-4 2 16,-6-4 0-16,0 12 6 15,0 8 13 1,0 12-2-16,-6 4 5 0,-28 9-14 16,-12-1-8-16,18-8 3 15,-10-4-8-15,23-20-5 16,3 0-14-16,12-12-21 15,0 0-57-15,0 0-144 16,0-12-55-16,0-24 31 16</inkml:trace>
  <inkml:trace contextRef="#ctx0" brushRef="#br0" timeOffset="52900.53">9851 8694 605 0,'0'0'161'0,"0"0"-161"0,0 0 67 0,0 0-47 0,0 0-20 0,0 0-71 0,146-16-141 0,-119 16-303 16</inkml:trace>
  <inkml:trace contextRef="#ctx0" brushRef="#br0" timeOffset="53371.3">10366 9172 625 0,'0'0'194'0,"0"0"-156"16,0 0 59-16,0 0-68 16,0 0 11-1,0 0 29-15,155-169-14 0,-124 133-28 16,15 4 23-16,-24 8-48 16,6 8 0-16,-16 3-2 15,1 2-11-15,-13 3-32 16,15-1-36-16,-9 1-61 15,0 0-154-15,-6 1-16 16</inkml:trace>
  <inkml:trace contextRef="#ctx0" brushRef="#br0" timeOffset="53620.09">10338 8682 689 0,'0'0'275'16,"0"0"-247"-16,0 0 39 16,0 0-60-16,0 0-7 15,0 0-12-15,-7 0-2 16,7 0-148-16,0 0-13 15,0 12 17-15,0 1-98 0</inkml:trace>
  <inkml:trace contextRef="#ctx0" brushRef="#br0" timeOffset="53937.88">10781 9123 308 0,'0'0'390'15,"0"0"-385"-15,0 0 46 0,0 0-51 16,0 0-92-16,0 0 24 16,0-23 52-16,0 18 14 15,0 5 2-15,0-3-3 16,0-2-67-16,0-3-246 16</inkml:trace>
  <inkml:trace contextRef="#ctx0" brushRef="#br0" timeOffset="54568.51">11562 9144 747 0,'0'0'277'0,"0"0"-276"0,0 0 6 0,0 0-7 0,0 0 1 0,0 0-3 15,0 0-43-15,193-52-110 16,-178 52 22-16,-15 0 69 0,0 0-31 16,0 0-87-16,0 0-175 15</inkml:trace>
  <inkml:trace contextRef="#ctx0" brushRef="#br0" timeOffset="54768.16">11562 9144 1008 0,'-40'-285'103'0,"40"285"-73"0,0 0 25 15,13 0-39-15,27 0-11 16,13 0-5-16,9-13-1 16,-10-2-88-16,1 2-89 0,-25 5-282 15</inkml:trace>
  <inkml:trace contextRef="#ctx0" brushRef="#br0" timeOffset="55468.83">12691 8630 276 0,'0'0'313'0,"0"0"-241"0,0 0 36 0,0 0-83 0,0 0-19 0,0 0-6 15,-46 0 37-15,21 0 5 16,3 8 104-16,3 4-71 0,4 1-14 16,3 2-49-1,12-3-12-15,0 5-3 0,0-2-3 16,0 1-21 0,18-3 1-16,38 2 1 0,9 1 15 15,3 1 8-15,4 2-13 16,-17 1 15-16,-8 5-2 15,-13-1 0-15,-15 4 2 16,-7 0 0-16,-12 8 8 16,0 0 13-16,-12 0 14 15,-35-4-29-15,-6-4 3 16,-9 0-6-16,4-8-3 16,-1-7-6-16,-3-13-17 15,9 0-47-15,13 0-233 16,-1-41 79-16</inkml:trace>
  <inkml:trace contextRef="#ctx0" brushRef="#br0" timeOffset="55717.61">12390 8618 161 0,'0'0'502'0,"0"0"-487"0,0 0 10 0,0 0 44 0,0 0 12 0,0 0-2 0,202-52-43 0,-137 47-36 0,9 5-54 0,-5 0-33 31,-4 0-88-31,-31 0-192 0</inkml:trace>
  <inkml:trace contextRef="#ctx0" brushRef="#br0" timeOffset="56267.8">13007 9444 406 0,'0'0'187'0,"0"0"-119"0,0 0 127 0,0 0-53 0,279-241-98 0,-179 153-26 15,-14-4-6-15,-5 16-12 16,-25 11 4-16,-25 18 2 15,-9 19-10-15,-22 8 4 16,0 12-60-16,0 3-155 16,0 5-78-16</inkml:trace>
  <inkml:trace contextRef="#ctx0" brushRef="#br0" timeOffset="56733.87">13854 9465 632 0,'0'0'127'0,"0"0"-17"16,0 0-21-16,0 0-8 15,0 0-38-15,74-213 2 16,-55 144-26-16,9 1-4 0,-7 9-13 16,-8 14 0-16,-13 17 4 15,0 20-6-15,0 8 11 16,0 0 0-16,0 0 55 16,-28 20-59-16,-31 20-7 15,6 4-5-15,7 0-10 16,-10 0-39-16,31-3-118 15,-9-5-217-15,12-5-181 16</inkml:trace>
  <inkml:trace contextRef="#ctx0" brushRef="#br0" timeOffset="56891.33">13854 9465 56 0</inkml:trace>
  <inkml:trace contextRef="#ctx0" brushRef="#br0" timeOffset="57068.83">13854 9465 56 0,'62'-69'465'0,"-22"77"-462"0,19-8-6 16,9 0 40-16,-3 0 11 15,-3-16-5 1,-9-16 26-16,-6-8 55 0,5-12 24 15,-24-1-69-15,-9 6-55 16,-19 6-5-16,0 18-18 0,-6 15 16 16,-59 8 13-16,-4 0-15 15,-5 47-12-15,3 14-3 16,9 3-3 0,21-4-55-16,16-12-144 0,16-7-234 15</inkml:trace>
  <inkml:trace contextRef="#ctx0" brushRef="#br0" timeOffset="57433.63">14511 9552 361 0,'0'0'116'15,"0"0"-103"-15,0 0 5 16,0 0 3-16,205 0 25 16,-149-36 22-16,-10-4-5 15,-6-15 33-15,-21 14 38 0,-7 5-37 16,-12 8-33-1,0 8-7-15,0 7-33 0,-46 13-20 16,-13 0-2-16,-15 0-4 16,2 13-14-1,-2 15-28-15,21-5-66 0,-3-2-126 16,44-9-77-16</inkml:trace>
  <inkml:trace contextRef="#ctx0" brushRef="#br0" timeOffset="57865.92">15258 9219 173 0,'0'0'685'0,"0"0"-562"0,0 0-48 0,0 0-49 0,0 0-6 16,0 0 19-16,261-36-39 15,-202 20 0 1,3 8-29-16,-16 0-41 0,-12 1-68 15,-21 2-96-15,-7 2-14 16</inkml:trace>
  <inkml:trace contextRef="#ctx0" brushRef="#br0" timeOffset="58097.99">15246 8992 725 0,'0'0'342'15,"0"0"-336"-15,0 0 41 16,0 0 7-16,0 0-33 16,0 0-21-16,388-49-30 15,-323 24-81-15,-3 10-231 16,-37 11-233-16</inkml:trace>
  <inkml:trace contextRef="#ctx0" brushRef="#br0" timeOffset="58782.91">16189 9095 482 0,'0'0'262'0,"0"0"-254"0,0 0 61 0,0 0-16 0,0 0-51 15,0 0 18-15,6 16 38 16,28-16 7-16,6 0-20 16,-3-16 5-16,4-12 36 0,-7-16-44 15,-6-8-17 1,-10-8 1-16,-2 3-17 0,-16 5-9 16,0 8 3-16,0 16-7 15,0 13 7-15,-34 7-8 16,-7 8 2-16,-5 0-5 15,6 0-12-15,-1 15-16 16,13 17-1 0,10 4-57-16,-4-3-206 0,16-5-160 15</inkml:trace>
  <inkml:trace contextRef="#ctx0" brushRef="#br0" timeOffset="58936.84">16189 9095 589 0</inkml:trace>
  <inkml:trace contextRef="#ctx0" brushRef="#br0" timeOffset="59000.42">16189 9095 589 0,'428'0'83'0,"-428"44"-73"0,0 0 31 16,0-8-52-16,0-8-53 15,0-11-52-15,0-6-234 16</inkml:trace>
  <inkml:trace contextRef="#ctx0" brushRef="#br0" timeOffset="59463.74">16942 9035 514 0,'0'0'70'0,"0"0"-43"16,0 0 1-16,0 0-28 16,0 0 0-1,56 16 16-15,-25-16 6 0,-9 0 32 16,2-28 47-16,-2-3 71 15,-3-14-112-15,9-7 6 16,-16-8-48-16,4 7-7 16,-16 6 4-16,0 11-30 0,0 11 14 15,0 17-3-15,-28 8 2 16,-19 0-13-16,-6 28 10 16,-2 21-42-1,8 3-62-15,13-9-238 0,15-10-282 16</inkml:trace>
  <inkml:trace contextRef="#ctx0" brushRef="#br0" timeOffset="59964.78">17599 8574 385 0,'0'0'204'0,"0"0"-92"0,0 0 32 0,0 0-3 0,0 0-102 0,0 0-16 0,0 0-23 15,0 0 0-15,0 0-11 16,7 12-2-16,39 4 8 0,1 4 4 16,27 4-4-16,-3-4 10 15,4 0-3 1,-16 1 2-16,-3-2-8 0,-16 1-1 15,-22 0 1-15,-5 1 4 16,-13 7 11-16,0 8 52 16,-31 3 5-16,-19 2-38 15,-2-9-17-15,5-8-13 16,7-8-16-16,-1-8-18 16,1 0-64-16,0-8-149 15,15 0 1-15,3 0 27 16</inkml:trace>
  <inkml:trace contextRef="#ctx0" brushRef="#br0" timeOffset="60146.95">17686 8630 971 0,'0'0'174'0,"0"0"-104"16,0 0-33-16,0 0-30 15,0 0-4-15,0 0-6 16,261-69 3-16,-190 54-34 16,-15 2-120-16,-10 2-271 15</inkml:trace>
  <inkml:trace contextRef="#ctx0" brushRef="#br0" timeOffset="64376.04">11361 11771 237 0,'0'0'181'0,"0"0"-91"0,0 0 2 0,0 0-44 0,0 0 14 0,0 0 41 0,0 0-2 0,0 3-23 15,0-3-18-15,0 0 0 16,0 0-2-16,0 0-11 16,0 0-13-16,22-20-30 15,9-20 36-15,31-8-10 0,-3-8-7 16,9 0-13 0,-16 4-9-16,7 3 0 0,-3 1-1 15,-3 8 0-15,-13 4-15 16,7 0 0-16,-13 12-23 15,-22 8-22-15,-12 0-74 16,0 16-159-16,0 0-144 16</inkml:trace>
  <inkml:trace contextRef="#ctx0" brushRef="#br0" timeOffset="64744.67">11628 11314 329 0,'0'0'234'16,"0"0"-119"-16,0 0 52 16,0 0-14-16,0 0-87 15,195 203-10-15,-155-159-3 16,1-3-7-16,-1 3-13 0,0 0-26 16,7 1-6-16,-13-6-2 15,-9-11-2-15,-4-4-1 16,-8-15-73-16,-7-9-39 15,-6 0-333-15</inkml:trace>
  <inkml:trace contextRef="#ctx0" brushRef="#br0" timeOffset="65810.17">10840 11474 278 0,'0'0'201'0,"0"0"-156"0,0 0 27 15,0 0-6-15,0 0-22 16,0 0-27-16,-6 20 3 16,6-20-17-16,0 0 15 15,0 0 20-15,0 0 23 16,0 0-27-16,0 0-33 15,0 0 5-15,12 0-6 0,-6-8-20 16,4 3-25-16,-10 5-1 16,0 0 46-16,0 0 24 15,0 0 30-15,0 0 30 16,0 0-20-16,0 0-64 16,6 0-7-16,12 0-37 15,4 0 3-15,3-7 34 16,-3-14 0-16,-16 5-9 15,6 1-18-15,-12-2-36 16,0 13 55-16,0 4 1 16,0 0-7-16,-12 0-82 15,6 0 88-15,0 0-35 0,6 4-21 16,0-4-226 0</inkml:trace>
  <inkml:trace contextRef="#ctx0" brushRef="#br0" timeOffset="69105.63">8514 11662 494 0,'0'0'123'0,"0"0"-86"0,0 0 98 0,0 0-67 0,0 0-46 0,0 0 34 0,0 0-30 0,13 76 28 15,33-76-24-15,-5 8 23 16,-1-8-20-16,7 0 4 16,-1-8-10-16,1-23 13 15,-7-2-12-15,-12-6-3 16,-16-10-19-16,4-12 9 0,-10-3-12 15,-6-3-3 1,0 10-2-16,0 13-14 16,0 24 9-16,-16 16-13 0,-21 4-9 15,-12 9 22-15,-17 38-31 16,-14 9 21-16,12 5-10 16,21-1 18-16,28-8 3 15,19-12-58-15,0-8-120 16,13-8-137-16,33-12-228 15</inkml:trace>
  <inkml:trace contextRef="#ctx0" brushRef="#br0" timeOffset="69340.45">9156 11758 483 0,'0'0'94'0,"0"0"-49"16,0 0 31-16,0 0 41 15,0 0-79-15,-62 229-30 16,62-205-10-16,0-7 2 16,0-10-60-16,0-7-55 15,0 0-38-15,0 0-183 16</inkml:trace>
  <inkml:trace contextRef="#ctx0" brushRef="#br0" timeOffset="69773.5">9156 11758 372 0,'267'-60'35'16,"-267"60"33"-16,0 0 35 16,0 0-75-16,0 0-22 0,6 16-2 15,16-8 19 1,3 8-5-16,-19-8 44 0,28 0 3 15,-6-8-18-15,-10 0-10 16,17 0 20-16,-7-16 53 16,-4-24-46-16,-2-8-13 15,-3-8-19-15,2-8-1 16,-14-5-27-16,-7 5-8 16,0 9 3-1,0 22-3-15,0 9-7 0,-7 17 11 16,-27 7 13-16,-6 0 10 15,-19 47-23-15,3 9-47 16,16 0 5-16,15-7-184 16,13-13-119-16,12-12-165 0</inkml:trace>
  <inkml:trace contextRef="#ctx0" brushRef="#br0" timeOffset="70624">10158 11265 195 0,'0'0'314'0,"0"0"-285"0,0 0 27 0,0 0 29 0,0 0-68 0,0 0 16 0,0 0 21 16,0 4 25-16,0 0 0 15,0 1 19-15,0-5-49 16,0 0-26-16,0 0 14 16,0 0-16-16,0 7 14 15,0-7-8-15,0 0-17 16,0 0-10-16,0 0 0 15,0 0 2-15,0 0-2 16,0 0-2-16,0 0 2 16,0 0-2-16,0 0 2 15,0 0 0-15,0 0 0 16,0 0-3-16,0 0 2 0,0 0-7 16,0 0 7-1,0 0 1-15,0 0-1 0,0 0 2 16,0 0 14-16,0 8-10 15,-13 8 12-15,-14 8-16 16,-14 8-1-16,16 0 0 16,-9-7 1-16,22 3-6 15,-10-12 15-15,22-4-21 16,0-1 9-16,0-3-1 16,0 0-17-16,0 1 1 15,62-9-20-15,-3 0 34 16,9 3-2-16,-9 2 7 15,0 3-3-15,-12 0-8 16,-1 0 10-16,-12 4-12 0,-6-4 9 16,-15 4-4-1,2 4 8-15,-15 4 3 0,0 12 5 16,0 4 17-16,-15 4 5 16,-20 0-7-16,-23-8-10 15,23-3 5-15,-11-14-18 16,21-7 2-16,-3-8-2 15,0 0-33-15,10-3-62 16,-4-38-135-16,-3 1-294 16</inkml:trace>
  <inkml:trace contextRef="#ctx0" brushRef="#br0" timeOffset="70855.86">10139 11353 522 0,'0'0'26'0,"0"0"-17"0,0 0 14 0,0 0 15 0,0 0-29 0,0 0-18 16,360-149 8-16,-314 142-69 15,-18 7-164-15</inkml:trace>
  <inkml:trace contextRef="#ctx0" brushRef="#br0" timeOffset="72952.85">20868 2096 394 0,'0'0'189'0,"0"0"-116"0,0 0 113 0,0 0 4 15,0 0-105 1,0 0 0-16,-69-47-30 16,57 35-33-16,-4-1-2 15,10 10 18-15,0-2-10 0,6 5 2 16,0 0 1-16,0 0-20 16,0 0 21-16,0 0-26 15,0 0-6-15,0 0-2 16,22 0-2-16,30 16 4 15,23 12 7-15,-4 5-5 16,-3-5 1-16,-2 8-3 16,-17 0 0-16,-18-8-3 15,-3-4-24-15,-16 1 6 16,-5-9-19-16,2-1-19 0,-9 1-43 16,0-16-244-16,12 0-304 15</inkml:trace>
  <inkml:trace contextRef="#ctx0" brushRef="#br0" timeOffset="73320.22">21730 1885 527 0,'0'0'104'0,"0"0"-56"16,0 0 112-1,0 0 4-15,0 0-99 0,0 0-4 16,0 0-30-16,0 0 16 16,0 0-11-16,0 20-7 15,-22 32-23-15,-25 15 31 16,-12 18-23-16,-9 19 1 15,-3 9 1-15,-4 11-2 16,1-11-7-16,21-13-3 16,7-12-4-16,12-20 0 15,15-12-7-15,10-16-12 16,9-16-18-16,0-15-35 0,15-9-130 16,38 0-207-1</inkml:trace>
  <inkml:trace contextRef="#ctx0" brushRef="#br0" timeOffset="73869.98">22223 2763 484 0,'0'0'73'0,"0"0"17"0,0 0 70 15,0 0 8-15,0 0-49 0,0 0-19 0,0 0 2 16,0 0-53-16,0 0 1 15,0 0-23-15,0 0-9 16,0 0-16-16,27 0-1 16,26 0 2-16,22 0 9 15,11 0-10-15,-5 0 1 16,12 0-6-16,-19 0-12 16,-8 0 0-16,-20 0-33 15,-18 0-4-15,-22 0-7 16,-6-20-66-16,0-1-92 15,0-7-191-15</inkml:trace>
  <inkml:trace contextRef="#ctx0" brushRef="#br0" timeOffset="74238.17">22285 2422 51 0,'0'0'308'0,"0"0"-131"0,0 0-50 15,0 0 64-15,0 0-40 16,0 0-65-16,71 0-28 16,-49 0 36-16,12 0-51 15,18 0-6-15,14 0-1 16,2-5-23-16,12 2 3 16,7-2-12-16,0 2-8 15,-13-5-2-15,-8-1-23 16,-14 1-14-16,4 0-37 0,-9 1-65 15,-7-9-160 1,-28 16-38-16</inkml:trace>
  <inkml:trace contextRef="#ctx0" brushRef="#br0" timeOffset="75153.67">23956 2426 543 0,'0'0'146'0,"0"0"-73"0,0 0 44 0,0 0-74 0,0 0-25 0,0 0 11 0,-16 16 9 0,16-8-21 16,0 4 11-16,0 4 1 15,0 4-8 1,0 1-1-16,0 2-15 0,0-7 17 16,22 4-11-16,-10-4-11 15,29-8 9-15,-7 4-18 16,12 1 11-16,1-10-2 15,12-3 0-15,3 0 4 16,-16 0 3-16,7 0 0 16,-6-3 44-16,-1-38-21 15,1 5 3-15,-1-16-25 16,10-4 12-16,-10-13-14 0,-5-3-4 16,-16 13-4-16,2-2 4 15,-14 12-6-15,-13 6 13 16,0 11-9-16,-13 7 5 15,-33 9 14-15,-16 13-8 16,3 3 2-16,0 0-12 16,-3 8 2-16,3 20-6 15,6 12 6-15,19 3-12 16,0 2 11-16,22-5-2 16,12-8 0-16,0 5 1 15,0-6-4 1,0-6 4-16,12-1-4 0,41-9 6 15,15 2-8-15,25-6 4 16,16-3-5-16,-4-8 0 0,4 0 3 16,-23 0-3-1,-27 0 6-15,-12 0-1 0,-19 13-2 16,-3-1 0-16,-10 4 6 16,-9 0 12-16,13 4-11 15,3-4-3-15,2 0-1 16,17-4-8-16,5-8-4 15,10-4-23-15,-3 0 7 16,-1 0 1-16,-11-12-27 0,-23-4-115 16,-18 4-249-16</inkml:trace>
  <inkml:trace contextRef="#ctx0" brushRef="#br0" timeOffset="75601.33">25664 2398 575 0,'0'0'268'15,"0"0"-78"-15,0 0-92 0,0 0-74 0,0 0-24 0,0 0-6 16,96-17 6-16,-83 2 1 16,-1 7 13-16,4 0 0 15,-10 0 15-15,-6 0-26 16,0 8 17-16,0-8-2 16,0 8-18-16,0-9-9 15,0 9-14-15,6-8-48 0,-6 0-126 16,6 5-77-16,-6-14-186 15</inkml:trace>
  <inkml:trace contextRef="#ctx0" brushRef="#br0" timeOffset="76099.78">27196 1760 392 0,'0'0'255'0,"0"0"-151"0,0 0 65 0,0 0-32 0,0 0-97 16,0 0-18-16,-74 212 6 16,33-143-28-16,-11 3 8 15,-20 0-7-15,17-4 2 16,2-12-1-16,12-15-2 16,7-18-13-16,28-7-29 15,6-16-14-15,0 0-116 0,0-16-120 16,-6-23-89-1</inkml:trace>
  <inkml:trace contextRef="#ctx0" brushRef="#br0" timeOffset="76317.73">26595 1936 385 0,'0'0'496'0,"0"0"-399"0,0 0 1 15,0 0 29-15,0 0-52 16,0 0-24-16,282 169-15 16,-189-117-4-16,0 0-28 15,6 1-3-15,-18 2-1 0,-19-6-37 16,-10 11-28 0,-18-12-94-16,-27-16-278 0</inkml:trace>
  <inkml:trace contextRef="#ctx0" brushRef="#br0" timeOffset="84110.36">28712 1877 89 0,'0'0'479'0,"0"0"-435"0,0 0 45 0,0 0 55 0,0 0-19 0,0 0-84 0,0 0-27 16,10 16 10-16,-10-16 11 0,0 0 36 16,6 3 23-1,-6-3-49-15,0 4-5 16,0 1-7-16,0-5-21 0,0 0 1 15,0 8-11 1,0 3 3-16,6 6-3 16,6 7 9-16,4 7 0 0,-4 5-3 15,1 13 1-15,8 11-6 16,-14 12 2-16,-1 4 1 16,-6 1-12-16,0-1-8 15,0-16-15-15,-19-20-28 16,19-19-2-16,0-21-83 15,0 0-280-15,31-29-211 16</inkml:trace>
  <inkml:trace contextRef="#ctx0" brushRef="#br0" timeOffset="84494.99">28151 2402 335 0,'0'0'320'0,"0"0"-242"0,0 0 126 0,0 0-55 0,0 0-94 0,0 0-21 16,16 0 35-16,42 0-5 15,17 0-27-15,18 0 13 16,15 0-29-16,16 0 7 16,-3 0-25-16,7 0-3 15,-14 0-10-15,-21-8-19 16,-12 0-34-16,6-5-23 15,-13-2-156-15,-9-1-277 16</inkml:trace>
  <inkml:trace contextRef="#ctx0" brushRef="#br0" timeOffset="85192.12">29649 1576 297 0,'0'0'385'0,"0"0"-269"0,0 0 91 0,0 0-101 0,0 0-57 15,0 0 1-15,-19 40-9 16,38 20-4-16,27 3-15 16,1 6-2-16,2 0-10 0,-11-5-10 15,2 0 2 1,-12 0 1-16,0 4 0 16,-10 1-6-16,-5-5 0 0,2-8 2 15,-9-16-14 1,-6-17 6-16,7-14-7 0,-7-9 9 15,0 0-2-15,0 0 8 16,6-25-12-16,15-14-18 16,10 6 13-16,10-6-23 15,8 6 9-15,4 13 18 16,0 4-3-16,0 12-5 16,-7 0 22-16,1 0 10 15,2 4-1-15,-12 0 17 16,19 0-21-16,-3 0 23 0,-7 12 7 15,1 8-24-15,-19-4-8 16,-22 8 9-16,-6 9 15 16,-12-2-6-1,-69 10-17-15,-34-5-4 0,-12-4-8 16,-12-5-62-16,5 6-107 16,13-5-328-16</inkml:trace>
  <inkml:trace contextRef="#ctx0" brushRef="#br0" timeOffset="89539.18">13038 11104 44 0,'0'0'300'0,"0"0"-169"0,0 0-59 0,0 0 2 0,0 0-21 0,0 0 34 0,0 0-6 0,0 0 18 15,0 0-2-15,0 0-12 16,0 0-52-16,0 0 14 16,0 0-24-16,0 0-11 0,0 5-9 15,0 7-1-15,0 4 7 16,0 8-9-16,0 4 16 16,0 20 1-16,22 4 17 15,-10 12-31-15,-5 0 15 16,8 0-16-1,-2 1 7-15,-1-9-9 0,-12-12-14 16,6-16 11-16,-6 5-24 16,0-18-1-16,0 9-44 15,0-8-49-15,0 4-276 16</inkml:trace>
  <inkml:trace contextRef="#ctx0" brushRef="#br0" timeOffset="89973.82">12778 11614 548 0,'0'0'84'0,"0"0"-49"0,0 0 198 0,0 0-77 0,0 0-83 0,0 0 5 0,353-12-35 16,-272 7-41-16,-7 2 0 16,-5 3-2-16,-17 0-6 15,-5 0-2-15,-13 0-95 16,-22 0-40-16,-12 0-308 15</inkml:trace>
  <inkml:trace contextRef="#ctx0" brushRef="#br0" timeOffset="90670.35">14210 11810 607 0,'0'0'77'0,"0"0"20"0,0 0 80 0,0 0-89 0,0 0-53 0,0 0-34 0,-9-124 42 0,9 73-12 15,0-6 16-15,0-7-17 0,0-8-29 16,0-5-1 0,0 1 1-16,0-4-3 0,0 3-48 15,0 18 7-15,0 18-4 16,0 30 22-16,0 11 25 15,-12 0 8-15,-16 60-8 16,-3 7-2-16,-10 14-3 16,7 4-95-16,6-34-212 15,4-11-219-15</inkml:trace>
  <inkml:trace contextRef="#ctx0" brushRef="#br0" timeOffset="91304.65">14703 11261 580 0,'0'0'106'0,"0"0"-106"0,0 0-8 0,0 0-8 15,0 0 14-15,0 0-4 16,221-113 12-16,-147 102 0 15,-21 11 17-15,-13 0 9 0,-28 11-18 16,-12 50 1-16,0 19-10 16,-52 9-5-16,-29 2-47 15,-6-2 14-15,16-25 30 16,15-12-6-16,16-19 9 16,34-22 26-16,6-7 0 15,0-4-26-15,62 0-1 16,31 0-2-16,0-15 4 15,21-18-1-15,-21 13 0 16,-12 1 0-16,-34 14 0 16,-23 5 2-16,-8 0 3 15,-16 12 44-15,0 20-40 16,0 8-9-16,0-3-208 16</inkml:trace>
  <inkml:trace contextRef="#ctx0" brushRef="#br0" timeOffset="91637.53">15578 11666 479 0,'0'0'220'16,"0"0"-220"-16,0 0 1 0,0 0 5 0,0 0 38 0,0 0-25 15,214-164 37-15,-174 84-24 16,-12 8 51-16,-22 7-11 16,-6 17-68-16,0 20 6 15,-46 23 0-15,-35 5 10 16,-12 5 0-16,6 39-20 15,19 4-45-15,21 9 6 16,29 2-55-16,18-10-61 16,0-18-138-16</inkml:trace>
  <inkml:trace contextRef="#ctx0" brushRef="#br0" timeOffset="91939.52">16195 11614 565 0,'0'0'71'16,"0"0"-64"-16,0 0 62 15,0 0-39-15,0 0 1 16,0 0-10-16,325-68 37 0,-275 0 15 15,-19-5 48 1,-25 1-87 0,-6 0-6-16,0 8-28 0,-12 15-29 15,-41 18 20-15,-6 26-21 0,-9 5-64 16,0 49 63-16,3 27-100 16,3 1-74-16</inkml:trace>
  <inkml:trace contextRef="#ctx0" brushRef="#br0" timeOffset="105640.97">2043 14261 479 0,'0'0'36'16,"0"0"-35"-16,0 0 8 0,0 0 27 0,0 0-4 0,0 0 78 0,0 0 18 0,41 0 33 0,-41 0-66 0,6 0 10 0,-6-4-55 16,6-28-11-1,3-28-36-15,16-40 25 16,3-41-6-16,19-3-6 16,5-21-6-16,-11 9-8 0,5 7-4 15,-24 5-12-15,-4 32 5 16,-11 32-34-16,-7 31-10 15,0 33-24-15,0 16-56 16,-34 13-97-16,9 39-141 16</inkml:trace>
  <inkml:trace contextRef="#ctx0" brushRef="#br0" timeOffset="106025.83">2211 13844 507 0,'0'0'309'15,"0"0"-309"-15,0 0-25 16,0 0 19-16,0 0 3 15,0 0 3-15,173-4 9 16,-86-9 2-16,0 5-10 16,-6 8 19-16,-1 0-18 15,-39 0 3-15,-7 0 0 16,-28 0 1-16,-6 17 79 0,0 15 17 16,-6 16-12-1,-63 16-43-15,-30 4 2 0,-22 1-23 16,13-13-6-1,2-17-16-15,26-11-4 0,5-11-1 16,23-13-16-16,52 0-14 16,0-4-141-16,68 0-327 15</inkml:trace>
  <inkml:trace contextRef="#ctx0" brushRef="#br0" timeOffset="106324.66">3299 13471 529 0,'0'0'142'0,"0"0"-121"0,0 0 118 0,109 260 29 0,-109-175-113 16,0 7-43-16,0 8-12 0,-59 4-11 16,-9-7-34-16,9-25-69 15,3-28-161 1</inkml:trace>
  <inkml:trace contextRef="#ctx0" brushRef="#br0" timeOffset="111987.48">4853 13523 294 0,'0'0'47'0,"0"0"9"0,0 0 55 0,0 0-51 0,0 0-32 0,0 0-17 15,0 0 32-15,6 0 22 16,-6 0 35-16,0 0 2 16,0 0-18-16,0 0-49 15,0 0-13-15,0 0 20 16,0 0-2-16,0 0-10 16,0 0 9-16,0 0 13 15,0 0-12-15,0 0 5 16,0 0-23-16,-22 0-19 15,-24 0 4-15,-7 0 8 16,-6 20-15-16,-3 8-4 16,-3 12 0-16,3 13 0 0,9 7-1 15,7-4 4-15,24 4-5 16,16-17 2-16,6-2-9 16,0-5-10-16,21-12-3 15,38 0 9-15,9-8-2 16,10 0 16-16,-4-4-3 15,7 1-6-15,-7 2-22 16,-33 1 11-16,-23-3 12 0,-5-2 11 16,-13 6 25-1,0 19 33-15,-6 16-5 16,-60 12-42-16,-14 16 13 16,-7-8-21-16,13-8-3 0,-1-16-2 15,22-15-8-15,19-5-15 16,22-28-42-1,12 0-126-15,0-12-21 16</inkml:trace>
  <inkml:trace contextRef="#ctx0" brushRef="#br0" timeOffset="112453.68">5398 14594 524 0,'0'0'287'0,"0"0"-159"0,0 0 68 0,0 0-123 16,0 0-19-16,-279-213-21 0,258 116-10 0,8 2-13 16,13-6-10-16,0 9 0 15,0 17 0-15,47 6-25 16,-1 21-35-16,1 19-64 16,-13 18-129-1,6 11-168-15</inkml:trace>
  <inkml:trace contextRef="#ctx0" brushRef="#br0" timeOffset="113136.4">5873 14433 186 0,'0'0'361'0,"0"0"-249"0,0 0 57 0,0 0 6 0,0 0-94 0,0 0-22 0,0-72-31 0,-7 12 32 15,1-8-16-15,6-8-12 16,-12-1-25-16,12 5 4 16,0 12-11-16,0 20-5 15,0 12 4-15,0 28 1 0,0 0-8 16,-16 0 7 0,10 0 1-16,-12 16 2 0,-17 12-2 15,-5 12-27-15,0-3-3 16,15-14-24-16,16-7-17 15,9 4-27-15,0 4-201 16,0 4 108-16,0 5-123 16</inkml:trace>
  <inkml:trace contextRef="#ctx0" brushRef="#br0" timeOffset="113457.46">5941 14212 497 0,'0'0'64'0,"0"0"-60"16,0 0 25-16,0 0 32 16,0 0-34-16,0 0 6 15,161 28 55-15,-121-35-5 16,1-33 82-16,5-8-86 15,-21-13-3-15,-9 1-48 16,-16 4-17-16,0 9-10 0,0 6 10 16,-28 21 3-16,-13 12-3 15,7 8 4 1,0 0-9-16,3 24-6 16,-3 32-16-16,6 8-28 15,10 5-121-15,11-5-253 0,7-17-111 16</inkml:trace>
  <inkml:trace contextRef="#ctx0" brushRef="#br0" timeOffset="113921.15">6577 14184 470 0,'0'0'185'0,"0"0"-163"0,0 0 12 0,0 0 9 0,0 0-37 16,0 0 61-16,127-47 33 0,-103 3 14 16,-8-5-44-16,-16 1-26 15,0 0-12-15,0 16-4 16,-9-4-4-16,-29 24-10 15,-17 12 9-15,14 0-22 16,-11 0-2-16,11 48-19 16,17 12-5-16,-4 12-31 15,21 0-46-15,7-16-183 16,0-15-39-16</inkml:trace>
  <inkml:trace contextRef="#ctx0" brushRef="#br0" timeOffset="114043.9">6577 14184 261 0</inkml:trace>
  <inkml:trace contextRef="#ctx0" brushRef="#br0" timeOffset="114250.37">6577 14184 261 0,'279'-8'146'0,"-279"25"-88"16,0-9 31-16,0 3 9 15,0-6-68-15,28-5 18 16,12 0 28-16,6-28 48 16,7-16 5-16,-6-13-57 15,-7-2-25-15,-18 6-1 16,-10 9-44-16,-12 8 2 0,0 8-4 16,0 4-2-1,0 20-25-15,-53 4 1 0,-3 0-4 16,-2 12-17-16,5 27-3 15,19 2-84-15,6-1-14 16,15-19-54-16,13-13-141 16</inkml:trace>
  <inkml:trace contextRef="#ctx0" brushRef="#br0" timeOffset="114550.28">7237 14044 364 0,'0'0'138'0,"0"0"-98"0,0 0 32 0,0 0-55 16,12 65-17-16,38-65-2 16,-13 0 2-16,13-16 12 15,-4-12 55-15,-5-5 102 16,5-6-33-16,-21-6-49 15,3 5-57-15,-28 0-4 16,0 16-13-16,-13 7 0 16,-33 9-13-16,12 8-12 15,0 0 12-15,-7 8-34 16,14 25-158-16,8 7-166 16</inkml:trace>
  <inkml:trace contextRef="#ctx0" brushRef="#br0" timeOffset="114950.12">7866 13587 551 0,'0'0'174'0,"0"0"-65"0,0 0 113 0,0 0-117 0,0 0-20 16,0 0-37-16,400 152-24 16,-353-51-7-16,-25 16-13 0,-22 19 4 15,0 4-16 1,-47-4-4-16,-40-16-7 0,0-32-60 16,7-32-117-1,18-43-581-15</inkml:trace>
  <inkml:trace contextRef="#ctx0" brushRef="#br0" timeOffset="115335.8">8989 14153 646 0,'0'0'215'0,"0"0"-215"0,0 0-42 0,0 0 0 0,0 0-128 0,0 0-217 0</inkml:trace>
  <inkml:trace contextRef="#ctx0" brushRef="#br0" timeOffset="115516.68">8989 14153 503 0,'-109'-237'605'0,"159"237"-590"16,15 0 120-16,22 0-90 15,6 0-35-15,0 0-10 16,3 0-20-16,-31 0-133 16,-18-8-388-16</inkml:trace>
  <inkml:trace contextRef="#ctx0" brushRef="#br0" timeOffset="116283.74">8694 14181 346 0,'0'0'320'0,"0"0"-171"0,0 0 5 0,0 0-60 0,0 0-20 0,0 0 29 15,0 0-79-15,267 0-7 16,-186 0-16-16,-7 0-1 16,0 0-14-16,-21 0-147 0,0 0-290 15</inkml:trace>
  <inkml:trace contextRef="#ctx0" brushRef="#br0" timeOffset="116849.75">9959 14281 629 0,'0'0'160'0,"0"0"-80"0,0 0 76 0,0 0-112 0,0 0-29 0,0 0-15 0,25 124 2 0,15-120 13 16,7-4 27-16,0 0 17 15,8-15-15-15,-2-42-3 16,-13-27-14-16,-9-9-7 16,-9-10-16-16,-16 6-4 0,-6 17-13 15,0 16-9-15,0 28 17 16,-34 28-11 0,-19 8 10-16,-5 19 2 15,-17 45-7-15,7 13-40 0,15-1-60 16,0-16-283-1,26-16-262-15</inkml:trace>
  <inkml:trace contextRef="#ctx0" brushRef="#br0" timeOffset="117101.29">10580 14289 674 0,'0'0'134'0,"0"0"-133"16,0 0 184-16,0 233-95 16,0-169-41-16,-7-4-49 15,1-8-2-15,-9-4-36 16,15-20-53-16,0-8-198 15,0-20-2-15</inkml:trace>
  <inkml:trace contextRef="#ctx0" brushRef="#br0" timeOffset="117514.36">10955 14497 320 0,'0'0'343'0,"0"0"-293"0,0 0 61 15,0 0-38 1,0 0-31-16,0 0 33 0,192-52 18 16,-146-7 13-1,-5-7-36-15,-7-6-7 0,-22 0-43 16,-12 8-14 0,0 9-6-16,0 6 4 0,-18 21-5 15,-16 8 1-15,-19 8 0 16,19 12-38-16,-7 12 37 15,-5 36-64-15,-1 24-57 16,1-15-79-16,6-5-195 16</inkml:trace>
  <inkml:trace contextRef="#ctx0" brushRef="#br0" timeOffset="117980.99">11550 14037 564 0,'0'0'188'0,"0"0"-6"16,0 0-23 0,0 0-70-16,0 0-40 0,0 0-17 15,0 0-27-15,0 0-5 16,0 0-4-16,6 0-2 16,19 0-1-16,31 11 7 15,-3 6 6-15,5-2-6 16,11 6 0-16,-10-2 7 15,-19 9-14-15,0 0 2 16,-12 5-25-16,-15-2-19 16,-13 18 46-16,0-1 3 15,0-4 32-15,-28-8 10 16,-25-3-36-16,0-14 0 0,7-7-6 16,-1-12-8-16,7 0-32 15,6-4-22 1,15-32-4-16,-3-16-346 15,-5 0-227-15</inkml:trace>
  <inkml:trace contextRef="#ctx0" brushRef="#br0" timeOffset="118066.7">11550 14037 686 0</inkml:trace>
  <inkml:trace contextRef="#ctx0" brushRef="#br0" timeOffset="118151.33">11550 14037 686 0,'127'-113'220'0,"-102"113"-82"0,3 0-41 16,12-3-46-16,7-18-56 0,-1 4-16 16,-5 10-61-16,-1-9-247 15,-6 16-194-15</inkml:trace>
  <inkml:trace contextRef="#ctx0" brushRef="#br0" timeOffset="118748.43">12539 14265 276 0,'0'0'362'0,"0"0"-281"0,0 0 94 0,0 0-97 0,0 0-55 0,0 0-16 16,0 0 24-16,-28 0-27 15,0 0 23-15,16 0 55 16,6 0-23-16,0 0-59 0,-1 0-8 16,7-4-1-1,0 4-27-15,0-4 7 16,0 4 17-16,0 0 12 16,0 0 4-16,0 0 43 0,0 0-41 15,0 0-6 1,0 0-25-16,0 0-52 0,0 0-211 15,0 0-150-15</inkml:trace>
  <inkml:trace contextRef="#ctx0" brushRef="#br0" timeOffset="121464.65">13373 14265 399 0,'0'0'258'0,"0"0"-247"0,0 0 74 0,0 0 24 0,0 0-94 0,0 0-9 16,13 0-5-16,-13 0 25 15,0 0 60-15,0 0-8 16,0 0-18-16,0 0 22 15,0 0-52-15,0 0-9 0,0 0-15 16,0 8 5 0,0-8 0-16,0 0-9 0,0 4 22 15,0-4-19-15,0 0 23 16,0 0-28-16,0 0 13 16,0 0 2-16,0 0 7 15,0-12-14-15,0-33-2 16,0-10-6-16,0-26 2 15,0 1-8-15,0-3-2 16,0 2-6-16,0 13-10 16,9 12 9-16,-9 12-23 15,0 16 12-15,0 11 21 16,0 17 5-16,0 0 7 16,0 20-6-16,0 41-2 0,-56 19-6 15,-3 12-94-15,-9-4-268 16,37-19-60-16</inkml:trace>
  <inkml:trace contextRef="#ctx0" brushRef="#br0" timeOffset="121862.06">13727 14240 338 0,'0'0'312'0,"0"0"-226"0,0 0-25 0,0 0 21 0,0 0 0 0,0 0 16 16,229-167-21-16,-198 90-15 15,-22 5-17-15,-9 3-32 16,0 10-11-16,-21 18-2 16,-20 25 0-16,-5 16-13 0,-7 0 12 15,7 13-16 1,5 39-14-16,1 4-51 0,12 5-139 15,10-6-198 1</inkml:trace>
  <inkml:trace contextRef="#ctx0" brushRef="#br0" timeOffset="122427.48">14251 14157 344 0,'0'0'349'0,"0"0"-233"0,0 0 49 0,0 0-72 0,0 0-84 0,0 0 9 0,46 68-15 0,-15-68 6 16,10-16 10-16,-1-36-7 15,-6-21 43-15,-6-7-15 16,-10 0-29-16,-18 0-11 15,0 32-5-15,0 16-28 0,0 23 24 16,-46 9-4 0,-22 12-23-16,3 48 1 15,6 17-90-15,9 3-9 0,25-4-34 16,10-24-166 0</inkml:trace>
  <inkml:trace contextRef="#ctx0" brushRef="#br0" timeOffset="122738.95">14251 14157 568 0</inkml:trace>
  <inkml:trace contextRef="#ctx0" brushRef="#br0" timeOffset="122828.99">14251 14157 568 0,'487'104'80'0,"-429"-104"-13"0,4-28 24 0,4-37 180 0,-4-15-220 0,-44 0-36 16,-18 4-13-16,0 4-2 0,0 16-11 15,-46 19-37-15,-23 22-6 16,11 15-48-16,-11 0-114 16,10 36 118-1,7 20-166-15</inkml:trace>
  <inkml:trace contextRef="#ctx0" brushRef="#br0" timeOffset="123327.96">15113 14101 547 0,'0'0'109'0,"0"0"4"15,0 0 77 1,0 0-92-16,31 88-44 16,-10-76-20-16,4-1-23 0,-15-11 0 15,8 0 24 1,10 0-5-16,-3-15-19 0,15-37 29 15,0-20-18-15,-5 3 3 16,-8-3-21-16,-20 16-8 16,-7 7-7-16,0 18 4 15,0 15-13-15,-34 16-7 16,-19 0-47-16,-22 16-44 16,7 28-337-16,9 7-83 0</inkml:trace>
  <inkml:trace contextRef="#ctx0" brushRef="#br0" timeOffset="124292.11">16229 14212 915 0,'0'0'149'0,"0"0"-145"0,0-236 28 0,6 176-30 0,-6 12-4 0,6 32-54 0,-6 8-118 0,0 8-17 16,0 0 115 0,0 0 53-16,0 0-48 0,0 16-148 15</inkml:trace>
  <inkml:trace contextRef="#ctx0" brushRef="#br0" timeOffset="124526.7">16000 14137 809 0,'0'0'298'0,"0"0"-261"16,0 0 67-16,0 0-52 15,0 0-19-15,0 0 10 0,229 23-29 16,-158-23 6-16,4 0-10 15,-16 0-10-15,-19-12-12 16,-6-4-50 0,-12 13-44-16,-22 3-393 0</inkml:trace>
  <inkml:trace contextRef="#ctx0" brushRef="#br0" timeOffset="125324.98">17131 14553 257 0,'0'0'187'0,"0"0"-126"0,0 0 4 0,0 0 32 0,0 0 34 0,0 0 74 16,0 0-79-16,0-7-9 16,0-34-65-16,0-6 2 15,0-22-17-15,25-23-12 16,-19-4-7-16,16 7 3 15,-16 9-21-15,-6 20 0 0,6 12-1 16,-6 20-4 0,7 0 4-16,-7 12-32 0,0 0 12 15,0-1-17-15,0 17-1 16,-7 0-18-16,-11 0-45 16,-10 25 39-16,0 14-276 15,3 2-288-15</inkml:trace>
  <inkml:trace contextRef="#ctx0" brushRef="#br0" timeOffset="125923.81">17472 13932 677 0,'0'0'321'0,"0"0"-228"0,0 0-38 0,0 0-41 0,0 0-14 0,0 0 3 0,31-24 21 0,25-4-7 0,3 3 28 15,9 6-29-15,-15 2-4 16,-13 17-2-16,-21 0-18 15,-19 0 13-15,0 57-10 16,0 11 5-16,0 4-18 16,-47 8-19-16,-5-8-5 0,11-7 40 15,7-17 4-15,16-24-10 16,11-4 13-16,7-16-14 16,0-4 9-16,7 0-11 15,52 0 10-15,-1 0-5 16,23 0 3-16,-6 0 6 15,-17 0 11-15,-8-4 24 16,-31 4 14-16,-7 0-36 16,-6 0 8-16,4 0-24 15,8 4-1-15,-12 4-28 16,-6-8-128-16,7 0-288 16</inkml:trace>
  <inkml:trace contextRef="#ctx0" brushRef="#br0" timeOffset="126259.7">18201 14305 387 0,'0'0'420'0,"0"0"-194"15,0 0-109-15,0 0-54 16,0 0-33-16,0 0-25 15,205 15 13-15,-150-62-17 16,-2-9 25-16,0-8 2 16,-13-9 0-16,-18 9-13 15,-10-4-8-15,-12 20-14 0,0 3 3 16,-28 22 0 0,-24 10-7-16,-17 13-2 0,11 0-10 15,-11 0 23 1,17 36 0-16,-1 5-6 0,19-5-6 15,15-8-71-15,19-4-83 16,0-12-254-16,0-7 0 16</inkml:trace>
  <inkml:trace contextRef="#ctx0" brushRef="#br0" timeOffset="126574.67">18675 14096 675 0,'0'0'183'0,"0"0"-16"15,0 0-79-15,0 0-59 16,0 0-19-16,0 0-7 16,239 33 0-16,-186-50 10 15,9-27 14-15,-3-16 36 16,-7-4-41-16,-11 3 18 15,-7 14-37-15,-19 7 0 0,-8 8 3 16,-7 20 0 0,0-1-6-16,0 13-5 0,-56 0 0 15,-3 16-41 1,-9 25-67-16,9 7-27 0,0-1-8 16,12-6-94-16,7-1-155 31</inkml:trace>
  <inkml:trace contextRef="#ctx0" brushRef="#br0" timeOffset="127856.84">8493 16218 649 0,'0'0'110'0,"0"0"11"0,0 0 87 0,0 0-111 0,0 0-53 15,0 0-13 1,-25 0 1-16,25 0-6 0,0 0 4 15,34 0-8-15,19 0 17 16,6 0-37-16,21 0 9 16,1 0-11-16,0 0-4 15,-7 0-31-15,-15 0-1 16,-13 0-11-16,-18-5-37 16,-15-2-58-16,-13 3-95 15,0-8 126-15,-34-8 49 16,-32-9-85-16,-8 1-285 0</inkml:trace>
  <inkml:trace contextRef="#ctx0" brushRef="#br0" timeOffset="128021.4">8493 16218 224 0,'-25'-241'530'0,"25"241"-458"16,25 0 82-16,37 0 33 15,18 0-68-15,13 9-42 16,7-6-36-16,2-3 5 15,-9 0-38-15,-22 0-8 16,4 0-18-16,-13-36-30 16,-31 0-60-16,-16 5-404 0</inkml:trace>
  <inkml:trace contextRef="#ctx0" brushRef="#br0" timeOffset="137798.37">10186 15950 341 0,'0'0'197'0,"0"0"-126"0,0 0-30 0,0 0 10 0,0 0-48 0,0 0 0 16,0 0 8-1,0 3 21-15,0-3 62 0,0 0 43 16,0 0-47-16,0 0-43 16,0 0-11-16,0 0-26 15,0 0-10 1,0 0-2-16,0 0-5 0,0 0 7 15,0 0 1-15,0 0 8 16,0 0 21-16,0 0 10 16,0 0-20-16,-6 0 15 15,-29 0-22-15,-5 0-13 16,6 5-1-16,-13 10 1 16,7 1 3-16,15 8 0 15,10 1-6-15,2 3-5 16,13-4 6-16,0-1-12 15,19-6-14-15,49-9-5 0,13 0-3 16,12 0 20-16,-6 0 0 16,-7 0 12-16,-5 4-1 15,-4 0 5-15,-9 7-32 16,-22-6 4-16,-9-1-4 16,-21 0 17-16,-10-4 15 15,0 13 10-15,0 2 46 16,0 13-18-16,-56 5 6 15,3-2-23-15,-6 10-17 16,13-13-4-16,-4-5-1 16,19-10-25-16,3-13-22 15,10-8-34-15,-4 0-107 16,3-12-12-16</inkml:trace>
  <inkml:trace contextRef="#ctx0" brushRef="#br0" timeOffset="140229.5">10914 16138 171 0,'0'0'285'0,"0"0"-222"0,0 0-33 0,0 0 27 0,0 0-17 0,0 0 21 0,-21 32 6 0,8-12-17 0,1 0-13 16,-10 8 24-16,4 0 62 15,2 4-73-15,10 4 4 16,6 0-21-16,0 4 10 16,0-4-26-16,0 1-13 15,15-14 0-15,26 2 2 16,5-13-12-16,7-4 12 0,6-8-6 16,15 0 1-16,1 0 3 15,-4-20-3 1,-15-24 0-16,3-9-1 0,-25-19 0 15,-9 8-5-15,-4-4-1 16,-21 8 6-16,0 8-38 16,-21 8 22-16,-38 16 6 15,-16 15 0-15,-5 5-6 16,8 8 13-16,-2 8-10 16,27 33 13-16,1 11-17 15,18-1-26-15,16 2-69 16,12-17-273-16,0-12-204 15</inkml:trace>
  <inkml:trace contextRef="#ctx0" brushRef="#br0" timeOffset="140928.46">11702 16294 123 0,'0'0'408'0,"0"0"-404"0,0 0-2 0,0 0 34 0,0 0 25 0,0 0 1 0,0 112 42 0,34-95 20 0,0-1-30 0,6-12-41 15,7-1-53-15,12-3 13 16,-6 0-12-16,9-28 10 16,-10-31-5-16,-5-18-6 15,-13 1 0-15,-15-20-6 16,-19 8-16-16,0 7-29 15,-25 17-84-15,-43 24 63 16,2 32 63-16,-2 8 9 16,3 27 53-16,-9 54-38 15,12 7-15-15,31 17-22 16,31-22-133-16,0-17-317 16</inkml:trace>
  <inkml:trace contextRef="#ctx0" brushRef="#br0" timeOffset="148372.94">12986 16526 464 0,'0'0'39'0,"0"0"-14"0,0 0 41 0,0 0-5 0,0 0 33 0,0 0 27 0,0 0-17 15,0 5-12-15,0-5-14 16,0 0 2-16,0 0-41 15,0 0-19-15,0 0 13 16,0 0-15-16,0-25 13 0,0-19-18 16,0-20 7-1,-13-4-7-15,7-4-6 0,-9 4-5 16,8 8 1 0,1 12-6-16,6 16-14 0,0 15 9 15,0 9-27-15,0 8 12 16,0 0-34-16,0 0-67 15,0 8-53-15,0 20-196 16,-18 1-171-16</inkml:trace>
  <inkml:trace contextRef="#ctx0" brushRef="#br0" timeOffset="148672.04">12672 16166 800 0,'0'0'217'0,"0"0"-161"15,0 0 83-15,0 0-67 16,0 0-36-16,0 0-11 15,233 11-14-15,-165-11-5 16,-3 0-9-16,4 0 3 16,-17-3-7-16,1-1-33 0,-13 4-29 15,-12 0-106-15,-15 0-248 16</inkml:trace>
  <inkml:trace contextRef="#ctx0" brushRef="#br0" timeOffset="149222.6">13795 16470 479 0,'0'0'125'0,"0"0"0"0,0 0 137 0,0 0-144 0,0 0-54 0,0-252-15 0,12 172-20 15,-5 8-17-15,-7 8-11 16,9 15 2-16,-9 13 2 16,0 8-10-16,0 20-6 15,0 8 4-15,0 0-4 16,0 0 8-16,0 16 1 16,-16 20-4-16,-8 8-9 15,2-4 0-15,3-4-30 16,13-3-140-16,6-9-212 15</inkml:trace>
  <inkml:trace contextRef="#ctx0" brushRef="#br0" timeOffset="149753.93">14136 15953 659 0,'0'0'268'0,"0"0"-181"0,0 0-38 0,0 0-47 0,0 0 12 16,0 0-7-16,192-36 21 16,-145 36-27-16,-13 0 0 15,-6 20-2-15,-16 29-1 0,-12-2-2 16,0 17-45-16,0-7 37 15,0 7 12-15,-12-8 12 16,-1-24 35-16,4 0 39 16,9-16-21-16,0-8-54 15,0-8-11-15,0 0 7 16,28 0-5-16,31 0 6 16,-3 0-9-16,-4 8 4 15,-11-8 1-15,-7 12 0 16,-16-7-1-16,10 3-3 15,-9-8-10-15,9 0 3 16,-10 0-53-16,4 0-100 16,-3-33-288-16</inkml:trace>
  <inkml:trace contextRef="#ctx0" brushRef="#br0" timeOffset="150075.73">14998 16270 744 0,'0'0'118'0,"0"0"44"15,0 0-85-15,0 0-49 16,0 0-17-16,0 0-6 0,186 53 3 16,-146-74 35-1,-6-23 20-15,-6-4-25 16,-15-12-27-16,-13 0 9 15,0-5-15-15,0 21-8 16,-6 13 7-16,-29 14-3 0,-11 17-1 16,-7 0 0-16,-9 20-2 15,10 24 2 1,-1 12-1-16,19-4-36 0,15-7-93 16,10-21-421-16</inkml:trace>
  <inkml:trace contextRef="#ctx0" brushRef="#br0" timeOffset="150373.96">15491 16282 430 0,'0'0'170'0,"0"0"47"0,0 0 19 15,0 0-160-15,0 0-30 16,0 0-2-16,202 88-22 16,-162-88-21-16,-6-11 6 15,0-42 1-15,-15-3 3 16,-7-17-9-16,-12-2 13 16,0 11-14-16,0 12-1 0,0 19 0 15,-25 25 1 1,-15 8-13-16,-7 0 8 0,1 44 3 15,-1 5-43-15,-2-1-58 16,30-12-319-16</inkml:trace>
  <inkml:trace contextRef="#ctx0" brushRef="#br0" timeOffset="150877.75">16675 16483 870 0,'0'0'271'0,"0"0"-239"0,0 0 58 0,0 0-65 0,0 0-14 16,0 0-10-16,283-57-2 15,-237 49-27-15,-15 0 1 16,-3 8-59-16,-16 0-22 0,10 0-164 15,-22 0-11 1,0 0-161-16</inkml:trace>
  <inkml:trace contextRef="#ctx0" brushRef="#br0" timeOffset="151087.87">16722 16154 1243 0,'0'0'74'0,"0"0"-41"0,0 0 35 15,0 0-39-15,0 0 0 16,0 0-29-16,242-32-6 16,-196 0-49-16,1 3-9 15,-29 6-37-15,-18-2-407 16</inkml:trace>
  <inkml:trace contextRef="#ctx0" brushRef="#br0" timeOffset="152802.41">17826 16599 331 0,'0'0'173'0,"0"0"-109"0,0 0 3 0,0 0-64 0,0 0 4 16,0 0-4-16,0 0 46 0,25 4 72 15,-25-4 29 1,0 0-38-16,0 0-31 0,0 0 7 15,0 0-55-15,0 0 0 16,0 0-11-16,0 0-5 16,0-40 7-16,0-12-12 15,0-20 1-15,-13-5-12 16,7-6-1-16,0-2 0 16,6 4-4-16,0 18 1 15,0 15-16 1,0 27 14-16,-6 13 4 0,6 8 0 15,0 0-1-15,0 0-6 0,-16 24 8 16,-9 20-4 0,-9 5-14-16,0 11-12 0,-6-16-17 15,21 5-89-15,13-10-204 16,6-15-218-16</inkml:trace>
  <inkml:trace contextRef="#ctx0" brushRef="#br0" timeOffset="153152.19">18325 16290 821 0,'0'0'283'0,"0"0"-234"0,0 0-5 0,0 0 1 0,0 0-45 0,0 0-2 0,22-32-4 0,-22 28 6 16,0 0-2-16,0 4 8 15,0-7-15-15,0 7 8 0,-13-5-15 16,4-3-60-16,9 4-69 16,0-4-281-16</inkml:trace>
  <inkml:trace contextRef="#ctx0" brushRef="#br0" timeOffset="153601.04">18920 15837 489 0,'0'0'153'16,"0"0"-125"-16,0 0 120 16,0 0-6-16,0 0-88 0,0 0-36 15,208-53-5 1,-196 53-5-16,10 0 6 15,-16 13 5-15,7 10 21 0,2 13-35 16,-8 13 1-16,5-1-3 16,-6 12 0-1,3 4-2-15,-2 0 1 0,5 5-4 16,-6-5 7-16,16-4-11 16,-16-7 0-16,7-14-30 15,-7 5-23-15,9-11-35 16,-15-17-135-16,13-16-27 15</inkml:trace>
  <inkml:trace contextRef="#ctx0" brushRef="#br0" timeOffset="153817.79">18902 16282 80 0,'0'0'843'0,"0"0"-823"16,0 0 2-16,0 0 59 16,0 0-78-16,0 0 12 15,139-24-12-15,-71-4-6 16,-15 0-49-16,-6 3-77 16,-7 10-93-16,-12-1-157 15</inkml:trace>
  <inkml:trace contextRef="#ctx0" brushRef="#br0" timeOffset="154134.63">19556 16194 491 0,'0'0'210'16,"0"0"-122"-16,0 0 46 15,0 0-95-15,0 0-15 16,0 0-9-16,180 19 32 0,-112-19-41 16,-9 0 26-16,-3-27 15 15,-19-13 9 1,-15-16-14-16,-22 4-23 16,0-9-13-16,0 6-6 0,-28 6-1 15,-25 13-23 1,0 19 9-16,-9 17-29 0,3 0 35 15,1 17-77-15,17 35-196 16,13 0 67-16,16-7-44 16</inkml:trace>
  <inkml:trace contextRef="#ctx0" brushRef="#br0" timeOffset="154466.74">20232 16053 344 0,'0'0'258'16,"0"0"-253"-16,0 0 12 16,0 0-8-16,0 0 7 15,0 0-5-15,139 149 74 16,-92-141-19-16,-7-8 6 15,1 0 33-15,-1 0-30 16,-18-40 8-16,9-8-31 16,-25-8-9-16,-6-8-33 15,0 15 2-15,0 5-7 0,-19 12-10 16,-33 16 5 0,-4 16-31-16,-9 0 9 0,6 0-37 15,-3 36-137 1,15 8-172-16</inkml:trace>
  <inkml:trace contextRef="#ctx0" brushRef="#br0" timeOffset="154783.65">21302 16086 626 0,'0'0'494'0,"0"0"-464"0,0 0 68 15,0 0-60-15,0 216-38 0,0-175-2 0,0 3-26 0,0-8-128 0,0-8-240 16</inkml:trace>
  <inkml:trace contextRef="#ctx0" brushRef="#br0" timeOffset="155482.43">21857 16046 262 0,'0'0'320'0,"0"0"-302"0,0 0 59 0,0 0 35 0,0 0-66 0,0 0 70 16,-28 92-29-16,28-76-54 16,0-4-17-16,0-8 5 15,53 0 2-15,-7-1-1 16,28-3 19-16,-12 0-19 0,-9 0-9 15,0-15-12-15,0-25 12 16,-13-5-8-16,-12-15 7 16,-16 1-12-16,-12-2 0 15,0 14-3-15,0 10-1 16,-40 17 1-16,-19 16-9 16,-28 4-22-16,7 4-4 15,-7 48-65-15,6 12-100 16,13-4-46-16,31-4-232 15</inkml:trace>
  <inkml:trace contextRef="#ctx0" brushRef="#br0" timeOffset="156082.04">22557 16050 287 0,'0'0'122'0,"0"0"32"0,0 0-25 0,0 0 10 0,0 0-5 0,0 0-41 0,-80 127-64 0,80-118-14 16,28-1-1-16,12-8-8 16,13 0 9-16,-1 0 13 15,17 0 29-15,-10 0-41 16,3-28 24-16,-3-16-27 15,-1-17 6-15,-23-11-15 16,-1-4 4-16,-22 0-8 16,-12 4-13-16,0 11-6 15,-65 25-6-15,-28 13-2 16,-3 23-25-16,15 0 29 16,-6 56 4-16,28 12-71 15,13-4-319-15</inkml:trace>
  <inkml:trace contextRef="#ctx0" brushRef="#br0" timeOffset="156797.53">17463 17165 572 0,'0'0'64'0,"0"0"6"0,0 0 149 0,0 0-85 0,0 0-45 0,0 0-11 0,-46 36-45 16,86-36-31 0,53 0 10-16,68 0 24 15,75-9 10-15,71-46 1 16,105-17-20-16,84-25 43 0,72-11-40 15,61-13 3-15,13 5-33 16,-6 19 0-16,-29 33-9 16,-52 41-45-1,-68 23-5-15,-65 0 15 0,-103 48-26 16,-71 8-112-16,-87 4-484 16</inkml:trace>
  <inkml:trace contextRef="#ctx0" brushRef="#br0" timeOffset="163411.06">17999 7318 327 0,'0'0'157'0,"0"0"-119"0,0 0 51 0,0 0 22 0,0 0-17 0,0 0-31 0,0 0 2 0,0 0-51 16,0 0-8-16,0 0 26 15,0 0-6-15,0 0 14 16,0 0-11-16,0 5 31 16,0-5 4-16,0 0-35 15,0 4-12-15,0-4-15 16,0 0-2-16,0 0 6 16,0 0-12-16,0 0 12 15,0 0-5-15,0 0 0 16,0 0 13-16,25 0-6 15,25-28-5-15,37-33 13 16,40-19 0-16,19-36 4 16,27-17-20-16,29-15 12 0,12-12-7 15,18-9-2-15,10-3 0 16,19-9-6-16,-7 1 0 16,-9-1-23-16,-3 13 14 15,-1 16-18-15,-2 15-4 16,-19 17 1-16,-12 16 14 15,0 3-37-15,-22 14 19 16,-25 10 5-16,-40 8-6 0,-40 30-15 16,-29-2-70-1,-30 21-72-15,-22 12-140 0</inkml:trace>
  <inkml:trace contextRef="#ctx0" brushRef="#br0" timeOffset="164210.68">21463 4543 727 0,'0'0'51'0,"0"0"-44"0,0 0 59 0,0 0 62 0,0 0-38 0,0 0-19 0,267-64-36 15,-196 52 15-15,16 1-29 16,3-6-3-16,-13 1-18 16,10-8 11-16,-6 0-11 15,-7 4 4-15,-15 3-8 16,-19 6-2-16,-12 7 3 0,-22 4-7 15,-6 0 9 1,0 15 2-16,0 46 0 0,-18 32 36 16,-50 15-27-16,-7 12 6 15,-2 1-16 1,2-21 0-16,29-20-9 0,18-24 1 16,22-20-56-16,6-24-89 15,6-12-120-15,40 0-72 16</inkml:trace>
  <inkml:trace contextRef="#ctx0" brushRef="#br0" timeOffset="164609.26">21348 4775 677 0,'0'0'487'16,"0"0"-445"-16,0 0 5 0,0 0 10 0,366 81-30 0,-152-77 19 0,28 0-31 15,-28 9-15-15,-41 10-21 16,-58 18-63-16,-84 14-192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2:05:34.8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2673 3537 177 0,'0'0'73'0,"0"0"-40"0,0 0-22 0,0 0 7 15,0 0-4-15,0 0 25 0,0 0 19 16,0 0 55 0,40 0-64-16,-40 0-31 0,0 0-18 15,6 0 0-15,0 0 3 16,-6 0-3-16,0-5 29 16,0 5-1-16,0 0 27 15,0 0-15-15,0 0 25 16,0 0-29-16,0 0-21 15,0 0-15-15,7 0 3 16,-7 0-8-16,0 0 11 16,0 0-16-16,0 0 20 15,0 20 5-15,0-4 0 16,15 12 6-16,-9-7-17 0,-6 11-3 16,13-4 24-1,-7 1-24-15,6-6 4 0,4 10-4 16,-4-6 2-1,-5-2 7-15,-1-2-10 0,9-2 0 16,-2-6 1-16,-7 6 2 16,-6-1 15-16,0-4-8 15,0-1-1-15,0 10-11 16,0-9 8-16,0 0-3 16,0 0 1-16,0 0-6 15,0 0 2-15,0 4 0 16,0 4 0-16,0 0 3 15,6 0-6-15,0 0 7 16,10-4 0-16,-16 1 2 0,6-10-7 16,0 1 3-16,0 1 2 15,10-1-4-15,-4-4 0 16,7 0-2-16,-13 0 9 16,10 4-15-16,18-4 18 15,-16 8-8-15,4 0-2 16,-10-4 0-16,7 0 0 15,-13-4 5-15,16 0-5 16,-10-4 0-16,4-4 0 16,2 4 4-16,1-4-1 15,15 0 4-15,0 3-4 16,7-3-1-16,-7 5-2 16,0-1 0-16,3 0 4 0,-3-4-8 15,6 0 10-15,7 0 11 16,-1 0-13-16,1 0-1 15,3 0 4-15,2 0-7 16,-5-8 0-16,5 0 1 16,17-4-5-16,-10 0 8 15,-1 3-15-15,-8-2 28 16,-13 7-29-16,-3 4 23 16,1 0-20-16,-8 0 10 15,20 0-1-15,-1 0 0 16,1 0 2-16,12 0-2 15,3 0 1-15,3 0-2 16,-3-4 8-16,9 4-12 0,-21 0 8 16,-4 0-6-1,1 0 1-15,-16 0 2 0,9 0 0 16,-6 0 7-16,0 0-20 16,1 0 28-16,-1 0-24 15,-10 0 19-15,11 0-20 16,-1 0 11-16,6 0-1 15,7 0 1-15,-1 0 1 16,1 0-2-16,-1 0 3 16,1 0-11-16,11 0 16 15,-17 0-11-15,-1 0 3 16,0 0 0-16,-5 0 0 0,-1 0 1 16,0 0-1-1,6 0 3-15,-3 0-10 0,4 0 17 16,14 0-21-1,-8 0 25-15,-1 0-20 0,13 0 10 16,-12 0-8 0,21 4 4-16,-21-4 0 0,-1 0-1 15,1 0 1-15,-13 0-2 16,-6 0 10-16,3 4-16 16,-4 4 14-16,1-5-6 15,3 2 1-15,4-1 1 16,-1-4-4-16,18 0 4 0,-18 0-5 15,13 0 9 1,-7 0-14-16,7 0 18 0,-7 0-11 16,0 0 5-16,-6 0-2 15,-3 0-2-15,4 0 1 16,11 0-4-16,10 0 9 16,3 0-15-16,-6 0 17 15,9 0-16-15,-16-12 16 16,1 4-12-16,-1 0 4 15,1-1 0-15,-7 6-3 16,0 3 10-16,1-5-11 16,5 2 13-16,-6-2-13 15,7 2 13-15,-1-5-16 16,7 4 7-16,3-1 0 16,-3 2 0-16,-1-2 2 0,-5 2-5 15,6-2 6-15,2 2-12 16,-14 3 18-16,11-4-16 15,-18 0 14-15,-3 4-14 16,16-4 8-16,-25-1-1 16,18 2 0-16,-15-2 4 15,3-3-11-15,-7 5 14 16,-8-6-15-16,5 6 16 16,4-2-16-16,-9 2 8 15,-1 3 0-15,3-5 0 16,-8 2 1-16,-7-2-5 15,6 2 9-15,0-6-10 0,-6-2 11 16,22-5-5 0,-4-1 4-16,-5 1-6 15,-4-4 1-15,3 0 0 0,-5 0-1 16,-7 0 4-16,6 0-8 16,-6-4 12-16,0 0-9 15,0-5 8-15,0-2-12 16,0 3 5-16,0 0-1 15,0-5 3-15,0-3-1 16,0 9 0-16,0-1-2 16,0 7-3-16,0-3 10 15,0 8-14-15,-13-8 13 16,-8 7-12-16,-4 2 8 0,-3-1 0 16,-6 0-2-16,22 12 5 15,-1-9-9-15,-9 13 14 16,4-3-9-1,-10-5 12-15,-6 3-22 0,3 5 11 16,-9 0-1-16,-16 0 1 16,-9-3 0-16,-4-1 7 15,4 4-7-15,3-4 31 16,16 4-23-16,-13-4 12 16,25-1-14-16,-13-3-4 15,-12 5 1-15,-3 3-3 16,-3 0 0-16,-9 0 0 0,-1 0-7 15,-12 0 14 1,29 0-16-16,-11 0 23 0,17 0-14 16,-1 0 1-16,6 0 14 15,1-5-15-15,-10 2 0 16,10-1-1-16,-7-4 6 16,0 3-13-16,0 2 17 15,-15-5-15-15,9 8 12 16,-3-5-5-16,3 5 0 15,-3 0-1-15,16-3 0 16,-7 3 0-16,0-5-5 16,1 5 17-16,-4-4-23 15,3 4 22-15,-6 0-21 16,-3 0 12-16,-9 0-4 16,3 0 2-16,-13 0 0 0,7 0-5 15,2 0 12-15,4 0-9 16,9 0 7-16,-3 0-10 15,16 0 10-15,12 0-10 16,3 0 8-16,-3 0-3 16,-7 0 0-16,7 0 3 15,-12 0-7-15,-1 0-28 16,-6 0 29-16,7 0-8 16,6 0 10-16,-1 0-9 15,-11-8 9-15,-10 0-1 16,-4 0 2-16,-8 0-6 15,21 4 13-15,-3-4-16 0,4-3 11 16,11 3-4-16,-5-5-16 16,12 1 12-1,3 4-6-15,-3 5 7 0,-7 3-1 16,7-5 5 0,-12 5-4-16,-1 0 3 0,7-4-11 15,0 4 22-15,6-4-22 16,9 4 12-16,3 0 1 15,-3 0 3-15,-3 0-3 16,-6 0 0-16,22 0 0 16,-10 0-5-16,-3 0 16 15,-3 0-22-15,-6 0 23 16,-6 0-12-16,9 0 0 16,3 4 1-16,0 0 3 0,-3 1-1 15,16-2-6 1,-16-3 13-16,9 5-19 0,-6-5 21 15,3 0-17-15,4 0 10 16,-4 0 7-16,9 0-5 16,10 0-2-16,-6 0 2 15,12 0-5-15,-7 0 0 16,-8 0 1-16,9 0-4 16,-7 0 2-16,1 0-2 15,-4 0 2-15,-8 3-2 16,8 2 1-16,-2 2 0 0,-10 1-3 15,9 5 8 1,-21-2-14-16,12 1 26 0,-13 1-16 16,1-2 1-16,3-3 18 15,-3 1-12-15,24-6-7 16,-2 5 2-16,2-3 5 16,4-5-14-16,5 3 17 15,-11-3-7-15,9 5-2 16,9-5 4-16,0 0-6 15,-7 4 0-15,1-4 0 16,0 8-22-16,0 8-36 16,-10 0-168-16,-9 4-215 15</inkml:trace>
  <inkml:trace contextRef="#ctx0" brushRef="#br0" timeOffset="2199.14">7243 3429 309 0,'0'0'127'0,"0"0"-79"0,0 0 24 0,0 0-38 16,0 0-5 0,0 0-8-16,0 0 20 0,0 0-21 15,0 0 4-15,0 0-8 16,0 0-3-16,6 0 13 16,-6 0 5-16,0 0 28 15,0 0-34-15,0 0 33 16,0 0-25-16,0 0 4 15,0 0-9-15,0-5-12 16,10 2-14-16,8-13 3 16,10-9-9-16,13-6 12 15,11-13-10-15,13-1 13 16,10 1-6-16,12-8 2 16,15-4 8-16,16-9 1 15,31-15 3-15,18-1 2 0,7-10-3 16,18-21 14-16,-3 11-20 15,-9 5 12-15,-7 8-22 16,-11 11 2-16,-4 9-2 16,15 4-1-16,1 0-1 15,21-5 0-15,32-3-7 16,-1-12 16-16,22-4-18 16,13 4 21-16,8-12-15 15,32-1 6-15,19-11 7 16,2 8-4-16,-15 15 6 15,0 13-5-15,-28 12-5 16,3 12 0-16,-34 16 7 16,-21 8-14-16,-48 12 8 0,-39 5-6 15,-25 2 2-15,-35 5 1 16,-27 0 0-16,-13 0-5 16,-12 0-1-16,-9 0-49 15,-13-4-31-15,-6 0-90 16,0-8-166-16</inkml:trace>
  <inkml:trace contextRef="#ctx0" brushRef="#br0" timeOffset="3299.85">13934 829 169 0,'0'0'356'0,"0"0"-241"0,0 0 10 0,0 0-18 16,0 0-35-16,0 0-50 0,-12-12 2 15,12 1-15-15,6-5 7 16,35-1 21-16,17 1 12 16,-11 4-13-16,3 9 8 15,-4 3-5-15,-6 0-37 16,7 0 10-16,-7-5-4 16,1 5-10-16,-10-3 14 15,-10 3-24-15,13 0 6 16,-21 0-8-16,-7 0 5 15,-6 0-11-15,0 23 18 0,0 29 4 16,-53 9-5 0,1-1 3-16,-17-4 0 0,29-12-7 15,12-11 0-15,16-10 5 16,12-7-15-16,0 1-14 16,0-9-74-16,0-8-201 15</inkml:trace>
  <inkml:trace contextRef="#ctx0" brushRef="#br0" timeOffset="5678.73">17131 1119 12 0,'0'0'297'0,"0"0"-241"0,0 0-41 0,0 0 29 0,0 0-23 15,0 0-11-15,0 0-10 16,13 3 1-16,-7-3-2 16,0 0 2-16,0 5-2 15,4-5 0-15,-4 0-25 16,0 0-31-16,0 0-6 16,0 0-9-16,-6 8 72 0,0-5 30 15,0-3 95-15,0 0 15 16,0 0-88-1,7 0-39-15,-1 0-2 0,3 0-22 16,-9 0 15-16,6 0-4 16,-6 0 9-16,0 0 18 15,0 0 44-15,0 5-3 16,0-5-10-16,0 0-40 16,0 0-18-16,0 0 8 15,0 0-17-15,0 0 12 16,0 0-3-16,0 3 21 15,0-3-2-15,0 0 15 0,0 4 4 16,0 1 15-16,0 3-27 16,0-8 10-16,0 0-5 15,0 0 6-15,0 0-4 16,0-28 2-16,0-8-31 16,0-17 4-16,0-3-16 15,0 4 10-15,0-13-13 16,0 9 7-16,0 1-7 15,0-1-19-15,0 12-25 16,0 15-1-16,0 17 38 16,0 12 11-16,0 0 14 15,-40 0 34-15,-28 52-41 16,-25 20 0-16,-13 25-61 0,10-13-50 16,37-27-74-1,31-21-92-15</inkml:trace>
  <inkml:trace contextRef="#ctx0" brushRef="#br0" timeOffset="7013.03">17652 881 66 0,'0'0'597'0,"0"0"-501"0,0 0-39 15,0 0 27-15,0 0-66 0,0 0-6 16,0-19-2-16,0 19 12 16,0 0 26-16,0 0-6 15,0 0 18-15,0 19-44 16,0 17 8-16,0 0-2 15,0 1-8-15,0-5-10 16,0-8-8-16,0-12 3 16,0-4-14-16,0-8 3 15,0 0-10-15,0 0 15 16,19-11-1-16,-4-30 8 16,22-7-3-16,-9-1-1 0,7 13-17 15,-8 13-1-15,-14 10 21 16,-13 13-8-16,0 0 9 15,0 0 8-15,0 0 35 16,0 25-26-16,0-5 43 16,0 4-29-16,0-12-17 15,0-12-14-15,12 0-24 16,10 0 4-16,3 0-8 16,15 0 23-16,0-24 10 15,7 0 14-15,6 4-16 16,-13-1 1-16,-6 18-4 15,-12 3-3-15,-10 0-9 0,-6 0-13 16,16 0 11 0,-10 19-58-16,1 9-68 0,-7 13-73 15,-6-13-175-15</inkml:trace>
  <inkml:trace contextRef="#ctx0" brushRef="#br0" timeOffset="7876.6">18855 902 313 0,'0'0'135'0,"0"0"-6"0,0 0-43 0,0 0 2 0,0 0 0 0,0 0 0 16,0 0 21 0,0 0-74-16,0 0 2 0,41 0-36 15,24 0 55-15,28 0-15 16,15 0-17-16,13 0-10 16,-9 0-10-16,-10 0-1 15,4 0 5-15,-13 0-13 16,-19 4 13-16,-12 12-16 15,-3-12 2-15,-13 0-17 16,-12 0-52-16,-15-4-46 16,-13 0-162-16,-6 0-199 15</inkml:trace>
  <inkml:trace contextRef="#ctx0" brushRef="#br0" timeOffset="9375.69">20164 713 86 0,'0'0'527'0,"0"0"-479"0,0 0 11 0,0 0-22 15,0 0-37-15,0 0 1 16,-65 13 2-16,58-10 31 15,7-3-3-15,0 0 49 16,0 0 2-16,0 0-11 16,0 0-66-1,0 5-4-15,0-5-1 0,0 0 0 16,0 0 1-16,0 0 4 16,0 0-8-16,7 8 12 15,39 12 9-15,7 4 1 16,6 4 9-16,3-5-6 15,-10 2-15-15,17-6-7 0,-29-2 2 16,7-1-6-16,-29-4-3 16,-12-4 4-16,-6-4 0 15,0 0 0-15,0 7 6 16,0 10 24-16,-59 15-8 16,-15 9-16-16,-7-1-6 15,1-5-20-15,8-14 13 16,32-9-14-16,0-4 7 15,12-4-23-15,9-5 3 16,19 2-63-16,0-5-128 16,0 0-282-16</inkml:trace>
  <inkml:trace contextRef="#ctx0" brushRef="#br0" timeOffset="10093.57">21113 685 561 0,'0'0'124'0,"0"0"-26"0,0 0 63 0,0 0-79 0,0 0-78 0,0 0 8 16,0 0-5-16,15 0 11 16,4 0-4-16,2 0 16 15,10 0-13-15,-9 8-12 16,6 12 2-16,-3 1-3 16,-13 18-8-16,-12 5 7 15,0 12-11-15,0 9 16 16,0-5-14-16,0-8 10 15,-12-16-5-15,12-12 2 0,0-15-1 16,0-6 0 0,0 2 4-16,12-2 5 0,38 2 6 15,21-5 14-15,10 0-18 16,12 0 13-16,-6 0-21 16,-7 0-2-16,-27 3-1 15,3 5-6-15,-16 1-16 16,-15-1-51-16,-3-5-73 15,-10 2-148-15,-6-5-239 16</inkml:trace>
  <inkml:trace contextRef="#ctx0" brushRef="#br0" timeOffset="10291.41">22151 1102 592 0,'0'0'80'15,"0"0"57"-15,0 0-5 16,0 0 9-16,0 0-82 16,0 0-19-16,19 261-40 15,-19-204-17-15,-19-6-23 16,4-19-130-16,-4-7-125 16,13-17-131-16</inkml:trace>
  <inkml:trace contextRef="#ctx0" brushRef="#br0" timeOffset="10892.12">22585 565 207 0,'0'0'644'0,"0"0"-524"0,0 0 0 0,0 0-65 0,0 0-49 16,0 0-6-16,0 20-6 16,0 4 2-16,0-4-4 15,0 8-1-15,0 8 18 16,0-3-17-16,0 3 17 15,0-5-8-15,0-2 0 0,0-9 6 16,0 4-13 0,0-9 12-16,0 2-12 0,0-1 6 15,0-4-4-15,13-4 8 16,21 0 8-16,6 3-7 16,19-2 16-16,16 7 11 15,-1-4-13-15,-9-4 6 16,-3 4-17-16,-9-3-16 15,-13-2 6-15,25-7-13 16,-3 0-35-16,-3 0 19 16,-12 0-23-16,-19 0-77 15,-28 0-141-15</inkml:trace>
  <inkml:trace contextRef="#ctx0" brushRef="#br0" timeOffset="11273.64">23385 1114 83 0,'0'0'301'0,"0"0"-237"0,0 0 52 0,0 0-13 0,0 0-34 0,341-80-69 15,-248 29 86-15,-3-2 80 16,-31 4-130-16,-25-3 4 16,-15-4-9-16,-19 4-29 15,0-4-2-15,0 20-39 16,-65 8-16-16,-31 23 1 15,-16 5 30-15,-37 9-27 16,16 35 44-16,0 5 3 16,33-13 4-16,54-5-3 15,24-10-60-15,22-21-402 16</inkml:trace>
  <inkml:trace contextRef="#ctx0" brushRef="#br0" timeOffset="11907.68">22384 621 462 0,'0'0'274'0,"0"0"-185"0,0 0 40 0,0 0-46 0,0 0-37 15,0 0-22-15,40 0 48 16,28-25 0-16,10-2-51 0,-10-1 7 16,-15 3-28-16,-32 14-10 15,-21 11-79-15,0 0-212 16</inkml:trace>
  <inkml:trace contextRef="#ctx0" brushRef="#br0" timeOffset="19999.9">17172 1636 328 0,'0'0'259'0,"0"0"-205"0,0 0 40 0,0 0-12 0,0 0-47 16,0 0-16-16,0 0 18 16,6 0-30-16,0 0 7 15,-6 0 18-15,0 0 24 16,0 0-55-16,0 0 21 16,0 0-11-16,0 0 2 15,0 0-1-15,0 8 4 16,0-8 17-16,0 0-16 15,0 0 20-15,0 8-33 16,0-8 8-16,0 0-10 16,-6 7 12-16,0-7-12 15,6 0 4-15,0 0-11 0,0 0 14 16,0 0-18-16,0 0 3 16,18 0 3-16,29-15 6 15,21-9 4-15,-3 4-5 16,-3 4-2-16,-9 11 0 15,-28 5-12-15,9 0-11 16,-19 0-30-16,-15 33-14 16,0 27 8-16,-28 16 58 15,-46 9-9-15,3-10 10 0,2-11-1 16,29-4 2 0,28-19-5-16,12-18 9 15,0-6-3-15,6-9 8 0,47-3-5 16,21-5 1-16,0 0 16 15,-2 0-10-15,2-9-8 16,-15-12-4-16,-3 6-30 16,-10 3-58-16,-27 0-158 15</inkml:trace>
  <inkml:trace contextRef="#ctx0" brushRef="#br0" timeOffset="20765.79">18024 1836 151 0,'0'0'387'0,"0"0"-303"0,0 0-35 0,0 0 26 0,50 209-30 15,-19-177 3-15,-16-16-12 16,-8-4-21-16,-7-12-9 0,0 0-2 16,0 0 25-16,0-4 17 15,12-37-46-15,16-14-18 16,18-1 14-16,-5 0-81 16,5 12 31-16,-12 19 29 15,-15 17 14-15,-7 8 11 16,4 0 40-16,2 40 70 15,-2 9-13-15,-4-5-35 16,1-5-37-16,-13-14-9 16,12-9-16-16,10-13-1 15,-4-3-39-15,17 0 1 16,11 0 39-16,10 0 6 0,15-3 9 16,4-2-15-1,-1-3 20-15,-9 8-13 16,-3 0-8-16,-22 0 3 0,-9 0-4 15,-9 13-4-15,-9 10-5 16,-7-2-2-16,0-1-60 16,-6-12-129-16</inkml:trace>
  <inkml:trace contextRef="#ctx0" brushRef="#br0" timeOffset="21350.24">19776 2073 696 0,'0'0'137'0,"0"0"-19"0,0 0 14 0,0 0-73 0,403 23-22 15,-285-23-1-15,9 0-18 16,-12 0-10-16,-22 0-8 16,-6 0 0-16,-19 0-54 15,-15 0 2-15,-19 0-41 16,-9 0-97-16,-16 13-51 15,-9 4-237-15</inkml:trace>
  <inkml:trace contextRef="#ctx0" brushRef="#br0" timeOffset="21766.47">20833 1980 638 0,'0'0'89'0,"0"0"-3"16,0 0 8-16,0 0-40 0,0 0 45 15,0 0-74-15,162 21 2 16,-110-21-26-16,1 0 13 16,-19 0-10-16,-21 8-8 15,-7-1-4-15,-6 9 5 16,0 9-4-16,0 11 7 15,-40 12 13-15,-1 0-9 16,10 0-3-16,3-7-1 16,16-18-3-16,12-7-45 15,0-16-106-15,0 0-220 0</inkml:trace>
  <inkml:trace contextRef="#ctx0" brushRef="#br0" timeOffset="23430.54">21754 1628 268 0,'0'0'181'0,"0"0"1"0,0 0-75 0,0 0-1 0,0 0-57 15,0 0-4-15,0 0-4 16,0 8 31-16,0 15-50 16,0 21 14-16,-24 13-3 15,-23 11-10-15,-9-3-13 16,10-9-5-16,5-9-10 15,17-11 6-15,-4-11-5 16,28-9-6-16,0-8 8 0,0-8-15 16,0 0-9-16,0 0-6 15,0 0 2-15,28 0 18 16,-4 0 8-16,23 0-3 16,-19 0 14-16,6 4-7 15,-15 0 1-15,8-4 13 16,-8 4-14-16,3-4 0 15,-4 0-4-15,10 0 10 16,-9 0-12-16,3 0 0 16,-10 0 4-16,3-4-28 15,-8-8-17-15,5-5-51 16,-12 6-15-16,6-1 11 0,-6-1 13 16,0 5-9-16,0 1-38 15,0 7 136-15,0 0 56 16,0 0 97-16,0 0-58 15,-6 0-44-15,-6 12-2 16,-10 19 20-16,10 10 30 16,-10 11-57-16,16 9-15 15,-1-2-26-15,7 2-1 16,0-14-9-16,0-3-38 16,0-8-23-16,0-11-70 15,-6-14-263-15</inkml:trace>
  <inkml:trace contextRef="#ctx0" brushRef="#br0" timeOffset="23980.49">22263 2132 186 0,'0'0'551'0,"0"0"-474"0,0 0 41 0,0 0 4 0,0 0-90 0,0 218-7 15,0-174-22-15,0-12-6 16,0-8-4-16,0-8-21 15,0-12-79-15,0-4-156 16,-6 0-431-16</inkml:trace>
  <inkml:trace contextRef="#ctx0" brushRef="#br0" timeOffset="24780.22">22616 1739 23 0,'0'0'707'0,"0"0"-578"0,0 0-6 0,0 0-37 15,0 0-74-15,0 0 14 0,22-15-2 16,-22 15-10-16,0 12 3 16,0 21-8-16,0 6 33 15,0 5-34-15,-6-3-8 16,-10-10-10-16,-2-6-9 15,18-9 4-15,0 7 8 16,0-6 6-16,0-9-12 16,0-5 12-16,18-3-16 15,38 0 14-15,3 0 3 16,16 0-7-16,-23-15 7 16,-5 2-2-16,-19 10-6 15,-16-2-10-15,0 5 0 16,4 0-14-16,-4 0 5 15,-5 0-21-15,14-8-14 16,-15 8-44-16,7-7 68 0,-13-1 20 16,6 8 18-1,-6-8 2-15,0 8 63 0,0 0 8 16,0 0-46-16,0 0 55 16,0 0-44-16,-6 0-18 15,0 16-19-15,-1 12 24 16,1 8 0-16,0 0-3 15,-9 8-3-15,8-4-12 16,-5 0 4-16,6-3-6 16,-10-14-10-16,16-10-18 15,0-10-39-15,0-3-125 16,0 0-106-16,0 0-197 0</inkml:trace>
  <inkml:trace contextRef="#ctx0" brushRef="#br0" timeOffset="25362.49">23373 2057 300 0,'0'0'276'0,"0"0"-254"0,0 0 52 0,0 0 0 15,0 0-56-15,0 0 42 16,-34 64-4-16,34-53-1 15,0-2-2-15,34-1-1 16,0-8-19-16,19 0-28 16,-7 0 15-16,22-20-19 15,-9-28 11-15,3-9-7 16,-3-10-10-16,-25-5 0 16,-3 3-6-16,-15 13-4 15,-16 16 13-15,0 20 2 16,0 15 10-16,-47 5 52 15,-46 0-43-15,-21 44-19 16,-13 9-33-16,12 11-22 0,62-15-227 16</inkml:trace>
  <inkml:trace contextRef="#ctx0" brushRef="#br0" timeOffset="26977.65">17618 2710 328 0,'0'0'283'0,"0"0"-242"0,0 0 66 0,0 0 42 15,0 0-93-15,0 0-14 16,81-28-35-16,-47 25 0 15,-16 3-3-15,4 0 5 16,-16 0-1-16,-6 0-6 16,0 12-3-16,0 24 2 15,0 8 21-15,-6 4-21 16,-22-4-1-16,16 0-7 16,12-12 3-16,0-8-11 15,18 5-8-15,63-18-18 16,6-7 13-16,0 1 25 15,-7-5-3-15,-21 0 6 16,-12 0 0-16,-13 8 1 16,-28 0 0-16,-6 3 2 15,0 9 12-15,0 5 32 0,-12 14 28 16,-63 10-41-16,-12-1 2 16,-6 1-35-16,7-18 6 15,33-11-5-15,25-8-4 16,28-8-5-16,0-4-48 15,6 0-180-15,50-16-109 16</inkml:trace>
  <inkml:trace contextRef="#ctx0" brushRef="#br0" timeOffset="27660.65">18700 3031 180 0,'0'0'579'0,"0"0"-535"0,0 0 11 0,0 0-29 0,0 0-4 16,0 0-6-16,6 44 66 15,-6-11-4-15,0-5-23 16,0 3-23-16,0-14 2 0,0-9-34 16,0-5 3-16,0-3-12 15,0 0 7-15,22 0 1 16,3-3-5-16,37-30 6 15,-9-3 4-15,-1 8 1 16,4 5-5-16,-16 15-3 16,-9 8-1-16,4 0 8 15,-1 0 4-15,-10 0 4 16,4 20 17-16,7-9-27 16,-8 2 8-16,-2-9-10 15,9-1 0-15,7-3-3 16,-1 0 7-16,0 0-11 15,-6 0 15-15,-9 0-16 16,-19 8 16-16,10 0-16 0,-16 5 7 16,6-1-5-1,0 4 2-15,13-4-87 0,3-4-134 16,-10 0-275-16</inkml:trace>
  <inkml:trace contextRef="#ctx0" brushRef="#br0" timeOffset="28326.62">20471 3100 399 0,'0'0'272'0,"0"0"-185"0,0 0 55 0,0 0-34 0,0 0-38 16,0 0-37-16,-7 0 16 15,7 0-3-15,0 0-10 16,35 0-17-16,27 8 19 16,43-4-10-16,28-4-28 15,35 0 7-15,-1 0 5 16,-21 0-11-16,-3 0-1 16,-32-4-7-16,-30 4-37 15,-28 0 26-15,-32 0-82 16,-21 0-156-16,-6 0-308 15</inkml:trace>
  <inkml:trace contextRef="#ctx0" brushRef="#br0" timeOffset="28775.71">21429 2931 344 0,'0'0'400'0,"0"0"-379"0,0 0 136 15,0 0-53-15,0 0-57 16,0 0-40-16,186 12 4 16,-158-12-9-16,-16 13-2 15,-12-6 9-15,0 17 6 16,0 1 14-16,0 19 1 15,-6 3 3-15,-34 2-32 0,6-13-1 16,21-8-29-16,13-16-15 16,0-12-61-16,0 0-158 15,0 0-155-15</inkml:trace>
  <inkml:trace contextRef="#ctx0" brushRef="#br0" timeOffset="32622.46">22229 3128 328 0,'0'0'65'0,"0"0"-65"0,0 0-9 0,0 0 6 0,0 0-20 15,0 0-80-15,0 0 50 16,0 0 20-16,0-28-20 16,0 28 29-16</inkml:trace>
  <inkml:trace contextRef="#ctx0" brushRef="#br0" timeOffset="33006.82">22229 3128 194 0</inkml:trace>
  <inkml:trace contextRef="#ctx0" brushRef="#br0" timeOffset="33105.86">22229 3128 194 0,'62'-121'187'0,"-68"121"-47"0,-1 0-45 16,7 0-40-16,0 0-55 16,0 0-9-16,0 0-57 15,0 0-55-15,0 0-22 16,0 0 4-16,0 0 54 15,0 0 85-15,0 0 0 16,0 0-78-16</inkml:trace>
  <inkml:trace contextRef="#ctx0" brushRef="#br0" timeOffset="33527.33">22278 3007 168 0,'0'0'168'15,"0"0"-48"-15,0 0 29 16,0 0-66-16,0 0-24 15,0 0-54-15,0 0-5 16,0 0 0-16,0 0 2 16,0 0-2-16,0 0 5 15,-21 0 47-15,-13 21-32 16,-19-1-11-16,0 11-9 16,7 10 4-16,-10-5 33 0,25 11-5 15,3 2 8-15,16 4-22 16,12 11 14-16,0-9-22 15,0-7-3-15,40-7-5 16,19-9-1-16,-7-20 3 16,23-1-4-16,-7-11 0 15,-3 0-3-15,10-3-6 16,-23-30 18-16,1-11-20 16,-25 0-6-16,-22 5-30 15,-6 6-6-15,0 13 43 16,-25 9 10-16,-24 11 21 15,-10 0 60-15,0 19-71 16,-3 34 19-16,3 11 4 0,6 0-14 16,13-4-19-1,6-8-12-15,21-20-98 0,13-11-98 16,0-21-252-16</inkml:trace>
  <inkml:trace contextRef="#ctx0" brushRef="#br0" timeOffset="33755.61">22743 3541 475 0,'0'0'258'0,"0"0"-199"0,0 0 77 0,0 0-24 0,0 0-57 16,75 245-51-1,-75-214-8-15,0-3-6 0,0-8-82 16,12-4-94-16,-2-11 48 16,8-5-151-16</inkml:trace>
  <inkml:trace contextRef="#ctx0" brushRef="#br0" timeOffset="34304.62">23320 3120 516 0,'0'0'86'0,"0"0"-28"15,0 0 87-15,0 0-60 16,0 0-30-16,-220 221-2 15,214-157-2-15,6-4-42 16,0-1-1-16,0-15-8 16,6 1 1-16,47-13-4 15,21-12 10-15,19-8-11 16,0-12 9-16,0 0-1 16,-6 0 0-16,-25-28-8 15,-3-16 4-15,-25 4 0 16,-28-4-8-16,-6 3-23 15,0 13 13-15,-34 8 11 16,-19 17 7-16,-15 3 28 0,3 3-3 16,-9 50-23-16,-7 7 20 15,22-4-8-15,13 5-14 16,30-17-34-16,16-21-125 16,0-10-106-16,10-13-330 15</inkml:trace>
  <inkml:trace contextRef="#ctx0" brushRef="#br0" timeOffset="34654.68">23860 3505 306 0,'0'0'83'0,"0"0"-34"0,0 0 82 0,0 0-55 0,0 0 26 15,0 0 26-15,363 4-43 16,-283-36 34-16,-21-9-81 16,-6-7-3-16,-25 1-9 15,-16-2 2-15,-12 9-26 16,0 4-2-16,0 8-2 15,-31 12 1-15,-37 16-3 16,-7 0-7-16,-5 0 8 16,2 16-22-16,4 20 24 0,21 9-14 15,-3-6-31 1,25 2-159-16,16-10-155 0</inkml:trace>
  <inkml:trace contextRef="#ctx0" brushRef="#br0" timeOffset="39434.91">26114 1194 70 0,'0'0'210'0,"0"0"-193"0,0 0 33 0,0 0 16 0,0 0-21 0,0 0 65 15,0 0-72-15,0 16 2 16,0-16 51-16,0 0 14 16,0 0-15-16,0 0-19 15,0 0-1-15,0-3-57 16,0-21 2-16,0-4-3 16,0-8-24-16,0-5 18 0,0 1-6 15,0-4 19-15,0 0 2 16,0-4 3-16,0 12-20 15,0-1-8-15,0 1 8 16,0 5-12-16,0 6 6 16,0 17 1-16,0 8-4 15,0 0 2-15,-28 16-6 16,-31 37-7-16,-15 11-19 16,-7 4-111-16,16-15-96 15,3-14-126-15</inkml:trace>
  <inkml:trace contextRef="#ctx0" brushRef="#br0" timeOffset="40083.71">26340 1158 303 0,'0'0'205'0,"0"0"-156"0,0 0 22 0,0 0-3 15,0 0-30-15,0 0 21 16,16 0 23-16,-4-3 26 15,13-14-18-15,15-11-8 16,-12 1-28-16,19-6-22 16,-1-3-10-16,-5-4-18 15,5 4 0-15,1-4 6 16,-7 15-18-16,-18-3 16 16,2 12-16-16,-8 1-12 15,-16 7-18-15,0 8-19 16,0 0-7-16,0 0-80 0,0 0-200 15</inkml:trace>
  <inkml:trace contextRef="#ctx0" brushRef="#br0" timeOffset="40384.1">26607 726 213 0,'0'0'473'0,"0"0"-387"16,0 0 87-16,0 0-47 16,0 0-80-16,0 0-27 0,127 168 1 15,-111-136 4-15,-4-16-10 16,-6 0 1-16,0-4-15 15,-6-4-8-15,16 0-40 16,-16 4 14-16,12 0-59 16,1 0-131-16,-7-4 14 15,9-8-184-15</inkml:trace>
  <inkml:trace contextRef="#ctx0" brushRef="#br0" timeOffset="41048.85">27218 629 173 0,'0'0'448'0,"0"0"-357"0,0 0 10 0,0 0 6 15,0 0-81-15,0 0-26 0,0 0-10 16,40 0 10-16,-28 0 8 15,-12 0 40-15,13 0-33 16,-13 0 19-16,0 16-31 16,0 9-6-16,0 14 2 15,0 1-8-15,0 12 9 16,0-3 0-16,0-18 8 16,0-14-8-16,0-1 10 15,0-8-6-15,0-4-1 16,22-4 6-16,2 4-2 15,17 0 0-15,-7 0-6 16,0-4-1-16,6 0 2 16,-15 0-6-16,-3 0 4 15,-4 0-5-15,4 0-49 0,-3 0-87 16,-7-21-67 0,10 2-384-16</inkml:trace>
  <inkml:trace contextRef="#ctx0" brushRef="#br0" timeOffset="41265.62">27798 890 274 0,'0'0'295'16,"0"0"-188"-16,0 0-5 0,0 0 9 15,0 0-26 1,46 209-16-16,-46-186-61 0,0 1-8 15,0 1-23-15,0-2-13 16,0-7-58-16,-6-4-7 16,6-7-30-16,-6-5-90 15</inkml:trace>
  <inkml:trace contextRef="#ctx0" brushRef="#br0" timeOffset="41832.42">28105 662 614 0,'0'0'171'0,"0"0"-52"0,0 0-44 0,0 0-63 0,0 0 3 0,0 0 3 0,86-33 36 0,-70 33-36 15,-10 0 0-15,0 0-18 16,-6 0-1-16,0 0 0 16,0 20-18-16,0 12-3 15,0 8-21-15,0 1-7 16,0-2-52-16,0-6 96 15,0-5-8-15,0-12 12 16,13-8 1-16,21-8 2 16,-6 8-3-16,3-8 9 15,-3 8 6-15,0-8-5 0,-4 0 24 16,10 0-11-16,1 0 2 16,11 0 3-1,1 0-13-15,-1 0-13 0,-12-8-14 16,-6-5-78-16,-22-2-165 15</inkml:trace>
  <inkml:trace contextRef="#ctx0" brushRef="#br0" timeOffset="42113.6">28753 853 307 0,'0'0'144'0,"0"0"-19"0,0 0-49 16,0 0-10-16,0 0 31 16,0 0-7-16,375-67-3 15,-322 23-21-15,-26 11-43 16,-8 5-4-16,-19 4-4 16,0-4-13-16,0 16 7 15,-6 4-18-15,-53 8-9 16,6 0 2-16,-27 4-38 15,11 32 40-15,10 8 4 16,7-8-12-16,11 8-144 16,7-8-288-16</inkml:trace>
  <inkml:trace contextRef="#ctx0" brushRef="#br0" timeOffset="44612.32">26055 1844 352 0,'0'0'251'0,"0"0"-150"0,0 0 14 0,0 0 10 16,0 0-31-16,0 0-41 16,0 0-10-16,0 0-21 15,0 0 16-15,0 0-12 16,0 0 8-16,0 0-21 15,0 0 9-15,6-3-18 16,19-14-1-16,9 1 5 16,0-8-3-16,7 9 14 15,-17-2-19-15,23 1 4 0,2 4 6 16,-8 4-20-16,-10 0 7 16,-16 8-13-16,-2 0-19 15,-13 0-10-15,0 40 21 16,0 4 24-16,-28 16-5 15,-19 4 6-15,1-8-9 16,5-4 8-16,7-16-5 16,28-15 3-16,6-9 0 15,0-4 1-15,0-4 1 16,0-4 11-16,0 0-3 16,0 0-8-16,28 0 10 15,12 0 2-15,7 0-10 16,6-12 3-16,-7-4-5 15,-12-4-5-15,13 4-19 0,-19 4-58 16,-22 4-148-16,-6 3-137 16</inkml:trace>
  <inkml:trace contextRef="#ctx0" brushRef="#br0" timeOffset="45048.14">26936 1852 224 0,'0'0'243'0,"0"0"-126"16,0 0 13-16,0 0-8 0,0 0-2 0,0 0-39 0,0 0-11 0,0 0-48 15,0 4-17-15,0 17-2 16,0-2 36-16,0 9-8 15,0 5-14-15,0-5-5 16,0 0-6-16,0-9 1 16,-13-2-7-16,-2-6 0 15,2 2-45-15,1-5-5 16,6-4-44-16,-10-4-155 16,4 0-31-16,6 0-120 15</inkml:trace>
  <inkml:trace contextRef="#ctx0" brushRef="#br0" timeOffset="45281">26936 1852 747 0,'-115'84'227'0,"115"-84"-103"16,0 0-41-16,22 0-60 16,12 0 2-16,-3 5 19 15,31 11-17-15,-16-1-13 16,1 6-8-16,-19-5-12 15,3-1 13-15,-3 2-15 16,-16-1-3-16,10 4 3 16,-22-4-5-16,6 0-16 15,0-8-39-15,-6-8-56 16,12 0-209-16,-2 0-215 16</inkml:trace>
  <inkml:trace contextRef="#ctx0" brushRef="#br0" timeOffset="45928.9">27404 1720 217 0,'0'0'244'0,"0"0"-153"0,0 0-3 0,0 0-3 0,0 0-60 16,0 0 39-16,115-61 63 15,-91 61-33-15,-8 0-35 16,-4 0-26-16,-6 0-10 16,1 0-14-16,-7 8-18 15,0 20 9-15,0 10-3 16,0 1-17-16,-7-3-21 16,-27 8 6-16,16-11-9 15,2-10 42-15,10-2-5 16,6-14-1-16,0-7 10 15,0 0-4-15,6 0 4 16,28 0-1-16,7 0-1 16,-7-4 3-16,6-7-7 15,-6 6 0-15,-3 2 3 16,-3-5-31-16,0-1-82 0,-22 1-99 16,-6 0-396-16</inkml:trace>
  <inkml:trace contextRef="#ctx0" brushRef="#br0" timeOffset="46149.73">27891 1965 616 0,'15'28'80'16,"-2"-5"51"-16,-13 6-5 0,0 3-24 15,0-4-90-15,0-1-3 16,0 3-18-16,0-3-18 16,0-3-79-16,0-3-63 15,-22-10-21-15,9-3-248 16</inkml:trace>
  <inkml:trace contextRef="#ctx0" brushRef="#br0" timeOffset="46810.91">28365 1712 348 0,'0'0'297'0,"0"0"-200"0,0 0 55 0,0 0-38 0,0 0-66 0,0 0-34 16,-6-24 5-16,6 20-2 15,0-4 22-15,22-9-10 16,18 10 34-16,13-9-55 15,5-4 1-15,11 4-3 16,-10-5-12-16,-13 21 1 16,-12 0-50-16,-28 0 1 15,-6 29-28-15,0 22 81 16,-34 10-25-16,-18-5 20 0,-1-16 6 16,6 0 11-16,19-19 35 15,16-5-6-15,6-9-11 16,6-7-27-16,0 0-2 15,0 0-13-15,0 0 1 16,18 0-1-16,29 0 10 16,9 0 3-16,-10 0 0 15,7 0 2-15,0 0 2 16,-13-12-8-16,7 1-2 16,-7-6-39-16,-18 1-273 0,-10 5-308 15</inkml:trace>
  <inkml:trace contextRef="#ctx0" brushRef="#br0" timeOffset="47093.12">29103 1864 302 0,'0'0'111'0,"0"0"60"0,0 0-92 0,0 0 19 0,372-64 26 16,-291 24-28-16,-7-4-14 0,-21-5-48 16,-7-2-33-16,-33 2-2 15,-13 5-16-15,0 16-15 16,0 20-26-16,-25 8 12 16,-56 8-38-16,-18 33-63 15,3 2 120-15,18-2 27 16,23-2-2-16,14-6-336 15</inkml:trace>
  <inkml:trace contextRef="#ctx0" brushRef="#br0" timeOffset="48425.61">26260 2771 9 0,'0'0'529'0,"0"0"-419"0,0 0 16 16,0 0 78-16,0 0-104 15,0 0-45-15,34 3-41 0,-13-3-6 16,4 0-7 0,28-11 1-16,-13-6 3 15,16 1 2-15,-9 5-2 16,-13 7 2-16,-9 4-2 0,-13 0-5 16,-3 0 8-16,-9 0-3 15,0 0 2-15,0 23 5 16,0 10-11-16,-9-2-2 15,-28 6-3-15,9-9-2 16,6-8 4-16,10-8-7 16,12-8-5-16,0-4-7 15,0 0-6-15,0 0-1 0,0 0 0 16,12 0 14 0,10 0 8-16,6 0 12 0,-16 4-9 15,1 4 11-15,-13 4-3 16,0 0-2-16,0 8 6 15,0 0 16-15,0 13-22 16,-25 3 0-16,-25-5 3 16,4-2-12-16,21-9 9 15,9-9-7-15,16-6-28 16,0-5-50-16,0 0-200 16,0 0 67-16</inkml:trace>
  <inkml:trace contextRef="#ctx0" brushRef="#br0" timeOffset="49242.09">27162 3056 151 0,'0'0'139'0,"0"0"21"0,0 0-33 0,0 0-62 0,0 0-29 0,0 0 15 15,0 0-5-15,0 0 15 16,0 0 13-16,0 0-8 15,0 0 13-15,0 0-33 16,15 0 12-16,16-25-4 16,10 1 5-16,5-8-50 15,4 0 23-15,15-4-25 16,-12 4 4-16,-7-4-11 16,4 7-2-16,-25 1-1 15,9 5-24-15,-16-1 5 16,-2 8-27-16,-4 4-14 15,-6 4-38-15,-6 8-46 0,0-5-51 16,0 5-138-16</inkml:trace>
  <inkml:trace contextRef="#ctx0" brushRef="#br0" timeOffset="49542.24">27463 2694 602 0,'0'0'124'15,"0"0"-37"-15,0 0 55 0,0 0-26 16,0 0-65-16,0 0-18 15,114 185 15-15,-73-149-35 16,-7-8-2-16,-9 0-14 16,-4-7 8-16,-14-6-10 15,-1 9-19-15,-6-7-13 16,0 2-23-16,0-7-88 16,0-7-160-16</inkml:trace>
  <inkml:trace contextRef="#ctx0" brushRef="#br0" timeOffset="50375.11">28033 2699 593 0,'0'0'143'0,"0"0"-46"0,0 0 39 0,0 0-78 16,0 0-8-16,0 0-40 15,0 0-4-15,25-5 24 16,9-7-21-16,-21 9 6 16,8 3-9-16,-8 0-5 15,-13 0 14-15,6 0-25 0,-6 23 11 16,0 10-2-16,0 3-40 15,0 3-20-15,-6-3 19 16,-22-3 42-16,9 0 0 16,7-18 4-16,12-3 30 15,0-8-23-15,0-4-11 16,0 0-5-16,0 0 5 16,25 0 4-16,21 5-1 15,16 3 15-15,-9-8-13 16,15 0 6-16,-15 0-9 15,-1 0-4-15,1 0-5 16,-13-13-45-16,-5-7-179 16,-29-4-416-16</inkml:trace>
  <inkml:trace contextRef="#ctx0" brushRef="#br0" timeOffset="50873.3">28774 2771 230 0,'0'0'671'0,"0"0"-585"0,0 0 9 0,0 0-29 15,0 0-56-15,0 0-9 16,28 168-2-16,-28-136 7 15,0 0-15-15,-15-4-11 16,-32-8-26-16,7-15-212 16,6-5-179-16</inkml:trace>
  <inkml:trace contextRef="#ctx0" brushRef="#br0" timeOffset="51184.04">28774 2771 237 0</inkml:trace>
  <inkml:trace contextRef="#ctx0" brushRef="#br0" timeOffset="51456.36">28774 2771 237 0,'400'-152'181'0,"-366"152"-123"0,-6-5 5 16,31 1 61-16,-6-4-90 16,-13 8-11-16,1 0-16 15,-20 0-7-15,-8 0 2 16,-13 0 20-16,0 28 33 16,0 0 9-16,0 13-19 0,-34-5-2 15,-25 3-15-15,25-6 11 16,-1-5-14-16,17-8-1 15,12-12 13-15,6-4-20 16,0-4-12-16,0 0 6 16,0 0-19-16,0 0 26 15,18 0-16-15,16 0 1 16,0 0 1-16,-3 0-1 16,4 0-3-16,-8 0 0 15,8 0-17-15,-4-8-30 16,3-16-203-16,-6-4-258 15</inkml:trace>
  <inkml:trace contextRef="#ctx0" brushRef="#br0" timeOffset="51773.67">29677 2791 119 0,'0'0'288'0,"0"0"-159"16,0 0-6-16,0 0-64 16,0 0 40-16,248 8-4 15,-189-20 0-15,-1-20-15 16,-2-8-55-16,-9 4 4 0,-13-1-26 16,-22 9 6-1,-12 16 1-15,0 9-7 0,-6 3-3 16,-62 0-12-16,-13 0-20 15,-6 31-5-15,16-3 32 16,22-4-5-16,24 4-22 16,12-3-81-16,13-9-134 15,0-1-329-15</inkml:trace>
  <inkml:trace contextRef="#ctx0" brushRef="#br0" timeOffset="60517.9">19336 4222 220 0,'0'0'421'0,"0"0"-406"0,0 0 42 0,0 0 64 15,0 0-22 1,0 0-41-16,0 0 14 0,-40-7-33 15,40 7 6-15,0 0-24 16,0 0 22-16,0 0-38 16,0 0 1-16,0-5-5 15,0 5-1-15,0 0 4 16,0 0 5-16,0 0 18 16,-7 0-18-16,1 0 9 15,-9-3-17-15,-16-5-2 16,15 0-3-16,4 3 4 15,-1 5-1-15,-2 0 1 0,15 0 0 16,0 0-15 0,0 0-39-16,22 21-67 0,12-6-266 15</inkml:trace>
  <inkml:trace contextRef="#ctx0" brushRef="#br0" timeOffset="61031.9">19277 4768 464 0,'0'0'174'0,"0"0"-120"0,0 0 43 0,0 0 70 0,0 0-86 0,0 0-72 16,-28 7-1-16,28-7-5 16,0 0 18-16,0 0-19 15,0 0 21-15,0 0-19 16,0 0 13-16,0 0-1 16,0 0 4-16,0 0-13 15,0 0-3-15,0 0-8 16,0 0 7-16,0 0-9 15,0 0 12-15,0 0-12 16,0 0 9-16,6 0-6 16,-6 0 0-16,0 0-17 15,13 0-9-15,-4 0-128 16,3 0-119-16</inkml:trace>
  <inkml:trace contextRef="#ctx0" brushRef="#br0" timeOffset="61499.8">19423 5229 530 0,'0'0'300'0,"0"0"-284"0,0 0 15 16,0 0-8-16,0 0-23 0,0 0-5 16,0 0 5-16,0 0 6 15,0 0 9-15,0 0 71 16,0 0-32-16,0 0-50 16,0 0 0-16,0 0-8 0,0-8-21 15,0-4-75-15,0 12 50 16,0 0 50-16,0 0 16 15,0 0-12-15,0 0-8 16,0 0-27-16,21-3-97 16,4-14-225-16</inkml:trace>
  <inkml:trace contextRef="#ctx0" brushRef="#br0" timeOffset="62231.5">22598 4351 603 0,'0'0'72'0,"0"0"27"0,0 0 49 0,0 0-31 0,0 0-52 16,0 0 20-16,0-5-28 15,0 5-10-15,0 0-22 16,0 0 13-16,0 0-16 16,0 0-12-16,0 0-10 15,0 0 1-15,0 0-5 16,0 0-22-16,0 0 14 0,0 0-19 16,0 0 31-1,0 0-11-15,0 0 11 0,0 0 0 16,0-8-12-16,0-3-29 15,0 2-169-15,0 6-403 16</inkml:trace>
  <inkml:trace contextRef="#ctx0" brushRef="#br0" timeOffset="62614.03">22771 4736 149 0,'0'0'600'0,"0"0"-498"15,0 0 19-15,0 0 5 16,0 0-105-16,0 0-5 15,0 3-16-15,0-3 8 16,0 0-8-16,0 0 8 16,0 0 0-16,0 0-7 15,0 0 12-15,0 0-3 16,0 0-20-16,0 0 9 16,0 0-2-16,0 0-11 0,0 0 13 15,0 0 0 1,0 0-22-16,0 0-48 0,-6 0-37 15,-6 0 5-15,-10 9-141 16,16-1 144-16,-7 8-252 16</inkml:trace>
  <inkml:trace contextRef="#ctx0" brushRef="#br0" timeOffset="63013.06">22818 5093 41 0,'0'0'375'0,"0"0"-228"0,0 0-58 0,0 0 19 0,0 0-28 16,0 0 0-16,12 0 10 15,-12 0-45-15,0 0-31 16,0 0-7-16,0 0 11 16,0 0-12-16,0 0-3 15,0 0 2-15,0 0-5 0,0 8 22 16,0 0-18-1,10-4 5-15,8 0-5 0,-5-4-8 16,2 0-32-16,4 0-39 16,-13-16-125-16,9-8-109 15</inkml:trace>
  <inkml:trace contextRef="#ctx0" brushRef="#br0" timeOffset="64412.5">18682 6657 308 0,'0'0'144'0,"0"0"-126"0,0 0 64 0,0 0-22 0,0 0-32 0,0 0-4 15,12 0 20-15,-6 0 31 0,0 0 28 16,16 0-35-16,3-12 47 16,3-12-57-16,0 4-4 15,3-13-6-15,-3-3-16 16,24-11-15-16,4-6 1 16,22-11-11-16,8-4 1 15,-5 4-8-15,-19 8 7 16,-15 20-13-1,-23 15 6-15,-8 13-2 0,-16 8-16 16,0 0 1-16,0 0-14 16,0 0-38-16,0 0 13 15,0 0-55-15,0 0-91 16,0 5-54-16,-16 11-157 0</inkml:trace>
  <inkml:trace contextRef="#ctx0" brushRef="#br0" timeOffset="64845.67">18976 6072 281 0,'0'0'339'0,"0"0"-320"0,0 0 14 0,0 0 70 0,0 0-18 15,0 0 2-15,47 72 50 16,-16-32-54-16,9 0 9 15,6 4-54-15,-5-8-3 16,-7 1-20-16,6-10-11 16,-12-3-4-16,-3-8 0 15,3-3-7-15,-16-2 5 16,4-2-1-16,-10-1-19 16,-6-5 8-16,12 2-18 0,1 3-51 15,2-1-35-15,-2 1-91 16,8-3 15-16,-2-5-180 15</inkml:trace>
  <inkml:trace contextRef="#ctx0" brushRef="#br0" timeOffset="65778.82">19838 5975 345 0,'0'0'123'0,"0"0"-2"0,0 0-61 0,0 0-15 0,0 0-35 16,0 0-9-16,13 0 19 15,-7 0-14-15,0 0 62 16,0 12 52-16,-6 8 7 15,16 16-70-15,-16-4-10 16,0-7-16-16,0-2-1 16,0-7-3-16,0-8-17 15,0-8 1-15,0 0-8 16,0 0-6-16,0 0-14 16,6-11-18-16,6-14-3 0,4-2 33 15,9-1 5 1,9 0-10-16,0 3 3 0,0 6-29 15,-3 6 26 1,-9 5-19-16,-10 8 17 0,-12 0 1 16,22 0 11-16,-16 24 47 15,0-4-18-15,7 1-14 16,-7-10-10-16,-6-7-10 16,15-4-37-16,-9 0 1 15,29 0 41-15,-17-4 0 16,22-7 2-16,-21 11 4 15,9 0-6-15,-6 0 5 0,-10 7 21 16,0 17-11-16,-12 9-8 16,0-2-7-16,0 13-9 15,0-3-56-15,0-13-145 16,0-12-200-16</inkml:trace>
  <inkml:trace contextRef="#ctx0" brushRef="#br0" timeOffset="66593.81">21047 6043 211 0,'0'0'102'0,"0"0"10"0,0 0-19 0,0 0-42 0,0 0 5 16,0 0 8-16,-27 16-20 15,27-16-18-15,0 0 14 16,0 0 14-16,0 0 22 16,0 0 11-16,0 0-12 15,0 0-38-15,0 0 18 16,0 0-9-16,0 0-20 15,0 0-11-15,0 0-5 0,62 0 6 16,9 0 3-16,25 0 23 16,9 0-29-16,16 0 7 15,6-3-18-15,-6-10-1 16,-21-2-1-16,-14 2-15 16,-17 5 4-16,-32 4-29 15,-9-4 12-15,6 0-52 16,-22-4-58-16,-12 0-202 15,0-8-333-15</inkml:trace>
  <inkml:trace contextRef="#ctx0" brushRef="#br0" timeOffset="67194.23">21962 5782 349 0,'0'0'178'0,"0"0"-73"15,0 0 23-15,0 0 52 0,0 0-51 16,0 0-65-16,208 20-32 16,-168-20-8-16,-12 0-8 0,-9 0-14 15,2 0-2-15,-21 5 9 16,0 3-18-16,0 4 18 15,0 7-6-15,0 14-2 16,-21 11 15-16,-20 8-10 16,1 1-6-16,15-14 0 15,4-6-4-15,8-13-4 16,13-4 1-16,0-13-32 16,19-3-50-16,37 0-1 15,-4-3-160-15</inkml:trace>
  <inkml:trace contextRef="#ctx0" brushRef="#br0" timeOffset="69692.03">23044 6429 425 0,'0'0'216'0,"0"0"-153"0,0 0 73 0,0 0-69 0,0 0-40 15,0 0 25-15,-6 7 17 16,6-7-26-16,0 0-16 16,0 0 30-16,0 0-17 15,0 0-19-15,28-15-18 16,25-29 29-16,21-9-14 15,7 1 9-15,-16-4-20 16,9 4-6-16,-15-1-2 16,3 9-19-16,-28 12 14 15,-9 4-33-15,-19 24 17 16,-6-4-55-16,0 8 12 16,0 0-49-16,0 0-108 15,0 0-68-15</inkml:trace>
  <inkml:trace contextRef="#ctx0" brushRef="#br0" timeOffset="69975.91">23354 5954 554 0,'0'0'103'0,"0"0"94"0,0 0 11 15,0 0-112-15,0 0-29 16,214 221-48-16,-183-193-7 16,10-7-6-16,-14-6-12 15,-8-7 1-15,-3 1-13 16,2-1-47-16,-5 3 9 15,2-2-54-15,-9-1-147 16,-6 0-137-16</inkml:trace>
  <inkml:trace contextRef="#ctx0" brushRef="#br0" timeOffset="70774.62">24102 6100 358 0,'0'0'347'0,"0"0"-305"0,0 0 17 0,0 0 34 15,0 0-92-15,0 0 5 16,21 0-5-16,-21 0 17 0,0 0-2 16,0 0 42-1,0 0 11-15,0 0-49 0,0 0-7 16,0 0-8-16,0 0-10 15,0 0 10-15,0 0-3 16,0 0 5-16,0 0-3 16,0 0 2-16,0 0 5 15,6 0-11-15,7 0 8 16,-1 0-20-16,10 0 26 16,-10 0-23-16,1-13 12 15,-4 1-5-15,-9 4 2 16,0 0-9-16,0 8 9 15,0 0 0-15,0 0 26 16,0 0-6-16,0 0-8 0,0 0-7 16,0 0-10-1,0 0 5-15,0 0-17 0,0 0 6 16,0 0 7 0,0 0 3-16,6 0 2 0,-6 0 9 15,0 0-9-15,0 0-1 16,0-3 0-16,0 3-10 15,0 0-5-15,0 0-19 16,0 0 34-16,0 0 17 16,0 0-4-16,0 0-13 15,0 0 0-15,0 0-158 16,0 0-442-16</inkml:trace>
  <inkml:trace contextRef="#ctx0" brushRef="#br0" timeOffset="71923.67">24836 5738 139 0,'0'0'257'0,"0"0"-124"0,0 0-2 0,0 0-39 0,0 0-9 0,0 0 11 0,0 0 36 15,0 0-90-15,0-8 5 16,0-4-26-16,28-4 43 16,6 5-42-16,7-1-4 15,-4 4-5-15,-3 3-7 16,-12 5-7-16,-4 0 3 15,-5 0-2-15,-4 28-18 0,-9 16 17 16,0 17-2 0,-40 7-2-16,-22 8-3 0,-3-12-13 15,3-4 13 1,37-12 10-16,-3-19 3 0,28-9-1 16,0-9 29-16,0-11-30 15,0 5-2-15,0-5 8 16,22 0-7-16,9 0 1 15,15 0 5-15,-6 0-4 16,-5 0-1-16,-1 0-2 16,-16 0 11-16,-2 0-20 15,2 0-4-15,-5 0-42 16,-4 0-90-16,-3 0-165 16,-6 0-289-16</inkml:trace>
  <inkml:trace contextRef="#ctx0" brushRef="#br0" timeOffset="72156.3">25345 6103 661 0,'0'0'256'0,"0"0"-177"0,0 0 47 0,0 0-20 0,0 0-70 0,0 0-28 16,53 208 0-16,-53-167-16 0,0-16-9 16,0 6-11-1,-13-10-49-15,7-9-123 0,6-12-76 16,0 0-65-16</inkml:trace>
  <inkml:trace contextRef="#ctx0" brushRef="#br0" timeOffset="72722.71">25841 5715 76 0,'0'0'551'16,"0"0"-533"0,0 0 57-16,0 0-22 0,0 0-41 15,0 0-12-15,124-8 8 16,-115 36-1-16,-9 3 7 16,0 13 40-16,0 5-41 15,-46 10-13-15,-4-2-3 16,4-12 3-16,15-1 63 15,3-16 40-15,28-17-47 16,0-6-48-16,0-5-4 16,0 0 1-16,0 3 7 15,28-3-9-15,12 0 23 16,-3 0-22-16,13 0 5 16,-13 9 8-16,-3-6-14 0,-6 5-3 15,-9-3-16 1,-10-2 5-16,-3-3-64 0,7 0-131 15,-1 0-189-15</inkml:trace>
  <inkml:trace contextRef="#ctx0" brushRef="#br0" timeOffset="73055.64">26294 6115 359 0,'0'0'152'0,"0"0"-59"0,0 0-23 0,0 0 31 0,0 0 4 0,0 0 19 15,313-87-56-15,-257 22-41 16,-10 9-23-16,-21-5-8 15,-16 25-1-15,-9 8 5 16,0 20 2-16,-9 8 1 16,-44 0 15-16,-12 0-18 15,-15 28 0-15,18 5-47 16,21 7 36-16,10-8-18 16,22-8-144-16,9-1-75 0</inkml:trace>
  <inkml:trace contextRef="#ctx0" brushRef="#br0" timeOffset="73555.03">27150 6075 611 0,'0'0'298'0,"0"0"-171"0,0 0-47 0,0 0-41 15,0 0 25-15,0 0-15 16,0 0-24-16,288-40-16 16,-242 33-9-16,-21-1 2 15,-9 3-7-15,-4 5-14 16,-12 0-22-16,0-8-57 16,0 8-76-16,0 0-129 15,0-12-329-15</inkml:trace>
  <inkml:trace contextRef="#ctx0" brushRef="#br0" timeOffset="73754.86">27150 6075 1118 0,'207'-208'105'15,"-207"208"-60"-15,25 0 9 16,15 0-32-16,10 0-15 15,3 0-7-15,-7-21-38 16,-5 2-43-16,-17-1-247 16,-8 4-490-16</inkml:trace>
  <inkml:trace contextRef="#ctx0" brushRef="#br0" timeOffset="74537.49">28433 5518 93 0,'0'0'253'0,"0"0"-29"0,0 0-126 15,0 0 26-15,0 0 10 0,0 0-7 16,-12 0-51-16,12 0-31 16,0 0 16-16,0 0-39 15,0 0 10-15,0 0-28 16,0 0 13-16,0-4-13 16,12 4 15-16,16-4-3 15,-3 0-7-15,3 4-9 16,-10 0-2-16,-2 0 2 15,-16 19-34-15,0 38 34 16,-34 11-21-16,-41 9-4 0,-11-2-59 16,5-10 44-16,16-1 28 15,18-8 12-15,7-15 16 16,18-2 13-16,10-19 19 16,12-7-36-16,0-10-12 15,0-3-1-15,0 0-9 16,0 0-1-16,40-3 11 15,25-13 6-15,-3 4-3 16,19-4 35-16,6 3-30 16,-7 9 1-16,-21 0-8 15,-18 4-2-15,-29 0-72 16,-12 0-103-16,0 0-240 16</inkml:trace>
  <inkml:trace contextRef="#ctx0" brushRef="#br0" timeOffset="74788.02">28802 5963 713 0,'0'0'120'0,"0"0"50"0,0 0-38 0,0 0-89 0,0 0 1 16,0 0-41 0,37 225-6-16,-37-189-12 0,-12-8-23 15,0-12-23-15,-1-4-106 16,-2-12-54-16,15 0-42 16</inkml:trace>
  <inkml:trace contextRef="#ctx0" brushRef="#br0" timeOffset="75589.94">29295 5453 146 0,'0'0'383'0,"0"0"-245"0,0 0 2 0,0 0-18 0,0 0-19 0,0 0-42 0,-6 0-8 0,6 0-45 0,0 0 17 16,19-3-14-16,21-9 25 0,6-1-26 15,-5 5-2-15,-7 5-8 16,-6 3-10-16,-16 0-11 16,-12 0-20-16,0 24 32 15,0 16 9-15,0 12-4 16,-34 9 6-16,-12 2-4 16,-13 1 4-16,18-8 7 15,1-7 45-15,12-13 7 16,22-16-5-16,0-8-33 15,6-4 16-15,0-8-34 16,0 0 6-16,0 0-11 16,12 0 0-16,44 0 5 0,-3 0-4 15,18 0-2-15,-9 0 13 16,-16 0-24-16,-5 0 11 16,-23 0-24-16,4 0-42 15,-22 0-44-15,0 0-218 16,0 12-489-16</inkml:trace>
  <inkml:trace contextRef="#ctx0" brushRef="#br0" timeOffset="76269.74">29884 5795 562 0,'0'0'165'0,"0"0"-26"0,0 0-47 0,0 0-11 0,0 0-54 15,0 0 3-15,0 7 5 16,0-7 20-16,0 0 17 16,0 0-34-16,0 0 11 15,0 0-28-15,0 0 12 16,7 0-21-16,39-20 16 16,7-11-10-16,21-13-2 15,19-5-16-15,-12 1 7 16,12 8-13-16,-25 8 10 15,-15 4-8-15,-7 7-19 0,-12 6-5 16,-15 7-41 0,-13 0 10-16,-6 8-61 0,0 0-91 15,0 0-104-15</inkml:trace>
  <inkml:trace contextRef="#ctx0" brushRef="#br0" timeOffset="76552.73">30151 5406 612 0,'0'0'179'16,"0"0"11"-1,0 0-30-15,0 0-57 0,0 0-13 16,0 0-15-16,87 236-30 16,-41-184-35-16,1-3-10 15,6-13-1-15,-4-8-14 16,-12-8-12-16,-3-12-39 16,-6 3-34-16,-21-11-403 15</inkml:trace>
  <inkml:trace contextRef="#ctx0" brushRef="#br0" timeOffset="101748">14369 4307 243 0,'0'0'109'0,"0"0"-95"0,0 0 40 15,0 0-30-15,0 0-10 0,0 0-13 16,0 0 25-16,0 0 44 16,0-8 0-16,0 8-9 15,0 0 10-15,0 0-17 16,0 0-11-16,0 0 11 16,0 0-44-16,0 0 20 15,0 0-27-15,0 0 20 16,0 0-16-16,0 0 16 15,0 0-3-15,0 0-17 0,6 0-6 16,9 0 12-16,-2 0-15 16,-7 0 15-16,9 8 5 15,-2 0-13-15,5-5 8 16,10 6 10-16,0-5-10 16,3 0 15-16,-3 4-21 15,6-8-3-15,0 3 11 16,4-3-15-16,2 0 9 15,-6 0-6-15,0 0 1 16,-6 0 0-16,-3 0 0 16,-4 0 2-16,-2 0-7 15,9 0 14-15,-3 0-18 16,3 0 23-16,18 0-24 0,-5 0 14 16,5 0-5-1,1 0 1-15,-1 0 0 0,-12 0-2 16,0 0 5-16,0 0-10 15,-15 9 16-15,9-1-13 16,-10 0 9-16,4-4-6 16,9 0 2-16,-3-4-1 15,0 0 0-15,-9 0-6 16,2 0 2-16,-8 0 8 16,-1 3-18-16,-6 6 24 15,10-9-21-15,-10 4 17 16,13 4-6-16,2-4 9 0,-2 7-8 15,3-6-2-15,2 3 9 16,-8 0-6-16,3-4 1 16,2 1 3-16,-2-2 0 15,-7-3-6-15,4 5 6 16,-10-2-5-16,19 5-1 16,3 0 5-16,6 4-1 15,-9-7-1-15,9-2 4 16,0-3 4-16,0 4-12 15,-9 0 6-15,3 0-3 16,0-4-2-16,-10 0 0 16,10 0-3-16,-9 0 12 15,2 4-9-15,-2-4 1 0,-4 0 5 16,4 0-4-16,0 0 12 16,2 0-14-16,7 0 9 15,3 0-7-15,3 0 2 16,7 0-8-16,-7-8 12 15,0 0-13-15,-9 8 17 16,3 0-24-16,-16 0 15 16,10 0-3-16,-10 0 0 15,7 0 1-15,9-3-4 16,-10 3 11-16,10 0-16 16,-6 0 22-16,-10-5-25 15,1 5 20-15,8 0-13 16,-2 0 4-16,3 0 0 15,-4 0-5-15,4 0 11 0,3-8-14 16,3 4 16-16,-3 4-14 16,-4-4 18-16,-2 4-23 15,3 0 18-15,-10 0-7 16,10 0 1-16,-4 0 1 16,10 0-4-16,-3-4 10 15,9-7-9-15,6 3 7 16,1-5-2-16,-13 5 3 15,-10 8-14-15,-5 0 9 16,2 0-4-16,-3 0 2 16,1-4 0-16,2-1-1 0,4 2 10 15,9-1-13 1,-9-4 16-16,2 4-15 0,-15 0 8 16,1 4-5-16,-7 0 0 15,0 0 0-15,6 0-2 16,0-4 11-16,16 0-15 15,-4-1 14-15,16 2-11 16,-15-1 9-16,-3 0-9 16,-4 4 3-16,-12 0 0 15,0 0-1-15,0 0 4 16,0 0-9-16,6 0 16 16,-6 0-18-16,6 0 24 15,1 0-26-15,-7 0 11 16,15 0-2-16,-3 0 0 0,10-4-4 15,9-12 2-15,9-8-43 16,-18-12-99-16,-22 8-615 16</inkml:trace>
  <inkml:trace contextRef="#ctx0" brushRef="#br0" timeOffset="119581.9">17717 7528 340 0,'0'0'295'0,"0"0"-252"0,0 0 47 0,0 0-31 16,0 0-8-16,0 0-38 15,0 0 34-15,0 0 29 16,0 0-46-16,0 0 12 0,0 0-24 15,0 0 16 1,0 0-20-16,0 0 41 0,0 0-32 16,0 0 5-16,0-8-23 15,0-5-2-15,0 1-3 16,-6 4 6-16,-6 0 10 16,12-4-16-16,-13 8 28 15,-8 0-23-15,2-4 14 16,-3 8-18-16,-3-4 6 15,-9 0 3-15,0 0-8 16,-12 0 3-16,5 4 2 16,-5 0-7-16,-1 0 12 15,1 0-13-15,-1 0 11 16,7 0-11-16,0 0 1 16,6 4 0-16,6 11-5 0,-13 6 0 15,17 7-3 1,-17 4 16-16,20 0-20 0,-10 9 26 15,3 2-23-15,0-2 9 16,3 11-4-16,-3 4-1 16,0-4 5-16,3 0-5 15,-3 4 14-15,16-12-21 16,0-3 27-16,2-10-28 16,10 2 19-16,0-2-12 15,0 2 2-15,0 3 1 0,28-3 2 16,6-2 2-1,-9 5-12-15,25-3 23 16,-13-5-22-16,13 3 21 0,2-7-22 16,13 1 15-16,10-5-8 15,-1-4 4-15,-9-8 0 16,4 0-5-16,-4-4 11 16,-9 0-19-16,2 0 26 15,-11-4-26-15,-7 0 20 16,7 0-9-16,-1 0 2 15,1 0 0-15,9-8 4 16,-10-12 3-16,-12 0-8 16,-3-1 12-16,-3-2-22 0,0-2 18 15,-3 1-16 1,9 1 6-16,6 6 2 16,-12 1 1-16,-3 8-11 15,-13 0-14-15,4-4-61 0,-16 1-79 16,0 3-328-16</inkml:trace>
  <inkml:trace contextRef="#ctx0" brushRef="#br0" timeOffset="121883.41">18682 8718 22 0,'0'0'472'0,"0"0"-384"0,0 0-86 0,0 0 33 0,0 0-20 15,0 0 39-15,0 0 10 16,0 0 35-16,0 0-53 15,0 0 17-15,0 0-24 16,0-3-15-16,0-13-24 16,0-12 1-16,0-1-6 0,-7 1 10 15,-2 0-17 1,3 0 24-16,0-8-12 0,6-8 17 16,0-9-15-16,0-19-2 15,0-3-19-15,6 1-46 16,9 7-85-16,-15 15 63 15,7 16 28-15,-7 11 48 16,0 14 22-16,0 11-4 16,0 0-7-16,12 0-30 15,-12 0-285-15</inkml:trace>
  <inkml:trace contextRef="#ctx0" brushRef="#br0" timeOffset="122630">18961 8466 183 0,'0'0'59'0,"0"0"-4"0,0 0 20 0,0 0 72 0,0 0-35 16,0 0-14-16,0-5-16 15,0-3-18-15,6-3 6 16,16-9 18-16,5-1-32 16,4-2-15-16,10-5 40 0,11-8-48 15,11-5 21 1,-11-3-43-16,10-4 21 0,3 4-29 16,-3 0-3-16,-9 8-3 15,-13 3-1-15,-21 13 3 16,9 12-31-16,-28 5 24 15,0 3-32-15,0 0 10 16,0 0-51-16,0 0-22 16,0 0-80-16,0 0-44 15</inkml:trace>
  <inkml:trace contextRef="#ctx0" brushRef="#br0" timeOffset="123029.55">19082 7976 5 0,'0'0'413'0,"0"0"-293"16,0 0-47-16,0 0-14 15,0 0-45-15,0 0 37 16,0 4 24-16,0 1 39 16,0-5 18-16,0 3-70 15,0 5 16-15,0 12-36 0,0 9 2 16,21 7-25-16,16 0 5 16,4 4-15-16,8-4-1 15,-11 0 4-15,-4 0-11 16,6 5 5-16,0 6 0 15,-6-3-3-15,-6 1 5 16,3-6-16-16,-9-18 2 16,3-5-16-16,3-12-6 15,-22-4-33-15,22 0-28 16,-22-25-81-16,-6-11-189 16</inkml:trace>
  <inkml:trace contextRef="#ctx0" brushRef="#br0" timeOffset="123713.02">19851 7731 194 0,'0'0'406'0,"0"0"-357"0,0 0 10 0,0 0 27 0,0 0-26 0,0 0-16 16,186 173-35-16,-152-137 30 15,0 0 25-15,-6 9 13 16,-10 2-34-16,-5 9-1 16,8 5 10-16,-21 3-39 15,0 4 17-15,0-4-26 0,0-3 5 16,0-14-2 0,0-11-13-16,-21-11 6 0,8-9-1 15,7-8-20-15,-6-8-58 16,-10 0-65-16,22 0-333 15</inkml:trace>
  <inkml:trace contextRef="#ctx0" brushRef="#br0" timeOffset="126460.44">20821 8406 377 0,'0'0'324'0,"0"0"-242"0,0 0-16 0,0 0-2 0,0 0-24 15,0 0 5-15,0 0 27 16,53-9-11-16,-28 9 43 15,2 0-71-15,20 0 15 16,6 0-31-16,9 0 7 16,-3 0-20-16,9 0 3 15,-9-3-7-15,-13-5-2 16,-12-5-3-16,0 10-16 16,-15-2 17-16,-3 5-42 15,-16-4 29-15,0 1-97 16,0-2-15-16,0-3-107 0,-41-4-501 15</inkml:trace>
  <inkml:trace contextRef="#ctx0" brushRef="#br0" timeOffset="126669.86">20821 8406 749 0</inkml:trace>
  <inkml:trace contextRef="#ctx0" brushRef="#br0" timeOffset="126797.98">20821 8406 749 0,'31'-230'90'0,"-31"230"-41"0,22 5 51 15,30-1 92-15,29 4-131 16,-16 0-8-16,3 0-38 16,1-4 18-16,-10-4-29 15,-13 0-8-15,-6 0 0 16,1 0-30-16,-7 0-14 16,-9 0-90-16,-16 0-273 15</inkml:trace>
  <inkml:trace contextRef="#ctx0" brushRef="#br0" timeOffset="130222.79">22238 7949 359 0,'0'0'210'0,"0"0"-147"0,0 0-26 0,0 0 25 15,0 0-11-15,0 0 10 0,0 0-5 16,0 0 21 0,0 0-3-16,0 0-36 0,0 0 8 15,0 0-33-15,0 0 24 16,0 0-36-16,0 0 0 16,0-9 3-16,0-15-4 15,12 4 14-15,7 1 4 16,9 6 10-16,0-11-24 15,3 4 10-15,25-12-4 16,-10 12-17-16,-21 16 7 16,3 4-5-16,-22 0-39 15,-6 19 0-15,0 38 36 16,0 11 5-16,-59 20-1 0,-21 4-16 16,-7 1 14-16,6-9 4 15,13-16-1-15,21-15 6 16,16-17 23-16,10-13-11 15,21-7-2-15,0-3-13 16,0-6 0-16,0-2-6 16,12-2 12-16,28-3 25 15,16 0-22-15,9 0 23 16,10 0-29-16,-10 0 12 16,9 0-5-16,-12-3-7 0,-15-2-3 15,-7 5-2 1,-9 0-4-16,-9 0-67 0,-16 0-24 15,-6 0-199 1,0 16-89-16</inkml:trace>
  <inkml:trace contextRef="#ctx0" brushRef="#br0" timeOffset="130689.09">22778 8233 243 0,'0'0'381'0,"0"0"-272"0,0 0 47 0,0 0 33 0,0 0-108 16,0 0 1-16,102 197-45 16,-96-133-16-16,-6 0-1 15,0 0-13-15,0-8-14 16,0-8 11-16,0-8-8 16,0-7-37-16,-6-9-28 15,6-12-75-15,0-12-266 16</inkml:trace>
  <inkml:trace contextRef="#ctx0" brushRef="#br0" timeOffset="131556.75">23233 7892 290 0,'0'0'255'0,"0"0"-169"0,0 0-5 0,0 0 18 0,0 0-29 15,0 0 20-15,0 0-28 16,0 0 6-16,0 0-41 16,0 0 5-16,0-7-16 15,0 7 6-15,0-13 10 16,25 1-25-16,16-8 18 15,21 0-17-15,9-4-3 0,3 3 2 16,-6 10-14-16,-27 11 4 16,-16 0-13-16,-10 11-11 15,-15 46 13-15,0 15 1 16,-9 20-4-16,-50 0-4 16,0-7-15-16,3-1 34 15,-3-12 3-15,31-7-1 16,4-17 28-16,24-16 15 15,0-12-18-15,0-17-10 16,58-3-27-16,29 0 24 16,6-11-11-16,-6-25 5 0,0 0-12 15,-19 0 2-15,-15 8-12 16,9 3 2-16,-44 1-40 16,17 12-54-16,-23 4-207 15,-12 5-93-15</inkml:trace>
  <inkml:trace contextRef="#ctx0" brushRef="#br0" timeOffset="132225.63">24021 8261 377 0,'0'0'206'0,"0"0"-153"0,0 0 48 0,0 0 8 0,0 0-42 16,0 0-9-16,-12 128-36 15,12-123 24-15,34-2-16 16,6-3 29-16,13 0-24 16,6 0 14-16,3-11-19 15,9-30-12-15,-3-15-3 0,-9-12-10 16,-3-8-10-1,-19-4-7-15,-9 3-5 0,-22 5-36 16,-6 20 29-16,0 8 4 16,0 12 20-16,-53 19 7 15,-5 6-1-15,-17 7-6 16,1 0 13-16,-13 0-20 16,6 40 17-16,10 16-20 15,-10 8 2-15,13-7 6 16,28-18-52-16,34-3-42 15,6-15-98-15,0-6-57 16,34-2-301-16</inkml:trace>
  <inkml:trace contextRef="#ctx0" brushRef="#br0" timeOffset="133073.85">24790 8314 593 0,'0'0'193'0,"0"0"-81"0,0 0 2 0,0 0-60 0,0 0-16 16,0 0-25-16,22 0 24 15,-10 0-16-15,22 0 56 16,19-33-29-16,12-11 11 15,37-20-6-15,4-13-14 16,2-6 0-16,-9 6-36 16,-18 13 5-16,-22 20-6 15,-12 12-4-15,-20 4-45 0,-20 12-8 16,8 8-14-16,-15 8-2 16,0 0-28-16,0 0-45 15,0 0-92-15,-34 12-369 16</inkml:trace>
  <inkml:trace contextRef="#ctx0" brushRef="#br0" timeOffset="133403.76">25125 7788 718 0,'0'0'110'16,"0"0"42"-16,0 0-44 16,0 0-67-16,0 0 42 15,0 0 20-15,201 192-39 16,-129-127-10-16,2-6-25 15,-15 2-9-15,9-9-15 16,-15 4 1-16,0-4-12 16,-13 1-34-16,16 2 6 0,-38-2-50 15,-5-9-77-15,-13-8-744 16</inkml:trace>
  <inkml:trace contextRef="#ctx0" brushRef="#br0" timeOffset="139333.98">26849 7667 329 0,'0'0'249'0,"0"0"-170"0,0 0 0 0,0 0-4 0,0 0-28 16,0 0 31-16,0 0 8 15,0 0-49-15,0-8-4 16,0 8-17-16,0 0 20 16,0 0-15-16,0 0 43 0,0 0-52 15,0 0 18 1,0 0-19-16,0 0 12 0,0 13-18 15,0 15 7 1,0 8 7-16,0 11-18 0,0 2 10 16,0 4 1-16,21 11-20 15,-8-5 14-15,12 6-7 16,3-1 2-16,-7-16-1 16,10-8 0-16,-3-12-23 15,-15-11 1-15,2-9-35 16,-15-8-41-16,0 0-205 15,0 0-213-15</inkml:trace>
  <inkml:trace contextRef="#ctx0" brushRef="#br0" timeOffset="140065.71">26657 8052 188 0,'0'0'249'0,"0"0"-81"0,0 0-65 0,0 0-4 0,0 0 50 0,0 0-46 15,0 0-40 1,0 0-34-16,31 0 26 0,24 0-3 15,23 0-1-15,9-3 9 16,21-1-27-16,-2-4-3 16,-10-5-26-16,-9 2-8 15,-22-1 2-15,-19 4-5 16,-5-5-39-16,-14 5-5 16,-14 1-35-16,-13 2-153 15,0 2-478-15</inkml:trace>
  <inkml:trace contextRef="#ctx0" brushRef="#br0" timeOffset="143113.88">28039 7620 385 0,'0'0'200'0,"0"0"-153"0,0 0 52 0,0 0-13 0,0 0 16 16,0 0-14-16,-6 0-10 15,6 0-38-15,0 0-11 16,0 0 10-16,6 0-24 15,19-12 18-15,3-1-24 16,6 5 33-16,13 4-29 16,5 4 16-16,17-4-26 15,-10 4 4-15,9 0-7 16,-15 0-2-16,-7 0-4 16,-18 0-29-16,-28 36 11 15,0 24 2-15,-40 21 12 16,-63 15-29-16,-2 4-2 0,-4-12 2 15,23-7 32-15,14-9 7 16,-2-4 1-16,12-4 39 16,3-3-22-16,19-17 32 15,21-16-39-15,13-16 0 16,6-12-3-16,12 0-7 16,69 0 19-16,12 0 17 15,12-9-8-15,-2-10-19 16,-4-1-3-16,-12-1-5 15,-28 6-4-15,-10 2-44 16,-24 1-21-16,-3 9-139 16,-16 3-219-16</inkml:trace>
  <inkml:trace contextRef="#ctx0" brushRef="#br0" timeOffset="143881.04">29236 7543 523 0,'0'0'136'0,"0"0"-2"0,0 0-47 0,0 0-42 15,0 0-35-15,0 0 21 16,-40 0 8-16,6 0-9 15,-6 4 28-15,-7 16-22 16,1 8 36-16,11 0-33 16,-5 5 1-16,6-6-38 15,22 6 19-15,-1-13-14 16,13 8-6-16,0-4-1 16,0-12 6-16,0 16-19 15,25-16 23-15,22 8-23 16,8-3 26-16,10-2-23 0,4-3 17 15,2 8-11-15,-9 0 4 16,3-4 0-16,-9 4-3 16,-16 1 0-16,-15-1 1 15,3-1-8-15,-22 9 2 16,-6 8 14-16,0 9-6 16,-6 7 2-16,-56-4 2 15,9 0-4-15,-12-8-13 16,3 1 5-16,-3-13-13 15,-3 4 9-15,15-12-30 0,0-12 10 16,7-8-68 0,12 0-57-16,12-5-240 0,16-34-70 15</inkml:trace>
  <inkml:trace contextRef="#ctx0" brushRef="#br0" timeOffset="144144.94">29181 7656 631 0,'0'0'92'0,"0"0"129"0,0 0-45 0,0 0-118 0,0 0-26 16,0 0-32 0,347-61-4-16,-291 45-32 0,-32 1-85 15,4 2-292-15</inkml:trace>
  <inkml:trace contextRef="#ctx0" brushRef="#br0" timeOffset="144660.62">29757 7993 179 0,'0'0'249'16,"0"0"-72"-16,0 0-46 15,0 0-2-15,0 0-13 16,0 0-59-16,-28 192-8 0,28-180-33 15,0 4 6-15,13-12-12 16,36-4-2-16,4 0 21 16,6 0-1-16,15-24 23 15,-9-24-51-15,10-16 13 16,-1-13-5-16,-15-11-13 16,3 4 5-16,-21 8-1 15,-17 8 0-15,-24 8 1 16,0 27-8-16,0 10 16 15,-46 10-4-15,-29 13 3 16,-2 0-5-16,-4 5 0 16,1 26-4-16,11 13-1 15,17 0-14-15,18-3 3 16,27-9-72-16,7-13-85 0,0 2-264 16</inkml:trace>
  <inkml:trace contextRef="#ctx0" brushRef="#br0" timeOffset="145243.45">30653 7972 72 0,'0'0'281'0,"0"0"-58"0,0 0-123 0,0 0 8 15,0 0 15-15,0 0-44 0,-62 93 12 16,62-82-68-16,0 1 8 16,0-4-28-16,0 0 7 15,0-3-1-15,22-5-4 16,9 0 6-16,9 0 4 15,-6 0 7-15,13-8-16 16,9-41 35-16,3-15-36 16,9-20 3-16,3 0-4 15,-9 0-8-15,-9 4-5 16,-28 19-16-16,-25 17-5 16,0 16 17-16,-19 25 13 15,-68 3 2-15,-18 0 3 0,-4 36 11 16,16 16-11-16,13-1 3 15,27-7 9-15,19-3-17 16,28-10-32-16,6-10-82 16,0-9-344-16</inkml:trace>
  <inkml:trace contextRef="#ctx0" brushRef="#br0" timeOffset="156834.78">15953 7235 342 0,'0'0'163'0,"0"0"-154"0,0 0-5 0,0 0 32 0,0 0 6 0,0 0 14 16,0 0 4-16,0-20 0 15,0 20-25-15,0 0 4 16,0 0 10-16,0-8-1 16,0 8-15-16,0 0 18 15,0 0 6-15,0 0-49 16,0 0 34-16,0 0-21 15,0 0 15-15,0 0-21 16,0 0-2-16,0 0-13 16,0 0-5-16,0 15 5 0,0 9 0 15,0 9 1 1,16 11 1-16,-10-4 17 0,0 4-14 16,0 0 6-16,-6-3-6 15,6-2-2 1,1 5-1-16,-1-4 1 0,3 4-3 15,-3 13 7-15,-6-5-16 16,6 8 19-16,-6-11-14 16,0 2 12-16,0-7-16 15,0-3 8-15,0 3 0 16,0 3 0-16,0 6 3 16,0-1-8-16,0 4 16 15,0-4-20-15,0-4 25 0,0-7-18 16,0-5 4-1,0 0-3-15,0 0 1 0,0 4 0 16,0 0-6-16,0-4 13 16,0-8-20-16,0 4 28 15,7-7-27-15,-7-2 24 16,6 2-17-16,0-6 6 16,-6 6-2-16,9-1 0 15,-9-1 1-15,0 2-6 16,0-5 19-16,0-4-28 15,0-5 30-15,13-2-30 16,-1-1 18-16,10 3-3 16,9 2 0-16,9 3 1 15,16 0-10-15,-3-4 18 0,12 5-20 16,-9-10 25-16,9 5-28 16,3-3 26-16,-3-1-23 15,9-1 11-15,1 1 0 16,-4 5 0-16,-3-2 3 15,19 1-4-15,0-8 13 16,28 0-24-16,-10-4 28 16,4 0-28-16,2 0 19 15,-2 0-9-15,-10 0 2 16,3 0 0-16,-15 0-1 16,0 0 3-16,0 0-15 15,6 0 29-15,-6 0-27 16,6 0 20-16,-6 0-17 0,-7 0 8 15,7 0 0 1,-6 0-1-16,12 0 3 0,-7 13-10 16,-5-2 16-16,0 6-16 15,-1-6 23-15,-2-3-19 16,-4 4 4-16,19-4-1 16,-6 0 1-16,9 0 0 15,3 9-5-15,1-6 12 16,2-6-15-16,-9 7 18 15,6-1-14-15,0-6 12 16,-2-2-14-16,2 6 6 16,-12-9 0-16,-13 4 0 0,7-4 4 15,5 0-13-15,-14 0 21 16,30 0-15-16,-3 0 12 16,1 0-9-16,-7 0 0 15,9 0 0-15,-15 0 0 16,12 0 1-16,0 0-1 15,10 0 4-15,-23 0-10 16,7 0 15-16,1 0-9 16,8 0 9-16,-9 0-13 15,0 0 9-15,0 0-1 16,0 0 2-16,15 0-5 16,13 4 2-16,-3 4 10 15,9 0-18-15,-6 8 15 16,6-8-13-16,-12-4 5 15,0-1-4-15,-28-3 1 0,-10 0 1 16,-2 0-3-16,-1 0 11 16,0 0-17-16,13 0 19 15,-9 0-14-15,36 0 13 16,7 0-18-16,7 0 10 16,5 0-1-16,0 0 0 15,7 0 7-15,-7 0-17 16,10 0 20-16,-16 0-19 15,6 0 20-15,7 0-22 16,-13 0 13-16,-12 0-2 16,-10 0 0-16,-12 0 0 15,28 0-7-15,-6 13 12 0,6-5-15 16,-10 0 20-16,-9-4-17 16,-2 8 17-16,-7-4-16 15,-6-4 6-15,12-4 0 16,-19 0-2-16,16 0 5 15,-9 0-9-15,13 0 19 16,5 0-24-16,-9-12 16 16,16 0-10-16,-4 8 9 15,-9-4-4-15,-6 4 0 16,-12 0 1-16,0-9-6 16,-16 13 10-16,9 0-12 15,1 0 18-15,5 0-20 16,13-3 17-16,13 3-12 0,8 0 4 15,-5-4 0-15,3-4-2 16,-10 0 13-16,-3 0-14 16,0 0 11-16,-6 4-16 15,3 0 16-15,-24 4-15 16,-10 0 11-16,-9-4-5 16,-7 0 1-16,13-5 0 15,-3 6-6-15,-4-5 17 16,7 4-16-16,10 0 14 15,11-8-1-15,7 12-2 16,12 0-12-16,-6 0 8 16,-6 0-2-16,-6 0 0 15,-7 0 4-15,1-5-10 16,5-6 17-16,-9 3-13 0,4-1 13 16,-10 9-15-16,3-3 8 15,7-2-4-15,-10 2 0 16,3-2-3-16,-15 2 2 15,-7-2 1-15,-5 2-8 16,-7-6 21-16,12 1-22 16,1 0 16-16,-7-3-10 15,-6-1 3-15,0 4 0 16,-15 0-1-16,2-1 6 16,-8 5-13-16,-1-3 21 15,1 2-13-15,8-3 5 0,-8 0 8 16,15-4-12-1,6 1 6-15,-9-10-6 0,9 1-1 16,6-4 0-16,-6-4 6 16,6 0-8-16,1-4 15 15,-16 0-21-15,9 4 19 16,-16 0-7-16,4 4 1 16,-10 4 6-16,-5-1 10 15,8 1-21-15,-3-8 24 16,1-4-23-16,2-4 6 15,4-4 2-15,-7-8-15 16,4 4 8-16,-10 4-2 16,-6 3 0-16,0 1 1 0,0 9-7 15,0 2 16-15,0-3-15 16,0 0 17-16,0-4-21 16,0 0 23-16,-12 4-14 15,-4-8 0-15,16-1-2 16,0 1 2-16,0-3-2 15,0-2-11-15,0 1 24 16,0-12-22-16,6 8 18 16,10 4-16-16,-10-9 12 15,0 2-3-15,-6 3 0 16,0-1 4-16,0 9-8 16,0 4 14-16,0 0-18 0,0 5 17 15,0-1-16 1,0-10 13-16,0-1-12 0,0-5 4 15,0-4-8 1,0 4-3-16,0 3-5 0,0 10 10 16,0-2 16-16,-12 17-12 15,6 0 12-15,-10 1-6 16,10 6-2-16,0-10 0 16,-7 2 0-16,7-4-5 15,-9-6 1-15,2 11-35 16,1-8 37-16,-4 8 1 15,10 4-15-15,-6 4 27 16,-4 0-12-16,10 8 2 16,-6-12-1-16,-7 4 0 0,10-5-11 15,-10 2 4 1,-9-1 8-16,3-1-9 0,4 5 11 16,-4 0-7-16,-3 4 8 15,0 4 2-15,3-3 9 16,-9-2-12-16,-6 2 8 15,-13-5-8-15,-9 0-3 16,3 3 11-16,0-2-22 16,-9 2 6-16,15 5 5 15,-9 0 0-15,-3 0 0 16,-3 0-2-16,-3 0 7 16,-4 0 1-16,7 0 8 15,-19 0-26-15,0 0 23 16,-12 0-18-16,6 0 7 0,-9 0-1 15,3 17 1-15,-1-1 0 16,14 4-3-16,-1-9 10 16,6-3-3-16,7-8 8 15,-13 0-19-15,0 0 7 16,0 0-2-16,-6 0-12 16,0-3 14-16,6-5-1 15,-9 3 7-15,3 5-2 16,-6 0 1-16,-9-3-10 15,2 3 17-15,-9 0-22 16,-5-5 13-16,8 1-5 0,-3-7 2 16,16-5-5-1,6-4 1-15,-3-1 8 0,9 1-19 16,9 8 32-16,-2 8-28 16,5 0 16-16,-5 4-9 15,-7 0 4-15,0 0 0 16,-12 0 0-16,-10 0 5 15,4 0-20-15,-10 0 25 16,-6 0-20-16,10 0 8 16,-16-8 0-16,24-12-13 15,-2-1 15-15,18 2-1 16,6 7 2-16,23 4 9 16,2 0 8-16,-9 4-23 15,12 4 18-15,-22 0-23 16,-5 0 13-16,-1 0-6 15,-18 0 0-15,-22 0 3 0,0 0 0 16,16 0 8-16,2 0-8 16,10 0 2-1,7 0-6-15,-1 0 14 0,0 0-10 16,0 4 0-16,-6 4-9 16,12 0 3-16,-5-4 6 15,-1 0-9-15,6-4 21 16,16 0-24-16,-3 0 28 15,-7 0-17-15,-18 0 4 16,0 0 2-16,-21 0-1 16,-7 4-1-16,-6 8-6 0,3 0 6 15,-13-4-11-15,4-4 22 16,15 0-23-16,3-4 9 16,1 0-4-1,8 0-13-15,4-16 16 0,15-8-12 16,16 7 5-16,15 2-2 15,3 15 20-15,0 0-18 16,-5 0 20-16,-4 0-21 16,-4 0 9-16,-8 0 0 15,-7 0-1-15,-5 0-11 16,-7 0 10-16,-22 0 1 16,16 0-5-16,-10 12 12 15,4-4-11-15,-4 0 14 0,4 0-6 16,-4 0 1-1,22-8 0-15,-6 7-4 16,13-2 2-16,8-1-7 16,-14 0 15-16,5-4-11 0,19 4 16 15,-3-4-28-15,-3 0 22 16,3 0-11-16,3 0 2 16,-4 0 0-16,-8 0 0 15,-19 0 5-15,0 0-10 16,-9 0 19-16,2 0-22 15,7 0 20-15,13 0-16 16,-7 0 4-16,6 0-1 0,-5 0-4 16,-1 13-4-1,6-2 8-15,7 1-10 0,21-8 3 16,0-4 9-16,-9 0-12 16,3 0 21-16,-15 0-13 15,-7 0 6-15,-6 0-3 16,-6 0 0-16,0 0 5 15,0 0-8-15,-6 0 15 16,-3 4-20-16,3 4 16 16,-1 0-15-16,-14-4 7 15,21 8-4-15,-16-3 3 16,16-1 1-16,13 3-13 16,21-7 26-16,12 4-26 15,1 5 28-15,5-2-29 16,-15 6 15-16,25-1-2 0,-3-8-7 15,0-1 8-15,0-2-5 16,9-5 10-16,-9 3-9 16,6-3 17-1,-6 0-22-15,3 5 15 0,-9-2-12 16,6 2 3-16,0-1 1 16,9 0 0-16,-3-4 4 15,-6 0-8-15,0 0 16 16,-7 0-19-16,-5 0 21 15,15 7-24-15,-3-2 9 16,12-5 2-16,10 3-7 16,5 2 8-16,-5-5-8 15,3 3 7-15,-4-3-3 0,-5 9 8 16,-4-9-16-16,10 8 21 16,-1-5-15-16,-2-3 6 15,2 8-1-15,-8 0-2 16,-17 5 2-16,4-1-5 15,0-4 12-15,0 4-15 16,28-12 25-16,-6 4-26 16,5-4 22-16,7 0-17 15,0 0 5-15,0 0 0 16,0 4-3-16,0 4-24 16,-9 0 0-16,3 8-40 15,-7 1 14-15,1-6 32 0,-10-3-87 16,-2-8-166-16</inkml:trace>
  <inkml:trace contextRef="#ctx0" brushRef="#br0" timeOffset="191187.96">16796 10274 449 0,'0'0'65'0,"0"0"14"0,0 0 38 0,0 0-25 16,0 0-22-16,0 0-2 0,0 0-30 15,0 0-2-15,0 0-24 16,0 0 22-16,0 0-15 16,0 0 10-16,0 0-19 15,0 0 20-15,0 0-6 16,0 0-4-16,0 0 4 15,0 0-5-15,0 0 12 16,0 0-22-16,0 5 1 16,0 3-7-16,0 4-6 15,0 7-4-15,7 22 7 0,11 3 1 16,10 0 1 0,6 12-4-16,-9-8 6 0,-3 9-7 15,-10-1 10 1,16-1-12-16,-9 6 6 0,-4-13-2 15,4-8 1-15,-7 0 0 16,4-16-1-16,-4 1 4 16,-12-2-8-16,12-10 13 15,-12-2-12-15,16-7 8 16,-16-4-2-16,0 0-1 16,6 0-1-16,-6 0-1 15,0 0 1-15,13-15 0 16,8-38 0-16,10-23 18 15,25-21-15-15,-3-6 3 16,0-2-6-16,15 0-3 0,-16 2-15 16,7 6-20-16,-12 17 24 15,-13 20-17-15,-12 12-8 16,-10 20-32-16,-6 4-23 16,-6 12-79-16,0 12 2 15,0 0-209-15</inkml:trace>
  <inkml:trace contextRef="#ctx0" brushRef="#br0" timeOffset="192021.87">18179 11121 251 0,'0'0'294'0,"0"0"-205"0,0 0 18 0,0 0 3 15,0 0-52-15,0 0 14 16,0 0-27-16,-201-113 2 16,148 73-9-16,7-4 47 15,11 5-33-15,17-14-9 16,18-12-27-16,0-2-14 15,0-18-1-15,25 5-1 16,24 16-10-16,-12 11-44 16,4 17-52-16,-20 33-169 15,-8 3-242-15</inkml:trace>
  <inkml:trace contextRef="#ctx0" brushRef="#br0" timeOffset="192569.76">18207 10976 41 0,'0'0'728'0,"0"0"-609"0,0 0 33 0,0 0-48 0,0 0-15 16,301-232-64-16,-230 168-18 16,10-1 3-16,-7 1-10 15,-21 12-5-15,0 7-17 16,-13 9 4-16,-12 8-43 16,-16 9-13-16,10 2-78 15,-22 17-56-15,0 0-10 16,-6 0-216-16</inkml:trace>
  <inkml:trace contextRef="#ctx0" brushRef="#br0" timeOffset="192819.62">18406 10359 433 0,'0'0'316'15,"0"0"-217"-15,0 0 111 16,0 0-61-16,328 256-99 16,-247-179-6-16,-7-5-26 15,-9-8 3-15,-18-12-21 16,-1-8-8-16,-11-11-20 0,-8-10-20 16,-14-10-13-16,-7-10-53 15,-6-3-156-15</inkml:trace>
  <inkml:trace contextRef="#ctx0" brushRef="#br0" timeOffset="193186.87">19168 10266 584 0,'0'0'196'0,"0"0"-137"15,0 0 122-15,0 0-54 16,0 0-34-16,0 0-39 16,354 201-39-16,-292-125 15 15,-22-4-21-15,-15 16-6 16,-9-8-3-16,-16 5-15 0,0-1 2 16,0 1-45-16,-56-13-103 15,-22-20-515-15</inkml:trace>
  <inkml:trace contextRef="#ctx0" brushRef="#br0" timeOffset="194919.6">20424 10868 701 0,'0'0'99'0,"0"0"14"0,0 0 50 0,0 0-97 0,0 0 4 15,0 0-33-15,0 0-13 16,261-13-20-16,-199 13 9 0,12 0-10 15,-21 0-3 1,-1 0 0-16,-17 0-4 0,-17 0-17 16,-2 0-3-1,-16 0-42-15,0 0-31 0,0 0-84 16,0-3-40-16,-34-9-273 16</inkml:trace>
  <inkml:trace contextRef="#ctx0" brushRef="#br0" timeOffset="195088.83">20424 10868 26 0</inkml:trace>
  <inkml:trace contextRef="#ctx0" brushRef="#br0" timeOffset="195202">20424 10868 26 0,'-59'-193'728'0,"59"193"-647"0,59 0 9 0,16 0 274 15,11 0-308-15,-17 0 2 16,-4 0-23-16,3 0-11 16,-9-3-24-16,-6-5 0 15,-4-9-35-15,-18 6-48 0,-15 3-106 16</inkml:trace>
  <inkml:trace contextRef="#ctx0" brushRef="#br0" timeOffset="-198325.88">12579 14225 631 0,'0'0'398'0,"0"0"-388"16,0 0-10-16,0 0-9 0,0 0-72 0,0 0 57 15,0 0 15-15,0 0 9 16,0 0 46-16,0 0 42 16,0 0-11-16,0 0-10 15,0 0-67-15,0 0-22 16,0 0-33-16,0-13-103 16,0-2-179-16</inkml:trace>
  <inkml:trace contextRef="#ctx0" brushRef="#br0" timeOffset="-186186.59">22117 10010 60 0,'0'0'349'0,"0"0"-317"0,0 0 75 0,0 0-35 0,0 0-52 0,0 0 25 0,0 0 44 16,0 0-6-16,-28-8-24 16,22 8-3-16,6 0-8 15,-6 0 4-15,6 0-29 16,-6 0 4-16,-22 0 1 16,22 0-19-16,-22 23-9 15,3 18 3-15,-9-1-10 16,-13 8 14-1,1 16-3-15,-10-8 3 0,19 1 20 16,9-6-4-16,0 2-7 16,15-9-2-16,7-12-13 15,0 0-1-15,6-16 0 16,0 0-3-16,0-16-20 16,0 12 4-16,0-12-14 0,0 5-2 15,0-2 14-15,0 2 18 16,6-5 3-16,35 0 7 15,-1 0 10-15,-9 0-12 16,18 0 9-16,-24 0-13 16,3 0 0-16,-9 0 1 15,-13 0 0-15,-6 0-1 16,16 0 1-16,-16 0 9 16,0 0-10-16,0 0 14 15,0 0-14-15,6-5 3 16,6-3-2-16,4-4-4 15,-10 4 2-15,0 8-7 16,6-3-6-16,-5-2 1 0,-7-3 9 16,6 0-4-1,3-4 1-15,-3 4-17 0,-6 8 19 16,0 0 3-16,0 0 0 16,0 0 1-16,0 0 7 15,0 0 4-15,0 0-11 16,0 0 10-16,0 20-3 15,0 12 0-15,0 21 16 16,0 14 27-16,0 21-29 16,0 14-13-16,0-11-6 15,0-7 3-15,-6-20-10 0,-3-7 7 16,3-26-4-16,6 5-36 16,0-23-25-16,0-9-50 15,0-4-303-15</inkml:trace>
  <inkml:trace contextRef="#ctx0" brushRef="#br0" timeOffset="-185269.53">22530 11117 265 0,'0'0'135'0,"0"0"38"0,0 0-62 0,0 0 4 0,0 0 4 15,0 0 1-15,55-5-45 16,-24-22-13-16,19-10 21 16,15-18-37-16,10-17 2 15,30-13-23-15,3 1-6 16,-2 4-19-16,-19 8 2 16,-19 23-4-16,-22 9-42 15,-18 16 14-15,-21 8-27 16,-7 12-12-16,0 4-23 15,0 0-83-15,-35 0-243 0</inkml:trace>
  <inkml:trace contextRef="#ctx0" brushRef="#br0" timeOffset="-184821.16">22666 10583 97 0,'0'0'529'0,"0"0"-507"0,0 0 49 0,0 0 60 0,0 0-15 15,0 0 0-15,140 56-8 16,-66-3-18-16,3 10-29 15,10 14-19-15,22-5-8 0,-4-4-19 16,-2-3-10-16,-10-17-5 16,-19 4 8-1,-9-13-16-15,-12-11 8 0,-25-3-5 16,12-17-29-16,-21-8-33 16,-19 0-113-16,0 0-554 15</inkml:trace>
  <inkml:trace contextRef="#ctx0" brushRef="#br0" timeOffset="-134477.66">8046 8799 133 0,'0'0'270'0,"0"0"-129"0,0 0-78 0,0 0 33 0,0 0 6 15,0 0 17-15,0-9-14 16,0 9-30-16,0 0-37 16,0 0-11-16,0 0-21 15,0 0-9-15,0-3 3 16,0 3-2-16,0-5-2 0,0 2 4 16,0 3-4-16,0 0 8 15,0 0-2-15,0 0-1 16,0 0 3-16,0 0-4 15,0 0-2-15,0 0-9 16,0 0-3-16,0 0-5 16,0 0-31-16,0 0-73 15,-18 0-131-15,-4 0-36 16</inkml:trace>
  <inkml:trace contextRef="#ctx0" brushRef="#br0" timeOffset="-107857.22">6756 10964 346 0</inkml:trace>
  <inkml:trace contextRef="#ctx0" brushRef="#br0" timeOffset="-105240.71">8707 10639 344 0</inkml:trace>
  <inkml:trace contextRef="#ctx0" brushRef="#br0" timeOffset="-104187.33">9776 10783 213 0</inkml:trace>
  <inkml:trace contextRef="#ctx0" brushRef="#br0" timeOffset="-75660.64">8462 12568 1149 0,'0'0'135'0,"0"0"-120"0,0 0 55 16,0 0-70-16,0 0-20 16,0 0-44-16,0 0-2 0,6 13-73 15,-6-26-66-15,0-3-3 16,-6-7-158-16</inkml:trace>
  <inkml:trace contextRef="#ctx0" brushRef="#br0" timeOffset="-75495.97">8452 12300 97 0,'0'0'1184'16,"0"0"-1132"-16,0 0-44 0,0 0 27 15,0 0-35 1,0 0-51-16,50 11-22 0,-25-11-110 16,-25-3-300-16</inkml:trace>
  <inkml:trace contextRef="#ctx0" brushRef="#br0" timeOffset="-42208.79">2753 7351 277 0,'0'0'227'0,"0"0"-188"0,0 0 27 0,0 0-41 0,0 0 39 16,0 0 0-16,0 0 18 16,0 0-9-16,0 0-13 0,-183 0-9 15,171 0-15-15,-7 0-21 16,-2 0-13-16,2 0 25 16,-3 0-20-16,-2-5 14 15,2 5-3-15,3 0 16 16,4 0-2-16,9 0-3 15,-1 0-1-15,7 0-18 16,0 0 0-16,0 0 0 16,0 0-13-16,0-3 14 15,0 3-19-15,0 0 8 16,41 0-5-16,39 0 5 0,41 3 12 16,31 5 7-16,3-8-5 15,25 0 6-15,0 0-18 16,0-3 32-16,-3-5-20 15,-32 0 1-15,-30 4-15 16,-28 4 0-16,-41 0-3 16,-21 0-17-16,-19 0-5 15,-6 0-36-15,0 0-2 16,0 0-71-16,-59 0-143 16</inkml:trace>
  <inkml:trace contextRef="#ctx0" brushRef="#br0" timeOffset="-38395.06">15848 12376 339 0,'0'0'63'16,"0"0"-9"-16,0 0 77 0,0 0-83 0,0 0 22 0,0 0 15 15,0 0 35-15,0-12-23 16,0 12-39-16,0 0-10 16,0 0-34-16,0 0 12 15,0 0-20-15,0 0 25 16,0 0-1-16,0 0-1 16,0 0-14-16,0 0-2 0,0 0 0 15,0 0-11-15,0 0 13 16,0 0-11-16,0 0 10 15,0 0-6 1,0 4-13-16,0 28 9 0,0 8-5 16,6 24 1-16,6 0-3 15,1 21 0-15,-4 2 6 16,-9 14-11-16,0 8 19 16,0 7-16-16,0-4 5 15,0-24 0-15,6-23-24 16,0-25 4-16,0-24 4 15,-6-16 5-15,7 0 1 16,-7 0 6-16,15 0-9 16,4-5 18-16,15-23-5 0,6 8 7 15,1 4 10-15,5 8-17 16,1 8 4 0,-1 0 1-16,22 0-5 0,-3 28 13 15,-12-4-7-15,3-4-12 16,-16-7 0-16,-21-5-26 15,-19-8-133-15,0 0-376 16</inkml:trace>
  <inkml:trace contextRef="#ctx0" brushRef="#br0" timeOffset="-37360.21">16750 13310 231 0,'0'0'195'0,"0"0"-159"0,0 0-13 16,0 0 22-16,0 0-34 0,0 0 12 16,0 0 18-16,0 24-12 15,0-20 22-15,0 1-18 16,0-2 46-16,0-3-42 15,0 0-2-15,0 0-8 16,0 0 35-16,0 0 6 16,0 0-5-16,0 0 0 15,0 0-9-15,0 0-6 16,0 0-25-16,0 0 11 16,-22-20-30-16,-12-16-7 15,9 0 8-15,-9-11-5 16,6 2 0-16,16-3-4 15,6 0-4-15,6 4-22 16,0 11 13-16,0 18-58 0,0 7-43 16,0 3-169-16,0 5-23 15</inkml:trace>
  <inkml:trace contextRef="#ctx0" brushRef="#br0" timeOffset="-36729.21">16958 13214 297 0,'0'0'292'0,"0"0"-247"0,0 0 4 0,0 0-1 0,0 0 12 16,0 0 66-16,0-32-10 15,18 12-27-15,10-4-25 16,3-12 13-16,-3 3-54 0,19-6-4 16,-1-5-19-1,1 3 3-15,-7 5-6 16,-6 13-22-16,-12 2 7 15,-10 9-30-15,1 4 6 0,-13 4-46 16,0 4-16-16,0 0 19 16,0 0-77-16,-13 0-59 15,-27 0-127-15</inkml:trace>
  <inkml:trace contextRef="#ctx0" brushRef="#br0" timeOffset="-36463.97">16964 12909 571 0,'0'0'113'0,"0"0"-79"16,0 0 73-16,0 0-7 16,0 0-17-16,0 0-28 15,46 121 28-15,7-77-17 16,0 0-5-16,3 4-41 15,-4-7 4-15,-5-2-24 16,-7-14-4 0,-15-2-1-16,9-7-19 15,-6 0 11-15,-3-16-62 0,9 0-78 0,-12 0-216 16,-16-8-63 0</inkml:trace>
  <inkml:trace contextRef="#ctx0" brushRef="#br0" timeOffset="-35828.86">17671 12789 528 0,'0'0'110'0,"0"0"18"0,0 0 33 0,0 0-42 0,0 0-76 0,335 216-1 0,-301-167-19 0,-28 11 46 0,-6 0-47 0,0 12 3 16,0-8-22-16,0-3-3 15,0-25-1 1,-6-17-23-16,6-11-70 0,-6-8-170 16,-10 0-161-16</inkml:trace>
  <inkml:trace contextRef="#ctx0" brushRef="#br0" timeOffset="-35180.94">18595 13222 573 0,'0'0'285'0,"0"0"-247"0,0 0 119 0,0 0-74 0,0 0-5 0,0 0-57 0,347-24-19 0,-313 16-2 15,-9 0 0-15,-3 4-10 16,-22 4-31-16,0-4 7 16,0-4-92-16,0 0-90 15,0 0-47-15</inkml:trace>
  <inkml:trace contextRef="#ctx0" brushRef="#br0" timeOffset="-34981.87">18595 13222 1130 0,'139'-272'43'15,"-120"272"-3"-15,31 0 7 16,2 0 0-16,7 0-40 15,3-5 12-15,9-7-19 16,-2-4-29-16,-4-4-11 16,-9 4-60-16,-25 0-184 15,-31 4-364-15</inkml:trace>
  <inkml:trace contextRef="#ctx0" brushRef="#br0" timeOffset="-32616.55">20158 12460 424 0,'0'0'192'0,"0"0"-188"0,0 0 18 0,0 0 94 0,0 0-43 16,0 0 11-16,6-44-40 15,9 40 46-15,-15 4-47 16,0-4 23-16,0-4-8 0,6 4-12 16,-6-1-36-16,13 2 6 15,-13 3 13-15,0 0-15 16,0 0 18-16,0 0-16 15,0 0 6-15,0 24-15 16,0 21-12-16,-34 14 5 16,3 13-16-16,-19-3 0 15,13-5 10-15,9-7 1 16,0-14 10-16,16-6-16 16,12-14 21-16,0-7-21 15,0-8-20-15,0-4-13 16,0 1 1-16,34-5 8 15,12 0 18-15,7 0 17 16,0 0 12-16,-7 0-11 16,-12 0 3-16,7 0 9 0,-13 0-21 15,-16 0 8-15,-6 0-1 16,0 0-16-16,-6 0-5 16,0-9 10-16,0-2 11 15,0-10-8-15,10 1 18 16,-4 0-11-16,0 1 5 15,0-6-6-15,0 5 2 16,16 4 1-16,-16 3-2 16,1 13 5-16,-7 0 3 15,0 0-2-15,0 17 21 16,0 31-7-16,0 12 44 16,0 16-59-16,0 5 8 0,0-9-6 15,0 0-3 1,0-8 3-16,-13 0 2 0,4-7-13 15,-4-21 6-15,13-16-19 16,0-20-142-16,0 0-228 16,0 0-189-16</inkml:trace>
  <inkml:trace contextRef="#ctx0" brushRef="#br0" timeOffset="-31947.69">20740 13362 619 0,'0'0'62'0,"0"0"-17"0,0 0 154 0,0 0-52 0,0 0-97 15,221-204 26-15,-162 143-23 16,-7 14 7-16,4 7-37 15,-22 4-6-15,-9 7-14 16,3 1-3-16,-10-3-1 16,-2 3-22-16,3 3-2 15,-7 13-43-15,-12 8-23 16,0 4-114-16,0 0-67 16,0 0-155-16</inkml:trace>
  <inkml:trace contextRef="#ctx0" brushRef="#br0" timeOffset="-31614.07">20908 12873 432 0,'0'0'181'16,"0"0"0"-16,0 0 83 16,0 0-124-16,164 205-41 15,-89-157-66-15,-1 0 2 16,0-4-31-16,-15-8-2 15,-6 0-2-15,-6-8-2 16,-19-8-20-16,-1-12-21 16,-14-8-64-16,-13 0-273 15,0-12-437-15</inkml:trace>
  <inkml:trace contextRef="#ctx0" brushRef="#br0" timeOffset="-30534.82">22043 12922 45 0,'0'0'554'0,"0"0"-537"0,0 0 50 0,0 0 101 0,0 0-18 16,0 0-92-16,-19 0 5 15,19 0-23-15,0 0 22 16,0 0-25-16,0 0-6 15,0 0-19-15,0 0-6 16,0 0 22-16,40 3-16 16,32 2 46-16,8-5-31 0,7 0 14 15,22 0-22-15,2 0-7 16,-2 0-10-16,-22 0 0 16,-22-8-2-16,-9-5-24 15,-25 5 8-15,-16 1-41 16,-15-1 2-16,0-5-69 15,-28 1-270-15</inkml:trace>
  <inkml:trace contextRef="#ctx0" brushRef="#br0" timeOffset="-26438.19">23761 13490 257 0,'0'0'328'0,"0"0"-274"0,0 0 44 0,0 0 35 16,0 0-60-16,0 0-28 15,0 0 35-15,0 0-28 16,0 0 24-16,0 0-35 16,0 0 12-16,0-11-39 15,0-9 20-15,0-16-32 16,-28-5 6-16,-3-7 1 15,-16-7 15-15,19-10 5 16,0-16-28-16,28-22 5 0,0-22-2 16,0-7-8-16,16 7-33 15,24 21 4-15,7 40-6 16,-1 24-35-16,-6 36-48 16,13 4-197-16,-19 0 45 15</inkml:trace>
  <inkml:trace contextRef="#ctx0" brushRef="#br0" timeOffset="-25356.62">24247 12873 503 0,'0'0'114'0,"0"0"-30"16,0 0 28-16,0 0-67 0,0 0 45 16,0 0 31-16,28-32-60 15,-15 20 4-15,8-3-32 16,4 2-7-16,15-10-21 0,10-2-3 16,21-3-2-1,10-4-4-15,-7 12 3 0,-15 15-23 16,-6 5 4-16,-25 0-28 15,-16 13 14-15,-12 43 13 16,0 4 16-16,-18 8-28 16,-29-3 33-16,7-9 0 15,6-12 0-15,6-20 17 16,28 0-3-16,0-12-7 16,0-5 2-16,0-7-18 15,0 0 13-15,62 0-4 16,-3 0 13-16,9-7-3 0,-3-9 26 15,3 3-12 1,-21 2 5-16,-7-1-23 16,-6 12-12-16,-27 0-54 0,11 0-94 15,-18 0-289-15</inkml:trace>
  <inkml:trace contextRef="#ctx0" brushRef="#br0" timeOffset="-25139.29">25326 13061 704 0,'0'0'162'0,"0"0"28"0,0 0-71 15,0 0-33-15,0 249-69 0,-9-200-17 16,-16-10-25-16,4-11-5 15,8-7-60 1,13-21-90-16,0 0-181 0</inkml:trace>
  <inkml:trace contextRef="#ctx0" brushRef="#br0" timeOffset="-24556.82">25692 12769 511 0,'0'0'173'0,"0"0"-74"15,0 0-21 1,0 0-3-16,0 0 48 0,0 0-71 15,121-112-11-15,-87 112-32 16,-9 0-1-16,-3 0-8 16,-22 8 0-16,0 36 1 15,0 20 12-15,-16 8-13 16,-21 13-33-16,-31-1 16 16,21-1-23-16,-15-22 32 15,31-21 8-15,3-20 11 16,28-16-11-16,0-4-3 15,0 0-9-15,35-20-41 0,23-16 53 16,17 3 2 0,-1 10 40-16,-2 7-25 0,-10 8 2 15,-28 8-12-15,6 0-6 16,-21 0-2-16,-7 0-5 16,-12 0 0-16,0 0-136 15,0 0-193-15,0-8-287 16</inkml:trace>
  <inkml:trace contextRef="#ctx0" brushRef="#br0" timeOffset="-24207.35">26148 13090 323 0,'0'0'222'0,"0"0"-220"0,0 0 38 0,0 0 13 0,0 0 74 0,0 0 9 16,254-36 23-16,-195 4-99 16,-12-16 13-16,5-12-28 15,-5-13-21-15,-19 1-24 16,-22 4-16-16,-6 20-10 15,0 12-8-15,-12 28 15 0,-47 8 19 16,-16 0-17-16,1 36 17 16,9 8-6-16,9 4-10 15,16-7-21-15,21-10-105 16,19-7-102-16,0-7-48 16</inkml:trace>
  <inkml:trace contextRef="#ctx0" brushRef="#br0" timeOffset="-23706.69">26715 12969 583 0,'0'0'115'0,"0"0"26"0,0 0 3 0,0 0-34 0,0 0-43 15,0 0 40-15,93-39-59 16,-40 3 11-16,9-8-24 15,19-1 11-15,-4-3-31 16,-8 3-3-16,11 6-12 16,-5-2-5-16,-23 13 2 15,1 0-44-15,-25 4 1 16,-28 16-69-16,0 4-129 16,0 4-304-16</inkml:trace>
  <inkml:trace contextRef="#ctx0" brushRef="#br0" timeOffset="-23454.67">27029 12609 808 0,'0'0'228'0,"0"0"-134"16,0 0 36-16,108 232-56 16,-68-164-39-16,1-11-6 0,-1-9-24 15,-3 4-10-15,-3-24-3 16,1-8-45-16,-17-16-65 16,-9-4-391-16</inkml:trace>
  <inkml:trace contextRef="#ctx0" brushRef="#br0" timeOffset="-22557.31">27844 12748 833 0,'0'0'103'0,"0"0"28"0,0 0-14 0,0 0-11 15,0 0-63-15,0 0 19 16,254-31-55-16,-226 26-1 15,-3 5-6-15,-9 0-4 16,-16 0-13-16,6 0 12 16,0 0-3-16,6 0 16 15,22 0-3-15,7 0 2 16,-1 0-14-16,13 0 0 0,-7 0-27 16,-5 0-44-1,-13 0-76-15,-16-3-234 0</inkml:trace>
  <inkml:trace contextRef="#ctx0" brushRef="#br0" timeOffset="-22159.4">28167 12581 722 0,'0'0'372'0,"0"0"-263"0,0 0-7 0,0 224-72 0,0-156-18 16,0 0-12-16,0-12-26 0,0-7-11 15,-7-17-13-15,-2-8-44 16,9-16-141-16,0-8-44 15,0 0-283-15</inkml:trace>
  <inkml:trace contextRef="#ctx0" brushRef="#br0" timeOffset="-21506.59">28954 12516 547 0,'0'0'66'0,"0"0"-4"0,0 0 78 0,0 0-23 0,0 0-33 16,0 0 1-16,-18-76-39 16,24 60 8-16,19-8 6 15,2 20-34-15,-14-1 17 16,-7 5-41-16,3 0 16 16,-2 0-13-16,-7 41-10 15,0 15 5-15,0 24-14 16,-41 9-37-16,-33-1-43 0,-1-12-3 15,4 0-6 1,9-23 103-16,31-17 44 0,16-17 19 16,15-10-57-16,0-9 3 15,0 0-9-15,34 0 0 16,25-9 18-16,15-15-15 16,7 1 8-16,-7-2-7 15,-15 14 41-15,-6 3-34 16,-13 8-11-16,-12 0 0 15,0 0-13-15,-3 11-24 16,-4-3-162-16,-8-8-268 16</inkml:trace>
  <inkml:trace contextRef="#ctx0" brushRef="#br0" timeOffset="-21077.05">29404 12604 617 0,'0'0'196'0,"0"0"-93"0,0 0 41 0,0 0-67 16,0 0-45-16,0 0 57 16,-62 77-60-16,62-46 1 0,0-6-26 15,21-5 9-15,10 4-13 16,10-8-2-16,-1 8 1 16,7 0-10-16,-7 4 8 15,0 8 6-15,-6-4-9 16,-6 1 5-16,-3 3 0 15,-9-8-27-15,-16-5-11 16,0 10 37-16,0 3 4 16,-35 8-4-16,-27-11 10 15,10-10-21-15,-1-10-21 16,6-13-37-16,20-13-37 0,14-27-217 16</inkml:trace>
  <inkml:trace contextRef="#ctx0" brushRef="#br0" timeOffset="-20876.84">29435 12693 1123 0,'0'0'33'0,"0"0"37"16,0 0-13-16,0 0-32 15,0 0-19-15,0 0-11 16,214-28 5-16,-158 16-14 15,-4-1-19-15,1-3-106 16,-13 1-233-16,-12 10-379 0</inkml:trace>
  <inkml:trace contextRef="#ctx0" brushRef="#br0" timeOffset="-20576">30011 12789 622 0,'0'0'104'0,"0"0"-85"15,0 0 30-15,0 0 56 16,0 0-47-16,0 0 33 16,152 105-59-16,-105-105-14 0,-7 0 8 15,-6-36 0-15,0-17-18 16,-15-4-7-16,-19 2-2 15,0 10-33-15,0 6-18 16,-40 23-24-16,-19 16 4 16,6 0 56-16,-9 0-130 15,16 39 146-15,5 2 32 16,23-10-32-16,18-10-118 16,0-13-257-16</inkml:trace>
  <inkml:trace contextRef="#ctx0" brushRef="#br0" timeOffset="-20439.88">30011 12789 326 0</inkml:trace>
  <inkml:trace contextRef="#ctx0" brushRef="#br0" timeOffset="-20243.07">30011 12789 326 0,'388'89'293'0,"-363"-62"-145"0,15 1-20 15,16-11 76-15,3-1-155 16,0-13-15-16,9-3 22 16,-15 0-16-16,-1-11-28 15,10-30 39-15,-21-11-38 16,-1-12 4-16,-15 0-17 0,-19 0-13 16,-6 20-28-1,0 19 28-15,0 14-10 0,-37 11-18 16,-31 0 24-16,-7 36-24 15,16 8-24-15,13-8 12 16,24-5-51-16,22-14-104 16,0-9-134-16</inkml:trace>
  <inkml:trace contextRef="#ctx0" brushRef="#br0" timeOffset="-19627.8">31159 12164 835 0,'0'0'176'0,"0"0"-90"0,0 0 27 0,0 0-44 0,0 0-3 16,316 248-42-16,-276-159 25 15,-27 11-23-15,-13 3 5 16,0 7-9-16,-19 1-22 15,-49-6-31-15,-13-25-41 16,-6-28-125-16,1-32-873 16</inkml:trace>
  <inkml:trace contextRef="#ctx0" brushRef="#br0" timeOffset="-15547.37">15872 13868 405 0,'0'0'164'0,"0"0"-130"0,0 0-26 0,0 0 27 16,0 0-34-16,0 0 0 16,0 0 18-16,16 0 0 15,-16 0 23-15,0 0 40 16,0 0 20-16,0 0-55 16,0 0-4-16,0 0-35 15,0 0 18-15,0 0-10 16,0 0 23-16,0 0 0 15,0 15-20-15,0 18-1 0,0 15-13 16,0 17 42-16,18 10-38 16,-5 14 8-16,9 2-11 15,-16 6-6-15,-6-1 0 16,0-12 0-16,0 1-3 16,0-21 8-16,0-16-21 15,0-19 22-15,0-22-16 16,0-7-12-16,0 0 7 15,0 0-15-15,0 0 20 16,0-12 4-16,22-8 6 16,15 4 4-16,19 4 0 15,-4 8 18-15,-5 4-15 16,-13 0-7-16,-9 0 3 0,-10 0-6 16,-2 0-10-16,-7 0-33 15,-6 16-58-15,0-4-326 16</inkml:trace>
  <inkml:trace contextRef="#ctx0" brushRef="#br0" timeOffset="-14997.68">16756 14707 594 0,'0'0'272'0,"0"0"-271"0,0 0 71 0,0 0 38 0,-40-274-77 0,52 210-32 16,22 12 2-16,0 16-3 15,-9 16-13-15,3 7-3 0,-6 5-71 16,-4-7-81 0,-5 10-70-16,2-6-326 0</inkml:trace>
  <inkml:trace contextRef="#ctx0" brushRef="#br0" timeOffset="-14531.03">17116 14558 629 0,'0'0'56'15,"0"0"48"-15,0 0 22 16,0 0 0-16,0 0-76 0,0 0 20 16,0 0-34-16,183-153 15 15,-137 117-51-15,-5-4 6 16,-4 12-6-16,-16 0-11 16,14 3-7-16,-17 14-58 15,-5-1-9-15,2 12-146 16,-15 0 16-16,0 0-67 15</inkml:trace>
  <inkml:trace contextRef="#ctx0" brushRef="#br0" timeOffset="-14281.73">17156 14381 585 0,'0'0'173'0,"0"0"-151"15,0 0 69-15,0 0 31 16,143 213-55-16,-118-174-65 16,15-2 1-16,0-9 6 15,-12-4-18-15,-3-8 0 16,3-11-45-16,-3-5-95 15,9 0-94-15,-13-13-123 0</inkml:trace>
  <inkml:trace contextRef="#ctx0" brushRef="#br0" timeOffset="-13848.99">17826 14233 489 0,'0'0'87'0,"0"0"-45"0,0 0 151 0,0 0 8 0,0 0-120 16,0 0-55-16,248 264 11 15,-230-200 12-15,-18 1-31 16,0-9-2-16,0-8-16 0,0-12-22 16,-27-12-47-16,2-16-16 15,-3-8-271-15</inkml:trace>
  <inkml:trace contextRef="#ctx0" brushRef="#br0" timeOffset="-8919.68">18753 14614 294 0,'0'0'377'0,"0"0"-344"0,0 0 31 0,0 0-7 0,0 0-50 15,0 0-5-15,0 0 31 16,15-4 46-16,-15 4 12 16,0 0 8-16,0 0-40 15,0 0 2-15,0 0-40 16,0 0 10-16,0 0-19 15,0 0 5-15,0 0 7 0,0 0-18 16,19 0 5-16,21 0-2 16,13 0 10-16,21 0-14 15,-5 4 9-15,2 0-14 16,-15 0-1-16,-25 0-9 16,3-4-30-16,-19 0-19 15,-15 0-73-15,0 0-57 16,0 0-128-16</inkml:trace>
  <inkml:trace contextRef="#ctx0" brushRef="#br0" timeOffset="-8749.59">18753 14614 577 0</inkml:trace>
  <inkml:trace contextRef="#ctx0" brushRef="#br0" timeOffset="-8602.02">18753 14614 577 0,'-99'-184'265'0,"99"184"-149"16,0 0 3-16,0 3 76 15,12-3-174-15,22 12 36 16,13-4-22-16,9-3 6 0,2 3-18 15,1-8-10 1,22 0-13-16,-7 0-14 0,-9 0-8 16,-2 0-62-1,-36 0-95-15,-20 0-439 0</inkml:trace>
  <inkml:trace contextRef="#ctx0" brushRef="#br0" timeOffset="-6339.65">20052 14109 529 0,'0'0'56'0,"0"0"-56"0,0 0 0 0,0 0 9 0,-6-21 2 16,6 17 83-16,-9-7 60 16,2 11-11-16,1-8-56 15,0 3-38-15,6 5-29 16,-6-3-2-16,6 3-13 15,0 0 27-15,-16 0 7 0,16 0-13 16,0 0-9-16,0 0-9 16,-6 0-8-16,-6 31 11 15,-1 26-20-15,-8 15 13 16,-14 16-7-16,-5 1 3 16,3-2 0-16,-3-7-1 15,6-8-7-15,6-15 7 16,15-25-12-16,13-11 6 15,0-18-25-15,0-3-21 16,0 0-14-16,0-8 64 16,47-20 1-16,-1 8 4 15,7 0 9-15,-7 0-6 0,1 8-4 16,-13 7 7 0,-6 5-16-16,-16 0 12 0,4 0-6 15,-4 0 2-15,-12 0-9 16,0 0 7-16,13-3-32 15,-13-5-6-15,0-4-4 16,0-4 0-16,0-1-22 16,0 1 66-16,0 1 14 15,0 10 2-15,0 2-14 16,0 3 12-16,0 0 26 16,0 0-20-16,0 0 42 15,0 0-48-15,0 8 0 0,0 28-9 16,0 8-2-1,-19 12-3-15,-3 0 0 0,10-4 31 16,-10-4-30-16,22-16 11 16,0-15-5-16,0-9-14 15,0-8-50-15,0 0-103 16,0 0-121-16,0-16-68 16</inkml:trace>
  <inkml:trace contextRef="#ctx0" brushRef="#br0" timeOffset="-5821.99">20238 15007 469 0,'0'0'108'0,"0"0"-95"0,0 0 58 0,0 0-5 16,0 0 13-16,0 0 21 16,0 0 36-16,19-24-27 15,15-8-18-15,12-9-23 16,10-15-51-16,9-4 3 15,-3-4-10-15,3 0-20 16,-12 8-10-16,-13 7-14 16,-12 21-17-16,-15 0-39 15,8 20-4-15,-21 8-107 16,0 0-10-16,0 0 55 16,0 17-145-16</inkml:trace>
  <inkml:trace contextRef="#ctx0" brushRef="#br0" timeOffset="-5606.71">20418 14614 549 0,'0'0'136'15,"0"0"25"-15,0 0 66 16,0 0-149-16,161 237 2 0,-108-193-47 15,-7-13-17-15,-5 2-16 16,-1-13-8-16,-12-9-10 16,-16 6-116-16,1-17-169 15,-13 0-299-15</inkml:trace>
  <inkml:trace contextRef="#ctx0" brushRef="#br0" timeOffset="5635.06">21240 14650 249 0,'0'0'188'0,"0"0"-73"0,0 0-36 0,0 0 20 15,0 0-10-15,0 0 1 16,0 0 25-16,9 0-56 16,-9 0-5-16,0 0-17 15,19 0 20-15,-7 0-39 16,3 0 12-16,16-9-4 16,-3 1-15-16,13-3 10 15,-7 3-18-15,12 4 2 16,-12-4-2-16,-9 8-4 15,3-5 2-15,-3 5-2 0,-3 0-17 16,6-3-21-16,-4-5-21 16,4-9-96-16,-22 6-268 15</inkml:trace>
  <inkml:trace contextRef="#ctx0" brushRef="#br0" timeOffset="6384.48">21984 14284 444 0,'0'0'176'0,"0"0"-46"0,0 0 42 0,0 0-61 0,0 0-86 0,0 0 5 16,226-44-25-16,-192 44 1 15,-15 0-6-15,-4 8-7 16,-15 28-8-16,0 9 4 15,0 7 0-15,-15-8-25 16,-4 5 10-16,4-18 23 16,9 10 3-16,6-18 4 15,0 5 16-15,0-7-4 16,0-6 0-16,0-2 11 16,34-5-27-16,0-4 13 15,12-4-7-15,7 0 37 16,9 0-17-16,-3-4 25 15,-13-20-44-15,-5-4-7 0,-7 8-52 16,-16 7-37-16,-18 5-150 16,0 8-158-16</inkml:trace>
  <inkml:trace contextRef="#ctx0" brushRef="#br0" timeOffset="6749.54">22691 14505 298 0,'0'0'271'0,"0"0"-224"0,0 0 102 0,0 0 3 0,0 0-13 16,0 0-46-16,28 225 2 15,-16-153-67-15,10-7-22 16,-10-9-12-16,-6-20 5 0,1-12-10 15,-1-17-77-15,-6-7-20 16,0 0-198-16,15-23-169 16</inkml:trace>
  <inkml:trace contextRef="#ctx0" brushRef="#br0" timeOffset="7351.22">23078 14301 359 0,'0'0'84'0,"0"0"-62"0,0 0 4 0,0 0 53 0,0 0-21 16,0 0 69-16,127-125 4 16,-105 125-60-16,-16 0-5 15,19 0-41-15,-9 0-24 16,-10 21 8-16,-6 22-12 16,0 18 5-16,0 7-4 15,-47 4-23-15,1-8-3 16,12-8 28-16,6-15 0 15,28-10 20-15,0-14 0 16,0-9 1-16,0-4-18 16,15-4-4-16,16 0 1 15,31 0 0-15,-9 0 30 0,0-8-23 16,3-5 13-16,-32 5-17 16,11 5-3-16,-17-1 0 15,4 4-7-15,-10 0-46 16,1 0-77-16,2 0-36 15,-9-4-39-15,1 0-226 16</inkml:trace>
  <inkml:trace contextRef="#ctx0" brushRef="#br0" timeOffset="7648.94">23627 14577 541 0,'0'0'46'0,"0"0"-4"0,0 0 95 15,0 0-62-15,0 0-25 16,0 0 49-16,180 20-23 16,-146-20-8-1,6-28-13-15,-12-11 12 0,3-10-54 16,-3-15 8-16,-9 0-18 16,3 0-6-16,-16 15-2 15,-6 10-15-15,0 19 7 16,0 4-8-16,-28 11-39 15,-19 5-47-15,-12 0 30 16,-9 33 4-16,22 14-76 16,12 10 120-16,21-4 5 15,13-2-141-15,0-11-294 16</inkml:trace>
  <inkml:trace contextRef="#ctx0" brushRef="#br0" timeOffset="8165.59">24123 14626 55 0,'0'0'394'0,"0"0"-278"0,0 0-68 0,0 0 111 0,0 0-35 16,0 0 16-16,78-65-83 15,-44 37 0-15,19-8-1 16,2-3-10-1,-2-2-32-15,-6 1-11 0,-1 0-3 16,-6 4-8-16,1 0 1 16,-7 8-24-16,-9 8-10 15,-19 4-24-15,9 12 4 16,-15-4-28-16,0 8-17 16,0-5-155-16</inkml:trace>
  <inkml:trace contextRef="#ctx0" brushRef="#br0" timeOffset="8381.34">24374 14201 599 0,'0'0'173'16,"0"0"23"-16,0 0-66 15,249 232-72-15,-175-184-39 16,-9 1 4-16,-9-10-7 15,-31-6-11-15,9-5-10 16,-13-8-30-16,-14 0-52 16,-7-8-200-16,0 0-333 15</inkml:trace>
  <inkml:trace contextRef="#ctx0" brushRef="#br0" timeOffset="12078.09">25500 14481 150 0,'0'0'230'0,"0"0"-87"0,0 0-52 0,0 0-2 0,0 0-1 16,0 0-5-16,0 0 5 15,6 0-19-15,-6 0-37 16,0 0 27-16,0 0-7 0,13 0 32 15,-1 0-59-15,16 0 4 16,18 16-2-16,13 4 10 16,16-7-12-16,5-5-17 15,7-5-7-15,6-3 3 16,-6 0-8-16,-13 5-1 16,-15-5-2-16,3 0-29 15,-28 0-5-15,-27 0-92 16,-7 0-359-16</inkml:trace>
  <inkml:trace contextRef="#ctx0" brushRef="#br0" timeOffset="12779.31">26582 14181 561 0,'0'0'244'0,"0"0"-158"0,0 0-11 0,0 0 39 0,0 0-60 0,0 0-39 16,254-5 19-16,-213 5-26 15,-10 0 7-15,-3 33-14 16,-7 11-1-16,-21 8-1 15,0 8-12-15,0 0-8 16,0-4 9-16,0-15-5 16,-9-2 3-16,-3-6 13 15,5-13 2-15,7-8 3 16,0-8-4-16,0-4-4 16,0 0 3-16,28 0 0 15,19 0 1-15,12 0-7 16,0 0 2-16,15-12 10 0,0-1 2 15,-15-6-5 1,3 15-4-16,-15-9 2 0,-7 5-1 16,-15 0-10-16,-19-4-190 15,-6 1-212-15</inkml:trace>
  <inkml:trace contextRef="#ctx0" brushRef="#br0" timeOffset="13460.05">27571 14197 295 0,'0'0'259'0,"0"0"-258"0,0 0 10 0,0 0-5 0,0 0-6 16,0 0 30-16,0 0 75 16,-6 0-19-16,-16 4 2 15,-2 7-85-15,2 2 67 16,3 2-28-16,4-7-15 15,9 5 35-15,6-1-30 16,0 4-3-16,0 0-16 16,0 8-3-16,0-12-4 15,34-3 7-15,6-6-13 16,-6 5 12-16,13-4 2 16,-7 0-9-16,13 8 4 15,5 1 1-15,5 2-14 0,-11 1 5 16,-11 0-2-16,-14 1-4 15,-8-1 0-15,-7 4-7 16,-12 3 12-16,0 1 0 16,0 4 3-16,0-3 22 15,-12 3-20-15,-16-12 7 16,10 0-10-16,-10-4-4 16,3-4-6-16,-9 0-41 0,0-8-51 15,9 0-125 1,-3 0-21-16,15-16-119 0</inkml:trace>
  <inkml:trace contextRef="#ctx0" brushRef="#br0" timeOffset="13694.01">27658 14325 875 0,'0'0'95'0,"0"0"-54"0,0 0 35 0,0 0-33 0,0 0 13 15,0 0-32-15,146-48-24 16,-100 32-12-16,10-5-35 0,-3 6-60 16,-19 2-260-1,12 2-179-15</inkml:trace>
  <inkml:trace contextRef="#ctx0" brushRef="#br0" timeOffset="14009.79">28340 14538 591 0,'0'0'58'16,"0"0"-47"-16,0 0 84 16,0 0 10-16,0 0-36 15,0 0-18-15,285-97 13 16,-235 65-26-16,-13-8-26 15,-9-4-4-15,-22-4-8 16,-6-4-5-16,0 0-158 16,-46-1-137-16,-7 17-271 0</inkml:trace>
  <inkml:trace contextRef="#ctx0" brushRef="#br0" timeOffset="14409.98">28982 14497 390 0,'0'0'120'0,"0"0"-79"16,0 0 6-16,0 0 2 15,0 0 0-15,0 0 19 16,341-88 7-16,-294 20-60 16,-1 0 17-16,-12-4-1 15,-15 8 17-15,-13 23-7 16,-6 13 8-16,0 20 2 15,-12 8-29-15,-47 0-22 16,-22 13-11-16,-6 34 7 16,7 14 4-16,11-2-5 15,29-10 5-15,40-9-82 0,0-19-301 16</inkml:trace>
  <inkml:trace contextRef="#ctx0" brushRef="#br0" timeOffset="20694.26">15820 15280 346 0,'0'0'164'0,"0"0"-118"0,0 0-6 0,0 0 39 16,0 0 10-16,0 0 5 16,0 0-23-16,0 0 6 0,0 0-29 15,0 0-17-15,0 0 10 16,0 0-23-16,0 8 20 15,0 28-22-15,0 12 2 16,0 16-2-16,0 4-11 16,0 1-5-16,0-5 4 15,0 0-3-15,0-9 7 16,0 9-15-16,0-23 16 16,0-1-18-16,0-19 9 15,12-10-13-15,4-7 5 0,-10 0-10 16,6-4 18-1,1 0-1-15,8 0-2 0,7 0 6 16,13 0 14-16,-10 0-11 16,3 0-2-16,6 0-4 15,-6 0 2-15,0 0-6 16,-3 0-9-16,-9 0 0 16,-16 0-43-16,13 0-37 15,-19 0-200-15,0 0-223 16</inkml:trace>
  <inkml:trace contextRef="#ctx0" brushRef="#br0" timeOffset="21303.62">16589 15922 60 0,'0'0'368'0,"0"0"-312"0,0 0 31 0,0 0-4 0,0 0 16 16,0 0 5-16,0 0-35 15,0 0-49-15,0 0 15 16,0 0 24-16,0 0-23 16,0 0-19-16,0 0 36 15,0 0-12-15,0 0 22 0,0 0-48 16,0 0 12-16,0 0-19 16,0 0 9-16,0-13-14 15,0-7-2 1,-19-8 1-16,10 0 5 0,-10 0-14 15,13-4 12-15,6 4-10 16,-6 0 5-16,6-13-8 16,0 2-17-16,0-5-21 15,0 3-19-15,25 18-30 16,2 10-28-16,-2 13-138 16,3 0 44-16,-6 0-137 15</inkml:trace>
  <inkml:trace contextRef="#ctx0" brushRef="#br0" timeOffset="21772.11">16917 15797 602 0,'0'0'173'0,"0"0"-80"0,0 0-4 0,0 0-35 0,0 0 17 16,0 0 1-16,87-141 9 0,-47 105-30 15,-9 9-19 1,-9 10-18-16,-9 9-14 0,-7 5-3 15,-6 3-29-15,0 0 4 16,6-8-53-16,-6 8-7 16,0 0-50-16,0 0-77 15,0 0 12-15,0 0-258 16</inkml:trace>
  <inkml:trace contextRef="#ctx0" brushRef="#br0" timeOffset="22054.13">16908 15529 618 0,'0'0'72'0,"0"0"-7"15,0 0 46-15,0 0-33 16,0 0-20-16,0 0 35 15,62 244-47-15,-50-197 2 16,4-6-13-16,-4-16-5 16,-12-6-22-16,13-11-8 15,-1-4-12-15,4 1-33 16,-4-2-23-16,22 2-70 16,0-5-93-16,-9 0-58 15</inkml:trace>
  <inkml:trace contextRef="#ctx0" brushRef="#br0" timeOffset="22536.27">17444 15476 564 0,'0'0'97'0,"0"0"108"0,0 0-40 0,0 0-93 16,0 0-24-16,360 180-15 15,-320-132-3-15,-24 4-27 0,-16 5 30 16,0 3-32-16,0-3-2 16,-34-6-15-16,0-15-18 15,21-20-12-15,-2-16-69 16,15 0-191-16,0-31-131 16</inkml:trace>
  <inkml:trace contextRef="#ctx0" brushRef="#br0" timeOffset="23351.86">18434 15881 549 0,'0'0'107'0,"0"0"-77"0,0 0 89 0,0 0-29 0,0 0 19 16,0 0-33-16,40-4-14 16,-22 4-8-16,23 0 7 15,-7 0-54-15,0 0-4 16,-6 0-3-16,3 0 9 16,-9 0-22-16,12 0 2 15,-16 0-7-15,1 0-54 16,-4 0-18-16,-8 0-149 15,-7 0-26-15,0-4-300 16</inkml:trace>
  <inkml:trace contextRef="#ctx0" brushRef="#br0" timeOffset="23496.49">18434 15881 832 0</inkml:trace>
  <inkml:trace contextRef="#ctx0" brushRef="#br0" timeOffset="23601.42">18434 15881 832 0,'99'-252'172'0,"-25"252"-111"16,13 3 68-16,-6 10-30 15,-7 2-105-15,-43-15 3 16,-3 0-31-16,-16 0-83 15,-12 0-172-15,0-4-355 0</inkml:trace>
  <inkml:trace contextRef="#ctx0" brushRef="#br0" timeOffset="33343.1">19851 16002 255 0,'0'0'102'16,"0"0"-102"-16,0 0-5 0,0 0-41 0,0 0 10 0,0 0 34 15,0 0 2-15,0 0 51 16,0 0 52-16,0 0 38 0,0 0-83 15,0 0 18-15,0 0 8 16,0 0-15-16,0 0-36 16,0 0-22-16,0 0 0 15,0 11 3-15,0 1 24 16,0 1-16-16,0 2 10 16,0-2-24-16,0-2-7 15,0-2-1-15,0-5 12 16,0-4 2-16,0 0 13 15,0 7 24-15,0-2-28 16,0 3 20-16,0 4-36 16,0-4 2-16,-7 3-5 15,7-6-4-15,0-5 22 0,0 0 5 16,0 0-3 0,0 0-3-16,0 0 14 15,0-16-21-15,0-24 7 16,0-25-18-16,0-15-1 0,0-4-2 15,25 4 0-15,3 8-2 16,-6 23-3-16,-16 9-1 16,-6 24 1-16,12 16-2 15,-12 0 14-15,0 0-8 16,0 0 1-16,0 36 0 16,0 0-14-16,-12 8-12 15,-10 1 2-15,10 3-31 0,-10-5-75 16,4-2-204-1,5-13 33-15</inkml:trace>
  <inkml:trace contextRef="#ctx0" brushRef="#br0" timeOffset="33877.19">20220 15917 91 0,'0'0'484'0,"0"0"-387"0,0 0 76 0,0 0 2 0,0 0-87 16,0 0-17-16,0 180-1 15,0-127-59-15,0-9-4 16,0 5-3-16,0-13-4 15,0-9-2-15,0 1-29 16,-10-16-35-16,4 1-63 16,0-13-215-16,6 0-217 0</inkml:trace>
  <inkml:trace contextRef="#ctx0" brushRef="#br0" timeOffset="34793.4">20740 16097 572 0,'0'0'100'0,"0"0"-17"0,0 0 34 0,0 0-66 0,0 0-4 0,0 0-1 16,-21 0 17-16,21 0-40 16,0-15 20-16,0-14-29 15,0-7-2-15,15-8-9 16,22 1-2-16,4-6 0 0,-7 5 6 15,-6-4-8-15,-3 7 4 16,-16 2-2-16,3 11-1 16,-12 7 9-16,0 6-1 15,0 2-5-15,0 10 6 16,-12 3-5-16,-22 0-8 16,12 0-2-16,10 0-5 15,-1 0 3-15,7 16 4 16,-3 7-4-16,9 18 8 15,0-5-3-15,0 0 8 16,0-8-11-16,9-4 0 16,10-1 2-16,9-2-14 15,-10-1-5-15,16 0-7 0,7 4 9 16,-7-4 15 0,6 13 7-16,-15-5-3 0,3 0 4 15,-22 4-3 1,-6-1 8-16,0-3 11 0,0-3-7 15,-40-5 17-15,-7-4-13 16,-6-5-11-16,-2-6-8 16,8-5-1-16,28 0-2 15,7 0-38-15,3 0 11 16,9 0-149-16,0 0-113 16,0 0-182-16</inkml:trace>
  <inkml:trace contextRef="#ctx0" brushRef="#br0" timeOffset="35309.08">21336 16058 214 0,'0'0'107'0,"0"0"60"0,0 0-83 0,0 0-25 15,0 0 23-15,0 0 21 16,52 16-9-16,-39-16 14 16,9 0-8-16,-10-21-24 15,16-15-12-15,-9-4-49 16,-13 0-4-16,6-8-9 16,-3-4 1-16,-9 8-3 15,0-1 1-15,0 14-2 16,0 7-4-16,0 7-1 0,-21 6 6 15,-4 6-9-15,-9 5-25 16,6 0 29-16,3 0 5 16,-9 0 0-16,6 16-7 15,0 12-22-15,3 1-22 16,13-6-91-16,3 5-167 16,9-7-37-16</inkml:trace>
  <inkml:trace contextRef="#ctx0" brushRef="#br0" timeOffset="36259.66">21835 16074 339 0,'0'0'159'0,"0"0"-85"0,0 0-17 0,0 0 12 15,0 0 34-15,0 0 23 16,0-8 19-16,0-12-79 16,22-13 50-16,24-3-71 15,1 0 15-15,-7-4-41 16,13 0 0-16,-1-1-18 16,4-6 1-16,-3 7-2 0,0 4-5 15,-7-1 4-15,1 6-22 16,-13 6 14-16,-16 9-37 15,-8 8 21-15,-10 8-55 16,0 0-11-16,0 0-57 16,-16 0-155-16</inkml:trace>
  <inkml:trace contextRef="#ctx0" brushRef="#br0" timeOffset="36524.47">22043 15645 638 0,'0'0'143'0,"0"0"32"16,0 0 11-16,0 0-64 15,0 0-53-15,167 241-17 16,-120-186-4-16,-1-10-36 15,-5-9-8-15,-1-8-4 16,-12-17-23-16,-10-6 3 16,4 6-36-16,-16-6-23 15,0 3-170-15,-6-1-241 0</inkml:trace>
  <inkml:trace contextRef="#ctx0" brushRef="#br0" timeOffset="40270.97">22973 15909 794 0,'0'0'202'0,"0"0"-129"0,0 0 1 0,0 0 7 0,0 0-36 15,0 0-14-15,0 0-19 16,326 60 14-16,-286-60-11 15,16 0 14-15,-4 0-28 16,1 0-2-16,6 0-20 16,3 0-49-16,-9-16-99 15,-13-4-349-15</inkml:trace>
  <inkml:trace contextRef="#ctx0" brushRef="#br0" timeOffset="40940.16">24154 15653 37 0,'0'0'559'0,"0"0"-516"0,0 0 73 0,0 0 1 0,0 0-12 16,0 0-5-16,220-41-74 15,-170 41 0-15,-3 0-19 16,-1 0-7-16,-15 8 0 16,-9 28-12-16,-22 17-26 15,0 7 14-15,0 4-49 16,-28-3-109-16,-12-5 80 16,9-12 102-16,9-13 21 15,9-10-5-15,13-6-4 16,0-10 0-16,0-5-9 0,19 0 6 15,21 0 5-15,7 0 11 16,-7 0 25-16,7 0 13 16,-1 0 18-16,-5 0 6 15,14 0-39-15,-14-8-19 16,-10 3-29-16,-16 2-8 16,-9 3-32-16,1 0-158 15,-7 0-232-15</inkml:trace>
  <inkml:trace contextRef="#ctx0" brushRef="#br0" timeOffset="41670.55">25085 15701 399 0,'0'0'84'16,"0"0"-37"-16,0 0 37 0,0 0 9 0,0 0 18 16,0 0-17-16,0 0-41 15,-13 8-17-15,-9 0-29 0,4 0 31 16,-4 0-6-16,3-8 15 16,4 15-25-16,9-7 24 15,0 9-13-15,-7 3-17 16,7 0-4-16,6 0-7 15,0 0-3-15,0-4 2 16,0 1-2-16,0-6 1 16,19 5-6-16,15-7 9 15,0 2-2-15,12 1-3 16,7 1 0-16,6 2-1 16,-3 1 6-16,-10 5-12 15,-12-6 13-15,-15-2-14 0,-19-1 5 16,0-1 2-16,0 5-5 15,0 9 5-15,-19 3 0 16,-21 4 8-16,-16-12-13 16,16-8 13-16,9-4-13 15,-3-8 6-15,12 0-2 16,-9-8-85-16,3-24-83 16,0-4-155-16</inkml:trace>
  <inkml:trace contextRef="#ctx0" brushRef="#br0" timeOffset="41887.16">25150 15653 297 0,'0'0'367'0,"0"0"-276"0,0 0 58 0,0 0-58 16,0 0-48-16,0 0-43 16,356-116-56-16,-297 103-148 15,-19 13-59-15</inkml:trace>
  <inkml:trace contextRef="#ctx0" brushRef="#br0" timeOffset="42269.01">25698 15973 328 0,'0'0'228'15,"0"0"-177"-15,0 0-2 16,0 0 48-16,0 0 29 16,0 0-14-16,342-117-38 15,-296 58-42-15,-12 2-10 0,-21 1-21 16,-4 4-1-16,-9 8-40 16,0 24-42-16,-22 9 33 15,-37 11 44-15,-3 11-5 16,-18 41 10-16,2 12-8 15,-18-3 8-15,31-1-8 16,-3-12-1-16,49-12-30 16,4-8-102-16,15-15-81 15,0-13-104-15</inkml:trace>
  <inkml:trace contextRef="#ctx0" brushRef="#br0" timeOffset="42601.6">26675 16017 247 0,'0'0'263'0,"0"0"-177"16,0 0-5-16,202-233 41 16,-171 174-47-16,-10 15 38 15,-14 16-15-15,-7 12-47 16,0 16-8-16,-53 0 20 16,-40 8-28-16,-3 40-35 15,-3 4-2-15,24 8 2 0,10-4-3 16,12-8-20-16,25-12-97 15,10-20-309-15</inkml:trace>
  <inkml:trace contextRef="#ctx0" brushRef="#br0" timeOffset="77406.37">15277 15296 173 0,'0'0'224'0,"0"0"-126"0,0 0-25 0,0 0-17 0,0 0-9 15,0 0-28-15,0 0 18 16,0 0 4-16,0 0 32 15,-19-5-4-15,19 5 26 0,-6 0-52 16,6 0-21-16,-6 0-22 16,6 0 4-16,-6 9 4 15,-3 2-5-15,9 2 12 16,-7 15-7-16,1 8 11 16,0 0-16-16,6 3 26 15,0-6-21-15,-12 0 20 16,12-5-9-16,0 3-2 15,0 1-13-15,0 4 4 16,0 1-9-16,0 3 9 16,0-4-12-16,0 4 12 0,0 1-13 15,0-5 6 1,0 3-1-16,0-3 0 0,0 5 2 16,0 7-10-16,0-1 19 15,0-3-18-15,0 5 18 16,0-5-16-16,0 1 10 15,0-6-5-15,0 5 0 16,0-8 1-16,0 5-8 16,0-1 11-16,0-4-13 15,0-4 18-15,0-4-22 16,0-8 13-16,0-9-7 16,0 2-15-16,0-9 14 15,0 0 1-15,0 5-8 0,24-6 12 16,-2 5 6-1,3-4-18-15,9 0 27 0,0 0-21 16,6-4 14-16,7 0-8 16,-1 0 3-16,13 0 0 15,-12 0 3-15,21 4-2 16,0 0 15-16,-3 4-13 16,4-3 16-16,-4 2-14 15,-3-7-2-15,-3 0-3 16,0 0 0-16,-4 0 0 15,-2 0 2-15,15 0 3 16,-3 0 4-16,4 0-10 16,-4 0 11-16,-3 0-17 0,-3 0 13 15,-7 0-9 1,1 0 3-16,15 0 0 0,-9 0-1 16,9 0 7-16,7 0-14 15,5 0 17-15,-2 0-17 16,9 0 17-16,3 0-17 15,-13 0 16-15,-9 0-8 16,13 0 0-16,-22 0 2 16,9 0-12-16,-9 0 23 15,9 0-20-15,-3 0 19 16,4 0-22-16,11 0 15 16,1 0-8-16,24 0 3 15,-12 0 0-15,0-4-3 16,3 1 8-16,4 3-18 15,-14 0 23-15,1 0-21 0,-6 0 14 16,-28 0-8-16,15 0 5 16,-15 0 0-16,5 0-1 15,11 0 2-15,-4 0-10 16,9 0 21-16,19 0-21 16,-18 0 22-16,24 0-22 15,-12 0 14-15,9 0-8 16,3 7 3-16,0 1 0 15,-12 0-3-15,-6 5 6 16,-1-10-9-16,-11 1 12 16,-4 0-2-16,3-4 1 15,3 0 1-15,4 0-5 16,18 0 1-16,0 0 3 16,9 0-2-16,-3 0-3 0,-6 0 11 15,10 0-23-15,-17 0 23 16,-5 0-20-16,18 0 14 15,0 0-5-15,-6 0 0 16,22 0 3-16,0 0-7 16,-3 0 12-16,-4 0-18 15,-3 0 20-15,10 0-17 16,-9 0 15-16,8 0-13 16,1 0 9-16,-10 0-4 15,4 0 0-15,3 0 0 0,-4 0-4 16,13 0 11-1,-9-11-12-15,9-6 10 0,0 5-10 16,-16 0 14-16,3 4-16 16,-14 4 7-16,-1 0 0 15,0 4-4-15,-13 0 8 16,1 0-15-16,-1 0 22 16,-11 0-22-16,-4-4 24 15,3-4-17-15,13-3 11 16,-4-2-9-16,10 1 2 15,15 0 0-15,-9 8-6 16,-6 0 15-16,6 4-18 16,-6 0 18-16,0 0-16 0,-7-4 8 15,1 4-2-15,-7-4-2 16,-9 0 3-16,4 0 0 16,-10-4 4-16,21 4-16 15,1 4 25 1,-1 0-24-16,20 0 24 0,-13 0-24 15,-7 0 17-15,-12 0-8 16,-3 0 2-16,4 0 0 16,-10 0-5-16,-7 0 13 15,17 0-8-15,-17 0 7 16,10 0-14-16,-3 0 16 16,0 0-17-16,-3 0 10 15,3 0-2-15,0 0 0 16,-10 0-4-16,4 0-4 15,-13 0 16-15,1 0-14 16,-10 0 17-16,-3 0-18 0,12 0 7 16,-12 0 0-16,3 0-1 15,-10 0 4-15,4-8-10 16,3-4 14-16,-6 3-19 16,-3 1 23-16,-1 5-18 15,-2 3 10-15,-4-4-6 16,10-4 4-16,3-5-1 15,2-2 0-15,-2-14-3 0,-3 1-4 16,-10 5-12 0,10-1 11-16,-16 7 16 15,0 1-17-15,-6 4 20 16,7 1 0-16,-7 3 7 16,0-17-8-16,0-7-10 0,0-8 8 15,0-8-20 1,0 0-3-16,-7 12 4 0,1 8-5 15,0 8 16-15,0 7 4 16,-10 1 9-16,10 1 13 16,-6 3-26-16,-4 0 0 15,4-9 14-15,-7-2-22 16,-2-6 18-16,-14-3-5 16,17 0-1-16,-10-4 1 15,9 4 2-15,7-8-6 0,12 8-2 16,-16 0 9-1,16 4-18-15,0-1 20 0,0 13-16 16,-6-4 15 0,0 5-14-16,-6-14 7 0,-10 9-2 15,9-15 0-15,1 11 0 16,-16-1-7-16,22 5 14 16,6 9-15-16,0-10 22 15,0 9-24-15,0 0 15 16,-6-4-10-16,6 0 5 15,-10 3 0-15,-2-2-6 16,12-1 8-16,-12-4-9 0,5 4 14 16,-8-4-13-1,3-8 12-15,5 7-9 0,-14-2 3 16,8 2 0-16,-5 9-1 16,2 0 6-16,-2 1-5 15,-10-1 11-15,9 0-4 16,-9 0-1-16,3-4-12 15,-9 4 14-15,-6 3-10 16,6 2 2-16,6-5 0 16,-19 3 16-16,1 5-15 15,-7 0 2-15,7-4 9 16,-1-4-12-16,1 0 4 16,-1 0-1-16,-9 0-3 15,-3 4 2-15,0 0 0 16,-3 0 2-16,4 4-8 0,5-3 15 15,-3-5-23-15,-3 8 28 16,13 0-29-16,-1 0 18 16,-9 0-5-16,-3 0 0 15,7 0 0-15,-10 0-1 16,-3 0 4-16,-16 0-14 16,-6 0 18-16,-6 0-19 15,-15 0 21-15,2 0-16 16,19-5 9-16,7 5-2 15,5 0 0-15,16 0 8 16,7 0-14-16,2 0 15 16,4 0-14-16,-7 0 16 0,13 0-18 15,-7 5 9 1,-6 3-3-16,-9-5 1 0,-3 1 0 16,-3-4-1-16,-3 0 5 15,-10 0-11-15,0 0 14 16,1 0-13-16,-1 0 17 15,1 0-19-15,8 0 11 16,-2 0-3-16,21 0 0 16,-3 0 3-16,31 0-7 15,-9 0 14-15,6 0-16 16,4 0 19-16,-10-4-18 16,-25 1 9-16,-3-5-8 15,-19 8 2-15,0-5 1 0,4 1 1 16,2 4 0-1,13 0-6-15,4 0 13 0,-1 0-14 16,-3 0 18-16,-4 0-20 16,-8 0 11-16,-19 0-2 15,12 0 0-15,7 0 8 16,15 0-14-16,6-8 12 16,-2 8-6-16,2 0 8 15,0 0-14-15,0-8 15 16,-21 8-12-16,6 0 3 15,-13 0 0-15,-6-4 0 16,-6-8 1-16,7 4-11 16,-1 0 22-16,0-4-21 15,6 8 18-15,10-4-14 0,9 4 11 16,-12 4-8-16,21-4 2 16,-12 0 0-16,-22 4-2 15,19-12 11-15,-7 12-13 16,10-5 15-16,3-2-20 15,3-5 18-15,7 8-7 16,-4-9-2-16,3 10 0 16,6-1-2-16,1 0 8 15,-1 4-19-15,-11 0 25 16,17 0-24-16,-27 0 24 16,15 0-20-16,7 0 11 15,-10 0-3-15,9 0 0 16,7 0 1-16,-13 0-4 0,7 0 9 15,-7 0-13 1,1 0 18-16,-4 0-20 0,-3 0 14 16,-16 0-7-16,10 0 2 15,-9-4 0-15,6-4 1 16,21 8 6-16,7 0-9 16,21 0 12-16,-15 0-18 15,9 0 15-15,-9 0-14 16,-6 0 5-16,-13 0 0 15,-15 0 2-15,0 0 0 16,-4 0-6-16,10 0 16 16,10 0-20-16,5 0 23 15,13 0-22-15,9 0 16 16,4 0-12-16,-14 0 5 0,23 0 0 16,-7 0-2-16,-8 0 4 15,-1 0-9-15,-25 0 18 16,-12 0-19-16,-16 0 20 15,1 0-21-15,27 0 15 16,3 0-8-16,13 0 2 16,3 0 0-16,6 0-6 15,3 0 13-15,-3 0-16 16,0 8 21-16,-3-8-24 16,-3 4 14-16,-12-4-4 15,-22 4 2-15,-7 0-2 0,-5-1 1 16,14-3 1-1,26 0-8-15,0 13 20 0,0-9-24 16,21 4 24-16,-15-4-24 16,6 0 11-16,9-1 1 15,-2 2 0-15,8-5 3 16,-5 0-9-16,-10 0 15 16,0 0-18-16,-13 8 21 15,-5-8-19-15,-1 0 15 16,1 4-11-16,-1-4 3 15,7 4-1-15,6 4-1 16,9-8 4-16,3 8-10 16,4-8 19-16,-4 4-20 15,-3-1 20-15,4-3-19 0,-20 13 18 16,-5-9-13-16,-13 0 3 16,6 0 0-16,-3 8-1 15,16 0 9-15,15 0-17 16,-3-7 23-16,10 6-25 15,-4-7 19-15,-3 4-13 16,16 0 6-16,-10-3-1 16,7-5 0-16,-4 3 4 15,-2 5-8-15,-16 0 11 16,0-4-12-16,-13 12 17 16,7-3-21-16,0-13 14 15,15 12-6-15,-3-9 1 16,9 2-7-16,-3 3 6 0,-12 0 0 15,-6-1-10 1,0 1 22-16,3-3-24 0,15-2 22 16,3-3-19-16,4 0 10 15,9 0 0-15,-1 0-1 16,-11 0 1-16,-4 0-8 16,-18 0 16-16,-13 8-18 15,7-3 22-15,-7 2-20 16,12-2 11-16,7-2-5 15,-6 2 2-15,6-5 0 16,15 0-2-16,-2 0 4 16,14 0-12-16,7 0 4 0,-6 0-22 15,0 0-61 1,-16 0-47-16,-2 0-316 0</inkml:trace>
  <inkml:trace contextRef="#ctx0" brushRef="#br0" timeOffset="90728.17">9349 6568 316 0,'0'0'166'0,"0"0"-164"0,0 0 61 0,0 0-35 0,0 0-21 16,0 0-3-16,0 0 13 15,34-44 18-15,-34 44 4 0,6 0 19 16,-6 0-31-16,6 0 0 16,-6 0-26-16,0 0 6 15,0 0-7-15,0 0 1 16,0 0-1-16,9 0 0 15,-9 0-3-15,0-8 16 16,0 8 35-16,0 0 8 16,0 0 22-16,0 0-37 15,0 0-1-15,0 0-34 16,0 0 0-16,0 0-12 16,0 0 12-16,0 0-17 15,0 0 27-15,0 0-16 0,0 0 3 16,0 0 18-1,0 0-13-15,13 0-6 0,-1 0 4 16,4 0-1-16,-4-3 21 16,13-6-14-16,-10 9 20 15,10-3-31-15,3 3 1 16,0-8 3-16,-3 8-5 16,-3 0 8-16,24 0-4 15,-12 0-4-15,6 0 3 16,13 0-1-16,0 0 9 15,-7 0-13-15,16 0 7 16,-9 0-6-16,0 0 1 16,0 0 0-16,-7 0-2 15,16 0 9-15,-9 8-16 0,6-5 18 16,3-3-15-16,-3 9 18 16,-7-6-15-16,10-3 3 15,-15 0 0-15,6 8 0 16,-13-8 4-16,-12 0 3 15,-3 8-7-15,2-3 22 16,-8-5-18-16,3 0 1 16,-10 0 3-16,-6 0-4 15,4 0-4-15,-4 0 0 16,-6 0 15-16,12 0-10 16,-6 8 10-16,7-8-7 15,2 0-13-15,-2 0 16 16,-7 0-22-16,0 0-7 0,-6 4-26 15,0-4-89-15,0 0-327 16</inkml:trace>
  <inkml:trace contextRef="#ctx0" brushRef="#br0" timeOffset="179103.42">15879 18199 247 0,'0'0'277'0,"0"0"-259"0,0 0 34 0,0 0 0 0,0 0-37 0,0 0-12 16,0 0 18-16,0 0 48 15,0 4 5-15,0 1 35 16,0-5-11-16,0 0-53 16,0 0-32-16,0 0 21 15,0 0 0-15,0 0-25 16,0 0 1-16,0-9 11 15,0-15 27-15,0-12-35 16,9-16 10-16,16-20-14 16,3-25 22-16,18-19-11 15,7-20-11-15,15-13-8 16,6-3 5-16,-2 16-12 16,-4 8 0-16,-3 26-3 15,-9 27-15-15,-25 31 19 16,-3 24-29-16,-22 15-4 0,0 5-52 15,-6 0-76-15,0 8-172 16</inkml:trace>
  <inkml:trace contextRef="#ctx0" brushRef="#br0" timeOffset="179803.27">16102 16912 496 0,'0'0'131'0,"0"0"64"0,0 0 41 0,0 0-125 0,0 0-21 0,0 0-46 16,239-13-20-16,-193 5-19 15,10-3 0-15,-16-9-10 16,-9 0-10-16,3-1-11 16,-12 10-8-16,-16 6-10 15,0 5-2-15,-6 0-12 16,0 0 31-16,0 5 27 15,0 23 16-15,0 8-15 16,0 8-2-16,0 3-34 16,-12 6-62-16,-3-4 46 15,8 3 39-15,7-4 12 16,0-4 17-16,0-13-1 16,0-18-16-16,0-13-208 15</inkml:trace>
  <inkml:trace contextRef="#ctx0" brushRef="#br0" timeOffset="181218.2">16288 18142 242 0,'0'0'321'0,"0"0"-222"0,0 0 66 0,0 0 18 0,0 0-102 16,0 0-47-16,0 0-7 15,0 0-17-15,0 5 18 16,0 7 18-16,0 4-33 0,-6 8 20 16,-7 4-29-1,13 8 13-15,0-3-13 16,0 10-3-16,0-2 1 0,0-2-4 15,0 2 4-15,0 3 3 16,13 4-5 0,21-4 3-16,6-3-4 0,13-5 1 15,6-8-1-15,9-4 0 16,3-16-6-16,-3-8 7 16,1 0-10-16,-17-13 5 15,-5-34-1-15,-13-22 2 16,-22-19-4-16,7-1 5 15,-19 1-42-15,0 9 5 16,-6 18 11-16,-47 9 20 0,-21 24 6 16,2 12 3-16,-14 16 24 15,5 0-9-15,0 32 39 16,13 28-35 0,15 8 3-16,19 4-21 0,28-3-2 15,6-10-6-15,0-14-58 16,28 3-116-16,18-12-351 15</inkml:trace>
  <inkml:trace contextRef="#ctx0" brushRef="#br0" timeOffset="207795.37">5705 7877 365 0,'0'0'174'0,"0"0"-156"0,0 0 22 0,0 0 26 0,0 0-39 0,0 0 12 15,0 0 12-15,0 0 8 16,0 0 1-16,0 0-13 16,0 0-15-16,0 0-15 15,0 0 15-15,0 0 6 16,0 0 4-16,0 0-15 0,0 0 28 15,0 0-20 1,0 0-2-16,0 0-30 0,0 0 8 16,0 0 1-1,0 0-11-15,0 0 3 0,0 0 1 16,0 0 2-16,0 0-6 16,0 0 2-16,0 0 0 15,0 0 1-15,0 0-3 16,0 0-1-16,0 0 0 15,0 0 4-15,0 8-9 16,-12 11 12-16,-13 5-13 16,-3 13 15-16,6-1-18 15,4 8 8-15,-1-4-1 16,4-4-2-16,9-4 1 0,6-9 0 16,0-6-4-16,0-1 0 15,0-4 0-15,12 0 6 16,16 0-16-16,12-4 15 15,0-4 1-15,1 0 1 16,5-4 0-16,-5 0 1 16,-1 0-4-16,-6-4 6 15,-9-24 8-15,-3 0-8 16,2-8 9-16,-8 0-12 16,-10-8 0-16,-6-4 0 15,0-1 2-15,0 1-11 16,0 4 16-16,0 8-15 15,0 8 16-15,-6 24-1 0,-22-4-4 16,-19 8 10 0,-15 0-13-16,10 0-7 0,-13 40-4 15,-4 16-11-15,-5 24 4 16,3 12-48-16,-10-4-75 16,7-11-372-16</inkml:trace>
  <inkml:trace contextRef="#ctx0" brushRef="#br0" timeOffset="210711.03">6735 8081 490 0,'0'0'165'0,"0"0"-124"0,0 0 132 0,0 0-35 15,0 0-57 1,0 0-26-16,0 0-20 0,0-5-18 16,0 5-4-16,0 0 19 15,0 0-13-15,0 0 18 16,0 0-28-16,0 0 19 15,9 0-19-15,-3 0-9 16,7 0 0-16,8 0-8 16,10 0 5-16,16 0 6 15,9 0 2-15,-4 0 0 16,7 0-4-16,3-3-1 16,-9-5-3-16,-7 0-26 15,-18 0-31-15,-21-1-39 16,-7 6-221-16,0-5-306 15</inkml:trace>
  <inkml:trace contextRef="#ctx0" brushRef="#br0" timeOffset="211110.14">6704 7924 693 0,'0'0'14'0,"0"0"102"0,0 0 49 0,0 0-85 16,0 0-21-16,0 0 15 15,260-20-41-15,-213 12-29 16,-1 8-4-16,-6 0 0 15,7 0-6-15,-1-4-114 16,-11-11-230-16</inkml:trace>
  <inkml:trace contextRef="#ctx0" brushRef="#br0" timeOffset="211909.23">7879 8325 503 0,'0'0'176'0,"0"0"-27"0,0 0 10 0,0 0-48 0,0 0-50 0,0 0 4 0,0-24-22 16,0-20-17-16,0-24-16 16,12-12 12-1,4-16-7-15,-4-13-11 0,-6 13-8 16,-6 4-8-16,0 27 9 16,0 25-22-16,0 24 23 15,0 16 1-15,0 0 0 16,0 28 1-1,-6 32-9-15,-34 13 0 0,6 3-1 16,3-12 8-16,3-8-30 16,15-12-27-16,13-11 2 0,0-17-50 15,0-1-142-15,7-10 31 16,27-5-194-16</inkml:trace>
  <inkml:trace contextRef="#ctx0" brushRef="#br0" timeOffset="212228.33">8387 8132 713 0,'0'0'176'0,"0"0"-88"0,0 0 30 0,0 0-94 0,-40 238-18 0,40-194-6 0,-6-16-11 0,0-12-16 16,-1-8-21-16,-2-8-69 15,3 0-194-15</inkml:trace>
  <inkml:trace contextRef="#ctx0" brushRef="#br0" timeOffset="212843.19">8607 8245 583 0,'0'0'92'0,"0"0"2"0,0 0 26 16,0 0-74-16,0 0 22 15,0 0-35-15,121-172 2 16,-74 115-21-16,-1 1 15 16,-5 0-7-16,-13 4 2 15,-4 0-23-15,-17 16 3 16,-7-4 9-16,0 16-10 0,0 4 13 15,-19 7-15 1,-21 5 1-16,-7 8 4 16,1 0-12-16,5 0 2 15,1 0-2-15,0 33 6 0,21 6-3 16,4 5-5-16,15 1 16 16,0-1-11-16,0-4 10 15,0 5-12 1,21-6 5-16,20-3-6 0,11 5 6 15,1-5-11-15,9-5 6 16,-9 5-18-16,0-3 22 16,-13-5-22-16,-12-4 21 15,-22-4-1-15,-6 0 3 16,0 1 7-16,-22-6 7 0,-30-2-5 16,-17-10-5-16,10 2-4 15,-9-2-29-15,9-3-3 16,0 12-165-16,4-4-234 15</inkml:trace>
  <inkml:trace contextRef="#ctx0" brushRef="#br0" timeOffset="213456.94">9324 8213 639 0,'0'0'198'0,"0"0"-103"0,0 0 38 0,0 0-68 0,0 0 61 0,0 0-74 16,0 0-15-16,238-217-26 0,-191 173-3 15,-13 8-8 1,-6 12-12-16,-9 4-2 0,-4 0-31 16,-9 8-13-1,-6-8-48-15,0 8-52 0,0 4-158 16,0 8-97-16</inkml:trace>
  <inkml:trace contextRef="#ctx0" brushRef="#br0" timeOffset="213706.89">9376 7752 264 0,'0'0'355'16,"0"0"-240"-16,0 0 52 16,0 0-1-16,180 252-111 15,-127-199 7-15,-3-6-29 16,-13 2-16-16,-3-5-13 16,-6-12-8-16,-10-4-21 15,10-4-59-15,0-12-69 16,-9-12-115-16,-13 0-206 15</inkml:trace>
  <inkml:trace contextRef="#ctx0" brushRef="#br0" timeOffset="-213691.45">10511 7993 706 0,'0'0'163'0,"0"0"-26"0,0 0-47 0,0 0-60 0,0 0-16 15,375 11 11-15,-312-11-14 16,-23 0-11-16,-3 0 54 16,-9 0-35-16,-6 0-2 15,-16 0-17-15,12 0-21 16,-5 0-95-16,-4-3-180 0,-9-5-338 16</inkml:trace>
  <inkml:trace contextRef="#ctx0" brushRef="#br0" timeOffset="-212990.48">11581 7595 300 0,'0'0'366'0,"0"0"-360"0,0 0 114 0,0 0 29 0,0 0-59 0,0 0-53 0,143-39-29 15,-131 39-3-15,0 8 6 16,-12 36 12-16,0 15-5 15,0 18 1-15,-12 7-18 16,-34 4-2-16,-7-3-5 16,-3-13 3-16,16-8-7 0,9-16 9 15,9-12-5-15,22-12 7 16,0-12-3-16,0-8-11 16,40-4 13-16,41 0 2 15,0 0 9-15,-1 0-10 16,7-8-1-16,-16 4 0 15,-15 4-14-15,-9 0 1 16,-29 0-100-16,-2 0-128 16,-10 0-98-16</inkml:trace>
  <inkml:trace contextRef="#ctx0" brushRef="#br0" timeOffset="-212340.4">12350 7788 282 0,'0'0'217'0,"0"0"-116"0,0 0 13 0,0 0-13 0,0 0-53 0,0 0-34 0,-158-5 65 16,130 5 0-16,6 13-32 0,10-1-21 15,6 12 29-15,6-4-22 16,0-8-19-1,0 9-10-15,0-10-4 0,34-3 6 16,6 4 2-16,13-4 2 16,12 4 2-1,-3-4-22-15,3 13 25 0,3-6-19 16,0 9 5 0,-15-4-2-16,-13-7-19 0,-5 2-11 15,-23 1-6-15,-12 1 26 0,0 15 6 16,-47 12 10-16,-55 8-2 15,-9 0-3 1,2-8-4-16,22-11-3 16,22-22 4-16,25-11-12 0,18 0-26 15,22 0-221 1,0-39 18-16</inkml:trace>
  <inkml:trace contextRef="#ctx0" brushRef="#br0" timeOffset="-212091.83">12297 7916 334 0,'0'0'140'0,"0"0"-17"0,0 0 54 0,0 0-2 0,0 0-73 0,0 0-54 16,416-64-6 0,-329 52-42-16,-7 4-6 0,-8-4-92 15,-26 12-231-15</inkml:trace>
  <inkml:trace contextRef="#ctx0" brushRef="#br0" timeOffset="-211774.39">13072 8065 173 0,'0'0'374'16,"0"0"-357"0,0 0 43-16,0 0-28 0,0 0 9 15,0 0-26-15,348 92 34 16,-280-92-11-16,-3 0 34 15,-9-8 53-15,-3-28-51 16,-1-9-53-16,-24-7-14 16,-22-4-14-16,-6 0-8 15,0 12-81-15,-6 16-41 16,-50 24 55-16,-21 4 82 16,-19 21-18-16,-10 26 18 0,7 6-2 15,3-9-6 1,15 0-46-16,44-8-196 0,22-13-179 31</inkml:trace>
  <inkml:trace contextRef="#ctx0" brushRef="#br0" timeOffset="-211455.4">13888 8221 411 0,'0'0'128'15,"0"0"-77"-15,0 0 23 16,0 0 53-16,0 0-6 16,381-53 25-16,-294-2-112 15,-12-6 6-15,-29-3-24 16,-12 4-5-16,-34 9-2 15,0 6-9-15,-34 21-2 16,-53 16-53-16,0 8-11 16,-6 0 1-16,-9 20-34 15,15 24 95-15,7 16-6 16,8-12-6-16,17 1-219 16</inkml:trace>
  <inkml:trace contextRef="#ctx0" brushRef="#br0" timeOffset="-199702.4">12390 6873 127 0,'0'0'112'0,"0"0"-43"0,0 0 39 0,0 0-8 16,0 0-66-16,0 0-23 15,0 0 0-15,0-3 0 16,0 3 27-16,0 0 30 16,0 0 31-16,0 0-42 15,0 0 1-15,0 0-13 16,0 0 21-16,0 0-15 0,0 0-33 16,0 3 0-16,16 18-17 15,-4 7 44-15,1 3-2 16,-1 5 2-16,4 0-30 15,-10 5 20-15,6-8-23 16,-6-5-12-16,-6-13-1 16,16 1-9-16,-16-11-19 15,0-5-62-15,0 0-56 16,0 0-231-16,0 0-59 16</inkml:trace>
  <inkml:trace contextRef="#ctx0" brushRef="#br0" timeOffset="-199467.53">12390 6873 419 0</inkml:trace>
  <inkml:trace contextRef="#ctx0" brushRef="#br0" timeOffset="-199385.81">12390 6873 419 0,'-40'201'192'0,"80"-201"-114"0,22 0 48 0,10 0 167 15,2-8-289-15,-21 0-4 16,-13 0-8-16,0-8-27 15,-5 4-88-15,-17 0-162 16,-18 4-258-16</inkml:trace>
  <inkml:trace contextRef="#ctx0" brushRef="#br0" timeOffset="-198603.7">12886 6793 462 0,'0'0'82'0,"0"0"-14"0,0 0 3 0,0 0-8 0,35 4-19 15,-17 8-15-15,-5-4 12 16,-7 9-20-16,-6 7 18 16,0 12 13-16,0 8 0 15,0 4-18-15,-13-4-32 16,1-8 4-16,12-12-6 0,0-8-4 16,0-12-8-16,0 13 10 15,6-17 2-15,28 3-7 16,13-3 16-16,-1 0-5 15,-5 0-3-15,-7 0-2 16,-16 0-60-16,4 0-92 16,-10 0-41-16,-12 0 13 15,0 0-199-15</inkml:trace>
  <inkml:trace contextRef="#ctx0" brushRef="#br0" timeOffset="-198172.08">13472 6873 13 0,'0'0'543'0,"0"0"-502"15,0 0-26-15,0 0 44 16,0 0 5-16,0 0-6 16,-24 0 9-16,24 0-26 15,0 8 22-15,0 5 1 16,0-1-9-16,0 4-21 16,0 0-22-16,12-1 9 0,35 2-19 15,5-6 7 1,10 5-6-16,-15 1-4 0,-1 3 5 15,-5-4-8-15,-29 0-6 16,4-4 7-16,-16-4 0 16,0-4 3-16,0 0 0 15,0 8 1-15,-16 0-4 16,-37 0-15-16,1-4-50 16,-17-4-134-16,17-4 30 15,18 0 76-15,-1 0-299 16</inkml:trace>
  <inkml:trace contextRef="#ctx0" brushRef="#br0" timeOffset="-198081.31">13472 6873 808 0</inkml:trace>
  <inkml:trace contextRef="#ctx0" brushRef="#br0" timeOffset="-197955.4">13472 6873 808 0,'35'5'325'0,"-35"-5"-305"0,21 0 7 15,20 0 10-15,-1-8-38 16,-9-4-4-16,9 7 4 16,-12 5 1-16,6 0-13 0,-9 0-36 15,15 0-46 1,1 0-149-16,-7 0-6 0,0-3-255 16</inkml:trace>
  <inkml:trace contextRef="#ctx0" brushRef="#br0" timeOffset="-197685.52">13996 6902 594 0,'0'0'142'0,"0"0"-34"16,0 0-12-16,0 0-14 16,78 56-18-16,-38-56-53 15,7 0-6-15,2 0 8 16,-2-20 3-16,-16-4-1 15,-9-9-10-15,-22 2-10 0,0 6 4 16,0 6-7-16,0 10-30 16,-41 5 2-16,1 4-32 15,-13 0 9-15,1 4-111 16,2 28 131-16,13 4-40 16,9 5-45-16,15-9-52 15</inkml:trace>
  <inkml:trace contextRef="#ctx0" brushRef="#br0" timeOffset="-197389.61">14542 7082 200 0,'0'0'163'15,"0"0"-12"-15,0 0-53 16,0 0-32-16,0 0-21 16,0 0-32-16,310-165 27 15,-273 118-30-15,-15 6 25 16,-9 13-19-16,-13 12 62 16,0 12-31-16,0 4 29 15,-19 0-71-15,-34 0-5 0,-3 12-49 16,-2 20-71-1,17 4 27-15,7-3-32 0,22-2-139 16</inkml:trace>
  <inkml:trace contextRef="#ctx0" brushRef="#br0" timeOffset="-195955.25">5941 7423 227 0,'0'0'316'0,"0"0"-256"0,0 0-21 16,0 0 15-16,0 0-39 15,0 0-3-15,12 0 31 0,-12 0 35 16,0 0 3 0,16 0 21-16,-10 8-37 0,6 8-32 15,1 12-2-15,21 0 0 16,-6 0 14-1,-3 0-23-15,9 0-5 0,0-4-16 16,-16-7-2-16,4 6 0 16,-16-15-14-16,1 5 5 15,-1-10-41-15,-6-3-25 16,0 0-177-16,0-8-136 16</inkml:trace>
  <inkml:trace contextRef="#ctx0" brushRef="#br0" timeOffset="-195539.58">6056 7628 634 0,'0'0'66'0,"0"0"40"0,0 0 57 0,0 0-82 0,0 0-76 16,0 0 2-16,232-129-5 16,-219 117-4-16,-4 12-5 15,-9-4-2-15,0 4-46 16,0-8-158-16,0-4-168 0</inkml:trace>
  <inkml:trace contextRef="#ctx0" brushRef="#br0" timeOffset="-194874.22">6456 7174 329 0,'0'0'222'0,"0"0"-171"0,0 0 67 0,0 0-3 0,0 0-2 16,0 0-50-16,0 0 15 16,0-3-49-16,0-5 1 15,18-5-16-15,-2 5-10 16,9-4 0-16,2 12 4 16,1 0 17-16,-9 0-23 15,-7 0-4-15,-2 0 10 16,8 12-5-16,-18 17-3 15,0 2-7-15,0 5-7 16,0-3-26-16,0 3 33 16,0-8 4-16,0-9-5 15,0-2 16-15,0-6-6 16,0-3 1-16,0-3-6 0,0-1-6 16,0-4-16-16,0 0 10 15,34 0 2-15,-9 0 12 16,9 0 0-16,0 0-7 15,-6 0 9-15,-3 0-2 16,-3 0-58-16,3 0-197 16,-10-17-71-16</inkml:trace>
  <inkml:trace contextRef="#ctx0" brushRef="#br0" timeOffset="-194440.78">6977 7110 307 0,'0'0'202'0,"0"0"-108"0,0 0 4 0,0 0-42 0,0 0-15 16,0 0 28-16,27 8 21 16,-8 12-16-16,9-8-25 15,6 9-9-15,-3-2-40 16,9 6 3-16,-6-5 3 16,1-4-1-16,-11 4-5 0,10-1 1 15,-6 1-8 1,-15-3 16-16,-7-1-2 0,0-5-5 15,-6-6 23-15,0-1-24 16,0-4-1-16,0 0 4 16,0 4 4-16,0-4-8 15,0 0-8-15,0 0-23 16,-37 0-98-16,-13 0-135 16,13 0-69-16</inkml:trace>
  <inkml:trace contextRef="#ctx0" brushRef="#br0" timeOffset="-194337.6">6977 7110 1087 0</inkml:trace>
  <inkml:trace contextRef="#ctx0" brushRef="#br0" timeOffset="-194256.55">6977 7110 1087 0,'108'-56'141'0,"-89"56"-134"15,9 0-2-15,3 0-19 16,18 0-32-16,-12-4-26 15,25-12-48-15,-21 0-130 16,-7-5 60-16,-16 10-217 16</inkml:trace>
  <inkml:trace contextRef="#ctx0" brushRef="#br0" timeOffset="-193935.74">7618 7046 399 0,'0'0'149'0,"0"0"-85"15,0 0 90-15,0 0-54 16,0 0-57-16,140 64-26 16,-94-56 62-16,-5-8-49 15,15 0 12-15,-10 0 4 16,-15-8-20-16,-9-16 14 0,6-8-21 15,-28 3-19 1,0 6-5-16,0 2 2 16,0 10-34-16,-34 11 37 0,-7 0-20 15,-5 0 18-15,12 0-32 16,-7 27-28-16,23 1-23 16,2-3-84-16,16-9-16 15,0-4-236-15</inkml:trace>
  <inkml:trace contextRef="#ctx0" brushRef="#br0" timeOffset="-193591.62">8242 7130 16 0,'0'0'253'0,"0"0"-199"0,0 0 121 15,0 0-38-15,0 0-33 16,0 0-2-16,93 52-6 16,-62-52-41-16,9 0 5 15,6-32-21-15,4-8-4 16,-3-4-23-16,-16 3 6 16,-10 5-18-16,-21 13 17 15,0 2-14-15,0 14 15 0,-28 7-7 16,-24 0-6-1,-1 0 1-15,-9 0 0 0,22 12-12 16,9 8-2-16,9 4-20 16,16 0-88-16,6-8-113 15,0 0-20-15,21-12-133 16</inkml:trace>
  <inkml:trace contextRef="#ctx0" brushRef="#br0" timeOffset="-188646.28">4924 9283 411 0,'0'0'346'0,"0"0"-264"0,0 0 36 0,0 0-47 0,0 0-46 15,0 0-13-15,0 0 23 16,34-15-26-16,-22 11 12 16,4 0-7-16,-4 4 45 15,-6 0-37-15,-6 0-16 16,0 0-6-16,0 0-1 16,0 4-2-16,0 28-8 15,0 8 11-15,0 12-20 16,0 0 20-16,-18 9 2 0,-4-10 10 15,10 1 11-15,12-7-14 16,0-13 3-16,0-1-10 16,0-14-4-16,6-13 2 15,40-4-5-15,17 0 10 16,2 0 2 0,3-16 8-16,-9-12-6 0,0 0-7 15,3 7-2-15,-22 5-3 16,-15 4-36-16,-10-4-54 15,-15 5-185-15,0-6-390 16</inkml:trace>
  <inkml:trace contextRef="#ctx0" brushRef="#br0" timeOffset="-188028.54">5628 9247 284 0,'0'0'201'0,"0"0"-192"0,0 0 44 0,0 0 54 0,0 0-42 16,0 0-2-16,0 0 46 16,0 0 7-16,0 0-32 15,0 0-13-15,0 0-48 16,0 0-1-16,0 0-16 15,0 0 15-15,0 0-4 16,0 5-8-16,-10 7-7 16,4-4 2-16,6 3-8 15,0 2 2-15,0 7 0 16,0 0 4-16,16 0-4 0,24 4 10 16,7-4-8-1,-1-7 2-15,1 10-2 0,-7-7 0 16,-6 8 0-16,3-4-1 15,-15-8 3-15,6 4-9 16,-22-8 15-16,-6 0-9 16,0 4 1-16,0 1 0 15,0 3 6-15,-6-4-4 16,-22-1-2-16,-19-3-2 16,1-3 2-16,-1-5-41 15,-8 0 18-15,8 0-102 16,16 0-160-16,9-13 33 0,22-26-192 15</inkml:trace>
  <inkml:trace contextRef="#ctx0" brushRef="#br0" timeOffset="-187880.13">5628 9247 614 0</inkml:trace>
  <inkml:trace contextRef="#ctx0" brushRef="#br0" timeOffset="-187796.96">5628 9247 614 0,'71'13'137'0,"-71"-13"-137"0,6 0 0 0,22 0 71 15,0 0 27-15,-3 0-54 0,15-8 7 16,-6 8-33-16,13-8-2 16,-1 3-16-1,1-6-112-15,-1 2-200 0,-12 6-301 16</inkml:trace>
  <inkml:trace contextRef="#ctx0" brushRef="#br0" timeOffset="-187480.51">6276 9493 247 0,'0'0'34'16,"0"0"69"-16,0 0 69 16,0 0-103-16,0 0 20 15,139 31 7-15,-105-31-30 16,7-23-29-16,-1-10-24 16,-21-7-7-16,2-8-6 15,-21 12-7-15,0 0-29 16,0 3 12-16,0 10 24 15,-28 18 50-15,-6 5 1 16,-18 0 45-16,11 0-96 16,1 17-2-16,12-1-10 0,9 0-121 15,13-8-197 1</inkml:trace>
  <inkml:trace contextRef="#ctx0" brushRef="#br0" timeOffset="-187111.61">6884 9413 141 0,'0'0'133'0,"0"0"-29"16,0 0 42-16,0 0-70 16,0 0 17-16,0 0-52 15,248-73 26-15,-217 33-24 16,-4 0 36-16,-5-1-22 16,-22 10-49-16,0-1 9 15,0 7-17-15,-62 13-15 16,3 12-71-16,-9 0 85 15,-6 0-28-15,15 25 29 16,12 6 3-16,13-3-3 16,22 0-42-16,5-12-137 15,7 1-177-15</inkml:trace>
  <inkml:trace contextRef="#ctx0" brushRef="#br0" timeOffset="-186431.16">8145 9493 758 0,'0'0'180'0,"0"0"-70"0,0 0-27 0,0 0-49 0,0 0 26 15,0 0-21-15,162 0-16 16,-122 0-17-16,7 0 2 16,-13 0-16-16,-10 0 1 15,-8 0-21-15,18 0-32 16,-15 0-8-16,-13 0-94 16,-6 0-172-16,0 0-142 15</inkml:trace>
  <inkml:trace contextRef="#ctx0" brushRef="#br0" timeOffset="-186215.1">8145 9493 1160 0,'16'-133'45'0,"3"133"18"0,9 0 2 15,-10 0-22-15,16 0-39 16,-6 0-5-16,-3 0 1 16,21 0-31-16,-5 0-30 15,-1-20-25-15,13-4-221 16,-19 0-576-16</inkml:trace>
  <inkml:trace contextRef="#ctx0" brushRef="#br0" timeOffset="-185231.27">11361 8165 187 0,'0'0'98'0,"0"0"-81"0,0 0 46 0,0 0-23 15,0 0-19-15,0 0 31 16,0 0-7-16,-93 72-21 16,93-64 20-16,-13-4 70 15,-2 4 47-15,15-4-53 16,0-4-41-16,0 4-21 15,0-4-4-15,0 0-22 0,0 0-5 16,0 0-11-16,0 0-8 16,0 0 11-16,28 0-7 15,25 0 1-15,27 0 15 16,23-23-2-16,21-15 22 16,31-9-17-16,18-14-17 15,41-3 8-15,6 0-2 16,-6 0-2-16,13 0-1 15,-20 7-9-15,-33-2 4 16,-19 2-2-16,-50 18-20 16,-18 3-82-16,-25 11-107 15,-37 1-110-15,-9 12-65 16</inkml:trace>
  <inkml:trace contextRef="#ctx0" brushRef="#br0" timeOffset="-184566.78">12852 7343 542 0,'0'0'71'0,"0"0"-62"0,0 0 35 0,0 0 25 16,0 0-11-16,0 0-11 16,-21 11 40-16,21-11-13 15,0 0-11-15,0 0 7 0,0 0-37 16,34 0 2-16,22-3-3 15,37-30-7-15,24-14-1 16,32-17-21 0,31-1 3-16,0-3 2 0,-13 4-16 15,-18 7 10-15,-9 10-7 16,-41 11-26-16,-12 11-75 16,-41 9-222-16,-36 12-347 15</inkml:trace>
  <inkml:trace contextRef="#ctx0" brushRef="#br0" timeOffset="-183466.89">9069 9797 535 0,'0'0'307'0,"0"0"-171"0,0 0-15 0,0 0-26 16,0 0-72-16,0 0-3 15,0-168-8-15,0 91 3 16,7-3 20-16,11 4-16 16,-8 4-8-16,-4 16-4 15,0 19-4-15,-6 22 6 16,0 15-10-16,0 0 5 0,0 0-8 15,0 0 4 1,0 3-2-16,0 25-1 0,0 17-14 16,-6 3-11-16,-35 12-58 15,-21 8-149-15,-3-7-452 16</inkml:trace>
  <inkml:trace contextRef="#ctx0" brushRef="#br0" timeOffset="-183283.33">9069 9797 806 0</inkml:trace>
  <inkml:trace contextRef="#ctx0" brushRef="#br0" timeOffset="-183173.35">9069 9797 806 0,'469'-193'249'0,"-469"226"-176"0,0 6 37 15,-22-3-54-15,3-6-70 0,19-27-44 16,0 5-34-16,0-8-49 16,0 0-123-16,0 0-76 15</inkml:trace>
  <inkml:trace contextRef="#ctx0" brushRef="#br0" timeOffset="-182300.25">10012 9593 366 0,'0'0'113'0,"0"0"-80"0,0 0 13 0,0 0-46 15,0 0 3-15,0 0 6 16,0 0 77-16,0 0 51 15,0 0 10-15,0 0-18 16,0 0-66-16,0 0-9 16,0-12-21-16,0-17-32 15,6 1-1-15,13-11 3 16,-4-2-9-16,10-7 13 16,-3-4-11-16,-22 0 4 0,0 7-11 15,0 6-11-15,0 11-10 16,0 7 7-16,-22 9 2 15,-3 12-28-15,-9 0 51 16,0 0 33-16,9 0-28 16,-3 12 26-16,1 4-27 15,27 4-4-15,0 1-5 16,0-1-11-16,0 4 6 16,0-1-2-16,40 10 7 15,0-2 3-15,28 2-6 16,-15 0 8-16,6-6-20 15,-12-2-82-15,-13-5-30 0,-13 3-6 16,-14 1 63-16,-7 9 75 16,0 3 22-16,0 3 64 15,-35 2 34-15,-11-10-45 16,-1-14-75-16,7-13-23 16,12-4-142-16,3 0-42 15,19-16-159-15</inkml:trace>
  <inkml:trace contextRef="#ctx0" brushRef="#br0" timeOffset="-181767.81">10620 9537 906 0,'0'0'147'0,"0"0"-55"0,0 0-28 0,0 0-50 15,0 0 13-15,0 0-8 16,232-193 3-16,-185 157-20 16,-7 11-4-16,-18 2 6 0,-10 10-9 15,-5 2-21-15,-7-6-44 16,0 14-31-16,0-2-212 15,-19-3-325-15</inkml:trace>
  <inkml:trace contextRef="#ctx0" brushRef="#br0" timeOffset="-181600.14">10741 9200 678 0,'0'0'439'16,"0"0"-348"-16,0 0 6 15,0 0-44-15,220 213-27 0,-155-182-21 16,3 1-5-16,-15 0-22 16,-7-8-47-16,-24-4-74 15,-22-12-488-15</inkml:trace>
  <inkml:trace contextRef="#ctx0" brushRef="#br0" timeOffset="-178537.36">10487 9316 100 0,'0'0'51'0,"0"0"-34"0,0 0-8 16,0 0 39-16,0 0 28 16,0 0 41-16,0 0-57 15,0 0-20-15,0 0 18 16,0 0 42-16,0 0 7 16,0 0-41-16,0 0-12 15,0 0-34-15,0 0 18 0,0 0 12 16,0 0 25-1,0 0-28-15,12 0 32 0,-12 0-21 16,0 0-27-16,0 0 8 16,0 0-19-16,6 0 15 15,-6 0-18-15,0 0 18 16,0 0-18-16,0 0 11 16,0 0-27-16,0 0-1 15,0 0-18-15,0 0-24 16,0 0-42-16,0 0-260 15</inkml:trace>
  <inkml:trace contextRef="#ctx0" brushRef="#br0" timeOffset="-175453.53">9169 10017 622 0,'0'0'124'0,"0"0"-21"0,0 0 35 0,0 0-61 0,0 0-41 16,0 0-20-16,46 0 12 15,-18 0-3-15,12 0 42 16,1 0-31-16,11 0-4 16,17 0-8-16,30 0 17 15,16 8-6-15,24 5-24 16,22-13-2-16,13 0-3 15,12 0-5-15,6-28 0 16,-3-8 5-16,-9 0-5 16,-18 7-2-16,-29 14-4 15,-46 2-21-15,-28 13-7 16,-25 0-49-16,-28 0-90 0,-6 0-354 16</inkml:trace>
  <inkml:trace contextRef="#ctx0" brushRef="#br0" timeOffset="-174474.59">9984 10767 123 0,'0'0'284'0,"0"0"-127"0,0 0-90 0,0 0 9 16,0 0 42-16,0 0 26 15,-12 25-33-15,-1-21-35 16,13-4-16-16,0 0 1 16,0 0-33-16,0-13 17 15,0-26-36-15,0-25-7 16,0-1 4-16,0 1-4 16,0 0 1-16,0 12-3 15,-9 7-1-15,9 22-9 16,0 10 6-16,0 10-6 0,0 3 8 15,-6 0-16-15,-7 0 9 16,7 3 2-16,-22 25-5 16,-6 21 7-16,3 7-27 15,-18 0-90-15,-4-4-384 16</inkml:trace>
  <inkml:trace contextRef="#ctx0" brushRef="#br0" timeOffset="-174198.58">9984 10767 603 0</inkml:trace>
  <inkml:trace contextRef="#ctx0" brushRef="#br0" timeOffset="-174090.81">9984 10767 603 0,'236'-216'135'0,"-236"248"-15"0,0 13 102 16,0 7 45-1,0 20-261-15,0-28 11 0,0-8-17 16,0-4-11-16,0-11-26 16,0-6-17-16,0-3-42 15,0-12-82-15,0 0-168 16</inkml:trace>
  <inkml:trace contextRef="#ctx0" brushRef="#br0" timeOffset="-173209.67">10607 10651 94 0,'0'0'0'0,"0"0"0"0,0 0 115 0,0 0 181 15,-9 0-137-15,9 0-14 16,-6 0-8-16,6 0-24 0,0 0-40 16,0 0-39-16,0-12 4 15,0-4-9-15,0-12-8 16,6-8-9-16,28-12-7 15,7 8 14-15,-14-13-12 16,-2 9 0-16,-9 5-2 16,-16 3-10-16,0 3 0 15,0 13 4-15,0 12-11 16,0 5 12-16,0 3 1 16,0 0-1-16,-28 0 0 15,28 0 0-15,-13 0-9 16,13 0-11-16,0 16-2 15,0 4-14-15,0 3 30 0,0 1-2 16,0 9 8-16,0-5 4 16,25 0 8-16,9-4-24 15,-12-8 11-15,-3 4-1 16,2 0-15-16,-2-4 10 16,3 9-7-16,-10-6 14 15,0-2 0-15,-5-6 5 16,-7 6-5-16,0-1 33 15,0-1 23-15,0 1-53 16,-31-4-3-16,-3 1 0 16,6-5-6-16,-6-5-52 15,27 2-58-15,-11 7-238 16,18-9-335-16</inkml:trace>
  <inkml:trace contextRef="#ctx0" brushRef="#br0" timeOffset="-170859.43">5160 10074 425 0,'0'0'71'0,"0"0"-39"0,0 0-15 0,0 0-17 16,0 0 0-16,0 0 0 16,6 0 21-16,-6 0 30 15,0 0 52-15,0 0 28 16,0 0-37-16,0 0-72 15,0 0 15-15,0 0 2 16,0 0-8-16,0 0-12 16,12 0 15-16,-12 0-24 15,28 0 3-15,6 0-2 16,59 0 41-16,34 0 16 16,41 0-41-16,36-13 31 0,10-10-47 15,0 7 10-15,-25-4-21 16,-15 4 0-16,-28 16-7 15,-25 0-20-15,-34 0-16 16,-35 0-64-16,-46 0-157 16,-6 0-461-16</inkml:trace>
  <inkml:trace contextRef="#ctx0" brushRef="#br0" timeOffset="-170061.08">5894 10736 499 0,'0'0'91'0,"0"0"-38"0,0 0 49 16,0 0 15-16,0 0 17 0,0 0-56 16,0 8 10-16,0-8-25 15,0-41-9-15,0-11-33 16,13-16-11-16,9-4-4 15,-10 4-6-15,0 7 0 16,4 25-5-16,-16 8-3 16,0 20-20-16,0 8 26 15,0 0-22-15,0 0-5 16,0 5 6-16,0 23-1 16,0 11-15-16,-28 2-131 0,-6-5-282 15</inkml:trace>
  <inkml:trace contextRef="#ctx0" brushRef="#br0" timeOffset="-169868.35">5894 10736 590 0</inkml:trace>
  <inkml:trace contextRef="#ctx0" brushRef="#br0" timeOffset="-169778.36">5894 10736 590 0,'320'28'428'0,"-333"19"-403"16,-15 6 23-16,4-13-3 0,2-12-65 15,16-3-120-15,6-10-116 16,0-7 83-16,0-3-111 15</inkml:trace>
  <inkml:trace contextRef="#ctx0" brushRef="#br0" timeOffset="-169127.54">6484 10680 192 0,'0'0'103'0,"0"0"-102"16,0 0 29-16,0 0 73 16,0 0-34-16,24-16 20 0,-17-1-8 15,8-15 78 1,-9 4-57-16,0-8-49 0,-6 4 28 15,0 0-46-15,0 12 4 16,0-4 11-16,0 12-2 16,0-4-25-16,0 4-6 15,0 8-16-15,0 0-1 16,0 4 0-16,0 0-4 16,0 0-9-16,0 0-7 0,0 0-10 15,0 0-16 1,0 12 26-16,0 12 7 0,19 7 7 15,9 2 7-15,-6-5-4 16,9 8-10-16,3-8-13 16,0 0 17-16,0-4-39 15,-3 1 18-15,-9-1-21 16,-10-1 31-16,-12 2 18 16,0-1 2-16,0-1 70 15,0 13-25-15,-25-11-34 16,-9-9-7-16,-6-12-4 15,6-4-18-15,15 0-19 16,-3 0-107-16,22-17 18 16,0-2-143-16</inkml:trace>
  <inkml:trace contextRef="#ctx0" brushRef="#br0" timeOffset="-167397.4">8127 11939 1029 0,'0'0'135'0,"0"0"-130"0,0 0 58 0,0 0-49 0,0 0 27 0,0 0-5 15,248 0 10-15,-202-8-40 16,1 3 2-16,-13 2-6 16,-3-5-4-16,9 3-9 15,-12 2-23-15,-9-1-11 0,-4 4-75 16,-8 0-75-1,-7 0-152-15,0 0-133 0</inkml:trace>
  <inkml:trace contextRef="#ctx0" brushRef="#br0" timeOffset="-167164.52">8127 11939 1245 0,'-75'-245'30'15,"116"245"-25"-15,18 0 53 16,9 0-5-16,13 0-35 0,-1 0-17 16,1 0-1-16,-16-8-27 15,3-12-18-15,-28 4-88 16,-27 8-400-16</inkml:trace>
  <inkml:trace contextRef="#ctx0" brushRef="#br0" timeOffset="-164463.13">5587 11622 293 0,'0'0'234'0,"0"0"-197"0,0 0 38 0,0 0 39 15,0 0-23-15,0 0-19 16,0 0 6-16,41 0-34 16,-16-8 14-16,2-4-13 15,8 0 30-15,-11 4-69 16,10-5-5-16,-6 10-1 15,-9 3 0-15,-13 0-1 0,0 0 5 16,-6 0-8 0,0 16 7-16,0 28-3 15,0 20 2-15,-31 8-2 16,-15 1-13-16,6-10-12 0,12-10 18 16,15-17 7-16,13-12-1 15,0-7 11-15,0-10-20 16,0 1 14-16,25-8-8 15,15 0-1-15,7 0 3 16,15 0 0-16,-28-12 4 16,3-8-4-16,-15-1-2 15,6 2-29-15,-10-5-75 16,-5 3-221-16,2 2-181 16</inkml:trace>
  <inkml:trace contextRef="#ctx0" brushRef="#br0" timeOffset="-163848.62">6242 11566 297 0,'0'0'93'0,"0"0"-65"0,0 0 42 0,0 0-35 0,0 0 26 0,0 0 1 15,6 0 13-15,-6 0-1 16,0 0-4-16,0 0-46 15,6 0 0-15,-6 0 22 16,0 0-7-16,0 0 14 16,0 0-31-16,0 0 12 15,0 0-6-15,0 0 26 16,0 0-32-16,0 3 17 16,0 18-28-16,-6-1-9 15,-13 5-2-15,-2-2 0 16,14-7 0-16,7 4-3 0,0-4 0 15,0-4 1-15,0 1-1 16,13-10-12-16,15 5 14 16,6-3-5-16,6-5 6 15,0 7-1-15,1-3 0 16,5 13-7-16,-5-9-4 16,-17 3 2-16,-17-7-1 15,8 12 11-15,-15 1-4 16,0 7 4-16,0 7 6 15,0 10 2-15,-22-5-8 16,-18-13-4-16,6-18 0 16,-3-5-31-16,3 0 1 0,-1 0-252 15,17-41 23 1,-4-6-278-16</inkml:trace>
  <inkml:trace contextRef="#ctx0" brushRef="#br0" timeOffset="-163723.42">6242 11566 1091 0</inkml:trace>
  <inkml:trace contextRef="#ctx0" brushRef="#br0" timeOffset="-163650.96">6242 11566 1091 0,'121'3'38'0,"-121"-3"-24"0,46 0-17 0,-6 0 6 15,13-8 2-15,-13-3-5 0,13-6-28 16,-13 6-61-1,13-6-267-15,-13 14-101 0</inkml:trace>
  <inkml:trace contextRef="#ctx0" brushRef="#br0" timeOffset="-163383.46">6862 11618 564 0,'0'0'48'0,"0"0"-35"15,0 0 54-15,0 0-12 16,87 24 21-16,-47-24 21 0,0 0 36 16,1-7-90-16,5-18 3 15,1-16-24-15,2 5-2 16,-36-11-9-16,5-9-8 16,-18-1-3-16,0 1-2 15,0 17-1-15,0 14-25 16,0 25 16-16,-31 0-67 15,-31 0-107-15,16 48-41 16,-1 1 123-16,13-2-270 16</inkml:trace>
  <inkml:trace contextRef="#ctx0" brushRef="#br0" timeOffset="-163000.18">7699 11674 244 0,'0'0'233'0,"0"0"-126"0,0 0-12 0,161-221 32 0,-155 157-68 0,-6 8 8 16,0 8-40-16,0 16-14 15,-27 32-9-15,-39 0 52 16,-2 12-56-16,-31 40-3 15,6 20-62-15,6 5-21 16,7-10-53-16,17-3-76 16</inkml:trace>
  <inkml:trace contextRef="#ctx0" brushRef="#br0" timeOffset="-162431.34">5594 12319 670 0,'0'0'130'0,"0"0"-33"0,0 0 125 0,406-47-82 16,-223 14-44-16,-3 2-35 0,-1 6-3 16,1 9-44-16,-18 0-1 15,-11 1-13-15,-2-2-5 16,-22 9-15-16,1 0-35 16,-35 0 3-16,-19-4-91 15,-34 0-367-15</inkml:trace>
  <inkml:trace contextRef="#ctx0" brushRef="#br0" timeOffset="-161734.74">6549 12668 117 0,'0'0'195'0,"0"0"-195"0,0 0-19 0,0 0 16 0,0 0 3 0,0 0 0 16,0 41 55-16,0-25 92 16,0-1-26-16,0 2 13 15,0-1-30-15,0-5-54 16,0 2 2-16,0-9 8 15,0-4 6-15,0 0-38 16,0 0 27-16,0 0 26 16,0 0-23-16,0-20-14 15,0-28-35-15,0-12-9 16,-7-4-3-16,1-1 0 16,6 1-13-16,0 16 10 15,0 7-42-15,0 18 6 16,0 10 23-16,0 13 18 0,0 0-4 15,0 0 7-15,-6 17-12 16,-16 19 4-16,-2 8-20 16,-11 0-139-16,8-11-276 15</inkml:trace>
  <inkml:trace contextRef="#ctx0" brushRef="#br0" timeOffset="-161537.58">6549 12668 830 0</inkml:trace>
  <inkml:trace contextRef="#ctx0" brushRef="#br0" timeOffset="-161478.56">6549 12668 830 0,'282'13'202'0,"-282"23"-152"0,0-5-25 16,0-6-112-16,0-5-134 15,0-20 50-15,-10 0-132 16</inkml:trace>
  <inkml:trace contextRef="#ctx0" brushRef="#br0" timeOffset="-160869.65">7249 12432 220 0,'0'0'197'0,"0"0"-50"15,0 0-44-15,75-80-32 16,-69 56 47-16,-6 0-14 15,0 0-13-15,0 4-59 16,0-1-12-16,0 10 26 16,-19-1-14-16,-15 4-3 15,0 3 2-15,16 5 7 16,-4 0-32-16,9 0 5 16,13 0-6-16,0 0-6 15,0 0 1-15,0 13-9 16,0 18 2-16,0 2-5 0,0-5 10 15,28-4-12-15,3-4 13 16,19 0-6-16,-13-4 3 16,13-4-10-16,-10 12 12 15,13-8 2-15,-19 1 0 16,-9-10 1-16,-4 9 0 16,-21-8 25-16,-9 8-12 15,-44 1-14-15,-18-9-1 16,15 7-1-16,4-7-9 15,11-8-13-15,23 0 4 16,18 0-51-16,0 0-174 16,0-15-370-16</inkml:trace>
  <inkml:trace contextRef="#ctx0" brushRef="#br0" timeOffset="-159537.39">9042 9789 129 0,'0'0'432'0,"0"0"-391"0,0 0-7 0,0 0 42 15,0 0-54-15,0 0-19 16,0 0 2-16,-41 36 10 0,41-32 54 16,0-4 27-16,0 4 46 15,0-4-87-15,0 12-19 16,-6-4-29-16,6 0 20 16,0 0-16-16,0-4-7 15,0-4-2-15,0 0 0 16,0 0 25-16,0 0-20 15,0 0 41-15,0 0-47 16,22-4 6-16,49-32 6 16,38-16 23-16,30-25-14 15,7-3-16-15,37-15 0 16,-10-13 0-16,1 3-12 16,-13 0 0-16,-21 17-11 0,-41 32-49 15,-52 36-95 1,-47 20-179-16,0 9-131 15</inkml:trace>
  <inkml:trace contextRef="#ctx0" brushRef="#br0" timeOffset="-158637.45">9885 11037 561 0,'0'0'143'0,"0"0"-40"0,233-205 134 0,-91 89-143 0,16-5-18 16,4 13 4-16,-17 20-27 16,-36 35-39-16,-35 22-11 15,-33 18-6-15,-29 13-6 16,0 0 7-16,-12 0-53 15,0 0-43-15,0 0-347 0</inkml:trace>
  <inkml:trace contextRef="#ctx0" brushRef="#br0" timeOffset="-157888.62">9122 12300 760 0,'0'0'235'0,"0"0"-145"0,0 0 21 0,0 0-28 16,242-233-62-16,-149 145 16 15,-6-1-23-15,-13 22-14 16,-15 6-1-16,-18 29-2 16,-14 9-7-16,-14 10-32 15,-13 9 14-15,0 4-29 16,0-4-17-16,0-8-66 15,0 12-78-15,0-8-51 16</inkml:trace>
  <inkml:trace contextRef="#ctx0" brushRef="#br0" timeOffset="-157672.8">9268 11722 996 0,'0'0'96'16,"0"0"-38"-16,0 0 69 16,0 0-77-16,294 225-26 15,-219-182 3-15,-7-2-22 16,-9-5-4-16,-12 0 2 16,-7-8-6-16,-12-4-41 15,-10 4-26-15,-11-3-94 0,-7 3-306 16</inkml:trace>
  <inkml:trace contextRef="#ctx0" brushRef="#br0" timeOffset="-141369.45">4871 13868 366 0,'0'0'302'0,"0"0"-204"0,0 0 65 0,0 0-34 0,0 0-103 0,0 0 18 15,0 0-25-15,6 0 14 16,1 0-2-16,-7 0 15 15,0-8-8-15,6 8-11 16,-6 0-14-16,0-5-7 16,9 5 9-16,-3-3-14 15,7 3 6-15,-7 0-4 16,0 0-6-16,10 0 1 16,-10 0-5-16,6 28-7 15,-12 16 3-15,0 20 1 16,0 8-7-16,0 13 14 0,-40-5-9 15,15-16 10 1,3-12 3-16,10-24-7 0,12-8 6 16,0-15 0-16,0-5-1 15,0 0-9-15,0 0 9 16,25 0 1-16,24-17 13 16,-8 1 1-16,5 8 5 15,-15 0-17-15,3 4-2 16,-6 4 0-16,-9 0-3 15,3 0-10-15,-16 0-51 16,19-4-67-16,-10-4-174 16,-9 8-77-16</inkml:trace>
  <inkml:trace contextRef="#ctx0" brushRef="#br0" timeOffset="-140718.6">5299 13996 189 0,'0'0'91'0,"0"0"-20"0,0 0 27 0,0 0-15 0,0 0-32 15,0 0 27-15,0 0-18 16,0 0 20-16,0 0-25 16,0 0-13-16,6 0-15 15,-6 0 12-15,0 0 19 16,0 0-11-16,0 0-3 15,0 0-3-15,0 0 32 16,0 0-39-16,0 0 9 16,0 0-19-16,0 0 8 15,0 5-26-15,0-2 9 16,0 1-11-16,0 4 3 0,0 5-7 16,-6-2-7-16,6 6 3 15,-12-6-7-15,12 5 2 16,0-4-12-16,0 1 11 15,0-2-8-15,46-7 18 16,1 9-3-16,27 3 7 16,-9 4-8-16,3 0 6 15,-15 4-4-15,-6-1-2 16,-13-2 0-16,-22-1-4 16,-6 0 6-16,-6-1 2 15,0 6 0-15,0-1 3 16,-24 16 3-16,-38-4-12 15,-10 0 2-15,-15 5-4 0,7-22-30 16,12-14-24-16,9-5-43 16,25 0-69-16,6-41-54 15,28-11 109-15,0-7-314 16</inkml:trace>
  <inkml:trace contextRef="#ctx0" brushRef="#br0" timeOffset="-140502.37">5346 14048 721 0,'0'0'154'0,"0"0"-59"0,0 0 17 16,0 0-82-16,0 0-24 0,0 0-1 16,0-8 54-16,34-3 10 15,-10-10-20 1,26 1-31-16,3-4-18 0,0 4-8 15,5 0-47-15,-2 20-89 16,-9 0-130-16,-1 0-87 16</inkml:trace>
  <inkml:trace contextRef="#ctx0" brushRef="#br0" timeOffset="-140187.41">5894 14220 400 0,'0'0'157'0,"0"0"-108"15,0 0 26-15,0 0 17 16,0 0-12-16,0 0-62 16,106 141-18-16,-60-141 23 15,-5-32 1-15,-13-20 57 16,-1-13-28-16,-14 1-50 15,-13 9-3-15,0 10-11 16,0 13-1-16,-34 17 12 16,-19 15 3-16,-15 0 38 15,9 0-41-15,-9 31-20 16,21 10-19-16,7 10-35 0,34-7-34 16,6-11-57-16,0 3-86 15</inkml:trace>
  <inkml:trace contextRef="#ctx0" brushRef="#br0" timeOffset="-140047.3">5894 14220 415 0</inkml:trace>
  <inkml:trace contextRef="#ctx0" brushRef="#br0" timeOffset="-139854.37">5894 14220 415 0,'469'105'68'0,"-435"-85"24"0,18-4-22 16,1 0 190-16,6-16-187 15,-19 0-40-15,22-16 19 16,-9-31-32-16,6-27 16 16,-25 10-29-16,-12-3-11 15,-22 6 4-15,0 14-7 16,0 18-8-16,-56 5-18 15,-9 24 3-15,-16 0 30 16,22 28 0-16,-9 28-36 16,15 5 34-16,19-9-20 15,28-13-145-15,6-14-142 0</inkml:trace>
  <inkml:trace contextRef="#ctx0" brushRef="#br0" timeOffset="-138604.19">8173 13747 317 0,'0'0'220'0,"0"0"-207"0,0 0 56 0,0 0 85 0,-46-8 14 16,46 8-43-16,0 0-50 15,0 0 14-15,0 0-60 16,0 0 6-16,0 0-28 16,0 16 11-16,0 33-15 15,0 23 33-15,0 0-28 16,0 12 1-16,0 1-4 15,12-18-5-15,1-3-1 16,2-7-3-16,4-12-2 16,15-6 1-16,0-3-5 0,25-8-10 15,22-7 18 1,27-6-1-16,25-10 1 0,35-5 2 16,30 0 0-16,16 0-4 15,16 0 11-15,-16-13-14 16,-35 1-15-16,-5 12-18 15,-41 0-91-15,-5 0 38 16,-23 28-299-16,-9 8 392 16,-3 0 0-16,0-19-4 15,-12-1-72 1</inkml:trace>
  <inkml:trace contextRef="#ctx0" brushRef="#br0" timeOffset="-137738.58">8666 14124 148 0,'0'0'66'0,"0"0"-56"0,0 0 28 0,0 0 93 16,0 0 18-16,0 0-84 15,-6 13 22-15,6-13 13 16,0 8-4-16,0-5 18 16,0-3-58-16,0 0-17 0,0 0-12 15,0 5-2 1,0-1-21-16,0 4 8 0,0 3 9 16,0 2-8-16,0-1 25 15,0-1-23-15,0-6 8 16,0-5-12-16,0 0 19 15,0 0-9-15,0-5 1 16,0-31 2-16,-6-28-22 16,0-16-4-16,6-8 9 15,0 4-11-15,0 20 8 16,0 7-8-16,0 18-10 16,0 11 8-16,0 7-27 0,0 21 24 15,0 0 4 1,-19 0-23-16,-9 0 12 0,-12 0 3 15,6 36-46-15,0 1-22 16,-19 3-61-16,19-13-218 16,9-2-131-16</inkml:trace>
  <inkml:trace contextRef="#ctx0" brushRef="#br0" timeOffset="-53111.4">9048 14394 127 0,'0'0'429'0,"0"0"-385"0,0 0 61 0,0 0-15 0,0 0-48 16,0 0-5-16,102 0 23 16,-89 0-17-16,-7 0 2 15,0 0-10-15,0 0 12 16,10 0-8-16,-4 0 31 15,10 0-41-15,15 0 2 0,-3 0-21 16,0 0 19 0,13 0-25-16,-7 0 1 0,-12-5-5 15,3 5 2 1,3-3-4-16,-6-2 9 0,-10 1-15 16,4-4 15-16,-9 8-17 15,-1 0 7-15,-12 0 1 16,0 0-24-16,0 0-2 15,0 0-33-15,9 0-27 16,-9 0-37-16,7 0-51 16,-7 0-18-16,0 0-239 15</inkml:trace>
  <inkml:trace contextRef="#ctx0" brushRef="#br0" timeOffset="-46265.36">9042 13587 283 0,'0'0'248'0,"0"0"-236"0,0 0 52 0,0 0 12 16,0 0-2-16,0 0 91 15,0 0-25-15,-13-108-105 16,1 108-30-16,-4 0 57 16,-2 0-38-16,2 0-4 15,4 0-17-15,-1 0 17 16,1 0 17-16,-4 0-19 16,4 11-6-16,0 6-12 0,-4-1 20 15,4 4-15 1,-1 8 8-16,7 4-11 0,6 1 1 15,0 6-3-15,0-6-1 16,37-2-1-16,13 2-1 16,9-9-2-16,0 16 2 15,3-16-2-15,-9 16-8 16,-7-8-1-16,-12 4 1 16,0-3 8-16,-9-10-3 15,-19-3-1-15,10 1 8 16,-16-2 2-16,0-2 7 15,0 2-5-15,0-2 19 16,-16 3-15-16,-15-4 9 0,-15 4 4 16,5-4-1-16,-5 0 10 15,6-8-26-15,12-8 1 16,9 0-1-16,4 0-6 16,15 0-1-16,-13-8-2 15,13-5-3-15,0 13 7 16,0 0-8-16,0 0 2 15,-6-3 8-15,0-9-34 16,6-4 17-16,0-12 14 16,0-1-2-16,0-2 10 15,0 3-5-15,0 3 10 16,0 6-10-16,0 6 0 16,6 1-10-16,0-4 3 15,0 4-102-15,7-8-87 0,-4 16-90 16,-3-8 150-16,0 12 27 15,7-8 35-15,-1 8 27 16,4 0-179-16</inkml:trace>
  <inkml:trace contextRef="#ctx0" brushRef="#br0" timeOffset="-45567.56">9144 13583 223 0,'0'0'71'0,"0"0"39"0,0 0 43 0,0 0-140 16,0 0 21-16,0 0 30 15,53 32 44-15,-53-24-22 16,6-4 14-16,-6 5-33 16,0 6-38-16,0 1-7 15,0 8 1-15,0 16-23 16,0 4-22-16,-13 0-106 16,-14 5-241-16</inkml:trace>
  <inkml:trace contextRef="#ctx0" brushRef="#br0" timeOffset="-43952.54">7249 14073 399 0,'0'0'92'0,"0"0"-40"0,0 0-24 0,0 0 1 16,0 0 2-16,0 0 71 15,0-8 10-15,0 8 2 16,0 0-56-16,0 0-34 15,0 0-22-15,0 0-4 0,-12 0 4 16,0 0 14-16,-1 0 22 16,-9 8-2-16,10 15 16 15,-10-2-30-15,10 7 1 16,0 3-23-16,12 2 10 16,0-2-6-16,0 2-5 15,0-5 1-15,0 0-3 16,0-7 1-16,24-2-10 15,10 6 6-15,25-10-24 16,22-7 18-16,28 5 19 16,-10-13-13-16,9 0 6 15,-15 0-5-15,-34-13 2 16,-12-23 3-16,-13-16-4 16,6 0 17-16,-34-8-7 15,-6 0-6-15,0-1 0 0,-18 9 1 16,-29 4-1-16,-15 12 0 15,3 20-8-15,-9 4 0 16,-25 12 8-16,-12 8 14 16,2 28-3-16,4 9-22 15,46 2 13-15,13-3-6 16,25 1-61-16,15-5-243 16,0-12-460-16</inkml:trace>
  <inkml:trace contextRef="#ctx0" brushRef="#br0" timeOffset="-33294.87">6790 12609 296 0,'0'0'174'0,"0"0"-127"0,0 0 11 0,0 0-21 16,0 0-10-16,0 0 10 16,0 0-15-16,19-21 33 15,-19 17 15-15,6 4 36 0,-6 0-25 16,0 0-43-16,0 0 7 15,0 0-2-15,0-3-14 16,0 3 6-16,0 0 8 16,0 0-19-16,6 0 12 15,-6 0-19-15,0 0 8 16,0 0-7-16,0 0-13 16,0 0 6-16,0 0-6 15,10 0 2-15,-10 0-3 16,25 0-8-16,3 0 8 15,-1 20 0-15,4 3 1 16,-9 1-3-16,-9 9 3 0,-7 7-4 16,-6-4-1-1,0 12 2-15,0-12 0 0,0-8-2 16,0-11-3-16,0-2-17 16,0-11-17-16,0-4-41 15,0-4-99-15,0-32-342 16</inkml:trace>
  <inkml:trace contextRef="#ctx0" brushRef="#br0" timeOffset="-26200.64">8561 15463 363 0,'0'0'221'0,"0"0"-174"0,0 0 8 0,0 0-7 16,0 0 26-16,0 0 28 0,0 0 15 15,19 9-26 1,-19-9-12-16,0 0-12 16,0 0-39-16,9 0 9 0,-9 0-26 15,0-24 19-15,6-24-30 16,-6-20 13-16,0-12-5 16,0-13 3-16,0 1-2 15,0 4-4-15,0 7-10 16,0 13 7-16,0 12-8 15,0 25-18-15,0 6 1 16,0 17-4-16,0 8 15 16,0 0-13-16,0 36 7 15,0 20 16-15,-40 9-8 16,-1-9-1-16,7-4-39 0,-6-12-56 16,21-16-254-1</inkml:trace>
  <inkml:trace contextRef="#ctx0" brushRef="#br0" timeOffset="-24783.71">4958 15308 269 0,'0'0'285'0,"0"0"-273"0,0 0 24 0,0 0-12 0,0 0 6 0,0 0 26 0,0 24 51 0,0-24-9 0,0 0-20 16,0 4 0-16,0-4-48 16,0 0 14-16,0 0-8 15,0 0 20-15,0 0-30 16,0-20 17-16,0-21-40 15,0-18 4-15,0-21-7 16,0-1 3-16,0-7-3 16,0 8 0-16,22 3-3 0,-16 25-22 15,6 16 5-15,-12 24 0 16,0 12-4-16,0 0-9 16,0 16-23-16,0 24 42 15,0 20-27-15,-6 4-200 16,-34 8-258-16</inkml:trace>
  <inkml:trace contextRef="#ctx0" brushRef="#br0" timeOffset="-24135.21">5318 15211 297 0,'0'0'133'0,"0"0"-58"0,0 0 9 0,0 0-37 16,0 0 9-16,0 0 41 15,108-104 10-15,-89 64-48 16,-4-4-12-16,-2-4-23 16,-13-1-18-16,0 2-6 15,0 6-12-15,0 13-37 16,0 12-27-16,0 9 50 16,-19 7 26-16,-9 0 12 0,0 23 16 15,-3 21-28-15,10 5 6 16,21-9-6-16,0-4 7 15,0-8 5-15,0-4-10 16,34 8-1-16,18 0-1 16,-5 0 6-16,-1 0-14 15,-11-8 8-15,-8 9 0 16,-14-10 0-16,-7 5 2 16,-6 5 57-16,0 3 0 15,0 0-17-15,0 8-23 16,-25-8-17-16,-37 5-2 15,-18-18-24-15,-13-10-51 16,-13-13-162-16,10 0-100 0</inkml:trace>
  <inkml:trace contextRef="#ctx0" brushRef="#br0" timeOffset="-23568.71">4136 15408 635 0,'0'0'295'0,"0"0"-276"0,0 0 76 0,0 0-36 16,0 0 43-16,0 0-28 16,214-12-39-16,-139 12-33 15,2-8-2-15,4 0-5 16,-13-4-42-16,6 4-88 0,-15 3-243 16,-31 2-300-1</inkml:trace>
  <inkml:trace contextRef="#ctx0" brushRef="#br0" timeOffset="-22969.45">4263 15969 112 0,'0'0'475'0,"0"0"-398"0,0 0-8 16,0 0 37-16,0 0-31 0,0 0 7 0,35 0-10 0,51 0-11 15,41 0 77-15,25 0-96 0,38 0 23 16,2 0-32-16,-12-11-10 0,-1-6-20 15,-11 6-3-15,-19 3-14 16,-38-1-32 0,-2 9 4-16,-35 0-81 15,-49 0-165-15,-25 0-461 16</inkml:trace>
  <inkml:trace contextRef="#ctx0" brushRef="#br0" timeOffset="-21221.24">5560 16186 246 0,'0'0'272'0,"0"0"-194"0,0 0 26 0,0 0-39 0,0 0-11 16,0 0 35-16,0 0-15 15,0 0-27-15,0 0-36 16,0 0 22-16,0 0-29 15,6 0 22-15,0 0-11 16,9 0 12-16,4 0-6 16,9 0 33-16,-9 0-33 15,-4 0-12-15,4 8 2 16,-1 16-10-16,-2 16 12 16,9 8-7-16,-10 8 7 0,4 8-11 15,-13 13 12 1,16-5-10-16,-10-3-3 0,-6-10-2 15,-6-10-17-15,6-13 1 16,-6-13-59 0,0-7-26-16,0-11-66 0,0-5-22 15,0 0 41-15,0 0-157 16</inkml:trace>
  <inkml:trace contextRef="#ctx0" brushRef="#br0" timeOffset="-20968.2">5547 16636 713 0,'0'0'105'0,"0"0"87"0,0 0-31 0,0 0-30 0,0 0-79 0,0 0 4 16,301 0-43-16,-242 0-3 16,-13 0-10-16,1-9-21 15,-1-3-25-15,-12 0-70 16,-27 4-226-16</inkml:trace>
  <inkml:trace contextRef="#ctx0" brushRef="#br0" timeOffset="-20238.74">5501 16238 218 0,'0'0'135'0,"0"0"44"0,0 0-56 0,0 0-1 0,0 0 41 15,0 0-52-15,0 0-69 16,0 0-34-16,18 0 0 15,4 0-6-15,3 0-2 16,-4 0-30-16,-2 5-146 16,-13 2-237-16</inkml:trace>
  <inkml:trace contextRef="#ctx0" brushRef="#br0" timeOffset="-17907.33">6000 16570 444 0,'0'0'152'0,"0"0"-93"0,0 0-24 0,0 0 4 0,0 0 26 16,0 0 35-16,0 17 9 0,0-1-55 15,0 8-16-15,0 0-26 16,0 5 10-16,0-1-22 16,0-9 11-16,15 6-5 15,16-10-4-15,-3-2 9 16,0-2-11 0,-9-6 1-16,2-5 3 0,-8 0-8 15,5 0 8 1,10-29 4-16,6-30-8 0,1-18 47 15,-4-3-44 1,-10 4 2-16,-8 7-5 0,-13 9-23 16,0 20 21-16,0 8 1 15,0 8-2-15,-41 17 6 16,-5 7-14-16,-1 0 10 16,1 11-4-16,-1 33-36 0,1 17 16 15,18 3-64-15,-6-8-271 16,34-9-190-16</inkml:trace>
  <inkml:trace contextRef="#ctx0" brushRef="#br0" timeOffset="-3036.37">8989 14751 58 0,'0'0'200'0,"0"0"-165"0,0 0 76 0,0 0-3 0,0 0-59 0,0 0-28 16,0 0 14-16,0 0 18 15,0 0-32-15,0 0-5 16,0 0 7-16,0 0 11 16,0 0-30-16,0 0 28 15,0 0 2-15,0 0 10 16,0 0-18-16,0 0 17 15,0 0-13-15,-6 0-15 16,-1 11-15-16,-2-3-27 0,3-4 5 16,6 4 22-1,-6-8 0-15,6 0 4 0,-6 5-4 16,-1 2 9-16,1 1-3 16,0-3-12-16,-3 3 12 15,9-8 38-15,-7 0-8 16,7 0-5-16,-6 0-22 15,6 0 25-15,0 0-22 16,0 0 1-16,0 0-8 16,0 0-1-16,0 0-8 15,0 0 7-15,28 0-9 16,-3 0 12-16,3 0-9 16,6 0 6-16,-9 0-4 15,-4 0 1-15,-2 0 0 0,-3 15 19 16,-10 25-7-1,-6 8 13-15,0 13-15 0,0-1-9 16,0-4 3-16,-28-4-8 16,-6-8 1-16,21-16-4 15,7-11 4-15,6-14-1 16,0-3-14-16,0 0-37 16,0 0 34-16,19 0 13 15,15 0 7-15,6 0 2 16,1 0 15-16,-14 0-1 0,-8 16-12 15,3 4 38-15,-16 5-2 16,-6 7 7 0,0 8-34-16,0 12 23 0,-56 0-34 15,-9 12 11 1,6-8-12-16,-3-15 0 0,9-13-3 16,25-25-5-1,10-3-15-15,18 0-65 0,0-12-137 16,0-24-318-16</inkml:trace>
  <inkml:trace contextRef="#ctx0" brushRef="#br0" timeOffset="-56.54">5941 17020 237 0,'0'0'121'0,"0"0"-55"0,0 0 38 0,0 0-36 0,0 0-12 15,0 0-19-15,0 0 51 16,0 0 19-16,0 0 8 16,0 4-42-16,0 1-15 15,0-2-47-15,-12 5-9 0,-23 4 2 16,7 4-8 0,-6 0 8-16,10 1 4 0,-4-1 16 15,9 4 24-15,-3-1-29 16,10-2-15-16,6-1 7 15,6-9-6 1,0-2-10-16,0 3 5 0,0 0-5 16,6-5-3-1,28 6 6-15,-9-5 1 0,15 3 1 16,-6 1-4-16,0-3 11 16,-21 7-13-16,9-8 16 15,-10 8-18-15,0-4 18 0,-12 4-13 16,0 4 6-16,0 12-3 15,0 8 3-15,0 5-2 16,-12-2-1 0,-10 2 6-16,-15-2-12 0,3-6 5 15,0-10-4-15,0-7-55 16,9-11 6-16,-9-5-45 16,6 0-279-16,15-21 39 15,1-30 90-15</inkml:trace>
  <inkml:trace contextRef="#ctx0" brushRef="#br0" timeOffset="162.5">5674 17145 580 0,'0'0'347'0,"0"0"-327"0,0 0 7 0,0 0 26 0,0 0-50 0,0 0 38 0,112-21-26 16,-78 9-6-16,6 4-6 16,7-4-6-16,-13 0-48 15,12 5-186-15,-11-6-85 16</inkml:trace>
  <inkml:trace contextRef="#ctx0" brushRef="#br0" timeOffset="966.83">6363 16993 377 0,'0'0'145'0,"0"0"-118"0,0 0 36 0,0 0-8 0,0 0-10 0,0 0-14 0,-109 188 35 0,97-168 1 15,5-12 40-15,1-5-31 16,6-3-44-16,0 0-16 16,0 0-8-16,0 0-16 0,0 0 0 15,0 0 6-15,0 0-13 16,0 8 15-16,0-3 2 16,13 3 1-16,5-4-6 15,-2-1 13-15,2 2-23 16,-2 3 24-16,2-5-23 15,-5-3-14-15,9 0 4 16,-22 0 6-16,12 0 3 16,-6 0 12-16,-6 0-21 15,0 0 8-15,0 0-17 16,0 0 24-16,6-8-12 0,-6 5 19 16,10 3 0-1,-10 0 7-15,0 0 10 0,0 0-2 16,0 0-6-16,0 0-6 15,0 0 8 1,0 0 0-16,0 11-2 0,0 22 2 16,0 11 39-16,0 4-23 15,0 1-11-15,0 2 2 16,0-7-7-16,0-11-3 16,0-5 1-16,0-12-18 15,0-13 0 1,-10-3-8-16,10 0-91 0,0 0-191 15,0-3-207-15</inkml:trace>
  <inkml:trace contextRef="#ctx0" brushRef="#br0" timeOffset="1643.73">4992 17638 148 0,'0'0'174'0,"0"0"-47"0,0 0-21 0,0 0-32 0,0 0 61 0,0 0 69 15,-12-16-77 1,12 16-24-16,0 0-33 0,0 0-13 16,0 0-45-16,0-12-2 15,24-1-9-15,39-7 1 16,2 1 0-16,3 2 2 15,-9 6-8-15,0 3-41 16,-19 8-11-16,6 0-130 16,-24 0-253-16</inkml:trace>
  <inkml:trace contextRef="#ctx0" brushRef="#br0" timeOffset="2192.59">5367 17951 268 0,'0'0'493'0,"0"0"-374"0,0 0 4 0,0 0-57 16,0 0-57-16,0 0 7 15,158-53 97-15,-49 34-33 16,24-6-38-16,7 1 5 16,27 4-41-16,-12-3 3 15,-9 6-5-15,-19 5-8 0,-6 8-39 16,-16-1-16-16,-24 5-46 16,-28 0-154-16,-25-7-386 15</inkml:trace>
  <inkml:trace contextRef="#ctx0" brushRef="#br0" timeOffset="6590.01">6970 17995 231 0,'0'0'195'0,"0"0"-186"0,0 0 50 0,0 0 15 0,0 0-44 0,0 0 40 0,193 11 16 15,-166-11 2-15,1 0-8 0,-9 0 12 16,3-3-33-16,2-5-23 16,17 0-9-1,5-4-4-15,16-4 23 0,3-9-31 16,-3 6 17-16,-3-9-27 15,-12 3 14-15,-19-7-18 16,-3-8 5-16,-16 4-3 16,3-5 1-16,-6 2-4 15,-6 11 7-15,0-8-6 16,0-5 9-16,0-3-20 0,0-15 7 16,0-6 0-1,0 1-17-15,0 3 6 0,0 10-11 16,0 15 17-16,0 12 8 15,0 12 3-15,0 4 19 16,0-8-20-16,7-1 16 16,21-7-15-16,-4 9 7 15,-8 7-10-15,-16 8-4 16,0 0-7-16,19 0-27 16,-13 0-20-16,28 0-25 15,-12 0-14-15,-16 0-142 16,12 0 33-16,-18 8-280 15</inkml:trace>
  <inkml:trace contextRef="#ctx0" brushRef="#br0" timeOffset="7088.46">7687 16984 214 0,'0'0'281'0,"0"0"-227"0,0 0 37 0,0 0-26 0,0 0 14 16,0 0 34-16,133-8-7 0,-121 8-47 15,1 0-24-15,8 0-9 16,-14 0-20-16,-1 0 5 16,6 4-9-1,-12 24 14-15,0 8-13 0,0 4 46 16,0 5-49 0,0-14-2-16,0-7-8 0,0-12-7 15,0 1-35 1,0 3-47-16,0-1-80 0,0-2-83 15</inkml:trace>
  <inkml:trace contextRef="#ctx0" brushRef="#br0" timeOffset="7972.56">8480 16963 251 0,'0'0'208'0,"0"0"-99"0,0 0-22 0,0 0-42 0,0 0 77 0,0 0-3 0,0-19-29 0,7-26-35 0,-1-2-9 16,-6-14 6-1,9-11 13-15,3 0-47 0,1-8-12 16,-7 0-6-16,10 11 0 15,-16 13-5-15,6 24 0 16,-6 20-4-16,0 12 9 16,0 0 0-16,0 12-8 15,0 37 8-15,0 11-5 0,-22 7 2 16,10-6-9 0,-16-5-36-16,3-12 3 0,9-12-53 15,4-8-14 1,6-11-70-16,0-5-5 0,6-8-217 15</inkml:trace>
  <inkml:trace contextRef="#ctx0" brushRef="#br0" timeOffset="9071.63">8701 16423 444 0,'0'0'88'0,"0"0"-45"0,0 0 4 0,0 0-13 0,0 0-11 16,0 0-4-16,0 0 21 16,0 0-14-16,0 0-6 15,0 0 13-15,0 0 11 16,0 0-31-16,0 0 32 16,0 0 27-16,0 0-15 15,0 20-22-15,0 4-32 0,0 7-3 16,-19 2 1-1,13 6-1-15,-4 2 10 16,4 3-10-16,6 0 33 0,0-7-31 16,0-1-1-16,0-9 3 15,34-7-8-15,7 1-9 16,-7-14 10-16,-9 1-12 16,2-8 15-16,-5 0-1 15,-3 0-4-15,-1 0 4 16,4-8 1-16,-16-15 0 15,-6 2-3-15,0 6-5 16,0 7 8-16,0 8-2 16,-6 0-2-16,-34 0-23 15,-7 44-9-15,1 4 53 16,-1 7-26-16,13-10 10 16,28-13-2-16,6-20-160 15,0-12-180-15</inkml:trace>
  <inkml:trace contextRef="#ctx0" brushRef="#br0" timeOffset="13920.38">5987 14458 234 0,'0'0'245'0,"0"0"-168"0,0 0-28 0,0 0-25 0,0 0-20 16,0 0-4-16,0 0 41 15,0 0-14-15,0 0 67 16,0 0-20-16,0 0 1 16,0 0-25-16,0 0 2 15,0-5-40-15,0-18 4 16,13-18 14-16,21-23-11 15,0-13 14-15,0-6-16 16,6-9 27-16,1 12-39 16,5 3 3-16,-5 1-8 15,-1 16-28-15,-9 11-33 16,-9 18-40-16,-4 11-164 16,-18 15-214-16</inkml:trace>
  <inkml:trace contextRef="#ctx0" brushRef="#br0" timeOffset="15363.53">6570 14541 579 0,'0'0'82'0,"0"0"-57"0,0 0 22 0,0 0-22 0,0 0 3 0,0 0 44 0,0 0-40 15,0 0 26 1,0 0 2-16,0 0-16 0,0 0-17 16,0 0-26-16,0-27 10 15,0-18-8 1,31-10 0 0,-3-18 7-16,31-15 27 0,-3-12-37 0,3 7 0 15,9 5 0-15,-9 16 0 16,-6 16-1-16,-13 8-9 15,-18 19-11-15,-4 17-87 16,-11 4-146-16,-7 0-156 16</inkml:trace>
  <inkml:trace contextRef="#ctx0" brushRef="#br0" timeOffset="16615.85">8930 16763 188 0,'0'0'262'0,"0"0"-180"0,0 0-18 15,0 0-21-15,0 0-34 0,0 0 21 0,112 61-2 0,-97-61 8 0,4 0-12 16,-7 0 0-16,10 0 43 15,3-5 15-15,9-18 15 16,0-13-57-16,0-5 12 0,6-11-46 16,-21-4 6-1,-7-4-12-15,4 7-3 16,-16 1-21-16,0 4-3 0,0 12-23 16,-16 17-36-16,-24 14 68 15,-13 5-53 1,1 0 64-16,-7 21 7 0,3 7-91 15,3 8-7-15,19-16 29 16,15-4-187-16</inkml:trace>
  <inkml:trace contextRef="#ctx0" brushRef="#br0" timeOffset="26439.43">14068 9958 180 0,'0'0'204'0,"0"0"-138"0,0 0 6 0,0 0-19 0,0 0 28 0,0 0 1 0,0 0 54 16,0 3-28-16,0 5-19 15,0-8-30-15,0 0 16 0,0 0-25 16,0 0-26 0,0 0 13-16,0 0-18 0,0 0 16 15,0 0-23-15,0-31 15 16,0-26-23-16,28-18 5 15,6-6-6-15,-3-4-2 16,3 5-2-16,0 21-9 16,-6 10 0-16,-16 25-15 15,-12 17 22-15,0 7-14 16,0 0 6-16,0 0-33 16,0 31-5-16,-18 13-123 15,-23-3-369-15</inkml:trace>
  <inkml:trace contextRef="#ctx0" brushRef="#br0" timeOffset="27005.69">14455 9833 633 0,'0'0'337'0,"0"0"-282"0,0 0 24 0,0 0-77 0,0 0-2 0,0 0 0 15,69-121 20-15,-51 98 27 16,-2-5-27 0,-4-4 22-16,-6-1-35 0,-6 2 7 15,0 3-8-15,0 7-12 16,0 13 12-16,0 8-8 16,0 0 2-16,-12 0-8 15,-16 0 5-15,3 8-32 16,3 16-4-16,10-4-14 15,6 1 23-15,6-1 2 16,0 3 20-16,0-2 1 0,6-5 7 16,28-1 0-16,-3-2-6 15,-3 2 0-15,6 10-17 16,0-9 17-16,-15 8-1 16,-7 8-14-1,-12-8 21-15,0 1 1 0,0-6 54 16,0-2-15-16,-18-9-7 15,-10-5-31-15,9-3-4 16,-9 0-45-16,22 0-261 16,-13-11-153-16</inkml:trace>
  <inkml:trace contextRef="#ctx0" brushRef="#br0" timeOffset="27854.03">14390 10639 329 0,'0'0'354'0,"0"0"-303"0,0 0 21 0,0 0-70 0,0 0 33 0,0 0 22 0,121-47 48 0,-68 6-37 16,-7 9 0-16,-5-4-27 15,-7 0-3-15,-9 12-35 16,-19 0-1-16,-6 7-4 16,0 2-11-16,0 7 6 15,-6 8-11-15,-41 0-4 16,-6 0 3-16,7 31 13 16,6 14 2-16,5-1 4 15,23-12 2-15,6 0-2 0,6-16-17 16,0-4-14-1,0-8-17-15,12-4-4 16,16 0 20-16,12 0 27 16,-15-4 10-16,3-20-11 0,-22 5 2 15,1-2-9-15,-1 9-10 16,-6 4 18-16,0 8 10 16,0 0 9-16,0 0-14 15,0 0-11-15,0 0-9 16,0 0 2-16,0 12 3 15,0 0 13-15,6 8-5 16,16-8 7-16,-10 4 0 16,10 0 5-16,-4 9-3 15,4-2-2-15,-9-7 0 0,-7 9 8 16,-6 6-4-16,0 2 48 16,0-6-25-1,-6 10-26-15,-41-5-1 0,-6 4-21 16,-15-8-98-1,0-8 36-15,15-7-82 0,13-13-344 16</inkml:trace>
  <inkml:trace contextRef="#ctx0" brushRef="#br0" timeOffset="28371.68">13500 11165 471 0,'0'0'115'0,"0"0"-19"0,0 0 173 0,0 0-97 0,388-4-40 0,-227 4-68 15,0 0-9-15,4-4-41 0,-16-8-11 16,-16 7-3-1,-12-3-24-15,-28 0-54 16,-25 8-89-16,-21 0-362 16</inkml:trace>
  <inkml:trace contextRef="#ctx0" brushRef="#br0" timeOffset="28954.99">14570 11405 675 0,'0'0'102'0,"0"0"-48"0,0 0 139 16,0 0-101-16,0 0-58 0,0 0 10 0,81 0-10 16,-75 17-29-16,-6 11 3 15,0 11 3-15,0 14 12 16,-12 10-21-16,-35 6-4 16,0-5 4-16,20-15-4 15,14-10-1-15,13-19 0 16,0-7-1-16,0-5-13 15,13-8 2-15,39 0 15 16,10 0-8-16,3 0 16 16,4-16-4-16,-10 3-2 0,-7 1-2 15,-5 9 0 1,-19-2 0-16,6 5-1 0,-22 0-41 16,-6 0-37-1,1 0-95-15,-7 0-120 0,0 0-65 16</inkml:trace>
  <inkml:trace contextRef="#ctx0" brushRef="#br0" timeOffset="30153.58">13783 9175 469 0,'0'0'60'16,"0"0"-58"-16,0 0 53 0,0 0-55 0,0 0 0 0,0 0 14 0,0 0 5 15,-16 0 51-15,16 0 35 16,-6 0-45-16,6 0-8 15,0 0-10-15,0 0-1 0,0 0 14 16,0 0-23 0,0 0-2-16,0 0-5 0,-6 0-6 15,6 0 25-15,0 0-11 16,0 0 23-16,0 0-42 16,0 0 10-16,0 0-22 15,0 0 5-15,34-3-3 16,12 3 15-16,7-5-10 15,6 5-3-15,-10 0-9 16,-8 0 13-16,-16 0-20 0,-4 0 9 16,-15 0-4-1,-6 0-16-15,0 0 2 0,0 0-6 16,0 0 8 0,0 25 16-16,0 2-7 0,-15 18 2 15,-10-9-2-15,-3 4 6 16,10-8-31-16,-10 0 20 15,9-8-25-15,19-8-10 16,0 0-12-16,0-4-68 16,0 1-19-16,0 3-9 15,-9-9-16-15,-10 1-134 16</inkml:trace>
  <inkml:trace contextRef="#ctx0" brushRef="#br0" timeOffset="30502.7">13801 9421 733 0,'0'0'88'0,"0"0"66"0,0 0 4 0,0 0-57 0,0 0-57 0,0 0-38 0,273-8-12 0,-239 8 5 15,-12 0-57-15,-16 0-87 16,-6 0-331-16</inkml:trace>
  <inkml:trace contextRef="#ctx0" brushRef="#br0" timeOffset="32086.34">13668 11990 212 0,'0'0'263'0,"0"0"-254"0,0 0 26 0,0 0 11 0,0 0-5 0,0 0-14 15,-6 0 18-15,6 0-45 16,0 0 28-16,0 0-8 16,0 0 8-16,0 0-27 15,0 0-1-15,0 0-4 16,0 0-21-16,0 0 25 0,0 0 3 15,0 0 49 1,0 0-11-16,0 0 30 0,0 0 2 16,0 0-43-1,0 0 24-15,0 0-54 0,0 0 10 16,0 0-10-16,0 0 39 16,0 0-34-16,0 0 0 15,0 0-5-15,0 0-16 16,0 0-14-16,0 0 0 15,0 0 29-15,0 0 2 0,0 0 12 16,0 0-2 0,0 0-5-16,0 0-3 0,0 0-3 15,0 0 17 1,0 0-5-16,0 0 10 0,0 0-16 16,0 0 8-16,0 0-11 15,0 0-6 1,0 0-7-16,0 0-16 0,0 0-16 15,0 0 1-15,0 0 27 16,0 0 11-16,0 0 3 16,0 0 19-16,0 0 12 15,0 0-27-15,0 0-8 16,0 0-4-16,0 0-18 16,0 5-123-16,0-5-37 15,0 8 97-15,0-4-26 16,-16-4-79-16</inkml:trace>
  <inkml:trace contextRef="#ctx0" brushRef="#br0" timeOffset="32667.37">13528 12035 114 0,'0'0'441'0,"0"0"-358"0,0 0 67 0,0 0 21 0,0 0-74 15,0 0-62-15,0 0 14 16,0 0-47-16,0 0-2 15,0 0-5-15,0 0 5 16,0 0 1-16,0 0 3 16,0 0 13-16,0 8-6 15,0-8 20-15,0 0-24 16,0 0-7-16,0 0-24 16,0 0 2-16,0 0 11 15,0 0-12-15,0 8 15 16,0-8 8-16,0 0-4 15,0 4 10-15,0-4 2 0,0 0-7 16,0 0 10-16,0 0 6 16,0 0-15-16,0 0 15 15,0 0-10-15,0 0 39 16,0 0-41-16,0-27 26 16,0-22-30-16,0-4 0 15,0-6 9-15,0-6-7 16,0 17-3-16,25 1-1 15,-3 6-4-15,-4 10-27 16,-2 10 19-16,-16 4-15 16,12 14 12-16,-12 3-26 15,0 0 24-15,0 0-29 16,0 11-76-16,0 19-113 0</inkml:trace>
  <inkml:trace contextRef="#ctx0" brushRef="#br0" timeOffset="33318.06">13928 11642 524 0,'0'0'42'0,"0"0"27"0,0 0 65 0,0 0-4 0,0 0-64 16,0 0-23-16,261-109-11 15,-240 109-31-15,-8 0 36 16,-1 0-24-16,-6 21 0 15,4 22-6-15,-10 6-14 0,0 12 1 16,0 3-11-16,0-9 8 16,0-2 0-16,0-17-8 15,0 0-42 1,0-8 34-16,0-12-12 16,0 4-91-16,0-7-24 0,0-6-5 15,-10-7-331-15</inkml:trace>
  <inkml:trace contextRef="#ctx0" brushRef="#br0" timeOffset="33531.58">14062 11826 1079 0,'0'0'69'16,"0"0"-21"-16,0 0 48 0,0 0-46 16,0 0-50-16,0 0-3 15,362-47-78-15,-331 30-220 16</inkml:trace>
  <inkml:trace contextRef="#ctx0" brushRef="#br0" timeOffset="36047.68">13934 13434 458 0,'0'0'180'0,"0"0"-120"0,0 0 148 0,0 0-40 0,0 0-114 0,0 0 31 0,0 0-31 16,0 0-2-16,0-16-17 15,0-40 0-15,0-27-12 16,35-18-5-16,5-3 0 15,0 4-11-15,-6 27-14 16,-15 25-2-16,-13 16 9 16,0 16-17-16,-6 16 15 15,0 0-11-15,0 0-11 0,0 4-25 16,0 24-101 0,0 8-370-16</inkml:trace>
  <inkml:trace contextRef="#ctx0" brushRef="#br0" timeOffset="36612.63">14390 13214 492 0,'0'0'191'16,"0"0"-89"-16,0 0-10 0,0 0 42 15,0 0-49-15,0 0-45 16,161-192-7-16,-123 131-12 16,-4 1-9-16,-12 9-11 0,-16 6-1 15,-6 9-11 1,0 12-10-16,0 12 18 16,-22 8 3-16,-3 4 4 15,-9 0 13-15,15 0-17 16,-8 24-3-16,14 7-11 15,4 6 3-15,9 0-15 0,0-1 25 16,0-8-37-16,22 0 19 16,18-4-20-16,-6 4 26 15,-3 0-33-15,3-4 16 16,-12 8 4-16,-4-4-17 16,-18-1 43-16,0 6 76 15,0 0 11-15,0 3-39 16,-34-8-13-16,-18-5-35 15,-1 1-9-15,-15-8-180 16,3-4-495-16</inkml:trace>
  <inkml:trace contextRef="#ctx0" brushRef="#br0" timeOffset="37263.5">14551 13883 402 0,'0'0'188'0,"0"0"-129"0,0 0 167 0,0 0-68 0,87-203-114 0,-62 150-22 0,-12 13-15 0,-13 8 20 16,0 11-11 0,0 10 23-16,0 7-16 0,0 4 0 15,0 0-21-15,-31 0 7 16,-4 28-9-16,-5 8-53 15,6-4 16-15,22 0-19 16,12 1 21-16,0-5-23 16,0 3 10-16,18-3 18 0,38-4-18 15,-3 4-33-15,-1-3-15 16,-11-9 14-16,-23 4 61 16,4 0 11-16,-16-4 20 15,-6 0 29 1,0 20 37-16,0-11 68 0,-28-2-97 15,-3-7-47-15,-3-11-5 16,0-5-89-16,9 0-99 16,-9 0-238-16</inkml:trace>
  <inkml:trace contextRef="#ctx0" brushRef="#br0" timeOffset="37645.14">13373 14317 681 0,'0'0'126'0,"0"0"29"0,0 0-11 0,0 0-30 0,487-3-41 0,-320-27-19 15,16 7-35-15,-18 2-18 16,2 18-2-16,-24 3-21 16,-16 0-21-16,-34 0-125 15,-40 16-320-15</inkml:trace>
  <inkml:trace contextRef="#ctx0" brushRef="#br0" timeOffset="38747.54">14617 14369 361 0,'0'0'325'0,"0"0"-254"16,0 0-1-16,0 0-22 0,0 0-19 0,0 0 80 0,0 0-26 16,0 8-6-16,-19 16-21 15,-9 5-12-15,0 7-33 16,-3 3-5-16,9 2-6 16,4-5-2-16,2-8-1 0,4-16 0 15,12-4 3 1,0-8-23-16,0 0 19 15,0 3-17-15,0 2 20 16,0-5-7-16,12 3 8 0,22-3 0 16,1 0-6-1,-1 0-1-15,-16 0 12 16,16 0-13-16,-6 0-29 0,-9 0 30 16,-7 0-16-16,4 0 6 15,-4 0-5-15,1 0 14 16,2 0 2-16,-9 0-11 15,1-8-39-15,-1-7-35 16,0-1-8-16,-6 8 37 16,0 8 62-16,0 0 10 0,0 0 90 15,0 0 39 1,0 0-73-16,0 11-31 0,0 10-35 16,0 11 33-16,0 8-32 15,0 8 27-15,-6 4 7 16,-13 1-6-1,-9-14-27-15,16-11 0 0,3-20-4 16,9-8-67 0,0 0-156-16,0-39-233 0</inkml:trace>
  <inkml:trace contextRef="#ctx0" brushRef="#br0" timeOffset="39726.44">13441 12665 563 0,'0'0'152'0,"0"0"-60"0,0 0 83 0,0 0-85 15,0 0-42-15,0 0-31 0,-68 221 26 16,68-190-36-16,0-7-7 15,22-7 2-15,-10-9-7 16,22-5-3-16,-15-3-8 16,-7 0 14-16,16 0-5 15,-15-11 0-15,2-10-3 16,-2 6-7-16,-13 2-17 16,0 5 2-16,0 8 29 15,0 0-6-15,-13 0-15 16,-21 8-276-16,-6 16 204 15,6 4-108-15</inkml:trace>
  <inkml:trace contextRef="#ctx0" brushRef="#br0" timeOffset="40709.19">13621 15083 341 0,'0'0'229'0,"0"0"-213"0,0 0-15 0,0 0-1 0,0 0 2 0,0 0 63 16,-12 28 40 0,12-28 68-16,0 0-39 0,0 0-64 15,0 0-14-15,0-16 6 16,0-24-57-16,0-17 13 15,0-10 16 1,0-2-24-16,0-6 11 0,0-2-17 16,0 5-4-16,0 11-18 15,0 22 7-15,0 23-23 16,0 16 2-16,0 0 4 16,0 36 12-16,0 28-2 15,0 4-56-15,-28 4-198 16,-12-8-180-16</inkml:trace>
  <inkml:trace contextRef="#ctx0" brushRef="#br0" timeOffset="41343.33">14124 14365 556 0,'0'0'113'0,"0"0"-5"0,0 0 51 0,0 0-31 0,0 0-66 16,0 0 1-16,-81 181-30 16,53-141-20-16,16-8-12 15,-16-12-1-15,22-8 0 16,-7-8-6-16,13 0-4 15,0 0-43-15,0-4 5 16,0 0-14-16,31 0 59 0,9 0 3 16,16 0 0-1,-15 0 0-15,-4-12-9 16,3 0-33-16,-6 7-98 0,-6 5 35 16,-9 0 39-16,-4 0 14 15,-9 0 9-15,-6 0-72 16,0-15-42-16,0 2-27 15</inkml:trace>
  <inkml:trace contextRef="#ctx0" brushRef="#br0" timeOffset="41475.09">14124 14365 155 0,'173'193'299'16,"-201"-165"-238"-16,22 19 6 16,-16 2 28-16,10 3 0 15,6-4-13-15,0 0-23 16,6-11-33-16,0-9-26 0,0-13-209 15,0-10-147 1</inkml:trace>
  <inkml:trace contextRef="#ctx0" brushRef="#br0" timeOffset="43407.47">9857 14910 323 0,'0'0'255'0,"0"0"-249"0,0 0 9 0,0 0-15 0,0 0 0 0,0 0 18 16,-6-72 78-16,-7 72 33 16,7 0-80-16,-15 0 141 15,14 0-110-15,1 0-62 16,-9 0-18-16,15 0-12 0,0 0-12 16,-7 8 18-16,7 5-1 15,0 2 7-15,0 9 0 16,0 4 18-16,0 13 3 15,0-1 8 1,0 8-21-16,35-8-6 0,17 1-4 16,10-18-22-16,-3 13 13 15,9-12-15-15,-15 4 18 16,-13 0-15-16,-12-3 11 16,-15-9 10-16,-13 0 2 15,0-4-11-15,0-1 23 16,0 2-17-16,-53 2 15 15,-9 2-4-15,-12-1-3 16,-4 4 15-16,10-4-18 16,0 4-8-16,15-4-6 0,34-11-23 15,19-5-122 1,0 0-143-16,7-33-103 0</inkml:trace>
  <inkml:trace contextRef="#ctx0" brushRef="#br0" timeOffset="44057.23">9783 15383 204 0,'0'0'233'0,"0"0"-159"0,0 0 21 0,0 0-2 16,0 0-9-16,0 0-26 16,0 0 30-16,-7 5-41 0,1-5-16 15,6 0-6 1,0 0 42-16,0 0-30 0,0 0-9 16,0 0-4-16,0-25-22 15,22-14 22-15,24-25-16 16,20-5 1-16,2-3-5 15,-16 8-4-15,-5 12 0 16,-13 3-5-16,-6 5-6 16,-16 1-21-16,1 6-9 15,-13 9-24-15,0 13-38 16,0 15-157-16,-13 0-104 16,-14 0 185-16</inkml:trace>
  <inkml:trace contextRef="#ctx0" brushRef="#br0" timeOffset="50669.64">8555 17538 309 0,'0'0'93'0,"0"0"-14"0,0 0 17 0,0 0-54 15,0 0 40-15,0 0 19 16,0 0 12-16,0 3-50 0,0-3 7 16,0 5-41-1,0-2 1-15,0 1-1 16,0 1-23-16,0-2 19 0,0-3-12 15,0 5 22 1,0-5-30-16,0 0 23 0,0 0-17 16,0 0 21-1,0 0-11-15,0 0 1 0,0-36 1 16,0-13-23-16,0-19 15 16,0 0-12-16,0 12-2 15,0 20 4-15,0 20-10 16,0 4-5-16,0 7-1 15,0 5-9-15,0 0-12 16,0 0 21-16,0 0-19 16,0 20 21-16,0 16-11 15,0 8-8-15,0 1-66 16,-6-18-244-16,-10-10-274 0</inkml:trace>
  <inkml:trace contextRef="#ctx0" brushRef="#br0" timeOffset="51350.55">8880 17056 377 0,'0'0'285'0,"0"0"-150"0,0 0 29 0,0 0-89 0,0 0-39 0,0 0-14 0,-59 192 19 0,41-156-38 0,9-11 17 0,9-14 6 16,0-11-21 0,0 5-4-16,0-5 1 15,0 0-4-15,0 0-1 0,0 0 0 16,0 0-7-16,34 0 10 15,0-5 19-15,-6-2-12 16,12 3-5-16,-15-4-2 16,3-1-4-16,-10 1-14 15,4 5 10-15,-10 3-4 16,1 0 5-16,-4 0-10 16,-3 0 14-16,-6-8-15 15,0 0 4-15,13-1-1 16,-13 1 12-16,6 5-12 15,0 3 30-15,-6 0 16 0,6 0-23 16,-6 3-5-16,10 22 7 16,-4-6-11-1,0 14 1-15,0 3 0 16,-6 8 20-16,0 4-11 0,0-7 28 16,13-18-22-16,-13-10 9 15,9-10-24-15,-9-3-43 16,12 0-61-16,1-31-153 15,8-22 93-15,4 1-152 16</inkml:trace>
  <inkml:trace contextRef="#ctx0" brushRef="#br0" timeOffset="52066.66">9404 16936 532 0,'0'0'114'0,"0"0"-106"0,0 0 42 0,0 0 44 0,0 0 18 0,0 0 30 15,0-4-53-15,-9 28-43 16,-3 4-38-16,-7 4-1 0,13-4 0 16,-16-4-5-1,16-12 3-15,6 0 1 16,0-8-2-16,0-4-1 0,0 5-3 16,0-5-4-16,0 3 1 15,0-3-3-15,6 0-2 16,22 0 7-16,-3 0-5 15,-10 0 0-15,10 0 5 16,-3 0-11-16,-4 0 5 16,-5 0 3-16,2 0 3 15,-2 0-4-15,-7 0 1 16,9 0-1-16,-15 0-29 16,7 0 30-16,-7 0-1 15,0 0 4-15,0 0 1 16,0 0 16-16,0 0-16 0,0 13 1 15,0 7-13 1,0 3 25-16,0 9-16 0,0 5 6 16,0 7 8-1,0-4-5-15,0-4-1 0,0-12-4 16,0-11-1-16,0-13-38 16,0 0-115-16,6 0-102 15,0-17 44-15</inkml:trace>
  <inkml:trace contextRef="#ctx0" brushRef="#br0" timeOffset="52604.46">8328 17983 17 0,'0'0'616'0,"0"0"-519"0,0 0 16 0,0 0 35 0,0 0-79 0,0 0-52 16,0 0-14-16,7 4 42 0,52-12 61 16,9-1-33-1,25-2-45-15,6 3 12 0,16-9-37 16,6 1-1 0,6-4 0-16,-9 1-4 0,3-6-1 15,-13-3-23-15,4 0 4 16,-10 0-42-1,-9 0-66-15,-19 4-162 0,-21 16-167 16</inkml:trace>
  <inkml:trace contextRef="#ctx0" brushRef="#br0" timeOffset="53499.04">9383 18191 307 0,'0'0'104'0,"0"0"-40"0,0 0 20 0,0 0-82 0,0 0 2 0,0 0-1 15,0 17-2-15,0-9 3 16,0 7 30-16,0-7 27 16,0 0-6-16,0-3 15 15,0-2-42-15,0 2 41 16,0-2 17-16,0 6-7 16,0-1-50-16,0 8-10 0,0-4 12 15,0-4-20 1,0-8 25-16,0 0-20 0,0 0 32 15,0 0-47-15,0-25 33 16,0-14-34-16,-7-10 4 16,7-7-4-16,0-4 0 15,0 4-2-15,0 4-41 16,0 7 4-16,0 17-17 16,0 17 50-16,0 11-9 15,0 0 7-15,0 8-12 16,0 35 19-16,-18 17-2 0,-10-3 1 15,0-9-84-15,9-17-256 16,13-22-145-16</inkml:trace>
  <inkml:trace contextRef="#ctx0" brushRef="#br0" timeOffset="53998.33">9804 17834 403 0,'0'0'264'0,"0"0"-228"0,0 0 47 0,0 0-12 0,0 0-32 15,0 0-39-15,0 0 12 16,0 153-5-16,0-114 80 16,0 2-33-16,0-5-16 15,19 3-16-15,9-6-20 16,-16-9-2-16,22-7-9 15,-12-10 6-15,-10-7-38 16,7 0 26-16,3 0-4 0,-10-15 17 16,1-13 2-1,-4-1-6-15,-9 9 11 0,0 8-10 16,0 8-14-16,-22 4-31 16,-12 0-37-16,-25 27 61 15,0 30-21-15,10-1 47 16,24 0 75-16,12-23-15 15,13-17-60-15,0-16-61 16,31 0-182-16,16-5-84 16</inkml:trace>
  <inkml:trace contextRef="#ctx0" brushRef="#br0" timeOffset="55681.79">7004 14409 137 0,'0'0'201'0,"0"0"-166"0,0 0 51 0,0 0-10 0,0 0-64 16,0 0 19-16,19 32-22 16,-7-28 14-16,-2-4-20 0,2 8-3 15,1-8 0-15,-13 5-33 16,21 3-57-16,-8-5-23 16,-7 5 82-16,0 4 31 15,3-4 0-15,-9 0 69 16,0-8 3-16,0 9-1 15,0-6-26-15,0-3-29 16,0 0-11-16,0 0-5 0,0 0-14 16,0 0-38-16,0 0-48 15,0 0 40 1,7 5 51-16,-7-5 9 0,0 0 85 16,0 0 9-16,0 0-53 15,0 0-33 1,0 0-7-16,0 0 5 0,0 0-6 15,0 0 0-15,0 0 65 16,0 0-10-16,0 0 38 16,0 0-13-16,0 0-23 0,0 0-11 15,0 0-46 1,0 0-28-16,0 0-123 16,12 0-27-16,-6-8-67 15</inkml:trace>
  <inkml:trace contextRef="#ctx0" brushRef="#br0" timeOffset="56298.11">7203 14702 331 0,'0'0'183'0,"0"0"-112"0,0 0-35 0,0 0 11 0,0 0-37 0,0 0-7 16,0 0 5-1,0 0 10-15,0-4 39 0,9-24 62 16,28-20 34-16,38-21-125 15,18-15 6-15,15-16-21 16,4-8 7-16,3 4-14 16,-28-1-5-16,-19 13-1 15,-3 12-4-15,-9 19-59 0,-25 22-193 16,-16 39-65-16</inkml:trace>
  <inkml:trace contextRef="#ctx0" brushRef="#br0" timeOffset="57628.75">10211 17898 458 0,'0'0'87'0,"0"0"-69"0,0 0 29 0,0 0-1 0,0 0 13 0,0 0 61 0,68 117-12 16,-40-109 13-1,-4-5-93-15,11-3 15 0,17 0-40 16,-11 0 11-16,21-23-4 16,-16-21-6-16,-6-12 0 15,-15-9-3-15,-19-3 11 16,-6 0-12-16,0-1-3 16,0 5-29-16,-40 20 2 15,-13 21-19-15,-5 18 32 16,-11 5-92-16,-11 44 106 0,21 33 6 15,0 15-1-15,12-8 11 16,19-4-13-16,28-20-182 16,0-27-431-16</inkml:trace>
  <inkml:trace contextRef="#ctx0" brushRef="#br0" timeOffset="60343.28">10660 15493 60 0,'0'0'164'0,"0"0"27"0,0 0-54 15,0 0-42-15,0 0-39 16,0 0-13-16,0 0-30 15,0 0 18-15,0 0-16 16,0 0 22-16,0 0 20 16,0-9 33-16,0-3 0 15,0 0-26-15,0-8 4 16,6-8-45-16,1-12-9 0,20-8-12 16,-2-9 0-16,16-10 7 15,-1 3-1-15,-6-2 2 16,-6 15 13-1,-16-1-17-15,-6 11-5 0,-6 5 15 16,0 0-13-16,0 5-5 16,0 6 9-16,-12 14-11 15,-22 11 8-15,-6 0-5 16,-1 0 1-16,-5 28-1 16,6 16-5-16,27 0 6 15,1 7-5-15,12-2 5 16,0-5-10-16,0 0 10 0,46-8-6 15,1-4-14-15,12 0 14 16,3-4-33-16,3 0 13 16,3 5 6-16,-21 3-4 15,-13 0 21-15,-28 0 6 16,-6 8 41-16,0-4 7 16,-62 4-26-16,-19-20-25 15,4 4-3-15,-4-16-7 16,13-4-22-16,-7 8-54 15,17 12-358-15</inkml:trace>
  <inkml:trace contextRef="#ctx0" brushRef="#br0" timeOffset="63258.95">9838 18881 359 0,'0'0'183'0,"0"0"-171"0,0 0 18 0,0 0-5 0,0 0-22 0,0 0 44 0,25 44 15 0,-25-24 65 0,0-7-31 16,0-5-1-16,0-8-34 15,0 0-3-15,0 0 1 16,0 0-26-16,0 0 0 16,0 0-30-16,0-29 15 15,0-16-15-15,0-10-3 16,-6 2 0-16,-13 6 0 0,19 6 0 16,-6 10-5-1,-3 3-2-15,-3 23-21 0,12 5 21 16,0 0-42-16,0 0 1 15,0 13 8-15,0 18 37 16,0 5-6-16,0 0-36 16,0-19-314-16</inkml:trace>
  <inkml:trace contextRef="#ctx0" brushRef="#br0" timeOffset="63872.58">10307 18435 578 0,'0'0'68'16,"0"0"-48"-16,0 0 17 0,0 0 36 0,-10 218-50 0,4-198 24 15,6-9-14-15,0-6-16 16,0-5 19-16,0 0 37 0,0 0-46 16,0 0-27-16,0-16-8 15,34-20 8-15,0 8 19 16,0-8-13-16,-3 15-9 16,-9 6 9-16,-9 2-12 15,8 13-8-15,-14 0-22 16,11 0-27-16,-12 0-36 15,-6 0 71-15,10 0-39 16,-10 0-18-16,0 0 14 16,0 0-42-16,0 0 98 15,0 0 15-15,0 8 56 16,0 20-6-16,6 8 16 16,-6 0-23-16,12 5-22 0,1-5-9 15,-13 0-15 1,15-5 7-16,-9-2-8 0,-6-9-5 15,7-17-56-15,-7-3-40 16,0 0-323-16</inkml:trace>
  <inkml:trace contextRef="#ctx0" brushRef="#br0" timeOffset="64408.04">10741 18231 14 0,'0'0'521'0,"0"0"-508"0,0 0-7 0,0 0 20 0,0 225-26 0,-16-197-2 16,16-8 2-16,-12-16 8 0,12 4 39 15,0-8 33-15,0 0-9 16,0 0-70-16,12-8-2 16,29-16 2-16,14-16-1 15,-8 15 7-15,-7 2 6 16,1 10-7-16,-17 6 2 15,4 7 12-15,-9 0 9 16,-13 0-29-16,3 0-37 16,-2 0-18-16,-7-8-61 15,0 0 58-15,0 3-12 16,0 2-52-16,0 3 122 16,0 0 111-16,0 0-111 15,0 0-19-15,0 8-12 16,0 15 31-16,0 10 108 15,0-5-42-15,0 12-19 16,0-8-39-16,0-4-4 16,0 1-4-16,6-6-70 0,0-3-67 15,-6-8-185-15</inkml:trace>
  <inkml:trace contextRef="#ctx0" brushRef="#br0" timeOffset="66038.08">11162 18665 610 0,'0'0'51'0,"0"0"-42"0,0 0-9 0,0 0 1 0,0 0-1 0,0 0 7 0,0-12 5 0,0 12-10 0,0 0 111 0,0 0 89 0,0 0-69 0,0 0-69 0,7-16-2 0,24-9-51 0,24-31 12 0,26-20 10 0,18-24-9 0,16-5 0 0,-3 5-22 16,-10 12-2-16,-15 24-16 0,-22 11-9 0,-3 17-50 0,-31 20-62 0,-31 16-260 0,0 0-305 0</inkml:trace>
  <inkml:trace contextRef="#ctx0" brushRef="#br0" timeOffset="67141.35">12524 17934 283 0,'0'0'133'0,"0"0"-40"16,0 0-48-16,0 0-23 15,0 0-16-15,0 0 18 16,0 17 26-16,0-14-5 16,0 10-11-16,0-1 48 15,0 4 6-15,0 4 19 0,0-1-21 16,0-6-43-1,0-5 29-15,0-8-56 0,0 0 5 16,0 0-21-16,0-13 14 16,0-34-8-16,0-14-6 15,0 1 1-15,0 9 0 16,0 10-2-16,0 1 7 16,6 8-16-16,3-9-19 15,10-6-33-15,-7 11-100 16,-3 8-205-16,-9 28 65 15,0 3 49-15,0 54 218 16,0 11 35-16,-9 0 190 16,-22-12-83-16,16-15-107 15,-4-18-197-15</inkml:trace>
  <inkml:trace contextRef="#ctx0" brushRef="#br0" timeOffset="67570.23">12753 17641 599 0,'0'0'99'0,"0"0"-48"0,0 0 117 0,0 0-49 0,-102 233-57 0,102-201-35 0,0-12-14 16,6-4 0-16,34-7-14 15,-6-9 10-15,19 0-17 16,-13 0 12-16,1-28-8 15,-7-21-6-15,-28 1-23 16,10 4-50-16,-16 11-181 16,0 22 167-16,0 11 88 15,-35 0 4-15,-11 4-4 0,-10 33 18 16,3-1 9 0,29 0-18-16,8-5-6 15,16-15-98-15,0-11-209 0</inkml:trace>
  <inkml:trace contextRef="#ctx0" brushRef="#br0" timeOffset="67939.24">13541 18075 357 0,'0'0'937'0,"0"0"-895"0,0 0-36 0,0 0 13 0,0 0-19 0,0 0-56 0,0 0-71 16,0 0-309-16</inkml:trace>
  <inkml:trace contextRef="#ctx0" brushRef="#br0" timeOffset="68152.36">13541 18075 966 0,'462'185'117'0,"-462"-185"-117"0,6 0-11 16,6 0-2-16,-6 0-194 15,10 0-25-15,-4 0-61 16</inkml:trace>
  <inkml:trace contextRef="#ctx0" brushRef="#br0" timeOffset="68319.9">14598 18376 321 0,'0'0'896'16,"0"0"-867"-16,0 0-29 16,0 0 0-1,0 0-109-15,0 0-279 0</inkml:trace>
  <inkml:trace contextRef="#ctx0" brushRef="#br0" timeOffset="71102.6">11336 15444 377 0,'0'0'47'0,"0"0"-43"0,0 0 69 0,0 0-45 0,0 0 2 0,0 0 3 0,0-28 53 0,0 28 17 16,0 0 12-1,0 0-34-15,0 0-46 0,0 0 27 16,0 0-36-16,0 0 21 15,0 0-35-15,0 0 14 16,0 0-15-16,0 0 20 16,0 0-22-16,0 0 15 15,0 11-3-15,0 25-18 16,25 9 41-16,-10-1-41 16,-2 8 4-16,-13-3 3 15,0 2-20-15,0 1 9 16,0 12-31-16,0-7-19 0,0-17-87 15,0-27-242-15</inkml:trace>
  <inkml:trace contextRef="#ctx0" brushRef="#br0" timeOffset="72032.26">11628 15604 368 0,'0'0'42'0,"0"0"-36"0,0 0 132 0,0 0-35 0,0 0-3 16,0 0 79 0,0 0-51-16,0 0-63 0,0 0-29 15,0-24-21-15,9 1-7 16,3-2 7-16,1-3 28 15,15-4-20-15,6-13 5 16,-3-6-17-16,9-14-4 16,0 1-7-16,-12 0-10 15,-15 8-9-15,-13-1-7 16,0 18-5-16,0 15 12 16,-13 7 13-16,-27 10 12 15,6 7-4-15,-7 0 0 16,7 0 22-16,-3 0-24 0,22 7-15 15,8 18 14-15,7 3-14 16,0 8 11-16,0 4 7 16,0 0-12-16,35 12 13 15,17-8-9-15,-5 1 5 16,15-9-16 0,-3-4-44-16,-13-4-12 0,1 3 31 15,-26 5-13-15,-14 5 38 16,-7 3 16-16,0 4 24 15,-28-4 26-15,-19-8-39 16,7-11 25-16,15-17-8 0,-9-8-28 16,12 0-2-1,-18 0-196-15,28 0-75 0</inkml:trace>
  <inkml:trace contextRef="#ctx0" brushRef="#br0" timeOffset="72734.1">12431 15697 761 0,'0'0'53'0,"0"0"-35"0,0 0 25 0,0 0-43 0,0 0-5 0,0 0 5 0,28-197 11 15,-16 149 52-15,-6-4 31 16,-6-12-68-16,0 0-14 15,0 3-12-15,0 5-9 16,0 12-46-16,0 28 42 16,-12 8-39-16,-35 8-38 15,7 0 89-15,-7 0 1 16,7 16 18-16,18 0 14 16,22 9 34-16,0-2-34 15,0 5-22-15,0 1-5 16,22 7-5-16,25 0 0 15,5 0-1-15,17 4-11 0,-4-8-57 16,-10 0-32-16,-2 4-2 16,-13 0 41-16,7 4 18 15,-22 0 42-15,-10 4 2 16,-15 5 9-16,0-1 63 16,-46-8 7-16,-22-12-42 15,15-5 37-15,0-23 33 16,25 0-107-16,0 0-105 15,28-23-70-15,0-18 45 16,0 10-426-16</inkml:trace>
  <inkml:trace contextRef="#ctx0" brushRef="#br0" timeOffset="73116.32">13407 15820 1257 0,'0'0'59'0,"0"0"-35"0,0 0-24 0,0 0-24 0,0 0-131 16,0 0-280-16</inkml:trace>
  <inkml:trace contextRef="#ctx0" brushRef="#br0" timeOffset="73333.62">13407 15820 1080 0,'462'41'134'0,"-462"-41"-129"16,0 0-10-16,0 0-38 15,0 0-96-15,0 0-170 16,0 0-44-16</inkml:trace>
  <inkml:trace contextRef="#ctx0" brushRef="#br0" timeOffset="73515.49">14282 15950 1176 0,'0'0'67'0,"0"0"-26"15,0 0 6-15,0 0-47 16,0 0-34-16,0 0-17 16,68 8-63-16,-49-8-246 15,-13 0-268-15</inkml:trace>
  <inkml:trace contextRef="#ctx0" brushRef="#br0" timeOffset="81907.36">1268 10711 559 0,'0'0'213'0,"0"0"-162"0,0 0 50 0,0 0-23 0,0 0-37 0,0 0-34 0,0 0 12 0,0 0-18 16,0 0 23-16,0 0 8 15,0 0 4-15,0 0 6 16,0 0-9-16,0 0-6 15,0 0-25-15,6-8 11 16,28 8-10-16,41-3 23 16,12-9-23-16,18 12 24 15,50-13-21-15,-3 2 8 16,9 11-12-16,-6 0-2 16,-27 0 0-16,-11 0 2 15,4 0-8-15,-12 0 19 0,12 8-27 16,-10 0 31-1,-8 12-29-15,24-17 16 0,6 10-8 16,13-10 4-16,3-3-4 16,-16 0 2-16,-15 0 4 15,-10 0-13-15,-21 0 23 16,-12 0-22-16,-4 0 20 16,-9 0-20-16,-3-3 12 15,3-2-2-15,-9 5 0 16,-7 0 5-16,-18 0-15 15,-3 0 20-15,-13 0-26 16,-3 0 28-16,-2 0-22 16,-7 0 11-16,0 0-1 15,0 0 0-15,0 0 0 16,0 0-1-16,0 0 7 0,0 0-13 16,0-8 17-16,0 8-13 15,0-3 10-15,0-5-5 16,0-4 2-16,0 4-4 15,0-9 0-15,0-10 2 16,0-9-8-16,0-21 18 16,0-16-25-16,0-7 25 15,0-8-24-15,0 1 8 16,-22 2 2-16,3 13-12 16,-9 8 13-16,4 16-7 15,-10 7 16-15,-1 9-14 0,1-8 14 16,-12 0-14-16,12 0 12 15,-7-1-12-15,10 18 6 16,10 7-3-16,-4 4-1 16,9 8 8-16,4-5-9 15,0 1 14-15,-4 5-12 16,10-9 14-16,-7 7-22 16,1-3 4-16,-3 0 6 15,-4 5-3-15,3 3 4 16,-2-5-5-16,-1 2 11 15,-2-1-8-15,2-4 6 16,-9-5-8-16,-12 2 6 16,-7-1-8-16,-21 4 6 0,-9 8-6 15,-10 0 6-15,-3 0 0 16,18 0 4-16,4 0 2 16,3 0 13-16,19 0-14 15,-16 0-10-15,-13 0 8 16,-12 0-7-1,-18 3 1-15,-10 30-7 0,-18 3 3 16,12-5 13-16,-12-6-24 16,-1-6 36-16,7-14-36 15,6 3 28-15,3-8-18 16,4 0 9-16,27 0-1 16,12 0 0-16,23-13 13 0,11 5-17 15,-11-3 11 1,5 7-6-16,-27 0 16 15,-7 0-28-15,7 4 12 0,9 0-2 16,24 0-3-16,1-5-8 16,28 2 2-16,-4-2-4 15,4 2 7-15,12-2 14 16,-6 5-18-16,-1 0 21 16,7 0-23-16,0 0 17 15,-15 0-4-15,15 0 0 16,0 0-13-16,-19 0 9 15,-2 0 1-15,-4 0-16 16,-9 5 34-16,6 11-29 16,9 0 27-16,-9-1-13 15,28 6 3-15,-6 7 2 16,6 8-5-16,0 12 8 16,0 12-4-16,40 9 0 0,7 10 9 15,-7 10-7-15,-12-5 4 16,-16 5-3-16,-12-14-1 15,0-6 4-15,0-9-8 16,0-20 0-16,7-16-1 16,21-20-2-16,-4-4-55 15,17 0-33-15,-1 0-180 16,-18-23-329-16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2:23:19.7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10232 7238 92 0,'0'0'343'0,"0"0"-256"0,0 0-33 0,0 0-17 0,0 0-17 16,0 0-18-16,0 0 3 16,0 0 23-16,0 0 5 0,0 0 40 15,0 0 11-15,0 0-8 16,0 0-40-16,0 0-32 16,0 0-4-16,0 0-17 15,0 0 14-15,0 0-1 16,0 0 1-16,0 0 6 15,0 0 0-15,0 8 8 16,0 17 6-16,13-6-8 16,2 14-4-16,-2-5 11 15,-7 3-15-15,0 5-1 0,0 5 12 16,0 3-3 0,4 0-3-16,-10 4-3 0,0-7 5 15,6 3-3-15,-6 0 17 16,6-4-19-16,-6-4 3 15,0 4 0-15,0 12-1 16,0-4 1-16,0 8 9 16,0 0-9-16,0 5 0 15,0-6-6-15,0 6 3 16,0-5 1-16,0-4-3 16,0 0 4-16,12 1 5 15,-5-6-5-15,14 6-4 16,-14 2 11-16,5-2 1 15,-6-1-1-15,3 0-6 16,-2 1-2-16,-7 7 12 16,0 4-14-16,0 4 15 0,0 0-17 15,0 1 10-15,0-10-5 16,0-2-10-16,0 2 5 16,0-2 0-16,0 3 4 15,0-3 8-15,0 10-14 16,0-7 9-16,0 1-4 15,0-1 1-15,0 0 4 16,0 0-6-16,0 1 1 16,0 3-3-16,0 8 0 0,0 0 1 15,0-4 5 1,0-4-7-16,0 0 13 16,0 0-13-16,0 1 9 15,0-5-15-15,-7 4 11 0,7 1-4 16,-9 2 0-1,3 10 5-15,-6 3-15 0,12 4 20 16,0-7-13-16,-7 3 8 16,7-8 1-16,0-8-6 15,0 0 0-15,0 8-2 16,-6-3 6-16,-9 11-10 16,15-5 12-16,-13 2-8 15,1 7 10-15,-4-7-12 16,4 3 13-16,6-5-16 15,0 2 9-15,6 0-2 0,0-2 0 16,0-3 5-16,0 9-8 16,0-13 8-1,0 4 11-15,0-16-14 0,0 5 0 16,0-9 0-16,0 7-4 16,0-2 0-1,0 7 2-15,0 8 2 0,0 5 1 16,0 3 7-16,0-4-9 15,0 1 0-15,0-10 4 16,0 5-5-16,0-3 0 16,0-5 0-16,0 4-2 15,0 0 4-15,0 8-3 16,0 1 11-16,0-1-6 16,0 1 5-16,6-10-6 15,0 2-3-15,6-2 0 0,-2 6-1 16,2-5 5-16,0 0-5 15,-5-4 6-15,8 0-10 16,-9 8 12-16,1-8-9 16,-7 1 4-16,0-12-2 15,12-2 0-15,-6-2 0 16,3-5-5 0,-2 4 12-16,-7-1-17 0,0 10 20 15,6-1-14-15,-6 0 14 0,0 9-16 16,0-9 9-1,0 4-3-15,6-12 0 16,-6 8 2-16,0-4-10 0,6 0 16 16,-6 1-16-16,0 2 16 15,6-2-12-15,-6 3 8 16,0-1-7-16,0-6 6 16,0-5-4-16,0 1 1 15,0 7 0-15,0-1-4 16,0 10 13-16,0-1-18 15,0 1 16-15,0 2-12 16,0-7 8-16,0 5-3 16,0-9 0-1,0-8 0-15,0-4-6 0,0-4 12 16,0-4-13-16,0 0 17 16,0-4-19-16,0-4 18 0,0 1-15 15,0 2 6 1,0 1 0-16,0 8-3 15,0 9 6-15,0 2-12 16,0-3 21-16,-6-3-18 16,0-1 13-16,0-4-14 0,6 4 10 15,0 0-6-15,0 1 2 16,0-2-2-16,0-3-1 16,0 5 8-16,0-13-8 0,0 8 9 15,0 5-10 1,0-2 9-16,0 10-4 0,0-1 0 15,0 4 0-15,0 0-3 16,0-4 8-16,0-4-14 16,0-8 18-16,0-3-16 15,0-2 17-15,0-3-14 16,0 0 4-16,0 1-2 16,0-6 2-1,6 13-18-15,-6 5 1 0,12 19-29 16,-2 4-3-16,8-4-37 15,4-20-24-15,-9-40-119 16,27-3-55-16,-15-94 20 16</inkml:trace>
  <inkml:trace contextRef="#ctx0" brushRef="#br0" timeOffset="1482.56">10105 7411 173 0,'0'0'217'0,"0"0"-119"0,0 0-64 0,0 0 0 0,0 0-18 0,0 0 21 0,0 0-11 16,0 0-22-16,0 0 19 15,0 0 35-15,0 0 57 16,0 0-61-16,0 0-3 15,0 0-21-15,0 0 22 16,0 0-33-16,0 0 7 16,0 0 7-16,0 0-19 15,0 0 10-15,0 0-14 16,0 0 22-16,0 0-12 0,0 0 11 16,13 0-27-1,-13 0 6-15,15-8-4 0,-3-20-2 16,23-9 1-1,-11-11-2-15,10 9-4 0,-6-5 11 16,-3 0-20 0,-9 11 1-16,-4 2 8 0,0 10-10 15,-5 1 11-15,-7 12 0 16,0 4 1-16,0 4-5 16,0 0 8-16,0 0-11 15,0 15 15-15,0 14-11 16,0 8 6-16,0-1-3 15,28 8 0-15,-16 7-4 0,-6 1 2 16,3 1 4-16,4-13-1 16,-1-8 2-16,4-13-6 15,2-10 8-15,-11-5-12 16,8-4-24-16,-15 0 3 16,0 0 8-16,0 0-5 15,0 0-17 1,0 8-46-16,0-4-239 0</inkml:trace>
  <inkml:trace contextRef="#ctx0" brushRef="#br0" timeOffset="1850.77">10145 7615 269 0,'0'0'329'0,"0"0"-292"0,0 0 133 0,0 0-19 0,0 0-82 0,0 0-41 16,193-32-4-16,-165 32-5 15,-1 0-19-15,-2 0-15 16,-9 12-101-16,-4 8-146 15,-12-7-245-15</inkml:trace>
  <inkml:trace contextRef="#ctx0" brushRef="#br0" timeOffset="2398.92">9609 6385 64 0,'0'0'745'0,"0"0"-688"0,0 0-8 0,0 0 54 0,0 0-94 16,0 0 14-16,16-8-10 16,8 8 58-1,10 8-15-15,1 11-11 0,-8 6-28 16,20 11-13-16,-16 0-8 15,-3 0-7 1,-16 8-6-16,10-12-28 0,-16 0-10 16,0-4-59-16,-6-12-204 15,0-8-207-15</inkml:trace>
  <inkml:trace contextRef="#ctx0" brushRef="#br0" timeOffset="2665.33">9838 6742 593 0,'0'0'118'0,"0"0"-12"0,0 0-40 16,0 0-43-16,0 0-21 15,0 0 8-15,59-174 8 16,-6 110-13-16,-19 1 43 15,6 18-13-15,-18 9-20 16,-3 12-15-16,-13 8-3 16,0 7-44-16,10 2-36 15,-16 7-24-15,0 0-49 16,0 0-124-16</inkml:trace>
  <inkml:trace contextRef="#ctx0" brushRef="#br0" timeOffset="14855.78">4490 13447 576 0,'0'0'45'0,"0"0"-45"0,0 0-1 0,0 0 1 0,0 0 50 16,0 0 11-16,0 0 3 15,139 0-34-15,-117 0 52 16,25 0 3-16,-7 0-12 15,6 0-27-15,7 0-15 16,0 0 7-16,21 0 9 16,1-13-11-16,5 5-5 15,1 0 14-15,-10 0-45 0,4 5 17 16,5-6-16-16,-5 6 11 16,-4 3-9-16,10-5 5 15,5 2-8-15,7-5 0 16,4-4 1-16,14 7-1 15,4-3 14-15,0 8-8 16,-22 0 1-16,18 0-5 16,-15 0 7-16,10 0-8 15,-7 0-1-15,3-3 0 0,-2 3 4 16,8 0 8-16,-3 0-11 16,16 0 8-16,13 0-3 15,-7 0-4-15,12 0 4 16,-5 0-8-1,-1 0 3-15,-6 0-1 0,0-5 0 16,-12 2 3-16,6 3 0 16,-16 0 1-16,4 0 3 15,-4 0-3-15,16 0 0 16,0 0-3-16,6 3 0 16,-6 10 4-16,-3-1-4 15,-3-4 1-15,0 3 4 16,5-3-11-16,-14 4 11 0,2-7-12 15,-15 6 10 1,0-3-4-16,7 5 0 16,8-1 0-16,13 8-2 0,-15-1 6 15,27 6-9-15,6-1 8 16,-11-7-6-16,-1 2 6 16,-13-7-10-16,-14-4 11 15,14 0-4-15,-8 0 0 16,2 0 3-16,-9 1-3 15,10-1 2-15,3-1 0 16,9-7 6-16,18 0-5 16,16 0 0-16,-9 0-3 15,-4 0 0-15,-2 0 1 16,-13 0-6-16,-6 0 10 16,0 0-16-16,6 0 22 15,0 0-22-15,7 0 15 0,-7 0-4 16,-9 8 0-1,9 0 2-15,-6-3-5 0,0 6 10 16,6-3-14 0,-13 9 15-16,-14-9-12 0,14 3 14 15,-21-7-17-15,0 1 9 16,0-2-2-16,-12-3 0 16,0 8 0-16,12-3-3 15,0-2 11-15,9 6-15 16,10-6 15-16,2 2-13 15,7-5 10-15,-15 3-5 0,-7-3 1 16,-12 0 0 0,-13 0 6-16,13 0-4 15,-13 0-5-15,7 5 9 16,0-5-10-16,5 8 8 16,7 0-5-16,-6-8 1 0,-6 8 0 15,-10-1-1-15,25-2 2 16,-9-2-2-16,-16-3 7 15,10 13-9-15,-13-9 12 16,-15 4-2-16,6-8-2 16,-3 0-3-16,-4 8 1 15,14-8-4-15,2 8 11 16,0-8-7-16,19 8-2 16,6-8 5-16,6 12-13 0,10-1 13 15,-16 2-7-15,-7-9 0 16,-20 4 0-1,-4-3-1-15,-4-5 3 0,4 3-3 16,-3-3 8 0,-12 0-12-16,6 0 14 0,-7 0-8 15,4 0 2-15,-13 0 3 16,25 0-5-16,-9 0 6 16,21 0 2-16,-15 0-6 15,22 0-6-15,-13 0 9 16,-9 0-6-16,0 0 8 15,-10 0-11-15,4 0 4 16,0 0-1-16,-32 0 0 0,4 0 4 16,-3 0-8-16,-16 0 6 15,13 0-10-15,2 0 16 16,-2 0-14-16,3 0 8 16,-10 0-4-16,-12 0-17 15,0 0-25-15,0 0-42 16,0 0-80-16,-6-16-234 15</inkml:trace>
  <inkml:trace contextRef="#ctx0" brushRef="#br0" timeOffset="15619.28">19277 13844 81 0,'0'0'267'0,"0"0"-260"0,0 0 24 0,0 0 42 0,0 0 47 16,0 0-15-1,0 0 90-15,0 0-41 0,0 0-54 16,0 0 0-16,25 8-68 16,9-5-4-16,0-3-12 15,19 0 13-15,-7 0-27 16,-18-11 8-16,12 7-7 15,-21 0-6-15,3 4 7 16,-4 0-2-16,10 0 0 0,-3 0 2 16,-9 24-8-1,-4 7 8-15,-12 2-12 0,0 11 9 16,0-4-2 0,0 0-13-16,-28 0 13 0,-12 1-22 15,21 6 19-15,-15 2 4 16,22 3-25-16,-1-15 11 15,13-26-106-15,0-11-139 16,0-5-194-16</inkml:trace>
  <inkml:trace contextRef="#ctx0" brushRef="#br0" timeOffset="16136.77">19971 14281 527 0,'0'0'139'0,"0"0"-105"0,0 0 13 0,0 0-25 0,0 0 57 0,0 0 114 0,121-69-111 16,-80 30-23-16,-10-10 25 16,25-7-47-16,-10 4-8 0,1 4-28 15,-7 4-2-15,0 11 0 16,-9 2-5-16,3 7-14 15,-12-8-21-15,-3 16-34 16,-19-5-59-16,0 9-103 16,0 4-124-16</inkml:trace>
  <inkml:trace contextRef="#ctx0" brushRef="#br0" timeOffset="16385.71">20232 13788 979 0,'0'0'197'0,"0"0"-139"16,0 0 20-16,0 0-32 16,0 0-19-16,0 0-12 15,214 208-7 1,-161-167-8-16,-7-5-1 0,-12 3-3 15,-15-14-43-15,-4 6-112 16,-15-6 110-16,0 2-364 16,0-7-173-1</inkml:trace>
  <inkml:trace contextRef="#ctx0" brushRef="#br0" timeOffset="34289.37">9023 13603 97 0,'0'0'264'0,"0"0"-177"16,0 0-28-16,0 0 7 0,0 0-33 0,0 0 38 16,0 0-47-16,0 0 65 15,-22 16-54-15,22-16 0 16,0 0-2-16,0 0-32 0,0 0 2 16,0 0 0-1,0 0 17-15,0 0 0 0,0 0 46 16,0 0-24-16,0 0 11 15,0 0-34-15,0 0-11 16,0 0-8-16,0 0 6 16,0 0-11-16,0 0 21 15,0 0-5 1,0 0-1-16,0 0 25 0,0 0 2 16,0 0-3-16,0 0-10 15,0-19-9-15,0-17-15 16,0-13 8-16,0-12-13 15,0 10 10-15,0 7-10 16,22 16 9-16,-16 7-11 16,0 21-11-16,-6-3-30 15,0-2-60-15,0-7-167 0,0-7-90 16</inkml:trace>
  <inkml:trace contextRef="#ctx0" brushRef="#br0" timeOffset="34905.29">8642 14253 60 0,'0'0'481'0,"0"0"-420"0,0 0 15 0,0 0-10 0,0 0 47 15,0 0-5-15,0-13-5 16,0 13-31-16,0 0 3 0,0 0-20 16,0 0-37-1,0-15-5-15,34 10-7 16,18-3 1-16,7-3-1 15,10 11-12-15,5-4 5 0,-21 0-14 16,-1 0-29-16,1-1-82 16,-25 2-92-16,0 3-251 15</inkml:trace>
  <inkml:trace contextRef="#ctx0" brushRef="#br0" timeOffset="35319.49">9262 14261 295 0,'0'0'309'16,"0"0"-205"-16,0 0 63 15,0 0-5-15,0 0-115 16,0 0-7-16,0-8-4 16,0-12-33-16,0-12 17 15,0 12 6-15,0-13 21 16,0 2-44-16,0-6 9 15,0-6-7-15,0 10-10 0,0 1 5 16,0 20-7 0,0 12 6-16,0 0-12 0,0 0 2 15,0 33-20-15,-19 18 31 16,-15 6-70-16,0-10-43 16,9-14-44-1,-3-17-89-15,16-16-169 0</inkml:trace>
  <inkml:trace contextRef="#ctx0" brushRef="#br0" timeOffset="36543.51">7705 13623 255 0,'0'0'19'0,"0"0"56"0,0 0 45 0,0 0-67 0,0 0-24 15,0 0 20-15,0 0-27 0,0 0 33 16,0 0-10-1,0 0 38-15,0 0-46 0,0 0 4 16,0 0-1-16,0 0-23 16,0 0 44-16,0 0-33 15,0 0 15-15,0 0-23 16,0 0 32-16,0 0-26 16,0 0 7-16,0-16 3 15,0-20-21-15,0-12-5 16,0-4-7-16,22-9-2 15,-4 5 11-15,-11 9-22 16,-1 6 11-16,-6 13-2 16,0 8-21-16,0 9-33 0,0 11-26 15,0 0-21-15,0 23-109 16,0 29-127-16</inkml:trace>
  <inkml:trace contextRef="#ctx0" brushRef="#br0" timeOffset="37069.65">7150 14184 502 0,'0'0'312'0,"0"0"-181"0,0 0-13 0,0 0-66 0,0 0-43 0,0 0 8 0,13 0 90 0,14 0-92 0,8 0 1 16,11 0-4-16,7 0-24 15,0 0 5-15,9 0-10 16,-4 0-76-16,-5 0-33 16,-3 0-229-16,-38 0-262 0</inkml:trace>
  <inkml:trace contextRef="#ctx0" brushRef="#br0" timeOffset="37568.96">7718 13984 266 0,'0'0'160'0,"0"0"-57"16,0 0-35-16,0 0 4 15,0 0-18-15,0 0 36 16,62-16-9-16,-56 16-56 15,6 0 16-15,-6 8-39 16,4 20 8-16,-10 5 0 16,0 10-20-16,0 6 0 15,0-2 4-15,0-6-3 0,-10-10 9 16,10-14 10 0,0-9-5-16,0-8 4 15,10 0 0-15,15 0 2 16,2 0-6-16,-2-8 15 15,-9 0-16-15,2 8-8 0,-5 0 3 16,2 0 1-16,-2 0-5 16,15 0 11-16,-10-4-18 15,10-12-8-15,6-1-17 16,-3-2-151-16,3-6 29 16,-12 14-103-16</inkml:trace>
  <inkml:trace contextRef="#ctx0" brushRef="#br0" timeOffset="38568.04">6214 13539 180 0,'0'0'101'0,"0"0"-101"0,0 0-11 0,0 0-34 15,0 0 45-15,0 0 0 16,0 0 71-16,0 0 92 15,0 0-31-15,0 0-49 16,0 0-78-16,0 0-3 16,0 0-2-16,0 0 4 15,0 0 1-15,0 0 52 16,0 0 6-16,0 0-6 16,0 0-30-16,0 0 27 0,0 0-22 15,0 0 24-15,0 0-46 16,0 0 23-16,0 0 6 15,0-16-4-15,0-24-5 16,15-20-22-16,4-12-16 16,-7 11 16-16,4 14-16 15,-4 11-13-15,-12 27-5 16,0 9-18-16,0 0-54 16,0 0-73-16,0 32-93 15</inkml:trace>
  <inkml:trace contextRef="#ctx0" brushRef="#br0" timeOffset="39169.48">5553 14201 697 0,'0'0'225'0,"0"0"-70"0,0 0-77 0,0 0-21 0,0 0-42 15,0 0 41-15,121 0-29 0,-68 0-12 16,-7 0-15 0,7 0 0-16,-13 0-27 0,-12 0-26 15,-3 0-52 1,-25 0-208-16,0 0-274 16</inkml:trace>
  <inkml:trace contextRef="#ctx0" brushRef="#br0" timeOffset="39388.72">5553 14201 562 0</inkml:trace>
  <inkml:trace contextRef="#ctx0" brushRef="#br0" timeOffset="39682.42">5553 14201 562 0,'376'-121'105'0,"-376"121"-94"0,0 0 1 0,0 0 6 16,24 0-18-16,-2 0 38 16,3 0 30-1,9-7 25-15,-6 7-12 0,-3 0-40 16,3 0-38-16,-1 0 10 15,-8 0-3-15,3 11-20 16,3 9 17-16,-4 5-15 0,-2 6-12 16,-7 2-13-1,-2-1 2-15,2-9 26 0,0-6-15 16,4-5-88-16,2-8 74 16,-5-1 13-16,-7-3 11 15,3 0 0-15,-2 0 9 16,-7 0-6-16,0 13 8 15,0 7-1-15,0 8 35 16,0 4 39-16,0-4-33 16,0-3 0-16,-16-5 26 15,-3-12-15-15,-8 8-52 16,2-1-7-16,9 1-98 16,4-16-178-16,12 0-323 0</inkml:trace>
  <inkml:trace contextRef="#ctx0" brushRef="#br0" timeOffset="41616.04">11755 13772 467 0,'0'0'224'0,"0"0"-97"0,0 0 2 0,0 0-14 0,0 0-70 0,68-108 6 16,-56 59-33-16,4-2 57 15,-10 2-62-15,0-7 36 16,-6 7-34-16,13 6 5 16,-13 14-20-16,6 17-7 15,-6 12 5-15,0 0-30 0,0 0-38 16,0 0-100-16,0 0-198 15,0 12 5 1</inkml:trace>
  <inkml:trace contextRef="#ctx0" brushRef="#br0" timeOffset="42280.39">11876 14341 505 0,'0'0'159'0,"0"0"-29"0,0 0 112 0,0 0-171 0,0 0-32 0,0 0 6 16,0-184 6-16,0 164-48 15,0 15 6-15,0 2-5 16,0 3-8-16,0 0-2 15,0 0-8-15,0 0-11 16,0 0-23-16,0 24-5 16,0 16-28-16,0 0-171 15,-13-8-120-15</inkml:trace>
  <inkml:trace contextRef="#ctx0" brushRef="#br0" timeOffset="43113.72">13212 13844 214 0,'0'0'105'0,"0"0"34"0,0 0-10 0,0 0-94 0,0 0 48 0,0 0 87 15,0 11 6-15,0-11-118 16,0 0-4-16,0 0 27 16,0 0-54-16,0-28 9 15,0-11-35-15,0-10 53 16,0 1-48-16,0-16 2 16,22 8-8-16,12-4 0 15,-22 20-14-15,-6 16-23 0,-6 20 22 16,0 4-52-16,0 0-23 15,0 36-97-15,0 4-170 16</inkml:trace>
  <inkml:trace contextRef="#ctx0" brushRef="#br0" timeOffset="43730.02">13187 14284 168 0,'0'0'461'0,"0"0"-399"0,0 0-33 0,0 0 135 0,0 0-78 15,0 0 6-15,-6 0-47 16,6-3 2-16,0-17 16 16,19-4-21-1,9-1-18-15,3 6-19 0,-4 2-10 16,8 9 14-16,-23 8-18 16,0 0 5-16,-2 0 3 15,-10 13-32-15,0 23 16 16,0 4-13-16,0 8-20 15,0 8 47-15,0-8 0 16,-10-4-9-16,4-16 24 0,6-15-6 16,0-13-2-1,0 0-8-15,0 0-2 0,34-25 6 16,0-3-5-16,-6 4 3 16,-9 21-10-16,-1-2-84 15,-2 5-21-15,3 0 20 16,-4 0 3-16,4 0-77 15,-1 0-52-15</inkml:trace>
  <inkml:trace contextRef="#ctx0" brushRef="#br0" timeOffset="44744.75">14772 13948 399 0,'0'0'185'0,"0"0"-143"0,0 0 7 0,0 0-49 0,0 0-9 0,0 0 9 15,0 0 34-15,0 0 61 16,0 9 45-16,0-6-10 0,0-3-44 15,0 0-69 1,0 0 32-16,0 0-20 0,0 0 5 16,0 0-12-16,0-12-9 15,0-15 24 1,0-14-26-16,0-12 5 0,0 1-11 16,0 8-6-16,12 4 1 15,-6 21-7-15,0 6-27 16,-6 5 8-16,0 8-34 15,0 0-67-15,0 0-70 16,0 24-208-16</inkml:trace>
  <inkml:trace contextRef="#ctx0" brushRef="#br0" timeOffset="45313.13">14790 14341 755 0,'0'0'165'0,"0"0"-110"0,0 0-51 0,0 0 18 0,0 0-20 0,0 0 54 15,41-27-45-15,-29 27 5 16,3 0-13-16,4 0 6 15,-7 0-9-15,4 0-3 0,-4 15 1 16,10 1-27 0,-10 4 27-16,7 1-8 0,3 2 3 15,-4-2 11 1,4-1-4-16,-9-4 0 0,-1-13-13 16,3 5 6-16,-8-8-53 15,5 0-42-15,-12 0 15 16,0 4 87-16,0 12 11 15,0 4 43-15,0 16 35 16,0-3-54-16,-19 11 49 16,-2-8-34-16,2-16 7 15,-3 1-36-15,-2-18-6 16,-4-3-15-16,9 0-28 16,-3 0-161-16,10-24-177 15</inkml:trace>
  <inkml:trace contextRef="#ctx0" brushRef="#br0" timeOffset="46812.74">10118 12283 117 0,'0'0'466'0,"0"0"-392"0,0 0-21 0,0 0 11 0,0 0-33 0,0 0 9 16,-13 0 94-16,7 0-80 16,0 0 19-16,6 0-20 0,0 0-2 15,0 0-25 1,0 0-9-16,0 0-3 0,0 0 4 16,0 0 20-16,0 0-30 15,0 0 16-15,0 0-19 16,0 0 3-16,12 0 0 15,28 0 12-15,13 0-9 16,-6 0-5-16,15 0-6 16,-16 0-6-16,-6 0-8 15,-9 0-28-15,-3 0 0 16,-21 0-113-16,-7 0-238 16,0 0-368-16</inkml:trace>
  <inkml:trace contextRef="#ctx0" brushRef="#br0" timeOffset="47477.26">9497 12332 524 0,'0'0'137'0,"0"0"-129"0,0 0 56 0,0 0 0 0,0 0-34 16,0 0 40-16,0 4 84 15,0-4-107-15,0 0 7 16,0 0-12-16,0 0-1 15,0 0-26-15,13 0 1 0,-13-17 7 16,0-14-22 0,0-10 12-16,0 10-3 0,0-5-20 15,0 7 10-15,6 9-25 16,-6 17-16-16,0 3 19 16,0 0-8-1,0 3-11-15,0 33 37 0,-19 5-48 16,-21 6-161-16,-13-14-257 15</inkml:trace>
  <inkml:trace contextRef="#ctx0" brushRef="#br0" timeOffset="48392.45">10204 11145 392 0,'0'0'122'0,"0"0"-122"0,0 0-31 0,0 0 12 0,0 0 19 16,0 0 19-16,0-33 70 0,0 33 7 16,0 0 79-16,0 0-40 15,0-3-71-15,0-2-52 16,0 5 30-16,0 0-19 15,0 0 17-15,0 0 10 16,0 0 19-16,0 0-22 16,0 0-32-16,0 0 20 15,0 0-19-15,0 0 18 16,0 0-28-16,28 0-5 16,13 0 12-16,24 0 5 15,15 0-1-15,1 0-9 16,0 0-8-16,-23 0-12 0,-8 0-7 15,-13 0-42-15,-21 0 13 16,9 0-85 0,-25 0-166-16,0 0-478 0</inkml:trace>
  <inkml:trace contextRef="#ctx0" brushRef="#br0" timeOffset="49093.55">9469 10719 224 0,'0'0'487'0,"0"0"-374"0,0 0 23 0,0 0-43 0,0 0-70 0,0 0 8 16,-18 0 13-16,18 0-30 16,0 0-9-16,0 0 7 0,25-8-1 15,15 0 2 1,6 8-4-16,1 0-9 0,-7 0-25 16,-12 0-7-16,-15 13-31 15,-13 31 27-15,0 20 21 16,0 8 9-16,-19 4-3 15,-27-4 6-15,5-15-12 16,13-26-25-16,10-15 37 16,18-16-7-16,0 0 6 15,0 0-110-15,24 0 77 16,39-11 37-16,2-5 48 16,-10-4-42-16,4 4-6 15,-25-9-100-15,13 13-174 16,-28 4-78-16</inkml:trace>
  <inkml:trace contextRef="#ctx0" brushRef="#br0" timeOffset="49991.22">10266 9842 384 0,'0'0'294'0,"0"0"-74"0,0 0-16 0,0 0-86 15,0 0-63-15,0 0-17 0,41-9-6 0,-10 9-10 16,31-8 18-16,-3 4-32 16,-7 0 3-16,4-4-11 15,-16 5-12-15,13-6-48 16,-19 1-10-16,-3 0-83 15,-3-4-233-15,-15 0-330 16</inkml:trace>
  <inkml:trace contextRef="#ctx0" brushRef="#br0" timeOffset="50724.21">9404 9501 50 0,'0'0'534'0,"0"0"-529"0,0 0 10 0,0 0 45 0,0 0-35 0,0 0-25 0,134 0-1 0,-122 7-13 16,-6 14-8-16,-6-1 22 15,0 4 11-15,0 4 14 16,0-5-20-16,0 6 7 16,0-14 5-16,0-2 13 15,13-5-30-15,27-8 0 0,0 0 0 16,-6 0 3-16,-6 0-13 15,-21 4-1-15,11 0 11 16,-9 3-29 0,-9 6 29-16,0 12 0 0,0 2 9 15,0 25 39 1,0 0-5-16,-40 5-31 0,0-13-3 16,0-16 66-16,5-5-41 15,7-23-34-15,10 0-32 16,12 0-156-16,-10 0-308 15</inkml:trace>
  <inkml:trace contextRef="#ctx0" brushRef="#br0" timeOffset="51972.34">10211 14959 479 0,'0'0'98'0,"0"0"-75"0,0 0 68 0,0 0-9 0,0 0 26 16,0 0 60-16,114-16-88 15,-73 16 20-15,5 0-45 0,1-4-5 16,15-1-35 0,-3 2-8-16,-1-5-7 0,-8 0-2 15,-25 3-6-15,3-2-57 16,-28-1-41-16,0 0-272 15</inkml:trace>
  <inkml:trace contextRef="#ctx0" brushRef="#br0" timeOffset="52721.21">9076 15051 129 0,'0'0'764'0,"0"0"-693"0,0 0 13 0,0 0-17 0,0 0-27 0,0 0 53 16,121 0-48-1,-75 0 9-15,-12 0-42 16,-3 0 14-16,19 0-24 0,-19 0-4 16,3 0-5-1,-6 0-21-15,-3 0-4 0,-4 0-76 16,13-4-91-16,-21-4-265 15</inkml:trace>
  <inkml:trace contextRef="#ctx0" brushRef="#br0" timeOffset="53088.15">9705 15070 598 0,'0'0'171'0,"0"0"-62"0,0 0-16 15,0 0-8-15,0 0-47 16,0 0 9-16,6-167-33 0,1 143-5 15,-7-1 11 1,12 9-20-16,-12 8 0 0,6 1 10 16,-6 7-18-1,0 0 22-15,0 0-17 0,0 0 10 16,0 0-8-16,0 23 1 16,0 10-22-1,-6 3-51-15,-13-8-245 0,4-4-206 16</inkml:trace>
  <inkml:trace contextRef="#ctx0" brushRef="#br0" timeOffset="53871.38">10226 15913 538 0,'0'0'263'0,"0"0"-262"0,0 0 32 0,0 0 16 0,0 0 11 15,0 0 28-15,93 0 5 0,-46 0-23 16,21 0 7-16,-3 0-45 16,3 4-15-16,3-4-17 15,-9 0 6-15,-9 0-14 16,-13 0-9-16,-12 0-1 15,-9 0-99-15,-19-12-146 16,0 1-413-16</inkml:trace>
  <inkml:trace contextRef="#ctx0" brushRef="#br0" timeOffset="54771.22">9048 16190 543 0,'0'0'135'0,"0"0"-122"0,0 0 90 0,0 0 73 0,0 0-63 15,0 0 0-15,142-13-31 16,-101 13-37-16,-10 0-17 0,3 0-22 15,-6 0-6-15,-3 0-2 16,2 0-7-16,-8 0-64 16,-10-7-64-16,-9 3-294 15</inkml:trace>
  <inkml:trace contextRef="#ctx0" brushRef="#br0" timeOffset="55138.7">9603 15969 622 0,'0'0'72'0,"0"0"-50"15,0 0 90-15,0 0-33 16,0 0-50-16,0 0-18 15,288-68-22-15,-260 68-37 16,-22 8 25-16,0 24 23 16,-6 4 32-16,0 9 7 15,0-1-39-15,0 3 1 16,0-10 17-16,0-10-36 16,0-10 4-16,0-17 11 15,0 0-18-15,0 0-33 0,28 0 54 16,19 0 25-16,-7-24-4 15,-9-5-16-15,10-2-5 16,5 3-68-16,-6-1-72 16,1 17-30-16,-13 4-84 15</inkml:trace>
  <inkml:trace contextRef="#ctx0" brushRef="#br0" timeOffset="55921.62">10220 17269 593 0,'0'0'50'0,"0"0"-19"0,0 0 173 0,0 0-26 0,0 0-84 0,0 0 2 16,279 0-57-1,-211 4-29-15,3-4 3 0,-9 0-18 16,4 0 7 0,-11 0-4-16,-14 0-23 0,-4 0-20 15,3 0-62-15,-18-17-204 16,6 6-110-16</inkml:trace>
  <inkml:trace contextRef="#ctx0" brushRef="#br0" timeOffset="56786.09">8930 17413 667 0,'0'0'274'0,"0"0"-260"0,0 0 119 0,0 0-25 0,0 0-76 0,338-4-27 0,-270 4-5 16,-15 0-19-16,-13 0-26 0,0 0-39 15,-27-17-118-15,2-10-171 16</inkml:trace>
  <inkml:trace contextRef="#ctx0" brushRef="#br0" timeOffset="57350.82">9776 17080 571 0,'0'0'67'0,"0"0"-66"16,0 0 45-16,0 0 46 15,0 0-74-15,0 0-5 0,183 60-13 16,-170-40-9-16,-1 4 9 16,10 1 0-1,-10-1 6-15,-6-1-2 16,16-3-8-16,3-7-4 0,3-5-77 16,-9-4-3-1,8-4 76-15,1 4 11 0,-21 0 2 16,-7 0 42-16,6 0 13 15,-6 8 32-15,12 4-80 16,-6 12 44-16,1 8-44 16,-7 13 1-16,0-2-6 15,0 1 31-15,0-4 42 16,-7-11-20-16,-24-14 7 0,3-10-34 16,16-9-20-1,-3 0-9-15,15 0-97 0,0 0-149 16,0-25-153-16</inkml:trace>
  <inkml:trace contextRef="#ctx0" brushRef="#br0" timeOffset="65114.52">6096 4531 244 0,'0'0'248'0,"0"0"-219"0,0 0 37 0,0 0 76 0,0 0-5 0,0 0-73 0,0 0 11 16,-16-11-36-16,16 11-20 16,0 0 13-16,0 0 17 15,0 0-15-15,0 0-14 16,0 0 27-16,0 0-33 16,0 0 6-16,0 0-19 15,0 0 27-15,0 0-22 16,0 0-6-16,0 0-1 15,28 0-13-15,31 0 13 16,9 0 2-16,13 0 20 0,18 0-18 16,16 0 19-1,12 0-19-15,13-9 6 16,5 5-8-16,-2 0 2 0,-3 4-3 16,12 0 5-1,-16 0-13-15,-24 0 16 0,-10 17-17 16,-15 2 18-16,-10 1-14 15,4 5 5-15,-7-9 0 16,19-8-1-16,0-8 2 16,10 0-2-16,2 0 9 15,-12-24-7-15,9 4 5 16,-30 4-9-16,-4 3 10 0,-9 13-9 16,-13 0 2-1,4 0-3-15,-25 0-2 0,-4 0-19 16,-14 0 10-1,-7 0-45-15,0 0-53 0,0 0-320 16</inkml:trace>
  <inkml:trace contextRef="#ctx0" brushRef="#br0" timeOffset="94169.37">11956 11085 281 0,'0'0'47'0,"0"0"2"0,0 0 23 0,0 0-2 0,0 0-47 0,0 0 24 16,0 0-26-16,-12 0 57 0,12 0 6 15,0 0-10 1,0 0-21-16,-6 0-45 0,-4 0-8 15,-2 0 9 1,12 0-11-16,0 0 4 0,0 0 19 16,0 0 3-16,-6 0 34 15,6 0-9 1,-6 0-15-16,6 0-23 0,-13 11-2 16,13 2-18-16,-9-1-6 15,3 4 15-15,6-13-19 16,0 5 3-16,0-8 6 15,0 0-2-15,0 0 0 0,0 0 12 16,6 0-2 0,22 0 10-16,-22-24-19 15,16-7 18-15,-16-5-14 16,-6 0-52-16,0 8-25 0,0 20 11 16,0 8 73-16,-28 0 11 15,-6 8 30-15,9 36-39 16,-9 0 13-16,34-1 43 15,0-2-22 1,0-21-26-16,0-16-4 0,53-4 10 16,-13 0-15-16,0 0 12 15,1-16-13-15,-29-17-13 16,-12 5-79-16,0 9-214 16</inkml:trace>
  <inkml:trace contextRef="#ctx0" brushRef="#br0" timeOffset="109557.17">13367 11278 231 0,'0'0'98'0,"0"0"-89"0,0 0-13 15,0 0 4-15,0 0 0 0,0 0 25 0,0 0 87 0,0-9-20 0,0 9-12 16,0 0 7-16,0 0-25 0,0 0 11 16,-12 0-68-16,12 0-5 15,0 0 0-15,0 0 26 16,0 0 50-16,-10 0 25 16,-2 0-70-1,0 9 1-15,-1-2-25 0,-2 1-2 16,15-8 1-16,0 0 2 15,0 0-12-15,0 0 14 16,0 0-12-16,0 0 8 16,0 0 12-16,0 0-1 15,0 0 4-15,0-15-14 16,-7 10-5-16,7 1-4 0,-6 4 7 16,6 0-14-16,-12 0 18 15,3 0-9-15,2 0 3 16,7 0 6-16,0 0-9 15,0 0 0-15,0 0-2 16,0 0-4-16,0 0-5 16,0 0 11-16,0 0-6 15,0 0 1-15,0 0-69 16,-18 0-125-16,12-4-367 16</inkml:trace>
  <inkml:trace contextRef="#ctx0" brushRef="#br0" timeOffset="110323.31">14958 11148 446 0,'0'0'106'0,"0"0"-86"0,0 0 4 0,0 0 0 0,0 0 42 15,0 0 48-15,-13 13-28 16,13-13-6-16,0 0-24 16,0 0-27-1,13 0-23-15,5 0-4 16,4 0 2-16,-10-16 5 0,-12 8-3 15,0 3 5-15,0 5 14 16,0 0-12-16,0 0 7 16,-34 16-20-16,9 9-3 15,13-9-13-15,3-4 13 16,9-9-21-16,0-3-142 16,0 0-200-16,0-15-142 0</inkml:trace>
  <inkml:trace contextRef="#ctx0" brushRef="#br0" timeOffset="111721.77">6549 10800 132 0,'0'0'265'0,"0"0"-188"0,0 0-37 0,0 0 8 0,0 0-38 0,0 0-5 16,-41 52-10 0,41-52 10-16,0 0 0 0,0 0-4 15,0 3 48-15,0-3 31 16,0 0-3-16,0 0-61 16,0 0-15-16,0 0-2 15,0 5 13-15,0-5-22 16,-6 8 20-16,6 0-11 15,0-8 11-15,0 4 34 16,0-4 41-16,0 0-8 0,0 0-1 16,0 0-38-16,0 0 6 15,0 0-40-15,-18 0 4 16,18 0-3-16,-16 0-8 16,4 8 3-16,12-4-4 15,-7-4 4-15,7 0 0 16,0 0 11-16,0 0-2 15,0 0-18-15,0 0 18 16,0 0-21-16,0 0 26 0,0 0-11 16,0 0 0-1,0 0-2-15,0 0 11 16,0 0-7-16,0 0-10 16,0 0-4-16,0 0 5 15,0 0-22-15,0-12 6 0,0-8-75 16,0 7-231-16,0 10 0 15</inkml:trace>
  <inkml:trace contextRef="#ctx0" brushRef="#br0" timeOffset="112210.23">7786 10988 58 0,'0'0'0'0,"0"0"-9"0</inkml:trace>
  <inkml:trace contextRef="#ctx0" brushRef="#br0" timeOffset="112372.82">7786 10988 35 0,'0'0'190'0,"93"-72"64"0,-93 72-81 0,0 0-71 0,0 0 20 16,0 0-68-16,0 0-22 16,0 0-3-16,12 0-2 0,-2 0-21 15,-4 0 3 1,-6 0-3-16,12 0-2 0,-6 0-3 16,1 0 12-16,-7-8-8 15,0 8 5-15,0 0-10 16,0 0 0-16,0 0-24 15,0 0 11-15,0 0-197 16,0 0-16-16,15-8-221 0</inkml:trace>
  <inkml:trace contextRef="#ctx0" brushRef="#br0" timeOffset="115605.47">5659 10739 190 0,'0'0'2'0,"0"0"-1"16,0 0 18-16,0 0 88 0,0 0 49 0,0 0-88 0,-78-3-42 0,69 3-22 16,-3 0-2-16,5 0-2 0,-5 0-5 15,-4 0-7 1,10 3 10-16,0-3 4 0,6 0 32 16,0 0 40-16,0 0 29 15,0 0-28-15,0 0-26 16,0 0 5-16,0 0-32 15,0 0-3-15,0 0-15 16,0 0 24-16,0 0-24 16,0 0 32-16,0 0-28 0,0 0 23 15,0 0-11 1,0 0-19-16,0 0 8 16,6 0-2-16,28 0 13 0,0 0-15 15,-3 0 6 1,4 0-4-16,-8 0 3 0,8 0 9 15,-4-3-3-15,3-14-7 16,0 9-2-16,0 0 8 16,0 5-3-16,-9-2-11 15,-3 5 4-15,2 0-8 16,-2 0 6-16,3 0 5 16,-10 0-8-16,4 0 4 15,3 0-4-15,-10 0 7 16,7 0 1-16,9 0 1 15,-1 0-10-15,4 0 9 0,4 0-8 16,11 0 5-16,-6 0-4 16,1 0-1-1,-13 0 4-15,6 0-11 0,3 0 18 16,-15 0-10 0,12 0 1-16,6 0 7 0,-21 0-7 15,9 0-2 1,-4 0 0-16,10 0 0 0,13 0-7 15,-1 0 14-15,10 0-9 16,-9 0 14-16,-1 0-18 16,1 0 7-16,-7 0-1 0,0 0 7 15,1 0-2 1,-16 0-5-16,21 5 6 0,-12-2-10 16,0-3 13-16,7 13-12 15,-7-10 9-15,12 6-6 16,1-1 2-16,-22-8-1 15,2 0-1-15,-5 3 4 16,-9 2-12-16,5-5 22 16,-2 11-24-16,2-2 23 15,-5-6-21-15,15-3 8 16,-10 13-1-16,10-13 1 16,0 3 1-16,-16-3-1 15,7 9 8-15,3-5-22 16,-4-4 31-16,-2 4-22 15,9 0 10-15,-16 0-5 0,16-1 2 16,-4 5-2-16,-8 1 0 16,21-1 0-16,-9 0-12 15,9 0 25-15,-6-5-20 16,-3 6 18-16,9-9-11 16,0 0 0-16,-6 4 0 15,9-4 4-15,-15 8-3 16,5-4-2-1,4 4 2-15,-3 0-2 0,13 0 11 16,-7 0-14 0,-3 4 13-16,9-4-15 0,0 0 9 15,1-4-3-15,-1-4 0 0,7 0 2 16,-7 5-8 0,6-2 12-16,1 2-9 15,-1 6 16-15,-5-3-23 0,-1 4 20 16,-6-4-10-16,6 0 0 15,7-4 1 1,-1 4-6-16,1-3 14 0,-1 11-21 16,4-9 25-16,-19-3-17 15,3 0 7-15,7 4-3 16,-7 0 0-16,6 5 0 16,0-9 0-16,7 7 6 15,5 2-9-15,1 2 12 16,0-7-11-16,15 0 13 15,0 0-16-15,-9-8 10 0,-6 9-6 16,-7-5 1-16,-11 8 0 16,5-4-5-1,-6 0 10-15,0 0-13 0,-3-4 17 16,3-1-18-16,0-3 16 16,0 5-7-16,19-5 0 15,-13 0 0-15,19 0-2 16,-3 0 8-16,9 3-13 15,10 6 18-15,-16-1-19 16,21 0 24-16,-21 3-21 16,-9-6 10-16,2-5-6 0,1 12 1 15,6-12 0 1,-3 8-3-16,-3-3 9 0,-13-5-16 16,6 7 21-1,-11-7-19-15,-1 0 16 0,-3 0-13 16,-3 0 6-16,6 0-2 15,-3 0-1-15,9 0 2 16,16 4-5-16,-16-4 16 16,13 4-15-16,0-4 14 15,-13 0-16 1,6 0 8-16,-5 0-2 0,-1 0 0 16,6 8 0-16,1-8-5 15,-7 0 13-15,1 8-16 16,-7-8 21-16,0 0-23 15,6 0 13-15,13 0-6 0,0 0 0 16,-1 0 3-16,10 0 0 16,-21 0 2-16,-1 0-5 15,-3 0 12-15,13 0-22 16,-13 0 21-16,13 0-18 16,2 0 20-16,-5 0-10 15,-1 0 0-15,7 0-4 16,-19-8 4-16,0 0 0 15,-9 4-10-15,25-7 22 16,-13 6-24 0,3 1 19-16,22-4-14 0,-9 0 7 15,0 8-4-15,2-8-5 0,-17 8 17 16,11-8-21-16,-12 8 26 16,-9 0-22-16,19-8 21 15,-7 8-20 1,-6 0 9-16,7 0-2 0,-17 0-2 15,10 0 3-15,-6 0-1 16,6 0 9-16,-3 0-16 16,-3 0 16-16,0 0-11 15,19 0 12-15,-13 0-14 16,19 0 8-16,-1 0-3 16,1 0 0-16,9 8 10 15,-15 0-20-15,-7-5 25 16,-15-3-20-16,-10 0 15 0,4 0-17 15,2 5 8 1,4-5-1-16,3 8 2 0,12-4 5 16,1 0-2-16,5 5-3 15,1-2 5 1,-1 1 1-16,23 8-1 0,-17-11 1 16,1-2-13-16,-19 5 12 15,0-4-8-15,-3 0 1 16,-3-4 0-16,0 0 0 15,-16 4 4-15,7 1-1 16,3-5 5-16,12 0-9 16,6 8 10-16,-3 0-11 0,13-8 4 15,9 7 1 1,-6-7-3-16,9 0 7 0,-16 0-11 16,-12 0 11-16,-3 0-11 15,-3 0 10-15,-9 0-12 16,15 0 4-16,0 8 2 15,6-8-2-15,-6 5 10 16,7-2-19-16,-1 5 26 16,-3 0-29-16,3-4 31 15,-5 0-28 1,-7-4 11-16,6 9 0 0,-16-9 0 16,1 3 2-16,9-3-5 15,6 5 7-15,0-5-11 16,12 0 14-16,-5 8-14 15,-1-5 19-15,0 1-20 16,-15 1 11-16,3-5-3 0,-16 0 0 16,1 8 0-16,2-5-6 15,-8 2 12-15,5-5-9 16,10 3 12 0,-10-3-11-16,16 5 5 0,-9-5-4 15,9 0 3-15,-10 3-2 16,4-3 0-16,-4 0 6 15,-11 0-16-15,8 0 23 16,-9 0-19-16,1 5 9 16,5-5-4-16,-6 4 1 0,10-4 0 15,-10 0-2 1,0 0 5-16,-6 0-9 16,12 3 12-16,4-3-10 15,3 5 16-15,2-2-21 16,16 2 9-16,4-2 0 0,-7-3-1 15,6 0 1-15,-18 0-3 16,3 0 8-16,-19 0-17 16,-6 0 8-16,0 0-7 15,0 0-8-15,0 0 19 16,0 5-12-16,9-2 11 16,-9-3 1-16,6 0 0 15,1 0-5-15,-7 0-44 16,0 0-53-16,0-16-260 0</inkml:trace>
  <inkml:trace contextRef="#ctx0" brushRef="#br0" timeOffset="121280.61">16883 10346 377 0,'0'0'159'0,"0"0"-101"0,0 0-5 0,0 0 42 0,0 0 38 15,0 0 12-15,0 0-71 16,0-36 18-16,0 33-41 16,0 3-19-16,0 0-25 15,0 0 15-15,0 0 1 16,0 0-9-16,6 0 6 16,-6 0-17-16,0 0 4 0,0 0 5 15,13 0-20-15,2 11 16 16,-2 14-7-16,-1 3 0 15,4 4-1-15,-4 8 0 16,0 4 2 0,4 4-6-16,-10 9 9 0,0-10-11 15,-6 2 13-15,13-9-14 16,-7-1 7-16,-6-10 0 16,0-6 0-16,6-2 0 15,-6-6-8-15,0-2 16 16,0 4-17-16,0-14 23 0,0 1-23 15,0-4 9 1,0 0-3-16,0 0-11 0,0 0 12 16,0-7 0-16,9-14 0 15,-2-7-2-15,-1 3-3 16,0 6 2-16,22 7 3 16,-9-1-6-16,2 13 6 15,-2 0-1-15,3 0-10 16,2-3-3-16,4 3 6 15,-3 0 0-15,-9 0 9 16,-4 3 2-16,-12 34 13 16,0 6-14-16,0 2 0 15,0-9-48-15,0-15-263 16,0-13-341-16</inkml:trace>
  <inkml:trace contextRef="#ctx0" brushRef="#br0" timeOffset="173286.55">11677 15051 338 0,'0'0'125'0,"0"0"-81"0,0 0-8 0,0 0-23 0,0 0 9 0,0 0 9 0,0 0 43 0,0 0 11 15,0 0 25-15,0 0-48 16,0 0-34-16,0 0-26 16,0 0-1-16,0 0 18 0,0 0-5 15,0 0 47 1,0 0-37-16,0 0 17 15,0 4-38-15,0-4-4 16,0 0 1-16,0 0-23 0,0 0 7 16,0 0-5-16,13 0 16 15,-1 0 5-15,-12 0 2 16,22 0-1-16,-16-12 8 16,6-12-9-16,-12-5-1 15,0 14-3-15,0-1-37 16,0 8 32-16,0 8 9 15,0 0-6-15,-12 0 13 0,-22 0-6 16,6 24-1 0,15-1-3-16,1 10 2 15,6-9-5-15,6-9 3 0,0-2 2 16,0-13-7 0,0 0-20-16,18 0 27 0,4-4 2 15,3-24 16-15,3 0-3 16,-22-5-9-16,0 10-5 15,-6-1-34-15,0 20 10 16,0 4-4-16,0 0 17 16,0 0 8-16,0 20 1 15,0-12-95-15,28 4-137 16</inkml:trace>
  <inkml:trace contextRef="#ctx0" brushRef="#br0" timeOffset="193418.42">13206 13687 444 0,'0'0'154'0,"0"0"-63"0,0 0 105 0,0 0-90 0,0 0-53 16,0 0-43-16,0 0 22 0,0 0 5 15,0 0-4-15,0 4-17 16,0-4 19-16,0 0-26 15,0 0-6-15,0 0-3 16,0 0-5-16,0 0 1 16,0 0-25-16,0 0 27 15,0 0-9-15,0 0 11 16,0 0 0-16,-25-11 17 16,-9-2-17-16,12 13-2 15,-9 0-1-15,-3 0 6 16,0 0 8-16,15 0-10 15,-2 8 29-15,21 8-9 0,0-4-7 16,0-4-14 0,0-3-12-16,40-5 10 0,0 0 4 15,1 0-2 1,-7 0 2-16,6 0 4 0,-15-16 0 16,-3-12-12-16,-16 0-10 15,-6-1-15-15,0 9-19 16,0 12 27-16,0 8 20 15,0 0 6-15,-6 0 26 16,-10 0-22-16,16 8-6 0,0 4-1 31,0 0-2-31,0-12-11 0,0 0-197 16,22 0-390-16</inkml:trace>
  <inkml:trace contextRef="#ctx0" brushRef="#br0" timeOffset="213552.09">15072 12311 349 0,'0'0'238'0,"0"0"-142"0,0 0 4 0,0 0-57 15,0 0-25-15,0 0-18 0,-15 0 0 16,15 0 9-16,0 0 21 15,0 0 73-15,0 0-34 16,-6 0 1-16,6 8-37 16,0-3 3-16,-6-5-29 15,6 0 15-15,0 0 6 16,0 0-27-16,0 0 5 16,0 4-4-16,0-4-4 15,0 0-12-15,0 0 6 16,0 0-3-16,0 0 5 15,0 0 3-15,0 0 2 16,0 0 1-16,0 0 0 16,0 0-6-16,0 0 10 15,-7 0-9-15,1 8 3 0,-9 3-1 16,2 2-31 0,7-5 12-16,6-8 9 0,0 0-7 15,0 0-12-15,0 0-32 16,0 0 12-16,0 0 12 15,0 0 19-15,0 0 21 16,0 0-5-16,-12 0 5 16,-16 0-110-16,15 0 86 15,-8 0 24-15,8 0-4 16,1 0 16-16,-4 0-10 16,16 0 21-16,0 0 18 0,0 0-35 15,0 0-6-15,0 0-66 16,0 0 36-16,0 0 17 15,0 0-2-15,0 0 15 16,0 0 9-16,0 0 28 16,0 0 28-16,0 0-26 15,0 0-39-15,0 0-72 16,16-16 18-16,9-8-135 16,-4 4-368-16</inkml:trace>
  <inkml:trace contextRef="#ctx0" brushRef="#br0" timeOffset="-209165.54">8856 17060 156 0,'0'0'100'0,"0"0"-78"0,0 0 16 0,0 0-28 0,0 0-10 0,0 0 0 0,0 0 85 15,0 0 58-15,0 0-77 0,0 0 21 16,0 0-10-1,0 0-46-15,0 0-21 0,0 0 1 16,0 0-6-16,0 0 2 16,0 0 17-16,0 0 30 15,0 0-24-15,0 0 4 16,0 0-4-16,0 0-12 16,0 0-17-16,0 0 5 15,0 0-10-15,0 0 9 16,0 0 4-16,0 0-2 15,0 0-3-15,0 0-1 16,0 0 8-16,0 0-6 0,0 0-2 16,0 0-3-1,0 0-1-15,0 0-9 16,0 0 20-16,0-4-13 16,6-8 8-16,6 8-5 0,4-4 14 15,-4 0 2-15,7 0 2 16,2-4-11-16,-2 1 0 15,3 2-4-15,-4-3 10 16,-2 0-9-16,-4 8 18 16,-6-4-6-16,1 0 14 15,-1 0-10-15,9 0-15 16,-2 0 1-16,-1-4 1 16,10-1-9-16,-10-2 9 0,10 2-12 15,-3 2 6-15,-7-5-1 16,16-4 0-16,0 3 1 15,-3-10-4-15,2 7 7 16,-2-1-11-16,3 6 14 16,0 2-12-16,-16 5 9 15,1 0-7 1,2 1 5-16,-15 2-2 0,19-3 0 16,3-4-1-16,-10-7-1 15,13-6-2-15,24 1 1 16,-18-4 6-16,10 3-7 0,-1 2 1 15,-12 2 3-15,-3 6-5 16,9-6 5 0,-6-7 0-16,6 8 6 15,-15-4-12-15,8-4 15 16,14 4-18-16,-16 0 18 0,2 0-18 16,1 0 16-16,-3 9-7 15,15-2 0-15,-12-3 0 16,-9 0-4-16,9 4 3 15,-9 0 0-15,8 0 2 16,-8-4-1-16,15-1 5 16,0-2-6-1,0-1 1-15,7-4 0 0,-10 0-6 16,9 3 11-16,0-3-10 16,-6 4 10-16,-6 4-9 15,-9 4 12-15,3 4-16 0,-4-4 8 16,-5 0 0-16,15-1 4 15,-1-6-2-15,4-1-4 16,-3 7 1-16,0-6-6 16,3-1 14-16,-3 8-6 15,0-1 0-15,-3 1 5 16,3 1-5-16,-10-10 0 16,10 9 7-16,0 5-4 15,-3-14-4-15,3-3 2 16,12 4-3-16,-6 1 9 15,-3-2-14-15,3-3 9 16,1 8-4-16,-1 4 1 0,-10-5 0 16,4 6-6-16,-9 2 11 15,3-2-11 1,-4-1 11-16,-2 11-8 0,2-11 6 16,4 4-6-16,-3-4 7 15,-13-4-4-15,22 4 0 16,-10 1-1-1,-11 2-2-15,21 2 6 0,-22 2-6 16,9 1 8-16,4-3-9 16,-7-6 8-16,10-2-8 15,-3 2 7-15,2 1-4 16,-2 0 1-16,3-4 0 16,-4 4-1-16,-5 4 10 15,8-1-13-15,-8 6 8 0,2-9-3 16,10 0-1-1,-3-4 0-15,2 7 0 0,-2-2 3 16,3-6-6-16,3 1 7 16,6 1-12-16,-15 2 16 15,9 1-6-15,-16 0-2 16,16 1-3-16,-3-2 3 16,-10 6 0-16,4-6-4 15,9-2 12-15,-22 11-15 16,22-5 14-16,-16-7-10 15,1 17 10-15,2-10-12 16,-3 5 5-16,1-4 0 0,-1 0 0 16,4 0 2-1,2-5-6-15,10 6 12 16,-9-6-15-16,3-2 15 0,-10 10-15 16,0-7 13-16,4 1-8 15,-4 2 2 1,7-3 0-16,9-4-3 0,-6 12 8 15,-4-7-10-15,4-1 12 16,-10-1-14-16,13 1 15 16,3-8-10-16,0 4 3 0,-3 4-1 15,-10 1 1 1,16 2 2-16,-9 1 9 16,-10 4-6-16,4-4 11 15,-4-4-10-15,7 11-7 0,-13-14 5 16,28 7-7-16,-6-8 2 15,-16-4 0-15,23 4-1 16,-17-1 3 0,-2 10-8-16,2-9 15 0,-5 12-15 15,2-4 14-15,-9-1-14 16,13 2 9-16,-4-9-3 16,-2 4 0-16,9-4 1 15,-4-1-6-15,-5 9 10 16,2 1-8-16,-9 2 9 15,-6 5-12-15,0 4 12 0,13-8-11 16,-13-4 5 0,12-4-2-16,4-4 2 0,-4 4-2 15,0 16-1 1,-5-8 0-16,8 4-1 0,-9-1 5 16,0-3-8-16,-6 5 11 15,7-1-4-15,8-12 0 16,-15 11 1-16,13-6-6 15,-1 11 10-15,-6-8-5 16,10-1 2-16,-10 1-4 16,-6 5 4-16,12-2-5 15,-6-10 3-15,10 7 0 16,-4-5-1-16,1 2 7 16,-7-1-16-16,10-1 20 0,-10 1-16 15,12 1 14 1,-2-2-13-16,-4 1 7 0,-12 4-3 15,6 0 1-15,1 0 0 16,14 0-3-16,-14-7 8 16,11-2-12-1,-2-3 15-15,2-4-13 0,10 5 9 16,-9-6-8-16,9 5 4 16,-10-1 0-16,10 6 0 15,-15 3 3-15,-7 0-12 16,9 4 18-16,-2-9-10 0,-1 6 6 15,10-14-7 1,-4 6 4-16,10-9-2 0,-3-13 0 16,9 2 0-1,13-2-5-15,-7 5 10 0,7 4-5 16,-13 3 8-16,-6 10-11 16,-16 2 5-16,16-2-2 15,-16 10 2-15,7-6 1 16,3-1-2-16,-4 3 1 15,4-2-4-15,6-6 4 16,-3 6-4-16,2-9 11 16,8 4-16-16,-11-1 7 15,4-2 0-15,-3 2-1 16,3 1 3-16,-6 4-4 16,-4-4 6-16,1 4-11 0,3 4 14 15,-4-4-11 1,-8 4 10-16,2 4-11 0,0-4 6 15,10 0-1-15,-3-5 0 16,2-6 2 0,10 7-7-16,-3-9 10 0,0 2-11 15,3 7 12-15,-3-4-12 16,0 7 12-16,-16-3-6 16,1 8 0-16,2 8 0 15,-8-4-3-15,5-7 8 16,0-2-5-16,10-7 5 15,3 0-6-15,3-4 5 0,6 0-8 16,-16 4 5 0,10 0-1-16,-9 8 0 0,3 0 1 15,-4-5-6-15,4 2 12 16,3-9-8-16,3-4 2 16,18-5 9-16,-5 2-6 15,5-2-5-15,-12 5 1 16,0 4-2-16,-15 12 0 15,-7 4 2-15,-2 0-1 16,8 0 3-16,-5-4 1 16,8-12 2-16,-2 8-2 15,9-8-1-15,0-5-4 16,-4 6 1-16,4 3 1 16,-3 4 0-16,-3 0 6 0,-10 4-13 15,4-1 14-15,-10 2-9 16,19-6 8-1,-3-7-9-15,12-4 3 0,-10 5 0 16,4-2-5-16,-9 9 13 16,3 0-17-16,-10 4 18 15,16-8-9-15,-9 8 1 16,-13-3 2-16,15 6-3 16,-8-3-1-16,-1 4-1 15,4-4 2-15,-10 0-1 16,19-1 10-16,-4-2-17 15,-14 3 18-15,14 0-17 16,-8 0 13-16,-1 4-12 16,1 0 5-16,2-5 1 15,-3-7 0-15,1 9 2 0,9-5-4 16,-10 4 8-16,10-4-8 16,-4 3 4-16,4-2-3 15,-16 7 4 1,7-5-3-16,-1 1 0 0,4 1-4 15,-4-9 2-15,-6 12 4 16,22-9-5-16,-9 1 9 16,2 0-10-16,-8 4 8 0,-1 1-8 15,-3 11 4 1,4-9 0-16,-7 1-2 0,6 0 8 16,4-8-8-16,-4 8 4 15,1-12-2-15,2 0 5 16,16-4-10-16,-9-1 6 15,3 9-6-15,-10 1 6 16,-2 2-1-16,-7 2 0 16,-6 11 2-16,6-4-7 15,-6-1 10-15,22-11-10 16,-10 13 13-16,1-17-10 16,8-5 2-16,20-7-3 15,-7-4 1-15,-3 8 1 16,-3 4-1-16,-10 0 4 15,4 16-8-15,-10-5 12 16,-5 6-14-16,8-5 12 16,-9 0-4-16,0 0 0 15,13 0 0-15,-10 0-8 0,10-4 18 16,3-4-15-16,-4 4 12 16,4-1-14-16,-10 1 11 15,7 1-8-15,-13-6 0 16,16 1 2-16,-3 4 2 15,2 4 0-15,-15-4-2 16,13 8 5-16,-10-4-6 16,4 1 7-16,-7-2-6 15,16-3 4-15,-4 0-4 16,10-4-1-16,-3-8 2 16,9 0 1-16,0 0-1 0,-9 8-5 15,-3-1 10 1,-4 6-10-16,-8 2 7 0,2 2-5 15,7-6 8 1,-4 9-7-16,-3-3 3 0,1-1 0 16,9-4-3-16,-10-1 7 15,16 1-8-15,-9 0 15 16,15-4-20-16,-6-4 9 16,-4 8 0-16,-2 4-2 15,-10 0 2-15,1 4-7 16,2-8 14-16,4 8-10 0,0-12 8 15,21-5-10 1,-12 2 10-16,6-1-9 0,-16-4 4 16,23 11 0-16,-13 1 0 15,-4 1 2 1,4-1-4-16,7-9 7 0,-1 9-8 16,-3-4 9-1,3 1-12-15,0-2 6 0,-6 1-2 16,-3 4 2-16,2 0 0 15,-8 4-1-15,3 0 6 16,-4 9-12-16,-2-6 15 16,-16 1-12-16,18-5 8 0,-5 2-8 15,9-9 1 1,2 4 3-16,-2 0-1 16,-3 4 5-16,-4-8-10 15,4 12 13-15,3-5-12 0,-10-2 15 16,16-1-15-16,-3-5 7 15,-4 6-2-15,-2-6 0 16,-7 6-4-16,16-2 4 16,-6 6 0-16,-10-10-9 15,1 17 18-15,-13 0-16 16,0 4 11-16,12-4-8 16,4-7-3-16,-4-2-43 15,16-15-71-15,-9-5-287 16</inkml:trace>
  <inkml:trace contextRef="#ctx0" brushRef="#br0" timeOffset="-208318.36">19162 8782 568 0,'0'0'49'0,"0"0"0"0,0 0-44 0,0 0-5 0,0 0-8 0,0 0 8 15,0 0 34-15,0 0 55 16,0 0 71-16,0 0-63 0,0 0-25 16,0 0-40-16,0 0 7 15,0 0-18-15,0 0 7 16,0 0-8-16,0 0-3 15,0 0 0-15,0 0-5 16,0 0-2-16,0 0-6 16,0 0-8-16,0 0-5 0,0 0 8 15,-22 0-3 1,-2 5 0-16,-4 7 1 0,3-1 6 16,-3-3-7-16,16 5 12 15,-10-6-14-15,22 1 12 16,-6 9-12-16,6-1 2 15,0 8 4-15,0-1-3 16,0 5 6-16,0 5 2 16,28-5-3-16,-4-4 3 15,11 1-5-15,-8-10-4 16,-8 1-13-16,3-3 7 16,-10-2-14-16,-6 1 20 15,-6 4-10-15,0 1 14 16,0 7-1-16,0 7 2 15,-28-3 5-15,-3 0 1 0,4-11 11 16,8-5-13-16,3-5 6 16,4-2-9-16,0 7-1 15,-10-4-1-15,16 0-45 16,6-8-48-16,0 0-322 16</inkml:trace>
  <inkml:trace contextRef="#ctx0" brushRef="#br0" timeOffset="-207815.43">18989 9172 596 0,'0'0'214'0,"0"0"-101"0,0 0 0 0,0 0-36 0,0 0-24 16,0 0 12-16,248-49-36 16,-196 45 4-16,1 0-30 15,-13 0-3-15,1 1-1 16,-20-2-102-16,-21 2-348 16</inkml:trace>
  <inkml:trace contextRef="#ctx0" brushRef="#br0" timeOffset="-166469.77">11863 12424 247 0,'0'0'294'0,"0"0"-226"0,0 0 13 0,0 0 7 0,0 0-53 15,0 0-9-15,0 0-7 0,-22 0 0 16,22 0 32-16,0 0-10 16,0 0 44-16,0 0-46 15,0 0 2-15,0 0-20 16,0 0 4-16,0 0-5 16,0 0-13-16,0 0-14 15,0 0 12-15,0 0-21 0,0 0 8 16,0 0 8-1,0 0-2-15,0 0-2 0,0 0 4 16,0 0 3-16,0 0 10 16,0 0-11-16,-18 0-4 15,-10 0-4-15,-3 16-1 16,3 4 4-16,-6 0 3 16,34 4 3-16,-12-12 19 15,12-7 18-15,0-5-35 16,0 0-10-16,0 0 3 15,12 0 2-15,28-9 2 16,1-15 12-16,-29 16-13 16,16-8-1-16,-28 0 0 15,0 0-3-15,0-4 2 16,0 4-35-16,0 3-7 16,0 13 39-16,0 0 4 15,-6 0 6-15,-16 8 10 16,-3 17-10-16,25-1 7 0,-6-12-13 15,6-7-6-15,0-5-13 16,0 0-52-16,0 3 32 16,19-3-84-16,-7 0-224 15</inkml:trace>
  <inkml:trace contextRef="#ctx0" brushRef="#br0" timeOffset="-119893.41">13165 13724 407 0,'0'0'177'0,"0"0"-128"0,0 0 4 0,0 0 7 0,0 0 10 0,0 0-45 0,0 0 52 0,0 0-17 16,0 0-6-16,0 0-31 15,0 0 10-15,0 0-33 16,0 0 4-16,0 0-4 16,0 0-4-16,0 0 2 15,0 0 1-15,0 0-6 16,0 0 14-16,16 0-6 15,-16 0 0-15,0 0 10 16,0 0-8-16,0 0 8 16,0 0-1-16,0-8-8 15,0 8-1-15,0 0-1 16,0 0-9-16,0 0 4 16,0 0 3-16,0 0-5 15,0 0-6-15,0 0 7 0,6 0-8 16,13 0 10-16,3 0 4 15,2-13 3-15,-8-3 3 16,-4 9-11-16,-12-1 5 16,0 3-19-16,0 5 19 15,0 0 1-15,0 0 6 16,0 0-3-16,0 16-2 16,0 4 4-16,0-7 19 15,0-5-19-15,0-5-6 16,0-3-33-16,28 0-116 0,-22 0-81 15,1-11-40 1</inkml:trace>
  <inkml:trace contextRef="#ctx0" brushRef="#br0" timeOffset="-116360.95">8480 9640 120 0,'0'0'67'0,"0"0"-66"0,0 0 68 0,0 0-23 0,0 0 9 16,0 0 35-16,0 0-9 16,0-3-42-16,0-2-11 0,0 2 10 15,0 3-17-15,0 0-6 16,0 0-15-16,0 0-1 16,0 0 1-16,0 0 21 15,0 0-5-15,0 0-2 16,0 0-5-16,0 0 7 15,0 0 29-15,0 0 1 16,0 0 25-16,0 0-28 16,0 0 3-16,0 0-31 15,0 0-15-15,0 0-1 16,0 0-1-16,0 0 0 16,0 0 4-16,0 0-6 0,0 0 12 15,0 0 4 1,0 0 2-16,0 0-10 0,0 0-4 15,0 0 0-15,0 0 3 16,13 0 2 0,-4 0-1-16,16 0-2 0,-3 0 2 15,-10 0 6 1,16 8-6-16,-10 4-1 0,4 0 1 16,3-5 11-16,-3 1-9 15,-4-3-5-15,-5-5 3 16,2 8-2-16,4-4 6 15,-7 0-10-15,10 3 6 16,-3 1-4-16,2 5 3 16,7-1-2-16,-9-4-1 0,-1 4 3 15,-2 0-7 1,2-3 6-16,10-2-6 0,-3 1 8 16,9 0-8-16,0-3 10 15,0-2-7-15,1 9 1 16,-4 0 0-1,-3 0-5-15,6 1 10 0,-16 2-10 16,23 1 13-16,-14-8-14 16,-2 9 12-16,-3-1-9 15,-3-8 4-15,-4 4-1 16,4-4 0-16,-7-5-1 16,-3 5-2-16,4-3 6 15,-13-1-10-15,6-4 17 16,-6 0-14-16,0 0 9 0,6 8 6 15,-6-8 3-15,0 8-3 16,0 0-2-16,0-8-8 16,0 8-1-16,0-8 5 15,0 0-12-15,0 0 14 16,0 0 26-16,0 0 30 16,0 0-24-16,0 0-24 15,0 0-14-15,0 0-1 16,0 0-18-16,0 0 6 15,0 0-30-15,0 0-45 16,-25-16 12-16,-21-4-29 16,-16-4-176-16,-19-4-233 15</inkml:trace>
  <inkml:trace contextRef="#ctx0" brushRef="#br0" timeOffset="-112565.4">8862 9573 293 0,'0'0'155'0,"0"0"-133"0,0 0-13 0,0 0-9 0,0 0 49 0,0 0 12 16,-93 0 19-16,87 0 17 15,-10 0-15-15,10 0 16 16,0 0-73-16,-7 0-8 15,7 0-30-15,-9 0 16 16,2 0-6-16,7 0-3 16,-10 0 3-16,10 0 3 15,0 0 36-15,0 0 22 0,6 0-46 16,0 0 11-16,0-5-22 16,0 2-1-16,0 3 0 15,0 0 0-15,-6 0 12 16,6 0-4-16,0 0 0 15,0 0-7-15,0 0 7 16,0 0-5-16,0 0 7 16,0 0-9-16,0 0 11 15,0 11-8-15,6 17 40 16,28 0-25-16,0-3-17 16,-3-6-4-1,9-2 4-15,-12 2-5 0,0-6 10 0,-3 7-14 16,3-4 14-1,6 4-5-15,-9 0-1 16,-4-4 5-16,-2 0-6 16,3-4 5-16,-4 1-9 0,-5-6 14 15,-4 1-14-15,10 5 12 16,-13-5-3-16,0-5-3 16,10 6 3-16,-16-1-5 15,12-8 0-15,-6 11-3 16,7 2 7-16,2-1-2 15,-2-4 0-15,-1 8-2 16,10-4 12-16,-10 4-7 16,10-1-4-16,-10-7 6 15,1 9-7-15,-1-9 3 16,3 0-4-16,-2 0 9 16,-7 0-11-16,0 0 10 0,-6 0-4 15,22 4 0-15,-16 0 1 16,22 4 3-16,-9 8 8 15,2-4-7-15,-2-4-4 16,9 9-3-16,-10-5 8 16,10-1-14-16,-15-2 12 15,8-6-10-15,-14 1 5 16,5 1-2-16,0-2 0 16,4 2 1-16,-10-1-3 15,7-1 7-15,-1 2-4 16,4-1 6-16,2-1-9 0,4 2 4 15,-10-1-3-15,1-4 1 16,2 0 0 0,-2 4-1-16,-1-1 6 0,3 6 4 15,4-1-9-15,-7 4 15 16,10-8-14-16,-9 4 3 16,8 0 0-16,-15-3-5 15,13-2 1-15,-13 9 0 16,22 0-3-16,-15 4 9 15,14 1-9-15,-8-1 10 16,3-1-12-16,-10 2 12 16,10-9-10-16,-10-1 3 0,-6 1 0 15,7 1-1 1,2-6 5-16,-15 2-9 0,13-1 13 16,-1-1-9-1,4 2 7-15,-10 3-11 0,0-4 8 16,7 4-3-16,-13-4 0 15,21 4 0-15,-15 4-3 16,13 4 10-16,-3-4-14 16,2 5 16-16,-5-9-15 15,2-1 12-15,-3 1-8 16,-5 1 2-16,14 2 0 16,-14-2-1-16,5-1 4 0,0-8-8 15,4 8 12-15,-4-1-12 16,1-2 13-1,-13 7-14-15,21-8 9 16,-14 4-3-16,11 0 0 0,-2 4 1 16,2-4-2-16,-2-4 6 15,2 4-11-15,4 0 12 16,3 1-13-16,3-2 18 16,-3 9-13-16,3-8 3 15,-1 1-1-15,-2-2 0 16,3 1 2-16,0 0-6 15,-3 1 11-15,3 2-14 16,-3-2 16-16,9-1-14 0,0 4 6 16,-6 0-2-1,-4-1-2-15,4-2 3 0,-9-1 0 16,3 0 6 0,-4 0-14-16,-2-4 17 0,2 4-17 15,-5-8 17-15,9 8-12 16,-10 0 3-16,10-8 0 15,-4 16-5-15,1 1 11 16,9-2-12-16,0 5 12 16,-4-4-9-16,4 4 9 15,-9-8-9-15,-4-4 3 16,-2-11 0-16,-1 7 1 0,-2-4-1 16,-4-5-1-1,12 14 1-15,-11-9-1 0,20 16 6 16,-14-8-9-1,9 0 11-15,-4 8-14 0,-5-8 12 16,8 0-5 0,-2 4 0-16,-4-12 2 0,-2 9-6 15,-1-2 8 1,-2-7-8-16,2 0 12 0,-6 0-14 16,13 0 9-16,2 9-4 15,-8-1 1-15,15-1 0 16,-16 1 0-16,10 4 7 15,3-4-12-15,-10 1 12 16,4-6-12-16,-13 6 10 16,16-9-6-16,-10 8 1 15,7 0 0-15,-4-1-3 16,10 2 5-16,3 4-10 16,-10-6 16-16,4 1-9 0,-9-4 12 15,2 0-22-15,10-8 16 16,-13 12-7-16,4-8 2 15,-4 12 0-15,16-4-2 16,-9-4 5-16,-13 4-9 16,22 0 19-16,-16-7-22 15,4 2 15-15,9 2-6 16,-10-1 0-16,4 4-2 16,-1-4 2-16,4 12 0 15,-3-4-2-15,2-9 9 16,-8 6-15-16,-1-1 19 0,4-8-18 15,-4 4 11 1,0-4-4-16,4 0 0 16,-10 4 0-16,0 0-4 0,13 0 8 15,-4-8-11-15,-2 12 14 16,9-3-11-16,-10-2 9 16,0 1-10-16,10 1 6 15,-16-2-1-15,19 1 0 16,-3-4 2-16,-4 8-7 15,-18-4 11-15,28 4-9 16,0-3 10-16,3 2-14 0,3 6 12 16,-6-6-7-1,12-2 2-15,-5 3 0 16,-11 4-1-16,11-4 3 16,-17-4-6-16,16 4 8 0,-12 4-9 15,-10-4 10 1,7-4-8-16,-4 0 5 15,-2 0-4-15,9 5 3 16,-4-2-1-16,10 6 0 0,-9-2 2 16,15 1-9-16,-16 0 17 15,-11-4-17-15,20 0 11 16,-14 1-4-16,-4-1 0 16,4-1-1-16,5 1-2 15,-2 1 6-15,-10-1-9 16,12 0 15-16,4-4-16 0,-3 12 14 15,-13-9-11 1,10 10 8-16,8-9-4 0,-8 0 0 16,-4 0 3-16,1 0-10 15,15 0 14-15,-16 4-14 16,0-4 17-16,-2-4-18 16,8 12 13-16,4-8-5 15,-10 9 1-15,1-10 0 16,2 6-1-16,-9-6 1 15,7-2-7-15,-7 11 15 16,6-9-16-16,10 2 14 16,-9-1-12-16,2 0 10 15,-9-4-6-15,7 4 2 16,-1-4 2-16,4 4-3 0,-4 0 4 16,0-8-6-16,4 12 11 15,2-4-13-15,1 1 9 16,-3 3-5-1,8-1 0-15,-2 1 1 0,-3 0-2 16,2 1 3-16,-2-5-7 16,3-1 11-16,3 10-12 15,-4-6 12-15,4 6-5 16,3-1-1-16,12 4 2 16,-12-4-2-16,3 0-6 15,-3-5 1-15,0-2 10 0,-9-4-11 16,-7 2 13-16,10 1-8 15,-4-3 2-15,4 10-1 16,3-7 0-16,3 9-2 16,6-2 1-16,0 1 2 15,-9 4-2-15,3-3 9 16,0-6-15-16,-10 6 12 16,1-9-8-16,9 4 6 15,0 4-5-15,-4-4 2 16,10 5-2-16,1-2-3 15,-1 5 10-15,-3 4-5 16,3-7 3-16,0-2-6 0,0 1 7 16,-9-7-5-1,3 2 1-15,0-2-1 0,-4 2-2 16,11 1 3 0,-1 1-1-16,0-6 4 0,-3 10-6 15,9-1 8 1,-6 0-12-16,0-4 9 0,0 0-2 15,-9 4 1-15,3-7-1 16,6-2 0-16,-9 1 0 16,15 4-3-16,-6 1 10 15,7 2-10-15,-7-2 6 16,6-1-6-16,-15-4 5 16,3-1-2-16,-10-2 0 15,-2 3 0-15,3-1-3 0,2 2 6 16,4-1-7-1,3 0 11-15,-9 4-5 0,9-4-1 16,-10-4-2-16,4 4-1 16,6-8 2-16,-10 12 0 15,10-4 4-15,-3 9-7 16,3-5 7-16,6 3-1 16,-3 9 2-16,3-7-7 15,0-6 2-15,-6 6 0 16,-3-5 0-16,3-4 3 15,-9 0-10-15,8-4 16 16,1-1-16-16,-3 14 16 16,-3-9-15-16,3 7 7 0,3-6-1 15,-10-1 0 1,4-8 0-16,-4 8-5 16,10-4 10-16,0 4-1 0,-9 1-3 15,15-2 10 1,6 6-11-16,-15-2 3 0,22 1-1 15,-7 0-2-15,-6 1 0 16,6-6 4-16,-6-2-3 16,-9 3 3-16,-3-8-6 15,-3 7 10-15,2-2-7 0,-2-1 4 16,-4 4-8 0,16 0 4-16,-9 4-1 0,6 0 7 15,-9-4-7 1,-1 4 11-16,10-4-11 15,-15-4 9-15,8 1-6 0,-15-2-1 16,13 1-2 0,9 9 0-16,0 2 0 0,-3 1 2 15,9 12 0-15,0 1 2 16,0-10-5-16,-9-7 10 16,-10 1-12-16,4-13 6 15,-7-4-6-15,-2-4 0 16,-4 3-14-16,0 2 0 15,6 7 5-15,1 4 6 16,2-5 10-16,-2 10-9 0,8-6 10 16,-8 2-5-1,-7-9 0-15,6-8 0 16,-12 0-2-16,0 0-65 0,0-20-49 16,0-32-138-16</inkml:trace>
  <inkml:trace contextRef="#ctx0" brushRef="#br0" timeOffset="-110063.12">18024 16736 246 0,'0'0'278'0,"0"0"-168"0,0 0 11 0,0 0-10 0,0 0-21 0,0 0-13 0,0 0-18 16,0 0-29-16,0 0 37 15,0 0-22-15,0 8 1 16,0 3-23-16,0 1 0 15,0 1-12-15,0-2-9 16,0-6 5-16,10-5-3 16,8 0-1-16,16 0 3 15,7 0-1-15,11-8-3 16,1-28-1-16,-6-17-1 16,-13-2-4-16,-22-2-5 0,-3 4-26 15,-9 17 10 1,0 13 21-16,0 10-5 0,-28 13 18 15,-24 0-4 1,18 0 2-16,-7 17 24 0,1 15-27 16,21 8 0-16,4-8 4 15,15-9-7-15,0-14-2 16,0-5-16-16,0-4 8 16,0 0-12-16,22 0 9 15,-4 0-3-15,4-4 5 16,-10 0 0-16,1 4-5 15,-4 0 13-15,-9 0-33 16,6 0 21-16,0 0 13 0,7 4-18 16,-7 17 19-1,22 2-1-15,12 9-1 0,-6 0 2 16,-3 8-3-16,19 5 9 16,-25 7-11-16,9 4 12 15,-28 8-7 1,-6 4 1-16,0 1 17 0,0 3 8 15,-53-8-11-15,-33-16 5 16,-1-16-5-16,0-20 18 16,19-12-19-16,21-12-14 15,35-45-4-15,12-15-19 16,0-8-44-16,74 0-87 0,4 12-170 16,2 24 25-16</inkml:trace>
  <inkml:trace contextRef="#ctx0" brushRef="#br0" timeOffset="-95864.21">16040 11469 511 0,'0'0'102'0,"0"0"-102"0,0 0 0 0,0 0 0 0,0 0-42 16,0 0 25-16,0 0 17 0,0-8 21 15,0 8 78-15,0 0 69 16,0 0-41-16,0 0-53 16,0 0-60-16,0 0 11 15,0 0-15-15,0 0-7 16,0 0-1-16,0 0 5 16,0 0-2-16,0 0 32 15,0 0 46-15,0 0-51 0,0 0-11 16,6 0-16-16,3 0-10 31,4 0 10-31,-1 0-13 0,10 0 14 16,3 0-6-16,3 0 1 0,12 5 0 15,0-2 29-15,13 2-18 16,6-5 0-16,9 0-7 16,0 0 0-16,-9 4-1 15,16-4-4-15,-10 3 0 16,-3-3 1-16,-3 0-5 15,-7 0 8-15,1 0-9 16,9 0 12-16,3 0-9 16,3 0 4-16,1 0-2 15,-4 0 0-15,9 0 0 0,1 0 0 16,-17 0 1 0,29 0-5-16,-6 0 12 0,-7 5-12 15,13 3 13 1,-9 0-15-16,18-5 9 0,3-3-3 15,-6 0 0-15,-19 9 1 16,-8-9-4-16,-11 3 10 16,-2 5-17-16,0 0 16 15,-1 5-14-15,-5-5 16 16,9-1-9-16,-22-2 4 16,19-5-1-16,12 0-2 15,-3 0 0-15,9 3 4 16,-9 6 2-16,19-5 6 15,-10 4-8-15,10-4 11 16,-19-1-14-16,18 5 12 0,-8-8-11 16,-4 5 7-16,-3-5 6 15,-9 4-14-15,-4 0 11 16,14 0-11-16,2 0 17 16,6-4-8-16,-9 4 8 15,-3-4-14-15,-15 0 7 16,-7 0-10-16,-15 0-1 15,-19 0-19-15,3 0-38 16,-9 0-29-16,0 0-153 16,-34 0-691-16</inkml:trace>
  <inkml:trace contextRef="#ctx0" brushRef="#br0" timeOffset="-88552.16">11528 11810 180 0,'0'0'161'0,"0"0"39"0,0 0-69 0,0 0 33 0,0 0-13 15,0 0-79-15,-6 0-52 0,6 0 4 16,0-23-9-16,40-13 9 15,19-5-18-15,-3-3 44 16,9 4-45 0,-12 4-5-16,-7 12 0 0,-5 12-25 15,-19 12-7-15,-10 0-41 16,0 0 25-16,-12 15 29 16,0 30 9-16,0-1 20 15,0 12-20-15,0 1 21 16,0-2-13-16,0-2 2 15,0-17 0-15,0-12-1 16,0-20-4-16,28-4 2 16,25 0 6-16,34-40 16 15,0-12-13-15,15-12-5 16,-9 15 1-16,-12 9-4 16,-16 16 2-16,-25 16-1 0,-25 8 0 15,-15 0-5-15,0 5 6 16,0 42 9-16,-15 9 6 15,-25 8-11-15,-1 1-8 16,10-6-4-16,-3-2 8 16,6-9 0-16,22-7-11 15,6-18 9-15,0-10 2 16,0-13-8-16,0 0 16 16,34-25-2-16,31-23 19 0,22-12 0 15,-6 3-16 1,-7 10-8-16,-21 7-1 0,-19 24 12 15,-15 16-19 1,-19 0 14-16,0 0-12 0,0 11 5 16,0 37 0-16,0 9-2 15,-7 7 2-15,-17 5-4 16,-4-2 0-16,0 2 3 16,15-22-7-16,13-11-4 15,0-19 13-15,0-17-5 16,28 0 1-16,31 0 3 15,16-12 9-15,-1-24 0 16,-3-5 5-16,10-6 2 16,-7 2 13-16,-8 5-25 15,-4 16-4-15,-28 16 8 0,-10 8-17 16,-8 0 8-16,-16 48 1 16,0 12 24-16,0 4-20 15,0 5 1-15,0-5-2 16,0-12-6-16,0-12 7 15,0-8-8-15,0-15-3 16,12-17 7-16,35 0-1 16,-1 0 1-16,13-13 0 15,16-31 7-15,5-7 4 16,7-2 8-16,-6 4 20 16,-7 13-38-16,-21 13 7 15,-19 10-7-15,-22 13-1 0,-5 0-34 16,-7 13 17-16,0 31 17 15,0 12 7-15,0 5-2 16,0-2 3-16,0-2-16 16,-13-6 5-16,13-10-6 15,0-13 6 1,0-12 0-16,0-16-12 0,6 0-8 16,41 0 17-16,12-44 6 15,15-4 0-15,1-4 6 16,-1 11 5-16,-15 13-11 15,-6 4 0-15,-25 12 0 16,6 12-1-16,-28 0 1 16,0 0 0-16,-6 4 0 0,0 28 3 15,0 9 6-15,0 2-9 16,0 1-3 0,0-15 2-16,0-1-4 15,0-16 3-15,0-12-25 0,0 0 6 16,6 0-15-1,28-25 35-15,7-14 1 0,18-17 5 16,3-9-3-16,9-7 6 16,10-4-7-16,-7-1-1 15,-6 10 0-15,-9 6 2 16,-19 13-8-16,-15 12 4 16,-15 29-7-16,-10 7 5 15,0 0 4-15,0 0 11 0,0 7-4 16,-16 13-7-16,-3-4-1 15,13-12-6-15,6-4 14 16,0 0-14-16,0-8 0 16,0-28-8-1,0 0 6-15,13-5 9 0,-1 13 1 16,-12 5 1-16,0 7 29 16,0 3-22-16,0 1 23 15,0 1-29-15,0 3 4 16,0 0-7-16,-6 8 0 15,6 0 3-15,-6 0 34 16,6 0 11-16,0 0-46 16,0 0-2-16,0-17 0 15,0-3-5-15,0 4-14 16,0-8 19-16,0 4 7 16,0 4 10-16,0-8-8 15,0 0-9-15,-7-8 0 16,-14 0-20-16,21 4 10 15,-13 7-44-15,1 10 50 0,-16 11 8 16,-12 0 22-16,-25 32-26 16,-38 28-17-16,-18 12 16 15,10 1-1-15,-16-14-8 16,40-15 20-16,19-19-14 0,21-17 10 16,28-8 14-1,4 0 8-15,15-8-13 16,0-40-5-16,0-1-10 0,0-11-1 15,15 0 1-15,20 12 3 16,-17 3-3-16,-5 9 8 16,2 21-1-16,-15 7-1 15,0 8 13-15,0 0 0 16,-9 12 2-16,-50 40-21 16,-16 9-29-16,-5 22 0 15,2-2 25-15,4-6 7 16,6-10-8-16,15-21 5 15,13-12 0-15,27-24 1 16,13-8 5-16,0 0-6 16,0-40-1-16,25-32 0 0,37-24-1 15,-3-4-11 1,9-9 19-16,-3-3-9 16,-18 15 3-16,-7 22-2 15,-18 34 0-15,-22 25 2 0,0 16 19 16,-28 8-11-1,-43 48-8-15,-10 21 0 0,-15 11-27 16,9-8-3-16,16-16 23 16,9 0 1-16,15-15 4 15,13-1 0-15,9-16 4 16,13-9-10-16,-4-6 18 16,16-17-20-16,0 0-5 0,0 0 5 15,0-20-36 1,0-29 8-16,0-2 35 0,16-6 4 15,2 17-11 1,-18 12 20-16,0 16-10 0,0 12 1 16,-18 0 52-1,-38 32-34-15,-31 24-19 0,-12 29-49 16,-16-10 30-16,10-11 8 16,18-15 11-16,13-25-2 15,33-8 6-15,17-16-4 16,24 0 22-16,0 0 2 15,0-32-24-15,12-16-3 16,28-13-6-16,13-6 18 16,-13 6-23-16,-12 9 29 15,-28 16-18-15,0 13 6 16,0 6 3-16,0 17 0 0,0 0 8 16,-49 0 22-1,-10 8-34-15,-6 28-2 0,-4 12-34 16,1 0 25-16,15-7 3 15,13-9-1-15,6-9 11 16,22-3-6-16,-1-15 2 16,13 3 0-16,0-8 0 15,0 0-14-15,13 0 13 16,39 0 1-16,17 0-9 16,5 0 18-16,-9 0-9 15,-3 0 0-15,-9 0-5 0,-7 31 0 16,-5 10-3-16,-7 15 3 15,-10-4-25-15,11 4 22 16,-7-7 9-16,3 7-18 16,-4-12 21-16,8-5-7 15,-11-10 3-15,4 3 0 16,0-12-4-16,6-12-32 16,-3-8-74-16,-3 0 41 15,0 0 62-15,-9 0 14 16,-19 0-3-16,12 12-2 15,-6 4 50-15,-6 21-11 16,0 2-32-16,0 5-9 16,0 1-125-16,0-9-34 0,0-8 37 15,0 0 93-15,0-9-10 16,0-2 19 0,0-1 18-16,0 4 2 0,0 1 33 15,0-14 6 1,0 9-23-16,0-12 36 0,0 0-3 15,0-4-24-15,0 0-21 16,0 0 1-16,0 0 3 16,0 0 23-16,0 0 29 15,10 0-22-15,-4 0-19 16,-6 5 23-16,0 14 1 16,0-2 52-16,0 11-26 0,0-5-28 15,0 14-40-15,-16 19 2 16,-36 4-6-16,-7 0 6 15,6-12-9-15,13-24 12 16,30-16-6-16,4-8 12 16,6 0 27-16,0-48-39 15,0-16-11-15,0 0 6 16,0-9 3-16,0 9 2 16,0 16 0-16,-6 8 2 15,-13 8 10-15,-15 4-11 16,13 4 5-16,-10 4 0 15,-10 4-3-15,-5 8-3 16,-10 0 18-16,-9 8-4 0,-16 0 37 16,-6 16-49-16,7 8-2 15,21-4 7 1,18-16-11-16,26-4 8 0,15 0-3 16,0 0-1-16,0-40-1 15,0-20-20-15,0-4-25 16,15 0 37-16,20-5 16 15,-17 5-14-15,-12 12 12 16,-6 12-9-16,0 19 7 16,0 10-3-16,-6 11 25 15,-47 0-12-15,1 0-8 16,-10 0-5-16,15 16-5 16,1-13-20-16,12-3 21 15,9 0-12-15,-3 0 16 16,6 0 2-16,10-11-1 15,-7-5-2-15,-9-4-4 0,10 4-3 16,-16 4 12 0,-1-1-9-16,-5 1-21 0,0-7 9 15,0-6 0-15,-1-7-10 16,23-4 8-16,-4-8-69 16,16 4 7-16,6 7 40 15,0 2 40-15,-19 3-42 16,4 7 26-16,-16 6 11 15,-16-1-22-15,-21 16-45 16,-13-5 73-16,1 5 11 0,15 0 137 16,9 0-147-16,25 0 0 15,3-20 25-15,15-4-26 16,-8-4-70 0,8-8-15-16,-8 8 54 0,8 0 22 15,1 4-65 1,12 8 50-16,0 4 24 0,0 4 0 15,0 4 6-15,-6 4-6 16,6-4 18-16,-7-8 20 16,-14-4 30-16,-13-9-64 15,3 10-1-15,-4 2 25 16,8 13 67-16,-1 0-90 16,3 0-5-16,-9 28-284 0</inkml:trace>
  <inkml:trace contextRef="#ctx0" brushRef="#br0" timeOffset="-71366.71">19423 3256 633 0,'0'0'104'0,"0"0"22"0,0 0 19 0,0 0-124 0,0 0-15 16,0 0 12-16,0 0-9 16,0 0 26-16,0 0 4 15,0 0 50-15,0 0-56 16,0 0-7-16,0 0 3 15,0 0-15-15,0 0 17 16,12 0-13-16,-12 0 16 16,9-17-20-16,-9-14 9 0,19-13-22 15,-7-17 7-15,16-6-7 16,19-10-1-16,-13 0 0 16,6-10-6-16,1-9 6 15,5-4-19-15,-6 3 16 16,-21 21-8-16,-7 23 7 15,-12 30 8-15,0 7-3 16,0 16 1-16,0 0 4 16,0 0-6-16,10 0-20 15,2 0-5-15,0 0-11 16,29 39 28-16,-7 22-23 16,0 19 24-16,-9 16-2 15,-10 9-13-15,-15-5-32 0,0-8-23 16,0-20-20-16,0-8-76 15,0-20 58-15,-15-16 29 16,2-12-86-16,-5-16-269 16</inkml:trace>
  <inkml:trace contextRef="#ctx0" brushRef="#br0" timeOffset="-71065.81">19389 2815 491 0,'0'0'164'0,"0"0"-69"0,0 0 80 0,0 0-37 0,0 0-34 16,0 0-6-16,167 0-69 15,-133 0-6-15,0 0-7 16,-3 4 1-16,-3-4-17 16,19 4 1-16,-7-4-2 15,-6 0-32-15,0 0-4 16,-15 0-84-16,-7 0-114 0,-12 0-214 16</inkml:trace>
  <inkml:trace contextRef="#ctx0" brushRef="#br0" timeOffset="-70318.2">20384 3003 669 0,'0'0'185'0,"0"0"-25"0,0 0-52 0,0 0-99 0,0 0-4 16,0 0 19 0,9 4 0-16,-9 1 18 0,0 14-16 15,6 6 17 1,1 6-34-16,-7 10-4 0,6 3-1 15,-6 0-8-15,0-4-4 16,0-8-7-16,0-12-3 16,0-8-17-16,0-8-16 15,0-4-18-15,0 0-24 16,0-8-111-16,0-36-77 0</inkml:trace>
  <inkml:trace contextRef="#ctx0" brushRef="#br0" timeOffset="-70085.08">20384 3003 393 0,'-164'4'229'0,"164"-4"-144"0,0 0 27 16,0 0 20-16,12 0-44 15,28 0 7-15,1 0-4 16,-7 0-53-16,3 0-33 15,3 0-2-15,0 0-2 16,-5 0-1-16,11 0-8 0,-12 0-40 16,0 0-13-16,0 0-58 15,-15 0-196-15,15 0-142 16</inkml:trace>
  <inkml:trace contextRef="#ctx0" brushRef="#br0" timeOffset="-69051.98">20833 3059 538 0,'0'0'114'0,"0"0"-28"0,0 0 48 0,0 0-77 0,0 0-50 15,0 0 0-15,-6 121-2 16,6-101 21-16,0-8 32 15,0 0-3-15,0-4-20 16,0-8-33-16,0 4 17 16,0-4-16-16,0 0 10 15,0 0-1-15,0 0 24 0,0-12-8 16,0-20-28 0,0-4-5-16,0-8-5 0,0 4 4 15,0-1-4-15,0 2-9 16,0 10-4-16,13 9 5 15,-7 16-24-15,-6 4 23 16,0 0 3-16,0 0 15 16,0 17 1-16,0 14 0 15,0 2 6-15,0-2-6 16,-13-7-19-16,7-4-95 16,6-3 20-16,0-1 62 15,0 4 32-15,0-4 33 16,13 0-10-16,21-8 7 0,18-1-20 15,1-7-3-15,-19 5 5 16,-6-2-10-16,-9 6-2 16,-19 7 0-16,0-5 11 15,0 10 8-15,0-6 14 16,0-2-33-16,0 4-45 16,0-14-145-16,0-3 34 15,0 0-73-15</inkml:trace>
  <inkml:trace contextRef="#ctx0" brushRef="#br0" timeOffset="-68753.09">21153 3220 654 0,'0'0'85'0,"0"0"41"0,0 0 11 0,0 0-94 0,0 0-43 0,0 0-3 0,-19 116-4 15,19-108 3-15,0-8-9 16,0 0-101-16,0 0-52 15,0 0 28-15,0-12-243 0</inkml:trace>
  <inkml:trace contextRef="#ctx0" brushRef="#br0" timeOffset="-68603.11">21153 3220 1193 0,'108'-228'144'0,"-108"228"-112"15,0 0 15-15,0 0-47 16,0 0-48-16,7 0-52 16,-1 0-258-16,-6 0-410 15</inkml:trace>
  <inkml:trace contextRef="#ctx0" brushRef="#br0" timeOffset="-68203.36">21928 3184 379 0,'0'0'713'15,"0"0"-600"1,0 0-14-16,0 0-62 0,0 0-27 15,0 0-6-15,149 0-3 16,-115 0-1-16,-9-4-10 0,-10-1-9 16,4 2-37-1,-19-5-56-15,0 0-111 0,0-9-131 16</inkml:trace>
  <inkml:trace contextRef="#ctx0" brushRef="#br0" timeOffset="-68032.11">21928 3184 957 0,'-6'-213'304'0,"6"213"-298"16,22 0 25-16,36 0 24 16,11-23-29-16,2 2-26 0,-15 6-4 15,-16-2-48-15,-21 9-124 16,-13 8-354-16</inkml:trace>
  <inkml:trace contextRef="#ctx0" brushRef="#br0" timeOffset="-67054">23094 2069 268 0,'0'0'312'0,"0"0"-143"0,0 0-33 0,0 0-66 0,0 0-42 0,0 0-1 16,0-4-19-16,0 4 4 16,0 4 40-16,0 28-8 15,6 8 18 1,-6 17-9-16,12 2-29 0,-5 1-24 15,-7 4 4-15,0-7-2 16,0-1-4-16,0-8 2 16,0-8 0-16,0-3-3 15,0-10 6-15,0-10-8 16,0-6 4-16,0-11-5 16,0 0-10-16,6 0-6 15,0 0-13-15,16 0 30 16,-4-28 4-16,10-4 1 15,6 4-6-15,-9 5 10 0,3-2-11 16,6 9 14-16,-15 8-13 16,3 0 6-16,-4 8-2 15,-2 0-10-15,2 0-19 16,10 0 10-16,-15 4 21 16,5 12-2-16,4 4 2 15,-16 4-7-15,6 0 1 16,-12 9 6-16,0-2 2 15,0 2-1-15,0-5 6 16,-46-1-2-16,-25-7 14 16,-10-12-11-16,-6-3 24 0,13-5 8 15,6 0-7-15,15 0-33 16,13 0-8-16,15 0-60 16,9-24-126-1,16-4-340-15</inkml:trace>
  <inkml:trace contextRef="#ctx0" brushRef="#br0" timeOffset="-66104.37">23835 2727 397 0,'0'0'169'0,"0"0"-34"0,0 0 41 0,0 0-13 0,0 0-106 0,0 0-3 15,19 0 10-15,8-20-20 0,8-8-33 16,11 12-10-16,-6-12 5 16,-15 12-1-16,9-1-10 15,-21 14 5 1,-4-2-26-16,-9 5-14 0,0 0-8 15,0 0 0 1,0-8-63-16,0 8-158 0,-22 0-213 16</inkml:trace>
  <inkml:trace contextRef="#ctx0" brushRef="#br0" timeOffset="-65940.11">23835 2727 523 0</inkml:trace>
  <inkml:trace contextRef="#ctx0" brushRef="#br0" timeOffset="-65789.45">23835 2727 523 0,'-47'-177'117'0,"47"209"-5"0,0 5 101 15,25 7 48-15,-3 3-257 16,-16-19 7-16,13-7-9 16,-4-6-4-16,-2-2-3 15,8-1-2-15,-14-4-29 16,11 0-1-16,10-4-23 16,-16 0-100-16,16-4-144 0,-9 0-176 15</inkml:trace>
  <inkml:trace contextRef="#ctx0" brushRef="#br0" timeOffset="-64973.83">24675 1993 181 0,'0'0'428'0,"0"0"-340"0,0 0 63 0,0 0-18 0,0 0-55 0,0 0-19 16,0 0-14-16,0 0 8 15,0 0-49-15,0 0-8 16,10 0 8-16,-4 16-4 0,6 16 20 15,1 8-7 1,-13 5-8-16,21 10-4 16,-8-2-1-16,-1-1 0 0,-3-4-3 15,4-1 6-15,-7 2-5 16,-6-9 5-16,0-4-3 16,0-4 2-16,0-4-1 15,0-8-1-15,0-4 2 16,0-4 0-16,-12 1 1 15,12-13 8-15,0 0-10 16,0 0 3-16,0 0-4 16,0-25-2-16,0 5-14 15,12-7-12-15,22 10 27 16,-22 13 2-16,-5 4-1 0,14 0 1 16,-2 0 10-16,9 0-8 15,-10 4 5 1,10 21-2-16,-15-2-3 15,8 5-3-15,-2 4 0 0,3 1-2 16,3-13-23-16,3-4-62 16,6-16-48-16,-10 0-295 15</inkml:trace>
  <inkml:trace contextRef="#ctx0" brushRef="#br0" timeOffset="-64140.45">22840 3120 271 0,'0'0'328'0,"0"0"-261"0,0 0 6 0,0 0-28 0,0 0-5 0,0 0 82 15,99 0-4-15,-12 0-31 16,34 3 18-16,46 2-36 16,31-5-32-16,23 3 5 15,8 5-23-15,-21-3-13 16,-16 7-6-16,-12-1 0 16,-25 10-13-16,-22-6-9 15,-12 6 8-15,-28-6-31 16,-18-10-10-16,-29 7-96 15,-12-12-219-15,-34 0-314 16</inkml:trace>
  <inkml:trace contextRef="#ctx0" brushRef="#br0" timeOffset="-63406.97">23702 3485 281 0,'0'0'233'0,"0"0"-181"0,0 0 13 0,0 0-20 16,0 0 56-16,0 0 55 0,152-5-21 15,-97 5-74 1,-8 0-7-16,-16 0-24 0,-3 0-30 16,-16 13-3-16,-12 23-20 15,0 3 20-15,0 22-7 16,-6-1 10-16,-28-4-1 15,9-8 1 1,10-7-4-16,8-17 8 0,7-4-3 16,0-17-1-16,0-3 0 15,62 0 7-15,10 0-5 16,8-3-1-16,13-13-2 16,-18-4-1-16,-13 12-47 15,-22 3 12-15,7 1-136 16,-41 4-142-16</inkml:trace>
  <inkml:trace contextRef="#ctx0" brushRef="#br0" timeOffset="-55914.22">22269 11212 602 0,'0'0'72'0,"0"0"-21"0,0 0 51 0,0 0-53 0,0 0-47 0,0 0 15 0,0 0-17 0,0 0 19 16,0 0 2-16,0 0 64 15,0 0-28 1,0 0-2-16,0 0-15 0,0 0 0 16,0 0-25-16,9 0-10 15,16 0 15-15,9 0-17 16,7 0 23-16,11 0-20 16,10 0 19-16,16 13-9 15,-4-1-9-15,13-4 3 16,6 0-8-16,-6 4 13 0,-6-8-11 15,5 5 7 1,-11-9-9-16,-10 11 23 16,-3-7-20-16,-3 4 2 15,-3-8-7-15,9 13 0 0,3-10 1 16,-3-3 6 0,9 0-8-16,7 8 12 0,0-8-1 15,-1 8-5-15,7-4 13 16,-9 1-11-16,2 6 6 15,1-6-10-15,12-5 2 16,-6 7-5-16,9-7 9 16,-3 0-18-16,6 8 25 15,0 0-28-15,-3 0 22 16,-18 0-10-16,3 0 11 16,-1-8-7-16,-12 12 3 15,-2-7 0-15,8 3-3 16,0-5-2-16,-2 1-3 15,2 1 9-15,1 3-5 0,-1 0-1 16,-15 3 0-16,15 1 5 16,7-4-5-16,-22 0 5 15,15-3-5-15,-2-2 2 16,2-3 9-16,-15 9-15 16,15-6 6-16,-12 5-3 15,-3-3-1-15,0 3 0 16,3-4-4-16,-3 0 9 15,9-4-11-15,-15 4 19 16,0 0-18-16,9 0 11 16,3-1-12-16,3-3 7 0,3 5-1 15,-2-2 0-15,5 6 4 16,-3-5-11-16,4-4 17 16,-7 4-20-16,-9-4 25 15,-13 0-24 1,1 4 15-16,-7-4-12 0,0 4 6 15,-12-1 0-15,6-3 0 16,-15 0 3-16,15 5-12 16,-9-5 18-16,3 0-18 15,-16 0 16-15,4 0-17 16,-4 0 3-16,-6 0-5 16,1 0-11-16,-1 0-34 0,-6 0-12 15,0-16-87-15,-59-4-466 16</inkml:trace>
  <inkml:trace contextRef="#ctx0" brushRef="#br0" timeOffset="-54182.28">22350 11237 129 0,'0'0'304'0,"0"0"-276"0,0 0 49 0,0 0-10 0,0 0-27 16,0 0-7-16,0 0 0 16,-25 8 28-16,25-8-9 15,0 0 83-15,0 0-9 16,0 3-82-16,0 2-14 15,0-5-26-15,0 8-8 16,0-4 21-16,0 4-17 16,0 8 0-16,0-4 26 15,0 4 4-15,12-4-3 0,7 9-18 16,9-6 3-16,0 9-11 16,18 4 1-16,-12-8 14 15,13 4-10-15,-1 1 15 16,7 3-9-16,6 4-8 15,9-9 17-15,-9 13-18 16,3-6 5-16,-3-3 0 16,3 1-15-16,3-4 22 15,10-3-22-15,-10 2 15 16,-3 1-4-16,-3-4-4 0,-7 4 4 16,10 1 2-1,-15 3-5-15,6-4 0 0,-7-1 3 16,-6 2-8-1,1 3 9-15,11 0-11 0,-5 0 12 16,-7 4-5 0,1-8 5-16,-1 4-1 0,0-3-3 15,0-5 8-15,7-1 9 16,-1 14-16-16,-5-10 17 16,5 5-13-16,10 1-7 15,-9-1 0-15,-1-5 0 16,-6 6 0-16,1-5 4 15,-10 0-4-15,-3 0 4 16,6 0-3-16,-9 0 3 0,2 4-2 16,14-8 0-16,-7 12 6 15,-3-15-8-15,-3 7 0 16,6-1-2-16,-15-6 11 16,21 7-10-1,-12-1 10-15,6 2-12 0,6 3 6 16,-9-1-3-16,9-2 2 15,-5-1-2-15,5 4 0 16,-12-3 4-16,18-2-11 16,-5 1 14-16,5 4-14 15,1 0 14-15,-1 5-12 16,-12-5 15-16,0-4-10 16,4-4 0-16,-11 4-2 15,1-4-4-15,-9 0 12 0,9 0-11 16,-10 0 14-16,4-4-13 15,3 0 10 1,-3 0-9-16,-4 4 3 0,10-7 0 16,-22 2 0-16,16-7 6 15,-16 0-8-15,1 0 9 16,11 8-9-16,-12-7 9 16,16-1-8-16,-10 8 2 15,4-4 2-15,-4 4 2 16,7-1-2-16,-4 1 5 15,-2 1-3-15,-1-6-1 16,4-6 7-16,-4 3-21 0,-6-8 17 16,-6 4-14-1,0-4 3-15,0 0-6 16,0 0-4-16,0 0-27 0,0 0-23 16,0 0-92-16,0-12-406 15</inkml:trace>
  <inkml:trace contextRef="#ctx0" brushRef="#br0" timeOffset="-52867.31">26061 13534 38 0,'0'0'315'0,"0"0"-297"0,0 0-15 0,0 0 2 0,0 0-5 0,0 0-18 0,13 0 18 15,-13 0 50-15,0 0 124 16,0 5-31-16,0-5 0 16,0 0-34-16,0 0-58 15,0 0-25-15,0 0-20 16,0 0-6-16,0 0 5 16,6 0 31-16,-6 0 5 15,0 0-5-15,6 0-19 16,-6 0-8-16,0 0-9 15,0 0 6-15,16 0-10 16,2 0 8-16,10-16 36 0,-3-9-23 16,15-2 5-1,7-1-13-15,-7 0-7 0,16 3-4 16,-10 2 6 0,13-6-11-16,0 1 22 15,3 0-18-15,19-11 6 0,-1-2 1 16,-2-3-2-1,24-4-2-15,-9-8 1 0,-6 12 0 16,0 3 6-16,-19 5-2 16,3 8 9-16,-2 1-11 15,-17-1 14-15,1-1-14 16,-13 1 3-16,13 0-6 16,-3 3-1-16,-19 2-2 0,24-1 6 15,-8-1-10 1,0 2 16-16,-1-5-15 15,1 4 17-15,11-9-5 16,4 2-2-16,-9 3 1 0,6-9-5 16,-3 9 1-16,-10-8-5 15,1 12 11-15,-7 8-15 16,7-8 19-16,-1 7-19 16,-5-6 16-16,11-1-5 15,1-12 3-15,21-17 0 16,7 6-6-16,6-14 2 15,0 5-7-15,-13 12 4 16,-9 8-14-16,-25 12 16 0,-5 7-6 16,-8 1 9-16,-2 1-8 15,3-1 4 1,-3 8 0-16,-3-9-6 0,-10 14 16 16,10-5-21-1,-4-5 25-15,10-2-24 0,6-10 16 16,-3 1-10-1,10 4 4-15,-1-4 0 0,-6 1 0 16,0 2 4 0,-21 13-12-16,-1 1 17 0,-3 7-13 15,-9 0 9-15,0-5-6 16,7 1 5-16,5-4 0 16,0 0-4-16,10 0 0 15,-3 0 1-15,-4 0 8 0,-2 4-18 16,-13 4 21-1,6 0-22-15,-6 0 10 0,0-4-17 16,0-5-48 0,0 1-112-16,0-3-558 0</inkml:trace>
  <inkml:trace contextRef="#ctx0" brushRef="#br0" timeOffset="-51901.04">27779 11654 0 0,'0'0'81'0,"0"0"-73"0,0 0 35 0,0 0 5 0,0 0 55 0,0 0 153 15,0-19-118-15,0 19 3 16,0 0-26-16,0 0-57 15,0 0-44-15,0 0 38 16,25 0-25-16,9 0 20 16,12 0-18-16,7 0 37 15,3 0-34-15,15 0-6 16,-9 0-25-16,19 0 5 16,-10-5-3-16,4-3 0 15,5-4-6-15,-5-1 13 16,11 10-19-16,-20-1 24 15,2 0-28-15,-9 4 17 0,-13 0-6 16,22 0 2 0,-9 0 0-16,10-4-2 0,5 0 6 15,-15-5-9-15,6 6 11 16,-3-5-15-16,-9 0 19 16,-7 4-14-1,1 0 4-15,-7 0-1 0,7 4 0 16,-7 0 2-16,-12 0-6 15,6 0 12-15,-9 0-8 16,-4 0 12-16,-2 0-12 16,3-5 3-16,-4 2-4 0,-5 3 2 15,8-5 0-15,-14 5 2 16,-1 0 1 0,-6 0-6-16,0 0-1 15,6 0-1-15,3 0-24 0,-9-3 13 16,7 3-76-16,-7 0-111 15,0 0-341-15</inkml:trace>
  <inkml:trace contextRef="#ctx0" brushRef="#br0" timeOffset="-50899.94">25847 13398 341 0,'0'0'171'16,"0"0"-113"-16,0 0 5 0,0 0 11 0,0 0 12 0,0 0 16 16,208 73-48-16,-177-61-28 0,-3-5-7 15,-9 1-17 1,8 1 14-16,-8-1-5 0,9 0-11 16,0 12 26-16,-10-12-26 15,-5-4-3-15,2-4-98 16,-15 0-266-16</inkml:trace>
  <inkml:trace contextRef="#ctx0" brushRef="#br0" timeOffset="-47654.98">25085 10154 469 0,'0'0'107'0,"0"0"-41"0,0 0 106 0,0 0 4 0,0 0-80 16,0 0-11-16,0 0-31 16,0 12 0-16,0 12-42 0,0 21 45 15,0 2-43 1,0-3 5-16,12 4-6 0,-6-7-12 16,-6-9-1-1,16-8 3-15,-10 0-13 16,-6-12 19-16,0-8-18 0,0 4 14 15,0-8-11-15,0 0-1 16,0 0-6 0,0 0 5-16,0 0-23 0,0-32 15 15,0-8-43-15,0-8 55 16,0-5-15-16,0 9-9 16,0 8-12-16,0 16 32 15,0 17-9-15,0 3-6 16,6 0 20-16,-6 0 1 15,6 8 2-15,0 20 3 0,1 0 31 16,2 0-28 0,-9-4 16-16,0 16-18 0,0-4-3 15,6 0-2-15,7-8 6 16,8-8-13-16,-2-8-3 16,27-8 5-16,1-4-21 15,-13 8 22-15,12-4 5 16,-18 0 0-16,-9 9 1 15,-7-2 4-15,-12 14 34 16,0 3 4-16,0 3 2 16,-12 2-36-16,-41-6 25 15,-27 6-33 1,-20-5 22-16,-2-12-22 0,9-4-1 0,22-4-12 16,15-8-3-1,37 0 8-15,19 0-66 0,0-8-28 16,0-20-321-16,41 3 45 15</inkml:trace>
  <inkml:trace contextRef="#ctx0" brushRef="#br0" timeOffset="-47005.72">25785 10703 504 0,'0'0'293'0,"0"0"-137"0,0 0-1 0,0 0-78 0,0 0-19 16,0 0-46-16,28-72 15 15,0 24-1-15,-3-4-8 16,3 4 4-16,-3 4-19 15,2 12 5-15,-8 7 3 16,-3 10-22-16,-16 7-8 16,6 8 6-16,-6 0-32 0,12 0 6 15,4 20 9-15,-4 24 30 16,7 12 48 0,-4 8-46-16,-2 8 0 0,-1-7-2 15,4-1-14 1,2-16-57-16,-5-21-49 0,2-10-57 15,-15-17-66-15,0 0 8 16,0 0-133-16</inkml:trace>
  <inkml:trace contextRef="#ctx0" brushRef="#br0" timeOffset="-46901.8">25785 10703 594 0</inkml:trace>
  <inkml:trace contextRef="#ctx0" brushRef="#br0" timeOffset="-46800.23">25785 10703 594 0,'202'-108'510'0,"-202"113"-486"0,18 6 11 16,17-7 42-16,11-4-71 15,1 0-12-15,-1 0-1 16,-6 0-30-16,22-15-91 16,-15-10-204-16,-7 9-177 15</inkml:trace>
  <inkml:trace contextRef="#ctx0" brushRef="#br0" timeOffset="-46339.76">26923 10423 609 0,'0'0'180'15,"0"0"-89"-15,0 0-25 16,0 0-17-16,0 0-41 0,-220 24 25 16,174 0 32-1,5 0-47-15,7 4 22 0,22 0-21 16,2 4-7-16,10-4-1 15,0 0-22-15,10-3 10 16,49-1-15-16,6-9 10 16,3 1-8-16,-9 4 3 15,15-4 6-15,-12 4 1 16,-9 1 2-16,-13 2-6 16,-27 2 16-16,5-5 2 15,-18 8 8-15,0 1-9 16,0 2 46-16,-52-7-51 15,-7-4-8-15,-16-12-10 16,1-8 12-16,27 0-60 16,7 0-21-16,15-28-23 15,25-16-67-15,0 12-405 0</inkml:trace>
  <inkml:trace contextRef="#ctx0" brushRef="#br0" timeOffset="-45972.32">27410 10692 185 0,'0'0'380'0,"0"0"-289"0,0 0-6 0,0 0 75 0,0 0-78 0,0 0-13 16,22 75-47-16,-4-50-16 15,4-1 18-15,3 0-21 16,3 0-3-16,-10 0 10 16,4-4-15-16,-10-7 5 15,1-2 0-15,2-3 0 16,-2 1-4-16,-1-9 0 15,4 0-54-15,2 0-19 16,-5-5-12-16,27-23-1 0,-6 0-19 16,0-8 44-16,7 8-64 15,-17 4-252-15</inkml:trace>
  <inkml:trace contextRef="#ctx0" brushRef="#br0" timeOffset="-45821">27410 10692 949 0</inkml:trace>
  <inkml:trace contextRef="#ctx0" brushRef="#br0" timeOffset="-45738.94">27410 10692 949 0,'242'-28'38'0,"-242"28"-10"0,0 0-41 15,6 0 9-15,28 0 4 16,-15-17-19 0,-13-2-100-16,-6-14-223 0</inkml:trace>
  <inkml:trace contextRef="#ctx0" brushRef="#br0" timeOffset="-45555.87">27717 10495 610 0,'0'0'512'0,"0"0"-454"16,0 0 49-16,22 0-81 16,24 0 3-16,1-8-6 15,12-8-21-15,-4-8-2 0,-8 0-56 16,-1 0-35-16,-11 4-143 16,-23 12-251-16</inkml:trace>
  <inkml:trace contextRef="#ctx0" brushRef="#br0" timeOffset="-43307.49">26340 11710 93 0,'0'0'189'0,"0"0"-9"0,0 0-91 0,0 0-9 15,0 0-54-15,0 0-26 0,0 0 2 16,0-12-2-16,0 12 0 16,0 0 0-16,0 0 13 15,0 0 65-15,0 0 60 16,0 0-67-16,0 0-24 16,0 0-9-16,0 0 15 15,0 0 0-15,0 0-27 16,0 0 53-16,0 0-72 15,0 0 7-15,0 0-10 16,0 9 6-16,0 6-6 16,0 1-2-16,0 8-2 15,0 8-3-15,0-8 3 16,0 4-43-16,0 0-21 16,0 1-38-16,0-1-114 0,-18-5-165 15</inkml:trace>
  <inkml:trace contextRef="#ctx0" brushRef="#br0" timeOffset="-42967.74">26027 12352 783 0,'0'0'167'0,"0"0"-166"0,0 0 68 0,0 0-37 0,0 0-22 0,0 0-5 0,0 48-2 0,0-36-3 0,0 0-7 0,0 0-38 16,0 9-72-16,0-6-145 15,-12 1-139-15</inkml:trace>
  <inkml:trace contextRef="#ctx0" brushRef="#br0" timeOffset="-42358.31">26133 12853 389 0,'0'0'191'0,"0"0"-149"0,0 0 4 0,0 0-46 0,0 0-18 0,0 0-55 16,-7 144 61-16,1-127-68 0,-12 7 30 15,18-1 50-15,0-6 7 16,0 2-7-16,0-6-39 16,0-5-158-16</inkml:trace>
  <inkml:trace contextRef="#ctx0" brushRef="#br0" timeOffset="-41808.21">26040 13374 484 0,'0'0'59'0,"0"0"-29"0,0 0 13 0,0 0 1 0,0 0 7 0,0 0 71 0,0 60-6 16,0-43 33-16,0-9-55 15,0 8-11 1,0 4-66-16,0 0-6 0,0 8-10 16,0-7 2-16,0 2-3 15,0-10-30-15,0-13-57 0,0 0-70 16,0 0-177-16,0 0-307 16</inkml:trace>
  <inkml:trace contextRef="#ctx0" brushRef="#br0" timeOffset="-40409.31">25714 11710 386 0,'0'0'208'0,"0"0"-143"0,0 0 26 0,0 0 16 16,0 0-107-16,0 0-4 0,0-12 3 15,0 12 2 1,0 0 11-16,0 0 28 0,0 0 93 16,0 0-86-16,0 0 23 15,0 12-3-15,12 0-33 16,-5 4-34-16,-7 8-3 15,0 8 0-15,0 9 6 16,0 14-11-16,0 2 21 16,0 7 0-16,0-4-11 15,0-3 0-15,0-10-2 16,0-14-4-16,0-10 0 16,0-15-5-16,0-3 5 0,0-5 6 15,0 0-15 1,0 0 22-16,0 0-9 0,0 0 4 15,27 0 4 1,-2 0 1-16,22 0-5 0,-1 0 13 16,16 0-15-16,-21 0 11 15,5 0-8-15,-12 0-5 16,-9 0 4-16,-9 0-8 16,-16 0 2-16,12 0-30 15,-12 0-56-15,6 0-135 16,0 0-171-16</inkml:trace>
  <inkml:trace contextRef="#ctx0" brushRef="#br0" timeOffset="-39445.47">26681 12208 704 0,'0'0'115'0,"0"0"-33"0,0 0 60 0,0 0-82 16,0 0-33 0,0 0 23-16,0 128-8 0,0-88-6 15,0 0-18-15,0 4 33 16,0 8-27-16,0-12-3 16,-18 1-15-16,-4-5-4 15,16-17-4-15,0-10 7 16,6-1-9-16,0-8 15 15,0 0-22-15,0 0 16 16,0 0-10-16,0 0 5 16,0 0 0-16,0 0-3 15,0-8-4-15,0-4 4 0,12-4 6 16,28-4-9 0,-6 12 12-16,-6 0-15 15,-9 8 4-15,-7 0 5 16,4 0 2-16,2 0-2 0,-5 8 3 15,15 8 6-15,-16-4-18 16,-3 7 12-16,4 6-6 16,-13 11-34-16,0 0-6 15,0 0-100-15,0-20-263 0,0-16-309 16</inkml:trace>
  <inkml:trace contextRef="#ctx0" brushRef="#br0" timeOffset="-38428.56">25981 11962 515 0,'0'0'159'0,"0"0"-147"0,0 0 110 0,0 0 39 0,0 0-63 0,0 0-12 15,59 0-30-15,-59 0 19 16,0 0-45-16,6 0 11 15,-6 0-34-15,0 0 4 16,0 0-8-16,0 0-3 16,0 0 0-16,0 0-18 0,0 0 2 15,0 0-5 1,9 0 5-16,-3 0-41 16,19 0-80-16,-9-11-259 0</inkml:trace>
  <inkml:trace contextRef="#ctx0" brushRef="#br0" timeOffset="-17412.03">15981 11686 53 0,'0'0'323'0,"0"0"-301"0,0 0-21 0,0 0-1 0,0 0 0 16,0 0-1-16,0 0 2 15,0 0 25-15,0 0-1 16,0 0 75-16,0 0-33 16,0 0-8-16,0 0 24 15,0 0 19-15,0 0-24 16,0 0-31-16,0 0-15 15,0 0-8-15,0 0 5 16,0 0-27-16,0 0-2 16,0 0 1-16,0 0 3 0,0 0-4 15,0 0-5 1,0 0 2-16,0 0 6 0,0 0 3 16,0 0 0-16,0 0 31 15,0 0-30-15,0 0 10 16,0 0 4-16,0 0-16 15,6-12-4-15,7-12 2 16,8-12-4-16,-2-9 2 16,-4 22 1-16,-8 2-2 15,-1 10 0-15,-6-1 1 16,0 4 10-16,0-5-8 16,0 6 4-16,0-1-1 0,0 3-5 15,0 2 2 1,0 3-2-16,0 0-2 15,0 0-1-15,0 0-9 16,6 0 11-16,0 0-9 0,7 0 1 16,2 0-42-16,4 0-47 15,-4 0 17-15,-2-5 72 16,-7 2-3-16,-6 3 2 16,6 0 9-16,-6-8 1 15,0 8-1-15,0 0-145 16,0-5-417-16</inkml:trace>
  <inkml:trace contextRef="#ctx0" brushRef="#br0" timeOffset="-15579.3">16046 11145 162 0,'0'0'126'0,"0"0"17"0,0 0-20 0,0 0-97 0,0 0-12 0,0 0-2 16,0 0 11-16,0 0-12 16,0 0 13-16,0 0 0 15,0 0 65-15,0 0-27 16,0 0 24-16,0 0 6 16,0 0-60-16,0 0-24 15,0 0 8-15,0 0 6 0,0 0-9 16,0 0 22-16,0 0-34 15,0 0 0 1,0 0 3-16,0 0-4 0,0 0-4 16,0 0 4-16,0 0 6 15,0 3-3-15,0 10-6 16,0 2 8-16,0-2-8 16,0 10 6-16,0-6-6 15,0 2 3-15,0 6-2 16,0-5 1-16,0 4 1 15,0-4-2-15,0-4 5 16,0 4-3-16,0-4 0 16,0 0-1-16,0 9-4 0,0-13 4 15,0 12 0 1,0-9 2-16,0 1 3 0,0-8 1 16,0 9 5-1,0-1-9-15,0-8-1 0,0 4 3 16,0-4 10-16,0-5-2 15,0 18-9-15,0-9 9 16,0 0-4-16,0 0 10 16,0-8-14-16,0 1 4 15,0 2-4-15,0-7 5 16,0 0-6-16,0 4-1 0,0-4-1 16,0 4 0-16,0 4-1 15,0 0 7 1,0 0-12-16,0 8 12 15,0 1-10-15,0-6 5 0,0-7-2 16,0 4-2 0,0-8-10-16,0 0-2 0,0 0-51 15,0 0-142-15,0-8-515 16</inkml:trace>
  <inkml:trace contextRef="#ctx0" brushRef="#br0" timeOffset="-12035.32">16046 12480 278 0,'0'0'23'0,"0"0"-21"0,0 0 49 0,0 0 6 0,0 0 56 16,0 0-30-16,-25 49 33 15,25-41-12-15,0-1-41 16,0-7 8-16,-6 8-26 15,-3 5-10-15,9-10-16 0,-6 10 2 16,6-1-19 0,-7-4 10-16,7 0-10 15,0 0-2-15,0-1 0 0,0-2-24 16,0-2 3-16,0 13-24 16,0-7-16-1,0 7-82-15,0 0-15 0,0-4-46 16</inkml:trace>
  <inkml:trace contextRef="#ctx0" brushRef="#br0" timeOffset="-11585.2">16021 13118 32 0,'0'0'193'0,"0"0"-172"0,0 0 48 0,0 0 59 0,0 0-54 0,0 0-29 0,0 0-25 0,-15 60 4 16,15-56-21-16,0 4 16 15,0-4 14-15,0-4-32 16,0 4-2-16,0 0-5 16,0 1-53-16,0 2-85 15,0 1-254-15</inkml:trace>
  <inkml:trace contextRef="#ctx0" brushRef="#br0" timeOffset="-11118.24">16015 13490 431 0,'0'0'151'0,"0"0"-123"0,0 0 50 0,0 0-19 0,0 0-42 0,0 0 45 0,-15 33-28 0,15-22-24 16,0 2 9-16,0-5 26 15,0 8-13-15,0-4-30 0,0 8-2 16,0-4-8-16,0 4-8 15,0-8-80-15,0 9-70 16,0-13-24-16,0 3-282 16</inkml:trace>
  <inkml:trace contextRef="#ctx0" brushRef="#br0" timeOffset="-9885.79">16167 14168 186 0,'0'0'39'0,"0"0"4"0,0 0 81 0,0 0-107 0,0 0-11 0,0 0 50 15,0-20 10-15,0 20 9 16,0 0-20-16,0 0-1 16,0-3-28-16,0 3 17 0,0 0-12 15,0 0-26 1,0 0-1-16,0 0-4 15,0 0 31-15,0 3 41 0,0 30 17 16,0-2-58-16,-6 10-22 16,-22-5 5-16,15-5-11 15,1-1-1-15,-3-11 0 16,-4 13-2-16,0-8 2 16,-2-4-4-16,8 4-7 15,-2-12 3-15,9-12-19 16,6 13 22-16,0-13 3 15,0 0 1-15,0 0 3 16,0 0-4-16,0 0 0 0,0 0 0 16,15 0 4-16,4 0 2 15,9 0-6-15,-10 0 0 16,16 0-1-16,-15 0 1 16,3 0 0-16,5 0-9 15,-8 0-8-15,0 0-5 16,-4 0-22-16,4 0 1 15,-13 0 12-15,3 0-9 16,-9 0 36-16,13 0 0 16,-13 0 3-16,0 0 2 15,0 0 34-15,0 0-32 16,0 0 7-16,0-5-10 0,0-3-3 16,0 8-4-16,0-4 7 15,0 4 7-15,0 0 5 16,0 0 29-1,0 0 5-15,0 0-4 0,0 0-18 16,0 0 11 0,0 4-27-16,0 12 5 0,0 1-11 15,0 7 3-15,0-1 18 16,0 2-21-16,0 7 9 16,0-4-4-16,0 0-7 15,0-12-6-15,0 4 3 16,0-8-38-16,0-4-158 15,0 5-218-15</inkml:trace>
  <inkml:trace contextRef="#ctx0" brushRef="#br0" timeOffset="305.94">20297 11414 192 0,'0'0'422'0,"0"0"-376"0,0 0 45 0,0 0 6 0,0 0-23 0,0 0-29 0,0 0 2 16,0 0-17-16,0 152 2 15,0-132 7-15,0-1-2 16,-6 11 23-16,0-3-28 15,-1 9-8-15,7 4-1 16,-12 1 8-16,12 3-25 16,0-5 4-16,0-3-9 15,0-3 13-15,0 3-8 16,0-13 0-16,0-6 7 16,0-9-9-16,0-4 7 0,0-4-7 15,0 0 8-15,0 0-12 16,0 0 5-1,0 0-3-15,0-16 1 0,0-8 0 16,25-8-1-16,3 0-4 16,6-9 5-16,-3 5-6 15,-3 0 4-15,6 21-5 16,-16 7-2-16,-2 8 0 16,-4 0-1-16,7 0 6 15,3 0 1-15,6 23 9 16,-4-2 4-16,-2 2-11 15,-3-2 0-15,-7-1 3 16,4 0-9-16,-10-4 4 0,0 0-14 16,6-4-2-16,-5-1-24 15,21-2-13-15,-7-5-34 16,-8-4-77-16,11 0-277 16</inkml:trace>
  <inkml:trace contextRef="#ctx0" brushRef="#br0" timeOffset="28182.06">21488 8132 407 0,'0'0'123'0,"0"0"-95"0,0 0 20 0,0 0 16 0,0 0 20 0,0 0 36 0,0 0-18 0,0-3-28 16,0 3-21-16,0 0 9 16,0 0-41-16,0 0 24 15,0-5-25-15,0 5 2 16,0-3-10-16,-25 3-2 16,9 0-4-16,-8 0-6 15,2 0 6-15,3 0 0 0,-9 0-10 16,10 11 11-16,-4 18-14 15,3 7 5-15,-2 9-1 16,-4-2 3-16,25 5-2 16,-9 5-1-16,9 3 0 15,0 4 2-15,0-1 2 16,0 10-7-16,0-5 12 16,0-4-12-16,0 1 8 15,0-13-3-15,-7-4 1 16,-5-8 0-16,-10 0-2 0,4-8 4 15,-1 0-6 1,-3-7 8-16,16-10-13 0,0-3-1 16,-9-8-50-16,15 0-15 15,0 0-17-15,0-24-153 16,-13-12-103 0</inkml:trace>
  <inkml:trace contextRef="#ctx0" brushRef="#br0" timeOffset="28414.49">21041 8715 900 0,'0'0'247'0,"0"0"-221"0,0 0 13 0,0 0-9 0,0 0-29 0,0 0 4 0,59-16-3 16,-31 11 10-1,6-3-8-15,-9 0-8 16,3 4 0-16,-3 1-9 0,9-2-76 16,-6 2-76-16,6 3-171 15,-16-5-162-15</inkml:trace>
  <inkml:trace contextRef="#ctx0" brushRef="#br0" timeOffset="28814.13">21702 8763 696 0,'0'0'205'0,"0"0"-149"16,0 0 42-16,0 0-71 15,0 0-3-15,-59-209-1 16,59 157-23 0,0 3-4-16,0 13-6 0,6 13-24 15,13 10-28-15,8 5-133 16,-8 8-12-16,3 0-52 16</inkml:trace>
  <inkml:trace contextRef="#ctx0" brushRef="#br0" timeOffset="29648.33">22117 8337 269 0,'0'0'381'0,"0"0"-352"0,0 0 49 0,0 0 31 0,0 0-75 15,0 0-18-15,-235 209 1 0,210-185 7 16,9-4-1-16,10-13 12 16,0-2 10-16,6-1-36 15,0-4 2-15,0 0-10 16,0 0 2-16,0 0-3 15,0 0-2-15,21 0 1 16,4 0 2-16,9 0-2 16,1 0 12-16,-1-4-12 15,-10-4 3-15,11 4-4 16,-17-4-12-16,10 0 0 0,-16-5-8 16,10-2-9-1,-3 2 2-15,-13 5 5 16,3 5 14-16,-9-5 2 0,0 4 4 15,0 4-16-15,0 0 14 16,0 0 6-16,0 0 7 16,0 0 2-16,0 0 5 15,0 20 22-15,0 4 7 16,-15 8 2-16,-4 4-25 16,19 0-15-16,-22 5 1 15,22-10-9-15,-6-3 9 16,6-7-6-16,0-10 0 15,0-6-14-15,0-5-19 16,0 0-117-16,0 0-103 0,0 0 54 16,0-8-87-16</inkml:trace>
  <inkml:trace contextRef="#ctx0" brushRef="#br0" timeOffset="30130.94">22443 8289 477 0,'0'0'149'0,"0"0"-98"0,0 0 53 0,0 0 44 0,0 0-22 0,0 0-85 0,40 161-17 16,-40-109-1-16,0 4 7 16,0 8 37-16,0 0-55 15,-25-4-9-15,-3-7 0 16,10-9-6-16,18-13-76 15,-10-15-51-15,10-16-280 16,0 0-226-16</inkml:trace>
  <inkml:trace contextRef="#ctx0" brushRef="#br0" timeOffset="30812.8">22743 8618 396 0,'0'0'238'0,"0"0"-122"0,0 0 52 0,0 0-27 0,0 0-84 0,0 0 39 15,115 0-62-15,-68 0-26 0,-1 0-5 16,-12 0 6 0,-6 0-18-16,-3 0 5 0,-19 0-23 15,10 0-41 1,-4 0-28-16,-6 0-133 0,-6 0-54 16,0 0-129-1</inkml:trace>
  <inkml:trace contextRef="#ctx0" brushRef="#br0" timeOffset="31012.75">22743 8618 909 0,'41'-144'160'0,"-41"144"-155"0,22 0 74 16,43 0-13-16,-3 0-48 15,-3 0-18-15,-7 0-39 16,-2-16-89-16,-44-4-246 16</inkml:trace>
  <inkml:trace contextRef="#ctx0" brushRef="#br0" timeOffset="33842.46">23540 8109 492 0,'0'0'198'0,"0"0"-138"0,0 0-3 0,0 0 22 0,0 0-46 0,0 0 50 0,-86 124-39 0,51-87 6 16,23 2-39-16,-16 2 33 15,-12-5-23-15,27-5-7 16,-5-3-13-16,9-12 1 16,9 1-4-16,0-9 7 15,0-5-16-15,0-3 2 16,15 0 9-16,10 0-1 16,21 0-1-16,-18 0 4 15,13 0 2-15,-23 0-4 0,4 0 0 16,-10 0-8-16,-6 0 6 15,1 0-4-15,-7 0-8 16,9 0 10 0,-9 0-9-16,0 0 9 0,0 0 3 15,0 0 0-15,0 0-6 16,0 0 14-16,0 0 0 16,0 0 8-16,0 0 4 15,0 0-16-15,0 8-4 16,0 5 3-16,0 2 5 15,-9 14-1-15,2-1-1 16,-5 12 27-16,-16 1-22 16,22-2 3-16,-13 2-7 0,4-10 25 15,-4 2-30-15,19-14-1 16,0-2 0-16,0-9-11 16,0-5-37-16,0-3-87 15,0 0-125-15,6 0 11 16,29-8-165-16</inkml:trace>
  <inkml:trace contextRef="#ctx0" brushRef="#br0" timeOffset="34643.42">23922 8530 402 0,'0'0'35'0,"0"0"-18"0,0 0 46 0,0 0-9 15,0 0-52-15,0 0 21 16,-6 0 20-16,6 0 25 0,0 0 131 15,0 0-67 1,0 0-71-16,0 0-18 16,0 0 12-16,0 0-9 0,0 0-6 15,0 0-19-15,0 0-7 16,0 0-3-16,0 0-9 16,24 0-2-16,23 0 10 15,9 0 9-15,3 0-19 16,-7-5 0-16,23 2 0 15,-16-9-2-15,9-1-25 16,-15-3-28-16,-1-4-83 16,-36 1-246-16</inkml:trace>
  <inkml:trace contextRef="#ctx0" brushRef="#br0" timeOffset="36506.86">24945 8389 265 0,'0'0'30'0,"0"0"-30"0,0 0-12 0,0 0-65 0,0 0-4 0,0 0 81 16,0 0 8-16,12-28 78 16,-12 28 58-16,0 0 30 15,0 0-133-15,0 0-32 16,0 0 46-16,0 0-8 0,0-3 57 15,0-2-23-15,0-3 2 16,0-4-38-16,7-4-23 16,27 0-9-16,0 0 9 15,12 4-10-15,-21 9-9 16,9 3 17-16,-21 0-19 16,-4 0 23-16,-9 0-23 15,0 27 34-15,0 13-30 16,-16 4-2-16,-30 5-3 15,-1-1-7-15,7-4 6 16,6 0 1-16,15-8-7 0,19 0 14 16,0-11-18-16,0-2 10 15,13-10-1 1,27-5-13-16,7-8 12 16,-1 0 3-16,-6 0 10 0,1 0-5 15,-7 0 1-15,-6 0-12 16,-3 0 4-16,9 0 1 15,-13 0-14-15,-2 0 4 16,9 0-57-16,-16-5-174 16,-6-11-89-16</inkml:trace>
  <inkml:trace contextRef="#ctx0" brushRef="#br0" timeOffset="37007.08">25760 8597 671 0,'0'0'191'0,"0"0"-26"0,0 0-51 0,0 0-67 0,0 0-24 0,0 0 11 16,59 5-14-16,-37-5 26 0,3 0-34 16,-13 0-4-1,16 0-6-15,-6 0-4 0,-4 0-17 16,-11 0-11-16,14 0 0 15,-14 0-61-15,11 0-12 16,-2 0-156-16,-16 0-28 16</inkml:trace>
  <inkml:trace contextRef="#ctx0" brushRef="#br0" timeOffset="37222.78">25760 8597 809 0,'-80'-139'265'0,"80"139"-259"16,0 0 16-16,34 0 20 16,12 0-37-16,7 0-5 15,-13 0-26-15,7 0-56 16,-13 0-273-16,-15 0-299 15</inkml:trace>
  <inkml:trace contextRef="#ctx0" brushRef="#br0" timeOffset="37842.74">26502 8297 555 0,'0'0'69'0,"0"0"-2"0,0 0 108 0,0 0-63 15,0 0-19-15,0 0-69 0,18-4 15 0,-9 4-20 16,-9 0 19-16,0 0-37 16,0 0-2-16,0 0-6 15,0 21-3-15,0 23 6 16,0 15 8-16,-21-6-12 0,-13-1 23 16,21-13-6-1,1-10 23-15,12-9-24 16,0-4-8-16,0-12-11 15,0-4-17-15,46 0 23 0,13 0 2 16,16 0 6-16,-1 0 44 16,-3 0-35-16,4 0 13 15,-16 0-23-15,-19 0-2 16,-18 0 0-16,-4 0-34 16,-18 0-42-16,0 0-108 15,0 0-185-15</inkml:trace>
  <inkml:trace contextRef="#ctx0" brushRef="#br0" timeOffset="38822.51">26474 8225 250 0,'0'0'14'0,"0"0"-14"0,0 0-6 0,0 0-24 0,0 0 30 15,0 0 11-15,46 0 44 16,-37 0 27-16,-9 0 14 0,0 0-40 16,0 0-46-16,0 0-5 15,0 0 17-15,0 0 13 16,0 0-19-16,0 0 44 16,0 0 23-16,0 0 16 15,0 0-48-15,0 0 30 16,0 0-34-16,0 0-8 15,0 0-38-15,0 0 8 16,0 0-8-16,0 0 11 16,0 0-12-16,7 0-7 15,-7 0 7-15,18 0-61 16,-2 0 11-16,9 0-72 16,-25 0-101-16,0 0-328 0</inkml:trace>
  <inkml:trace contextRef="#ctx0" brushRef="#br0" timeOffset="39738.71">21302 10122 389 0,'0'0'214'0,"0"0"-207"0,0 0 42 0,0 0 17 0,0 0 15 0,0 0-35 0,0 0 84 16,0 0-10-16,0-25-37 15,0-22 0-15,0-9-50 16,0-13 1-16,0-6-12 16,0-6-9-1,0 16-12-15,12-2-2 0,0 6-7 16,-2 14-28-16,2 11-18 16,-12 15-32-16,0 21-34 15,0 0-172-15,0 13-28 16,0 31-8-16</inkml:trace>
  <inkml:trace contextRef="#ctx0" brushRef="#br0" timeOffset="39973.89">21348 9886 578 0,'0'0'176'0,"0"0"-114"16,0 0 0-16,0 0-54 15,0 0 64-15,0 0-3 16,174 20-40-16,-134 4-7 16,-21 4 24-16,-4 11-10 15,-9 6-16-15,-6 3-20 16,0-8 7-16,0-4-19 16,0-16-8-16,0-16-44 0,7-4-68 15,11 0-134 1,16-36 48-16</inkml:trace>
  <inkml:trace contextRef="#ctx0" brushRef="#br0" timeOffset="40356.29">21962 10166 550 0,'0'0'148'0,"0"0"-69"0,0 0 104 0,0 0-85 0,0 0-94 0,0 0 21 16,-34-216 51-16,34 155-56 16,0-3 7-16,0 0-25 0,0 0-2 15,0-1-45-15,28 18-10 16,0 14-106-1,-10 13-164-15,-5 20 21 0</inkml:trace>
  <inkml:trace contextRef="#ctx0" brushRef="#br0" timeOffset="40970.93">22210 9637 326 0,'0'0'281'15,"0"0"-188"-15,0 0 87 16,0 0 13-16,0 0-137 16,0 0-21-16,0 24-25 15,0 19-4-15,-18 10-12 16,-10-9 1-16,6-12-1 16,-3-7 12-16,25-18-14 15,0-7 9-15,0 0-2 16,0 0-7-16,0 0-18 0,0 0 24 15,25 0 2-15,3-12-7 16,18-8 18-16,-5 12-22 16,-7-8 11-16,0 13-4 15,-15-2-27-15,-7 1-15 16,3 0-10-16,-2 0-9 16,-1-4-3-16,4-4-27 15,-16 8 83-15,12 4-6 16,-12 0 13-16,0 0 3 0,0 0 2 15,0 0 27-15,0 0 18 16,0 16-6 0,0 9 12-16,-12 2 17 0,-4 5-33 15,4 0 14-15,-16 9-47 16,28-18 11-16,-6-6-13 16,6-1-9-16,0-16-38 15,0 0-80-15,0 0-124 16,0-8-50-16</inkml:trace>
  <inkml:trace contextRef="#ctx0" brushRef="#br0" timeOffset="41320.3">22650 9440 439 0,'0'0'227'0,"0"0"-125"0,0 0 9 0,0 0-24 0,190 228-34 16,-178-167 9-16,-12-5-14 0,0-8-17 15,0 5-30-15,0-17-2 16,-22-8-5-16,-9-4-41 16,-15-12-124-16,-4 4-182 15</inkml:trace>
  <inkml:trace contextRef="#ctx0" brushRef="#br0" timeOffset="41703.7">23019 9930 742 0,'0'0'152'16,"0"0"-131"-16,0 0 80 0,0 0-37 16,0 0 3-16,0 0-66 15,180 0 12-15,-146 0-13 16,-15 0-9-16,-13 0-41 16,4 0-88-16,-10 0-115 15,0 0 17-15,0 0-208 16</inkml:trace>
  <inkml:trace contextRef="#ctx0" brushRef="#br0" timeOffset="41904.13">23019 9930 592 0,'93'-185'553'0,"-93"185"-526"0,19 0 60 16,-3 0-42-1,8 0-42-15,17 0-6 0,-1-3-4 16,-6-2-14-16,13-3-81 16,-19 4-111-16,-10 4-217 15</inkml:trace>
  <inkml:trace contextRef="#ctx0" brushRef="#br0" timeOffset="42488.37">23916 9452 699 0,'0'0'377'0,"0"0"-335"0,0 0 20 0,0 0-28 0,0 0 4 15,0 0-37-15,186-96 6 16,-134 96-4-16,-18 0-2 16,-21 24 10-16,-13 32-9 15,0 12 4-15,0 13-4 16,-13-1-4-16,-33-8-14 15,6-8 13-15,5-20-15 0,17-16 18 16,18-7 10 0,0-18-4-16,0-3-4 0,34 0 1 15,31 0-6 1,22-11 9-16,6-30-1 0,3 5-5 16,3 12-6-16,-24 8 1 15,-10 16-14-15,-25 0-11 16,-6 0-78-16,-21 0-130 15,-13 0-311-15</inkml:trace>
  <inkml:trace contextRef="#ctx0" brushRef="#br0" timeOffset="49947.94">15959 11474 79 0,'0'0'420'16,"0"0"-367"-16,0 0-33 0,0 0 27 0,0 0-27 15,0 0-11-15,0 0-8 16,-12 0 38-16,12 0 45 16,0 0-6-16,0 0-9 15,0 0-4-15,0 0-4 16,0 0-33-16,0 0 10 0,0 0-23 15,0 0 37-15,0 0-38 16,0 0 18-16,0 0-20 16,0 0-3-16,0 0-5 15,0 0 2-15,0 0-12 16,0 0 11-16,0 0-7 16,0 0 4-16,0 0 4 15,0 0-2-15,0 0 3 16,0 0-7-16,0 0 0 15,0 0-1-15,0 0-9 16,0 0 10-16,0 0-14 16,0 4 2-16,0-1 12 15,0-3-2-15,0 0 2 16,22 0 0-16,2 0 13 0,4 0-12 16,-3 0 13-16,-3 0-9 15,-10-7-5-15,10-1 5 16,-16 0-9-16,0 3 8 15,-6 5-4-15,0-3 2 16,0 3 1-16,0 0-3 16,0 0 7-1,0 0-12-15,0 0 5 0,0 0 0 16,0 0-24-16,0 0 23 16,0 0-12-16,0 0 12 15,6 0-4-15,7 0-4 16,2 0 2-16,4-13 14 15,3-2-16-15,-16-2 26 0,0 1-29 16,-6 8 15 0,0 5-6-16,0 3 0 0,0 0-3 15,-19 0 5-15,-2 16-14 16,8 12-53-16,7 3-144 16,-16-3-240-16</inkml:trace>
  <inkml:trace contextRef="#ctx0" brushRef="#br0" timeOffset="57291.37">28306 11048 377 0,'0'0'500'0,"0"0"-361"0,0 0-33 0,0 0 8 0,0 0-88 0,0 0 11 0,0 0 4 15,186 0 9-15,-118 0-20 16,7 0 12-16,12 0-27 15,-7 0-4-15,-8 0-11 16,-4 0-5-16,-16 0-7 16,-17 0-40-16,5 0-2 15,-22-4-77-15,-18-8-171 0,0 9-320 16</inkml:trace>
  <inkml:trace contextRef="#ctx0" brushRef="#br0" timeOffset="57572.47">28294 10868 231 0,'0'0'454'15,"0"0"-390"-15,0 0 115 16,0 0-16-16,0 0-104 16,0 0 41-16,359-44-63 15,-272 28 4-15,-12 4-32 16,-1-1-9-16,-3-6-1 16,-18-1-62-16,-13-5-116 15,-6 9-465-15</inkml:trace>
  <inkml:trace contextRef="#ctx0" brushRef="#br0" timeOffset="58441.97">29844 10074 298 0,'0'0'395'0,"0"0"-327"0,0 0 159 0,0 0-84 0,0 0-92 0,0 0 16 0,0-8-45 0,0 56 1 0,0 16-20 16,0 12 13-16,-22-4-13 16,-9-8-3-16,10 0 5 15,-7-11 2-15,15-1 0 16,-5 0-2-16,12-8 20 15,-4-7-22-15,10-10-1 16,0-10-2 0,0-14-17-16,0 2 8 0,16-5-7 15,15 0 7-15,31 0 9 16,-10 0-11-16,10 0 16 16,4 0-10-16,-8-8-14 0,-8-9 6 15,-10 1-3 1,-15 13-15-16,-19-9 8 15,10-1 6-15,-4 2 2 0,-5-6-15 16,-1-15 3-16,0 9-12 16,9-18-44-16,-8 9-26 15,-1 0-35-15,-6 12 68 16,0 0 76-16,0 20 0 16,0 0 6-16,0 0 113 15,0 0 27-15,0 0-102 16,-19 12-32-16,-2 16 10 15,2 13 43-15,-9 14-13 16,16 9 50-16,-4 17-64 16,10-1 0-16,6 8-36 15,0-12 17-15,0-16-17 0,0-11 2 16,0-21-4 0,0-13-33-16,6 1-71 0,-6-8-354 15</inkml:trace>
  <inkml:trace contextRef="#ctx0" brushRef="#br0" timeOffset="67314.42">13119 11253 275 0,'0'0'284'0,"0"0"-236"0,0 0 58 0,0 0-54 0,0 0-34 0,0 0-10 0,0 0 25 0,-12-5 0 16,12 5 57-16,0 0 28 16,0 0-66-16,0 0 1 15,0 0-15-15,0 0-18 16,0 0-15-16,0 0-2 16,0 0-1-16,0 0 11 15,0 0 20-15,0 0-4 16,0 0 6-16,0 0-27 15,0 0 3-15,0 0-6 0,34-3-9 16,25-5 8 0,9 0 2-16,19-9-6 0,-7 6 0 15,-15-5 0 1,-6-1 4-16,-9 6-9 16,-13 2 15-16,-21 6-20 0,2 3 13 15,-12 0-7-15,-6 0 2 16,0 0 2-16,0 0 0 15,0 0 2 1,0 0-5-16,-6 0 11 0,-34 0-16 16,-7 0 11-16,-5 0-14 15,5 0 11-15,13 0 0 16,9 0 3-16,10 0-3 0,15 0 11 16,0 0-7-1,0 0-4-15,0 0-9 16,0 0 2-16,40 0 7 0,7 0 2 15,-1 0 6-15,-6 0-13 16,7-5 5-16,-25 2-5 16,2-10 0-16,-14 13-40 15,-10 0-2-15,0-3-37 16,0-6-21-16,0 1-363 16</inkml:trace>
  <inkml:trace contextRef="#ctx0" brushRef="#br0" timeOffset="68579.44">13159 13555 198 0,'0'0'307'0,"0"0"-261"0,0 0-12 0,0 0-3 0,0 0 29 15,0 0 19-15,-12 0 8 0,12 0-38 16,0 0-22-16,0 0 36 16,0 0-30-1,0 0-2-15,0 0-27 0,0 0 20 16,0 0-3-16,0 0-12 15,0 0 4-15,0 0-13 16,0 0 15-16,18 0-9 16,29 0 20-16,-7 0-14 15,-6 0-13-15,13 0 8 16,-13 0-6-16,-6 0-1 0,-16 0 0 16,16 0-1-1,-22 0 7-15,7 0-13 16,-13 0 14-16,0 0-14 15,0 0 2-15,0 0 4 0,-13 0 0 16,-42 0-20-16,-10 0-8 16,12 0 29-16,13 0 1 15,12 0 1-15,21 0 58 16,7 0-30-16,0 0-8 16,0 0-20-16,0 0-2 15,41 0 0-15,18 0 13 16,3 0-7-16,-10-4 0 15,-11-4-9-15,-17-1 11 16,4 6-16-16,-15-5-3 0,-4 8-17 16,-9 0-28-1,6 0 23-15,-6 0 2 0,13-4 28 16,15-8 0 0,-10-8-27-16,4 0-58 0,-4 0-122 15,-18 4-34-15</inkml:trace>
  <inkml:trace contextRef="#ctx0" brushRef="#br0" timeOffset="71341.95">13386 13691 5 0,'0'0'0'0</inkml:trace>
  <inkml:trace contextRef="#ctx0" brushRef="#br0" timeOffset="71496.82">13386 13691 258 0,'-41'-27'199'0,"41"22"-141"15,10-3-23-15,8 4-26 16,4 1-9-16,-10 3-11 0,-12 0-66 15,0 0-156 1</inkml:trace>
  <inkml:trace contextRef="#ctx0" brushRef="#br0" timeOffset="76660.56">27503 12617 463 0,'0'0'34'0,"0"0"-29"0,0 0 42 0,0 0-19 0,0 0 44 16,0 0 4-16,0 0 44 15,0 0-31-15,0 0-4 16,0 0-26-16,0 0-13 15,0 0 10-15,0 0-11 16,0 0 19-16,0 0-32 0,0 0 21 16,0 0-23-16,0 0 9 15,0 0-37-15,0 0 8 16,0 0-10-16,0 0 1 16,0 12-3-16,16-1 7 15,36 6 10 1,13 15-13-16,22 4 13 0,-6-4-13 15,-1 8-4-15,-11 0-6 16,-17 4-24-16,-11 0-7 0,-1 0-17 16,-15-3 5-1,3-13-84-15,-7-12-131 16,-14-9-101-16</inkml:trace>
  <inkml:trace contextRef="#ctx0" brushRef="#br0" timeOffset="77323.94">27376 12645 336 0,'0'0'304'0,"0"0"-283"0,0 0-21 0,0 0 0 0,0 0-16 0,0 0 16 16,6 3 15 0,3-3 66-16,-9 0 40 0,0 0-3 15,7 5-33-15,-7-5-50 16,6 4-16-16,-6-4-15 15,12 0 21-15,-12 8-25 16,6-5 57-16,-6 2-34 16,0-5 0-16,0 8-23 15,0-8 0-15,10 0-1 16,-10 0 7-16,0 0 5 16,0 0-11-16,0 0 34 0,6 0-14 15,-6 0 6 1,25-16-16-16,9-25 7 15,0-7-16-15,6-7 1 0,1-2-3 16,-1 9 3 0,-15 8-4-16,9 8-16 0,-22 16 14 15,-3 12-22-15,-9 4 23 16,0 0-14-16,0 0-10 16,0 28-82-16,-55 8-490 15</inkml:trace>
  <inkml:trace contextRef="#ctx0" brushRef="#br0" timeOffset="77757.06">27305 12673 234 0,'0'0'397'0,"0"0"-358"0,0 0 97 0,0 0 12 0,0 0-58 0,0 0-41 0,0-44 24 0,0 3-20 0,0-3-45 16,12 16 6-16,-6 8-3 16,0 4 2-16,-6 16-9 15,16 0-4-15,-16 0 3 16,25 0-3-16,3 0 4 16,12 0 2-16,0 0-1 15,7 0 1-15,-13 0-3 16,-9 0 3-16,9 8-12 15,-6 8-22-15,-4 9-87 16,-2-10-123-16,-16-7-277 0</inkml:trace>
  <inkml:trace contextRef="#ctx0" brushRef="#br0" timeOffset="78605.13">28520 13190 720 0,'0'0'282'0,"0"0"-224"0,0 0 0 0,0 0 38 0,0 0-62 0,0 0-17 0,301-72-17 16,-273 72 0-16,-10 0 6 16,-11 15-4-1,-1 30-2-15,-6-1 8 0,0 16-17 16,-13 4 18-16,-39 5-21 15,-10 3 21-15,15-4-10 16,16-12 2-16,16-16 19 16,15-19 18-16,0-13-35 0,0-8-3 15,62 0 5 1,24 0-2-16,7-29 1 0,0-3 7 16,7 0-11-1,-13 9 0-15,-19 10 0 0,-16 5-36 16,-11 4-46-16,-41 4-256 15</inkml:trace>
  <inkml:trace contextRef="#ctx0" brushRef="#br0" timeOffset="80719.69">26219 3441 227 0,'0'0'289'0,"0"0"-281"0,0 0-4 0,0 0 74 0,0 0-2 0,0 0-36 0,0 0 16 0,-31 3 26 0,22-3-68 16,9 0-12-1,-6 0 55-15,-7 0-20 0,13 0 31 16,0 0-15-16,0 0-14 15,0 0-18-15,-12 0 4 16,6 0-23-16,-3 0 12 16,2 0-12-16,1 0 1 15,6 0 2-15,-6 0 0 16,-6 0 8-16,12 0-6 16,-16 0 3-16,16 0 1 0,0 0 4 15,-6 0-2-15,6 0 16 16,0 0-19-16,0 0 9 15,0 0-15-15,0 0 3 16,0 0-14-16,0-15 5 16,62-1-5-16,9-9 14 15,10 6-12 1,-7-1 10-16,-27 12-10 16,-7 3-15-16,-21 5-16 0,-19 0-55 15,0 0-104-15,0 5-111 16,-13 10-125-16</inkml:trace>
  <inkml:trace contextRef="#ctx0" brushRef="#br0" timeOffset="81002.22">25981 3180 660 0,'0'0'322'0,"0"0"-275"0,0 0 22 0,0 0-16 0,0 0 9 16,0 0-22-16,59 0-13 15,-13 0-13-15,10 0 25 0,-3 0-37 16,5 0-1-1,4 0-1-15,-15 0-64 0,-16 0-88 16,-9 0-337 0</inkml:trace>
  <inkml:trace contextRef="#ctx0" brushRef="#br0" timeOffset="83419.07">27590 2096 602 0,'0'0'360'0,"0"0"-328"0,0 0 51 0,0 0-10 0,0 0-65 0,0 0 48 16,-53 205-22-16,35-140-5 16,-4-5-13-16,-12 8 24 15,9-7 1-15,-9-6-16 16,12-15-25-16,10-8 11 15,12-7-20-15,0-13 21 16,0-1-24-16,0-3 1 16,34 0 2-16,12 1 2 15,-5-5 7-15,5 0 0 16,-6-4 1-16,-12 3-6 16,-3-3 5-16,-3 0-11 0,-16 0 7 15,-6 0-2-15,0 0-9 16,0 0 9-16,6 0-17 15,0 0 13-15,-6 0 1 16,7 0 14 0,8-11-10-16,-9-1 5 15,-6 4 0-15,0 0-11 0,0 3 8 16,0 5 1-16,0 0 2 16,0 0-7-16,0 0 15 15,0 41 5-15,0 15-12 16,0 7 24-16,0 3-19 15,0-7 7-15,0-10-13 16,0-10-4-16,0-14-10 0,0-14-12 16,0-3-3-16,13-8-92 15,-1 0-16 1,16 0-182-16,-16-19-349 0</inkml:trace>
  <inkml:trace contextRef="#ctx0" brushRef="#br0" timeOffset="83899.65">28126 3051 308 0,'0'0'255'0,"0"0"-130"0,0 0 33 0,0 0-27 0,0 0-28 0,0 0-27 15,0 0-43-15,0-3 40 16,25-14-41-16,15-19 13 16,22 0-28-16,10-11 3 15,15-6-17-15,2 1-2 16,-17 8-2-16,-10 11-1 15,-22 10-14-15,-21 10-38 16,-19 1-28-16,0 12-97 16,0 0-131-16,0 0 110 15,-13 0-239-15</inkml:trace>
  <inkml:trace contextRef="#ctx0" brushRef="#br0" timeOffset="84133.07">28325 2679 42 0,'0'0'1002'16,"0"0"-919"-16,0 0 60 15,0 0-67-15,0 0-55 16,263 236-5-16,-204-192-16 15,-6 4-7-15,-7-4-43 0,-5 0-13 16,-7-8-126 0,-16-8-310-16</inkml:trace>
  <inkml:trace contextRef="#ctx0" brushRef="#br0" timeOffset="85048.81">29370 2342 37 0,'0'0'283'0,"0"0"-220"0,0 0 16 0,0 0 11 0,0 0-9 0,0 0 6 0,-7 0 20 15,7 0-66-15,0 0-14 16,0 0 70-16,7 0-34 16,33 0-19-16,0 0-11 15,1 8 21-15,5 0-18 16,1 7-8-16,-7 1-23 15,-9 12-10-15,-16 8 5 16,-15 21-22-16,0 11 13 16,0 12 2-16,-15-3 5 15,-32-5 4-15,23-8 3 16,8-20 4-16,10-3-16 16,6-22 16-16,0-2-7 0,0-14-2 15,22-3 0-15,2 0 1 16,23 0 0-16,3 0 9 15,-13 0-6-15,12-20 0 16,-2-7-4-16,-16 6-25 16,-9 9-54-16,-4 4 6 15,-2 0-51-15,-16 0-191 16,0 4-281-16</inkml:trace>
  <inkml:trace contextRef="#ctx0" brushRef="#br0" timeOffset="85733.21">27478 3505 469 0,'0'0'191'0,"0"0"-162"0,0 0 99 0,0 0-49 0,0 0-22 0,0 0 0 16,19 0 10-16,49 0 52 0,31 0-24 16,47 0-6-16,56 0-29 15,46 0 29-15,24-9-63 16,-2-7 16-16,-43 1-42 16,-29 10-4-16,-37 5-15 15,-34 0-49-15,-34 0-14 16,-18 0-34-16,-47 17-85 15,-28 2-349-15</inkml:trace>
  <inkml:trace contextRef="#ctx0" brushRef="#br0" timeOffset="86433.21">28421 3989 268 0,'0'0'432'0,"0"0"-289"0,0 0-2 0,0 0-71 0,0 0 12 16,0 0-18-16,232-44-9 0,-179 44-41 15,-19 0-11-15,-6 0-6 16,-22 17 14-16,-6 31-23 16,0 16-3-16,-21 8-4 15,-38 4-39-15,-16 4 32 16,16-7 2-16,25-17 24 16,16-16-2-16,18-12 4 15,0-12-1-15,24-8 4 16,51-8 6-16,-1 0-7 15,26 0 11-15,-1-8-15 0,3-12 0 16,-9 0-3 0,-6 8 7-16,-13 0-9 0,-15 12-11 15,-12 0-45 1,-19-3-238-16,-4 3-2 0</inkml:trace>
  <inkml:trace contextRef="#ctx0" brushRef="#br0" timeOffset="87014.61">30256 3786 683 0,'0'0'180'0,"0"0"-56"0,0 0 4 0,0 0-34 0,0 0-20 0,0 0-40 0,276-5-11 16,-217 2-16-16,-6-2-5 15,-13-3-4-15,-12 5-26 0,-22-10-20 16,-6 9-141-16,0-7-254 16</inkml:trace>
  <inkml:trace contextRef="#ctx0" brushRef="#br0" timeOffset="87214.98">30393 3493 1074 0,'0'0'49'16,"0"0"-14"-16,0 0 84 0,0 0-100 16,0 0-19-16,0 0-2 15,325 3-73-15,-263-3-156 16,-15 0-326-16</inkml:trace>
  <inkml:trace contextRef="#ctx0" brushRef="#br0" timeOffset="88748.08">31723 3324 384 0,'0'0'164'0,"0"0"-157"0,0 0-5 0,0 0 21 0,0 0 39 0,0 0 32 15,0-36-16-15,0 36 63 16,0-4-43-16,0-8-44 16,25-16-20-16,15-4 3 15,13-13-36-15,21-7 17 0,1 1-17 16,-1-6 26-16,-21 9-8 15,-13 4-13-15,-15 4-1 16,-19 8 5-16,-6-1 1 16,0 5-10-16,0 9-2 15,-25 2-19-15,-27 9-19 16,5 5 9-16,-2 3-24 16,8 0 52-16,4 3 4 15,9 22 12-15,0 7-7 16,16-4-10-16,-1 8 3 15,13 0 0-15,0-4-5 16,0 4 9-16,31 8-8 16,4 0 7-16,-1 0-7 15,-6 5-7-15,-22-5 8 0,-6-4-16 16,0 1-8 0,0-18 6-16,0 1 21 15,-28-8 6-15,3-7-4 0,-15 2-4 16,-7-3-31-16,7-4-28 15,12 1-211-15,6-5-243 16</inkml:trace>
  <inkml:trace contextRef="#ctx0" brushRef="#br0" timeOffset="89098.04">31373 3753 538 0,'0'0'395'0,"0"0"-325"0,0 0 0 0,0 0 15 0,0 0 2 0,421 4-51 16,-300-4-28-16,-21-8-8 15,-20-4-26-15,-18 4-136 16,-31 4-231-16</inkml:trace>
  <inkml:trace contextRef="#ctx0" brushRef="#br0" timeOffset="89544.48">31754 4210 276 0,'0'0'292'0,"0"0"-221"15,0 0 66-15,0 0-20 16,0 0-22-16,0 0-18 16,121 0-62-16,-93 0 3 0,-9 17-10 15,-13 22 6-15,-6 18-11 16,0 11 0 0,0 4-3-16,-13 4 0 0,-21-12-6 15,9-11 12-15,19-14-17 16,6-14 3-16,0-13 4 15,0-12-10-15,47 0 14 16,18 0 3-16,22 0 0 16,-1 0-3-16,-5-12-6 15,-7-5 5-15,-27 2-72 16,-7 11-156-16,-21 4-81 16</inkml:trace>
  <inkml:trace contextRef="#ctx0" brushRef="#br0" timeOffset="90079.08">29903 5954 530 0,'0'0'345'0,"0"0"-126"0,0 0-48 0,0 0-107 0,375-43-30 0,-276 31 8 0,-12 0-36 0,-6 4 0 16,-13-4-5-16,-9 4-2 15,-19 8-23-15,-6 0-12 16,-9 0-12-16,-25 0-73 16,0 0-105-16,0 0-220 15</inkml:trace>
  <inkml:trace contextRef="#ctx0" brushRef="#br0" timeOffset="90277.8">30238 5658 898 0,'0'0'280'0,"0"0"-220"16,0 0-4-16,0 0 1 15,0 0-21-15,0 0-9 16,0 0-27-16,353-12-20 16,-272-7-35-16,-13 2-87 15,-15-2-195-15,-13 6-327 16</inkml:trace>
  <inkml:trace contextRef="#ctx0" brushRef="#br0" timeOffset="90796.74">31301 5317 527 0,'0'0'80'0,"0"0"-40"0,0 0 51 16,0 0 37-16,0 0-40 16,0 0 23-16,93-36-54 15,-93 53 31-15,0 22-19 16,-28 22-58-16,-24-1-11 15,-13 4-13-15,3-4-42 16,9-4 22-16,6-12-3 16,20-8 25-16,14-3 7 15,13-10 6-15,0-6-6 16,6-9 1-16,47-8-2 16,21 0 6-16,7 0-4 0,0-8-1 15,-22-4 2 1,-7 7-1-16,-5 5-3 0,-19 0-3 15,6 0 13-15,-9 0-10 16,-4 0-40-16,7 0 11 16,-15 0-85-16,-1 0-54 15,-6-11 55-15,-6-14 31 16,0 5-187-16</inkml:trace>
  <inkml:trace contextRef="#ctx0" brushRef="#br0" timeOffset="90929.08">31667 5686 568 0,'0'0'246'0,"0"0"-7"16,0 0-136-16,-18 213 8 16,18-149-87-16,0-12-24 0,0 0-11 15,-7-11 3 1,-8-13-79-16,9-5-191 0,-13-10-553 16</inkml:trace>
  <inkml:trace contextRef="#ctx0" brushRef="#br0" timeOffset="92524.61">2725 8201 749 0,'0'0'75'0,"0"0"48"0,0 0 18 0,-347-44-59 0,239 44-21 0,2 0 20 16,-15 8-51-16,-6 31 13 16,-34 18-36-16,-3 7-4 15,15 8-3-15,9 12 3 16,32 13-5-16,9 7 6 0,18 16 15 15,16 1-17-15,43-9 25 16,22-3-26-16,0-9 1 16,6-8-2-16,75-7 0 15,21 2-2-15,16-7-3 16,15 0-3-16,16-6 16 16,37-10-26-16,22-12 19 15,6-16-4-15,0-33-20 16,-28-3 7-16,-12-11 4 15,-13-58 9-15,-22-15-3 0,-12-17 11 16,-18-2-12 0,-28 2 14-16,-10 9-7 15,-21 16 7-15,-32 4-9 0,-18-1 3 16,0-3-2-16,-74-12-10 16,-53 4-8-16,-25 7-6 15,-50 17 13-15,-18 32 6 16,-16 28 5-16,-2 0-9 15,17 44 17-15,7 20-7 16,47 13 0-16,40 3-7 16,40 9-77-16,47 2-591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04T22:41:34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9603 3862 416 0,'0'0'108'0,"0"0"-71"0,0 0 13 15,0 0-5-15,0 0-26 16,0 0-5-16,0 0 9 16,0 0 29-16,0-9-15 15,0 9 24-15,0 0-10 0,0 0 14 16,0 0-31 0,0 0-10-16,0 0-19 0,0 0 0 15,0 0-2-15,15 25-3 16,-8 11 33-16,11-5-19 15,-2 10-2-15,2-5-11 16,-5 0 10-16,8-3-11 16,-14-2-1-16,11-3-1 15,-9-4-8-15,10-4-5 16,-7-4-37-16,10-4-39 16,-9-12-133-16,-13 0-99 15</inkml:trace>
  <inkml:trace contextRef="#ctx0" brushRef="#br0" timeOffset="515.88">9457 4564 268 0,'0'0'59'0,"0"0"-22"0,0 0 54 0,0 0-22 16,0 0-34-16,0 0-8 16,0 3 33-16,0-3 2 15,0 0 15-15,0 0-1 16,0-16-27-16,25-28 8 15,43-20-45-15,0-4 16 0,10-5-24 16,2 1-4 0,-18 13 5-16,4-2-8 0,-11 17 3 15,-30 16-20-15,3 12-5 16,-16 8-6-16,-12 0 18 16,13 4-50-16,2-9-55 15,4-2-32-15,3-9-116 16</inkml:trace>
  <inkml:trace contextRef="#ctx0" brushRef="#br0" timeOffset="1081.64">10118 4058 209 0,'0'0'193'0,"0"0"-165"0,0 0 66 0,0 0-26 0,0 0 22 15,0 0-11-15,46 41 18 16,-18-30-61-16,0 1-15 0,-3-4 2 16,-4 0-21-16,-2-4-2 15,3 0 5-15,-16 0-10 16,6 1-27-16,-6 3 8 15,-6 0-62-15,0 3-7 16,0 1-7-16,0 4-94 16,0-4-217-16</inkml:trace>
  <inkml:trace contextRef="#ctx0" brushRef="#br0" timeOffset="1464.94">10077 4399 331 0,'0'0'249'0,"0"0"-239"0,0 0 20 0,0 0 56 0,0 0-10 0,0 0-55 16,208-156 33-16,-162 128-48 15,-11 12-4-15,-17 3-2 16,-2 9-44-16,-16 4-54 16,0 0-11-16,0 0-100 15,0 0-126-15</inkml:trace>
  <inkml:trace contextRef="#ctx0" brushRef="#br0" timeOffset="1930.58">10759 4259 167 0,'0'0'356'16,"0"0"-322"-16,0 0-26 0,0 0 29 15,0 0-30 1,0 0 2-16,190 48-1 0,-144-48 12 15,7 0 0-15,-7-28 8 16,1-8-8-16,-1-5-4 16,-18 5-16-16,-15 0 3 15,-13 8-5-15,0 4 13 16,0 8-6-16,-13 12 2 16,-55 4 20-16,3 0 15 15,3 0-42-15,3 8-2 16,12 12-19-16,13 0-37 15,6-4-67-15,16 4-431 0</inkml:trace>
  <inkml:trace contextRef="#ctx0" brushRef="#br0" timeOffset="10257.64">22210 3208 312 0,'0'0'9'16,"0"0"3"-16,0 0 73 0,0 0-35 0,0 0-11 16,0 0 2-16,0 0 5 15,40-13-21-15,-33 13 5 0,-7 0-3 16,0-3-4-16,0 3-19 15,0 0 40-15,0 0 11 16,0 0-7-16,0 0 9 16,0 0-4-16,0-4 9 15,0 4-32-15,0-4 12 16,0 4-32-16,0 0 5 16,0 0-6-16,-28 0-4 15,-3 0 2-15,-25 0-3 16,-3 32-8-16,-9 8 8 0,3 9-12 15,12-2 7 1,6 1 0-16,20 1-11 0,5-2 5 16,22 2 6-1,0-9-7-15,0 7 6 0,0 2 4 16,34-5-13-16,13 1 8 16,-20-1 0-16,20-8-8 15,-19-5 10-15,-10 2-7 16,4-2 8-16,-9 13 3 15,-7 1 1-15,-6 7 12 16,0 0-10-16,0 1 8 16,0-9-12-16,-19-5 30 15,-15-6-28-15,12-17-2 16,-2-4-2-16,-11-12-25 0,-5 0-16 16,-13 0-205-1,1-8-191-15</inkml:trace>
  <inkml:trace contextRef="#ctx0" brushRef="#br0" timeOffset="10506.93">21516 3878 659 0,'0'0'19'0,"0"0"6"0,0 0 146 0,359-80-30 0,-256 55-107 15,-38 5-31-15,-13 12-3 16,4 5-48-16,-37 3-49 16,3 0-84-16,-22 0-17 15</inkml:trace>
  <inkml:trace contextRef="#ctx0" brushRef="#br0" timeOffset="10990.68">22585 4022 368 0,'0'0'298'0,"0"0"-243"0,0 0 56 0,0 0 17 0,0 0-50 0,0 0-27 16,-74-52-21-16,55 12 11 15,10 4-11-15,3-16-11 16,6-4-9-16,0-1-20 16,0 9-27-16,0-1-3 15,6 18-55-15,16 11-158 16,-10 7 32-16,-6 13-162 0</inkml:trace>
  <inkml:trace contextRef="#ctx0" brushRef="#br0" timeOffset="11422.34">22731 3934 541 0,'0'0'118'0,"0"0"-76"0,0 0 50 0,0 0 34 0,0 0-65 16,0 0-1-16,174-120-11 15,-122 92-38-15,-17-1-9 0,5 1 10 16,-28 8-24 0,10 4 6-16,-10 0-6 0,-5 4-20 15,-7 0-14 1,0-9-66-16,0 10-77 0,0-5 12 15,0 12-146-15</inkml:trace>
  <inkml:trace contextRef="#ctx0" brushRef="#br0" timeOffset="11656.65">22871 3545 731 0,'0'0'37'16,"0"0"-17"-16,0 0 124 16,0 0-40-16,0 0-74 0,121 212-22 15,-75-176 2-15,-18-4-10 16,-9-7 0-16,8-10-15 16,1 6-31-16,-3-5-77 15,-3-4-47-15,3-12 13 16,-10 0-228-16</inkml:trace>
  <inkml:trace contextRef="#ctx0" brushRef="#br0" timeOffset="12038.77">23494 3441 49 0,'0'0'666'0,"0"0"-616"0,0 0 71 15,0 0 4-15,0 0-57 16,0 0-58-16,288 191 12 16,-269-155-17-16,-19 5 4 15,0 12-9-15,0 2-8 16,-40-7-20-16,-19 4-137 15,-10-19-165-15</inkml:trace>
  <inkml:trace contextRef="#ctx0" brushRef="#br0" timeOffset="12889.76">24235 3894 696 0,'0'0'103'0,"0"0"-59"0,0 0-13 0,0 0 61 16,0 0-66-16,0 0-25 15,242-13-2-15,-224 13-1 0,-2-3-28 16,-16 3 28 0,6-5-21-16,-6-3-55 0,0-7-42 15,0-6-127-15</inkml:trace>
  <inkml:trace contextRef="#ctx0" brushRef="#br0" timeOffset="13070.98">24235 3894 92 0,'-65'-217'876'15,"65"217"-855"-15,40 0-9 16,19 0 66-16,15-4-45 15,7-20-22-15,6-4-11 16,-16 8-43-16,-24 15-177 0,-13-6-151 16</inkml:trace>
  <inkml:trace contextRef="#ctx0" brushRef="#br0" timeOffset="13520.72">25190 3817 238 0,'0'0'396'16,"0"0"-348"-16,0 0 80 15,0 0-2-15,0 0-39 16,0 0-34-16,96-39 22 16,-43 6 0-16,-7 5-56 0,-5 4 4 15,-1 4-21-15,-15 0-4 16,9-4-6-16,-6-4-29 16,-16 0-72-16,1 7-48 15,-13 1-96-15,0 4 14 16</inkml:trace>
  <inkml:trace contextRef="#ctx0" brushRef="#br0" timeOffset="13720.98">25339 3413 727 0,'0'0'105'0,"0"0"18"0,0 0-16 15,0 0-82-15,232 219-12 16,-163-170-7-16,-23-13-12 16,-6 0-56-16,-6-8-102 15,-21-8-44-15,-13-12-193 16</inkml:trace>
  <inkml:trace contextRef="#ctx0" brushRef="#br0" timeOffset="15485.54">26005 3721 582 0,'0'0'140'0,"0"0"-60"0,0 0 61 0,0 0-29 0,0 0-65 15,0 0-17-15,0 0 8 16,56 0 9-16,-3 0 17 15,-7 0-38-15,7 0-16 16,-6-4-9-16,-7-4-2 16,0 0-48-16,1 5-30 15,-7-2-64-15,-16 1-173 16,4 4-44-16</inkml:trace>
  <inkml:trace contextRef="#ctx0" brushRef="#br0" timeOffset="15952.84">26895 3822 572 0,'0'0'96'0,"0"0"24"0,0 0 37 0,0 0-35 0,0 0-78 16,0 0 15-16,13-21-32 15,-13-15-22-15,15-8 21 16,4-4-10-16,-4-8 5 0,4 7-18 16,-7 5-4-16,-12 5 6 15,16 6-7-15,-16 13 2 16,0 12-8-16,0 8 3 15,0 0-20-15,-16 0-6 16,-24 25-42-16,-25 11-90 16,25-8-133-16,5-9-120 15</inkml:trace>
  <inkml:trace contextRef="#ctx0" brushRef="#br0" timeOffset="16335.75">27283 3662 271 0,'0'0'74'16,"0"0"18"-16,0 0 22 16,0 0-51-16,0 0 12 15,0 0 20-15,415-25-18 16,-362 1-1-16,6-16-27 16,-25 8-8-16,-12-8-39 0,-22-1-2 15,0 13-15-15,-6 9-10 16,-50 11 4-16,-3 8 12 15,-9 0-2-15,21 0-115 16,1 0 77-16,5 24-27 16,17-1-38-16</inkml:trace>
  <inkml:trace contextRef="#ctx0" brushRef="#br0" timeOffset="24611.76">21801 4957 215 0,'0'0'253'0,"0"0"-166"0,0 0-20 0,0 0 0 0,0 0-6 16,0 0-58-16,0 0-2 16,0 0-1-16,0 0 3 15,0 0-3-15,0 0 7 16,0 0-13-16,22 0 12 16,-4 0-2-16,-9 0 3 15,-2 0-7-15,-7 0 0 16,0 0 17-16,0 0 53 15,0 0-34-15,0 0 33 16,0 0-19-16,0 0-3 16,0 0-15-16,0 0 21 15,0 0-19-15,0 0-11 0,-16 8-18 16,-9 4 0 0,-15-1-10-16,6 9 10 0,0 1-11 15,9 2 11-15,3 2-10 16,4 7 2-16,12-4 1 15,-4 8-15-15,10-3-6 16,0 3-1-16,0-5 8 16,16 10 15-16,9-5-22 15,37 3 21-15,-16-3-6 16,7 9 5-16,0-5 3 0,-13-4 0 16,6-4-3-16,-24-4-1 15,12 1-6-15,-28 2-15 16,-6 10 17-16,0 3 16 15,-15 7-6-15,-32-7 17 16,-12-11-4-16,7-1-15 16,-10-4-6-16,3-13-8 15,-9-15-47-15,15 0-165 16,13-11-22-16,5-33-117 16</inkml:trace>
  <inkml:trace contextRef="#ctx0" brushRef="#br0" timeOffset="24860.78">21770 5414 636 0,'0'0'215'0,"0"0"-198"0,0 0-17 0,0 0 114 0,0 0-93 16,0 0-21-16,254-12-21 16,-201 8-62-16,-13 4-48 15,7 0 19-15,-7 0-6 16,-15-9-269-16</inkml:trace>
  <inkml:trace contextRef="#ctx0" brushRef="#br0" timeOffset="25283.04">22765 5582 173 0,'0'0'246'0,"0"0"-127"15,0 0-47-15,0 0 68 16,0 0 25-16,0 0-18 15,0 4-48-15,0-16-62 16,0-20 15-16,-22-4-38 16,10-4 17-16,6-4-25 0,0-8-4 15,6-1-2 1,0 9-10-16,0 5-28 0,0 3-22 16,0 15 2-16,0 17-44 15,0 4-72-15,12 0-59 16,16 0 54-16,-3 0-214 15</inkml:trace>
  <inkml:trace contextRef="#ctx0" brushRef="#br0" timeOffset="25777.64">23419 5502 643 0,'0'0'86'0,"0"0"70"0,0 0-6 0,0 0-84 16,0 0-40-16,0 0-13 0,0-113 26 15,0 74-8-15,0-5 0 16,-6 11-29-16,-12 2 3 15,18 10 1-15,-16 9-12 16,10 12 12-16,-6 0 4 16,-10 0 5-16,-3 0-14 15,-21 12-1-15,-10 16-4 16,-3-4-16-16,18 1-31 16,14-6 18-16,14 1-54 15,13 4-94-15,0-7-60 16,0-6 27-16,6-11-202 15</inkml:trace>
  <inkml:trace contextRef="#ctx0" brushRef="#br0" timeOffset="26115.07">23655 5132 524 0,'0'0'20'0,"0"0"1"15,0 0 62-15,0 0 19 0,0 0 9 16,0 0 5-16,267 45-74 15,-221-13-25-15,-12 12-14 16,-21-4 7-16,-13 4 4 16,0 8-6-16,0 4 27 15,-41 1-34-15,-11-13-2 16,11-16-40-16,1-20-114 16,18-8-143-16</inkml:trace>
  <inkml:trace contextRef="#ctx0" brushRef="#br0" timeOffset="26478.97">24415 5453 664 0,'0'0'7'0,"0"0"32"0,0 0 107 0,0 0-106 16,0 0-40-16,0 0-7 16,335 28-57-16,-314-28-42 15,-14 0 16-15,-7 0-25 16,0-15-277-16</inkml:trace>
  <inkml:trace contextRef="#ctx0" brushRef="#br0" timeOffset="26660.69">24415 5453 524 0,'-53'-136'410'0,"81"136"-404"16,43 0 62-16,32 0 25 16,-4 0-69-16,16 0-22 15,-22-19-2-15,-7-6-58 16,-27 13-216-16,-18 4-26 15</inkml:trace>
  <inkml:trace contextRef="#ctx0" brushRef="#br0" timeOffset="27325.82">25714 5518 555 0,'0'0'119'0,"0"0"-7"0,0 0 109 0,0 0-137 0,0 0-74 16,0 0 12-16,87-212 8 16,-69 148 1-16,-18-1-7 15,13 13 17-15,-13 20-39 16,0 7 2-16,0 17 0 16,0 8 9-16,0 0-1 15,-13 0-12-15,-21 0-12 16,-6 25-23-16,9-1 4 0,-3-8-44 15,6 8-19 1,9-8-119-16,13 4-7 0,-9-4-176 16</inkml:trace>
  <inkml:trace contextRef="#ctx0" brushRef="#br0" timeOffset="27510.47">25714 5518 332 0</inkml:trace>
  <inkml:trace contextRef="#ctx0" brushRef="#br0" timeOffset="27644.44">25714 5518 332 0,'239'-237'277'0,"-218"237"-179"0,4 0 107 15,16 0-28-15,5 0-97 16,22 0-9-16,-3 0-34 16,4 0-29-16,-17 0-8 15,1 0-4-15,-13 0-22 16,-12 0-100-16,-15 0-77 16,2 0-198-16</inkml:trace>
  <inkml:trace contextRef="#ctx0" brushRef="#br0" timeOffset="28059.11">26957 5345 548 0,'0'0'108'0,"0"0"29"0,0 0 81 16,0 0-122-16,0 0-54 15,31-60-25-15,-9 17 3 16,-16 2-6-16,7-3-7 16,8 4 1-16,-14 4 0 15,-1 7-16-15,-6 9-10 16,0 9 16-16,0 11-10 16,0 0 12-16,-13 0 0 15,-21 3-1-15,-6 30 0 16,-7 3-8-16,-5-4-15 15,-4 0-120-15,25-4-122 16,15-12-46-16</inkml:trace>
  <inkml:trace contextRef="#ctx0" brushRef="#br0" timeOffset="28241.3">26957 5345 224 0</inkml:trace>
  <inkml:trace contextRef="#ctx0" brushRef="#br0" timeOffset="28408.71">26957 5345 224 0,'388'-8'127'0,"-323"8"-87"0,-3 0 41 15,3-20 121-15,3-24-93 16,-37 5 1-16,-9-6-27 16,-10 9-20-16,-12 0-25 15,0 7-35-15,-12 6 15 16,-41 10-16-16,-9 10-4 16,3 3-1-16,-3 0-23 15,10 11-15-15,11 22-38 16,17-1-62-16,14-8-10 15,10 0-70-15</inkml:trace>
  <inkml:trace contextRef="#ctx0" brushRef="#br0" timeOffset="28758.68">28033 5253 7 0,'0'0'618'16,"0"0"-459"-16,0 0 64 16,0 0-124-16,307 32-72 15,-235-32 8-15,-10 0-35 16,3 0-14-16,-31 0-52 16,-6 0-88-16,-16 0-82 15,-12 0-75-15</inkml:trace>
  <inkml:trace contextRef="#ctx0" brushRef="#br0" timeOffset="29008.22">28306 5177 647 0,'0'0'164'16,"0"0"-30"-16,0 0 20 15,0 0-57-15,0 0-62 16,0 0-35-16,354 0 0 0,-308-12-94 16,1-8-64-1,-13 0-305-15</inkml:trace>
  <inkml:trace contextRef="#ctx0" brushRef="#br0" timeOffset="29408.19">29215 5165 133 0,'0'0'355'16,"0"0"-257"-16,0 0 27 16,0 0-15-16,0 0 22 15,0 0 10-15,52 24-49 0,-2-7-35 16,3-14-44 0,12-3-7-16,-3 0-7 15,-10 0-2-15,-5 0-119 16,-19 0-174-16,-16-8-516 0</inkml:trace>
  <inkml:trace contextRef="#ctx0" brushRef="#br0" timeOffset="30141.29">29977 5132 376 0,'0'0'265'0,"0"0"-225"16,0 0-13-16,0 0 83 15,0 0-79-15,0 0-26 16,227-64 9-16,-193 41-11 15,-34 2 10-15,0 5 17 16,0 1 68-16,0 7-52 16,-47-5-11-16,-12 9 2 15,-9 4-37-15,15 0-10 16,7 0 9-16,18 0 1 0,0 17-3 16,16 6 3-1,6 6 3-15,6-6 7 0,0-6-10 16,0-6 0-16,18-6-9 15,29 3 2-15,2-8-5 16,4 0 6-16,-6 0 0 16,-7-8 12-16,0-12-23 15,0-1 34-15,-27 1-28 16,15 4 19-16,-22 8-8 16,-6 4 0-16,0 4 12 15,0 0 11-15,0 0-16 16,0 0 26-16,0 0-27 15,0 0-6-15,0 0-2 16,0 0-7-16,6 17-8 0,7 3 15 16,-7 4-3-16,28-4-2 15,-12 4 3-15,-4-1-21 16,-5-2 8-16,-4-6 5 16,-3-6 7-16,0 3 0 15,-6 0 5-15,0-4 2 16,0-8 12-16,-28 12 38 15,-37-12-42-15,-9 13 11 16,-1-13 13-16,17 8 25 16,-11 3-41-16,23-3 1 15,5 4-18-15,17 0-1 0,8 9-5 16,10-2-30 0,0 1-12-16,6-4-86 15,0 4-210-15,0 1-276 16</inkml:trace>
  <inkml:trace contextRef="#ctx0" brushRef="#br0" timeOffset="36134.91">12691 5350 80 0,'0'0'172'0,"0"0"-172"0,0 0 7 0,0 0 8 0,0 0-15 15,0 0-11-15,0 0-14 16,121-33-46-16,-102 30-10 16,-10-5 81-16,-3 8 37 0,-6 0 53 15,6 0-6-15,-6 0 21 16,0 0 0-16,0 0-44 15,0-8-39-15,0 8 9 16,0 0 5-16,0 0 10 16,0 0 15-16,0 0-15 15,0 0-24-15,0 0-8 16,0 0 3-16,0 0 0 16,0 0 25-16,0 0-8 0,0 0 40 15,0 0-40 1,0 0 25-16,0-17-23 15,0-15-8-15,0-8-28 16,0-1-1-16,0-6-3 0,0 3 8 16,0-9-15-1,0-3 23-15,0-4-24 16,-6 4 19-16,-22 4-19 0,10 4 10 16,-4 12 2-16,16-8 20 15,6 3-20-15,0-3-2 16,0 5 2-16,40 6-11 15,13 2 22-15,15-2-11 16,13 5 1-16,-1-4 2 16,13 4-3-16,0-4 0 15,0 0-1-15,-12-4-30 0,-7 0-15 16,-15 3-48 0,-12 10-61-16,-35 15-74 0,-12 8-44 15</inkml:trace>
  <inkml:trace contextRef="#ctx0" brushRef="#br0" timeOffset="36667.96">12852 5068 364 0,'0'0'97'0,"0"0"-97"0,0 0-25 0,0 0 25 0,0 0 38 16,0 0 61-16,134 5 2 15,-82-10-1-15,35-6 29 16,-6-1-5-16,6-4-75 16,15 3-44-16,-25-2 7 15,10-1-24-15,-19-1 7 16,-15 1-53-16,-19 0-135 15,-21 4-67-15</inkml:trace>
  <inkml:trace contextRef="#ctx0" brushRef="#br0" timeOffset="46193.28">7832 6653 558 0,'0'0'44'0,"0"0"-44"0,0 0 0 0,0 0 12 0,0 0-2 15,0 0 1-15,0 0-7 16,59 0 6-16,-49 0 10 16,-10 0 16-16,0 0 21 15,0 0-21-15,0 0-3 16,0 0 11-16,0 0 13 16,0 0-41-16,0 0 6 15,0 0-18-15,0 0 11 16,0 0-10-16,0 0 12 15,0 0-1-15,0 0 8 0,0 0-10 16,0 0-12-16,0 0 7 16,0 0 0-16,6 0-18 15,25 0 18-15,9 0-11 16,16 0 10-16,9 0-3 16,22 0 11-16,0 0-14 15,15 0 2-15,-9 0-2 16,-6 0-4-16,-22 0-12 15,-9 0 13-15,-16 0-34 16,-15 0-57-16,-25 0-151 16,0 0-305-16</inkml:trace>
  <inkml:trace contextRef="#ctx0" brushRef="#br0" timeOffset="47158.63">9215 6917 226 0,'0'0'138'0,"0"0"-137"0,0 0 79 0,0 0 25 15,0 0-45-15,0 0 8 16,0 0 27-16,0 0-24 16,0 0-38-16,0 0-9 15,0 0-10-15,0 0-4 16,0 0-10-16,0 0 2 0,62 0 40 16,19 5 35-16,37 7-44 15,31-8-19-15,24-4 15 16,35 0-23-16,31 0 15 15,27-21 13-15,23-18 16 16,18-2-26-16,0 13-2 16,9 12-11-16,-37 16 12 15,-9 0-13-15,-44 0-8 16,-46 13-2-16,-34-2-29 16,-25-3 18-16,-35-8-5 15,-5 0 16-15,-19 0-56 16,-31 0-13-16,-15-3-226 0,-16-13-469 15</inkml:trace>
  <inkml:trace contextRef="#ctx0" brushRef="#br0" timeOffset="49844.63">15293 6159 219 0,'0'0'394'0,"0"0"-380"0,0 0 38 0,0 0 96 0,0 0-50 16,0 0-28-16,-7 0-25 0,7 0-19 15,0 0-6-15,0 0-14 16,0 13-12-16,0 39 21 16,0 20-2-16,7 17 2 15,27-2 20-15,-3-2 3 16,9-10-26-16,0-6 8 16,1-9-16-16,-1-15 9 15,-6-14-3-15,-9-15-4 16,9-16 5-16,12 0-9 15,35-75 6-15,40-50 16 0,25-35-23 16,9 3-1 0,-22 13-23-16,-18 27-36 0,-35 26-38 15,-39 25-80-15,-29 27-222 16</inkml:trace>
  <inkml:trace contextRef="#ctx0" brushRef="#br0" timeOffset="53804">5485 5707 146 0,'0'0'122'0,"0"0"-12"0,0 0-27 0,0 0-7 0,0 0-71 16,0 0 9-16,0 0-13 15,-53-33 32-15,47 33-31 16,6 0 3-16,0 0 24 16,0 0 2-16,0 0 26 15,0 0-12-15,0 0 4 16,0 0-26-16,0 0 24 0,0 0-2 15,0 0 1-15,0 0-16 16,0-3-5-16,0 3-1 16,0 0-23-16,0 0 0 15,0 0 3-15,0 0 15 16,0 0-13-16,0 0-3 16,0 0 1-16,0 0 1 15,0 0-10-15,0 0 13 16,0 0-15-16,0 20 20 15,0 7-13-15,6 13 11 16,22-3 3-16,-3-1-10 16,-3-8-4-16,-10-8 0 15,1 0 2-15,-4-8-5 16,-3-5 18-16,0-2-30 0,-6-5 17 16,7 0-4-16,-7 0-18 15,0 0-8-15,0-12-87 16,6-8-76-16,-6 8 50 15,0 8-3-15,0 4-160 16</inkml:trace>
  <inkml:trace contextRef="#ctx0" brushRef="#br0" timeOffset="54435.82">5566 5931 97 0,'0'0'47'0,"0"0"-47"0,0 0-9 0,0 0-3 0,0 0 12 16,0 0 2-16,-19 40 40 15,19-36 28-15,0 5-27 16,-6-6-35-16,6-3-8 16,0 0-3-16,0 8 3 15,0 0 0-15,0 4 3 16,-9 1-2-16,2-6 31 0,1-3 110 16,6 0-55-16,0 0-67 15,0 0-14-15,0-4 7 16,0 0-2-16,0 0-9 15,0 0 17 1,0 0 14-16,0 0 17 0,0 5 4 16,0-5 13-16,0 0-16 15,0 0-4-15,0 0-13 16,0 0-12-16,0 0 31 16,0 0-42-16,0 0 18 15,0 0-19-15,0 0 11 0,0 0-20 16,0 0 15-16,0 0-11 15,0 0-4-15,0-28-2 16,0 3 2-16,22-3-10 16,9-8 21-16,15-12-24 15,4 3 24-15,9-19-24 16,-6 9 4-16,-1-1-15 16,-11 3-1-16,-7 13-20 15,-22 20-49-15,-12 16 0 16,0 4 92-16,0 0-45 15,0 12-14-15,0 0-66 16,-12-8-240-16</inkml:trace>
  <inkml:trace contextRef="#ctx0" brushRef="#br0" timeOffset="59082.61">13321 5911 547 0,'0'0'69'0,"0"0"-6"0,288-220 134 0,-142 128-19 16,15-1-112-16,12 1 10 0,-11 7-39 16,-4 9-15-1,-16 0-15-15,-30 24-7 0,-19 0-8 16,-25 16-45-16,-21 12-34 15,-7 12-58-15,-21 7-41 16,-10 5 22-16,3 0 109 16,-12 0-65-16,0 12-139 15</inkml:trace>
  <inkml:trace contextRef="#ctx0" brushRef="#br0" timeOffset="59749.08">13321 5766 445 0,'0'0'130'0,"0"0"-128"0,0 0 10 0,0 0-7 0,0 0 3 15,0 0 31-15,0 0 18 0,0 0 29 16,0 0-7-16,0 16 20 16,0 17-43-16,0 6-30 15,0-2-19-15,0-10 0 16,0-14-7-16,0-1 5 16,0-4 1-16,0-8-1 15,0 0 10-15,0 0-15 16,0 0-1-16,0 0 1 15,24 0 10-15,17 0-8 16,-7-12 14-16,6-4-8 16,-12 11-5-16,-16-2-3 15,-5 7 3-15,-7 0-7 16,0 0-16-16,0 0-19 0,0 0-160 16,0 0-127-1</inkml:trace>
  <inkml:trace contextRef="#ctx0" brushRef="#br0" timeOffset="60381.63">15367 4849 180 0,'0'0'409'0,"0"0"-388"0,0 0 46 0,0 0-26 0,0 0 32 0,0 0-39 16,-167 83 20-16,157-79-19 15,10 1-10-15,0 3-3 16,0-5-21-16,0 5-1 16,0-8 10-16,0 0 7 15,10 0 10-15,8 0 11 16,4 0-14-16,3-3 11 15,-4-22-6-15,-2-2 12 0,-7 2-41 16,4 1 9 0,-16 4-18-16,0 8-9 0,0 8 13 15,0 4-29-15,-6 0-22 16,-28 0 11-16,6 4-42 16,3 24-99-16,3-3-10 15,4-6-328-15</inkml:trace>
  <inkml:trace contextRef="#ctx0" brushRef="#br0" timeOffset="60511.87">15367 4849 289 0</inkml:trace>
  <inkml:trace contextRef="#ctx0" brushRef="#br0" timeOffset="60698.44">15367 4849 289 0,'-9'47'223'0,"18"-47"-179"0,-3 0-34 16,7 0 16-16,5 12-20 16,4-12-4-16,-4 0 0 15,-2 0 24-15,3 0 25 16,2 0 17-16,-8 0 4 16,5-8 13-16,-2-15-42 15,-4-2-20-15,1 1-22 16,-13 7 8-16,0 6-9 0,0-5 0 15,0 0-54 1,0 0-157-16,0-12 31 0,0 7-169 16</inkml:trace>
  <inkml:trace contextRef="#ctx0" brushRef="#br0" timeOffset="61762.9">16347 4688 183 0,'0'0'26'0,"0"0"73"0,0 0 90 0,0 0-129 0,0 0-4 16,0 20-10-16,0-8-1 16,0 7-11-16,0 6-19 15,0-5 29-15,0-8 2 16,0 0 8-16,0-12 9 15,0 0 42-15,-6 0-43 16,-1 0-10-16,-11-20-30 16,2-20-9-16,4-13-13 15,6-3-6-15,6 1-2 16,0 6 16-16,0 9-16 0,0 8 12 16,0 12-10-16,0 8-6 15,6 12 0 1,-6 0-10-16,0 0-5 15,0 12 26-15,0 20 2 0,0 16-3 16,-19 4 14-16,-2-7-22 16,-7-9 10-16,9-4-3 15,13-17 1-15,6-15 2 16,0 0-5-16,0 0 13 16,0 0-13-16,18 0 10 15,17 0 16-15,5 0-20 16,-12 0 9-16,-10 0-5 0,-5 5-1 15,-4 7-4 1,-9 4-3-16,0-13 0 0,6 10-4 16,-6-13 2-16,6 4-7 15,-6 8 11-15,0-12-14 16,7 0-10-16,-7 0 24 16,6 0 1-16,-6 0 5 15,0 0-2-15,6 0 25 16,-6 0-13-16,0 0 23 15,0 0-35-15,0 0 15 16,22 0 8-16,-10-12-12 16,1-24-4-16,8-12-9 15,20-4 2-15,-17-4 4 16,11 7-14-16,-8 9 11 0,-2 4-8 16,-3 12-14-16,-10 8-17 15,-5 12 10-15,2 4-1 16,-3 0 10-16,0 0 16 15,7 20-10-15,8 8 20 16,-2 8-13-16,3-4 6 16,-10 5-6-16,7-6-1 15,-4-2-17-15,-9-1-6 16,-6-8-5-16,7-4-39 16,-7 0-55-16,0-9-34 15,0-2-11-15,0-5-219 16</inkml:trace>
  <inkml:trace contextRef="#ctx0" brushRef="#br0" timeOffset="61996.79">16589 4495 329 0,'0'0'31'0,"0"0"15"0,0 0 40 0,0 0-30 16,0 0-29-16,0 0 7 16,161-80-32-16,-161 80 15 15,0 0-14-15,6 0-6 16,6 0-18-16,10 0-75 0,-9 0-173 16</inkml:trace>
  <inkml:trace contextRef="#ctx0" brushRef="#br0" timeOffset="62245.73">17075 4475 430 0,'0'0'317'0,"0"0"-314"16,0 0 2-16,0 0-10 0,0 0-97 16,0 0 4-16,41 64 18 15,-41-55 10-15,0-1 23 16,0-5 33-16,0-3-76 16,0 0-43-16</inkml:trace>
  <inkml:trace contextRef="#ctx0" brushRef="#br0" timeOffset="62412.35">17116 4186 1188 0,'0'0'29'0,"0"0"-23"0,0 0 3 15,0 0-9-15,0 0-67 16,0 0-27-16,0 0-202 15,6 0-51-15</inkml:trace>
  <inkml:trace contextRef="#ctx0" brushRef="#br0" timeOffset="62648.99">17116 4186 508 0</inkml:trace>
  <inkml:trace contextRef="#ctx0" brushRef="#br0" timeOffset="62895.72">17116 4186 508 0,'449'36'35'0,"-384"-36"33"0,-9 0 26 16,9 5 68-16,-18 3-119 15,-32 3-25-15,-2 6 25 16,-7 7-28-16,-6 4 15 16,0 0-23-16,0 4-3 0,0 8-4 15,0 1-12-15,-6-2 9 16,0-3-7-16,6-8 7 15,0-3 3-15,0-6-9 16,18-14 15-16,4 2-6 16,9-7 0-16,-3 0-32 15,-10 5 25-15,4-5-25 16,-16 0 0-16,1 0-45 16,-1 0 29-16,-6 0-30 15,0 0-13-15,0 0-44 16,0 0-235-16</inkml:trace>
  <inkml:trace contextRef="#ctx0" brushRef="#br0" timeOffset="63178.03">17658 4467 320 0,'0'0'215'0,"0"0"-182"0,0 0 27 0,0 0-36 15,0 0-24-15,314-64-76 16,-280 56-311-16</inkml:trace>
  <inkml:trace contextRef="#ctx0" brushRef="#br0" timeOffset="64163.29">17116 5453 102 0,'0'0'369'0,"0"0"-283"0,0 0-44 0,0 0 40 16,0 0-4-16,0 0 4 15,-19 17-15-15,19-17 6 16,0 0-15-16,0 0-5 16,0 0-9-16,0 0 14 15,0 0-17-15,34-28-8 0,19-12-10 16,21-12-9-1,-8 0-1-15,8 7-12 0,-15 13-2 16,-19 17 12-16,-27 7-21 16,8-1 19-16,-21 9-18 15,0 0 6-15,0 0-9 16,0 0-21-16,0 0-9 16,-28 0-21-16,-3 9-99 15,-3-1-73-15,6 3 88 16,-6-7 28-16,3-4-81 15,-3 8-50-15</inkml:trace>
  <inkml:trace contextRef="#ctx0" brushRef="#br0" timeOffset="64244">17116 5453 669 0</inkml:trace>
  <inkml:trace contextRef="#ctx0" brushRef="#br0" timeOffset="64394.03">17116 5453 669 0,'-72'-264'132'0,"72"264"-23"15,7 0-45-15,45 20 70 0,29 13-33 16,-16-2-33-16,3 2-35 16,-9-2-17-16,-3 2-12 15,-16-14-4-15,-15-2-13 16,-12 2-11-16,2-6-32 16,-15-6-16-16,0-2-88 15,0-5-175-15,0 0-242 16</inkml:trace>
  <inkml:trace contextRef="#ctx0" brushRef="#br0" timeOffset="65077.34">17925 5398 586 0,'0'0'107'0,"0"0"-106"0,0 0 80 16,0 0 13-16,0 0 76 0,214 0-98 16,-146 0-30-16,4 0-36 15,-10 0-1-15,-10 0-10 16,-11 0-4-16,-14 0 7 15,-14 0-29-15,-7 0 7 16,0 0-42-16,-6 0-134 16,0 0 25-16,0 0 13 15</inkml:trace>
  <inkml:trace contextRef="#ctx0" brushRef="#br0" timeOffset="65459.67">18254 5298 339 0,'0'0'66'15,"0"0"61"-15,0 0-16 16,0 0-19-16,0 0 73 15,0 0-34-15,46 19-81 16,-12-11-3-16,-3-4-33 16,3 4-8-16,-6 0 1 15,-3-3-8-15,-3 3 11 16,-4 4-18-16,10-1 11 16,-15-3-3-16,2 12 1 0,-9-7 1 15,1 3 2-15,-7-1-3 16,0 6 5-16,0-6-3 15,0 2-6-15,0-5 2 16,0-8-6-16,0-1-22 16,0-3-28-16,0 0-133 15,0 5-108-15</inkml:trace>
  <inkml:trace contextRef="#ctx0" brushRef="#br0" timeOffset="66025.92">18775 5265 603 0,'0'0'170'0,"0"0"-124"0,0 0 34 0,0 0-66 0,0 0-14 16,0 0 0-16,65 0 68 15,-37 0-6-15,0 8-6 16,-4 0-36-16,10-4-1 0,-12-4-8 16,-3 0-20-16,9 0 9 15,-22 8-2-15,-6-3-27 16,6 3-26-16,-6 3 16 16,0 1-12-16,0-4-12 15,0-8-117-15,6 0 46 16,0 0-189-16</inkml:trace>
  <inkml:trace contextRef="#ctx0" brushRef="#br0" timeOffset="66292.69">18775 5265 670 0,'272'16'82'15,"-284"9"57"-15,-7-6-7 16,-2-7-84-16,15 9-43 16,-7-1-3-16,-9 4-2 15,4 4 2-15,-4 0 19 16,4 8-10-16,2 4 5 16,-3-8-9-16,13 4-14 15,0-11-14-15,6-6-20 0,0-2-75 16,0-14-116-1,0-3-68-15,0 0-19 0</inkml:trace>
  <inkml:trace contextRef="#ctx0" brushRef="#br0" timeOffset="66677.02">19389 5538 579 0,'0'0'120'0,"0"0"2"0,0 0-9 0,0 0-44 0,0 0-41 16,0 0 20-16,55 0-14 16,-30 0-2-16,3 0-26 15,6 0-1-15,-9 0-5 16,3 0-1-16,-9 0-42 0,-13 0-64 15,9 0-140 1,-15-8-35-16</inkml:trace>
  <inkml:trace contextRef="#ctx0" brushRef="#br0" timeOffset="66861.36">19389 5538 681 0,'-59'-168'29'16,"99"168"-29"-16,13-12 0 15,-1 4 0-15,4 8-3 16,-9 0-21-16,-22 0-101 16,2 0-140-16</inkml:trace>
  <inkml:trace contextRef="#ctx0" brushRef="#br0" timeOffset="67125.72">19816 5402 92 0,'0'0'171'16,"0"0"-56"-16,0 0 51 15,0 0-110-15,0 0-10 16,0 0-9-16,329 104 34 16,-254-104-19-16,-10 0 17 15,-3-4-10-15,-3-20-24 16,-19-9 24-16,-6 2-27 0,-15-5-7 15,-7 3-25-15,-12 2 13 16,0 2-5-16,0 17-7 16,-19 4 6-16,-27 8-1 15,6 0-6-15,-7 0-6 16,1 0-20-16,5 20-144 16,7 1-132-16</inkml:trace>
  <inkml:trace contextRef="#ctx0" brushRef="#br0" timeOffset="79649.32">12731 8743 398 0,'0'0'129'0,"0"0"-70"0,0 0 74 0,0 0 32 0,0 0-79 0,0 0-8 16,0 0-28-16,115 0 10 16,-109 0-29-16,-6 0-7 15,0 0-18-15,0 0-2 16,13 20 8-16,-7 7-11 16,3 1 1-16,-9 13 8 15,6-5-12-15,1 8 10 16,-7-8 16-16,6-4-2 15,0-8 1-15,10-16-23 16,-4 0 0-16,7-8-3 16,2 0-3-16,20 0-3 15,-17 0 12-15,23-12-11 0,-7-12-5 16,-6 0-13 0,13-4-60-16,-7 8-18 0,-6 4-53 15,0 4-44-15,-21 8 61 16,-13 4-297-16</inkml:trace>
  <inkml:trace contextRef="#ctx0" brushRef="#br0" timeOffset="80497.02">13587 8802 261 0,'0'0'337'0,"0"0"-317"0,0 0 40 16,0 0-8-16,0 0 18 0,0 0-13 15,0 0 67 1,6 0-51-16,-6 0-5 0,0 0-22 16,28-7-18-16,-3-22-1 15,25-2-16-15,2-14 8 16,7 9-8-16,-12 4-20 15,-13 7 9-15,0 10-5 16,-15 3-10-16,-4 8 3 16,-15-1-22-16,0 5-21 15,0 0 2-15,0 0-44 16,0 0-27-16,0 9-17 16,-9 15 11-16,-38 4-254 15</inkml:trace>
  <inkml:trace contextRef="#ctx0" brushRef="#br0" timeOffset="80730.13">13587 8802 167 0</inkml:trace>
  <inkml:trace contextRef="#ctx0" brushRef="#br0" timeOffset="80930.98">13587 8802 167 0,'40'-39'97'0,"-40"39"43"0,0 3 33 0,0 2 49 15,0-2-140-15,0 2-55 16,0 3 33-16,0-8-26 15,0 8 13-15,7-4-38 16,5 4 11-16,4 3 15 16,18 6-4-16,-16 2 8 15,23 6-16-15,-1 3-14 16,0-4 2-16,1-1-13 16,-17-2 7-16,10-4-10 15,-12-6 0-15,-3-7-19 16,9-4-39-16,-16 0-45 0,0 0-156 15,-2 0-44 1</inkml:trace>
  <inkml:trace contextRef="#ctx0" brushRef="#br0" timeOffset="81845.33">14489 8707 136 0,'0'0'205'0,"0"0"-136"0,0 0 30 0,0 0-35 0,0 0-21 16,81-5 4-16,-75 5-5 15,-6 0 21-15,13 0 4 16,2 0-22-16,4 0-16 16,3 0-4-16,-4 13-10 15,-5 2-11-15,-4 1 14 16,-9-4-14-16,0 4 5 0,0-8-10 15,0 0 17-15,6-3-21 16,6-5 5-16,10 4-10 16,3-4 5-16,3 3-3 15,-10-3 5-15,4 5-7 16,-9 3 8-16,-7 3 4 16,-6 6 17-16,0 7 17 15,0 4 31-15,0 0-47 16,0 0 14-16,-25-8-7 15,-9 1 7-15,-13-6 13 16,1 1-36-16,-1-8-11 16,7 4 0-16,12-4-7 15,9 0-49-15,-8 0-96 16,14 0-296-16</inkml:trace>
  <inkml:trace contextRef="#ctx0" brushRef="#br0" timeOffset="86391.98">1876 9296 419 0,'0'0'111'0,"0"0"-87"0,0 0 38 0,0 0-52 16,0 0-10-16,0 0 8 16,0 0 5-16,0 0 12 15,0 0 25-15,0 0 44 16,0 0-31-16,0 0-45 15,0 0-5-15,0 0-18 16,0 0 16-16,0 0-4 16,0 0-3-16,0 0 23 15,0 0-11-15,0 0 16 16,0 0 15-16,0 0-28 16,0 0 20-16,0 0-37 15,0 0 8-15,0 0 0 16,0 0 7-16,0 0-11 0,0 0 14 15,-12 4-20-15,-29 12 2 16,-5 8-9-16,-1 4 15 16,1-4-21-16,30 5 29 15,10 2-30-15,6 2 17 16,0-2-6-16,0-3-1 16,0-4 0-16,46-4 2 15,1-4 1-15,-7 4-12 16,-12-4 26-16,-15 1-21 15,-13-1 17-15,0 0-11 16,0-1 4-16,0 2 6 16,0-5-8-16,0 0 0 0,-41 0-7 15,1-4-5-15,3-4 2 16,-4-4-67 0,14 0-1-16,14 0-50 0,4 0-1 15,9-4-57-15,0-28-312 16</inkml:trace>
  <inkml:trace contextRef="#ctx0" brushRef="#br0" timeOffset="86609.25">1637 9601 364 0,'0'0'113'0,"0"0"-96"0,0 0 69 16,0 0-39-16,0 0 17 15,0 0 33-15,25 0-43 0,-3 0-20 16,24 0-29-16,1 0 19 16,18 0-24-16,3-8-27 15,-28 3-67 1,1 2-31-16,-13-1-16 0,-16-1-168 16</inkml:trace>
  <inkml:trace contextRef="#ctx0" brushRef="#br0" timeOffset="87061.09">2378 9676 195 0,'0'0'149'0,"0"0"39"0,0 0-63 0,0 0 26 0,0 0-65 15,0 0-64-15,-34-44 20 16,34 16-28-16,-6 0-14 16,6-4 0-16,0 4-1 15,0-3 2-15,0-2-2 16,0 2-95-16,6 14 19 15,0 13-30-15,10 4-46 16,2 0-73-16,-11 0 62 16</inkml:trace>
  <inkml:trace contextRef="#ctx0" brushRef="#br0" timeOffset="87388.27">2378 9676 236 0</inkml:trace>
  <inkml:trace contextRef="#ctx0" brushRef="#br0" timeOffset="87691.02">2378 9676 236 0,'388'-255'192'0,"-388"255"-126"0,0 0 1 0,0 0-2 0,0 0-14 15,0 0 54-15,0 0 7 16,0 0-20-16,0 0-15 0,0 0-66 16,0 0 8-1,0 0-12-15,0 0-14 0,12-8 15 16,10 8-20-16,-10 0-4 16,-5 0 15-16,8 8-4 15,-15 23 5-15,0-7-5 16,0 8 17-16,0 4-24 15,0-7 28-15,0-9-37 16,6-9 38-16,13-6-23 16,3-5 6-16,2 0 0 15,10 0-2-15,-6 0 6 16,13 0-6-16,5 0 4 16,-21-13-4-16,3 10-1 15,-16-2-2-15,10 5-23 16,-10 0 8-16,-5 0-4 15,5 0 13-15,3 0-49 0,4-7-130 16,-3-6 66-16,2-6-237 16</inkml:trace>
  <inkml:trace contextRef="#ctx0" brushRef="#br0" timeOffset="88111.89">3281 9280 242 0,'0'0'217'0,"0"0"-212"0,0 0 5 0,0 0 64 16,0 0-59-16,74-5 85 16,-62 10-63-16,16 19 24 15,-3 8-58-15,3 8 44 16,-9 12 23-16,-19 5-54 0,0 23 20 15,-7-5-12-15,-39 2-14 16,6-16-9-16,15-22-1 16,15-27-52-16,10-12-73 15,0-20-72-15,41-32 77 16</inkml:trace>
  <inkml:trace contextRef="#ctx0" brushRef="#br0" timeOffset="89056.91">3910 9485 62 0,'0'0'94'0,"0"0"-64"0,0 0 50 0,0 0 28 16,0 0-37-16,0 0-25 15,0 0-8-15,0 0 1 16,0 0 18-16,0 0-15 16,0 0 26-16,0 0-1 15,0 0 22-15,0 0-22 16,0 0 25-16,0 0-38 15,0 0-15-15,0 0-17 16,0 0-20-16,19 0 25 0,2-17-24 16,26-7 12-16,-1 1-4 15,-5 6-18-15,5-7 7 16,-6 8 0-16,-9-4-20 16,10 0-24-16,-7 0 20 15,-6-1-39-15,-10 21-41 16,-18 0-104-16,0 0 96 15,0 21 54-15,0 3-242 16</inkml:trace>
  <inkml:trace contextRef="#ctx0" brushRef="#br0" timeOffset="89656.75">4022 9524 334 0,'0'0'0'0,"0"0"5"0,0 0-8 0,0 0 6 0,0 0 19 16,0 0 52-16,6 0 23 16,-6 0-26-16,0 0 1 15,0 0-41-15,0 0 24 16,0 0-2-16,9 0-18 0,-3 0 9 15,7 0-41-15,-1 0 82 16,10 5-63-16,3 3 6 16,-4 4-13-16,7-1 10 15,-3 5-10-15,15 4 0 16,19 1 17-16,-3 11-27 16,-3-13-10-16,-13-6 1 15,-6-5-13-15,-9-8-91 16,-10 0-195-16,-15-21-221 15</inkml:trace>
  <inkml:trace contextRef="#ctx0" brushRef="#br0" timeOffset="90954.68">5367 9095 400 0,'0'0'83'0,"0"0"-30"0,0 0 7 0,0 0 14 15,0 0-56-15,0 0 66 16,0 0 4-16,-21 0 16 0,8 0-55 16,-15 0-27-16,10 0 5 15,-10 0-13-15,9 0 6 16,-9 0-8-16,16 0 17 16,-10 8-18-16,4 4-7 15,-4 1-3-15,16 6 4 16,-7 6-5-16,13 6 4 15,0 10-14-15,0-2 20 16,0-6-20-16,0-2 17 16,0 10-14-16,0-8 14 0,0 11-14 15,0-1 10 1,0-2-3-16,0-2 0 0,0-10 7 16,0 11-18-16,0-8 19 15,0 8-14 1,0 0 6-16,-34-8-2 0,6-12 2 15,10-16-18-15,5-4 11 16,-2 0-47-16,2-19-110 16,1-22-123-16,-10-3-169 15</inkml:trace>
  <inkml:trace contextRef="#ctx0" brushRef="#br0" timeOffset="91138.65">4939 9476 495 0,'0'0'131'0,"0"0"-129"0,0 0 41 0,0 0 33 0,0 0-59 16,0 0-17-16,199-68 0 16,-171 64-21-16,6-4-65 15,-22 0-53-15,1 0-237 16</inkml:trace>
  <inkml:trace contextRef="#ctx0" brushRef="#br0" timeOffset="91671.54">5640 9576 423 0,'0'0'26'0,"0"0"50"0,0 0 6 0,0 0-37 0,0 0 8 15,0 0 52-15,0 0-61 16,-40-163-10-16,40 138-22 16,0-7-24-16,0 4 3 15,18 4-35-15,10 3-63 16,-6 6 45-16,-10-1-32 15,-12 16-216-15</inkml:trace>
  <inkml:trace contextRef="#ctx0" brushRef="#br0" timeOffset="92270.05">5820 9260 380 0,'0'0'234'0,"0"0"-194"16,0 0-5 0,0 0-1-16,0 0-26 0,0 0 8 15,0 0 13-15,6 0-23 16,0 0-6-16,-6 0 1 15,0 0 1-15,0 0 2 16,16 0 30-16,-16 20-22 16,12 4 18-16,-12 4-17 15,13-4-13-15,-4-8 0 16,16-8-2-16,-13 4-4 16,-2-8 1-16,2 4-3 15,0 1-7-15,4-9 6 16,-10 8-24-16,19-1 28 0,-25-3-4 15,15 4 8 1,-15-4 0-16,0 12 2 0,0 0 45 16,0 1-41-16,-15-2 11 15,-16 1-12-15,-9 4-8 16,-7 9-8-16,-3 2-4 16,4-3-87-16,27-3 4 15,-2-9-114-15,14-16-190 16</inkml:trace>
  <inkml:trace contextRef="#ctx0" brushRef="#br0" timeOffset="92654.62">6201 9219 245 0,'0'0'94'16,"0"0"-39"-16,0 0 93 0,0 0-80 0,0 0 64 0,0 0-14 15,127 128-33-15,-120-62 19 16,-7-3-42-16,0 5-45 16,0 0-2-16,-7-4-15 15,-20-11-39-15,2-17-86 16,-3-32-237-16</inkml:trace>
  <inkml:trace contextRef="#ctx0" brushRef="#br0" timeOffset="100181.89">21708 9809 519 0,'0'0'53'0,"0"0"0"0,0 0-9 0,180 249 34 0,-159-181 25 0,-21-4 39 0,0-16-18 15,0-7-36-15,0-10-26 16,0-10-29-16,0-1 3 16,0-4-36-16,0 12-2 15,-6 0-18-15,-56 11-30 16,-15-2-80-16,-4-5-16 15,0-16 83-15,1-16-29 16,21 0-114-16</inkml:trace>
  <inkml:trace contextRef="#ctx0" brushRef="#br0" timeOffset="100380.86">21655 10002 1225 0,'0'0'0'16,"0"0"-5"-16,0 0 5 15,0 0 9-15,0 0-9 16,0 0-14-16,335-5-82 16,-295-14-224-16,-6 15-153 15</inkml:trace>
  <inkml:trace contextRef="#ctx0" brushRef="#br0" timeOffset="100913.05">21661 9817 994 0,'0'0'19'0,"0"0"-13"0,0 0 87 0,0 0-60 16,0-229-33-16,7 193-12 16,33 21-6-16,0 7-5 15,13 3 1-15,21 5-59 16,1 0-159-16,5 0-393 15</inkml:trace>
  <inkml:trace contextRef="#ctx0" brushRef="#br0" timeOffset="101479.48">22477 10199 298 0,'0'0'759'0,"0"0"-759"0,0 0 0 0,93-277-5 0,-25 208-82 16,-9 22-276-16</inkml:trace>
  <inkml:trace contextRef="#ctx0" brushRef="#br0" timeOffset="101728.78">22967 10122 686 0,'0'0'191'0,"0"0"-185"0,0 0-6 16,0 0 0-1,260-208-138-15,-229 183-42 0,-21 17-243 16</inkml:trace>
  <inkml:trace contextRef="#ctx0" brushRef="#br0" timeOffset="101912.26">22967 10122 531 0,'52'-213'117'16,"-52"234"94"-16,13 2-29 15,33-2-112-15,1 7-31 16,-1 3 2-16,-5 2-34 16,-7 7-3-16,0-4-4 15,-15-4-4-15,2-7-63 16,-8-14-66-16,-7-11-226 0,-6 0-79 15</inkml:trace>
  <inkml:trace contextRef="#ctx0" brushRef="#br0" timeOffset="102135.86">23640 9873 594 0,'0'0'242'15,"0"0"-158"-15,0 0 75 16,0 0-84-16,0 0-19 16,0 0-21-16,179 124-19 15,-179-88-16-15,0-3-20 16,0 7 4-16,0-16-67 0,-18 0-61 16,-1-12-86-16,-2-7 49 15,14-5-220-15</inkml:trace>
  <inkml:trace contextRef="#ctx0" brushRef="#br0" timeOffset="102445.87">24201 10090 805 0,'0'0'275'0,"0"0"-260"16,0 0 69-16,0 0-34 15,0 0-24-15,0 0-23 16,254 7-6-16,-232-7-43 15,-10 0-28-15,-12-7-72 16,0-5-140-16,0-5-242 0</inkml:trace>
  <inkml:trace contextRef="#ctx0" brushRef="#br0" timeOffset="102611.54">24201 10090 594 0,'34'-140'574'15,"-34"140"-574"-15,0 0 0 16,74 0 46-16,1-5-24 16,12-15-22-16,-10 1-1 15,-2 2-86-15,-13 1-193 16,-31 16-278-16</inkml:trace>
  <inkml:trace contextRef="#ctx0" brushRef="#br0" timeOffset="102978.74">25373 10171 737 0,'0'0'251'0,"0"0"-135"16,0 0-20-16,0 0-34 15,0 0-40-15,0 0 23 16,118-93-6-16,-78 53-15 15,7 4-4-15,-13 3-12 16,12 2-16-16,-18 15-15 16,0-9-13-16,-28 9-49 15,0 0-77-15,0 4-337 16</inkml:trace>
  <inkml:trace contextRef="#ctx0" brushRef="#br0" timeOffset="103161.69">25345 9781 681 0,'0'0'302'0,"0"0"-187"16,0 0-5-16,0 0-47 16,0 0-55-16,226 221-8 15,-192-198-7-15,1 10-56 16,-11-13-4-16,4-8-81 15,-6 4-253-15</inkml:trace>
  <inkml:trace contextRef="#ctx0" brushRef="#br0" timeOffset="103561.16">26322 10238 714 0,'0'0'309'16,"0"0"-200"-16,0 0-48 0,0 0-59 16,0 0 61-16,71-260-51 15,-43 204 1-15,-16 7-13 16,-12 29 3-16,0 9 14 16,0 2-16-16,0 9 12 15,0 0-13-15,0 0-1 16,0 0-25-16,0 12-14 15,-12 12-109-15,-16 4-100 16,-3 5-41-16,-3-5-179 16</inkml:trace>
  <inkml:trace contextRef="#ctx0" brushRef="#br0" timeOffset="103908.62">26322 10238 735 0</inkml:trace>
  <inkml:trace contextRef="#ctx0" brushRef="#br0" timeOffset="103978.89">26322 10238 735 0,'-103'-148'237'0,"144"148"-143"0,27 0 22 0,6 0-4 16,13 0-114-1,-47 7-20-15,-9-2-61 16,-9-1-172-16,-22-4-440 0</inkml:trace>
  <inkml:trace contextRef="#ctx0" brushRef="#br0" timeOffset="104428.49">27208 10254 863 0,'0'0'213'0,"0"0"-133"15,0 0-16-15,0 0-7 16,41-172-21-16,-20 123-20 16,-21 2 9-16,0-1-23 15,0 16 10-15,0 7-9 16,0 13-1-16,0 12-2 0,0 0-11 16,0 0 8-16,0 0-6 15,-21 17-10-15,-10 11-9 16,-10 8-30-16,1-8-176 15,-6 4-282-15</inkml:trace>
  <inkml:trace contextRef="#ctx0" brushRef="#br0" timeOffset="108773.98">21764 11148 573 0,'0'0'105'0,"0"0"-32"0,0 0 140 0,0 0-81 0,0 0-66 16,0 0 14-16,0 0-80 15,-75 64 10-15,75-47-5 16,0 19-2-16,0-8 2 16,13 4-5-16,21 1 0 15,0-2 2-15,-3 2-3 16,18 3 4-16,-17 0-5 15,-5 8 7-15,8-13-8 0,-17 14 11 16,-2-9-12-16,-10 0 4 16,0 0-1-16,-6 21 1 15,0 7 1-15,-6 0 6 16,-34 4 1-16,-16-24-16 16,18-8 0-16,-11-24-33 15,18-12-44-15,-3-12-75 16,0-40-254-16</inkml:trace>
  <inkml:trace contextRef="#ctx0" brushRef="#br0" timeOffset="108940.4">21816 11566 1097 0,'0'0'0'0,"0"0"-11"16,0 0 11-16,0 0-3 15,0 0-36-15,0 0-109 16,301-24-197-16</inkml:trace>
  <inkml:trace contextRef="#ctx0" brushRef="#br0" timeOffset="109256.92">22672 11635 47 0,'0'0'589'16,"0"0"-565"-16,0 0 89 0,0 0 42 16,0 0-76-1,-80-230-79-15,80 206-14 0,0 1-59 16,24 7-48-16,10 16 6 16,-12 0-10-16,3 0-71 15</inkml:trace>
  <inkml:trace contextRef="#ctx0" brushRef="#br0" timeOffset="109673.2">22672 11635 243 0,'406'-230'494'0,"-406"230"-308"16,0 0-58-16,0 0-64 15,0 0-56-15,0 0 15 16,22-8 5-16,9 5 24 16,-9 3-42-16,-4 0 4 15,10 0-11-15,-22 0-3 16,7 0 0-16,2 23-9 15,-15 2-1-15,0 11-27 16,0 0 35-16,-15 4 2 16,-10-8 1-16,19-8 3 15,6-12 15-15,0-8-19 16,0 0 8-16,6-4-19 0,47 0 22 16,15 0-16-16,13 0 5 15,-10-12-2-15,-18-9-33 16,2 6-102-16,-30-1-245 15,9 4-143-15</inkml:trace>
  <inkml:trace contextRef="#ctx0" brushRef="#br0" timeOffset="109954.39">23788 11342 464 0,'0'0'236'0,"0"0"-146"15,0 0 37-15,0 0 33 16,0 0-78-16,0 0 15 16,72 0-38-16,-57 11-24 15,4 1-16-15,3 17-5 16,-22-6-14-16,0 10-5 15,0-2-22-15,0 5 11 16,0 1-46-16,0-9-27 16,0 0-68-16,0-16-188 15,0-12-198-15</inkml:trace>
  <inkml:trace contextRef="#ctx0" brushRef="#br0" timeOffset="110310.45">24604 11514 589 0,'0'0'244'0,"0"0"-139"16,0 0 76-16,0 0-85 16,0 0-60-16,0 0-29 15,214 3-7-15,-196 2-3 16,-11-5-2-16,-7 0-64 15,15 0-27-15,-15 0-277 16,0-17-207-16</inkml:trace>
  <inkml:trace contextRef="#ctx0" brushRef="#br0" timeOffset="110471.6">24604 11514 92 0,'127'-185'987'0,"-127"185"-959"16,12 0-21-16,35 0-2 16,6 0-5-16,2-12-94 15,-8-12-249-15,-16 9-285 16</inkml:trace>
  <inkml:trace contextRef="#ctx0" brushRef="#br0" timeOffset="110888.25">25317 11225 524 0,'0'0'377'0,"0"0"-265"16,0 0-45-16,0 0 5 15,0 0-7-15,0 0-4 16,155-36-47-16,-127 36-8 16,-9 0-5-16,-13 0-1 15,-6 32 2-15,0 16 0 0,0 0 3 16,0 8 6-16,-19-7-13 16,-3-2 10-16,-2-11-12 15,8-8 5-15,10-3-2 16,6-14 1-16,0 2 0 15,0-9 0-15,0-4-8 16,12 0 2-16,38 0 12 16,9 0-10-16,-6 0 8 15,-1-8-8-15,10-1 4 16,-28 1-7 0,7 5-33-16,-10-9-94 0,-10 8-43 15,4-5-205-15</inkml:trace>
  <inkml:trace contextRef="#ctx0" brushRef="#br0" timeOffset="111304.22">26266 11140 697 0,'0'0'296'0,"0"0"-194"0,0 0 32 0,0 0-72 0,0 0-43 0,0 0-12 16,115 177-7-16,-115-136 0 15,0-10-3-15,0-6-14 16,0 3-13-16,0-4-102 15,-25-4-105-15,-9-4-220 0</inkml:trace>
  <inkml:trace contextRef="#ctx0" brushRef="#br0" timeOffset="111488.09">26148 11389 538 0,'0'0'510'0,"0"0"-461"16,0 0-4-16,0 0-9 15,0 0-35-15,0 0-1 0,267-80-72 16,-249 64-251-16,10 8-88 16</inkml:trace>
  <inkml:trace contextRef="#ctx0" brushRef="#br0" timeOffset="112004.4">26988 11325 901 0,'0'0'98'0,"0"0"-59"0,0 0-36 0,0 0 40 0,0 0-8 16,0 0 11-16,28-204 9 15,-28 200-11-15,0 4-6 16,0 0-2-16,0 0-36 15,0 0 0-15,0 0-8 16,0 7 3-16,-34 17-8 16,-6 9-34-16,-7 7 10 15,1 4 16-15,5-8-15 16,7-4-5-16,22-23-110 16,0-1-311-16</inkml:trace>
  <inkml:trace contextRef="#ctx0" brushRef="#br0" timeOffset="112229.07">26988 11325 1006 0</inkml:trace>
  <inkml:trace contextRef="#ctx0" brushRef="#br0" timeOffset="112337.8">26988 11325 1006 0,'428'25'204'0,"-406"-17"-132"0,31-8-15 16,-1 7 11-16,10-7-67 15,-37 0-1-15,-9 0-38 16,2 0 7-16,-5 0-67 16,2 0-149-16,-15 0-291 15</inkml:trace>
  <inkml:trace contextRef="#ctx0" brushRef="#br0" timeOffset="112671.98">27605 11201 1010 0,'0'0'231'16,"0"0"-169"-16,0 0 8 0,0 0-56 16,0 3 1-16,25-3-7 15,-3 0 0-15,-4 0-8 16,4 0-20-16,-9 0-26 15,-1 0-105-15,-6 0-352 16</inkml:trace>
  <inkml:trace contextRef="#ctx0" brushRef="#br0" timeOffset="113353.12">28381 11121 662 0,'0'0'380'0,"0"0"-232"0,0 0-52 15,0 0-63-15,0 0-21 16,0 0-6-16,0 3 5 16,6 21-4-16,6 4 12 15,-12 8-11-15,0 5 10 16,0-1-16-16,0 0-4 0,0-8-9 15,0-16 2 1,0 4 3-16,0-16-10 0,0-4 10 16,0 0-20-1,0 0 22-15,0 0-20 0,28 0 12 16,-3 0 1-16,-3 0 4 16,12 17 1-16,-22 3-1 15,-12 24 7-15,0-8 10 16,0 3 23-16,-6 2-22 15,-41-8 17-15,-8 3-26 16,8-9 18-16,7-11-20 16,15-8 0-16,-3-8-4 15,3 0-40-15,-3 0-114 0,-6 0-750 16</inkml:trace>
  <inkml:trace contextRef="#ctx0" brushRef="#br0" timeOffset="115217.64">22210 12568 149 0,'0'0'390'0,"0"0"-318"0,0 0 59 0,0 0 57 0,0 0-62 0,0 0-58 16,0 0-21-16,0 0 25 16,0 0-49-16,0 0 14 15,0 0-25-15,0 0 12 16,0 0-8-16,0 0-12 16,-12 0 1-16,-22 0 0 15,-13 0 3-15,1 8-4 16,5 4 0-16,1 9 2 15,18-1-5-15,4 16-1 16,18 8-3-16,0 4-3 16,0 9 0-16,18 2 4 0,29-2-14 15,2 2 14 1,-2-2-14-16,-16-1 14 0,-3 8-7 16,-6-4 9-16,-22 4 0 15,0-3 2-15,-22-2-2 16,-31-10 7-16,-21-18-7 15,9-14 6-15,-4-13-12 16,17-4-3-16,24 0-29 16,22-36-49-16,6-21-78 15,0-7-312-15</inkml:trace>
  <inkml:trace contextRef="#ctx0" brushRef="#br0" timeOffset="115417.86">21909 13097 570 0,'0'0'237'0,"0"0"-217"0,0 0 107 0,0 0-21 16,0 0-88-16,0 0-7 15,208-19 0-15,-155 10-22 16,-7 6-34-16,1-2-116 15,-7 5-145-15</inkml:trace>
  <inkml:trace contextRef="#ctx0" brushRef="#br0" timeOffset="115767.73">22840 13090 611 0,'0'0'301'0,"0"0"-215"0,0 0 16 15,0 0-47-15,0 0-36 16,0 0-19-16,-109-189-4 16,109 157-38-16,0 4-88 15,0 8-45-15,22 13-8 16,-4 7-100-16</inkml:trace>
  <inkml:trace contextRef="#ctx0" brushRef="#br0" timeOffset="116266.72">23333 12841 326 0,'0'0'321'0,"0"0"-314"16,0 0 45-16,0 0 107 0,0 0-152 15,0 0 20-15,266-20 35 16,-232 57 15-16,-21-9-44 16,-4 3 0-16,-9-7-15 15,0-7-15-15,0-1-3 16,12-4-13-16,16-9-13 16,10 10-37-16,11-10 43 15,-2 2-4-15,5-5 20 16,-11 0 4-16,5 0 0 15,-12 4 0-15,-21 7 0 16,-13 2 12-16,0 10 9 16,0 6 39-16,-53-1-32 0,-21 12 10 15,-7-16-9 1,7 1 24-16,8-6-25 0,14-7-28 16,11-4-7-16,7 0-57 15,22-8-68-15,12 0-318 16</inkml:trace>
  <inkml:trace contextRef="#ctx0" brushRef="#br0" timeOffset="116601.79">24275 12778 544 0,'0'0'53'0,"0"0"39"0,0 0 76 0,0 0-38 16,0 0-23-16,0 0-14 15,360 155-19-15,-338-114-48 16,-16-1-20-16,6 0-6 0,-12-8-13 16,0-4-2-16,0-1-82 15,-40-2-90-15,9-9-229 16</inkml:trace>
  <inkml:trace contextRef="#ctx0" brushRef="#br0" timeOffset="116915.93">25230 13102 991 0,'0'0'33'16,"0"0"19"-16,0 0 26 16,0 0-74-16,0 0-4 15,0 0-2-15,348 0-62 16,-327 0-196-16,-21-16-88 15</inkml:trace>
  <inkml:trace contextRef="#ctx0" brushRef="#br0" timeOffset="117082.84">25230 13102 603 0,'214'-252'364'15,"-174"260"-339"-15,7-5 36 16,0 1-31-16,8-4-30 16,-8 0-51-16,-29 0-263 15</inkml:trace>
  <inkml:trace contextRef="#ctx0" brushRef="#br0" timeOffset="117898.73">26260 12681 360 0,'0'0'329'0,"0"0"-216"0,0 0 105 0,0 0-104 0,0 0-36 16,0 0-15-16,-25 12-8 16,25-12-43-16,0 0 5 15,0 0-16-15,18 0 16 16,-5 0-15-16,21 0-2 15,-6 0-3-15,0 8-6 16,-16 12 3-16,-6 7-3 16,-6 6-3-16,0 7 20 15,0-8-20-15,0-4 12 0,0-4-2 16,0-7-18-16,0-6-6 16,28-7-28-16,3-4-39 15,10 0 43-15,14 0 9 16,-14 0 15-16,-4 8-20 15,-15 5 16-15,-10 3 17 16,-12 12 13-16,0-5 27 16,0 6 56-16,-34-5-40 15,-3 8-3-15,-4-9-28 16,1 2 65-16,0-1-77 0,-7-8-6 16,19-7-24-1,10-2-68-15,2-7-211 0,16 0-95 16</inkml:trace>
  <inkml:trace contextRef="#ctx0" brushRef="#br0" timeOffset="118234.73">27044 12725 562 0,'0'0'236'0,"0"0"-137"0,0 0 72 0,0 0-102 0,0 0-25 16,0 0-32-16,106 176 4 15,-94-127-12-15,-12 6-6 16,0-14 2-16,0-9-7 16,0 4-18-16,0-12-20 15,-12 0-3-15,-16-8-126 16,-3-12-139-16</inkml:trace>
  <inkml:trace contextRef="#ctx0" brushRef="#br0" timeOffset="118432.63">26895 13014 525 0,'0'0'50'16,"0"0"98"-16,0 0 115 16,0 0-135-16,0 0-14 15,0 0-69-15,255 8-31 16,-215-8-14-16,-6 0-22 15,0 0-72-15,-9 0-140 16,-3-12-132-16</inkml:trace>
  <inkml:trace contextRef="#ctx0" brushRef="#br0" timeOffset="118732.3">27745 13086 274 0,'0'0'408'0,"0"0"-258"16,0 0-43-16,0 0 32 16,0 0-85-16,28-205 5 15,-28 169-21-15,0 8-38 0,0 8 0 16,0 12 9-1,0 8-7-15,0 0 3 0,-22 0-10 16,3 0-27 0,-21 0-65-16,6 0-59 0,-6 4-121 15,12 0-348-15</inkml:trace>
  <inkml:trace contextRef="#ctx0" brushRef="#br0" timeOffset="118994.71">27745 13086 422 0</inkml:trace>
  <inkml:trace contextRef="#ctx0" brushRef="#br0" timeOffset="119081.77">27745 13086 422 0,'487'-125'477'0,"-431"125"-404"16,9 0 49-16,15 0 32 0,-5 0-151 15,-44 0-6-15,-10 0-49 16,-14 0-25-16,-7 0-240 16,0 0-276-16</inkml:trace>
  <inkml:trace contextRef="#ctx0" brushRef="#br0" timeOffset="119265.12">28306 12793 780 0,'0'0'73'0,"0"0"20"16,0 0 13-16,0 0-106 16,295-24-61-16,-249 12-227 15,-33 3-339 1</inkml:trace>
  <inkml:trace contextRef="#ctx0" brushRef="#br0" timeOffset="120014.47">29370 12576 638 0,'0'0'295'0,"0"0"-154"16,0 0-60-16,0 0 13 15,0 0-70-15,0 0 23 16,-28 33-28-16,3 6 11 15,-9 6-27-15,-13 7-1 16,1-4-2-16,5-8-12 16,1-8 5-16,12-3 13 15,0-14-16-15,22-2 20 16,6-5-20-16,0-1 4 16,0-3-13-16,0 0 7 0,22-4 2 15,18 0 5 1,0 0 10-16,1 0-17 0,-10 0 25 15,-16 0-23-15,10 0 10 16,3 0-1-16,-9 0 0 16,9 5-2-16,-1-5 3 15,-2 0-35-15,3 0-30 16,-9 0 12-16,-13 0 40 16,3 0 0-16,-9 0 13 15,0 0 11-15,0 0 20 16,0 0-31-16,0 0 0 15,0 0 8-15,0 0-6 16,0 0 28-16,6 36-26 0,1 8 60 16,-1 4-40-1,0 4-1-15,-6-8-23 0,0-4-1 16,0-11 1-16,0-26-24 16,0-3-75-16,0 0-284 15,0-3-263-15</inkml:trace>
  <inkml:trace contextRef="#ctx0" brushRef="#br0" timeOffset="131820.06">25559 1383 193 0,'0'0'235'0,"0"0"-152"0,0 0-25 0,0 0-41 0,0 0 19 16,0 0-10-16,0 0 20 15,0 0 42-15,0 0 15 16,0 0 10-16,0 0-53 15,0 0 1-15,6 0-46 16,-6 0 22-16,0 0-20 0,0 0 19 16,0 0-28-16,0 0 1 15,6 0-4-15,1 0-2 16,14 0-2-16,-8 0 7 16,15 0-2-16,-4 0 11 15,4 0-29-15,-15 12 24 16,-4 8-24-16,-9 16 0 15,0 16 11-15,-16 17-11 16,-42 3 11-16,-11 0-6 16,23-12 10-16,21-12-12 15,9-16 9-15,16-3-4 16,0-14-2-16,0-2-21 16,0-5 27-16,16-8-9 0,15 0 5 15,31 0-5-15,-15 0-9 16,27-25 17-16,-21 9-9 15,-7 0-47-15,-27 8-81 16,-4 4-37-16,-15 4-28 16,0 0-218-16</inkml:trace>
  <inkml:trace contextRef="#ctx0" brushRef="#br0" timeOffset="132237.07">26086 1712 543 0,'0'0'22'0,"0"0"72"0,0 0 66 0,0 0 32 0,0 0-118 0,0 0-10 0,195-4-5 16,-148 4-30-16,-1 0-28 16,1 0-1-16,6-8-12 15,-19 0-89-15,0 4-46 16,-6 0-164-16,-16 0-160 16</inkml:trace>
  <inkml:trace contextRef="#ctx0" brushRef="#br0" timeOffset="132637.85">27050 1893 246 0,'0'0'379'16,"0"0"-368"-16,0 0 59 15,0 0 127-15,0 0-68 16,0 0-82-16,13-205-12 16,-13 145-11-16,0 4-21 0,0 4 7 15,0 3 1 1,0 26-18-16,0 10 18 0,0 9-21 15,0 4 10-15,0 0 0 16,0 0 0-16,0 0-10 16,-6 0 7-16,-22 8-18 15,9 32 19-15,-34 12-15 16,4 12 16-16,2-15-74 16,7-1-159-16,21-20-23 15,7-12-163-15</inkml:trace>
  <inkml:trace contextRef="#ctx0" brushRef="#br0" timeOffset="132810.07">27050 1893 73 0</inkml:trace>
  <inkml:trace contextRef="#ctx0" brushRef="#br0" timeOffset="133018.93">27050 1893 73 0,'348'-93'107'0,"-348"93"-44"0,0 0 91 16,0 0 101-16,0 8-107 16,6-8-9-16,6 0-25 15,10 0-95-15,3 0 42 16,9 0-42-16,12 0 27 15,23-24-24-15,-11-12 3 0,-5-9-20 16,-13-14-4 0,-18 15-2-16,-3 3-46 0,-19 2 39 15,0 22-42-15,0 1 18 16,-19 16-15-16,-21 0 35 16,-7 0-9-16,7 28-53 15,0 5-67-15,6-5-178 16</inkml:trace>
  <inkml:trace contextRef="#ctx0" brushRef="#br0" timeOffset="133453.63">28319 1792 485 0,'0'0'219'0,"0"0"-22"0,0 0-49 0,0 0-82 0,0 0 1 0,213 0-14 0,-138 0-53 0,-22 0 14 0,-7 8-32 0,-12-8 11 0,-12 0-32 0,-10 0-58 16,1 0-150 0,-13-8-33-16</inkml:trace>
  <inkml:trace contextRef="#ctx0" brushRef="#br0" timeOffset="133651.78">28319 1792 793 0,'-31'-140'48'16,"77"140"76"-16,19 0 28 16,10 0-114-16,-1-16-22 15,-9 0-16-15,-18 8-24 16,-13-1-209-16,-22 6-146 0</inkml:trace>
  <inkml:trace contextRef="#ctx0" brushRef="#br0" timeOffset="134370.67">29497 1913 284 0,'0'0'113'15,"0"0"-60"-15,0 0 29 16,0 0 12-16,0 0 21 16,0 0 0-16,0 0-25 15,0 0 29-15,0 0-58 16,0 0 3-16,-6 0-58 15,6 0 1-15,0-13-5 0,0-7-1 16,0-4 27-16,0-4-14 16,0 0 11-16,12-12-20 15,22 0 0-15,-9-4 5 16,-3-12-20-16,-10 12-9 16,-6-1-3-16,-6 1 5 15,0 13 17-15,0 10-10 16,-18 6 29-16,-10 10-3 15,0 2-16-15,9 3 8 16,7 0-6-16,6-5-4 16,6 5-10-16,0 0-22 15,0 20 17-15,0 9 14 16,0 10-13-16,12-6 26 16,28-5-16-16,1 11 9 0,11 2-6 15,7 3-10-15,9-4 13 16,-2-8 0-16,-11-8-2 15,-14-8 0-15,-23 8-16 16,-18-7 10-16,0-1 16 16,0 4 17-16,-59-1-17 15,-21 6-7-15,-13 3-2 16,-10-4-18-16,32-9-12 16,9-7-208-16,22-8-301 15</inkml:trace>
  <inkml:trace contextRef="#ctx0" brushRef="#br0" timeOffset="136966.73">25345 2555 100 0,'0'0'139'0,"0"0"-129"0,0 0 9 15,0 0 164-15,0 0-69 0,0 0-36 16,0 0 93-16,19 0-26 0,-10 0-25 16,-9 0-92-1,6 0 15-15,0 0-35 0,7 0-4 16,2 0-4-16,10 0 0 16,9-9-4-1,0 9 13-15,-9 0-9 0,9 0 5 16,-21 0 8-16,14 0-3 0,-27 0-2 15,0 17-3 1,0 6 3-16,0 10-4 0,0 11 8 16,-12 0-15-1,-28 0 16-15,18-8-22 0,-3-13 21 16,25-6-24-16,0-5 12 16,0-8-22-16,0-1-4 15,0-3 24-15,25 0-7 16,15 0 17-16,-6 0-22 15,-6 0 24-15,3 0-21 16,10-3-18-16,-1-17-85 16,16-8-184-16,-10-1 14 15</inkml:trace>
  <inkml:trace contextRef="#ctx0" brushRef="#br0" timeOffset="137385.09">26080 2727 642 0,'0'0'224'0,"0"0"-49"0,0 0-97 0,0 0 6 0,0 0-22 16,0 0-37-16,201 36-25 15,-142-36 1-15,3 0-5 16,-3 0-14-16,-12 0-31 16,-1 0-126-16,-18-17-272 15</inkml:trace>
  <inkml:trace contextRef="#ctx0" brushRef="#br0" timeOffset="137998.76">27218 2450 101 0,'0'0'106'0,"0"0"-106"0,0 0-137 0</inkml:trace>
  <inkml:trace contextRef="#ctx0" brushRef="#br0" timeOffset="138415.78">27218 2450 202 0,'0'12'96'0,"0"-12"-96"0,0 0 0 16,0 0-1-1,0 0-110-15,0 0-1 0,0 0 106 16,0 0 12-16,0 0 102 16,0 0 89-16,0 0 10 15,0 0-74-15,0 0 18 16,0 0-38-16,0 0-65 16,0 0-30-16,0 0-12 15,0 0 11-15,0 0 9 16,0 0 20-16,0 0-38 15,0 0 3-15,0 0 0 16,0 0-7-16,0 0-8 0,0 0-3 16,0 0 4-16,0 0-53 15,0 0 11 1,0 0-22-16,0 0 24 0,0 0 20 16,0 0 23-1,0 0 14-15,0 0 37 0,0 0-14 16,0 0-37-16,-10 0-135 15,-2 0-352-15</inkml:trace>
  <inkml:trace contextRef="#ctx0" brushRef="#br0" timeOffset="140341.44">25326 2642 10 0,'0'0'216'0,"0"0"-172"0,0 0 60 0,0 0 47 0,0 0-94 16,0 0 54-16,0 0 1 15,-15 0 9-15,15 0-43 16,0 0-14-16,0 0-47 16,0 0 42-16,0 0-25 15,34-23 24-15,34-2-35 16,-9-11-5-16,0 8-12 0,9 8-5 15,-27 4-2 1,-1 8 8-16,-15 4-17 0,-16 4 3 16,-9 0 4-16,0 0-14 15,0 4 14-15,0 24-1 16,0 0-7-16,-16 0 8 16,-18 4-21-16,10-4 19 15,17-12-1-15,1 1-1 16,6-14 7-16,0 13-8 15,0 1-2-15,37-6 10 16,13 6-4-16,9-9 14 0,-13 3-25 16,-18-2 21-16,-9-1-12 15,-19-5 3-15,0 2 3 16,0 3 12-16,0 8 32 16,-47 4-8-16,1 4-33 15,-22-4 3-15,3 0 3 16,-4 0-18-1,-2 4 7-15,9 1-14 0,15 2-23 16,20-10 18-16,27-2-45 16,0-15-170-16,9 0-98 15,44 0-101-15</inkml:trace>
  <inkml:trace contextRef="#ctx0" brushRef="#br0" timeOffset="141447.45">27196 2899 335 0,'0'0'320'0,"0"0"-304"0,0 0 46 0,0 0 4 0,0 0-33 15,62-249-32-15,-62 213 69 0,0 8-11 16,0 8-29-16,0 9 28 16,0 6-40-16,0 5 0 15,0 0-18 1,0 0-5-16,0 0-82 0,0 0-1 15,-9 0-41 1,3 0 60-16,-13 16-35 0,3 0-63 16,4-4-216-16</inkml:trace>
  <inkml:trace contextRef="#ctx0" brushRef="#br0" timeOffset="141609.03">27196 2899 554 0</inkml:trace>
  <inkml:trace contextRef="#ctx0" brushRef="#br0" timeOffset="141779.7">27196 2899 554 0,'202'-56'35'0,"-168"59"9"0,6-3 26 16,7 0 156-16,11-11-140 15,1-25-6-15,-3-4-73 16,-16 0 17-16,-21 0-18 16,-19 7-10-16,0 14 6 15,0 2-4-15,-28 9-3 16,-31 8-26-16,0 0 22 0,-3 12-31 16,22 20 8-1,9 1-91-15,9-2-37 0,4-3-169 16</inkml:trace>
  <inkml:trace contextRef="#ctx0" brushRef="#br0" timeOffset="144327.2">28319 2963 289 0,'0'0'296'0,"0"0"-187"0,0 0 109 0,0 0-47 16,0 0-41-16,0 0-70 16,0 0 5-16,34 0-43 15,18 0 20-15,10 0-38 16,-3 0-3-16,-6 0-1 15,-7 0-42-15,-5 0 15 16,-13 0-65-16,-10 0-25 0,-18 0-190 16,0 0-53-16</inkml:trace>
  <inkml:trace contextRef="#ctx0" brushRef="#br0" timeOffset="144509.91">28319 2963 561 0,'127'-128'487'15,"-127"132"-435"-15,21-4 22 16,38 0 44-16,16 0-87 16,5 0-31-16,-8-16-1 0,-4-20-109 15,-22-5-367-15</inkml:trace>
  <inkml:trace contextRef="#ctx0" brushRef="#br0" timeOffset="145326.01">29029 1841 444 0,'0'0'21'0,"0"0"5"0,0 0 51 0,0 0-25 16,0 0 126-16,0 0 44 15,-7-13-82-15,7 13-56 16,0-4-34-16,0 4-18 16,0-8-4-16,0 8-5 0,7-8-11 15,33 0 24-15,13-8-19 16,6 1-3-16,9-2-14 15,-9 1-13-15,-4 8-35 16,-8 4-19-16,-28 4-91 16,-19 0-400-16</inkml:trace>
  <inkml:trace contextRef="#ctx0" brushRef="#br0" timeOffset="146191.85">29013 2963 681 0,'0'0'144'0,"0"0"34"0,0 0-16 0,0 0-57 16,0 0-90-16,0 0-4 16,195 0-10-16,-154 0-1 15,-7 0 0-15,0 0-15 16,-3-4-13-16,-9-7-54 15,-10 2-64-15,-6-7-267 16,-6 0-189-16</inkml:trace>
  <inkml:trace contextRef="#ctx0" brushRef="#br0" timeOffset="146707.53">29602 2663 629 0,'0'0'193'0,"0"0"-91"0,0 0 41 0,0 0-68 0,0 0-52 15,0 0 37 1,354 0-56-16,-314 0 10 0,-6 3-14 16,-6 10 6-16,-22 10-6 15,-6 5 4-15,0 16-11 16,0 5-4 0,0 3-7-16,0 0-36 0,0-16 39 15,0 8-5-15,-12-8 6 16,2-4-2-16,4 1-4 15,-6-2 14-15,-7-3-37 16,-2 5-45-16,-7-9-120 16,9-12 84-16,0-9-10 15,-2-3-192-15</inkml:trace>
  <inkml:trace contextRef="#ctx0" brushRef="#br0" timeOffset="146907.12">29798 2995 891 0,'0'0'78'0,"0"0"107"16,0 0-69-16,0 0-65 16,0 0-46-16,0 0-5 15,365 12-40-15,-330-12-148 16,-23 0-363-16</inkml:trace>
  <inkml:trace contextRef="#ctx0" brushRef="#br0" timeOffset="154834.35">7618 9712 245 0,'0'0'165'0,"0"0"-61"0,0 0-21 0,0 0 1 0,0 0 41 15,0 0-18-15,0 0 12 16,0 41-89-16,0-41 5 16,0 0-4-16,0 4 13 15,0-4 18-15,0 0-33 16,0 4 16-16,0 0-24 16,0-4 7-16,0 0-25 0,0 0 13 15,0 0 1-15,0 0 9 16,-6-12-13-16,0-37-10 15,0-15-6-15,6-16 6 16,0-20-6-16,0-13 14 16,0-3-22-16,0 4 13 15,12 16-2-15,13 20 0 16,-3 19-8-16,-4 26 5 16,-2 15-6-16,2 11 3 15,10-2 4-15,13 2-8 16,18-6 15-16,21-5-13 15,-5-4-5-15,5 4-38 16,-9-1-36-16,-8 14-101 0,-17 3-150 16,-12 0-1-16</inkml:trace>
  <inkml:trace contextRef="#ctx0" brushRef="#br0" timeOffset="155134.56">7491 9444 1155 0,'0'0'56'0,"0"0"11"0,0 0 20 0,0 0-48 0,369 16-31 16,-270-36-8-16,-12-7-45 16,-6 2-37-16,-35 13-248 15,-27 12-438-15</inkml:trace>
  <inkml:trace contextRef="#ctx0" brushRef="#br0" timeOffset="160528.92">853 13254 209 0,'0'0'226'0,"0"0"-111"0,0 0 2 0,0 0-23 0,0 0-10 0,0 0-36 16,0 0 13-16,0 0-31 15,0 0 9-15,0 0-6 16,0 0-1-1,0 0 14-15,0 0-22 0,0 0 12 16,0 0-29-16,0 0 23 16,0 0-19-16,0 0 16 15,0 0-12-15,0 0-3 16,0 0 3-16,0 8-14 16,0 24 2-16,0 25 3 15,0 10-11-15,0 10 14 16,0 7-9-16,0 12 4 15,0 4-1-15,0 5-3 0,0 19 0 16,0-11 0 0,-7-5 5-16,-5-16-10 0,-10-20 18 15,16-11-19-15,6-14 6 16,-6-3 0-16,6-3-2 16,0-9-1-16,0-5-1 15,0-10 8-15,0-9-10 16,0-8 16-16,0 0-18 15,0 0 15-15,0 0-11 16,0 0 8-16,12 0-5 16,44 0 1-16,-3 0-1 15,28 0 1-15,5 0 1 16,20 0 9-16,2 4-1 0,19 0-4 16,53-4-1-16,22 0 3 15,18 0 5-15,6 0-3 16,-18 0-1-16,6 0-7 15,19 0 14-15,-26 0-14 16,13 0 2-16,-12 0 2 16,0-12-10-16,12-28 5 15,-12-5-1-15,-16-10 0 16,3 14 2-16,-21 18-3 16,6 18 9-16,-6 2-19 15,-13-2 24-15,0 5-14 16,-9-15 4-16,-19 2-1 0,-18 1 1 15,-28 1 0 1,-19 11-4-16,-9-8 4 0,-25 8-9 16,-6-5 17-1,-9 5-20-15,-1 0 19 0,-2 0-17 16,-4 0 16-16,-6 0-8 16,-6 0 0-16,0-4 0 15,0 4-7-15,0-8 16 16,6 8-11-16,-6 0 9 15,0-4-8-15,0-8 9 16,0 4-9-16,0-12 1 16,0-32 0-16,0-24-1 15,0-25-6-15,0-27-2 16,0 4-7-16,0-4 15 0,0 27-25 16,0 20 25-16,0 18-15 15,-24 18 13-15,-4 6-2 16,-6 3 5-1,3 3-1-15,-10-3 6 0,-21-3-10 16,16 3-4-16,-1 11 8 16,7 9-16-16,0 16 11 15,-1 0 3-15,-11 0 3 16,-7 0 0-16,-22 8 4 16,-12 8-13-16,-15-8 18 15,-26-8-2-15,7 0-1 16,-19 0 1-16,-9-16-7 15,-24-16-4-15,-1 8 4 16,-34 12 0-16,-47 12 12 0,7 0-1 16,-16 4 45-16,38 28-43 15,36-8-8-15,44-8 3 16,44-8-1-16,27-4-7 16,44-4-24-16,15 0 9 15,10 0-29-15,12 0-27 16,0 0-214-16,0 0-515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215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0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5" Type="http://schemas.openxmlformats.org/officeDocument/2006/relationships/image" Target="../media/image11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5" Type="http://schemas.openxmlformats.org/officeDocument/2006/relationships/image" Target="../media/image130.png"/><Relationship Id="rId4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0.png"/><Relationship Id="rId4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customXml" Target="../ink/ink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customXml" Target="../ink/ink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customXml" Target="../ink/ink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customXml" Target="../ink/ink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F61A0CC-088F-0503-C319-4FE8E98D2276}"/>
                  </a:ext>
                </a:extLst>
              </p14:cNvPr>
              <p14:cNvContentPartPr/>
              <p14:nvPr/>
            </p14:nvContentPartPr>
            <p14:xfrm>
              <a:off x="6479640" y="744840"/>
              <a:ext cx="5541480" cy="54619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F61A0CC-088F-0503-C319-4FE8E98D22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70280" y="735480"/>
                <a:ext cx="5560200" cy="5480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28537C0-8049-9856-9096-242A4F845B1C}"/>
                  </a:ext>
                </a:extLst>
              </p14:cNvPr>
              <p14:cNvContentPartPr/>
              <p14:nvPr/>
            </p14:nvContentPartPr>
            <p14:xfrm>
              <a:off x="572760" y="164520"/>
              <a:ext cx="11319120" cy="64378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28537C0-8049-9856-9096-242A4F845B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400" y="155160"/>
                <a:ext cx="11337840" cy="645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91AFFDF-0096-EBEF-18CC-3B29234B9CBC}"/>
                  </a:ext>
                </a:extLst>
              </p14:cNvPr>
              <p14:cNvContentPartPr/>
              <p14:nvPr/>
            </p14:nvContentPartPr>
            <p14:xfrm>
              <a:off x="7167240" y="1163520"/>
              <a:ext cx="4212000" cy="39722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91AFFDF-0096-EBEF-18CC-3B29234B9C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57880" y="1154160"/>
                <a:ext cx="4230720" cy="39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D949E92-E944-C29C-097D-E2094D829D9E}"/>
                  </a:ext>
                </a:extLst>
              </p14:cNvPr>
              <p14:cNvContentPartPr/>
              <p14:nvPr/>
            </p14:nvContentPartPr>
            <p14:xfrm>
              <a:off x="7275600" y="3066480"/>
              <a:ext cx="1884600" cy="12312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D949E92-E944-C29C-097D-E2094D829D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66240" y="3057120"/>
                <a:ext cx="1903320" cy="14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EA98C6A-337A-E035-3808-D420EC7CAFF7}"/>
                  </a:ext>
                </a:extLst>
              </p14:cNvPr>
              <p14:cNvContentPartPr/>
              <p14:nvPr/>
            </p14:nvContentPartPr>
            <p14:xfrm>
              <a:off x="403920" y="349200"/>
              <a:ext cx="11608200" cy="64281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EA98C6A-337A-E035-3808-D420EC7CAF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4560" y="339840"/>
                <a:ext cx="11626920" cy="644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E60FF45-AE24-D7C6-E333-87C5CCE329EA}"/>
                  </a:ext>
                </a:extLst>
              </p14:cNvPr>
              <p14:cNvContentPartPr/>
              <p14:nvPr/>
            </p14:nvContentPartPr>
            <p14:xfrm>
              <a:off x="877320" y="359280"/>
              <a:ext cx="11224080" cy="60872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E60FF45-AE24-D7C6-E333-87C5CCE329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7960" y="349920"/>
                <a:ext cx="11242800" cy="61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B6C8825A-D4FD-F7E8-1D69-69A59950B13D}"/>
                  </a:ext>
                </a:extLst>
              </p14:cNvPr>
              <p14:cNvContentPartPr/>
              <p14:nvPr/>
            </p14:nvContentPartPr>
            <p14:xfrm>
              <a:off x="3827520" y="981720"/>
              <a:ext cx="8003880" cy="409320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B6C8825A-D4FD-F7E8-1D69-69A59950B1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18160" y="972360"/>
                <a:ext cx="8022600" cy="411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D6FBC36-4844-FDF6-BD48-97B92299D756}"/>
                  </a:ext>
                </a:extLst>
              </p14:cNvPr>
              <p14:cNvContentPartPr/>
              <p14:nvPr/>
            </p14:nvContentPartPr>
            <p14:xfrm>
              <a:off x="2105280" y="707400"/>
              <a:ext cx="9796320" cy="52887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D6FBC36-4844-FDF6-BD48-97B92299D7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95920" y="698040"/>
                <a:ext cx="9815040" cy="530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2EDC5679-AB7A-48AD-C8FD-8A252DB322B4}"/>
                  </a:ext>
                </a:extLst>
              </p14:cNvPr>
              <p14:cNvContentPartPr/>
              <p14:nvPr/>
            </p14:nvContentPartPr>
            <p14:xfrm>
              <a:off x="2711520" y="2532240"/>
              <a:ext cx="1963800" cy="145872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2EDC5679-AB7A-48AD-C8FD-8A252DB322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02160" y="2522880"/>
                <a:ext cx="1982520" cy="147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070D59B-6013-D8C7-7617-372B61AB9DB0}"/>
                  </a:ext>
                </a:extLst>
              </p14:cNvPr>
              <p14:cNvContentPartPr/>
              <p14:nvPr/>
            </p14:nvContentPartPr>
            <p14:xfrm>
              <a:off x="622800" y="744840"/>
              <a:ext cx="11162880" cy="58186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070D59B-6013-D8C7-7617-372B61AB9D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3440" y="735480"/>
                <a:ext cx="11181600" cy="583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8B3BABD-AFDF-0CCD-030E-2AC8F673DB1F}"/>
                  </a:ext>
                </a:extLst>
              </p14:cNvPr>
              <p14:cNvContentPartPr/>
              <p14:nvPr/>
            </p14:nvContentPartPr>
            <p14:xfrm>
              <a:off x="735480" y="567360"/>
              <a:ext cx="10319040" cy="56253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8B3BABD-AFDF-0CCD-030E-2AC8F673DB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6120" y="558000"/>
                <a:ext cx="10337760" cy="564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0FFC043-42C9-9D4B-E54C-C89CA0160199}"/>
                  </a:ext>
                </a:extLst>
              </p14:cNvPr>
              <p14:cNvContentPartPr/>
              <p14:nvPr/>
            </p14:nvContentPartPr>
            <p14:xfrm>
              <a:off x="288000" y="181800"/>
              <a:ext cx="11201760" cy="66463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0FFC043-42C9-9D4B-E54C-C89CA01601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640" y="172440"/>
                <a:ext cx="11220480" cy="666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9D3827E-D06C-DD1E-3604-B658375600D6}"/>
                  </a:ext>
                </a:extLst>
              </p14:cNvPr>
              <p14:cNvContentPartPr/>
              <p14:nvPr/>
            </p14:nvContentPartPr>
            <p14:xfrm>
              <a:off x="333720" y="717480"/>
              <a:ext cx="11329200" cy="58575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9D3827E-D06C-DD1E-3604-B658375600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360" y="708120"/>
                <a:ext cx="11347920" cy="587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D23A3B2-6630-A1B1-03E3-FA898AC070CB}"/>
                  </a:ext>
                </a:extLst>
              </p14:cNvPr>
              <p14:cNvContentPartPr/>
              <p14:nvPr/>
            </p14:nvContentPartPr>
            <p14:xfrm>
              <a:off x="288000" y="497880"/>
              <a:ext cx="10658160" cy="47851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D23A3B2-6630-A1B1-03E3-FA898AC070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640" y="488520"/>
                <a:ext cx="10676880" cy="480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15</Words>
  <Application>Microsoft Office PowerPoint</Application>
  <PresentationFormat>Widescreen</PresentationFormat>
  <Paragraphs>15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3</cp:revision>
  <dcterms:created xsi:type="dcterms:W3CDTF">2026-07-14T17:52:03Z</dcterms:created>
  <dcterms:modified xsi:type="dcterms:W3CDTF">2026-08-04T22:46:11Z</dcterms:modified>
</cp:coreProperties>
</file>